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18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1043 896 0 0,'-3'4'1502'0'0,"0"1"0"0"0,-1 0 0 0 0,1-1 0 0 0,1 1 0 0 0,-4 9 1 0 0,5-11-1195 0 0,0 0 1 0 0,0 1-1 0 0,0-1 1 0 0,1 0-1 0 0,0 1 1 0 0,-1-1-1 0 0,1 1 1 0 0,1-1 0 0 0,-1 1-1 0 0,0-1 1 0 0,1 1-1 0 0,0-1 1 0 0,0 0-1 0 0,0 0 1 0 0,3 7-1 0 0,0 1 35 0 0,2 1-1 0 0,0-1 1 0 0,0-1-1 0 0,15 20 0 0 0,-17-25-261 0 0,0 0-1 0 0,1-1 1 0 0,-1 0 0 0 0,1 0-1 0 0,0-1 1 0 0,0 1-1 0 0,1-1 1 0 0,-1 0 0 0 0,0 0-1 0 0,1-1 1 0 0,11 4-1 0 0,-15-5-70 0 0,-1-1 0 0 0,1 0 0 0 0,-1 1-1 0 0,1-1 1 0 0,-1 0 0 0 0,1 0 0 0 0,-1 0 0 0 0,1 0-1 0 0,-1 0 1 0 0,1 0 0 0 0,-1-1 0 0 0,1 1 0 0 0,-1 0-1 0 0,3-2 1 0 0,2 0 14 0 0,4 1-2 0 0,-1-2 1 0 0,0 1-1 0 0,0-1 1 0 0,-1 0-1 0 0,1-1 1 0 0,-1 0-1 0 0,1-1 1 0 0,-1 0-1 0 0,13-10 1 0 0,-1-2-11 0 0,0-1 1 0 0,19-23 0 0 0,-9 6-10 0 0,-2-2 0 0 0,40-68 0 0 0,35-90 12 0 0,-67 122-10 0 0,12-21 4 0 0,100-183-143 0 0,-143 269 118 0 0,-3 4 13 0 0,0 1 1 0 0,0 0-1 0 0,0 0 1 0 0,1 0-1 0 0,-1 0 1 0 0,1 1-1 0 0,0-1 1 0 0,0 1-1 0 0,0-1 1 0 0,0 1-1 0 0,4-2 1 0 0,-6 4 3 0 0,0 0 0 0 0,-1 0 1 0 0,1 0-1 0 0,0 0 1 0 0,0 0-1 0 0,0 0 0 0 0,0 0 1 0 0,0 0-1 0 0,-1 0 1 0 0,1 1-1 0 0,0-1 0 0 0,0 0 1 0 0,0 0-1 0 0,0 1 0 0 0,-1-1 1 0 0,1 1-1 0 0,0-1 1 0 0,-1 1-1 0 0,1-1 0 0 0,0 1 1 0 0,-1-1-1 0 0,2 2 1 0 0,0 0 12 0 0,0 1 0 0 0,-1-1 0 0 0,1 1 0 0 0,0 0 0 0 0,-1 0 0 0 0,0-1 0 0 0,0 1 0 0 0,0 0 0 0 0,0 0 0 0 0,0 0 0 0 0,0 0 0 0 0,-1 0 0 0 0,1 1 0 0 0,-1 4 0 0 0,2 6 12 0 0,25 249 296 0 0,-14-92-107 0 0,-2-86-112 0 0,4-1 0 0 0,3-1 0 0 0,47 130-1 0 0,-65-211-61 0 0,1 0 0 0 0,-1 0-1 0 0,1-1 1 0 0,0 1-1 0 0,0 0 1 0 0,0-1 0 0 0,0 1-1 0 0,0 0 1 0 0,0-1 0 0 0,0 1-1 0 0,0-1 1 0 0,0 0-1 0 0,1 1 1 0 0,-1-1 0 0 0,1 0-1 0 0,-1 0 1 0 0,1 0-1 0 0,-1 0 1 0 0,1 0 0 0 0,0 0-1 0 0,-1 0 1 0 0,4 0-1 0 0,-3-1-15 0 0,0 0-1 0 0,0 0 0 0 0,0 0 0 0 0,0-1 0 0 0,0 1 0 0 0,0-1 0 0 0,0 0 0 0 0,0 1 0 0 0,0-1 0 0 0,0 0 0 0 0,0 0 0 0 0,-1 0 0 0 0,1 0 0 0 0,0 0 0 0 0,-1-1 1 0 0,1 1-1 0 0,-1 0 0 0 0,1-1 0 0 0,-1 0 0 0 0,3-2 0 0 0,7-10 27 0 0,-1 0 1 0 0,0-1-1 0 0,15-32 1 0 0,17-53-16 0 0,-29 68-23 0 0,103-267 4 0 0,38-91-67 0 0,-133 342 26 0 0,42-73 0 0 0,-52 103 9 0 0,1 1 1 0 0,0 0-1 0 0,1 0 0 0 0,1 2 0 0 0,1 0 0 0 0,32-26 1 0 0,-41 37 8 0 0,1-1 0 0 0,-1 1 1 0 0,1 1-1 0 0,0-1 1 0 0,0 1-1 0 0,0 1 1 0 0,1-1-1 0 0,12-2 1 0 0,-17 4 1 0 0,0 1 0 0 0,0-1 1 0 0,1 1-1 0 0,-1-1 0 0 0,0 1 1 0 0,0 0-1 0 0,0 0 0 0 0,1 1 1 0 0,-1-1-1 0 0,5 2 1 0 0,0 0-31 0 0,-3-1-125 0 0,1 0 0 0 0,-1 0 0 0 0,0 1 0 0 0,1-1 1 0 0,-1 1-1 0 0,0 1 0 0 0,0-1 0 0 0,0 1 0 0 0,-1 0 0 0 0,1 0 0 0 0,-1 0 0 0 0,1 0 0 0 0,-1 1 0 0 0,0 0 0 0 0,-1 0 0 0 0,6 6 0 0 0,-1 1-1399 0 0,-1 0 0 0 0,-1 1 0 0 0,0 0 0 0 0,0 0 0 0 0,6 18 0 0 0,-7-9-4407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18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249 130 892 0 0,'-38'-25'11718'0'0,"34"23"-10917"0"0,3 2-761 0 0,1 0 0 0 0,0 0 1 0 0,0-1-1 0 0,0 1 0 0 0,0 0 0 0 0,-1 0 0 0 0,1 0 1 0 0,0 0-1 0 0,0-1 0 0 0,-1 1 0 0 0,1 0 1 0 0,0 0-1 0 0,0 0 0 0 0,0 0 0 0 0,-1 0 0 0 0,1 0 1 0 0,0 0-1 0 0,0 0 0 0 0,-1 0 0 0 0,1 0 1 0 0,0 0-1 0 0,-1 0 0 0 0,1 0 0 0 0,0 0 0 0 0,0 0 1 0 0,-1 0-1 0 0,1 0 0 0 0,0 0 0 0 0,0 0 1 0 0,0 0-1 0 0,-1 1 0 0 0,1-1 0 0 0,0 0 0 0 0,0 0 1 0 0,-1 0-1 0 0,1 0 0 0 0,0 1 0 0 0,-2 5 117 0 0,1 0-1 0 0,-1 1 0 0 0,1-1 0 0 0,1 0 1 0 0,-1 1-1 0 0,1-1 0 0 0,1 1 0 0 0,-1-1 0 0 0,1 0 1 0 0,0 1-1 0 0,0-1 0 0 0,1 0 0 0 0,0 0 1 0 0,0 0-1 0 0,0 0 0 0 0,1 0 0 0 0,5 8 1 0 0,-7-12-143 0 0,1 0-1 0 0,-1 0 1 0 0,1-1 0 0 0,-1 1 0 0 0,1-1 0 0 0,0 0 0 0 0,-1 1 0 0 0,1-1 0 0 0,0 0 0 0 0,0 0 0 0 0,0 0-1 0 0,0 0 1 0 0,0 0 0 0 0,0-1 0 0 0,0 1 0 0 0,0-1 0 0 0,1 1 0 0 0,-1-1 0 0 0,0 0 0 0 0,0 0 0 0 0,0 0 0 0 0,1 0-1 0 0,-1 0 1 0 0,0 0 0 0 0,0 0 0 0 0,4-2 0 0 0,-1 1-7 0 0,0 0 1 0 0,-1-1-1 0 0,1 1 0 0 0,-1-1 0 0 0,0 0 1 0 0,0 0-1 0 0,0-1 0 0 0,0 1 1 0 0,0-1-1 0 0,0 0 0 0 0,4-4 0 0 0,-1-2-4 0 0,0 1 0 0 0,-1-1 0 0 0,0-1 0 0 0,0 1-1 0 0,-1-1 1 0 0,7-19 0 0 0,-10 23-7 0 0,1-1 0 0 0,-2 0 0 0 0,1 1 1 0 0,-1-1-1 0 0,0 0 0 0 0,0 0 0 0 0,-1 0 0 0 0,0 0 1 0 0,0 0-1 0 0,-1 1 0 0 0,0-1 0 0 0,-2-8 0 0 0,3 13 3 0 0,-1 0 0 0 0,0 0-1 0 0,0 0 1 0 0,0 1-1 0 0,0-1 1 0 0,-1 0 0 0 0,1 1-1 0 0,0-1 1 0 0,-1 0-1 0 0,1 1 1 0 0,-1-1 0 0 0,0 1-1 0 0,1 0 1 0 0,-1 0 0 0 0,0 0-1 0 0,0 0 1 0 0,0 0-1 0 0,1 0 1 0 0,-1 0 0 0 0,0 0-1 0 0,0 1 1 0 0,0-1-1 0 0,-1 1 1 0 0,1-1 0 0 0,0 1-1 0 0,-3 0 1 0 0,-1-1 0 0 0,0 1 1 0 0,0 1-1 0 0,0-1 1 0 0,0 1-1 0 0,1 0 0 0 0,-1 0 1 0 0,0 1-1 0 0,-9 3 1 0 0,-1 2 2 0 0,1 1 1 0 0,1 1-1 0 0,-1 1 0 0 0,1 0 1 0 0,1 1-1 0 0,0 0 1 0 0,0 1-1 0 0,1 0 1 0 0,-13 19-1 0 0,5-5 7 0 0,2 1 1 0 0,0 1-1 0 0,-25 59 1 0 0,38-77-4 0 0,1 0 1 0 0,1 0-1 0 0,0 0 1 0 0,1 0-1 0 0,0 1 1 0 0,0-1-1 0 0,1 1 0 0 0,0-1 1 0 0,1 1-1 0 0,1 12 1 0 0,0-18-14 0 0,0-1 0 0 0,0 0 1 0 0,0 0-1 0 0,0 1 0 0 0,0-1 1 0 0,1 0-1 0 0,0 0 0 0 0,0-1 0 0 0,0 1 1 0 0,0 0-1 0 0,1-1 0 0 0,-1 1 0 0 0,1-1 1 0 0,0 0-1 0 0,0 0 0 0 0,0 0 0 0 0,1 0 1 0 0,-1 0-1 0 0,1-1 0 0 0,-1 0 0 0 0,1 1 1 0 0,0-1-1 0 0,0-1 0 0 0,0 1 1 0 0,0 0-1 0 0,0-1 0 0 0,8 2 0 0 0,3-1-312 0 0,0-1 0 0 0,0 0 0 0 0,0 0 0 0 0,0-2 0 0 0,0 0 0 0 0,0 0 0 0 0,0-2 0 0 0,-1 0 0 0 0,1 0 0 0 0,0-2 1 0 0,-1 0-1 0 0,0 0 0 0 0,25-15 0 0 0,-6 2-289 0 0,-2-2 1 0 0,0-1-1 0 0,-1-2 1 0 0,39-38 0 0 0,-42 33 575 0 0,-1-1 1 0 0,37-53-1 0 0,1-19 3541 0 0,-64 101-3459 0 0,0-1 1 0 0,1 1-1 0 0,-1-1 1 0 0,0 1-1 0 0,1-1 0 0 0,-1 0 1 0 0,0 1-1 0 0,0-1 1 0 0,0 1-1 0 0,0-1 1 0 0,0 0-1 0 0,0 1 0 0 0,0-1 1 0 0,0 0-1 0 0,0 1 1 0 0,0-1-1 0 0,0 1 0 0 0,0-1 1 0 0,0 0-1 0 0,0 1 1 0 0,0-1-1 0 0,-1 0 0 0 0,1 1 1 0 0,0-1-1 0 0,-1 0 1 0 0,1 1 0 0 0,-1-1 1 0 0,1 1-1 0 0,0 0 0 0 0,-1 0 1 0 0,1 0-1 0 0,-1 0 0 0 0,1 0 1 0 0,0 0-1 0 0,-1-1 1 0 0,1 1-1 0 0,-1 0 0 0 0,1 0 1 0 0,0 0-1 0 0,-1 0 1 0 0,1 0-1 0 0,-1 0 0 0 0,1 0 1 0 0,0 1-1 0 0,-1-1 0 0 0,1 0 1 0 0,-1 0-1 0 0,1 0 1 0 0,0 0-1 0 0,-1 0 0 0 0,1 1 1 0 0,0-1-1 0 0,-1 0 1 0 0,1 0-1 0 0,0 1 0 0 0,-1-1 1 0 0,1 0-1 0 0,0 0 0 0 0,0 1 1 0 0,-1-1-1 0 0,1 0 1 0 0,0 1-1 0 0,0-1 0 0 0,-1 0 1 0 0,1 1-1 0 0,0-1 1 0 0,0 1-1 0 0,0 0 0 0 0,-9 13 214 0 0,1 0-1 0 0,0 1 1 0 0,2 1-1 0 0,-1-1 0 0 0,2 1 1 0 0,-5 19-1 0 0,1 7 68 0 0,-4 56-1 0 0,12-91-306 0 0,1 1 0 0 0,0 0-1 0 0,0 0 1 0 0,1-1 0 0 0,0 1-1 0 0,0 0 1 0 0,1-1 0 0 0,0 1-1 0 0,0-1 1 0 0,6 13 0 0 0,-6-16-125 0 0,0-1 0 0 0,0 1 0 0 0,0-1 0 0 0,1 1 0 0 0,-1-1 0 0 0,1 0 0 0 0,0 0 0 0 0,0 0 0 0 0,0 0 0 0 0,1 0 0 0 0,-1-1 0 0 0,0 0 0 0 0,1 1 1 0 0,0-1-1 0 0,0-1 0 0 0,-1 1 0 0 0,1 0 0 0 0,0-1 0 0 0,0 0 0 0 0,0 0 0 0 0,6 1 0 0 0,-1-1-648 0 0,0-1 0 0 0,0 0 0 0 0,0 0 1 0 0,0 0-1 0 0,13-4 0 0 0,-15 3-724 0 0,0-1 1 0 0,1-1-1 0 0,12-5 1 0 0,3-5-3857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1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44 2524 0 0,'-15'-10'2372'0'0,"5"3"-399"0"0,1-1 979 0 0,-6 0-1184 0 0,5-3-516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626 625 1380 0 0,'57'-64'9357'0'0,"-17"21"-5693"0"0,-38 41-3509 0 0,1-1 0 0 0,-1 0 0 0 0,0 0 0 0 0,0 0 0 0 0,-1 0 0 0 0,1 0 0 0 0,0 0 0 0 0,-1 0 0 0 0,0 0 0 0 0,0-1 0 0 0,0 1 0 0 0,0-1 0 0 0,0 1 0 0 0,-1-1 0 0 0,1-3 0 0 0,-2 6-136 0 0,1-1 0 0 0,0 1 0 0 0,0-1 0 0 0,-1 1-1 0 0,1 0 1 0 0,-1-1 0 0 0,1 1 0 0 0,-1 0 0 0 0,1-1 0 0 0,-1 1 0 0 0,0 0 0 0 0,0 0 0 0 0,0-1 0 0 0,0 1 0 0 0,0 0-1 0 0,0 0 1 0 0,0 0 0 0 0,0 0 0 0 0,0 0 0 0 0,0 1 0 0 0,0-1 0 0 0,-1 0 0 0 0,1 0 0 0 0,0 1 0 0 0,0-1 0 0 0,-1 1 0 0 0,1-1-1 0 0,-1 1 1 0 0,-2-1 0 0 0,-2 0-4 0 0,-1-1-1 0 0,0 2 1 0 0,0-1-1 0 0,-7 1 1 0 0,13 0-10 0 0,-13 0 1 0 0,0 2 0 0 0,0-1 1 0 0,1 2-1 0 0,-1 0 0 0 0,1 1 1 0 0,-1 0-1 0 0,1 1 0 0 0,0 0 1 0 0,1 1-1 0 0,-1 0 0 0 0,1 1 1 0 0,0 1-1 0 0,-13 11 0 0 0,11-8-2 0 0,2 0 1 0 0,-1 1-1 0 0,2 1 0 0 0,-1 0 0 0 0,2 1 0 0 0,0 0 0 0 0,0 0 0 0 0,1 1 0 0 0,1 0 0 0 0,-7 20 0 0 0,12-26 0 0 0,0 0 0 0 0,1-1 0 0 0,0 1 0 0 0,0 0 0 0 0,1 0 0 0 0,0 0 0 0 0,1 1 0 0 0,0-1 0 0 0,1 0 0 0 0,0 0 0 0 0,0 0 0 0 0,0 0 0 0 0,2 0 0 0 0,-1-1 0 0 0,1 1 0 0 0,0 0 0 0 0,1-1 0 0 0,5 11 0 0 0,-5-13 0 0 0,0 0 0 0 0,0-1-1 0 0,1 1 1 0 0,-1-1 0 0 0,1 1 0 0 0,0-1-1 0 0,1-1 1 0 0,-1 1 0 0 0,1-1 0 0 0,0 0 0 0 0,0 0-1 0 0,1-1 1 0 0,-1 0 0 0 0,1 0 0 0 0,-1 0-1 0 0,1-1 1 0 0,0 0 0 0 0,0 0 0 0 0,0-1 0 0 0,0 0-1 0 0,0 0 1 0 0,0 0 0 0 0,13-2 0 0 0,-11 0-4 0 0,1 0 1 0 0,-1 0 0 0 0,0-1 0 0 0,0 0-1 0 0,-1-1 1 0 0,1 0 0 0 0,0-1-1 0 0,-1 0 1 0 0,0 0 0 0 0,0 0 0 0 0,0-1-1 0 0,0 0 1 0 0,-1-1 0 0 0,0 0-1 0 0,0 0 1 0 0,11-13 0 0 0,1-5-6 0 0,-1-2 0 0 0,-1 0 0 0 0,22-46 0 0 0,-1 2-26 0 0,-36 66 22 0 0,3-6-11 0 0,-51 91 19 0 0,-189 445 1421 0 0,172-376-1024 0 0,3-11-11 0 0,-104 174 1 0 0,150-291-335 0 0,-1 0 1 0 0,-18 20-1 0 0,26-34-27 0 0,0 0 1 0 0,-1-1-1 0 0,1 0 1 0 0,-2-1-1 0 0,1 1 1 0 0,-1-2-1 0 0,0 1 0 0 0,-9 4 1 0 0,16-10-22 0 0,1 1 0 0 0,0-1 0 0 0,0 0 1 0 0,-1 0-1 0 0,1 1 0 0 0,0-1 0 0 0,-1 0 0 0 0,1 0 1 0 0,0 0-1 0 0,0 0 0 0 0,-1 0 0 0 0,1-1 0 0 0,0 1 0 0 0,-1 0 1 0 0,1-1-1 0 0,-2 0 0 0 0,-1 0 4 0 0,1 0-5 0 0,0 0 0 0 0,0-1 0 0 0,0 1 1 0 0,1-1-1 0 0,-1 1 0 0 0,0-1 0 0 0,0 0 0 0 0,1 0 0 0 0,-1-1 0 0 0,1 1 0 0 0,0 0 0 0 0,0-1 0 0 0,0 1 0 0 0,0-1 0 0 0,0 0 0 0 0,0 1 0 0 0,1-1 1 0 0,-3-5-1 0 0,0-3-1 0 0,0 0 0 0 0,0 0 0 0 0,-4-20 0 0 0,6 13-1 0 0,0 0-1 0 0,1-1 1 0 0,1 1-1 0 0,1 0 1 0 0,1 0-1 0 0,0 0 0 0 0,1 0 1 0 0,1 0-1 0 0,1 1 1 0 0,0-1-1 0 0,1 1 1 0 0,10-19-1 0 0,3-1-92 0 0,2 0 0 0 0,1 1-1 0 0,2 1 1 0 0,32-36 0 0 0,119-111-732 0 0,17 14-21 0 0,-94 83 385 0 0,-17 15 122 0 0,212-192-1095 0 0,-22-19 173 0 0,-244 249 1144 0 0,-2 0-1 0 0,23-39 0 0 0,-41 59 105 0 0,-1-1 1 0 0,0 1-1 0 0,0-1 0 0 0,-1 0 0 0 0,-1 0 0 0 0,0-1 0 0 0,-1 1 0 0 0,0-1 0 0 0,-2 1 0 0 0,2-15 0 0 0,-3 25 14 0 0,0 0-1 0 0,0 0 0 0 0,0-1 0 0 0,-1 1 0 0 0,1 0 1 0 0,-1 0-1 0 0,1 0 0 0 0,-1 0 0 0 0,0 0 0 0 0,0 0 1 0 0,0 1-1 0 0,-1-1 0 0 0,1 0 0 0 0,-1 0 0 0 0,1 1 1 0 0,-1-1-1 0 0,0 1 0 0 0,0 0 0 0 0,-3-3 0 0 0,4 4 1 0 0,-1 1 0 0 0,1 0 0 0 0,-1 0 0 0 0,1-1 0 0 0,-1 1-1 0 0,0 0 1 0 0,1 0 0 0 0,-1 1 0 0 0,1-1 0 0 0,-1 0 0 0 0,1 0 0 0 0,-1 1-1 0 0,1-1 1 0 0,-1 1 0 0 0,1 0 0 0 0,-1-1 0 0 0,1 1 0 0 0,0 0 0 0 0,-1 0-1 0 0,-1 1 1 0 0,-2 3 4 0 0,-1 0 1 0 0,2 0-1 0 0,-1 0 0 0 0,0 1 0 0 0,1-1 0 0 0,-7 12 0 0 0,-18 41 2 0 0,27-53-4 0 0,-36 84 152 0 0,5 2 1 0 0,4 1 0 0 0,-30 164-1 0 0,50-213-27 0 0,3 0 0 0 0,0 49-1 0 0,6-89-116 0 0,0 0 1 0 0,0-1-1 0 0,0 1 0 0 0,1 0 0 0 0,0 0 0 0 0,-1 0 1 0 0,1 0-1 0 0,0-1 0 0 0,0 1 0 0 0,1 0 0 0 0,-1-1 1 0 0,0 1-1 0 0,1-1 0 0 0,0 1 0 0 0,3 3 0 0 0,-3-4 15 0 0,3-3-8 0 0,1 0-18 0 0,0-1 1 0 0,1 0-1 0 0,-1 0 1 0 0,0-1-1 0 0,0 0 1 0 0,-1 0-1 0 0,1 0 1 0 0,-1 0-1 0 0,1-1 1 0 0,-1 0-1 0 0,0 0 1 0 0,6-7-1 0 0,9-12 7 0 0,27-35-1 0 0,-12 13-2 0 0,-13 18-16 0 0,-10 11-19 0 0,0 1 0 0 0,28-24 0 0 0,-26 31 24 0 0,-11 7 11 0 0,1 0 34 0 0,-1 2 28 0 0,0-1-44 0 0,-1 1 0 0 0,1 1 0 0 0,-1-1 0 0 0,1 0 0 0 0,-1 1-1 0 0,0-1 1 0 0,1 1 0 0 0,-1-1 0 0 0,0 1 0 0 0,0 0 0 0 0,0 0 0 0 0,0 0-1 0 0,-1 0 1 0 0,1 1 0 0 0,-1-1 0 0 0,1 0 0 0 0,-1 1 0 0 0,0-1 0 0 0,1 1 0 0 0,0 3-1 0 0,4 11 69 0 0,-1 0 0 0 0,4 22-1 0 0,-1-4-28 0 0,-6-27-83 0 0,1 1 0 0 0,0-1 0 0 0,1 0 0 0 0,-1 0 0 0 0,2-1 0 0 0,-1 1 0 0 0,1-1 0 0 0,0 0 0 0 0,11 12 0 0 0,-13-16-98 0 0,0 0-1 0 0,0-1 1 0 0,0 0 0 0 0,0 0 0 0 0,0 0 0 0 0,1 0 0 0 0,-1 0-1 0 0,1-1 1 0 0,-1 1 0 0 0,1-1 0 0 0,-1 0 0 0 0,1 0 0 0 0,0 0 0 0 0,0-1-1 0 0,-1 1 1 0 0,1-1 0 0 0,0 0 0 0 0,0 0 0 0 0,0 0 0 0 0,-1 0-1 0 0,1-1 1 0 0,0 0 0 0 0,0 0 0 0 0,-1 0 0 0 0,5-2 0 0 0,2-1-231 0 0,-1 0 0 0 0,0-1 0 0 0,0-1 0 0 0,0 0-1 0 0,-1 0 1 0 0,0 0 0 0 0,0-1 0 0 0,0 0 0 0 0,-1-1 0 0 0,10-13 0 0 0,4-9-600 0 0,29-53-1 0 0,-34 53 662 0 0,9-17 406 0 0,-2-1 0 0 0,27-87 0 0 0,16-105 5414 0 0,-57 202-4105 0 0,-2 16-466 0 0,-9 37-124 0 0,-10 39-66 0 0,-94 271 812 0 0,30-100-1134 0 0,65-195-410 0 0,-5 25 174 0 0,16-53-165 0 0,2-3-44 0 0,-1 1 0 0 0,1 0 0 0 0,0-1-1 0 0,0 0 1 0 0,0 0 0 0 0,-1 1-1 0 0,1-1 1 0 0,0 0 0 0 0,-1 0-1 0 0,1 0 1 0 0,-1-1 0 0 0,1 1 0 0 0,-1 0-1 0 0,1 0 1 0 0,0-3 0 0 0,21-25 24 0 0,-19 24-24 0 0,3-5-3 0 0,84-106-61 0 0,-80 103 52 0 0,2 1 1 0 0,-1 0-1 0 0,1 1 1 0 0,1 0-1 0 0,0 1 1 0 0,22-12-1 0 0,-29 19 4 0 0,0 1 0 0 0,0-1 0 0 0,0 1 0 0 0,0 0-1 0 0,1 1 1 0 0,-1-1 0 0 0,0 2 0 0 0,1-1 0 0 0,-1 1-1 0 0,0 0 1 0 0,1 0 0 0 0,-1 1 0 0 0,1 0 0 0 0,-1 1-1 0 0,0-1 1 0 0,0 1 0 0 0,0 1 0 0 0,0-1 0 0 0,0 1-1 0 0,0 0 1 0 0,10 8 0 0 0,-7-5 19 0 0,-1 0 1 0 0,-1 1 0 0 0,1 0-1 0 0,-1 1 1 0 0,0 0-1 0 0,-1 0 1 0 0,0 1-1 0 0,0-1 1 0 0,-1 1-1 0 0,0 1 1 0 0,-1-1-1 0 0,1 1 1 0 0,6 20-1 0 0,-11-25 12 0 0,0 0 0 0 0,0 0-1 0 0,0 1 1 0 0,0-1 0 0 0,-1 0 0 0 0,0 0-1 0 0,0 0 1 0 0,0 1 0 0 0,-1-1-1 0 0,0 0 1 0 0,0 0 0 0 0,0 0 0 0 0,-1 0-1 0 0,1 0 1 0 0,-1 0 0 0 0,0 0 0 0 0,-1-1-1 0 0,1 1 1 0 0,-1-1 0 0 0,0 1 0 0 0,0-1-1 0 0,0 0 1 0 0,-1 0 0 0 0,0 0-1 0 0,1-1 1 0 0,-9 7 0 0 0,3-4 3 0 0,0 0 0 0 0,0 0 0 0 0,0-1 0 0 0,-1-1 0 0 0,0 1 0 0 0,0-1 0 0 0,0-1 1 0 0,0 0-1 0 0,0 0 0 0 0,-1-1 0 0 0,0 0 0 0 0,-20 0 0 0 0,15-2 27 0 0,1-1 0 0 0,-1-1 1 0 0,-19-5-1 0 0,26 5-290 0 0,1 0 0 0 0,0-1 0 0 0,0 0 0 0 0,0 0 0 0 0,0-1 0 0 0,1 0 0 0 0,-1 0 0 0 0,-8-8 0 0 0,16 12-76 0 0,-1-1 1 0 0,1 0-1 0 0,-1 0 1 0 0,1 0-1 0 0,-1 0 1 0 0,1 0-1 0 0,-1 0 1 0 0,1 0-1 0 0,0 0 1 0 0,0 0-1 0 0,-1 0 1 0 0,1 0-1 0 0,0 0 1 0 0,0 0-1 0 0,0 0 1 0 0,0 0-1 0 0,0 0 1 0 0,0 0-1 0 0,1 0 1 0 0,-1 0-1 0 0,0 0 1 0 0,0 0-1 0 0,1 0 1 0 0,-1 0-1 0 0,1 1 1 0 0,-1-1-1 0 0,0 0 1 0 0,1 0-1 0 0,0 0 1 0 0,-1 0-1 0 0,1 0 1 0 0,0 1 0 0 0,-1-1-1 0 0,1 0 1 0 0,1 0-1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1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374 150 496 0 0,'-33'-25'5713'0'0,"20"14"-4249"0"0,0 1 1 0 0,-1 1-1 0 0,0 0 1 0 0,0 1-1 0 0,-19-7 0 0 0,29 14-1398 0 0,0 1 1 0 0,0-1-1 0 0,0 1 0 0 0,0 1 0 0 0,0-1 0 0 0,0 0 0 0 0,0 1 0 0 0,0 0 0 0 0,0 0 0 0 0,0 0 1 0 0,0 0-1 0 0,1 1 0 0 0,-1 0 0 0 0,0-1 0 0 0,1 1 0 0 0,-1 1 0 0 0,1-1 0 0 0,-5 4 0 0 0,-5 5 49 0 0,1 0 0 0 0,0 0-1 0 0,0 2 1 0 0,2-1-1 0 0,-1 2 1 0 0,1-1-1 0 0,1 1 1 0 0,1 1-1 0 0,0-1 1 0 0,1 1-1 0 0,-10 28 1 0 0,15-38-79 0 0,1 1 1 0 0,0-1 0 0 0,-1 1 0 0 0,2-1 0 0 0,-1 1-1 0 0,1 0 1 0 0,0-1 0 0 0,0 1 0 0 0,0 0 0 0 0,1-1-1 0 0,0 1 1 0 0,0-1 0 0 0,0 1 0 0 0,4 8 0 0 0,-4-11-11 0 0,1 0 0 0 0,-1 1 1 0 0,1-1-1 0 0,0 0 0 0 0,0 0 1 0 0,1 0-1 0 0,-1 0 0 0 0,1 0 1 0 0,-1-1-1 0 0,1 1 0 0 0,0-1 1 0 0,0 0-1 0 0,0 0 0 0 0,0 0 1 0 0,0 0-1 0 0,1 0 0 0 0,-1 0 0 0 0,0-1 1 0 0,1 0-1 0 0,-1 0 0 0 0,1 0 1 0 0,6 1-1 0 0,-2-1-6 0 0,0 0-1 0 0,-1-1 1 0 0,1 0-1 0 0,0 0 1 0 0,0-1-1 0 0,-1 0 0 0 0,1-1 1 0 0,-1 1-1 0 0,1-1 1 0 0,-1-1-1 0 0,1 0 1 0 0,-1 0-1 0 0,0 0 1 0 0,0-1-1 0 0,-1 1 1 0 0,1-2-1 0 0,-1 1 1 0 0,0-1-1 0 0,0 0 1 0 0,0 0-1 0 0,6-8 1 0 0,-5 4-16 0 0,0-1-1 0 0,0 0 1 0 0,-1 0 0 0 0,0-1-1 0 0,-1 0 1 0 0,0 0 0 0 0,0 0 0 0 0,-1 0-1 0 0,-1-1 1 0 0,0 1 0 0 0,-1-1-1 0 0,0 0 1 0 0,0-15 0 0 0,-1 17-8 0 0,-1 0 1 0 0,-1 0-1 0 0,1 0 1 0 0,-2 0-1 0 0,1 1 1 0 0,-1-1-1 0 0,-1 0 0 0 0,0 0 1 0 0,0 1-1 0 0,-6-10 1 0 0,7 14 1 0 0,-1 1 0 0 0,0-1 0 0 0,0 1 0 0 0,-1-1 1 0 0,1 1-1 0 0,-1 0 0 0 0,0 0 0 0 0,0 1 0 0 0,0-1 0 0 0,0 1 0 0 0,-1 0 1 0 0,0 0-1 0 0,1 1 0 0 0,-1-1 0 0 0,0 1 0 0 0,0 0 0 0 0,-1 0 0 0 0,1 1 0 0 0,0-1 1 0 0,-6 0-1 0 0,-1 1-14 0 0,0 0 0 0 0,0 1 0 0 0,0 0-1 0 0,0 1 1 0 0,0 0 0 0 0,1 1 0 0 0,-1 0 0 0 0,-21 7 0 0 0,28-7-135 0 0,0-1-1 0 0,0 1 1 0 0,1 0-1 0 0,-1 0 1 0 0,0 1 0 0 0,1 0-1 0 0,0-1 1 0 0,-1 2-1 0 0,1-1 1 0 0,0 0-1 0 0,1 1 1 0 0,-1-1-1 0 0,1 1 1 0 0,-1 0 0 0 0,1 0-1 0 0,0 1 1 0 0,1-1-1 0 0,-1 1 1 0 0,1-1-1 0 0,0 1 1 0 0,0 0 0 0 0,-2 8-1 0 0,3-10 9 0 0,1 0 1 0 0,0 0-1 0 0,1 0 1 0 0,-1 0-1 0 0,0-1 0 0 0,1 1 1 0 0,-1 0-1 0 0,1 0 1 0 0,0-1-1 0 0,0 1 0 0 0,0 0 1 0 0,0-1-1 0 0,1 1 0 0 0,-1-1 1 0 0,1 1-1 0 0,-1-1 1 0 0,1 0-1 0 0,0 0 0 0 0,0 0 1 0 0,0 0-1 0 0,0 0 1 0 0,0 0-1 0 0,1 0 0 0 0,3 2 1 0 0,4 2-528 0 0,1 0 0 0 0,0 0 1 0 0,0-1-1 0 0,15 5 0 0 0,25 3-2969 0 0,-25-9 1038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2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0 330 140 0 0,'19'-7'2036'0'0,"0"-1"-1"0"0,-1-1 1 0 0,0-1-1 0 0,-1 0 1 0 0,20-16-1 0 0,-11 9 1279 0 0,-15 8-2203 0 0,-11 9-1063 0 0,0 0 0 0 0,0-1 0 0 0,1 1 0 0 0,-1-1 0 0 0,0 1 0 0 0,1 0-1 0 0,-1-1 1 0 0,0 1 0 0 0,1 0 0 0 0,-1-1 0 0 0,1 1 0 0 0,-1 0 0 0 0,0-1 0 0 0,1 1-1 0 0,-1 0 1 0 0,1 0 0 0 0,-1 0 0 0 0,1-1 0 0 0,-1 1 0 0 0,1 0 0 0 0,-1 0-1 0 0,1 0 1 0 0,-1 0 0 0 0,1 0 0 0 0,-1 0 0 0 0,1 0 0 0 0,-1 0 0 0 0,1 0-1 0 0,-1 0 1 0 0,1 0 0 0 0,-1 0 0 0 0,1 0 0 0 0,-1 1 0 0 0,0-1 0 0 0,1 0-1 0 0,-1 0 1 0 0,1 0 0 0 0,-1 1 0 0 0,1-1 0 0 0,-1 0 0 0 0,0 1 0 0 0,1-1 0 0 0,0 1-1 0 0,-1 0-23 0 0,0 0 0 0 0,0 1-1 0 0,0-1 1 0 0,0 0-1 0 0,0 0 1 0 0,-1 1 0 0 0,1-1-1 0 0,0 0 1 0 0,0 0 0 0 0,-1 0-1 0 0,1 0 1 0 0,-1 1-1 0 0,1-1 1 0 0,-1 0 0 0 0,0 0-1 0 0,1 0 1 0 0,-1 0-1 0 0,0 0 1 0 0,-1 1 0 0 0,0 1 56 0 0,-10 21 297 0 0,-14 35 0 0 0,9-17-193 0 0,12-29-142 0 0,0-1 1 0 0,0 1 0 0 0,1-1-1 0 0,1 1 1 0 0,0 0 0 0 0,-1 21-1 0 0,3-31-34 0 0,1 0 0 0 0,0 1 0 0 0,0-1-1 0 0,1 0 1 0 0,-1 0 0 0 0,1 1 0 0 0,0-1-1 0 0,-1 0 1 0 0,1 0 0 0 0,1 0 0 0 0,-1 0-1 0 0,0 0 1 0 0,1 0 0 0 0,-1 0 0 0 0,1 0-1 0 0,0-1 1 0 0,0 1 0 0 0,0 0 0 0 0,0-1-1 0 0,1 0 1 0 0,-1 1 0 0 0,1-1 0 0 0,-1 0-1 0 0,1 0 1 0 0,0-1 0 0 0,0 1 0 0 0,0-1-1 0 0,0 1 1 0 0,0-1 0 0 0,0 0 0 0 0,4 1-1 0 0,1 0-9 0 0,-1 0 0 0 0,0-1 0 0 0,1 0 0 0 0,-1 0 0 0 0,1-1 0 0 0,0 0-1 0 0,-1 0 1 0 0,1-1 0 0 0,-1 0 0 0 0,1 0 0 0 0,-1-1 0 0 0,8-2 0 0 0,-4 0-56 0 0,0-1 1 0 0,-1 0-1 0 0,0-1 1 0 0,0 1-1 0 0,-1-2 1 0 0,1 0-1 0 0,9-9 1 0 0,3-6-66 0 0,-2 0-1 0 0,-1-2 1 0 0,0 0 0 0 0,-2-1 0 0 0,16-29-1 0 0,46-91-17 0 0,-78 143 130 0 0,-9 20-4 0 0,-45 108 313 0 0,47-109-254 0 0,1 1 0 0 0,1-1 0 0 0,1 1 0 0 0,0 0 1 0 0,0 26-1 0 0,3-41-32 0 0,0 1 0 0 0,0 0-1 0 0,0-1 1 0 0,1 1 0 0 0,0-1 0 0 0,-1 1 0 0 0,1-1 0 0 0,1 1-1 0 0,-1-1 1 0 0,0 1 0 0 0,1-1 0 0 0,0 0 0 0 0,-1 0 0 0 0,1 0-1 0 0,0 0 1 0 0,1 0 0 0 0,-1 0 0 0 0,1 0 0 0 0,-1-1 0 0 0,1 1-1 0 0,0-1 1 0 0,0 0 0 0 0,0 0 0 0 0,0 0 0 0 0,0 0 0 0 0,0 0-1 0 0,4 1 1 0 0,-1-1-1 0 0,1 0-1 0 0,0-1 1 0 0,-1 0 0 0 0,1 0-1 0 0,0 0 1 0 0,-1 0 0 0 0,1-1-1 0 0,0-1 1 0 0,-1 1-1 0 0,1-1 1 0 0,0 0 0 0 0,-1 0-1 0 0,13-5 1 0 0,-3 0-10 0 0,-1-1 0 0 0,-1-1 1 0 0,1 0-1 0 0,-1-1 0 0 0,-1 0 0 0 0,1-1 0 0 0,-2-1 1 0 0,1 0-1 0 0,-2-1 0 0 0,1 0 0 0 0,11-17 1 0 0,-4 2-17 0 0,-1-1 0 0 0,-1-1 1 0 0,-2 0-1 0 0,20-52 0 0 0,-28 65 5 0 0,-2-1 1 0 0,0 0-1 0 0,0 0 0 0 0,-2 0 0 0 0,0 0 0 0 0,-1 0 1 0 0,-1-1-1 0 0,0 1 0 0 0,-4-27 0 0 0,4 40 6 0 0,-9-14-11 0 0,8 17 12 0 0,0 0 2 0 0,0 0 0 0 0,-1 1 0 0 0,1-1 0 0 0,0 0 0 0 0,0 1 0 0 0,-1-1 0 0 0,1 1 0 0 0,-1-1 1 0 0,1 1-1 0 0,0-1 0 0 0,-1 1 0 0 0,1-1 0 0 0,-1 1 0 0 0,1-1 0 0 0,-1 1 0 0 0,1-1 0 0 0,-1 1 0 0 0,0 0 0 0 0,1-1 0 0 0,-1 1 0 0 0,1 0 0 0 0,-1 0 0 0 0,-1-1 1 0 0,-13 2-12 0 0,13 0 12 0 0,0 0 0 0 0,0 0 1 0 0,0 0-1 0 0,0 0 0 0 0,0 1 0 0 0,0-1 0 0 0,0 1 0 0 0,1-1 0 0 0,-1 1 0 0 0,1-1 0 0 0,-1 1 1 0 0,1 0-1 0 0,0 0 0 0 0,-1 0 0 0 0,1 0 0 0 0,0 0 0 0 0,0 0 0 0 0,0 0 0 0 0,1 1 1 0 0,-1-1-1 0 0,0 0 0 0 0,1 0 0 0 0,-1 1 0 0 0,1-1 0 0 0,0 0 0 0 0,0 3 0 0 0,0 0 4 0 0,0 0-1 0 0,0 1 1 0 0,0-1-1 0 0,1 0 1 0 0,0 0-1 0 0,0 1 1 0 0,0-1-1 0 0,1 0 1 0 0,-1 0-1 0 0,6 9 1 0 0,-3-8 2 0 0,1 1 0 0 0,-1-1 1 0 0,1-1-1 0 0,0 1 1 0 0,1-1-1 0 0,0 0 1 0 0,0 0-1 0 0,0 0 1 0 0,0-1-1 0 0,1 0 1 0 0,-1 0-1 0 0,1-1 1 0 0,0 1-1 0 0,0-2 1 0 0,0 1-1 0 0,1-1 1 0 0,-1 0-1 0 0,1 0 1 0 0,-1-1-1 0 0,1 0 1 0 0,-1-1-1 0 0,1 1 0 0 0,0-2 1 0 0,-1 1-1 0 0,1-1 1 0 0,0 0-1 0 0,12-4 1 0 0,-12 3-4 0 0,18-4 34 0 0,0-2 0 0 0,27-12 1 0 0,-25 7 256 0 0,-25 12-217 0 0,2-4 141 0 0,-16 14-131 0 0,-1 0 0 0 0,1 0-1 0 0,1 1 1 0 0,-1 1 0 0 0,2-1 0 0 0,-1 2 0 0 0,2-1 0 0 0,0 1-1 0 0,0 1 1 0 0,1-1 0 0 0,0 1 0 0 0,-8 24 0 0 0,13-30-50 0 0,0 0-1 0 0,1 0 1 0 0,0 1 0 0 0,0-1 0 0 0,0 0 0 0 0,1 0-1 0 0,0 1 1 0 0,1-1 0 0 0,-1 0 0 0 0,1 0 0 0 0,1 0-1 0 0,-1 0 1 0 0,1 0 0 0 0,1 0 0 0 0,-1 0 0 0 0,1 0 0 0 0,0-1-1 0 0,1 1 1 0 0,-1-1 0 0 0,1 0 0 0 0,1 0 0 0 0,-1-1-1 0 0,1 1 1 0 0,0-1 0 0 0,10 9 0 0 0,-6-6-158 0 0,0-1 1 0 0,1-1-1 0 0,0 1 1 0 0,0-2-1 0 0,0 1 1 0 0,21 7-1 0 0,-21-10-481 0 0,1 0 0 0 0,-1 0 0 0 0,0-1 0 0 0,1-1 0 0 0,0 0 0 0 0,-1 0 0 0 0,17-1 0 0 0,31-8-6982 0 0,-29 2-138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3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104 640 1340 0 0,'-2'-2'1596'0'0,"-37"-53"6319"0"0,38 54-7504 0 0,0 0-326 0 0,1 0 0 0 0,0 0 0 0 0,-1 1-1 0 0,1-1 1 0 0,0 0 0 0 0,0 1 0 0 0,-1-1 0 0 0,1 0 0 0 0,0 0 0 0 0,0 0 0 0 0,0 1 0 0 0,0-1 0 0 0,0 0 0 0 0,0 0 0 0 0,0 0 0 0 0,0 1 0 0 0,0-1 0 0 0,0 0 0 0 0,1 0 0 0 0,-1 1 0 0 0,0-1 0 0 0,0 0-1 0 0,1 0 1 0 0,-1 1 0 0 0,1-1 0 0 0,-1 0 0 0 0,0 1 0 0 0,1-1 0 0 0,-1 1 0 0 0,1-1 0 0 0,1-1 0 0 0,14-7 1272 0 0,155-103 3765 0 0,-150 97-5124 0 0,-1-2 1 0 0,-1-1-1 0 0,0 0 0 0 0,-1-2 1 0 0,28-39-1 0 0,-42 53 9 0 0,67-112 71 0 0,-64 103-87 0 0,0 1-1 0 0,-2-1 1 0 0,1 0 0 0 0,-2-1-1 0 0,0 1 1 0 0,3-26 0 0 0,-7 15-123 0 0,0 25 129 0 0,0 1 1 0 0,0-1 0 0 0,-1 1-1 0 0,1-1 1 0 0,0 1 0 0 0,0 0-1 0 0,-1-1 1 0 0,1 1 0 0 0,0 0-1 0 0,-1-1 1 0 0,1 1 0 0 0,0 0-1 0 0,-1-1 1 0 0,1 1 0 0 0,-1 0 0 0 0,1 0-1 0 0,0-1 1 0 0,-1 1 0 0 0,1 0-1 0 0,-1 0 1 0 0,1 0 0 0 0,-1-1-1 0 0,1 1 1 0 0,-1 0 0 0 0,1 0-1 0 0,-1 0 1 0 0,1 0 0 0 0,-1 0-1 0 0,1 0 1 0 0,-1 0 0 0 0,1 0 0 0 0,-1 0-1 0 0,1 0 1 0 0,-1 1 0 0 0,1-1-1 0 0,0 0 1 0 0,-1 0 0 0 0,1 0-1 0 0,-1 1 1 0 0,1-1 0 0 0,-1 0-1 0 0,1 0 1 0 0,-1 1 0 0 0,-16 8-14 0 0,9-3 12 0 0,0 1 1 0 0,0 1 0 0 0,0 0 0 0 0,1 0-1 0 0,-9 13 1 0 0,-26 46-7 0 0,-105 223 9 0 0,21 10 43 0 0,120-287-39 0 0,-82 233 75 0 0,78-214-30 0 0,9-32-47 0 0,1 1 1 0 0,0-1-1 0 0,0 1 1 0 0,0-1 0 0 0,0 1-1 0 0,-1-1 1 0 0,1 0 0 0 0,0 1-1 0 0,0-1 1 0 0,0 1-1 0 0,0-1 1 0 0,0 1 0 0 0,0-1-1 0 0,0 1 1 0 0,0-1 0 0 0,0 1-1 0 0,0-1 1 0 0,0 0 0 0 0,1 1-1 0 0,-1-1 1 0 0,0 1-1 0 0,0-1 1 0 0,0 1 0 0 0,1-1-1 0 0,-1 0 1 0 0,0 1 0 0 0,0-1-1 0 0,1 0 1 0 0,-1 1 0 0 0,0-1-1 0 0,1 0 1 0 0,-1 1-1 0 0,0-1 1 0 0,1 0 0 0 0,-1 1-1 0 0,0-1 1 0 0,1 0 0 0 0,-1 0-1 0 0,1 0 1 0 0,-1 1-1 0 0,1-1 1 0 0,-1 0 0 0 0,1 0-1 0 0,-1 0 1 0 0,0 0 0 0 0,1 0-1 0 0,-1 0 1 0 0,1 0 0 0 0,-1 0-1 0 0,1 0 1 0 0,-1 0-1 0 0,1 0 1 0 0,-1 0 0 0 0,1 0-1 0 0,-1-1 1 0 0,4 1 1 0 0,-1 0 0 0 0,0-1-1 0 0,0 0 1 0 0,0 0 0 0 0,-1 0 0 0 0,1 0 0 0 0,3-2 0 0 0,18-14-1 0 0,-1-1 1 0 0,0-1 0 0 0,-2-1-1 0 0,25-29 1 0 0,-1 1-2 0 0,-19 22-4 0 0,73-68-44 0 0,-83 80 37 0 0,0 2 0 0 0,1 0 0 0 0,0 1 0 0 0,29-14 0 0 0,-41 23 5 0 0,0 0-1 0 0,-1 0 0 0 0,1 1 1 0 0,0 0-1 0 0,0 0 0 0 0,0 0 1 0 0,0 0-1 0 0,0 1 0 0 0,0 0 1 0 0,0 0-1 0 0,0 0 0 0 0,0 0 1 0 0,0 1-1 0 0,0 0 0 0 0,0 0 1 0 0,0 0-1 0 0,0 1 0 0 0,8 4 1 0 0,-7-3 4 0 0,1 1 1 0 0,-1 1-1 0 0,0-1 1 0 0,0 1-1 0 0,-1 0 1 0 0,0 0 0 0 0,1 1-1 0 0,-2-1 1 0 0,1 1-1 0 0,-1 0 1 0 0,0 1-1 0 0,4 6 1 0 0,-1 2 12 0 0,-1 1-1 0 0,-1-1 1 0 0,0 1 0 0 0,5 28-1 0 0,-6-23-62 0 0,1 0 0 0 0,8 22 0 0 0,-12-41-119 0 0,0 1 0 0 0,0-1 0 0 0,1 1 0 0 0,-1-1 0 0 0,1 0 0 0 0,-1 1 1 0 0,1-1-1 0 0,0 0 0 0 0,-1 0 0 0 0,1 0 0 0 0,0 0 0 0 0,0-1 0 0 0,1 1 0 0 0,-1 0 0 0 0,0-1 0 0 0,1 0 0 0 0,-1 1 0 0 0,1-1 0 0 0,-1 0 0 0 0,1 0 0 0 0,-1-1 0 0 0,1 1 0 0 0,0 0 0 0 0,-1-1 0 0 0,1 1 0 0 0,0-1 1 0 0,-1 0-1 0 0,1 0 0 0 0,0 0 0 0 0,0-1 0 0 0,-1 1 0 0 0,1 0 0 0 0,5-2 0 0 0,7-3-526 0 0,0 0 1 0 0,0-1 0 0 0,0-1-1 0 0,22-12 1 0 0,-23 11 447 0 0,18-10-55 0 0,0-2 0 0 0,48-39 0 0 0,-61 42 1374 0 0,0 0-1 0 0,23-30 1 0 0,-37 41-592 0 0,0-1 0 0 0,0 1 1 0 0,0-1-1 0 0,-1-1 0 0 0,0 1 1 0 0,-1 0-1 0 0,0-1 1 0 0,0 0-1 0 0,0 0 0 0 0,-1 0 1 0 0,0 0-1 0 0,1-13 0 0 0,-4 20-450 0 0,1 1 0 0 0,0-1 0 0 0,-1 1 0 0 0,1-1 0 0 0,-1 1 0 0 0,0-1 0 0 0,1 1 0 0 0,-1-1 0 0 0,1 1 0 0 0,-1 0 0 0 0,1-1 0 0 0,-1 1 0 0 0,0 0 0 0 0,1 0-1 0 0,-1-1 1 0 0,0 1 0 0 0,1 0 0 0 0,-1 0 0 0 0,-1 0 0 0 0,-6 6 77 0 0,0 1 1 0 0,0 1-1 0 0,0 0 0 0 0,1 0 0 0 0,0 0 0 0 0,1 1 1 0 0,0 0-1 0 0,0 0 0 0 0,-6 14 0 0 0,-1 5 67 0 0,1 1 0 0 0,-8 31 1 0 0,17-51-140 0 0,1 0 1 0 0,0 0 0 0 0,0 0 0 0 0,1 0-1 0 0,0 1 1 0 0,1-1 0 0 0,0 0-1 0 0,1 0 1 0 0,0 1 0 0 0,3 14 0 0 0,-2-19-21 0 0,-1-1 0 0 0,0 0 1 0 0,1 0-1 0 0,0 0 1 0 0,0 0-1 0 0,0 0 1 0 0,1 0-1 0 0,0-1 1 0 0,-1 1-1 0 0,1-1 1 0 0,0 0-1 0 0,0 0 0 0 0,1 0 1 0 0,-1 0-1 0 0,1 0 1 0 0,-1-1-1 0 0,1 1 1 0 0,0-1-1 0 0,0 0 1 0 0,0 0-1 0 0,0 0 0 0 0,0-1 1 0 0,9 2-1 0 0,-4-1-2 0 0,0 0-1 0 0,1-1 0 0 0,-1 0 0 0 0,0-1 0 0 0,1 0 1 0 0,-1-1-1 0 0,0 1 0 0 0,1-2 0 0 0,-1 1 1 0 0,0-1-1 0 0,0-1 0 0 0,0 0 0 0 0,10-4 1 0 0,-8 1-2 0 0,-1 0 1 0 0,0 0 0 0 0,0-1 0 0 0,0-1 0 0 0,0 1 0 0 0,-1-2 0 0 0,-1 1 0 0 0,0-1 0 0 0,10-13 0 0 0,-7 6-10 0 0,-1 0 0 0 0,0-1 1 0 0,-1 0-1 0 0,-1 0 0 0 0,-1 0 1 0 0,-1-1-1 0 0,0-1 0 0 0,-1 1 1 0 0,-1-1-1 0 0,-1 1 0 0 0,0-1 0 0 0,-1-38 1 0 0,-3 47-11 0 0,0-1 1 0 0,-1 0 0 0 0,0 1-1 0 0,0-1 1 0 0,-1 1-1 0 0,-1 0 1 0 0,-7-15 0 0 0,9 20 2 0 0,0 0 0 0 0,-1 1 0 0 0,0-1 0 0 0,0 1 0 0 0,0 0 1 0 0,0 0-1 0 0,-1 0 0 0 0,0 0 0 0 0,1 1 0 0 0,-1 0 0 0 0,-1-1 0 0 0,1 1 0 0 0,0 1 1 0 0,-1-1-1 0 0,1 1 0 0 0,-10-4 0 0 0,11 5-53 0 0,-1 1-1 0 0,0-1 1 0 0,1 1 0 0 0,-1 0-1 0 0,0 0 1 0 0,0 0 0 0 0,1 0 0 0 0,-1 1-1 0 0,0 0 1 0 0,1-1 0 0 0,-1 1-1 0 0,1 1 1 0 0,-1-1 0 0 0,1 0-1 0 0,-1 1 1 0 0,1 0 0 0 0,0 0-1 0 0,0 0 1 0 0,0 0 0 0 0,0 0-1 0 0,0 1 1 0 0,0-1 0 0 0,-3 5-1 0 0,1-2-318 0 0,1 0 0 0 0,0 0 1 0 0,0 1-1 0 0,0-1 0 0 0,1 1 0 0 0,0 0 0 0 0,0 0 0 0 0,1 0 0 0 0,-1 1 0 0 0,1-1 0 0 0,-2 13 0 0 0,3-14-56 0 0,1-1 0 0 0,0 1 1 0 0,0 0-1 0 0,0-1 1 0 0,0 1-1 0 0,1 0 0 0 0,0-1 1 0 0,0 1-1 0 0,0-1 0 0 0,1 1 1 0 0,-1-1-1 0 0,1 0 0 0 0,0 1 1 0 0,0-1-1 0 0,1 0 0 0 0,-1 0 1 0 0,1 0-1 0 0,0-1 0 0 0,0 1 1 0 0,0-1-1 0 0,0 1 0 0 0,8 4 1 0 0,9 7-3446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4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158 112 744 0 0,'4'-5'984'0'0,"-1"0"0"0"0,1 0 0 0 0,-1-1 0 0 0,-1 1 0 0 0,1-1 0 0 0,-1 1 0 0 0,0-1 0 0 0,0 0 0 0 0,-1 0 0 0 0,1 0 0 0 0,-1 0 1 0 0,0-7-1 0 0,-1 12-949 0 0,0 1 1 0 0,-1 0-1 0 0,1-1 0 0 0,0 1 1 0 0,0 0-1 0 0,-1 0 1 0 0,1-1-1 0 0,0 1 1 0 0,0 0-1 0 0,-1-1 1 0 0,1 1-1 0 0,0 0 1 0 0,-1 0-1 0 0,1 0 1 0 0,0-1-1 0 0,0 1 1 0 0,-1 0-1 0 0,1 0 1 0 0,-1 0-1 0 0,1 0 1 0 0,0-1-1 0 0,-1 1 1 0 0,1 0-1 0 0,0 0 1 0 0,-1 0-1 0 0,1 0 1 0 0,-1 0-1 0 0,1 0 1 0 0,0 0-1 0 0,-1 0 0 0 0,1 0 1 0 0,0 0-1 0 0,-1 1 1 0 0,1-1-1 0 0,-1 0 1 0 0,1 0-1 0 0,0 0 1 0 0,-1 1-1 0 0,-13 3 481 0 0,14-4-514 0 0,-8 5 213 0 0,0 1 0 0 0,1 1 0 0 0,-1-1 0 0 0,1 1 0 0 0,1 1 0 0 0,-1-1 0 0 0,1 1 0 0 0,0 0 0 0 0,1 0 0 0 0,-6 12 0 0 0,-1 0 119 0 0,2-3-156 0 0,0 1-1 0 0,1 0 1 0 0,1 0-1 0 0,1 1 1 0 0,0 0-1 0 0,2 0 1 0 0,-5 28 0 0 0,8-37-124 0 0,1 1 0 0 0,1 0 0 0 0,0 0 0 0 0,0-1 0 0 0,1 1 0 0 0,4 18 0 0 0,-3-22-21 0 0,0-1 0 0 0,0 1 1 0 0,1-1-1 0 0,-1 0 0 0 0,2 0 1 0 0,-1 0-1 0 0,1 0 1 0 0,-1 0-1 0 0,2-1 0 0 0,-1 0 1 0 0,7 7-1 0 0,-5-7-6 0 0,1 0-1 0 0,0 0 1 0 0,-1 0 0 0 0,2-1 0 0 0,-1-1-1 0 0,0 1 1 0 0,1-1 0 0 0,-1 0 0 0 0,1-1-1 0 0,0 0 1 0 0,0 0 0 0 0,0 0 0 0 0,0-1-1 0 0,0-1 1 0 0,1 1 0 0 0,-1-1 0 0 0,12-2-1 0 0,-8 1-5 0 0,0-1-1 0 0,0 0 0 0 0,0-1 1 0 0,-1-1-1 0 0,1 0 0 0 0,-1 0 1 0 0,1-1-1 0 0,-1-1 1 0 0,-1 0-1 0 0,20-14 0 0 0,-15 8-9 0 0,-1-1-1 0 0,0-1 0 0 0,-1 0 0 0 0,-1-1 1 0 0,-1-1-1 0 0,0 0 0 0 0,0 0 0 0 0,-2-1 1 0 0,10-22-1 0 0,-12 23-9 0 0,-1 0 0 0 0,-1-1 1 0 0,-1 1-1 0 0,0-1 0 0 0,-1 0 0 0 0,-1 0 0 0 0,0-1 1 0 0,-1 1-1 0 0,-1 0 0 0 0,-4-29 0 0 0,4 42-1 0 0,-1 0-1 0 0,0-1 0 0 0,0 1 1 0 0,0 0-1 0 0,-1 0 0 0 0,1 0 1 0 0,-1 0-1 0 0,0 0 0 0 0,0 1 1 0 0,-1-1-1 0 0,1 0 0 0 0,-1 1 1 0 0,1 0-1 0 0,-1 0 0 0 0,0-1 1 0 0,-1 2-1 0 0,1-1 0 0 0,0 0 1 0 0,-1 1-1 0 0,1-1 0 0 0,-1 1 1 0 0,0 0-1 0 0,0 0 0 0 0,-7-2 1 0 0,4 2-24 0 0,0 1-1 0 0,0 0 1 0 0,0 0 0 0 0,0 1 0 0 0,0-1 0 0 0,0 2-1 0 0,0-1 1 0 0,0 1 0 0 0,0 0 0 0 0,0 0 0 0 0,0 1-1 0 0,0 0 1 0 0,0 0 0 0 0,-10 6 0 0 0,6-3-301 0 0,1 0 0 0 0,0 1 0 0 0,0 1 0 0 0,1 0 0 0 0,-1 0 0 0 0,-12 14 0 0 0,18-17-93 0 0,1 0 0 0 0,0 0 0 0 0,0 0 0 0 0,1 0 0 0 0,-1 0 0 0 0,1 1 0 0 0,-3 8 1 0 0,4-9-124 0 0,0-1 0 0 0,0 0 0 0 0,1 1 0 0 0,-1-1 0 0 0,1 1 0 0 0,0-1 0 0 0,0 1 0 0 0,0-1 0 0 0,1 1 0 0 0,-1-1 0 0 0,1 0 0 0 0,1 6 0 0 0,4 6-5182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4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344 731 1160 0 0,'7'-6'821'0'0,"0"1"0"0"0,-1-1 0 0 0,0 0 0 0 0,0-1 0 0 0,-1 1 0 0 0,1-1 0 0 0,-2 0 0 0 0,1-1 0 0 0,5-10 0 0 0,-9 14-562 0 0,0 0-1 0 0,0 0 1 0 0,0 1 0 0 0,0-1-1 0 0,0 0 1 0 0,-1 0 0 0 0,0 0 0 0 0,0 0-1 0 0,0 1 1 0 0,0-1 0 0 0,-1 0-1 0 0,1 0 1 0 0,-1 0 0 0 0,0 0-1 0 0,0 1 1 0 0,0-1 0 0 0,-1 0 0 0 0,1 1-1 0 0,-1-1 1 0 0,0 1 0 0 0,0 0-1 0 0,0 0 1 0 0,-3-4 0 0 0,3 4-155 0 0,-1 1 0 0 0,1-1 0 0 0,0 0 0 0 0,-1 1 0 0 0,0 0 0 0 0,0-1 0 0 0,1 1 0 0 0,-1 0 0 0 0,0 0 0 0 0,-1 1 0 0 0,1-1 0 0 0,0 1 0 0 0,0-1 0 0 0,-1 1 1 0 0,1 0-1 0 0,-1 0 0 0 0,1 1 0 0 0,-4-1 0 0 0,1 1-24 0 0,0 0 0 0 0,1 0 0 0 0,-1 1 0 0 0,1 0 1 0 0,-1 0-1 0 0,1 0 0 0 0,-1 1 0 0 0,1 0 0 0 0,0 0 0 0 0,-8 5 1 0 0,-2 1 14 0 0,1 2 1 0 0,0 0 0 0 0,1 1-1 0 0,0 0 1 0 0,1 1-1 0 0,-18 21 1 0 0,11-9 6 0 0,2 0-1 0 0,0 1 1 0 0,2 1 0 0 0,0 0-1 0 0,2 1 1 0 0,1 0 0 0 0,1 1-1 0 0,2 1 1 0 0,1-1 0 0 0,-5 32-1 0 0,12-55-56 0 0,0 0 1 0 0,1 1-1 0 0,0-1 0 0 0,0 0 0 0 0,0 0 1 0 0,1 1-1 0 0,0-1 0 0 0,0 0 0 0 0,0 0 1 0 0,0 0-1 0 0,1 0 0 0 0,0 0 0 0 0,0 0 1 0 0,4 7-1 0 0,-3-9-18 0 0,-1 0-1 0 0,1 0 1 0 0,0 0-1 0 0,0 0 1 0 0,0 0-1 0 0,0 0 1 0 0,0-1-1 0 0,1 0 1 0 0,-1 0 0 0 0,1 0-1 0 0,0 0 1 0 0,-1 0-1 0 0,1-1 1 0 0,0 1-1 0 0,0-1 1 0 0,0 0-1 0 0,0 0 1 0 0,8 0 0 0 0,1-1-6 0 0,-1 0 0 0 0,1-1 0 0 0,0 0 0 0 0,0-1-1 0 0,-1 0 1 0 0,1-1 0 0 0,-1 0 0 0 0,0-1 0 0 0,0-1 0 0 0,0 0 0 0 0,16-10 0 0 0,-4 1-4 0 0,0-2-1 0 0,-1 0 0 0 0,-1-1 1 0 0,23-24-1 0 0,-19 13-14 0 0,-1-1 1 0 0,-1 0-1 0 0,-2-2 0 0 0,-1-1 1 0 0,-1-1-1 0 0,30-68 0 0 0,-29 45-13 0 0,-1 0 0 0 0,-3-1 1 0 0,16-102-1 0 0,-28 132-7 0 0,-2 0 0 0 0,-1-1 0 0 0,-1 1 0 0 0,-1-1 1 0 0,-1 1-1 0 0,-9-46 0 0 0,9 67 15 0 0,-1 1 0 0 0,0-1 0 0 0,0 1-1 0 0,0 0 1 0 0,0 0 0 0 0,-1 0 0 0 0,0 0 0 0 0,0 0 0 0 0,0 0-1 0 0,0 1 1 0 0,-1-1 0 0 0,0 1 0 0 0,0 0 0 0 0,0 0 0 0 0,0 1 0 0 0,-7-5-1 0 0,8 7 4 0 0,-1-1-1 0 0,0 0 0 0 0,0 1 0 0 0,0 0 0 0 0,0 0 0 0 0,0 0 1 0 0,0 0-1 0 0,0 0 0 0 0,0 1 0 0 0,-1 0 0 0 0,1 0 0 0 0,0 0 1 0 0,0 1-1 0 0,0-1 0 0 0,0 1 0 0 0,0 0 0 0 0,0 0 0 0 0,0 0 1 0 0,0 1-1 0 0,0-1 0 0 0,0 1 0 0 0,-6 4 0 0 0,-1 1 7 0 0,0 1 0 0 0,0 1 0 0 0,0 0 0 0 0,1 1 0 0 0,1 0 0 0 0,0 0 0 0 0,0 1 0 0 0,1 0 0 0 0,0 0 0 0 0,1 1 0 0 0,-7 13 0 0 0,0 5 11 0 0,1 1 0 0 0,1 0 0 0 0,-11 49 0 0 0,16-45 54 0 0,0 1 1 0 0,3-1 0 0 0,1 1 0 0 0,1 0 0 0 0,2 0 0 0 0,2 0 0 0 0,1 0-1 0 0,2-1 1 0 0,13 49 0 0 0,-11-58-195 0 0,2-1 0 0 0,1 0 0 0 0,0 0-1 0 0,2-1 1 0 0,24 35 0 0 0,-23-41-487 0 0,0-1 0 0 0,2 0 1 0 0,0-1-1 0 0,0 0 0 0 0,2-2 0 0 0,0 0 0 0 0,25 16 1 0 0,-16-14-3031 0 0,36 14 0 0 0,-14-10-3434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4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3252 0 0,'3'-2'2855'0'0,"30"-20"9253"0"0,-25 3-10085 0 0,-10 12-4014 0 0,0 6 1260 0 0,-2-2-46 0 0,-32-2-13558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5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1668 0 0,'11'-8'7075'0'0,"24"-7"-3108"0"0,-32 15-3514 0 0,1 0-27 0 0,201 15 2133 0 0,-57-1-2009 0 0,609 7 414 0 0,4-31-681 0 0,-724 9-266 0 0,2912-46 613 0 0,609 78-476 0 0,-1850 33-132 0 0,-1 27-36 0 0,-1509-80 7 0 0,531 28 0 0 0,-2-22 4 0 0,-662-16 38 0 0,-24 1 27 0 0,59-7 0 0 0,-97 5-92 0 0,-6-4-1772 0 0,3 3 1652 0 0,-1 1 0 0 0,0 0 0 0 0,1-1 0 0 0,-1 1 0 0 0,1-1 0 0 0,-1 1 0 0 0,0 0 0 0 0,1-1 0 0 0,-1 1 0 0 0,0 0-1 0 0,1 0 1 0 0,-1-1 0 0 0,0 1 0 0 0,0 0 0 0 0,1 0 0 0 0,-1 0 0 0 0,-1 0 0 0 0,-25-3-4443 0 0,21 3 2800 0 0,-14-3-3780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5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23 836 0 0,'0'0'4713'0'0,"-8"-6"-3625"0"0,-5 2-1748 0 0,3-3-1221 0 0,-5 1 189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1636 0 0,'4'-11'11336'0'0,"3"-6"-5989"0"0,-6 15-5644 0 0,5 16-2768 0 0,-6 23-3954 0 0,0-23 1485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1916 0 0,'-9'14'5936'0'0,"-11"14"1229"0"0,15-22-4387 0 0,-4 9-674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8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454 406 2252 0 0,'-29'-2'14801'0'0,"67"-12"-15225"0"0,-14 6 1086 0 0,80-33-182 0 0,225-101 56 0 0,-312 133-532 0 0,0-1 0 0 0,0 0 0 0 0,-1-1 0 0 0,21-19-1 0 0,-29 23-40 0 0,-1-1-1 0 0,0 0 0 0 0,0 0 1 0 0,-1 0-1 0 0,1-1 0 0 0,-2 0 1 0 0,0 0-1 0 0,0-1 0 0 0,6-14 1 0 0,-11 23 33 0 0,1 1 0 0 0,-1-1 1 0 0,0 0-1 0 0,1 0 0 0 0,-1 1 1 0 0,0-1-1 0 0,0 0 0 0 0,1 0 0 0 0,-1 1 1 0 0,0-1-1 0 0,0 0 0 0 0,0 0 1 0 0,0 1-1 0 0,0-1 0 0 0,0 0 1 0 0,0 0-1 0 0,0 0 0 0 0,0 1 1 0 0,0-1-1 0 0,-1 0 0 0 0,1 0 1 0 0,0 1-1 0 0,-1-1 0 0 0,1 0 0 0 0,0 1 1 0 0,-1-1-1 0 0,1 0 0 0 0,-1 1 1 0 0,1-1-1 0 0,0 0 0 0 0,-1 1 1 0 0,0-1-1 0 0,1 1 0 0 0,-1-1 1 0 0,1 1-1 0 0,-1-1 0 0 0,0 1 1 0 0,1-1-1 0 0,-1 1 0 0 0,0 0 0 0 0,0-1 1 0 0,1 1-1 0 0,-1 0 0 0 0,0 0 1 0 0,0 0-1 0 0,1 0 0 0 0,-1-1 1 0 0,0 1-1 0 0,0 0 0 0 0,1 0 1 0 0,-1 0-1 0 0,0 0 0 0 0,0 1 1 0 0,-1-1-1 0 0,-3 1 0 0 0,0-1 1 0 0,1 1-1 0 0,-1 0 1 0 0,0 1-1 0 0,1-1 1 0 0,-9 5-1 0 0,-11 9 2 0 0,1 2-1 0 0,0 0 1 0 0,1 2 0 0 0,1 0-1 0 0,1 1 1 0 0,-31 42-1 0 0,-90 148 4 0 0,-68 163 78 0 0,20-31 77 0 0,178-324-142 0 0,-68 105 40 0 0,66-104-25 0 0,-2-1 1 0 0,0-1-1 0 0,-1 0 1 0 0,-22 18-1 0 0,37-33-26 0 0,-1-1 0 0 0,1 1 0 0 0,-1-1-1 0 0,0 1 1 0 0,0-1 0 0 0,1 0 0 0 0,-1 0-1 0 0,0 0 1 0 0,0 0 0 0 0,0 0 0 0 0,0-1 0 0 0,0 1-1 0 0,0 0 1 0 0,0-1 0 0 0,-1 1 0 0 0,1-1-1 0 0,0 0 1 0 0,0 0 0 0 0,0 0 0 0 0,0 0-1 0 0,-1 0 1 0 0,1 0 0 0 0,0-1 0 0 0,0 1 0 0 0,0-1-1 0 0,0 0 1 0 0,0 1 0 0 0,0-1 0 0 0,0 0-1 0 0,0 0 1 0 0,0 0 0 0 0,0 0 0 0 0,0-1-1 0 0,1 1 1 0 0,-1 0 0 0 0,0-1 0 0 0,1 1 0 0 0,-1-1-1 0 0,1 0 1 0 0,-2-2 0 0 0,-2-4-7 0 0,0 0 0 0 0,1 0 0 0 0,0-1 0 0 0,0 0 0 0 0,1 1 0 0 0,0-1 0 0 0,0-1 0 0 0,-1-9 0 0 0,1-1-8 0 0,1 1 1 0 0,1 0 0 0 0,1-1-1 0 0,1 0 1 0 0,0 1 0 0 0,1 0-1 0 0,1-1 1 0 0,7-21 0 0 0,-6 26 3 0 0,1 0 1 0 0,1 0-1 0 0,0 0 1 0 0,1 1-1 0 0,1 0 1 0 0,0 0-1 0 0,1 1 1 0 0,0 0-1 0 0,1 0 1 0 0,16-15-1 0 0,-22 24 5 0 0,-1 1 0 0 0,1 0 0 0 0,0 0 0 0 0,0 0 0 0 0,0 0 0 0 0,1 1 0 0 0,-1-1 0 0 0,1 1 0 0 0,-1 0 0 0 0,1 0 0 0 0,0 1 0 0 0,-1 0 0 0 0,1-1 0 0 0,0 2 0 0 0,0-1 0 0 0,0 0 0 0 0,0 1 0 0 0,6 0 0 0 0,0 2 2 0 0,0 0 0 0 0,0 1 0 0 0,-1 0 0 0 0,1 1-1 0 0,-1 0 1 0 0,1 1 0 0 0,-1 0 0 0 0,10 7 0 0 0,6 8 12 0 0,-1 2 1 0 0,-1 1 0 0 0,-1 1 0 0 0,32 43 0 0 0,-28-33 42 0 0,59 56 1 0 0,-75-81-50 0 0,0 1 0 0 0,1-2 0 0 0,0 0 0 0 0,0 0 0 0 0,1-1 1 0 0,0-1-1 0 0,1 0 0 0 0,-1-1 0 0 0,23 6 0 0 0,-21-7-84 0 0,-1-2 0 0 0,1 0-1 0 0,0 0 1 0 0,0-1 0 0 0,0-1 0 0 0,0-1 0 0 0,0 0-1 0 0,0-1 1 0 0,0 0 0 0 0,-1-2 0 0 0,1 1-1 0 0,-1-2 1 0 0,0 0 0 0 0,0 0 0 0 0,0-2 0 0 0,-1 0-1 0 0,0 0 1 0 0,0-1 0 0 0,-1 0 0 0 0,0-1 0 0 0,-1-1-1 0 0,1 0 1 0 0,-2-1 0 0 0,0 0 0 0 0,11-14-1 0 0,-5 1 9 0 0,0 0-1 0 0,-2 0 1 0 0,-1-2 0 0 0,-1 1-1 0 0,9-29 1 0 0,-6 5 312 0 0,17-96 0 0 0,-26 103 48 0 0,-21 51-248 0 0,12-6-38 0 0,0 1 0 0 0,0 0 0 0 0,1 1 0 0 0,-1-1 0 0 0,1 0 0 0 0,0 1 0 0 0,0-1 0 0 0,-1 7 0 0 0,-3 5 7 0 0,-4 8 9 0 0,1 0-1 0 0,1 0 1 0 0,1 1-1 0 0,1 0 0 0 0,1 0 1 0 0,2 1-1 0 0,0 0 1 0 0,2 36-1 0 0,1-55-5 0 0,0-1-1 0 0,1 0 0 0 0,0 0 1 0 0,1 0-1 0 0,-1 0 0 0 0,1 0 0 0 0,0 0 1 0 0,0 0-1 0 0,1-1 0 0 0,0 1 1 0 0,0-1-1 0 0,0 1 0 0 0,1-1 1 0 0,6 8-1 0 0,-4-8-50 0 0,0 0 0 0 0,-1-1 1 0 0,2 1-1 0 0,-1-1 0 0 0,0 0 0 0 0,1-1 0 0 0,0 1 0 0 0,-1-1 1 0 0,1-1-1 0 0,14 4 0 0 0,-4-3-168 0 0,0 0-1 0 0,0-1 1 0 0,0-1 0 0 0,0-1-1 0 0,1-1 1 0 0,-1 0 0 0 0,0-1 0 0 0,0-1-1 0 0,28-8 1 0 0,-26 5 40 0 0,0-1 0 0 0,0-1 0 0 0,-1-1 0 0 0,0-1 0 0 0,-1 0 0 0 0,0-1 0 0 0,21-18-1 0 0,-16 8 44 0 0,0 0-1 0 0,-2-1 0 0 0,0-1 0 0 0,22-33 1 0 0,-6-5 57 0 0,-2 0 0 0 0,-3-3 1 0 0,33-94-1 0 0,-27 44 618 0 0,-32 95-166 0 0,-1-1 0 0 0,0 1-1 0 0,0-38 1 0 0,-4 52-304 0 0,-1 1 0 0 0,1-1 0 0 0,-1 1 0 0 0,0 0 0 0 0,-1-1 0 0 0,-2-7 0 0 0,3 12-70 0 0,0 0 0 0 0,0-1 0 0 0,0 1 0 0 0,1 0 0 0 0,-1 0 0 0 0,0-1 0 0 0,0 1 0 0 0,0 0 0 0 0,0 0 0 0 0,0 0 0 0 0,0 0 0 0 0,0 0 0 0 0,0 0 0 0 0,1 1 0 0 0,-1-1 0 0 0,0 0 0 0 0,0 0 0 0 0,0 1 0 0 0,-1 0 0 0 0,-1 0 27 0 0,0 0 1 0 0,1 1 0 0 0,-1-1-1 0 0,0 1 1 0 0,0 0-1 0 0,1 0 1 0 0,-1 0 0 0 0,1 0-1 0 0,0 0 1 0 0,-1 0-1 0 0,-1 4 1 0 0,-21 31 328 0 0,23-34-338 0 0,-25 45 252 0 0,2 2-1 0 0,2 1 1 0 0,2 1-1 0 0,2 0 1 0 0,3 2 0 0 0,2 0-1 0 0,3 0 1 0 0,-8 99-1 0 0,17-124-192 0 0,2 0-1 0 0,4 39 0 0 0,-3-58-58 0 0,1 1 0 0 0,0 0-1 0 0,1-1 1 0 0,0 1 0 0 0,0-1-1 0 0,1 0 1 0 0,1 0-1 0 0,-1 0 1 0 0,11 13 0 0 0,-13-19-33 0 0,1-1 1 0 0,0 0 0 0 0,0 0-1 0 0,0 0 1 0 0,0 0 0 0 0,1-1 0 0 0,-1 1-1 0 0,1-1 1 0 0,0 0 0 0 0,-1 0-1 0 0,1 0 1 0 0,0 0 0 0 0,0-1-1 0 0,7 2 1 0 0,-5-2-154 0 0,1 0-1 0 0,0 0 1 0 0,0-1-1 0 0,-1 0 1 0 0,1 0-1 0 0,0-1 1 0 0,0 1-1 0 0,9-4 1 0 0,-1 0-587 0 0,0-1 1 0 0,-1-1-1 0 0,0 0 1 0 0,0 0-1 0 0,-1-2 1 0 0,0 0-1 0 0,19-14 0 0 0,0-5-3048 0 0,0-4-1732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9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51 1260 0 0,'-103'4'9754'0'0,"63"-3"-5879"0"0,33-1-2414 0 0,14 0-414 0 0,173-15-411 0 0,-56 4-1528 0 0,63-2-2395 0 0,-64 3-2762 0 0,-63 4 648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29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376 209 732 0 0,'17'-28'3515'0'0,"-10"18"-2506"0"0,0-1 0 0 0,-1 0 1 0 0,0-1-1 0 0,-1 1 0 0 0,0-1 0 0 0,3-13 0 0 0,-7 22-936 0 0,-1 0 0 0 0,1 1 1 0 0,-1-1-1 0 0,1 0 0 0 0,-1 0 0 0 0,0 0 0 0 0,0 0 1 0 0,-1 0-1 0 0,1 0 0 0 0,-1 1 0 0 0,1-1 0 0 0,-1 0 0 0 0,0 0 1 0 0,0 0-1 0 0,0 1 0 0 0,0-1 0 0 0,0 1 0 0 0,-1-1 1 0 0,1 1-1 0 0,-1-1 0 0 0,0 1 0 0 0,0 0 0 0 0,0 0 1 0 0,0-1-1 0 0,0 2 0 0 0,0-1 0 0 0,0 0 0 0 0,-1 0 1 0 0,1 1-1 0 0,-1-1 0 0 0,1 1 0 0 0,-1 0 0 0 0,1-1 0 0 0,-1 1 1 0 0,-3 0-1 0 0,-1-1-42 0 0,-1 1 1 0 0,1 0-1 0 0,-1 0 1 0 0,0 1-1 0 0,1-1 1 0 0,-1 2-1 0 0,0-1 0 0 0,1 1 1 0 0,-1 1-1 0 0,1-1 1 0 0,-15 6-1 0 0,6 0-5 0 0,1 0-1 0 0,-1 1 1 0 0,2 1-1 0 0,-1 1 1 0 0,1 0-1 0 0,0 1 0 0 0,1 0 1 0 0,1 1-1 0 0,0 0 1 0 0,-11 15-1 0 0,6-5 0 0 0,1 1 0 0 0,1 0 0 0 0,1 2 0 0 0,1-1 0 0 0,-14 39 0 0 0,23-52-10 0 0,1 0 1 0 0,0 0 0 0 0,1 1-1 0 0,0-1 1 0 0,0 1 0 0 0,1-1-1 0 0,1 1 1 0 0,0 0-1 0 0,1-1 1 0 0,0 1 0 0 0,0-1-1 0 0,5 15 1 0 0,-5-21 2 0 0,1 1-1 0 0,0-1 1 0 0,0 1-1 0 0,1-1 1 0 0,0 0-1 0 0,0 0 1 0 0,0 0-1 0 0,0 0 1 0 0,1-1 0 0 0,-1 0-1 0 0,1 1 1 0 0,1-1-1 0 0,-1 0 1 0 0,0-1-1 0 0,1 1 1 0 0,0-1-1 0 0,0 0 1 0 0,0 0 0 0 0,0-1-1 0 0,0 1 1 0 0,0-1-1 0 0,1 0 1 0 0,-1 0-1 0 0,1-1 1 0 0,0 0 0 0 0,7 1-1 0 0,-4-1-8 0 0,-1-1-1 0 0,1 1 1 0 0,-1-2-1 0 0,1 1 1 0 0,-1-1-1 0 0,0 0 1 0 0,1-1-1 0 0,-1 0 1 0 0,0 0-1 0 0,0-1 1 0 0,0 0-1 0 0,0-1 1 0 0,0 1-1 0 0,-1-2 1 0 0,0 1 0 0 0,0-1-1 0 0,8-6 1 0 0,-3 0 5 0 0,-1 0 0 0 0,0-1 0 0 0,-1 0 1 0 0,0-1-1 0 0,-1 0 0 0 0,0-1 1 0 0,-1 0-1 0 0,7-17 0 0 0,6-16 383 0 0,-3-1 0 0 0,-2 0 0 0 0,13-61 0 0 0,-27 97-231 0 0,-4 16-87 0 0,-7 29-60 0 0,2-8 1 0 0,0-1 1 0 0,2-1 1 0 0,0 1-1 0 0,1 0 0 0 0,0 37 1 0 0,4-54-76 0 0,0 0 0 0 0,1 0 0 0 0,0 0 1 0 0,0 0-1 0 0,0 0 0 0 0,1 0 0 0 0,0 0 0 0 0,1 0 0 0 0,-1 0 1 0 0,1-1-1 0 0,1 1 0 0 0,-1-1 0 0 0,1 0 0 0 0,5 7 1 0 0,-2-6-253 0 0,-1 0 1 0 0,1-1 0 0 0,0 0 0 0 0,1 0 0 0 0,-1-1-1 0 0,1 0 1 0 0,0 0 0 0 0,1-1 0 0 0,-1 0 0 0 0,15 4 0 0 0,-3-2-1317 0 0,-1-1 1 0 0,1-1 0 0 0,34 2-1 0 0,-14-3-3015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3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655 140 684 0 0,'7'-12'3220'0'0,"-5"4"-2464"0"0,0 1 0 0 0,0 0 0 0 0,-1-1 0 0 0,0 0 0 0 0,0 1 0 0 0,-1-1 0 0 0,-1-14 0 0 0,1 19-697 0 0,0 1 1 0 0,0 0-1 0 0,-1-1 1 0 0,0 1-1 0 0,1 0 1 0 0,-1-1-1 0 0,0 1 1 0 0,0 0-1 0 0,0 0 1 0 0,0 0-1 0 0,-1 0 1 0 0,1 0-1 0 0,0 0 1 0 0,-1 0-1 0 0,1 0 0 0 0,-1 1 1 0 0,0-1-1 0 0,0 0 1 0 0,0 1-1 0 0,0 0 1 0 0,0-1-1 0 0,0 1 1 0 0,0 0-1 0 0,0 0 1 0 0,0 0-1 0 0,0 0 1 0 0,-1 1-1 0 0,1-1 1 0 0,0 0-1 0 0,-1 1 0 0 0,1 0 1 0 0,-3-1-1 0 0,-16 1-5 0 0,0 0 0 0 0,1 2-1 0 0,-1 0 1 0 0,1 1-1 0 0,0 1 1 0 0,-1 1 0 0 0,2 1-1 0 0,-1 0 1 0 0,1 2-1 0 0,-24 12 1 0 0,9-2 22 0 0,1 2 0 0 0,1 1-1 0 0,1 1 1 0 0,-51 48 0 0 0,62-51-14 0 0,1 2 1 0 0,1 0-1 0 0,1 1 0 0 0,0 1 1 0 0,-15 30-1 0 0,26-43 40 0 0,1 0 1 0 0,0 0-1 0 0,1 0 0 0 0,0 1 0 0 0,1 0 1 0 0,0 0-1 0 0,1 0 0 0 0,0 0 0 0 0,1 0 1 0 0,0 1-1 0 0,0-1 0 0 0,1 0 1 0 0,1 0-1 0 0,0 1 0 0 0,4 17 0 0 0,-2-20-21 0 0,1-2-1 0 0,-1 1 1 0 0,1 0-1 0 0,1-1 1 0 0,-1 0-1 0 0,1 0 1 0 0,1 0-1 0 0,-1 0 1 0 0,1-1 0 0 0,0 0-1 0 0,0 0 1 0 0,1-1-1 0 0,0 0 1 0 0,0 0-1 0 0,0 0 1 0 0,1-1-1 0 0,-1 0 1 0 0,16 5-1 0 0,2 0 13 0 0,0-1-1 0 0,0-2 1 0 0,0 0-1 0 0,51 3 1 0 0,-40-6-496 0 0,1-2 0 0 0,70-8 0 0 0,-102 6-534 0 0,0-1-1 0 0,0 1 1 0 0,0-1 0 0 0,0 0-1 0 0,-1 0 1 0 0,1 0 0 0 0,-1-1 0 0 0,7-5-1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32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56 2532 0 0,'-2'-1'2060'0'0,"-9"-2"579"0"0,9 3-1956 0 0,-1-1 0 0 0,1 0 0 0 0,-1 0 0 0 0,1 1 0 0 0,0-1 0 0 0,-1-1 0 0 0,1 1 0 0 0,0 0 0 0 0,-3-3 700 0 0,18-3-309 0 0,-9 4-907 0 0,1 0 1 0 0,0 1-1 0 0,0 0 1 0 0,0 0 0 0 0,8-2-1 0 0,21-2 69 0 0,1 1-1 0 0,65 0 1 0 0,9 12-6479 0 0,-79-11-2657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3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422 196 1912 0 0,'19'-13'2458'0'0,"0"-1"-1"0"0,-1 0 1 0 0,-1-2-1 0 0,31-33 1 0 0,-47 48-2365 0 0,0-1 0 0 0,1 1 0 0 0,-1-1 0 0 0,0 1 0 0 0,0-1 1 0 0,0 0-1 0 0,0 0 0 0 0,0 1 0 0 0,0-1 0 0 0,-1 0 0 0 0,1 0 0 0 0,-1 0 0 0 0,1 0 0 0 0,-1 0 0 0 0,0 0 0 0 0,1 0 1 0 0,-1 1-1 0 0,0-1 0 0 0,0 0 0 0 0,-1 0 0 0 0,1 0 0 0 0,0 0 0 0 0,-1 0 0 0 0,1 0 0 0 0,-1 0 0 0 0,1 0 1 0 0,-1 0-1 0 0,0 1 0 0 0,0-1 0 0 0,0 0 0 0 0,0 1 0 0 0,0-1 0 0 0,0 0 0 0 0,0 1 0 0 0,-1-1 0 0 0,-1-1 0 0 0,-1 0-67 0 0,0 0-1 0 0,-1 1 1 0 0,1 0-1 0 0,0 0 1 0 0,-1 0-1 0 0,1 0 1 0 0,-1 0-1 0 0,0 1 1 0 0,1 0-1 0 0,-1 0 1 0 0,0 0-1 0 0,0 1 0 0 0,0 0 1 0 0,-8 0-1 0 0,-11 3-13 0 0,-1 0-1 0 0,1 2 0 0 0,1 1 0 0 0,-1 1 0 0 0,1 1 1 0 0,0 1-1 0 0,1 0 0 0 0,0 2 0 0 0,-26 17 0 0 0,29-16-10 0 0,2 1 0 0 0,-1 1 0 0 0,-17 18 0 0 0,27-24 1 0 0,0 1 1 0 0,1 0 0 0 0,1 0-1 0 0,-1 0 1 0 0,1 1-1 0 0,1 0 1 0 0,-8 21-1 0 0,11-25 2 0 0,0-1 0 0 0,0 0 0 0 0,1 1 0 0 0,0-1 0 0 0,0 1 0 0 0,1-1-1 0 0,-1 1 1 0 0,1-1 0 0 0,1 1 0 0 0,-1-1 0 0 0,1 1 0 0 0,-1-1 0 0 0,4 10 0 0 0,-2-9 13 0 0,1 0 1 0 0,0-1 0 0 0,0 1-1 0 0,1 0 1 0 0,-1-1 0 0 0,1 0-1 0 0,0 0 1 0 0,1 0 0 0 0,-1 0 0 0 0,1-1-1 0 0,7 6 1 0 0,18 10 32 0 0,0-2-1 0 0,1 0 1 0 0,1-2 0 0 0,0-2-1 0 0,37 11 1 0 0,45 21 12 0 0,-105-42-58 0 0,0 0-1 0 0,0 1 1 0 0,0 0 0 0 0,-1 1 0 0 0,1 0-1 0 0,-1 0 1 0 0,-1 1 0 0 0,1 0-1 0 0,-1 0 1 0 0,-1 0 0 0 0,1 1-1 0 0,-1 0 1 0 0,0 1 0 0 0,-1-1 0 0 0,0 1-1 0 0,0 0 1 0 0,-1 0 0 0 0,0 1-1 0 0,3 14 1 0 0,-6-14 42 0 0,0-1 0 0 0,0 1 0 0 0,-1 0 0 0 0,-1 0 0 0 0,0 0 0 0 0,0 0 1 0 0,-1 0-1 0 0,0 0 0 0 0,0-1 0 0 0,-5 11 0 0 0,5-14 40 0 0,0 0 0 0 0,-1-1 0 0 0,1 1 0 0 0,-1 0 0 0 0,-1-1 0 0 0,1 0 0 0 0,-1 0 0 0 0,0 0 0 0 0,0 0 0 0 0,0-1 0 0 0,-9 8 0 0 0,5-6-4 0 0,0-1 0 0 0,-1 0 0 0 0,0 0 0 0 0,0-1 1 0 0,-19 6-1 0 0,-1-3-9 0 0,-1-1 1 0 0,0-1-1 0 0,-41 1 1 0 0,40-4 9 0 0,-35 0 117 0 0,63-2-162 0 0,-1 0 7 0 0,-15 0-13 0 0,15 0-12 0 0,0 0 2 0 0,-10-2-3 0 0,11 2 1 0 0,-1 0-17 0 0,-10-2 11 0 0,11 2-9 0 0,-1 0 9 0 0,-11-2-5 0 0,11 2-4 0 0,0 0 2 0 0,-25-4 42 0 0,26 4-35 0 0,0-1-7 0 0,-52-13 1895 0 0,52 14-1206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34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97 1676 0 0,'0'0'1887'0'0,"10"-23"7705"0"0,-10 20-9394 0 0,0 1 1 0 0,-1 0-1 0 0,1 0 1 0 0,-1 0 0 0 0,0-1-1 0 0,1 1 1 0 0,-1 0 0 0 0,0 0-1 0 0,0 0 1 0 0,-1 0-1 0 0,1 0 1 0 0,0 0 0 0 0,-1 0-1 0 0,1 1 1 0 0,-1-1 0 0 0,1 0-1 0 0,-1 1 1 0 0,0-1-1 0 0,0 1 1 0 0,0 0 0 0 0,0 0-1 0 0,0-1 1 0 0,0 1 0 0 0,0 0-1 0 0,-3 0 1 0 0,-8-5 94 0 0,-1 2 1 0 0,0 0-1 0 0,-15-2 0 0 0,2-1-123 0 0,22 7-161 0 0,0 0-1 0 0,-1 0 1 0 0,1 0 0 0 0,0 1-1 0 0,-1 0 1 0 0,1 0 0 0 0,0 0 0 0 0,0 0-1 0 0,-1 1 1 0 0,-5 3 0 0 0,-17 10-1 0 0,0 2 1 0 0,1 1 0 0 0,2 1-1 0 0,-1 1 1 0 0,-26 29-1 0 0,22-17 5 0 0,1 1-1 0 0,1 1 0 0 0,-31 52 0 0 0,48-67-4 0 0,1-1-1 0 0,1 2 1 0 0,0-1-1 0 0,-7 30 1 0 0,13-40 26 0 0,1 0 1 0 0,0 0-1 0 0,1 0 1 0 0,0 0-1 0 0,0 0 1 0 0,1 1-1 0 0,0-1 1 0 0,1 0-1 0 0,0 0 1 0 0,0 1-1 0 0,1-1 1 0 0,4 14 0 0 0,-2-16 22 0 0,0 1 0 0 0,0-1-1 0 0,1-1 1 0 0,0 1 0 0 0,0-1 0 0 0,0 0 0 0 0,1 0 0 0 0,0 0 0 0 0,0-1 0 0 0,0 1 0 0 0,1-2 0 0 0,0 1 0 0 0,0-1 0 0 0,0 0 0 0 0,15 6 0 0 0,1-1 60 0 0,1-1 0 0 0,0-2 0 0 0,48 8 0 0 0,-17-7 762 0 0,89-3-1 0 0,-106-2-526 0 0,-34-2-306 0 0,-1 0-75 0 0,7 0 75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34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42 1040 0 0,'15'-34'16784'0'0,"-15"26"-14497"0"0,-3 59-1984 0 0,-12 67 1 0 0,6-52 15 0 0,-10 83 253 0 0,-38 250 221 0 0,22-164-577 0 0,32-195-1380 0 0,18-85-12717 0 0,-13 26 8712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3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43 252 1976 0 0,'0'-21'2928'0'0,"0"1"0"0"0,2-1 0 0 0,6-34 0 0 0,-6 49-2708 0 0,-1 0 0 0 0,1 1 0 0 0,0-1 0 0 0,1 0 1 0 0,-1 1-1 0 0,1 0 0 0 0,0-1 0 0 0,0 1 0 0 0,1 0 0 0 0,0 1 1 0 0,0-1-1 0 0,0 1 0 0 0,0 0 0 0 0,1-1 0 0 0,-1 2 1 0 0,1-1-1 0 0,6-3 0 0 0,6-1-165 0 0,-1 1-1 0 0,1 1 1 0 0,0 1-1 0 0,0 0 1 0 0,0 1 0 0 0,1 1-1 0 0,0 0 1 0 0,-1 2-1 0 0,1 0 1 0 0,0 1 0 0 0,0 0-1 0 0,0 2 1 0 0,-1 0 0 0 0,1 1-1 0 0,-1 1 1 0 0,1 0-1 0 0,-1 2 1 0 0,0 0 0 0 0,-1 0-1 0 0,0 2 1 0 0,16 9-1 0 0,-26-13-47 0 0,-1 0-1 0 0,1 0 0 0 0,-1 0 1 0 0,0 1-1 0 0,0-1 0 0 0,-1 1 1 0 0,1 1-1 0 0,-1-1 0 0 0,0 1 1 0 0,5 10-1 0 0,-7-12 6 0 0,-1-1-1 0 0,1 1 1 0 0,-1-1-1 0 0,0 1 1 0 0,-1 0-1 0 0,1 0 1 0 0,-1-1 0 0 0,1 1-1 0 0,-1 0 1 0 0,0 0-1 0 0,0 0 1 0 0,-1 0-1 0 0,1-1 1 0 0,-1 1 0 0 0,0 0-1 0 0,0-1 1 0 0,0 1-1 0 0,-1 0 1 0 0,1-1 0 0 0,-3 5-1 0 0,-8 10 20 0 0,0 0 1 0 0,-1-1-1 0 0,0-1 1 0 0,-2 0-1 0 0,0-1 0 0 0,-1 0 1 0 0,-18 13-1 0 0,-15 7 16 0 0,-66 36 0 0 0,61-43 41 0 0,-59 21 0 0 0,52-24 203 0 0,58-24-256 0 0,0 0-8 0 0,1 0-22 0 0,-1 0 6 0 0,0 0 0 0 0,-1 0 1 0 0,1 0-1 0 0,0 0 1 0 0,0 1-1 0 0,0 0 0 0 0,0-1 1 0 0,-4 5-1 0 0,6-5-3 0 0,1 0-1 0 0,-1 0 1 0 0,0 0-1 0 0,1 0 1 0 0,-1 0 0 0 0,1 0-1 0 0,0 0 1 0 0,-1 1-1 0 0,1-1 1 0 0,0 0 0 0 0,0 0-1 0 0,0 0 1 0 0,0 1 0 0 0,0-1-1 0 0,0 0 1 0 0,0 0-1 0 0,0 0 1 0 0,0 1 0 0 0,1-1-1 0 0,-1 0 1 0 0,0 0-1 0 0,1 0 1 0 0,-1 0 0 0 0,1 1-1 0 0,-1-1 1 0 0,1 0-1 0 0,0 0 1 0 0,0 1 0 0 0,15 23 146 0 0,1 0 0 0 0,0-1 0 0 0,27 27 0 0 0,48 48 126 0 0,5-4 1 0 0,3-4 0 0 0,165 116-1 0 0,-96-98 858 0 0,-163-105-781 0 0,1 0 0 0 0,-1 0 0 0 0,1-1 0 0 0,13 5 0 0 0,-18-7-309 0 0,1-1 0 0 0,-1 1-1 0 0,1-1 1 0 0,-1 1-1 0 0,1-1 1 0 0,-1 0-1 0 0,1 0 1 0 0,-1 0-1 0 0,1-1 1 0 0,-1 1-1 0 0,0 0 1 0 0,1-1-1 0 0,-1 0 1 0 0,1 1-1 0 0,-1-1 1 0 0,0 0-1 0 0,1 0 1 0 0,-1 0 0 0 0,3-2-1 0 0,-2 2-36 0 0,1-1-3 0 0,7-15 38 0 0,-7 11-442 0 0,-1-1 0 0 0,-1 1-1 0 0,1 0 1 0 0,-1-1 0 0 0,0 1-1 0 0,-1-1 1 0 0,0 0 0 0 0,0 0 0 0 0,0 1-1 0 0,-1-1 1 0 0,0-7 0 0 0,0 4-1800 0 0,-1 1 0 0 0,-1-1 0 0 0,0 1 0 0 0,-3-10 0 0 0,-1 1-5709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36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2072 0 0,'-1'-13'1334'0'0,"2"1"0"0"0,-1-1 0 0 0,2 1 0 0 0,-1 0 0 0 0,2 0 1 0 0,0 0-1 0 0,0 0 0 0 0,1 0 0 0 0,8-17 0 0 0,-12 28-1268 0 0,1 0 1 0 0,0-1 0 0 0,-1 1-1 0 0,1 0 1 0 0,0-1-1 0 0,0 1 1 0 0,0 0 0 0 0,0 0-1 0 0,0 0 1 0 0,0 0 0 0 0,0 0-1 0 0,0 0 1 0 0,0 0-1 0 0,1 0 1 0 0,-1 1 0 0 0,0-1-1 0 0,1 0 1 0 0,-1 1-1 0 0,1-1 1 0 0,-1 1 0 0 0,0-1-1 0 0,1 1 1 0 0,2-1 0 0 0,-2 2-30 0 0,0-1 1 0 0,0 1 0 0 0,0-1 0 0 0,0 1 0 0 0,0 0 0 0 0,0-1 0 0 0,-1 1 0 0 0,1 0 0 0 0,0 0 0 0 0,-1 1-1 0 0,1-1 1 0 0,0 0 0 0 0,-1 0 0 0 0,0 1 0 0 0,3 2 0 0 0,2 3 39 0 0,-1 1 0 0 0,1 0 0 0 0,-1 0 0 0 0,-1 0 0 0 0,8 18 0 0 0,-3 4 39 0 0,-1 0-1 0 0,-2 1 1 0 0,-1 0-1 0 0,-1 0 0 0 0,-1 0 1 0 0,-2 0-1 0 0,-2 0 1 0 0,0 0-1 0 0,-7 35 0 0 0,-8-2 560 0 0,16-64-652 0 0,-1 1 0 0 0,1 0 0 0 0,0-1-1 0 0,0 1 1 0 0,0 0 0 0 0,-1-1 0 0 0,1 1 0 0 0,0 0-1 0 0,-1-1 1 0 0,1 1 0 0 0,-1-1 0 0 0,1 1 0 0 0,0-1-1 0 0,-1 1 1 0 0,1-1 0 0 0,-1 1 0 0 0,0 0 0 0 0,-7-4 79 0 0,6 2-96 0 0,1-1 0 0 0,0 0 0 0 0,0 1 0 0 0,-1-1 0 0 0,2 0 0 0 0,-1 0 0 0 0,0 0 0 0 0,0 1 0 0 0,0-1 0 0 0,0-3 1 0 0,-1-19 2 0 0,0-1 0 0 0,2 1 0 0 0,0 0 0 0 0,2 0 1 0 0,1 0-1 0 0,1 0 0 0 0,0 0 0 0 0,2 1 1 0 0,1 0-1 0 0,1 0 0 0 0,1 1 0 0 0,18-34 1 0 0,-17 39 3 0 0,1 0 1 0 0,0 1 0 0 0,1 0 0 0 0,1 1 0 0 0,0 0 0 0 0,1 1 0 0 0,1 0 0 0 0,0 2-1 0 0,1 0 1 0 0,0 0 0 0 0,1 2 0 0 0,0 0 0 0 0,1 0 0 0 0,30-10 0 0 0,-19 12-16 0 0,-21 9-1 0 0,-2 0 2 0 0,-2-2 0 0 0,1 2 0 0 0,0-1 0 0 0,-1 0 0 0 0,1 1 0 0 0,0 0 0 0 0,-1 0 0 0 0,1 0 1 0 0,-1 1-1 0 0,1 0 0 0 0,-1-1 0 0 0,0 1 0 0 0,0 1 0 0 0,0-1 0 0 0,0 1 0 0 0,0-1 1 0 0,0 1-1 0 0,-1 0 0 0 0,1 1 0 0 0,-1-1 0 0 0,4 5 0 0 0,-1 0 1 0 0,-1 0 0 0 0,1 0 0 0 0,-1 0 0 0 0,-1 1 0 0 0,0 0 0 0 0,0 0 0 0 0,-1 0 0 0 0,4 13 0 0 0,-2 8 18 0 0,-2 0 0 0 0,0 1 0 0 0,-2 0 0 0 0,-2-1-1 0 0,-4 41 1 0 0,1-25 13 0 0,3-36 0 0 0,1-1 0 0 0,0 1 0 0 0,0-1-1 0 0,1 1 1 0 0,3 13 0 0 0,-3-19-21 0 0,0-1 1 0 0,0 0-1 0 0,0 0 0 0 0,0-1 1 0 0,1 1-1 0 0,-1 0 0 0 0,1 0 0 0 0,0-1 1 0 0,0 1-1 0 0,0-1 0 0 0,0 1 1 0 0,1-1-1 0 0,-1 0 0 0 0,0 0 1 0 0,1 0-1 0 0,0 0 0 0 0,-1 0 0 0 0,1-1 1 0 0,0 1-1 0 0,3 0 0 0 0,2 2-262 0 0,0-2 0 0 0,0 1-1 0 0,1-1 1 0 0,-1-1 0 0 0,1 1-1 0 0,-1-1 1 0 0,1-1 0 0 0,0 0-1 0 0,-1 0 1 0 0,1-1 0 0 0,8-1-1 0 0,-5 0-1593 0 0,0-1-1 0 0,0-1 0 0 0,-1 0 1 0 0,15-7-1 0 0,-4 1-4819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0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81 232 1588 0 0,'0'0'1652'0'0,"4"1"-207"0"0,9-1 157 0 0,-1-1 1 0 0,1 1-1 0 0,-1-2 0 0 0,1 0 0 0 0,-1-1 1 0 0,14-4-1 0 0,-24 7-919 0 0,15-6 1509 0 0,-17 6-2173 0 0,0 0 1 0 0,1 0-1 0 0,-1 0 1 0 0,1 0-1 0 0,-1-1 0 0 0,0 1 1 0 0,1 0-1 0 0,-1 0 1 0 0,1-1-1 0 0,-1 1 1 0 0,0 0-1 0 0,1 0 1 0 0,-1-1-1 0 0,0 1 1 0 0,0 0-1 0 0,1-1 1 0 0,-1 1-1 0 0,0-1 0 0 0,0 1 1 0 0,1 0-1 0 0,-1-1 1 0 0,0 1-1 0 0,0-1 1 0 0,0 1-1 0 0,0-1 1 0 0,0 1-1 0 0,0 0 1 0 0,0-1-1 0 0,0 1 1 0 0,0-1-1 0 0,0 0 0 0 0,0 0 2 0 0,-1 0-1 0 0,0 0 1 0 0,1 0-1 0 0,-1 0 0 0 0,0 0 1 0 0,0 0-1 0 0,0 0 0 0 0,0 0 1 0 0,0 1-1 0 0,0-1 1 0 0,0 0-1 0 0,0 1 0 0 0,0-1 1 0 0,0 0-1 0 0,-2 0 0 0 0,-137-64 10 0 0,137 64-102 0 0,4 1 68 0 0,-1 0 0 0 0,0 0 0 0 0,0 0-1 0 0,0 0 1 0 0,0 0 0 0 0,0-1-1 0 0,0 1 1 0 0,0 0 0 0 0,0 0 0 0 0,0 0-1 0 0,0 0 1 0 0,0 0 0 0 0,0 0-1 0 0,0-1 1 0 0,0 1 0 0 0,0 0 0 0 0,0 0-1 0 0,0 0 1 0 0,0 0 0 0 0,0 0-1 0 0,0 0 1 0 0,0-1 0 0 0,0 1 0 0 0,0 0-1 0 0,0 0 1 0 0,0 0 0 0 0,0 0-1 0 0,0 0 1 0 0,0 0 0 0 0,0-1 0 0 0,0 1-1 0 0,0 0 1 0 0,0 0 0 0 0,-1 0-1 0 0,1 0 1 0 0,0 0 0 0 0,0 0-1 0 0,0 0 1 0 0,0 0 0 0 0,0 0 0 0 0,0-1-1 0 0,0 1 1 0 0,0 0 0 0 0,-1 0-1 0 0,1 0 1 0 0,0 0 0 0 0,0 0 0 0 0,0 0-1 0 0,0 0 1 0 0,0 0 0 0 0,0 0-1 0 0,-1 0 1 0 0,1 0 0 0 0,0 0 0 0 0,0 0-1 0 0,0 0 1 0 0,0 0 0 0 0,20-6-105 0 0,497-46-2014 0 0,-495 49 2024 0 0,-1-1 1 0 0,1 0-1 0 0,21-9 0 0 0,-41 13 92 0 0,0-1 1 0 0,0 0-1 0 0,0 0 1 0 0,-1 0-1 0 0,1 0 1 0 0,0-1-1 0 0,-1 1 0 0 0,1 0 1 0 0,-1-1-1 0 0,1 1 1 0 0,-1-1-1 0 0,0 0 1 0 0,1 1-1 0 0,-1-1 1 0 0,0 0-1 0 0,0 0 0 0 0,1-3 1 0 0,-1 3-1 0 0,-15-1-33 0 0,10 5 49 0 0,1 1-1 0 0,0 0 1 0 0,0 0 0 0 0,0 0-1 0 0,1 1 1 0 0,-1-1-1 0 0,1 1 1 0 0,0-1 0 0 0,0 1-1 0 0,0 0 1 0 0,0 0-1 0 0,1 0 1 0 0,-2 5 0 0 0,-14 61 315 0 0,16-61-277 0 0,-56 465 1261 0 0,32-205-988 0 0,22-248-242 0 0,0 1 0 0 0,-1-1 0 0 0,-1 0-1 0 0,-2 0 1 0 0,0 0 0 0 0,-1-1 0 0 0,-15 28-1 0 0,19-41-42 0 0,0 0-1 0 0,0-1 1 0 0,-1 0 0 0 0,0 0-1 0 0,0 0 1 0 0,0 0-1 0 0,-1-1 1 0 0,0 0-1 0 0,0 0 1 0 0,0-1 0 0 0,-1 1-1 0 0,1-1 1 0 0,-1-1-1 0 0,0 1 1 0 0,0-1-1 0 0,0 0 1 0 0,-1-1 0 0 0,1 0-1 0 0,-1 0 1 0 0,1-1-1 0 0,-1 1 1 0 0,0-2-1 0 0,0 1 1 0 0,-8-1 0 0 0,-14-4 0 0 0,0-1 0 0 0,0-1 0 0 0,0-1 0 0 0,1-2 0 0 0,-52-23 0 0 0,-29-19-833 0 0,110 51 728 0 0,-1-1-1 0 0,1 1 0 0 0,-1 0 1 0 0,1 0-1 0 0,0 0 1 0 0,-1-1-1 0 0,1 1 1 0 0,-1 0-1 0 0,1 0 0 0 0,-1-1 1 0 0,1 1-1 0 0,0-1 1 0 0,-1 1-1 0 0,1 0 0 0 0,0-1 1 0 0,-1 1-1 0 0,1-1 1 0 0,0 1-1 0 0,0 0 1 0 0,-1-1-1 0 0,1 1 0 0 0,0-1 1 0 0,0 1-1 0 0,0-1 1 0 0,0 1-1 0 0,-1-1 1 0 0,1 1-1 0 0,0-1 0 0 0,0 1 1 0 0,0-1-1 0 0,0 1 1 0 0,0-1-1 0 0,0 1 0 0 0,0-1 1 0 0,1 1-1 0 0,-1-1 1 0 0,0 1-1 0 0,0-1 1 0 0,0 1-1 0 0,0-1 0 0 0,1 1 1 0 0,-1-1-1 0 0,0 1 1 0 0,0-1-1 0 0,1 1 1 0 0,-1 0-1 0 0,0-1 0 0 0,1 1 1 0 0,-1-1-1 0 0,1 1 1 0 0,-1 0-1 0 0,0 0 1 0 0,1-1-1 0 0,-1 1 0 0 0,1 0 1 0 0,-1-1-1 0 0,2 1 1 0 0,32-19-3140 0 0,-25 15 2016 0 0,12-10-2411 0 0,4-1-1550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0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2292 0 0,'19'-32'4628'0'0,"-3"-1"-1"0"0,15-40 1 0 0,-16 36-1869 0 0,-14 34-2095 0 0,-1 7-310 0 0,-53 621 2807 0 0,37-424-2897 0 0,10-149-169 0 0,-1 24 225 0 0,7-73-196 0 0,4-12-94 0 0,13-52-9 0 0,14-42-82 0 0,-25 87 16 0 0,1 1 0 0 0,0 1 0 0 0,1 0 0 0 0,17-24 0 0 0,-22 35 35 0 0,-1 0 0 0 0,1 0 0 0 0,-1 0 0 0 0,1 1 0 0 0,0-1-1 0 0,0 1 1 0 0,0-1 0 0 0,0 1 0 0 0,1 0 0 0 0,-1 1 0 0 0,0-1 0 0 0,1 0 0 0 0,0 1 0 0 0,-1 0 0 0 0,1 0 0 0 0,0 0 0 0 0,-1 0 0 0 0,1 1 0 0 0,0-1 0 0 0,0 1 0 0 0,0 0 0 0 0,0 0 0 0 0,-1 1-1 0 0,1-1 1 0 0,0 1 0 0 0,0 0 0 0 0,-1 0 0 0 0,1 0 0 0 0,0 0 0 0 0,-1 0 0 0 0,1 1 0 0 0,-1 0 0 0 0,0 0 0 0 0,1 0 0 0 0,2 2 0 0 0,2 3 6 0 0,-1-1 1 0 0,0 1 0 0 0,0 0-1 0 0,-1 1 1 0 0,0-1 0 0 0,0 1-1 0 0,-1 0 1 0 0,0 1-1 0 0,5 11 1 0 0,3 10 3 0 0,12 47-1 0 0,-6-15-11 0 0,-17-58 12 0 0,-1 1-1 0 0,1-1 1 0 0,0 0 0 0 0,1 0-1 0 0,-1 0 1 0 0,1 0-1 0 0,-1 0 1 0 0,1 0 0 0 0,0-1-1 0 0,1 1 1 0 0,-1-1-1 0 0,1 0 1 0 0,-1 0 0 0 0,1 0-1 0 0,0-1 1 0 0,0 1 0 0 0,6 2-1 0 0,-4-3-21 0 0,1 0-1 0 0,0 0 1 0 0,0 0 0 0 0,0-1-1 0 0,0 0 1 0 0,0-1 0 0 0,0 1-1 0 0,0-1 1 0 0,0-1-1 0 0,0 1 1 0 0,8-3 0 0 0,9-2-66 0 0,1-1 0 0 0,-1-1 0 0 0,0-2 0 0 0,0 0 0 0 0,-1-2 0 0 0,0 0 0 0 0,-1-2 0 0 0,0 0 0 0 0,21-18 0 0 0,-21 14 47 0 0,-1-1 0 0 0,-1-2 0 0 0,-1 1 1 0 0,0-2-1 0 0,-2-1 0 0 0,0 0 0 0 0,-2-1 0 0 0,16-30 0 0 0,-23 36 18 0 0,-1 0 0 0 0,0 0 0 0 0,4-22 0 0 0,-11 39 23 0 0,0-1-1 0 0,0 1 1 0 0,1-1-1 0 0,-1 1 1 0 0,0-1-1 0 0,0 1 1 0 0,0-1-1 0 0,-1 1 1 0 0,1-1-1 0 0,0 1 1 0 0,0-1-1 0 0,0 1 1 0 0,0 0-1 0 0,0-1 1 0 0,0 1-1 0 0,-1-1 1 0 0,1 1-1 0 0,0-1 1 0 0,0 1-1 0 0,-1 0 1 0 0,1-1-1 0 0,0 1 1 0 0,-1-1-1 0 0,1 1 1 0 0,0 0-1 0 0,-1-1 1 0 0,1 1-1 0 0,-1 0 1 0 0,1 0-1 0 0,0-1 1 0 0,-1 1-1 0 0,1 0 0 0 0,-1 0 1 0 0,1 0-1 0 0,-1-1 1 0 0,1 1-1 0 0,-1 0 1 0 0,1 0-1 0 0,-1 0 1 0 0,1 0-1 0 0,-1 0 1 0 0,1 0-1 0 0,-1 0 1 0 0,1 0-1 0 0,-1 0 1 0 0,1 0-1 0 0,-1 0 1 0 0,1 1-1 0 0,-1-1 1 0 0,1 0-1 0 0,0 0 1 0 0,-1 0-1 0 0,1 1 1 0 0,-1-1-1 0 0,1 0 1 0 0,-1 0-1 0 0,1 1 1 0 0,0-1-1 0 0,-1 0 1 0 0,1 1-1 0 0,0-1 1 0 0,-1 1-1 0 0,1 0 1 0 0,-9 9 7 0 0,0 2 1 0 0,2-1-1 0 0,-1 1 1 0 0,2 0-1 0 0,-1 1 1 0 0,-5 16-1 0 0,9-19-1 0 0,0-1 0 0 0,0 1 1 0 0,1 0-1 0 0,0-1 0 0 0,1 1 0 0 0,0 0 1 0 0,0 0-1 0 0,1 1 0 0 0,3 18 0 0 0,-2-24-7 0 0,0-1 0 0 0,1 0 0 0 0,0 1 0 0 0,-1-1 0 0 0,2 0-1 0 0,-1 0 1 0 0,0 0 0 0 0,1 0 0 0 0,0 0 0 0 0,0-1 0 0 0,0 1-1 0 0,0-1 1 0 0,0 0 0 0 0,1 0 0 0 0,-1 0 0 0 0,1 0 0 0 0,0 0 0 0 0,0-1-1 0 0,0 0 1 0 0,0 0 0 0 0,0 0 0 0 0,9 2 0 0 0,6 2-463 0 0,1-1-1 0 0,0-1 1 0 0,37 3 0 0 0,-7-5-2439 0 0,1-2 1 0 0,0-1 0 0 0,81-15-1 0 0,-59 4-2939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3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1 101 296 0 0,'2'-3'2168'0'0,"32"-41"4533"0"0,-29 38-6281 0 0,1 0 1 0 0,-1 1 0 0 0,1-1-1 0 0,1 1 1 0 0,-1 0 0 0 0,1 1-1 0 0,0-1 1 0 0,11-4 0 0 0,-13 8-334 0 0,-1 0 1 0 0,1 1 0 0 0,-1-1 0 0 0,1 1 0 0 0,0 0-1 0 0,0 0 1 0 0,-1 1 0 0 0,1 0 0 0 0,-1-1 0 0 0,1 2-1 0 0,0-1 1 0 0,-1 0 0 0 0,0 1 0 0 0,1 0 0 0 0,-1 0-1 0 0,0 0 1 0 0,0 0 0 0 0,0 1 0 0 0,5 4 0 0 0,2 3 25 0 0,1 0 0 0 0,-1 1 0 0 0,-1 1 0 0 0,0 0 0 0 0,-1 0 0 0 0,0 1 0 0 0,-1 0 1 0 0,0 1-1 0 0,-1 0 0 0 0,-1 0 0 0 0,0 0 0 0 0,5 20 0 0 0,-3-5-32 0 0,-2 0-1 0 0,-1 0 1 0 0,-1 1 0 0 0,-1-1-1 0 0,-3 44 1 0 0,-1-50-23 0 0,-2 0 1 0 0,-1 0-1 0 0,-1-1 1 0 0,0 1-1 0 0,-2-1 1 0 0,-1 0-1 0 0,-1-1 1 0 0,0 0-1 0 0,-16 25 1 0 0,25-46-57 0 0,0 1 1 0 0,0-1 0 0 0,0 0-1 0 0,-1 1 1 0 0,1-1 0 0 0,0 1-1 0 0,0-1 1 0 0,0 0 0 0 0,-1 1-1 0 0,1-1 1 0 0,0 0 0 0 0,0 0-1 0 0,-1 1 1 0 0,1-1-1 0 0,0 0 1 0 0,-1 0 0 0 0,1 1-1 0 0,0-1 1 0 0,-1 0 0 0 0,1 0-1 0 0,-1 0 1 0 0,1 0 0 0 0,0 1-1 0 0,-1-1 1 0 0,1 0 0 0 0,-1 0-1 0 0,1 0 1 0 0,0 0 0 0 0,-1 0-1 0 0,1 0 1 0 0,-1 0 0 0 0,1 0-1 0 0,0 0 1 0 0,-1 0 0 0 0,1 0-1 0 0,0-1 1 0 0,-1 1 0 0 0,1 0-1 0 0,-1 0 1 0 0,1 0 0 0 0,0 0-1 0 0,-1-1 1 0 0,1 1 0 0 0,0 0-1 0 0,-1 0 1 0 0,1-1 0 0 0,0 1-1 0 0,-1 0 1 0 0,1 0 0 0 0,0-1-1 0 0,-1 0 1 0 0,-8-19 25 0 0,6-2-25 0 0,2 0 0 0 0,0-1 1 0 0,2 0-1 0 0,0 1 0 0 0,1-1 1 0 0,8-30-1 0 0,-3 24-1 0 0,2 1 0 0 0,0 0 0 0 0,2 0 0 0 0,20-37 0 0 0,-20 47-9 0 0,0 0 0 0 0,1 1 0 0 0,0 0 0 0 0,2 1 0 0 0,0 0 0 0 0,1 2 0 0 0,0-1 0 0 0,1 2 0 0 0,0 0 0 0 0,32-19 0 0 0,-42 30 5 0 0,-1-1 0 0 0,1 1 1 0 0,-1-1-1 0 0,1 2 0 0 0,0-1 1 0 0,-1 1-1 0 0,1-1 0 0 0,0 1 1 0 0,0 1-1 0 0,0 0 0 0 0,0-1 1 0 0,0 2-1 0 0,0-1 0 0 0,0 1 1 0 0,0 0-1 0 0,0 0 0 0 0,0 0 1 0 0,-1 1-1 0 0,1 0 0 0 0,0 0 1 0 0,-1 1-1 0 0,1-1 0 0 0,-1 1 1 0 0,9 7-1 0 0,-7-4 10 0 0,0 0 0 0 0,0 0 0 0 0,0 1 0 0 0,-1 0 0 0 0,-1 0 0 0 0,1 1 0 0 0,-1 0-1 0 0,0 0 1 0 0,-1 0 0 0 0,0 0 0 0 0,0 1 0 0 0,-1 0 0 0 0,0-1 0 0 0,0 1 0 0 0,1 12 0 0 0,0 11 55 0 0,-2 1 0 0 0,-2 0 0 0 0,-1-1 0 0 0,-6 45 0 0 0,-3 50-1072 0 0,11-122 574 0 0,0 0 0 0 0,-1 1 0 0 0,2-1 0 0 0,-1 0 0 0 0,1 0 0 0 0,-1 0 1 0 0,5 7-1 0 0,-1-1-1563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118 128 1532 0 0,'17'-22'10503'0'0,"-12"18"-9453"0"0,3 9-789 0 0,0 0 0 0 0,0 0-1 0 0,7 7 1 0 0,6 4 13 0 0,-16-13-230 0 0,0 0-1 0 0,1-1 1 0 0,0 0-1 0 0,-1 0 1 0 0,1-1-1 0 0,0 0 1 0 0,0 0-1 0 0,0 0 1 0 0,0-1 0 0 0,0 1-1 0 0,10-2 1 0 0,-14 0-37 0 0,0 1 0 0 0,0-1 0 0 0,0 0 0 0 0,1 0 1 0 0,-1 0-1 0 0,0 0 0 0 0,0 0 0 0 0,-1-1 0 0 0,1 1 0 0 0,0 0 1 0 0,0-1-1 0 0,-1 0 0 0 0,1 1 0 0 0,0-1 0 0 0,-1 0 1 0 0,0 0-1 0 0,1 0 0 0 0,-1 0 0 0 0,0 0 0 0 0,2-4 0 0 0,-2 3-2 0 0,0 2-3 0 0,-1 1-1 0 0,1-1 0 0 0,-1 0 0 0 0,0 0 0 0 0,1 0 1 0 0,-1 0-1 0 0,0 0 0 0 0,1-1 0 0 0,-1 1 1 0 0,0 0-1 0 0,0 0 0 0 0,0 0 0 0 0,0 0 0 0 0,0-1 1 0 0,0-20 15 0 0,-1 11-9 0 0,-3 0 2 0 0,3 8-12 0 0,0-1-1 0 0,0 1 1 0 0,-1-1-1 0 0,1 1 1 0 0,-1-1-1 0 0,1 1 1 0 0,-1 0-1 0 0,0 0 1 0 0,0 0-1 0 0,-1 0 1 0 0,1 0-1 0 0,-1 0 1 0 0,1 0-1 0 0,-1 1 1 0 0,0 0-1 0 0,0-1 1 0 0,0 1-1 0 0,0 0 1 0 0,0 0 0 0 0,-7-2-1 0 0,3 2 1 0 0,-33 4-5 0 0,24 4-5 0 0,7-1 10 0 0,-2 1 13 0 0,0 1 0 0 0,0 0 0 0 0,0 1 0 0 0,1 0 1 0 0,0 0-1 0 0,1 1 0 0 0,0 1 0 0 0,0-1 0 0 0,1 2 0 0 0,1-1 1 0 0,-11 17-1 0 0,7-6 13 0 0,0 1 0 0 0,1 0 1 0 0,1 0-1 0 0,1 1 0 0 0,-6 30 1 0 0,13-47-18 0 0,-1 1 1 0 0,1-1-1 0 0,1 1 0 0 0,-1-1 1 0 0,1 1-1 0 0,0 0 1 0 0,1-1-1 0 0,-1 1 1 0 0,1-1-1 0 0,1 1 1 0 0,-1-1-1 0 0,1 1 0 0 0,0-1 1 0 0,1 0-1 0 0,-1 0 1 0 0,1 0-1 0 0,1 0 1 0 0,-1-1-1 0 0,1 1 0 0 0,0-1 1 0 0,0 0-1 0 0,0 0 1 0 0,1 0-1 0 0,-1 0 1 0 0,1-1-1 0 0,1 0 0 0 0,-1 0 1 0 0,0 0-1 0 0,1-1 1 0 0,0 0-1 0 0,0 0 1 0 0,12 4-1 0 0,-2-1-177 0 0,1-2-1 0 0,-1 0 0 0 0,1-1 1 0 0,0 0-1 0 0,0-1 1 0 0,0-1-1 0 0,1-1 1 0 0,-1 0-1 0 0,0-2 0 0 0,0 0 1 0 0,0 0-1 0 0,0-2 1 0 0,30-10-1 0 0,-27 7-19 0 0,-1-1 0 0 0,0-1 0 0 0,0-1 0 0 0,-1 0 1 0 0,0-2-1 0 0,-1 0 0 0 0,0-1 0 0 0,-1 0 0 0 0,-1-2 0 0 0,26-30 0 0 0,-21 16 860 0 0,-1-2-1 0 0,-1 0 1 0 0,-1 0-1 0 0,18-53 1 0 0,-15 34 1843 0 0,-18 47-1901 0 0,-19 43 62 0 0,3 8 42 0 0,-11 78 0 0 0,23-111-661 0 0,0 0 0 0 0,1 1-1 0 0,1-1 1 0 0,1 1 0 0 0,0-1 0 0 0,1 0 0 0 0,1 1-1 0 0,0-1 1 0 0,8 21 0 0 0,-10-32-109 0 0,0-1 0 0 0,1 0 1 0 0,0 1-1 0 0,0-1 0 0 0,0 0 0 0 0,0 0 1 0 0,0 0-1 0 0,0 0 0 0 0,1 0 1 0 0,-1-1-1 0 0,1 1 0 0 0,0-1 0 0 0,0 0 1 0 0,0 0-1 0 0,0 0 0 0 0,0 0 0 0 0,1 0 1 0 0,-1-1-1 0 0,0 1 0 0 0,1-1 1 0 0,-1 0-1 0 0,1 0 0 0 0,0 0 0 0 0,-1 0 1 0 0,1-1-1 0 0,5 0 0 0 0,-4 0-493 0 0,0 0 0 0 0,0-1 0 0 0,0 0 0 0 0,0 0 0 0 0,0 0 0 0 0,0-1 0 0 0,0 0 0 0 0,0 0 0 0 0,0 0 0 0 0,-1 0 1 0 0,1-1-1 0 0,-1 1 0 0 0,0-1 0 0 0,0-1 0 0 0,0 1 0 0 0,0 0 0 0 0,0-1 0 0 0,5-7 0 0 0,5-9-5440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4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59 448 0 0,'-15'-14'2656'0'0,"3"3"-716"0"0,1 3-331 0 0,1-1-309 0 0,-1 3-248 0 0,1 0 396 0 0,-7 2-604 0 0,0 6-248 0 0,7 10-508 0 0,1-3-216 0 0,7 3-312 0 0,-2 3-412 0 0,4 2-624 0 0,-2 0-1412 0 0,2 1-905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5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926 716 1176 0 0,'3'-2'843'0'0,"0"-1"0"0"0,0 0-1 0 0,0 0 1 0 0,0 0 0 0 0,-1 0-1 0 0,0-1 1 0 0,1 1 0 0 0,-1-1-1 0 0,-1 1 1 0 0,4-8 0 0 0,-3 5-135 0 0,-1 0 0 0 0,1 0 0 0 0,-1 0 0 0 0,-1-1 0 0 0,1 1 0 0 0,-1-11 0 0 0,0 10-410 0 0,-1 0 0 0 0,0 0 0 0 0,0 0 0 0 0,-1 0 0 0 0,1 0 0 0 0,-2 0 0 0 0,1 1 0 0 0,-1-1 0 0 0,0 1 0 0 0,0-1 0 0 0,-1 1 0 0 0,-8-11 0 0 0,10 15-270 0 0,0 0 0 0 0,0 0 0 0 0,0 1-1 0 0,0-1 1 0 0,0 1 0 0 0,-1 0 0 0 0,1-1-1 0 0,0 1 1 0 0,-1 0 0 0 0,1 0-1 0 0,-1 1 1 0 0,1-1 0 0 0,-1 0 0 0 0,1 1-1 0 0,-1-1 1 0 0,0 1 0 0 0,1 0 0 0 0,-1 0-1 0 0,0 0 1 0 0,1 0 0 0 0,-1 1-1 0 0,1-1 1 0 0,-5 2 0 0 0,0 0-8 0 0,0 0 0 0 0,0 1 0 0 0,0 0 0 0 0,0 0-1 0 0,0 1 1 0 0,1 0 0 0 0,-8 5 0 0 0,-8 9-7 0 0,2 0 0 0 0,0 2 1 0 0,1 0-1 0 0,1 1 0 0 0,2 1 0 0 0,0 0 0 0 0,1 1 0 0 0,1 1 0 0 0,-21 48 1 0 0,32-64-12 0 0,0 0 1 0 0,0 0 0 0 0,1 0-1 0 0,0 1 1 0 0,1-1 0 0 0,0 1-1 0 0,0-1 1 0 0,1 1 0 0 0,0-1 0 0 0,0 1-1 0 0,1-1 1 0 0,1 9 0 0 0,-1-13-1 0 0,0 0 0 0 0,1-1 0 0 0,-1 1 1 0 0,0-1-1 0 0,1 0 0 0 0,0 1 0 0 0,0-1 0 0 0,0 0 1 0 0,0 0-1 0 0,0 0 0 0 0,1 0 0 0 0,-1-1 1 0 0,1 1-1 0 0,0-1 0 0 0,0 1 0 0 0,0-1 1 0 0,0 0-1 0 0,0 0 0 0 0,0 0 0 0 0,1-1 0 0 0,-1 1 1 0 0,1-1-1 0 0,-1 1 0 0 0,1-1 0 0 0,-1 0 1 0 0,1-1-1 0 0,0 1 0 0 0,-1-1 0 0 0,7 1 1 0 0,1-1-3 0 0,0 0 0 0 0,-1-1 0 0 0,1 0 0 0 0,-1-1 0 0 0,1 0 0 0 0,-1 0 0 0 0,0-1 1 0 0,0-1-1 0 0,0 1 0 0 0,0-2 0 0 0,0 1 0 0 0,-1-1 0 0 0,0-1 0 0 0,0 0 0 0 0,-1 0 1 0 0,1-1-1 0 0,-1 0 0 0 0,0 0 0 0 0,10-14 0 0 0,-2 1-5 0 0,-1-2 0 0 0,0 0 0 0 0,-2 0 0 0 0,-1-2-1 0 0,-1 1 1 0 0,15-47 0 0 0,11-42-162 0 0,-36 110 148 0 0,-2 10 5 0 0,0 0 0 0 0,0 0 0 0 0,-1 0 0 0 0,-5 16 0 0 0,-4 14 8 0 0,-29 220 579 0 0,-12 472 1 0 0,51-621-498 0 0,-6 119 55 0 0,3-182-59 0 0,-2 1 1 0 0,-21 83 0 0 0,23-117-54 0 0,-1 0 1 0 0,0 0 0 0 0,0-1-1 0 0,-2 0 1 0 0,1 1 0 0 0,-1-2-1 0 0,-1 1 1 0 0,0-1-1 0 0,-1-1 1 0 0,-14 15 0 0 0,16-19-11 0 0,-1 0 1 0 0,0 0-1 0 0,0-1 1 0 0,0 0-1 0 0,0 0 0 0 0,-1-1 1 0 0,1 0-1 0 0,-1 0 1 0 0,0-1-1 0 0,-1 0 1 0 0,1-1-1 0 0,0 0 1 0 0,-1-1-1 0 0,1 0 1 0 0,-19 0-1 0 0,4-3-4 0 0,1 0 1 0 0,-1-2-1 0 0,1-1 0 0 0,-1-1 1 0 0,1-1-1 0 0,-37-16 1 0 0,19 3-2 0 0,1-1 1 0 0,-60-41 0 0 0,71 41 1 0 0,1-1-1 0 0,0-2 1 0 0,-28-31-1 0 0,44 42-5 0 0,1-1 0 0 0,0-1 0 0 0,1 1 0 0 0,0-2 0 0 0,1 0 0 0 0,1 0 0 0 0,1 0-1 0 0,-8-23 1 0 0,13 30-3 0 0,0-1 0 0 0,0 1 0 0 0,1-1 1 0 0,0 1-1 0 0,1-1 0 0 0,0 0 0 0 0,0 1 0 0 0,1-1 0 0 0,3-16 0 0 0,0 12-28 0 0,1 0 1 0 0,0 1-1 0 0,0-1 1 0 0,1 1 0 0 0,14-22-1 0 0,3 4-134 0 0,1 0 1 0 0,1 2-1 0 0,54-49 0 0 0,48-29-735 0 0,176-112 0 0 0,-118 89-31 0 0,173-154-653 0 0,-267 202 1078 0 0,137-161 0 0 0,-203 211 448 0 0,0 0-1 0 0,-3-2 0 0 0,-1 0 0 0 0,33-72 0 0 0,-48 90 97 0 0,0 1 0 0 0,-1-1 0 0 0,0 0 0 0 0,-2 0-1 0 0,0-1 1 0 0,0 1 0 0 0,-2-1 0 0 0,0 1-1 0 0,-1-1 1 0 0,0 0 0 0 0,-2 1 0 0 0,0-1 0 0 0,-1 1-1 0 0,-8-28 1 0 0,11 42-35 0 0,0 1-1 0 0,-1 0 0 0 0,1-1 1 0 0,-1 1-1 0 0,1 0 1 0 0,-1-1-1 0 0,0 1 1 0 0,1 0-1 0 0,-1 0 1 0 0,0 0-1 0 0,0 0 0 0 0,0 0 1 0 0,0-1-1 0 0,0 2 1 0 0,0-1-1 0 0,0 0 1 0 0,0 0-1 0 0,-1 0 1 0 0,1 0-1 0 0,-2 0 0 0 0,2 1 1 0 0,0 0-1 0 0,0 0 0 0 0,0 0 1 0 0,0 0-1 0 0,0 0 0 0 0,-1 0 0 0 0,1 0 1 0 0,0 1-1 0 0,0-1 0 0 0,0 0 1 0 0,0 1-1 0 0,0-1 0 0 0,0 1 0 0 0,0-1 1 0 0,0 1-1 0 0,0 0 0 0 0,0-1 1 0 0,1 1-1 0 0,-3 1 0 0 0,-2 4 11 0 0,0-1 1 0 0,0 1-1 0 0,1 0 0 0 0,0 1 1 0 0,0-1-1 0 0,-3 8 0 0 0,-12 29 81 0 0,3 0 0 0 0,1 2 0 0 0,-14 71 0 0 0,-11 141 380 0 0,33-196-325 0 0,2 77 0 0 0,6-103-62 0 0,1 1 0 0 0,2 0 0 0 0,13 52 0 0 0,-15-83-68 0 0,-1 0 0 0 0,1 0 0 0 0,0 0 0 0 0,0 0-1 0 0,1 0 1 0 0,3 4 0 0 0,-5-7-12 0 0,0 0 1 0 0,0-1 0 0 0,1 1-1 0 0,-1 0 1 0 0,1-1-1 0 0,0 0 1 0 0,-1 1-1 0 0,1-1 1 0 0,0 0-1 0 0,0 0 1 0 0,-1 0-1 0 0,1 0 1 0 0,0 0 0 0 0,0 0-1 0 0,0-1 1 0 0,0 1-1 0 0,0 0 1 0 0,1-1-1 0 0,-1 0 1 0 0,3 1-1 0 0,1-1-2 0 0,-1-1 0 0 0,1 1 0 0 0,0-1 0 0 0,-1 0 0 0 0,1-1 0 0 0,-1 1 0 0 0,1-1 0 0 0,-1 0 0 0 0,0-1 0 0 0,0 1 0 0 0,0-1 0 0 0,0 0 0 0 0,9-7 0 0 0,0-3 2 0 0,1 0-1 0 0,-2-2 0 0 0,22-27 0 0 0,30-57 12 0 0,-22 33-17 0 0,-28 42-9 0 0,-10 16-8 0 0,0-1 0 0 0,1 1 0 0 0,-1 0 0 0 0,2 0 0 0 0,-1 1 0 0 0,15-12 0 0 0,-20 18 11 0 0,0 0 0 0 0,1 0 0 0 0,-1 0 0 0 0,1 1 0 0 0,-1-1-1 0 0,1 0 1 0 0,0 1 0 0 0,-1-1 0 0 0,1 1 0 0 0,-1 0 0 0 0,1 0-1 0 0,0-1 1 0 0,-1 1 0 0 0,1 0 0 0 0,0 0 0 0 0,-1 1 0 0 0,1-1 0 0 0,0 0-1 0 0,2 1 1 0 0,-1 1 10 0 0,0-1 1 0 0,0 1-1 0 0,0-1 0 0 0,0 1 0 0 0,0 0 1 0 0,-1 0-1 0 0,1 0 0 0 0,-1 0 0 0 0,4 5 1 0 0,1 0 55 0 0,-1 2 1 0 0,-1-1 0 0 0,1 1 0 0 0,-1-1 0 0 0,6 17-1 0 0,10 37 276 0 0,12 29 15 0 0,-28-81-312 0 0,0 0 0 0 0,0 0 0 0 0,1 0 0 0 0,0-1 0 0 0,1 0 1 0 0,10 11-1 0 0,-13-16-70 0 0,-1 0 0 0 0,1-1 0 0 0,0 0 1 0 0,1 0-1 0 0,-1 0 0 0 0,0 0 0 0 0,1-1 1 0 0,0 0-1 0 0,-1 0 0 0 0,1 0 0 0 0,0 0 0 0 0,0-1 1 0 0,0 1-1 0 0,0-1 0 0 0,0-1 0 0 0,0 1 1 0 0,1-1-1 0 0,-1 0 0 0 0,0 0 0 0 0,0 0 0 0 0,0-1 1 0 0,0 0-1 0 0,0 0 0 0 0,9-3 0 0 0,-5 1-154 0 0,-1-1 0 0 0,0 0-1 0 0,0 0 1 0 0,0-1 0 0 0,-1 0 0 0 0,0-1-1 0 0,0 1 1 0 0,0-1 0 0 0,0-1 0 0 0,-1 1-1 0 0,0-1 1 0 0,-1 0 0 0 0,7-11-1 0 0,8-17-292 0 0,-2 0 0 0 0,-1-2 0 0 0,-2 0 0 0 0,15-56 0 0 0,23-160-150 0 0,-41 166 2492 0 0,0-162 1 0 0,-13 259-1585 0 0,0 1 0 0 0,-5 17 0 0 0,-1 10 119 0 0,-40 586 2384 0 0,44-555-2140 0 0,16-78-583 0 0,-8 3-55 0 0,0 0 0 0 0,0 0 1 0 0,-1 0-1 0 0,0-1 0 0 0,0 0 0 0 0,-1 0 0 0 0,4-10 0 0 0,8-16 4 0 0,-6 17-22 0 0,1 0-1 0 0,1 1 0 0 0,0 0 1 0 0,1 0-1 0 0,0 2 0 0 0,1-1 1 0 0,23-17-1 0 0,-29 26 3 0 0,0 0 0 0 0,1 0 0 0 0,-1 1 0 0 0,1 1 0 0 0,0-1 0 0 0,0 1 0 0 0,0 0 0 0 0,0 1 0 0 0,1 0 0 0 0,-1 0 0 0 0,1 1 0 0 0,-1 0 0 0 0,1 0 0 0 0,-1 1 0 0 0,1 0 0 0 0,0 1 0 0 0,-1 0 0 0 0,13 3 0 0 0,-8-1-1 0 0,0 2-1 0 0,0 0 1 0 0,-1 0-1 0 0,0 1 1 0 0,0 0-1 0 0,0 1 1 0 0,-1 1 0 0 0,15 11-1 0 0,-19-13 29 0 0,0 0-1 0 0,-1 1 0 0 0,1 0 1 0 0,-1 0-1 0 0,0 0 1 0 0,-1 0-1 0 0,0 1 1 0 0,0 0-1 0 0,-1 0 1 0 0,0 1-1 0 0,0-1 0 0 0,-1 1 1 0 0,3 9-1 0 0,-5-14 11 0 0,-1 0 1 0 0,1 0-1 0 0,-1 0 0 0 0,0 0 0 0 0,0 0 0 0 0,0 0 0 0 0,-1-1 0 0 0,1 1 0 0 0,-1 0 1 0 0,0 0-1 0 0,0 0 0 0 0,0-1 0 0 0,-1 1 0 0 0,1 0 0 0 0,-4 4 0 0 0,2-3 4 0 0,-1 0 0 0 0,1-1-1 0 0,-2 1 1 0 0,1-1 0 0 0,0 1-1 0 0,-1-1 1 0 0,0 0 0 0 0,-10 6-1 0 0,-1-2 11 0 0,0 0 0 0 0,-1-1 0 0 0,0 0 0 0 0,0-2 0 0 0,-28 6 0 0 0,18-5-66 0 0,-53 2 1 0 0,63-7-2052 0 0,0-2 1 0 0,-20-2-1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6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214 375 2084 0 0,'1'-4'565'0'0,"-1"0"-1"0"0,1 0 1 0 0,-1 0-1 0 0,0 0 1 0 0,0 0 0 0 0,0 0-1 0 0,-1 1 1 0 0,1-1-1 0 0,-1 0 1 0 0,0 0-1 0 0,0 0 1 0 0,0 1 0 0 0,-1-1-1 0 0,1 0 1 0 0,-1 1-1 0 0,0-1 1 0 0,0 1-1 0 0,0 0 1 0 0,-1 0 0 0 0,1 0-1 0 0,-5-5 1 0 0,5 7-420 0 0,-1-1 0 0 0,1 1 1 0 0,-1 0-1 0 0,1 0 1 0 0,-1 0-1 0 0,0 0 0 0 0,1 0 1 0 0,-1 1-1 0 0,0-1 0 0 0,0 1 1 0 0,0 0-1 0 0,1-1 1 0 0,-1 2-1 0 0,0-1 0 0 0,0 0 1 0 0,0 0-1 0 0,1 1 0 0 0,-1-1 1 0 0,0 1-1 0 0,-3 2 1 0 0,0-1-70 0 0,1 1 1 0 0,0 0 0 0 0,0 0 0 0 0,0 0 0 0 0,0 1-1 0 0,0-1 1 0 0,1 1 0 0 0,0 0 0 0 0,0 1 0 0 0,0-1-1 0 0,0 1 1 0 0,1 0 0 0 0,-5 7 0 0 0,-2 7 108 0 0,0 0 0 0 0,-8 26 0 0 0,13-33-99 0 0,1 2 0 0 0,0-1 0 0 0,1 0 0 0 0,0 1 0 0 0,1-1 0 0 0,1 1 0 0 0,0 0 0 0 0,1 0 0 0 0,1-1 0 0 0,2 19 0 0 0,-2-26-47 0 0,0-1 0 0 0,1 1 0 0 0,-1 0 0 0 0,1 0-1 0 0,1-1 1 0 0,-1 1 0 0 0,1-1 0 0 0,0 0 0 0 0,0 0 0 0 0,1 0 0 0 0,-1 0 0 0 0,1 0 0 0 0,0-1 0 0 0,0 0 0 0 0,1 1 0 0 0,-1-2 0 0 0,1 1 0 0 0,0 0 0 0 0,0-1 0 0 0,0 0 0 0 0,1 0 0 0 0,-1-1 0 0 0,1 1 0 0 0,-1-1 0 0 0,11 2 0 0 0,-7-2-23 0 0,-1 0 1 0 0,1-1 0 0 0,0 0 0 0 0,0 0 0 0 0,0-1-1 0 0,0 0 1 0 0,0 0 0 0 0,-1-1 0 0 0,1-1-1 0 0,0 1 1 0 0,0-1 0 0 0,-1-1 0 0 0,1 0 0 0 0,-1 0-1 0 0,0 0 1 0 0,0-1 0 0 0,0 0 0 0 0,0-1 0 0 0,13-10-1 0 0,-11 6-12 0 0,-1 0-1 0 0,-1 0 0 0 0,1-1 1 0 0,-1 0-1 0 0,-1 0 0 0 0,0-1 1 0 0,-1 0-1 0 0,0 0 1 0 0,0-1-1 0 0,-1 1 0 0 0,-1-1 1 0 0,0 0-1 0 0,4-17 0 0 0,-6 14-9 0 0,0 1 0 0 0,0-1-1 0 0,-1 0 1 0 0,-1 0-1 0 0,-1 1 1 0 0,0-1 0 0 0,-1 0-1 0 0,0 1 1 0 0,-1-1 0 0 0,-6-15-1 0 0,7 24 2 0 0,0 0-1 0 0,-1 1 1 0 0,0-1-1 0 0,0 0 1 0 0,0 1-1 0 0,-1 0 1 0 0,0-1-1 0 0,0 1 1 0 0,0 1-1 0 0,-1-1 1 0 0,-5-4-1 0 0,5 6 1 0 0,1 0 1 0 0,-1 1-1 0 0,1-1 0 0 0,-1 1 0 0 0,0 0 0 0 0,0 1 0 0 0,0-1 0 0 0,0 1 0 0 0,0 0 0 0 0,0 0 0 0 0,0 0 0 0 0,0 1 0 0 0,0 0 0 0 0,-1 0 0 0 0,-7 1 0 0 0,4 0 3 0 0,0 1-1 0 0,0 0 1 0 0,0 1 0 0 0,1 0 0 0 0,-1 0-1 0 0,1 1 1 0 0,0 0 0 0 0,0 1 0 0 0,0 0-1 0 0,0 0 1 0 0,1 0 0 0 0,0 1 0 0 0,0 0-1 0 0,-7 9 1 0 0,9-11-7 0 0,1 1 0 0 0,0 0-1 0 0,0 0 1 0 0,0 1 0 0 0,1-1 0 0 0,0 1 0 0 0,0 0-1 0 0,0 0 1 0 0,1 0 0 0 0,0 0 0 0 0,0 0-1 0 0,1 1 1 0 0,-1-1 0 0 0,1 1 0 0 0,1-1 0 0 0,-1 0-1 0 0,1 1 1 0 0,0-1 0 0 0,1 1 0 0 0,1 10 0 0 0,0-12-40 0 0,-1-1 0 0 0,1 0 0 0 0,0 0 0 0 0,1 1 0 0 0,-1-1 0 0 0,1-1 0 0 0,0 1 0 0 0,0 0 0 0 0,0-1 0 0 0,0 1 0 0 0,0-1 0 0 0,1 0 1 0 0,-1 0-1 0 0,1 0 0 0 0,0-1 0 0 0,0 1 0 0 0,8 3 0 0 0,1-1-185 0 0,-1 0 0 0 0,1-1 0 0 0,-1 0 1 0 0,1-1-1 0 0,14 2 0 0 0,-7-3 1 0 0,0 0-1 0 0,0-2 1 0 0,0 0 0 0 0,0-2 0 0 0,0 0-1 0 0,0-1 1 0 0,0-1 0 0 0,0-1-1 0 0,-1-1 1 0 0,0 0 0 0 0,0-1-1 0 0,-1-2 1 0 0,20-10 0 0 0,-2-3 213 0 0,-1-2 0 0 0,-2 0-1 0 0,0-3 1 0 0,-1-1 0 0 0,34-39 0 0 0,-51 50 390 0 0,-5 6-14 0 0,0 0 0 0 0,18-14 1 0 0,-26 23-134 0 0,-3 14-45 0 0,-1 0 0 0 0,0 0 0 0 0,-1 0 0 0 0,0 0 1 0 0,-1-1-1 0 0,-8 18 0 0 0,-7 23 344 0 0,11-23-291 0 0,-1-1 21 0 0,-8 45 0 0 0,16-65-217 0 0,0 0 1 0 0,1 1 0 0 0,-1-1-1 0 0,2 0 1 0 0,-1 0-1 0 0,1 1 1 0 0,0-1-1 0 0,1 0 1 0 0,0 0 0 0 0,3 10-1 0 0,-3-14-23 0 0,0-1-1 0 0,0 0 1 0 0,0 1 0 0 0,0-1-1 0 0,0 0 1 0 0,1 0 0 0 0,0 0-1 0 0,-1-1 1 0 0,1 1 0 0 0,0-1-1 0 0,0 1 1 0 0,0-1 0 0 0,1 0-1 0 0,-1 0 1 0 0,0 0-1 0 0,1-1 1 0 0,-1 1 0 0 0,1-1-1 0 0,0 0 1 0 0,-1 0 0 0 0,1 0-1 0 0,0 0 1 0 0,5 0 0 0 0,-2-1-9 0 0,-1 0 0 0 0,1 0 1 0 0,0 0-1 0 0,0-1 1 0 0,-1 0-1 0 0,1 0 1 0 0,-1-1-1 0 0,1 1 0 0 0,-1-1 1 0 0,0-1-1 0 0,1 1 1 0 0,9-7-1 0 0,-3 0-37 0 0,-1-1-1 0 0,0-1 1 0 0,0 0-1 0 0,-1 0 1 0 0,-1-1-1 0 0,1-1 1 0 0,-2 0 0 0 0,0 0-1 0 0,13-27 1 0 0,3-13 64 0 0,24-73 0 0 0,-37 92 82 0 0,0-3-98 0 0,-7 28-13 0 0,-4 7-2 0 0,-1 5 7 0 0,-7 84 49 0 0,-1 7 96 0 0,8-82-136 0 0,-1 5 28 0 0,2 0-1 0 0,0 1 0 0 0,1-1 0 0 0,4 18 0 0 0,-5-31-26 0 0,0 0-1 0 0,0 0 0 0 0,0-1 0 0 0,1 1 0 0 0,-1 0 1 0 0,1-1-1 0 0,0 1 0 0 0,1-1 0 0 0,-1 1 1 0 0,0-1-1 0 0,1 0 0 0 0,0 0 0 0 0,-1 0 0 0 0,1 0 1 0 0,1-1-1 0 0,-1 1 0 0 0,0-1 0 0 0,0 0 0 0 0,1 0 1 0 0,0 0-1 0 0,-1 0 0 0 0,8 2 0 0 0,-5-2-4 0 0,-1-1-1 0 0,0 0 1 0 0,0-1-1 0 0,1 1 0 0 0,-1-1 1 0 0,1 0-1 0 0,-1-1 1 0 0,0 1-1 0 0,1-1 1 0 0,-1 0-1 0 0,0 0 1 0 0,8-3-1 0 0,-4 0-4 0 0,-1 0 0 0 0,1 0 0 0 0,-1-1 0 0 0,0 0 0 0 0,0 0 0 0 0,11-11 0 0 0,-2-1 0 0 0,-1 0 0 0 0,-1-1 0 0 0,0-1 0 0 0,21-36 0 0 0,-11 12-10 0 0,35-84 0 0 0,-52 108-3 0 0,-2 0 1 0 0,0 0 0 0 0,-2 0 0 0 0,0 0-1 0 0,-1-1 1 0 0,0 0 0 0 0,-2-31 0 0 0,-1 46-2 0 0,-1-1 0 0 0,1 1 1 0 0,-1 0-1 0 0,0 0 0 0 0,-1 0 0 0 0,1 0 1 0 0,-1 1-1 0 0,0-1 0 0 0,0 0 1 0 0,-5-7-1 0 0,5 11 5 0 0,1 0 0 0 0,0 1 0 0 0,0-1 0 0 0,0 0 0 0 0,-1 1 0 0 0,1-1 0 0 0,0 1 0 0 0,-1-1 0 0 0,1 1 0 0 0,0 0 0 0 0,-1 0 0 0 0,1 0 0 0 0,-1-1 0 0 0,1 1 0 0 0,0 0 0 0 0,-1 1 0 0 0,1-1 0 0 0,0 0 0 0 0,-1 0-1 0 0,1 1 1 0 0,0-1 0 0 0,-1 0 0 0 0,-1 2 0 0 0,2-2 5 0 0,-1 1-4 0 0,1 0 0 0 0,0-1 1 0 0,-1 1-1 0 0,1 0 1 0 0,0 0-1 0 0,0 0 1 0 0,0 0-1 0 0,0 0 1 0 0,0 0-1 0 0,0 0 1 0 0,0 0-1 0 0,0 0 0 0 0,0 1 1 0 0,1-1-1 0 0,-1 0 1 0 0,0 0-1 0 0,1 1 1 0 0,-1-1-1 0 0,1 2 1 0 0,-2 1-8 0 0,0 0 10 0 0,1 0 1 0 0,-1 1-1 0 0,1-1 0 0 0,0 0 1 0 0,0 1-1 0 0,0-1 1 0 0,1 1-1 0 0,-1-1 1 0 0,1 1-1 0 0,0-1 1 0 0,1 1-1 0 0,-1-1 1 0 0,1 1-1 0 0,0-1 1 0 0,1 5-1 0 0,1-2 2 0 0,0-1-1 0 0,0 1 0 0 0,0-1 1 0 0,0 0-1 0 0,1 0 0 0 0,0-1 0 0 0,1 1 1 0 0,-1-1-1 0 0,6 6 0 0 0,0-2 8 0 0,1-1 0 0 0,0 1 0 0 0,0-2 0 0 0,0 1 0 0 0,1-1 0 0 0,0-1 0 0 0,1-1 0 0 0,-1 1 0 0 0,22 4 0 0 0,-20-7 2 0 0,1 0 1 0 0,0-1 0 0 0,-1-1 0 0 0,1-1 0 0 0,0 0-1 0 0,0-1 1 0 0,0 0 0 0 0,-1-2 0 0 0,22-5-1 0 0,-17 3 13 0 0,-1-2 0 0 0,0 0 0 0 0,0-1 0 0 0,0-1 0 0 0,-2-1 0 0 0,27-18 0 0 0,-41 26-18 0 0,0 1 1 0 0,-1-1-1 0 0,1 0 1 0 0,0 0-1 0 0,0 0 1 0 0,-1-1-1 0 0,0 1 1 0 0,1 0-1 0 0,-1-1 1 0 0,1-2-1 0 0,-13-1-5 0 0,7 6-1 0 0,-1 0 1 0 0,1 0-1 0 0,0 1 1 0 0,0 0-1 0 0,0 0 1 0 0,0 0-1 0 0,0 0 1 0 0,1 0-1 0 0,-1 1 1 0 0,0 0-1 0 0,0 0 1 0 0,1 0-1 0 0,-1 0 1 0 0,1 0-1 0 0,-4 4 1 0 0,-6 4 15 0 0,0 1 0 0 0,-16 19 0 0 0,18-18 54 0 0,0 2-1 0 0,0-1 1 0 0,2 1 0 0 0,-1 1 0 0 0,2 0-1 0 0,0 0 1 0 0,1 1 0 0 0,0-1 0 0 0,1 2-1 0 0,1-1 1 0 0,-5 32 0 0 0,9-41-49 0 0,1-1-1 0 0,0 0 1 0 0,0 1 0 0 0,0-1 0 0 0,1 0 0 0 0,0 1 0 0 0,0-1 0 0 0,1 0-1 0 0,0 0 1 0 0,0 0 0 0 0,0 0 0 0 0,1 0 0 0 0,0-1 0 0 0,5 9 0 0 0,-2-7 1 0 0,0 0 0 0 0,0 0 0 0 0,0-1 0 0 0,1 0 0 0 0,0 0 0 0 0,0 0 0 0 0,1-1 0 0 0,-1 0 0 0 0,11 5 0 0 0,3-2-495 0 0,-1 0 0 0 0,1-1 1 0 0,1 0-1 0 0,-1-2 1 0 0,1-1-1 0 0,0-1 0 0 0,34 1 1 0 0,-35-4-1917 0 0,0-1 0 0 0,0-1 0 0 0,39-9 0 0 0,-21 1-4778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8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95 620 2520 0 0,'-11'-21'15277'0'0,"11"20"-15214"0"0,-1-1 1 0 0,2 1-1 0 0,-1 0 0 0 0,0 0 1 0 0,0-1-1 0 0,0 1 0 0 0,0 0 1 0 0,1 0-1 0 0,-1 0 1 0 0,1-1-1 0 0,-1 1 0 0 0,1 0 1 0 0,-1 0-1 0 0,1 0 0 0 0,0 0 1 0 0,-1 0-1 0 0,1 0 0 0 0,0 0 1 0 0,0 0-1 0 0,0 0 1 0 0,2-1-1 0 0,28-24 179 0 0,-19 17-154 0 0,9-9-133 0 0,-2 0 1 0 0,0-2-1 0 0,-1 0 0 0 0,-1-1 1 0 0,0 0-1 0 0,-2-2 0 0 0,-1 0 1 0 0,16-34-1 0 0,-17 26-149 0 0,-1 1 1 0 0,-2-2-1 0 0,-1 0 1 0 0,-2 0-1 0 0,0 0 0 0 0,2-50 1 0 0,-9 78 168 0 0,0 1-1 0 0,0-1 1 0 0,-1 1 0 0 0,1-1 0 0 0,-1 1 0 0 0,0-1 0 0 0,1 1 0 0 0,-1-1 0 0 0,-1 1-1 0 0,1 0 1 0 0,-3-4 0 0 0,0 8-28 0 0,-1 1 51 0 0,1 0 0 0 0,-1 0 0 0 0,0 1 0 0 0,1-1 0 0 0,0 1 0 0 0,-1 0 0 0 0,1 1 0 0 0,0-1 0 0 0,1 1-1 0 0,-1-1 1 0 0,1 1 0 0 0,-1 0 0 0 0,1 1 0 0 0,0-1 0 0 0,-4 8 0 0 0,-6 13 27 0 0,-17 45 0 0 0,23-51-11 0 0,-61 169 495 0 0,-78 344-1 0 0,117-356-7 0 0,28-173-445 0 0,3 0 3 0 0,-2-3-59 0 0,0 0 1 0 0,0 0 0 0 0,0 1 0 0 0,1-1 0 0 0,-1 0 0 0 0,0 0 0 0 0,0 0 0 0 0,0 0 0 0 0,0 1 0 0 0,0-1 0 0 0,0 0 0 0 0,0 0 0 0 0,0 0 0 0 0,0 0 0 0 0,1 1 0 0 0,-1-1-1 0 0,0 0 1 0 0,0 0 0 0 0,0 0 0 0 0,0 0 0 0 0,0 0 0 0 0,1 0 0 0 0,-1 1 0 0 0,0-1 0 0 0,0 0 0 0 0,0 0 0 0 0,1 0 0 0 0,-1 0 0 0 0,0 0 0 0 0,0 0 0 0 0,0 0 0 0 0,0 0-1 0 0,1 0 1 0 0,-1 0 0 0 0,0 0 0 0 0,0 0 0 0 0,0 0 0 0 0,1 0 0 0 0,-1 0 0 0 0,0 0 0 0 0,0 0 0 0 0,0 0 0 0 0,1 0 0 0 0,17-22 18 0 0,0 0 0 0 0,-2-1 0 0 0,21-40 0 0 0,2-1-34 0 0,-16 29-10 0 0,2 2-1 0 0,34-37 1 0 0,-47 58 9 0 0,1 0 0 0 0,0 0 0 0 0,0 1 0 0 0,1 1 0 0 0,1 0 0 0 0,0 1 1 0 0,0 0-1 0 0,17-6 0 0 0,-28 13 11 0 0,0 1 0 0 0,0 0 0 0 0,0 0 0 0 0,0 0 1 0 0,0 0-1 0 0,0 1 0 0 0,0-1 0 0 0,0 1 0 0 0,0 0 1 0 0,0 0-1 0 0,0 1 0 0 0,0-1 0 0 0,1 1 0 0 0,-1 0 0 0 0,-1 0 1 0 0,8 3-1 0 0,-6-2 11 0 0,-1 1 0 0 0,1 0 0 0 0,-1 0 0 0 0,0 0 0 0 0,0 1 0 0 0,0-1 0 0 0,-1 1 0 0 0,1 0-1 0 0,-1 0 1 0 0,0 0 0 0 0,4 7 0 0 0,3 10 58 0 0,-1-1-1 0 0,0 2 1 0 0,-2-1-1 0 0,8 40 1 0 0,-13-55-51 0 0,4 20 25 0 0,-4-13-40 0 0,0-1-1 0 0,1 0 1 0 0,1 0-1 0 0,0 0 0 0 0,1 0 1 0 0,0-1-1 0 0,0 0 1 0 0,8 11-1 0 0,-12-21-40 0 0,1 1 0 0 0,-1-1-1 0 0,0 0 1 0 0,1 0 0 0 0,-1 0-1 0 0,1 0 1 0 0,0 0 0 0 0,-1 0 0 0 0,1-1-1 0 0,0 1 1 0 0,-1 0 0 0 0,1-1 0 0 0,0 1-1 0 0,0-1 1 0 0,0 0 0 0 0,-1 0-1 0 0,1 0 1 0 0,0 1 0 0 0,3-2 0 0 0,-1 1-49 0 0,0 0 0 0 0,0-1 1 0 0,1 0-1 0 0,-1 0 0 0 0,0 0 0 0 0,0 0 1 0 0,0-1-1 0 0,4-2 0 0 0,-2 1 12 0 0,0-2-1 0 0,0 1 0 0 0,-1-1 1 0 0,1 0-1 0 0,-1 0 1 0 0,0 0-1 0 0,-1-1 0 0 0,6-8 1 0 0,31-55-270 0 0,-35 57 307 0 0,88-197 410 0 0,-93 206-177 0 0,-8 27 123 0 0,0-1-182 0 0,1 0-1 0 0,0 1 1 0 0,2 0-1 0 0,0-1 0 0 0,2 1 1 0 0,1 1-1 0 0,2 37 1 0 0,0-53-95 0 0,1 0 1 0 0,-1 0 0 0 0,2 0-1 0 0,-1 0 1 0 0,1 0-1 0 0,1-1 1 0 0,0 1 0 0 0,0-1-1 0 0,10 15 1 0 0,-10-18-4 0 0,1 1-1 0 0,-1-1 1 0 0,2 0-1 0 0,-1-1 1 0 0,0 0 0 0 0,1 1-1 0 0,-1-2 1 0 0,1 1 0 0 0,1-1-1 0 0,-1 0 1 0 0,0 0 0 0 0,1 0-1 0 0,-1-1 1 0 0,12 3 0 0 0,-11-4-20 0 0,1 1 1 0 0,-1-1-1 0 0,0 0 1 0 0,0 0-1 0 0,0-1 0 0 0,1 0 1 0 0,-1-1-1 0 0,0 1 1 0 0,0-1-1 0 0,0-1 1 0 0,0 1-1 0 0,0-1 1 0 0,0-1-1 0 0,0 1 1 0 0,0-1-1 0 0,-1 0 1 0 0,1-1-1 0 0,-1 1 0 0 0,0-1 1 0 0,0-1-1 0 0,0 1 1 0 0,-1-1-1 0 0,0 0 1 0 0,1 0-1 0 0,-2 0 1 0 0,1-1-1 0 0,-1 0 1 0 0,0 0-1 0 0,0 0 0 0 0,0 0 1 0 0,-1-1-1 0 0,3-6 1 0 0,3-10-10 0 0,-1-1 1 0 0,-1 0 0 0 0,-1 0-1 0 0,-1 0 1 0 0,-1-1-1 0 0,-2 1 1 0 0,0-1-1 0 0,-1 0 1 0 0,-2 0 0 0 0,0 0-1 0 0,-2 0 1 0 0,-1 1-1 0 0,0 0 1 0 0,-16-46-1 0 0,17 62-5 0 0,-1 0-1 0 0,0 0 0 0 0,0 1 0 0 0,0 0 0 0 0,-1 0 0 0 0,0 0 0 0 0,0 0 0 0 0,-1 1 0 0 0,0 0 0 0 0,0 0 0 0 0,0 0 0 0 0,-1 1 0 0 0,-7-5 0 0 0,9 7 0 0 0,-1 0-1 0 0,0 1 1 0 0,1-1 0 0 0,-1 1 0 0 0,0 1-1 0 0,0-1 1 0 0,0 1 0 0 0,0 0-1 0 0,0 0 1 0 0,-1 1 0 0 0,1 0 0 0 0,0 0-1 0 0,0 0 1 0 0,0 1 0 0 0,0 0 0 0 0,0 0-1 0 0,0 1 1 0 0,-9 2 0 0 0,4 1-31 0 0,1 0 1 0 0,-1 0-1 0 0,1 1 1 0 0,0 0-1 0 0,1 1 1 0 0,-1 0-1 0 0,1 0 0 0 0,0 1 1 0 0,1 0-1 0 0,-12 16 1 0 0,14-18-217 0 0,1 1 0 0 0,1 0-1 0 0,-1 0 1 0 0,1 1 0 0 0,0-1 0 0 0,1 1 0 0 0,0-1 0 0 0,0 1 0 0 0,1 0 0 0 0,0 1 0 0 0,0-1-1 0 0,0 0 1 0 0,2 0 0 0 0,-1 1 0 0 0,1 11 0 0 0,1-14-137 0 0,0-1 0 0 0,1 0 0 0 0,-1 0 1 0 0,1 0-1 0 0,0 0 0 0 0,1 0 0 0 0,-1-1 0 0 0,1 1 0 0 0,0-1 0 0 0,0 1 0 0 0,0-1 0 0 0,1 0 0 0 0,-1 0 1 0 0,1 0-1 0 0,0-1 0 0 0,0 1 0 0 0,1-1 0 0 0,-1 0 0 0 0,1 0 0 0 0,-1-1 0 0 0,1 1 0 0 0,6 1 1 0 0,14 5-3686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8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180 203 1316 0 0,'5'-4'992'0'0,"0"0"-1"0"0,0 0 1 0 0,0-1-1 0 0,-1 1 1 0 0,0-1-1 0 0,0 0 1 0 0,5-6-1 0 0,-8 8-664 0 0,0 1 0 0 0,1 0 0 0 0,-1-1 1 0 0,0 1-1 0 0,0-1 0 0 0,0 1 0 0 0,-1-1 0 0 0,1 0 0 0 0,-1 1 0 0 0,1-1 0 0 0,-1 0 1 0 0,0 1-1 0 0,0-1 0 0 0,0 0 0 0 0,0 1 0 0 0,-1-1 0 0 0,1 0 0 0 0,-1-3 0 0 0,0 6-265 0 0,0-1-1 0 0,0 0 0 0 0,1 0 0 0 0,-1 1 1 0 0,0-1-1 0 0,0 1 0 0 0,0-1 0 0 0,0 1 0 0 0,0-1 1 0 0,0 1-1 0 0,1-1 0 0 0,-1 1 0 0 0,0 0 0 0 0,0-1 1 0 0,0 1-1 0 0,-1 0 0 0 0,1 0 0 0 0,0 0 1 0 0,0 0-1 0 0,0 0 0 0 0,0 0 0 0 0,0 0 0 0 0,0 0 1 0 0,0 0-1 0 0,0 0 0 0 0,0 1 0 0 0,0-1 1 0 0,0 0-1 0 0,0 1 0 0 0,0-1 0 0 0,0 1 0 0 0,-1 0 1 0 0,-8 4 78 0 0,0 1 1 0 0,-1 1 0 0 0,2 0-1 0 0,-1 0 1 0 0,1 1 0 0 0,0 0-1 0 0,1 0 1 0 0,0 1 0 0 0,0 0-1 0 0,1 0 1 0 0,-10 17 0 0 0,4-3-19 0 0,0 1 1 0 0,1 0 0 0 0,2 1 0 0 0,-10 33 0 0 0,17-48-87 0 0,0 1 1 0 0,1 0-1 0 0,0 1 0 0 0,1-1 1 0 0,1 0-1 0 0,-1 1 1 0 0,2-1-1 0 0,1 11 1 0 0,-2-17-20 0 0,1 0 0 0 0,0 0 0 0 0,1-1 0 0 0,-1 1 1 0 0,1 0-1 0 0,0-1 0 0 0,0 0 0 0 0,0 1 1 0 0,1-1-1 0 0,-1 0 0 0 0,1 0 0 0 0,0 0 0 0 0,0-1 1 0 0,0 1-1 0 0,1-1 0 0 0,-1 1 0 0 0,1-1 1 0 0,0 0-1 0 0,0-1 0 0 0,8 6 0 0 0,-2-4-1 0 0,-1-1 0 0 0,1 1 0 0 0,-1-1 0 0 0,1-1 0 0 0,0 0 0 0 0,0 0 0 0 0,0-1-1 0 0,0 0 1 0 0,0-1 0 0 0,1 0 0 0 0,-1 0 0 0 0,0-1 0 0 0,0-1 0 0 0,0 0 0 0 0,13-4 0 0 0,-15 4-11 0 0,0-2 1 0 0,0 1 0 0 0,0-1 0 0 0,0 0 0 0 0,-1-1-1 0 0,0 0 1 0 0,0 0 0 0 0,0 0 0 0 0,-1-1 0 0 0,0 0-1 0 0,0 0 1 0 0,0-1 0 0 0,-1 0 0 0 0,1 0 0 0 0,-2 0-1 0 0,1 0 1 0 0,-1-1 0 0 0,4-10 0 0 0,0-3-8 0 0,-2 1 1 0 0,0-2-1 0 0,-1 1 0 0 0,-1 0 1 0 0,-1-1-1 0 0,-1 0 1 0 0,-1-36-1 0 0,-2 42-3 0 0,-1 0 1 0 0,0 0-1 0 0,-1 1 0 0 0,0-1 0 0 0,-1 1 1 0 0,-1-1-1 0 0,-1 1 0 0 0,0 0 1 0 0,-1 1-1 0 0,0 0 0 0 0,-12-16 1 0 0,16 25 0 0 0,-1 1 0 0 0,0 0 0 0 0,0-1-1 0 0,0 2 1 0 0,0-1 0 0 0,-1 0 0 0 0,1 1 0 0 0,-1 0 0 0 0,0 0 0 0 0,0 0 0 0 0,0 0 0 0 0,-1 1 0 0 0,1 0 0 0 0,0 0 0 0 0,-1 1 0 0 0,0-1 0 0 0,1 1 0 0 0,-7 0 0 0 0,8 1-98 0 0,0 0 0 0 0,0 0 0 0 0,0 0 1 0 0,0 1-1 0 0,0-1 0 0 0,0 1 0 0 0,0 0 0 0 0,1 1 0 0 0,-1-1 0 0 0,0 0 0 0 0,1 1 0 0 0,-1 0 0 0 0,0 0 0 0 0,1 0 0 0 0,0 0 0 0 0,0 1 1 0 0,0-1-1 0 0,0 1 0 0 0,0 0 0 0 0,0 0 0 0 0,1 0 0 0 0,-1 0 0 0 0,1 1 0 0 0,0-1 0 0 0,0 0 0 0 0,-3 7 0 0 0,3-5-285 0 0,0 0-1 0 0,0 0 1 0 0,1 0-1 0 0,-1 1 1 0 0,1-1 0 0 0,0 1-1 0 0,1-1 1 0 0,-1 1-1 0 0,1-1 1 0 0,0 1-1 0 0,2 10 1 0 0,-1-11-514 0 0,1 1 0 0 0,-1-1 1 0 0,1 1-1 0 0,0-1 0 0 0,0 0 1 0 0,6 10-1 0 0,3 2-3683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4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351 968 2360 0 0,'4'-3'718'0'0,"0"-1"0"0"0,0 1-1 0 0,0-1 1 0 0,0 0 0 0 0,-1-1-1 0 0,0 1 1 0 0,0-1 0 0 0,0 1-1 0 0,3-7 1 0 0,-5 8-413 0 0,-1 0 0 0 0,1 0 0 0 0,0 0 0 0 0,-1 0 0 0 0,1 0 0 0 0,-1-1 0 0 0,0 1 0 0 0,0 0 0 0 0,-1 0 0 0 0,1-1 0 0 0,0 1 0 0 0,-1 0 0 0 0,0 0 0 0 0,0 0 0 0 0,0 0 0 0 0,0 0 0 0 0,-2-3 0 0 0,1 2-157 0 0,1 1 0 0 0,-1-1 0 0 0,0 1 0 0 0,0 0 0 0 0,0 0 1 0 0,-1 0-1 0 0,1 0 0 0 0,-1 0 0 0 0,0 1 0 0 0,0-1 0 0 0,0 1 0 0 0,0-1 1 0 0,0 1-1 0 0,0 0 0 0 0,-1 0 0 0 0,1 1 0 0 0,0-1 0 0 0,-1 1 0 0 0,0 0 1 0 0,1 0-1 0 0,-1 0 0 0 0,0 0 0 0 0,0 0 0 0 0,1 1 0 0 0,-7 0 0 0 0,-1 1-78 0 0,1 2-1 0 0,-1-1 0 0 0,1 2 1 0 0,-1-1-1 0 0,1 1 1 0 0,0 1-1 0 0,1 0 0 0 0,-1 0 1 0 0,-11 9-1 0 0,7-3-15 0 0,0 1 0 0 0,0 1 0 0 0,1 0 0 0 0,0 0 0 0 0,-10 16 0 0 0,5-4 26 0 0,1 0-1 0 0,-19 36 0 0 0,32-53-56 0 0,0-1-1 0 0,1 1 1 0 0,0 1-1 0 0,0-1 1 0 0,1 0 0 0 0,0 1-1 0 0,0-1 1 0 0,1 1-1 0 0,0 0 1 0 0,1-1-1 0 0,0 1 1 0 0,0 0-1 0 0,2 8 1 0 0,-2-14-13 0 0,1-1 0 0 0,0 1 0 0 0,-1-1 1 0 0,1 0-1 0 0,0 1 0 0 0,0-1 0 0 0,1 0 0 0 0,-1 0 0 0 0,0 0 1 0 0,1 0-1 0 0,-1 0 0 0 0,1 0 0 0 0,0 0 0 0 0,0-1 0 0 0,0 1 1 0 0,3 2-1 0 0,-1-2-1 0 0,0 0 0 0 0,0 0 0 0 0,0-1 1 0 0,0 1-1 0 0,0-1 0 0 0,0 0 0 0 0,0 0 0 0 0,0-1 0 0 0,6 1 1 0 0,1-1 0 0 0,0 0 1 0 0,0-1 0 0 0,0 0-1 0 0,0-1 1 0 0,0 0 0 0 0,20-8-1 0 0,-10 1-2 0 0,0-1 0 0 0,-1-1 0 0 0,0-1 0 0 0,0-1 0 0 0,-2-1 0 0 0,1 0 0 0 0,-2-1 0 0 0,0-1 0 0 0,-1-1 0 0 0,22-28 0 0 0,2-11-59 0 0,-3 0 1 0 0,41-83 0 0 0,-34 50-90 0 0,-3-1 1 0 0,-4-1-1 0 0,-5-3 1 0 0,-3 0-1 0 0,24-150 0 0 0,-44 166 77 0 0,-9 77 63 0 0,0 1 0 0 0,0 0 0 0 0,0-1 0 0 0,0 1 0 0 0,0 0 1 0 0,0-1-1 0 0,0 1 0 0 0,0 0 0 0 0,0 0 0 0 0,0-1 0 0 0,0 1 0 0 0,0 0 0 0 0,-1-1 0 0 0,1 1 0 0 0,0 0 0 0 0,0-1 0 0 0,0 1 0 0 0,0 0 0 0 0,0 0 0 0 0,-1-1 0 0 0,1 1 0 0 0,0 0 1 0 0,0 0-1 0 0,0 0 0 0 0,-1-1 0 0 0,1 1 0 0 0,0 0 0 0 0,0 0 0 0 0,-1 0 0 0 0,1 0 0 0 0,0-1 0 0 0,0 1 0 0 0,-1 0 0 0 0,1 0 0 0 0,0 0 0 0 0,-1 0 0 0 0,1 0 0 0 0,0 0 1 0 0,0 0-1 0 0,-1 0 0 0 0,1 0 0 0 0,0 0 0 0 0,-1 0 0 0 0,1 0 0 0 0,0 0 0 0 0,-1 0 0 0 0,1 0 0 0 0,0 0 0 0 0,0 0 0 0 0,-1 0 0 0 0,1 0 0 0 0,0 0 0 0 0,-1 1 0 0 0,1-1 0 0 0,0 0 1 0 0,0 0-1 0 0,-1 0 0 0 0,1 1 0 0 0,0-1 0 0 0,0 0 0 0 0,-1 1 0 0 0,-13 10 15 0 0,7-2 9 0 0,0 1 0 0 0,1 0-1 0 0,0 0 1 0 0,0 1-1 0 0,-8 21 1 0 0,-14 57 300 0 0,10-17-45 0 0,2 0 0 0 0,4 0 0 0 0,3 2 0 0 0,3-1-1 0 0,5 86 1 0 0,2-133-247 0 0,1 1 0 0 0,2-1 0 0 0,1 0-1 0 0,1 0 1 0 0,1-1 0 0 0,1 0 0 0 0,14 30-1 0 0,-17-44-281 0 0,2 1-1 0 0,0-1 1 0 0,0-1-1 0 0,1 1 0 0 0,0-1 1 0 0,1-1-1 0 0,10 11 1 0 0,-11-14-291 0 0,0 0 0 0 0,0 0 1 0 0,1-1-1 0 0,-1 0 0 0 0,1-1 0 0 0,0 0 1 0 0,1 0-1 0 0,-1 0 0 0 0,0-2 0 0 0,13 3 1 0 0,12 0-4171 0 0,1-3-2459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234 406 356 0 0,'1'-3'2158'0'0,"1"1"-1612"0"0,0-1 1 0 0,-1 1 0 0 0,1-1 0 0 0,-1 0-1 0 0,1 0 1 0 0,-1 1 0 0 0,0-1 0 0 0,0 0 0 0 0,0 0-1 0 0,0-1 1 0 0,-1 1 0 0 0,1 0 0 0 0,-1 0 0 0 0,0 0-1 0 0,0 0 1 0 0,0 0 0 0 0,0-1 0 0 0,-1 1-1 0 0,0-3 1 0 0,0 3-199 0 0,-1 3-84 0 0,-2 0-217 0 0,0 0 0 0 0,1 1 0 0 0,-1-1 0 0 0,0 1 0 0 0,1 0 0 0 0,-1 0 0 0 0,1 0 0 0 0,-1 0 0 0 0,1 1 0 0 0,-1-1 0 0 0,1 1 0 0 0,0 0 0 0 0,0 0 1 0 0,0 0-1 0 0,0 1 0 0 0,0-1 0 0 0,1 1 0 0 0,-1-1 0 0 0,0 1 0 0 0,1 0 0 0 0,-4 5 0 0 0,-7 10 34 0 0,1 1 0 0 0,-13 28 0 0 0,20-39-45 0 0,-4 10-1 0 0,1 0 0 0 0,1 0 0 0 0,0 1 0 0 0,2 0 1 0 0,-5 26-1 0 0,8-38-23 0 0,1 1 0 0 0,0 0 0 0 0,1-1 0 0 0,0 1 0 0 0,0 0 0 0 0,0 0 0 0 0,1-1 0 0 0,0 1 0 0 0,1 0 0 0 0,0-1 0 0 0,0 0 0 0 0,1 1 0 0 0,-1-1 0 0 0,1 0 0 0 0,1 0 0 0 0,6 10 0 0 0,-7-13-5 0 0,1-1-1 0 0,-1 1 1 0 0,1-1 0 0 0,0 0-1 0 0,0 0 1 0 0,0 0 0 0 0,0-1 0 0 0,1 1-1 0 0,-1-1 1 0 0,1 0 0 0 0,-1-1-1 0 0,1 1 1 0 0,0-1 0 0 0,0 1-1 0 0,-1-2 1 0 0,1 1 0 0 0,0 0-1 0 0,0-1 1 0 0,0 0 0 0 0,0 0-1 0 0,0 0 1 0 0,0-1 0 0 0,0 0-1 0 0,0 0 1 0 0,-1 0 0 0 0,6-2-1 0 0,0 0 4 0 0,-1 0-1 0 0,-1-1 0 0 0,1 1 0 0 0,0-2 0 0 0,-1 1 0 0 0,0-1 0 0 0,0-1 1 0 0,-1 1-1 0 0,1-1 0 0 0,-1 0 0 0 0,0-1 0 0 0,10-13 0 0 0,-7 5-9 0 0,-2-1 0 0 0,0 0 0 0 0,-1 0-1 0 0,-1-1 1 0 0,0 1 0 0 0,-2-1-1 0 0,1-1 1 0 0,-2 1 0 0 0,-1 0-1 0 0,0-1 1 0 0,-1 0 0 0 0,0 1-1 0 0,-2-1 1 0 0,0 0 0 0 0,-1 1-1 0 0,-1-1 1 0 0,0 1 0 0 0,-2 0-1 0 0,0 0 1 0 0,-1 0 0 0 0,0 1-1 0 0,-14-26 1 0 0,17 37-3 0 0,-1 0-1 0 0,1 1 1 0 0,-1-1 0 0 0,1 1-1 0 0,-1 0 1 0 0,-1 0-1 0 0,1 0 1 0 0,-1 0 0 0 0,1 1-1 0 0,-1-1 1 0 0,0 1 0 0 0,0 0-1 0 0,0 1 1 0 0,-1-1-1 0 0,1 1 1 0 0,-1 0 0 0 0,1 1-1 0 0,-1-1 1 0 0,1 1-1 0 0,-1 0 1 0 0,0 1 0 0 0,0-1-1 0 0,0 1 1 0 0,1 0 0 0 0,-1 0-1 0 0,0 1 1 0 0,0 0-1 0 0,0 0 1 0 0,1 0 0 0 0,-1 1-1 0 0,1 0 1 0 0,-1 0-1 0 0,1 0 1 0 0,0 1 0 0 0,-1-1-1 0 0,1 1 1 0 0,1 1 0 0 0,-8 4-1 0 0,3 0-2 0 0,0-1 1 0 0,1 1-1 0 0,0 1 0 0 0,0-1 1 0 0,1 1-1 0 0,0 1 0 0 0,0-1 0 0 0,1 1 1 0 0,0 1-1 0 0,1-1 0 0 0,0 1 1 0 0,-4 13-1 0 0,8-18 6 0 0,-1-1 0 0 0,1 1 0 0 0,0-1 0 0 0,0 1 0 0 0,1-1 0 0 0,-1 1 0 0 0,1 0 0 0 0,1-1-1 0 0,-1 1 1 0 0,1 0 0 0 0,0-1 0 0 0,0 1 0 0 0,0-1 0 0 0,1 1 0 0 0,0-1 0 0 0,0 0 0 0 0,0 0 0 0 0,1 1 0 0 0,0-2 0 0 0,0 1 0 0 0,0 0 0 0 0,0-1 0 0 0,1 1 0 0 0,0-1 0 0 0,0 0 0 0 0,0 0 0 0 0,5 4 0 0 0,-1-4 1 0 0,0 1-1 0 0,0-1 1 0 0,0 0 0 0 0,1 0 0 0 0,-1-1 0 0 0,1-1-1 0 0,0 1 1 0 0,0-1 0 0 0,0-1 0 0 0,0 1-1 0 0,0-2 1 0 0,0 1 0 0 0,0-1 0 0 0,17-2 0 0 0,-1-2 3 0 0,0 0 1 0 0,0-1 0 0 0,-1-2-1 0 0,28-11 1 0 0,-26 8-1 0 0,0-2-1 0 0,-1 0 1 0 0,0-2 0 0 0,-1-1-1 0 0,-1-1 1 0 0,0-1-1 0 0,-1-1 1 0 0,-1-1-1 0 0,-1 0 1 0 0,-1-2 0 0 0,-1 0-1 0 0,0-1 1 0 0,-2-1-1 0 0,0-1 1 0 0,-2 0 0 0 0,0-1-1 0 0,11-32 1 0 0,-13 27-35 0 0,-2-1 1 0 0,10-54-1 0 0,-19 85 29 0 0,-1-1 0 0 0,0 1 0 0 0,0-1 0 0 0,0 1-1 0 0,0-1 1 0 0,0 1 0 0 0,0-1 0 0 0,0 0-1 0 0,0 1 1 0 0,0-1 0 0 0,0 1 0 0 0,0-1-1 0 0,0 1 1 0 0,0-1 0 0 0,0 1 0 0 0,-1-1-1 0 0,1 1 1 0 0,0-1 0 0 0,0 1 0 0 0,0-1 0 0 0,-1 1-1 0 0,1-1 1 0 0,-1 0 0 0 0,-10 3-32 0 0,8-1 33 0 0,1 1 0 0 0,-1 0 0 0 0,0 0 0 0 0,0 0 0 0 0,1 1 0 0 0,-5 4 0 0 0,-4 10 6 0 0,0 0 0 0 0,2 0 0 0 0,0 1-1 0 0,-7 20 1 0 0,-24 81 7 0 0,32-94-11 0 0,-117 397 38 0 0,-26 81 130 0 0,-32-9-66 0 0,158-438-35 0 0,-45 75 0 0 0,67-125-52 0 0,-1 0 1 0 0,0-1-1 0 0,0 1 1 0 0,-1-1-1 0 0,1 1 1 0 0,-1-2-1 0 0,0 1 1 0 0,-9 6 0 0 0,13-11-16 0 0,0 1 0 0 0,0-1 1 0 0,0 0-1 0 0,-1 1 1 0 0,1-1-1 0 0,0 0 0 0 0,0 0 1 0 0,0 0-1 0 0,0 0 1 0 0,0 0-1 0 0,0 0 0 0 0,-1 0 1 0 0,1 0-1 0 0,0-1 1 0 0,0 1-1 0 0,0 0 0 0 0,0-1 1 0 0,0 1-1 0 0,0-1 1 0 0,0 1-1 0 0,0-1 0 0 0,0 1 1 0 0,0-1-1 0 0,0 0 1 0 0,0 1-1 0 0,1-1 0 0 0,-1 0 1 0 0,0 0-1 0 0,0 0 1 0 0,1 0-1 0 0,-1 1 0 0 0,0-1 1 0 0,1 0-1 0 0,-2-2 1 0 0,-1-3 0 0 0,0 0 0 0 0,1 1 0 0 0,-1-1 0 0 0,-1-9 0 0 0,-2-13 11 0 0,1 0 1 0 0,1 0-1 0 0,1-1 0 0 0,2 1 1 0 0,1-1-1 0 0,1 0 0 0 0,1 1 1 0 0,2 0-1 0 0,1-1 1 0 0,1 1-1 0 0,2 1 0 0 0,0-1 1 0 0,2 1-1 0 0,1 1 0 0 0,20-36 1 0 0,-20 45-18 0 0,1-1-1 0 0,0 2 1 0 0,1 0 0 0 0,1 0 0 0 0,1 1 0 0 0,0 1-1 0 0,1 0 1 0 0,0 2 0 0 0,1-1 0 0 0,1 2 0 0 0,0 0-1 0 0,25-10 1 0 0,-25 13-381 0 0,1 1-1 0 0,-1 1 1 0 0,1 1-1 0 0,1 0 1 0 0,-1 2-1 0 0,1 0 1 0 0,-1 1-1 0 0,1 1 1 0 0,0 0 0 0 0,-1 2-1 0 0,1 1 1 0 0,0 0-1 0 0,21 6 1 0 0,38 8-5062 0 0,-53-11 2054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427 186 392 0 0,'4'-11'1080'0'0,"-1"-1"1"0"0,0 1-1 0 0,-1 0 0 0 0,-1-1 0 0 0,1 1 1 0 0,-2-18-1 0 0,0 24-858 0 0,0 1 1 0 0,-1-1-1 0 0,0 0 0 0 0,0 1 1 0 0,0-1-1 0 0,0 0 0 0 0,-1 1 1 0 0,1-1-1 0 0,-1 1 0 0 0,0 0 1 0 0,-1 0-1 0 0,1 0 1 0 0,-1 0-1 0 0,0 0 0 0 0,0 0 1 0 0,0 0-1 0 0,-6-4 0 0 0,7 7-193 0 0,0 0 0 0 0,0 0-1 0 0,0 0 1 0 0,0 0-1 0 0,0 1 1 0 0,0-1-1 0 0,0 1 1 0 0,0 0 0 0 0,0-1-1 0 0,0 1 1 0 0,0 0-1 0 0,0 0 1 0 0,0 1-1 0 0,0-1 1 0 0,0 0-1 0 0,0 0 1 0 0,0 1 0 0 0,0 0-1 0 0,0-1 1 0 0,0 1-1 0 0,-3 1 1 0 0,-36 21 169 0 0,22-8-137 0 0,0 0 1 0 0,1 1 0 0 0,-23 26-1 0 0,-42 60 49 0 0,69-84-98 0 0,-3 4 2 0 0,1 0 1 0 0,1 2 0 0 0,1-1 0 0 0,2 2 0 0 0,0 0 0 0 0,1 0 0 0 0,-8 32 0 0 0,17-51 2 0 0,1 0-1 0 0,0-1 1 0 0,0 1 0 0 0,1 0 0 0 0,0 0 0 0 0,1 11 0 0 0,-1-15-11 0 0,0 0 0 0 0,0-1 0 0 0,1 1 0 0 0,-1 0 0 0 0,1 0 0 0 0,-1-1 0 0 0,1 1 0 0 0,0-1 1 0 0,0 1-1 0 0,0 0 0 0 0,0-1 0 0 0,0 0 0 0 0,0 1 0 0 0,0-1 0 0 0,0 0 0 0 0,0 1 1 0 0,1-1-1 0 0,-1 0 0 0 0,0 0 0 0 0,1 0 0 0 0,-1 0 0 0 0,1 0 0 0 0,-1 0 0 0 0,1-1 1 0 0,0 1-1 0 0,-1 0 0 0 0,1-1 0 0 0,0 1 0 0 0,2-1 0 0 0,4 1 2 0 0,-1 0-1 0 0,0-1 0 0 0,1 0 1 0 0,-1 0-1 0 0,1-1 1 0 0,-1 0-1 0 0,0-1 0 0 0,0 1 1 0 0,1-1-1 0 0,-1-1 1 0 0,9-3-1 0 0,-4-1-1 0 0,1 1-1 0 0,-2-2 1 0 0,1 1 0 0 0,-1-2 0 0 0,16-14-1 0 0,1-8-3 0 0,-1 0-1 0 0,-1-1 0 0 0,24-41 0 0 0,60-101-95 0 0,-110 173 88 0 0,1 0-1 0 0,-1 0 1 0 0,1 0 0 0 0,-1 0 0 0 0,1 0 0 0 0,0 0 0 0 0,-1 0 0 0 0,1 1 0 0 0,0-1 0 0 0,-1 0 0 0 0,1 0 0 0 0,0 1 0 0 0,0-1 0 0 0,0 1 0 0 0,0-1 0 0 0,0 0 0 0 0,0 1 0 0 0,0 0 0 0 0,0-1-1 0 0,0 1 1 0 0,0 0 0 0 0,0-1 0 0 0,0 1 0 0 0,0 0 0 0 0,0 0 0 0 0,0 0 0 0 0,0 0 0 0 0,0 0 0 0 0,0 0 0 0 0,0 0 0 0 0,0 0 0 0 0,0 0 0 0 0,0 0 0 0 0,0 1 0 0 0,2 0 0 0 0,-3-1 5 0 0,0 0 0 0 0,0 0 1 0 0,0 0-1 0 0,0 0 0 0 0,1 0 1 0 0,-1 0-1 0 0,0 0 1 0 0,0 0-1 0 0,0 0 0 0 0,0 0 1 0 0,0 0-1 0 0,0 0 1 0 0,1 0-1 0 0,-1 1 0 0 0,0-1 1 0 0,0 0-1 0 0,0 0 0 0 0,0 0 1 0 0,0 0-1 0 0,0 0 1 0 0,0 0-1 0 0,0 1 0 0 0,0-1 1 0 0,1 0-1 0 0,-1 0 0 0 0,0 0 1 0 0,0 0-1 0 0,0 1 1 0 0,0-1-1 0 0,0 0 0 0 0,0 0 1 0 0,0 0-1 0 0,0 0 1 0 0,0 0-1 0 0,0 1 0 0 0,0-1 1 0 0,0 0-1 0 0,0 0 0 0 0,0 0 1 0 0,0 0-1 0 0,-1 1 1 0 0,-9 121 14 0 0,-1 2 485 0 0,11-123-474 0 0,0 0-1 0 0,1 0 1 0 0,-1 0 0 0 0,0 0 0 0 0,0 0-1 0 0,0 0 1 0 0,1 0 0 0 0,-1 0 0 0 0,0 0 0 0 0,1 0-1 0 0,-1 0 1 0 0,1 0 0 0 0,-1 0 0 0 0,1-1-1 0 0,0 1 1 0 0,-1 0 0 0 0,1 0 0 0 0,0 0-1 0 0,-1-1 1 0 0,1 1 0 0 0,0 0 0 0 0,0-1-1 0 0,0 1 1 0 0,0-1 0 0 0,0 1 0 0 0,0-1-1 0 0,-1 1 1 0 0,1-1 0 0 0,2 1 0 0 0,0 0 13 0 0,0-1 0 0 0,0 1-1 0 0,-1-1 1 0 0,1 0 0 0 0,0 0 0 0 0,0 0 0 0 0,6 0 0 0 0,-1-2-3 0 0,0-1 1 0 0,0 1-1 0 0,0-1 0 0 0,0 0 0 0 0,-1-1 1 0 0,1 0-1 0 0,-1 0 0 0 0,13-10 0 0 0,-1-2-106 0 0,30-30-1 0 0,71-94-2012 0 0,-48 40-3869 0 0,-52 68 1300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2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250 649 2436 0 0,'-5'8'1751'0'0,"0"0"1"0"0,0 0-1 0 0,-4 12 0 0 0,0-1-530 0 0,9-18-1158 0 0,-1-1 1 0 0,1 1-1 0 0,0 0 0 0 0,-1 0 1 0 0,1 0-1 0 0,-1 0 1 0 0,1 0-1 0 0,0-1 1 0 0,0 1-1 0 0,0 0 1 0 0,-1 0-1 0 0,1 0 1 0 0,0 0-1 0 0,0 0 0 0 0,0 0 1 0 0,0 0-1 0 0,1 0 1 0 0,-1 0-1 0 0,0 0 1 0 0,0 0-1 0 0,1 0 1 0 0,-1 0-14 0 0,1 0 0 0 0,-1-1 0 0 0,1 1 0 0 0,0-1 0 0 0,-1 1-1 0 0,1-1 1 0 0,-1 0 0 0 0,1 1 0 0 0,0-1 0 0 0,-1 0 0 0 0,1 1 0 0 0,0-1 0 0 0,0 0 0 0 0,-1 0 0 0 0,1 1 0 0 0,0-1 0 0 0,0 0 0 0 0,-1 0 0 0 0,3 0 0 0 0,1 0 41 0 0,0 0-1 0 0,0-1 1 0 0,0 0 0 0 0,0 1-1 0 0,0-1 1 0 0,0 0-1 0 0,0-1 1 0 0,4-1 0 0 0,20-13-17 0 0,0-2 0 0 0,0 0 0 0 0,-2-2 0 0 0,0-1 0 0 0,-2-1 0 0 0,0-1 0 0 0,-2-1 0 0 0,0-1 1 0 0,-2-1-1 0 0,0-1 0 0 0,17-33 0 0 0,-4-2-58 0 0,-2-1 0 0 0,-3-1 0 0 0,-4-1 1 0 0,22-84-1 0 0,-43 132-65 0 0,-3 8 6 0 0,-6 14 48 0 0,1 1 0 0 0,-1 0 0 0 0,1 0 1 0 0,0 0-1 0 0,1 1 0 0 0,0 0 0 0 0,0 0 1 0 0,-5 11-1 0 0,-24 71 7 0 0,18-46 14 0 0,-44 127 520 0 0,7 2 1 0 0,8 3-1 0 0,7 1 0 0 0,9 2 0 0 0,-8 199 1 0 0,30-218-365 0 0,-9 124 156 0 0,15-279-326 0 0,-2 13 37 0 0,0 0 0 0 0,0 0 0 0 0,-2-1 1 0 0,-7 24-1 0 0,9-37-40 0 0,1 0 1 0 0,-1 1 0 0 0,1-1-1 0 0,-1 0 1 0 0,0 0 0 0 0,0 0 0 0 0,0-1-1 0 0,-1 1 1 0 0,1-1 0 0 0,0 1 0 0 0,-1-1-1 0 0,-3 3 1 0 0,4-4-4 0 0,-1 0-1 0 0,1 0 1 0 0,0 0 0 0 0,0 0-1 0 0,-1-1 1 0 0,1 1 0 0 0,-1-1-1 0 0,1 1 1 0 0,0-1 0 0 0,-1 0-1 0 0,1 0 1 0 0,-1 0 0 0 0,1 0-1 0 0,0-1 1 0 0,-1 1-1 0 0,1-1 1 0 0,0 1 0 0 0,-1-1-1 0 0,-3-2 1 0 0,-2-1-1 0 0,0 0 0 0 0,0-1 0 0 0,0 0 0 0 0,1 0 0 0 0,0-1 0 0 0,0 0 0 0 0,1 0 0 0 0,-1 0 0 0 0,1-1 0 0 0,1 0 1 0 0,-6-9-1 0 0,-7-11-5 0 0,-23-50 0 0 0,20 30-7 0 0,2 0 0 0 0,1-2-1 0 0,3 0 1 0 0,2 0-1 0 0,2-1 1 0 0,-6-77-1 0 0,14 82-9 0 0,3 0-1 0 0,1 0 0 0 0,2 0 1 0 0,2 1-1 0 0,2-1 0 0 0,2 1 1 0 0,25-73-1 0 0,-13 62-10 0 0,3 2 0 0 0,1 1 0 0 0,3 1 0 0 0,2 1 0 0 0,73-90 0 0 0,-72 103 12 0 0,2 2-1 0 0,1 1 0 0 0,2 2 1 0 0,1 2-1 0 0,2 1 1 0 0,0 1-1 0 0,74-36 0 0 0,-93 55 4 0 0,0 0 0 0 0,0 1-1 0 0,1 2 1 0 0,0 0-1 0 0,0 1 1 0 0,1 1-1 0 0,24-2 1 0 0,-37 6 7 0 0,-1 0 1 0 0,1 0-1 0 0,-1 0 0 0 0,0 1 1 0 0,1 0-1 0 0,-1 1 1 0 0,0 0-1 0 0,0 0 0 0 0,0 1 1 0 0,0 0-1 0 0,0 0 0 0 0,0 1 1 0 0,-1 0-1 0 0,0 0 0 0 0,0 1 1 0 0,0-1-1 0 0,0 2 1 0 0,-1-1-1 0 0,0 1 0 0 0,0 0 1 0 0,8 11-1 0 0,-8-8 5 0 0,0 0 0 0 0,-1 0 1 0 0,0 0-1 0 0,-1 1 0 0 0,0 0 0 0 0,0 0 1 0 0,-1 0-1 0 0,-1 1 0 0 0,0-1 0 0 0,2 17 0 0 0,-3-12 3 0 0,-2-1 0 0 0,1 1-1 0 0,-1-1 1 0 0,-1 1 0 0 0,-1-1-1 0 0,0 1 1 0 0,-6 15-1 0 0,2-10 15 0 0,-1-1-1 0 0,-1 0 1 0 0,-1 0 0 0 0,-1-1-1 0 0,0 0 1 0 0,-1-1-1 0 0,-1 0 1 0 0,-1-1-1 0 0,0-1 1 0 0,-30 26-1 0 0,37-35-1 0 0,-2-1-1 0 0,1 1 1 0 0,0-1-1 0 0,-1-1 1 0 0,0 1-1 0 0,0-1 1 0 0,-1-1-1 0 0,1 0 0 0 0,-1 0 1 0 0,-12 1-1 0 0,18-4-115 0 0,-1 1 0 0 0,1-1 0 0 0,0 0 0 0 0,0-1 0 0 0,0 1 0 0 0,0-1 0 0 0,-1 0 0 0 0,1 0 0 0 0,0 0 0 0 0,0 0 0 0 0,1-1 0 0 0,-1 0 0 0 0,0 0 0 0 0,0 0 0 0 0,1 0 0 0 0,-1 0 0 0 0,1-1 0 0 0,0 1 0 0 0,-1-1 0 0 0,1 0 0 0 0,1 0 0 0 0,-1 0 1 0 0,0-1-1 0 0,1 1 0 0 0,-1 0 0 0 0,1-1 0 0 0,0 0 0 0 0,0 0 0 0 0,1 1 0 0 0,-1-1 0 0 0,1 0 0 0 0,0 0 0 0 0,0 0 0 0 0,0-1 0 0 0,1 1 0 0 0,-1 0 0 0 0,1 0 0 0 0,0 0 0 0 0,0-1 0 0 0,0 1 0 0 0,1 0 0 0 0,-1 0 0 0 0,1 0 0 0 0,0 0 0 0 0,0 0 0 0 0,4-7 0 0 0,-1 3-753 0 0,1-1 0 0 0,0 1 1 0 0,1 0-1 0 0,0 0 0 0 0,0 1 1 0 0,1-1-1 0 0,0 1 0 0 0,11-8 1 0 0,1-2-3047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89 1736 0 0,'2'-1'390'0'0,"0"0"0"0"0,-1-1-1 0 0,0 1 1 0 0,1 0 0 0 0,-1-1-1 0 0,0 1 1 0 0,1-1 0 0 0,-1 1 0 0 0,0-1-1 0 0,0 0 1 0 0,0 0 0 0 0,-1 1-1 0 0,1-1 1 0 0,0 0 0 0 0,-1 0 0 0 0,1 0-1 0 0,-1 0 1 0 0,1 1 0 0 0,-1-1-1 0 0,0 0 1 0 0,0 0 0 0 0,0 0 0 0 0,0 0-1 0 0,0-2 1 0 0,-1 2 267 0 0,1 1-620 0 0,0 1 0 0 0,0-1 0 0 0,0 1-1 0 0,0 0 1 0 0,0-1 0 0 0,0 1 0 0 0,0-1-1 0 0,-1 1 1 0 0,1 0 0 0 0,0-1 0 0 0,0 1-1 0 0,0 0 1 0 0,-1-1 0 0 0,1 1 0 0 0,0 0-1 0 0,0-1 1 0 0,-1 1 0 0 0,1 0 0 0 0,0 0-1 0 0,-1-1 1 0 0,1 1 0 0 0,0 0 0 0 0,-1 0-1 0 0,1-1 1 0 0,0 1 0 0 0,-1 0 0 0 0,1 0-1 0 0,-1 0 1 0 0,1 0 0 0 0,0 0 0 0 0,-1 0-1 0 0,1 0 1 0 0,-1 0 0 0 0,1 0 0 0 0,0 0-1 0 0,-1 0 1 0 0,1 0 0 0 0,-1 0 0 0 0,1 0-1 0 0,-1 0 1 0 0,-22 4 585 0 0,13 3-503 0 0,0-1-1 0 0,0 2 1 0 0,0 0-1 0 0,1 0 1 0 0,0 0-1 0 0,0 1 1 0 0,1 0-1 0 0,1 1 0 0 0,-1 0 1 0 0,2 0-1 0 0,-1 1 1 0 0,-8 20-1 0 0,3-5 18 0 0,2 1 0 0 0,1 0 0 0 0,1 1 0 0 0,-7 44 1 0 0,13-60-95 0 0,0 1-1 0 0,1-1 1 0 0,1 0 0 0 0,0 1 0 0 0,1-1 0 0 0,0 0 0 0 0,1 1 0 0 0,1-1 0 0 0,3 13 0 0 0,-4-20-20 0 0,0 0 0 0 0,0-1 0 0 0,0 1-1 0 0,0-1 1 0 0,1 0 0 0 0,0 0 0 0 0,0 0-1 0 0,0 0 1 0 0,0 0 0 0 0,1 0 0 0 0,-1-1-1 0 0,1 0 1 0 0,0 0 0 0 0,0 0 0 0 0,0 0-1 0 0,0 0 1 0 0,1-1 0 0 0,-1 0 0 0 0,1 0-1 0 0,-1 0 1 0 0,1 0 0 0 0,0-1 0 0 0,0 0-1 0 0,0 0 1 0 0,6 1 0 0 0,-2-2-7 0 0,0 1-1 0 0,0-1 1 0 0,0 0-1 0 0,0-1 1 0 0,0 0 0 0 0,0 0-1 0 0,-1-1 1 0 0,1 0-1 0 0,0-1 1 0 0,-1 0 0 0 0,0 0-1 0 0,1-1 1 0 0,-1 0-1 0 0,-1 0 1 0 0,1-1 0 0 0,11-9-1 0 0,-11 6-7 0 0,1 0-1 0 0,-2 0 0 0 0,1-1 1 0 0,-1 0-1 0 0,0 0 1 0 0,-1-1-1 0 0,0 0 0 0 0,-1 0 1 0 0,0 0-1 0 0,0-1 1 0 0,-1 1-1 0 0,4-18 0 0 0,-2 3 10 0 0,-1-1 0 0 0,-1 1 0 0 0,0-29 0 0 0,-4 42-14 0 0,0 0 0 0 0,-1 0 0 0 0,0 0 0 0 0,-1 0 0 0 0,0 1 0 0 0,-1-1-1 0 0,0 1 1 0 0,-1 0 0 0 0,-6-13 0 0 0,9 22-4 0 0,0-1 0 0 0,-1 1 0 0 0,1-1 0 0 0,-1 1 0 0 0,1 0 0 0 0,-1-1 0 0 0,0 1 1 0 0,0 0-1 0 0,0 0 0 0 0,0 0 0 0 0,-1 1 0 0 0,1-1 0 0 0,0 0 0 0 0,-1 1 0 0 0,1-1 0 0 0,-1 1 0 0 0,1 0 0 0 0,-1 0 0 0 0,0 0 0 0 0,0 0 0 0 0,1 1 1 0 0,-1-1-1 0 0,0 1 0 0 0,0-1 0 0 0,0 1 0 0 0,0 0 0 0 0,1 0 0 0 0,-1 0 0 0 0,0 1 0 0 0,0-1 0 0 0,0 1 0 0 0,0-1 0 0 0,1 1 0 0 0,-1 0 1 0 0,0 0-1 0 0,1 0 0 0 0,-1 1 0 0 0,1-1 0 0 0,-1 1 0 0 0,1-1 0 0 0,-1 1 0 0 0,1 0 0 0 0,0 0 0 0 0,0 0 0 0 0,-4 4 0 0 0,0 2 6 0 0,0 0 0 0 0,0 0 0 0 0,1 0 1 0 0,0 1-1 0 0,0-1 0 0 0,1 1 0 0 0,0 0 0 0 0,1 1 0 0 0,0-1 0 0 0,0 1 0 0 0,-1 11 0 0 0,3-16-38 0 0,1-1 0 0 0,-1 1 0 0 0,1-1 0 0 0,0 1 0 0 0,0 0 0 0 0,1-1 0 0 0,-1 1 0 0 0,1-1-1 0 0,0 1 1 0 0,0-1 0 0 0,0 1 0 0 0,1-1 0 0 0,0 0 0 0 0,-1 0 0 0 0,2 0 0 0 0,-1 0 0 0 0,0 0 0 0 0,1 0 0 0 0,0 0 0 0 0,0-1 0 0 0,0 1 0 0 0,0-1 0 0 0,0 0 0 0 0,1 0 0 0 0,-1 0 0 0 0,5 2 0 0 0,4 1-200 0 0,-1 0 1 0 0,1-2-1 0 0,0 1 1 0 0,0-2-1 0 0,0 1 1 0 0,0-2 0 0 0,1 1-1 0 0,-1-2 1 0 0,1 0-1 0 0,0 0 1 0 0,-1-1-1 0 0,1-1 1 0 0,-1 0 0 0 0,17-4-1 0 0,-10 1 7 0 0,0 0 1 0 0,0-2-1 0 0,-1-1 0 0 0,0 0 0 0 0,0-1 0 0 0,-1-1 1 0 0,0 0-1 0 0,26-20 0 0 0,-24 13 249 0 0,0 0 0 0 0,-1-2 0 0 0,-2 0 0 0 0,1-1 0 0 0,13-21 0 0 0,30-59 2893 0 0,-32 44-811 0 0,-27 53-1745 0 0,-5 18-184 0 0,-30 96 353 0 0,-6 25-220 0 0,36-118-266 0 0,1-1-1 0 0,0 1 1 0 0,2 1 0 0 0,0-1 0 0 0,3 26-1 0 0,-2-41-64 0 0,0-1 0 0 0,1 1 1 0 0,0-1-1 0 0,0 1 0 0 0,0-1 0 0 0,0 0 0 0 0,0 1 0 0 0,0-1 0 0 0,1 0 0 0 0,0 0 0 0 0,0 0 0 0 0,0 0 0 0 0,0 0 0 0 0,0 0 1 0 0,0 0-1 0 0,1-1 0 0 0,-1 1 0 0 0,1-1 0 0 0,0 0 0 0 0,0 1 0 0 0,0-1 0 0 0,0-1 0 0 0,3 3 0 0 0,-1-3-173 0 0,-1 1-1 0 0,0-1 1 0 0,1 0-1 0 0,-1-1 1 0 0,0 1 0 0 0,1-1-1 0 0,-1 0 1 0 0,1 0-1 0 0,-1 0 1 0 0,0-1-1 0 0,1 1 1 0 0,-1-1 0 0 0,0 0-1 0 0,1 0 1 0 0,-1-1-1 0 0,0 1 1 0 0,0-1-1 0 0,7-4 1 0 0,-4 2-531 0 0,-1 0 1 0 0,0-1 0 0 0,-1 1-1 0 0,1-1 1 0 0,-1 0-1 0 0,0-1 1 0 0,0 1-1 0 0,7-12 1 0 0,7-11-4204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3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48 1504 0 0,'-12'-12'1888'0'0,"1"-1"-396"0"0,-2 7-351 0 0,3-2-193 0 0,-1 3 416 0 0,-14 1-512 0 0,2 11-572 0 0,11-3-20 0 0,-1 4-88 0 0,3 5-96 0 0,-1-1-392 0 0,3 3-304 0 0,1 0-708 0 0,-1 1-1093 0 0,2 1-467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3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1184 0 0,'13'8'9757'0'0,"-5"-1"-9320"0"0,-1 1 0 0 0,1-1 0 0 0,-1 2 0 0 0,-1-1 0 0 0,0 1 0 0 0,0 0 0 0 0,0 1 0 0 0,-1-1 0 0 0,4 13 1 0 0,-3-6-325 0 0,0-1 1 0 0,-2 1-1 0 0,0 0 1 0 0,-1 0-1 0 0,2 25 1 0 0,-4-31-37 0 0,-1 0 0 0 0,-1 0 1 0 0,1 0-1 0 0,-2 0 0 0 0,1 0 1 0 0,-1 0-1 0 0,-1 0 0 0 0,0-1 0 0 0,0 1 1 0 0,-1-1-1 0 0,-9 17 0 0 0,13-25-73 0 0,-1-1-1 0 0,1 0 1 0 0,0 1-1 0 0,0-1 1 0 0,-1 1-1 0 0,1-1 1 0 0,0 1-1 0 0,-1-1 1 0 0,1 0-1 0 0,0 1 1 0 0,-1-1-1 0 0,1 0 1 0 0,-1 1-1 0 0,1-1 1 0 0,0 0-1 0 0,-1 0 1 0 0,1 1-1 0 0,-1-1 1 0 0,1 0-1 0 0,-1 0 1 0 0,1 0-1 0 0,-1 0 1 0 0,1 1-1 0 0,-1-1 1 0 0,1 0-1 0 0,-1 0 1 0 0,1 0-1 0 0,-1 0 1 0 0,1 0-1 0 0,-1 0 1 0 0,1-1-1 0 0,-1 1 1 0 0,1 0-1 0 0,-1 0 1 0 0,1 0-1 0 0,-1 0 1 0 0,1-1-1 0 0,-1 1 1 0 0,1 0-1 0 0,-1 0 1 0 0,1-1-1 0 0,-1 1 1 0 0,1 0-1 0 0,0-1 1 0 0,-1 1-1 0 0,1 0 1 0 0,0-1-1 0 0,-1 1 1 0 0,1 0-1 0 0,0-1 1 0 0,0 1-1 0 0,-1-1 1 0 0,1 1-1 0 0,0-1 1 0 0,0 1-1 0 0,0-1 1 0 0,-1 1-1 0 0,1-1 1 0 0,0 1-1 0 0,0-1 1 0 0,1-12-78 0 0,1 0 1 0 0,0 1 0 0 0,0-1 0 0 0,2 1 0 0 0,-1 0 0 0 0,2 0 0 0 0,8-19 0 0 0,0 6-25 0 0,1 1 1 0 0,26-36-1 0 0,-24 40 56 0 0,1 1 0 0 0,0 1 0 0 0,1 0 0 0 0,38-27 0 0 0,-41 34 21 0 0,0 2 0 0 0,0 0 0 0 0,1 0 0 0 0,0 2-1 0 0,0 0 1 0 0,1 1 0 0 0,26-6 0 0 0,-39 11 21 0 0,0 0 0 0 0,0 1-1 0 0,-1-1 1 0 0,1 1 0 0 0,0 0 0 0 0,0 0 0 0 0,0 1 0 0 0,-1-1 0 0 0,1 1 0 0 0,0-1-1 0 0,0 1 1 0 0,-1 1 0 0 0,1-1 0 0 0,-1 0 0 0 0,1 1 0 0 0,-1 0 0 0 0,1-1 0 0 0,-1 1-1 0 0,0 1 1 0 0,0-1 0 0 0,0 0 0 0 0,0 1 0 0 0,-1 0 0 0 0,1-1 0 0 0,0 1 0 0 0,-1 0-1 0 0,0 0 1 0 0,0 1 0 0 0,0-1 0 0 0,1 4 0 0 0,2 2 15 0 0,-2 0-1 0 0,0 0 1 0 0,0 0 0 0 0,0 0-1 0 0,-1 1 1 0 0,-1-1 0 0 0,0 1-1 0 0,0 0 1 0 0,0-1-1 0 0,-2 14 1 0 0,-6 33 25 0 0,3-37-323 0 0,2 0 0 0 0,0 0 0 0 0,1 0-1 0 0,1 0 1 0 0,3 26 0 0 0,-3-42-36 0 0,1-1 1 0 0,0 0 0 0 0,0 1 0 0 0,0-1 0 0 0,0 1 0 0 0,1-1-1 0 0,-1 0 1 0 0,1 0 0 0 0,-1 0 0 0 0,1 0 0 0 0,0 0-1 0 0,0 0 1 0 0,0 0 0 0 0,0 0 0 0 0,0-1 0 0 0,0 1-1 0 0,0-1 1 0 0,0 0 0 0 0,1 1 0 0 0,-1-1 0 0 0,0 0-1 0 0,1 0 1 0 0,-1-1 0 0 0,4 2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4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207 171 2424 0 0,'45'-165'11212'0'0,"-45"160"-10093"0"0,-1 5-427 0 0,-8 13-189 0 0,-8 21-245 0 0,-47 128 1510 0 0,-79 317 0 0 0,142-472-1783 0 0,-5 18 95 0 0,-3 37-1 0 0,8-56-204 0 0,1 0-1 0 0,-1-1 1 0 0,2 1 0 0 0,-1 0-1 0 0,1 0 1 0 0,-1 0 0 0 0,2 0-1 0 0,-1 0 1 0 0,1-1 0 0 0,-1 1 0 0 0,2-1-1 0 0,3 8 1 0 0,-5-11-53 0 0,1 1 0 0 0,0-1 1 0 0,0 0-1 0 0,0 0 0 0 0,0 0 0 0 0,0 0 1 0 0,0-1-1 0 0,0 1 0 0 0,1-1 0 0 0,-1 1 1 0 0,1-1-1 0 0,-1 0 0 0 0,1 0 0 0 0,-1 0 1 0 0,1 0-1 0 0,0 0 0 0 0,-1-1 0 0 0,5 1 1 0 0,-1 0-619 0 0,-1-1 0 0 0,1 0 0 0 0,0 0 0 0 0,-1-1 0 0 0,1 1 0 0 0,-1-1 0 0 0,1-1 0 0 0,6-2 0 0 0,9-4-4518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4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32 1528 0 0,'-83'-19'6540'0'0,"21"6"-1934"0"0,100 20-4770 0 0,0-1-1 0 0,49 1 1 0 0,15 1-5250 0 0,-61-2 1051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4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450 139 1336 0 0,'1'-2'2488'0'0,"0"-4"-1445"0"0,-1 1-1 0 0,1-1 0 0 0,-1 0 0 0 0,0 1 1 0 0,0-1-1 0 0,-1 1 0 0 0,0-1 0 0 0,-2-8 1 0 0,0 4-171 0 0,0 0 0 0 0,0 1 1 0 0,-9-17-1 0 0,10 24-832 0 0,0 0 0 0 0,0 0 0 0 0,0 0 0 0 0,0 0 0 0 0,0 1 0 0 0,0-1 0 0 0,-1 1 0 0 0,1 0 0 0 0,0-1 1 0 0,-1 1-1 0 0,1 0 0 0 0,-1 0 0 0 0,1 0 0 0 0,-1 1 0 0 0,0-1 0 0 0,1 1 0 0 0,-1-1 0 0 0,0 1 0 0 0,1 0 0 0 0,-1 0 0 0 0,0 0 0 0 0,0 1 0 0 0,-2 0 0 0 0,-1-1-22 0 0,-1 2 0 0 0,1-1 0 0 0,0 1 0 0 0,0 0 0 0 0,0 0 0 0 0,1 0 0 0 0,-1 1 0 0 0,0 0 0 0 0,-6 5 1 0 0,-5 5 17 0 0,-22 20 0 0 0,18-14-8 0 0,-10 9-21 0 0,2 2 1 0 0,1 0-1 0 0,1 2 1 0 0,2 1-1 0 0,-23 39 1 0 0,43-63-11 0 0,0 0 1 0 0,1 0-1 0 0,0 1 1 0 0,1-1-1 0 0,0 1 0 0 0,0 0 1 0 0,1 0-1 0 0,0 0 0 0 0,-1 12 1 0 0,3-20 4 0 0,0 1 0 0 0,0 0 0 0 0,0 0 0 0 0,0 0 0 0 0,0 0 1 0 0,1 0-1 0 0,-1 0 0 0 0,1-1 0 0 0,0 1 0 0 0,0 0 0 0 0,0 0 0 0 0,0-1 0 0 0,0 1 0 0 0,1-1 1 0 0,-1 1-1 0 0,1-1 0 0 0,-1 1 0 0 0,1-1 0 0 0,0 0 0 0 0,0 0 0 0 0,0 0 0 0 0,0 0 1 0 0,1 0-1 0 0,-1 0 0 0 0,0-1 0 0 0,1 1 0 0 0,-1-1 0 0 0,1 0 0 0 0,0 1 0 0 0,-1-1 0 0 0,1 0 1 0 0,0-1-1 0 0,0 1 0 0 0,0 0 0 0 0,5 0 0 0 0,-4 0 3 0 0,1-1-1 0 0,-1 1 1 0 0,1-1-1 0 0,-1 1 1 0 0,1-1 0 0 0,-1 0-1 0 0,9-2 1 0 0,-4 1-1 0 0,1-1-2 0 0,0 1 0 0 0,-1-1 0 0 0,0-1 0 0 0,1 1 0 0 0,-1-2 0 0 0,0 1 0 0 0,0-1 0 0 0,16-10-1 0 0,-8 2-8 0 0,0 0-1 0 0,29-28 1 0 0,-16 8 27 0 0,-2-2 1 0 0,-1-1-1 0 0,29-50 0 0 0,-24 37 242 0 0,-31 45-226 0 0,-16 33 29 0 0,-3 6 16 0 0,-17 46-1 0 0,31-71-63 0 0,0 1 1 0 0,1-1-1 0 0,0 1 1 0 0,1 0-1 0 0,1 0 1 0 0,0 0 0 0 0,1 0-1 0 0,1 19 1 0 0,-1-27-94 0 0,1-1 0 0 0,0 0 0 0 0,0 1 0 0 0,1-1 0 0 0,-1 0 0 0 0,1 0 0 0 0,-1 0 0 0 0,1 0 0 0 0,0 0 0 0 0,0 0 0 0 0,0 0 0 0 0,1-1 0 0 0,-1 1 0 0 0,1-1 0 0 0,-1 0 0 0 0,1 1 0 0 0,0-1 0 0 0,0 0 0 0 0,0-1 0 0 0,0 1 0 0 0,0 0 0 0 0,0-1 0 0 0,0 0 0 0 0,1 0 0 0 0,-1 0 0 0 0,0 0 0 0 0,5 0 0 0 0,4 2-1145 0 0,0-2-1 0 0,-1 0 1 0 0,1 0-1 0 0,0-1 1 0 0,0 0-1 0 0,23-4 0 0 0,3-4-4525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5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56 352 1680 0 0,'-5'3'455'0'0,"1"0"1"0"0,1 0-1 0 0,-1 0 0 0 0,0 1 1 0 0,1 0-1 0 0,-1 0 0 0 0,1 0 0 0 0,0 0 1 0 0,1 0-1 0 0,-1 0 0 0 0,1 1 0 0 0,0 0 1 0 0,0-1-1 0 0,0 1 0 0 0,0 0 1 0 0,1 0-1 0 0,-1 6 0 0 0,0-1-207 0 0,1 0 0 0 0,0 0 0 0 0,1 0 0 0 0,0 0 1 0 0,1 0-1 0 0,0 0 0 0 0,4 18 0 0 0,-5-25-200 0 0,1-1 0 0 0,0 0 1 0 0,0 0-1 0 0,0 0 0 0 0,0 0 0 0 0,0 1 1 0 0,0-1-1 0 0,1-1 0 0 0,-1 1 1 0 0,1 0-1 0 0,-1 0 0 0 0,1 0 0 0 0,0-1 1 0 0,0 1-1 0 0,-1-1 0 0 0,1 1 1 0 0,0-1-1 0 0,0 0 0 0 0,1 0 0 0 0,-1 0 1 0 0,0 0-1 0 0,4 1 0 0 0,-2-1-11 0 0,1 0 0 0 0,0 0 1 0 0,0-1-1 0 0,0 1 0 0 0,0-1 0 0 0,0 0 0 0 0,0 0 0 0 0,-1-1 0 0 0,1 0 0 0 0,7-1 1 0 0,5-4-7 0 0,0 0 1 0 0,0-1-1 0 0,-1 0 1 0 0,0-2-1 0 0,-1 1 1 0 0,0-2-1 0 0,0 0 1 0 0,19-18-1 0 0,-15 10-21 0 0,-1 0 0 0 0,0-1-1 0 0,-2-1 1 0 0,0-1-1 0 0,16-27 1 0 0,-13 11-32 0 0,-1 0-1 0 0,-2-1 1 0 0,-1-1-1 0 0,12-55 1 0 0,-22 60 22 0 0,-5 33-1 0 0,0-1-1 0 0,0 0 1 0 0,-1 1-1 0 0,1-1 1 0 0,0 1-1 0 0,-1-1 1 0 0,1 1-1 0 0,-1-1 1 0 0,0 1-1 0 0,1-1 1 0 0,-1 1-1 0 0,0-1 1 0 0,0 1 0 0 0,0 0-1 0 0,-2-2 1 0 0,3 2-1 0 0,-1 1 1 0 0,1 0 0 0 0,0 0 0 0 0,-1-1 0 0 0,1 1 0 0 0,-1 0 0 0 0,1 0-1 0 0,-1 0 1 0 0,1 0 0 0 0,0 0 0 0 0,-1 0 0 0 0,1 0 0 0 0,-1 0 0 0 0,1 0 0 0 0,-1 0-1 0 0,1 0 1 0 0,-1 0 0 0 0,1 0 0 0 0,0 0 0 0 0,-1 0 0 0 0,1 1 0 0 0,-1-1-1 0 0,1 0 1 0 0,0 0 0 0 0,-1 0 0 0 0,1 1 0 0 0,-1-1 0 0 0,1 0 0 0 0,0 0 0 0 0,-1 1-1 0 0,-9 9 12 0 0,0 2-7 0 0,1 1-1 0 0,0 0 1 0 0,1 1 0 0 0,1 0-1 0 0,0 0 1 0 0,1 0-1 0 0,1 1 1 0 0,-7 26-1 0 0,4-6 39 0 0,2 0 0 0 0,-3 62 0 0 0,9-82-23 0 0,0-1 1 0 0,0 0-1 0 0,2 0 0 0 0,-1 1 1 0 0,2-1-1 0 0,6 19 1 0 0,-8-27-9 0 0,1-1 0 0 0,0 0 0 0 0,1 0 0 0 0,-1 0 1 0 0,1-1-1 0 0,0 1 0 0 0,0-1 0 0 0,0 1 0 0 0,1-1 0 0 0,-1 0 0 0 0,1 0 0 0 0,0 0 1 0 0,1-1-1 0 0,-1 0 0 0 0,0 0 0 0 0,1 0 0 0 0,0 0 0 0 0,0 0 0 0 0,8 2 1 0 0,-3-2-42 0 0,1 0 1 0 0,-1-1 0 0 0,1 0 0 0 0,0-1-1 0 0,-1 0 1 0 0,1 0 0 0 0,0-1-1 0 0,0-1 1 0 0,20-3 0 0 0,-16 0-48 0 0,0 0-1 0 0,0-1 1 0 0,0-1 0 0 0,-1 0 0 0 0,1-1-1 0 0,15-10 1 0 0,-8 2-9 0 0,-1 0 0 0 0,0-2 1 0 0,-2 0-1 0 0,0-1 0 0 0,-1-1 0 0 0,0-1 1 0 0,27-42-1 0 0,-24 27 196 0 0,-2-1 0 0 0,-2 0 0 0 0,-1-1 0 0 0,-1-1 0 0 0,17-75 1 0 0,-32 111-103 0 0,1-1 0 0 0,-1 1 1 0 0,0 0-1 0 0,1 0 1 0 0,-1-1-1 0 0,0 1 0 0 0,0 0 1 0 0,0 0-1 0 0,-1-1 1 0 0,1 1-1 0 0,-1-4 1 0 0,0 6-3 0 0,1-1 1 0 0,0 0 0 0 0,-1 0 0 0 0,1 1 0 0 0,0-1 0 0 0,-1 1 0 0 0,1-1 0 0 0,-1 0 0 0 0,1 1 0 0 0,-1-1 0 0 0,0 1 0 0 0,1-1-1 0 0,-1 1 1 0 0,1 0 0 0 0,-1-1 0 0 0,0 1 0 0 0,1-1 0 0 0,-1 1 0 0 0,0 0 0 0 0,0 0 0 0 0,1-1 0 0 0,-3 1 0 0 0,1 0 4 0 0,-1 0 1 0 0,1 0-1 0 0,-1 1 1 0 0,0-1-1 0 0,1 1 1 0 0,-1 0-1 0 0,1-1 1 0 0,-1 1-1 0 0,1 0 1 0 0,-1 1-1 0 0,1-1 1 0 0,0 0-1 0 0,0 1 1 0 0,0-1 0 0 0,-1 1-1 0 0,-2 2 1 0 0,-1 2-1 0 0,0 1 0 0 0,0-1 1 0 0,0 1-1 0 0,0 0 1 0 0,1 0-1 0 0,0 1 1 0 0,1-1-1 0 0,0 1 1 0 0,0 0-1 0 0,1 1 0 0 0,0-1 1 0 0,0 1-1 0 0,1-1 1 0 0,-2 13-1 0 0,3-14-1 0 0,1 0 1 0 0,0 0-1 0 0,0 0 0 0 0,0 0 0 0 0,1-1 1 0 0,0 1-1 0 0,1 0 0 0 0,0-1 0 0 0,0 1 1 0 0,0-1-1 0 0,0 1 0 0 0,1-1 0 0 0,0 0 1 0 0,1 0-1 0 0,-1 0 0 0 0,1-1 0 0 0,0 1 0 0 0,1-1 1 0 0,5 6-1 0 0,10 7 63 0 0,1-1 1 0 0,31 19-1 0 0,-36-26 28 0 0,0 0-1 0 0,-2 1 1 0 0,1 1-1 0 0,-1 0 1 0 0,-1 0-1 0 0,0 2 1 0 0,14 19-1 0 0,-25-31-33 0 0,-1 0 0 0 0,0 0 0 0 0,0 1 0 0 0,1-1 0 0 0,-2 0-1 0 0,1 1 1 0 0,0-1 0 0 0,0 1 0 0 0,-1-1 0 0 0,1 1 0 0 0,-1-1-1 0 0,0 1 1 0 0,0 0 0 0 0,0-1 0 0 0,0 1 0 0 0,0-1 0 0 0,-2 6-1 0 0,1-5-11 0 0,0 1-1 0 0,-1-1 0 0 0,1 1 0 0 0,-1-1 0 0 0,0 0 0 0 0,0 0 0 0 0,-1 0 1 0 0,1 0-1 0 0,-1 0 0 0 0,-5 5 0 0 0,-1-1-7 0 0,0 0 0 0 0,-1-1-1 0 0,0 0 1 0 0,0 0 0 0 0,0-1 0 0 0,-1-1 0 0 0,-11 4 0 0 0,11-4-89 0 0,0-1 1 0 0,0-1-1 0 0,-1 0 1 0 0,1 0-1 0 0,-1-1 1 0 0,1-1 0 0 0,-1 0-1 0 0,0 0 1 0 0,1-1-1 0 0,-24-5 1 0 0,23 2-560 0 0,-1 0 0 0 0,1-1 1 0 0,0 0-1 0 0,0-1 0 0 0,1-1 1 0 0,-1 0-1 0 0,2 0 0 0 0,-1-1 0 0 0,-13-13 1 0 0,-2-5-2824 0 0,-3-6-1304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5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1536 0 0,'2'-16'2216'0'0,"2"7"-584"0"0,-2-1 745 0 0,3-7-881 0 0,-3 7-96 0 0,19 16-1888 0 0,-9 15-3388 0 0,-5-9-13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7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1 873 1452 0 0,'5'13'3694'0'0,"0"0"-1"0"0,10 19 0 0 0,-11-25-3421 0 0,0-1 0 0 0,1 1 0 0 0,-1-1 0 0 0,2 0 0 0 0,-1 0-1 0 0,0 0 1 0 0,1-1 0 0 0,0 0 0 0 0,11 7 0 0 0,-14-11-247 0 0,0 0 0 0 0,0 0 0 0 0,0-1 0 0 0,0 1 0 0 0,1-1 0 0 0,-1 1 0 0 0,0-1 1 0 0,0 0-1 0 0,0 0 0 0 0,0-1 0 0 0,0 1 0 0 0,5-2 0 0 0,-6 2-21 0 0,2-1 8 0 0,1 1 1 0 0,0-1-1 0 0,0-1 1 0 0,-1 1-1 0 0,1-1 1 0 0,0 0 0 0 0,-1 0-1 0 0,0 0 1 0 0,1 0-1 0 0,-1-1 1 0 0,0 0-1 0 0,4-3 1 0 0,0-1 1 0 0,0-1 0 0 0,0 0 0 0 0,11-16 0 0 0,-2-1-65 0 0,-1-1 0 0 0,-2 0-1 0 0,0-1 1 0 0,18-57 0 0 0,24-121-532 0 0,-45 162 502 0 0,7-37-66 0 0,-3 0-1 0 0,-4-1 0 0 0,1-116 1 0 0,-15 179 118 0 0,3 18 29 0 0,0-1-1 0 0,0 1 1 0 0,0-1-1 0 0,0 0 1 0 0,0 1-1 0 0,0-1 1 0 0,-1 1-1 0 0,1-1 1 0 0,0 1-1 0 0,-1-1 1 0 0,1 1-1 0 0,0-1 1 0 0,-1 1-1 0 0,1-1 1 0 0,0 1-1 0 0,-1-1 1 0 0,1 1-1 0 0,-1-1 1 0 0,0 1-1 0 0,0 0 1 0 0,0 0 1 0 0,-1 0-1 0 0,1 0 0 0 0,0 0 0 0 0,0 0 0 0 0,0 0 0 0 0,-1 0 0 0 0,1 1 1 0 0,0-1-1 0 0,0 0 0 0 0,0 1 0 0 0,0-1 0 0 0,-1 1 0 0 0,1 0 0 0 0,0-1 1 0 0,0 1-1 0 0,0 0 0 0 0,0-1 0 0 0,0 1 0 0 0,1 0 0 0 0,-1 0 0 0 0,0 0 1 0 0,0 0-1 0 0,0 0 0 0 0,1 0 0 0 0,-1 0 0 0 0,0 0 0 0 0,1 0 0 0 0,-1 0 1 0 0,1 2-1 0 0,-21 43 43 0 0,19-40-31 0 0,-10 27 32 0 0,2 1 0 0 0,1 1 0 0 0,-5 50 1 0 0,0 107 118 0 0,14-155-116 0 0,1-1 0 0 0,7 45-1 0 0,-4-60-21 0 0,0-1 0 0 0,1 0 1 0 0,1 1-1 0 0,2-2 0 0 0,11 25 0 0 0,-15-36-34 0 0,1-1 0 0 0,0 0 0 0 0,0 0 0 0 0,0 0 0 0 0,1 0 0 0 0,0-1 0 0 0,1 0 0 0 0,-1-1 0 0 0,1 1 0 0 0,0-1 0 0 0,1 0 0 0 0,-1-1 0 0 0,1 0 0 0 0,0 0 0 0 0,0-1 0 0 0,0 0 0 0 0,0 0 0 0 0,0 0 0 0 0,1-2-1 0 0,-1 1 1 0 0,1-1 0 0 0,10 1 0 0 0,-8-2-104 0 0,0 0 0 0 0,0 0 0 0 0,0-1 0 0 0,0-1-1 0 0,0 0 1 0 0,0 0 0 0 0,-1-1 0 0 0,1 0 0 0 0,-1-1-1 0 0,1 0 1 0 0,-1-1 0 0 0,-1 0 0 0 0,1-1-1 0 0,-1 0 1 0 0,0 0 0 0 0,17-15 0 0 0,-5-2-132 0 0,-1-1 1 0 0,-1-1-1 0 0,-1-1 1 0 0,-2 0-1 0 0,0-1 0 0 0,18-46 1 0 0,-7 5-85 0 0,30-119 0 0 0,-40 117 715 0 0,13-108 0 0 0,-29 171-337 0 0,0 0 1 0 0,-1 0 0 0 0,0 0-1 0 0,-1-1 1 0 0,1 1-1 0 0,-2 0 1 0 0,1 0 0 0 0,-4-10-1 0 0,5 17-45 0 0,0-1 0 0 0,0 1 0 0 0,-1-1 0 0 0,1 1 0 0 0,-1-1 0 0 0,1 1 0 0 0,0-1 0 0 0,-1 1 0 0 0,1 0 0 0 0,-1-1 0 0 0,1 1 0 0 0,-1-1 0 0 0,1 1-1 0 0,-1 0 1 0 0,1 0 0 0 0,-1-1 0 0 0,1 1 0 0 0,-1 0 0 0 0,1 0 0 0 0,-1 0 0 0 0,0 0 0 0 0,1 0 0 0 0,-1 0 0 0 0,1 0 0 0 0,-1 0 0 0 0,1 0 0 0 0,-1 0 0 0 0,0 0-1 0 0,1 0 1 0 0,-1 0 0 0 0,1 0 0 0 0,-1 0 0 0 0,1 0 0 0 0,-1 1 0 0 0,0-1 0 0 0,1 0 0 0 0,-1 0 0 0 0,1 1 0 0 0,-1-1 0 0 0,1 0 0 0 0,-1 2 0 0 0,-21 15 140 0 0,14-6-38 0 0,0 1-1 0 0,1 0 0 0 0,0 0 0 0 0,1 0 0 0 0,0 1 0 0 0,1 0 0 0 0,-4 15 0 0 0,-20 98 842 0 0,27-118-886 0 0,-9 72 377 0 0,2 1 0 0 0,5 0-1 0 0,9 139 1 0 0,-3-192-357 0 0,12 110 783 0 0,-13-135-769 0 0,-1-3-86 0 0,0 1 0 0 0,1-1 0 0 0,-1 0 0 0 0,0 1 0 0 0,1-1 0 0 0,-1 0 0 0 0,1 0 0 0 0,-1 0 0 0 0,1 1 0 0 0,-1-1 0 0 0,1 0 0 0 0,-1 0 0 0 0,1 0 0 0 0,-1 0 0 0 0,0 0 0 0 0,1 0 0 0 0,-1 0 1 0 0,1 0-1 0 0,-1 0 0 0 0,1 0 0 0 0,-1 0 0 0 0,1 0 0 0 0,0-1 0 0 0,53-130 95 0 0,-38 86-119 0 0,3 0-1 0 0,24-44 0 0 0,-36 77 5 0 0,0 0-1 0 0,1 1 0 0 0,1-1 0 0 0,0 1 0 0 0,0 1 0 0 0,1 0 0 0 0,1 0 0 0 0,-1 1 0 0 0,2 1 0 0 0,-1-1 0 0 0,19-8 0 0 0,-25 14 2 0 0,0 1 0 0 0,0-1 0 0 0,0 1 0 0 0,1 1-1 0 0,-1-1 1 0 0,1 1 0 0 0,-1 0 0 0 0,1 0 0 0 0,-1 1 0 0 0,1 0 0 0 0,0 0 0 0 0,-1 0 0 0 0,1 0 0 0 0,0 1 0 0 0,-1 0 0 0 0,1 0-1 0 0,-1 1 1 0 0,0-1 0 0 0,1 1 0 0 0,8 5 0 0 0,-8-3 5 0 0,0 0 1 0 0,0 0-1 0 0,0 1 0 0 0,-1 0 0 0 0,1 0 0 0 0,-1 0 0 0 0,0 1 1 0 0,-1 0-1 0 0,1 0 0 0 0,-1 0 0 0 0,-1 0 0 0 0,1 1 1 0 0,-1-1-1 0 0,0 1 0 0 0,3 10 0 0 0,15 80-12 0 0,-18-76 41 0 0,1 1 0 0 0,1-1 0 0 0,1-1 0 0 0,0 1-1 0 0,12 23 1 0 0,-16-40-14 0 0,0 0-1 0 0,1-1 1 0 0,-1 1 0 0 0,1-1-1 0 0,0 1 1 0 0,0-1 0 0 0,0 0-1 0 0,0 0 1 0 0,0-1-1 0 0,1 1 1 0 0,-1-1 0 0 0,1 1-1 0 0,0-1 1 0 0,-1 0 0 0 0,1-1-1 0 0,0 1 1 0 0,0 0-1 0 0,1-1 1 0 0,-1 0 0 0 0,0 0-1 0 0,0-1 1 0 0,0 1 0 0 0,1-1-1 0 0,-1 0 1 0 0,0 0-1 0 0,1 0 1 0 0,-1 0 0 0 0,0-1-1 0 0,0 0 1 0 0,9-2-1 0 0,-1-1 3 0 0,1-1-1 0 0,0 0 0 0 0,-1 0 0 0 0,0-1 0 0 0,-1-1 0 0 0,1 0 1 0 0,-1 0-1 0 0,17-16 0 0 0,-9 3-1 0 0,0-1 0 0 0,-1 0 1 0 0,-1-2-1 0 0,-1 0 0 0 0,-1 0 0 0 0,-2-2 1 0 0,0 0-1 0 0,-1 0 0 0 0,11-38 1 0 0,-22 61-14 0 0,-1 0 0 0 0,1 0 0 0 0,-1 0 0 0 0,0 0 0 0 0,0 0 0 0 0,0 0 1 0 0,0 0-1 0 0,0 0 0 0 0,0 0 0 0 0,-1 0 0 0 0,1 0 0 0 0,-1-2 0 0 0,0 3 3 0 0,1 1-1 0 0,0-1 0 0 0,0 0 1 0 0,0 1-1 0 0,-1-1 0 0 0,1 1 0 0 0,0-1 1 0 0,-1 1-1 0 0,1-1 0 0 0,0 1 1 0 0,-1-1-1 0 0,1 1 0 0 0,-1-1 0 0 0,1 1 1 0 0,-1-1-1 0 0,1 1 0 0 0,-1 0 1 0 0,1-1-1 0 0,-1 1 0 0 0,1 0 1 0 0,-1-1-1 0 0,0 1 0 0 0,1 0 0 0 0,-1 0 1 0 0,0 0-1 0 0,1-1 0 0 0,-1 1 1 0 0,1 0-1 0 0,-1 0 0 0 0,0 0 1 0 0,1 0-1 0 0,-1 0 0 0 0,0 0 0 0 0,1 0 1 0 0,-1 1-1 0 0,0-1 0 0 0,1 0 1 0 0,-2 0-1 0 0,-4 4 9 0 0,-1 0 1 0 0,1 0 0 0 0,-1 0-1 0 0,1 1 1 0 0,0 0-1 0 0,1 0 1 0 0,-1 1-1 0 0,1-1 1 0 0,0 1-1 0 0,1 0 1 0 0,-1 1 0 0 0,1-1-1 0 0,1 1 1 0 0,-6 11-1 0 0,1-1 86 0 0,1 0 0 0 0,1 1 0 0 0,0 0 0 0 0,-5 37 0 0 0,9-46-54 0 0,2-1 0 0 0,-1 1 1 0 0,1 0-1 0 0,0 0 0 0 0,1 0 0 0 0,0-1 0 0 0,1 1 1 0 0,0 0-1 0 0,0-1 0 0 0,1 1 0 0 0,3 7 0 0 0,-3-10-20 0 0,0 0-1 0 0,1 0 0 0 0,-1 0 1 0 0,1-1-1 0 0,0 0 1 0 0,1 0-1 0 0,-1 0 0 0 0,1 0 1 0 0,0-1-1 0 0,0 0 0 0 0,1 0 1 0 0,-1 0-1 0 0,1-1 0 0 0,0 1 1 0 0,6 1-1 0 0,1 1-214 0 0,0-2 0 0 0,0 0 0 0 0,1 0 1 0 0,-1-1-1 0 0,1-1 0 0 0,0 0 0 0 0,0-1 0 0 0,27-1 0 0 0,-31-1-835 0 0,0 0 0 0 0,0-1 0 0 0,0 0 0 0 0,0-1 0 0 0,-1 0-1 0 0,1 0 1 0 0,17-10 0 0 0,-2-1-4974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7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0 1744 0 0,'-185'7'12363'0'0,"193"-7"-11953"0"0,309 3-181 0 0,15 0-7706 0 0,-242-3 2612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101 647 180 0 0,'-62'46'11941'0'0,"27"-22"-6738"0"0,31-24-3926 0 0,21-13-1177 0 0,130-98 126 0 0,77-66-172 0 0,-167 127-111 0 0,-3-3-1 0 0,81-101 1 0 0,-130 146 15 0 0,1 0 1 0 0,-1-1-1 0 0,0 1 0 0 0,-1-1 1 0 0,0 0-1 0 0,-1 0 0 0 0,5-19 0 0 0,-7 26 30 0 0,0 0 0 0 0,-1-1-1 0 0,0 1 1 0 0,0 0-1 0 0,0-1 1 0 0,0 1-1 0 0,0 0 1 0 0,0-1-1 0 0,0 1 1 0 0,-1 0-1 0 0,1-1 1 0 0,-1 1-1 0 0,0 0 1 0 0,1-1-1 0 0,-1 1 1 0 0,0 0-1 0 0,0 0 1 0 0,-1 0-1 0 0,1 0 1 0 0,0 0-1 0 0,-1 0 1 0 0,1 0 0 0 0,-1 1-1 0 0,0-1 1 0 0,1 1-1 0 0,-1-1 1 0 0,0 1-1 0 0,0-1 1 0 0,0 1-1 0 0,0 0 1 0 0,0 0-1 0 0,0 0 1 0 0,-1 0-1 0 0,1 0 1 0 0,-4-1-1 0 0,0 1 9 0 0,1 0-1 0 0,-1 1 0 0 0,1-1 1 0 0,-1 1-1 0 0,1 0 1 0 0,0 1-1 0 0,-1-1 0 0 0,1 1 1 0 0,-1 0-1 0 0,1 0 1 0 0,0 1-1 0 0,0 0 0 0 0,0-1 1 0 0,0 2-1 0 0,0-1 1 0 0,-8 6-1 0 0,0 0 0 0 0,0 1 0 0 0,0 1 0 0 0,1 1-1 0 0,-14 14 1 0 0,20-18 0 0 0,1-1-1 0 0,-1 1 0 0 0,1 0 0 0 0,1 1 0 0 0,-1-1 1 0 0,1 1-1 0 0,0 0 0 0 0,1 0 0 0 0,0 0 0 0 0,0 1 1 0 0,-2 12-1 0 0,4-15 5 0 0,1-1 0 0 0,-1 1 0 0 0,1-1 0 0 0,0 1 0 0 0,1 0 0 0 0,-1-1 0 0 0,1 1 0 0 0,0 0 0 0 0,0-1 0 0 0,1 1 0 0 0,0-1 0 0 0,0 0 0 0 0,0 0 0 0 0,1 1 0 0 0,-1-2 0 0 0,1 1 0 0 0,0 0 0 0 0,7 7 0 0 0,9 8-3 0 0,2-1 1 0 0,44 32 0 0 0,14 13-30 0 0,-71-57 72 0 0,-1 0 1 0 0,0 0-1 0 0,0 1 1 0 0,0 0-1 0 0,-1 0 0 0 0,-1 1 1 0 0,1-1-1 0 0,5 14 1 0 0,-11-21-25 0 0,0 0 0 0 0,1 0 1 0 0,-1 0-1 0 0,0 0 0 0 0,0 1 1 0 0,0-1-1 0 0,0 0 0 0 0,0 0 1 0 0,0 0-1 0 0,0 0 0 0 0,-1 0 1 0 0,1 0-1 0 0,0 0 0 0 0,-1 0 1 0 0,1 0-1 0 0,-1 1 0 0 0,0 2 35 0 0,0-1-5 0 0,-1 1 1 0 0,1 0 0 0 0,-1-1 0 0 0,0 1-1 0 0,1-1 1 0 0,-1 0 0 0 0,-1 1-1 0 0,1-1 1 0 0,-1 0 0 0 0,1 0-1 0 0,-1-1 1 0 0,0 1 0 0 0,0-1 0 0 0,0 1-1 0 0,0-1 1 0 0,0 0 0 0 0,0 0-1 0 0,-1 0 1 0 0,-5 2 0 0 0,-5 2 87 0 0,0-1 0 0 0,-1 0 0 0 0,-22 3 0 0 0,8-2 5 0 0,-1-2 0 0 0,0-1 0 0 0,-33-1 0 0 0,46-2-104 0 0,1-2-1 0 0,-1 0 1 0 0,1 0-1 0 0,0-2 0 0 0,0 0 1 0 0,0 0-1 0 0,-20-10 0 0 0,34 13-90 0 0,0 1-1 0 0,0-1 0 0 0,0-1 1 0 0,-1 1-1 0 0,1 0 0 0 0,0 0 1 0 0,0-1-1 0 0,1 1 0 0 0,-1-1 1 0 0,0 0-1 0 0,0 1 0 0 0,1-1 1 0 0,-1 0-1 0 0,1 0 0 0 0,0 0 1 0 0,-1 0-1 0 0,1 0 0 0 0,0 0 1 0 0,-1-5-1 0 0,2 5-124 0 0,0 0-1 0 0,0 0 1 0 0,0 0 0 0 0,0 0-1 0 0,1-1 1 0 0,-1 1 0 0 0,1 0-1 0 0,0 0 1 0 0,-1 0 0 0 0,1 0 0 0 0,0 0-1 0 0,0 0 1 0 0,0 1 0 0 0,0-1-1 0 0,1 0 1 0 0,-1 0 0 0 0,0 1-1 0 0,1-1 1 0 0,0 1 0 0 0,-1-1-1 0 0,1 1 1 0 0,2-2 0 0 0,50-31-7624 0 0,-35 23 2641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2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40 136 124 0 0,'2'-8'2201'0'0,"-1"-1"1"0"0,1 1-1 0 0,-2-1 1 0 0,1-9-1 0 0,1-14 3907 0 0,-15 83-4801 0 0,2 8-701 0 0,-10 83 40 0 0,19-126-603 0 0,2 0-1 0 0,0 0 1 0 0,1 1-1 0 0,0-1 1 0 0,2 0-1 0 0,6 26 1 0 0,-8-39-35 0 0,0 0-1 0 0,0 0 1 0 0,0 0 0 0 0,1 0-1 0 0,-1 0 1 0 0,1 0 0 0 0,0 0-1 0 0,-1 0 1 0 0,1-1 0 0 0,1 1-1 0 0,-1-1 1 0 0,0 1 0 0 0,1-1-1 0 0,-1 0 1 0 0,1 0 0 0 0,0 0-1 0 0,-1 0 1 0 0,5 2 0 0 0,-2-3-9 0 0,-1 0 1 0 0,0 1 0 0 0,1-2-1 0 0,-1 1 1 0 0,1 0-1 0 0,-1-1 1 0 0,1 0 0 0 0,-1 0-1 0 0,1 0 1 0 0,-1 0-1 0 0,0-1 1 0 0,6-1 0 0 0,2-1-50 0 0,0-1 0 0 0,0-1 0 0 0,-1 1 1 0 0,1-2-1 0 0,-1 0 0 0 0,-1 0 0 0 0,1-1 0 0 0,18-16 0 0 0,-16 11 4 0 0,-1-1 0 0 0,0-1 0 0 0,-1 0 0 0 0,-1 0 0 0 0,0-1 0 0 0,-1 0-1 0 0,-1-1 1 0 0,8-19 0 0 0,-2-4 5 0 0,-1-1-1 0 0,10-54 0 0 0,-5-15 186 0 0,-17 106 68 0 0,-2 4-191 0 0,0-1 0 0 0,-1 1-1 0 0,1 0 1 0 0,0 0 0 0 0,0 0 0 0 0,0-1 0 0 0,0 1 0 0 0,0 0 0 0 0,1 0-1 0 0,-1 0 1 0 0,0 1 0 0 0,0-1 0 0 0,1 0 0 0 0,-1 0 0 0 0,0 0 0 0 0,1 1 0 0 0,-1 1-1 0 0,-11 27 204 0 0,11-27-187 0 0,-47 156 639 0 0,44-142-1074 0 0,0 2 0 0 0,2-1 0 0 0,0 0 0 0 0,1 1 0 0 0,1-1 0 0 0,5 37 0 0 0,-4-50-58 0 0,0 0-1 0 0,1 0 1 0 0,0-1 0 0 0,0 1-1 0 0,3 5 1 0 0,9 9-5969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349 504 2052 0 0,'-3'-6'846'0'0,"-4"-5"1081"0"0,-1 0-1 0 0,-10-13 1 0 0,15 21-1623 0 0,0 0-1 0 0,0 0 0 0 0,-1 0 1 0 0,1 1-1 0 0,0-1 1 0 0,-1 1-1 0 0,0 0 0 0 0,1 0 1 0 0,-1 0-1 0 0,0 1 1 0 0,-5-2-1 0 0,4 1-107 0 0,1 2 0 0 0,-1-1 0 0 0,0 0 0 0 0,1 1 0 0 0,-1 0 0 0 0,0 0 0 0 0,0 0 0 0 0,1 1 0 0 0,-1-1 0 0 0,1 1 0 0 0,-1 0 0 0 0,0 1 0 0 0,-4 1 0 0 0,2 0-3 0 0,0 1 0 0 0,0 0 1 0 0,1 0-1 0 0,0 0 0 0 0,0 1 1 0 0,0 0-1 0 0,-8 8 0 0 0,1 3 79 0 0,0 1-1 0 0,0 0 0 0 0,2 1 0 0 0,-18 36 1 0 0,19-32-193 0 0,0 0 1 0 0,2 1-1 0 0,1 1 1 0 0,0-1 0 0 0,2 1-1 0 0,-4 44 1 0 0,8-57-55 0 0,0 0 0 0 0,1-1 1 0 0,1 1-1 0 0,0 0 0 0 0,0 0 0 0 0,1 0 1 0 0,1-1-1 0 0,-1 1 0 0 0,2-1 0 0 0,-1 1 1 0 0,2-1-1 0 0,-1-1 0 0 0,1 1 1 0 0,1 0-1 0 0,0-1 0 0 0,0 0 0 0 0,11 12 1 0 0,-12-17-138 0 0,0 0 1 0 0,0 0 0 0 0,0-1-1 0 0,1 0 1 0 0,-1 0 0 0 0,1 0 0 0 0,0-1-1 0 0,0 0 1 0 0,0 0 0 0 0,0 0-1 0 0,0-1 1 0 0,0 1 0 0 0,0-2-1 0 0,1 1 1 0 0,-1-1 0 0 0,0 0-1 0 0,0 0 1 0 0,1 0 0 0 0,-1-1 0 0 0,12-3-1 0 0,-5 1-189 0 0,0-1 0 0 0,0 0 0 0 0,-1-1 0 0 0,1 0 0 0 0,-1-1 0 0 0,-1 0 0 0 0,1-1 0 0 0,20-16 0 0 0,-13 5-177 0 0,-1 0 0 0 0,-1-1 0 0 0,-1-1 0 0 0,0-1 1 0 0,-2 0-1 0 0,0-1 0 0 0,-1-1 0 0 0,17-44 0 0 0,-7 7 77 0 0,-4 0 0 0 0,17-90 0 0 0,-19 66 1880 0 0,-5-2-1 0 0,4-136 1 0 0,-14 155 1 0 0,-2 65-868 0 0,-1 5-233 0 0,-12 361 3943 0 0,27 3-3092 0 0,-12-304-1102 0 0,10 103 339 0 0,-12-166-463 0 0,0 1 0 0 0,0-1 1 0 0,0 1-1 0 0,0-1 1 0 0,0 1-1 0 0,0 0 1 0 0,0-1-1 0 0,0 1 0 0 0,0-1 1 0 0,0 0-1 0 0,1 1 1 0 0,-1-1-1 0 0,0 1 0 0 0,0-1 1 0 0,0 1-1 0 0,1-1 1 0 0,-1 1-1 0 0,0-1 1 0 0,1 0-1 0 0,-1 1 0 0 0,0-1 1 0 0,1 1-1 0 0,-1-1 1 0 0,0 0-1 0 0,1 1 0 0 0,-1-1 1 0 0,1 0-1 0 0,-1 0 1 0 0,1 1-1 0 0,-1-1 1 0 0,0 0-1 0 0,1 0 0 0 0,-1 0 1 0 0,2 1-1 0 0,-1-2-1 0 0,0 1 0 0 0,0-1-1 0 0,0 1 1 0 0,0-1 0 0 0,0 0-1 0 0,0 1 1 0 0,0-1 0 0 0,0 0 0 0 0,0 0-1 0 0,0 0 1 0 0,0 0 0 0 0,0 1-1 0 0,1-3 1 0 0,22-35 23 0 0,27-83 38 0 0,-28 64-69 0 0,32-58 1 0 0,-48 102-17 0 0,-1 1 0 0 0,2 0 0 0 0,-1 0 1 0 0,2 1-1 0 0,-1 0 0 0 0,2 1 0 0 0,-1-1 0 0 0,1 2 0 0 0,20-15 0 0 0,-29 23 19 0 0,0 0 0 0 0,0 1 0 0 0,0-1 0 0 0,0 1 0 0 0,0 0 1 0 0,0-1-1 0 0,0 1 0 0 0,0 0 0 0 0,1-1 0 0 0,-1 1 0 0 0,0 0 0 0 0,0 0 0 0 0,2 0 0 0 0,1 0-3 0 0,-3 0 6 0 0,0 0-1 0 0,0 0 1 0 0,0 0-1 0 0,0 0 1 0 0,1 0-1 0 0,-1 0 1 0 0,0 0-1 0 0,0 1 1 0 0,0-1-1 0 0,0 0 1 0 0,0 1-1 0 0,0-1 1 0 0,0 1-1 0 0,0-1 1 0 0,0 1-1 0 0,0-1 1 0 0,0 1-1 0 0,0 0 1 0 0,0-1-1 0 0,0 2 1 0 0,2 0 2 0 0,0 1-2 0 0,1 0 0 0 0,-1 0 0 0 0,1 0 0 0 0,-1 1 0 0 0,0-1 0 0 0,0 1 0 0 0,-1 0 0 0 0,1 0 1 0 0,-1 0-1 0 0,0 0 0 0 0,0 0 0 0 0,0 1 0 0 0,0-1 0 0 0,0 6 0 0 0,3 8 31 0 0,-1 0 0 0 0,1 20 0 0 0,1 61 167 0 0,-5-65-89 0 0,1-1 1 0 0,11 59-1 0 0,-12-91-103 0 0,-1 1 0 0 0,0-1-1 0 0,1 0 1 0 0,-1 1-1 0 0,1-1 1 0 0,0 1 0 0 0,-1-1-1 0 0,1 0 1 0 0,0 0-1 0 0,0 1 1 0 0,0-1 0 0 0,0 0-1 0 0,0 0 1 0 0,0 0 0 0 0,0 0-1 0 0,0 0 1 0 0,0 0-1 0 0,1 0 1 0 0,-1 0 0 0 0,0-1-1 0 0,2 2 1 0 0,0-2-7 0 0,-1 1-1 0 0,1 0 1 0 0,0-1 0 0 0,-1 0 0 0 0,1 0 0 0 0,0 0 0 0 0,-1 0-1 0 0,1 0 1 0 0,0 0 0 0 0,-1-1 0 0 0,4 0 0 0 0,4-2-182 0 0,0 0 0 0 0,0-1 0 0 0,-1 0 0 0 0,1-1 0 0 0,9-6 0 0 0,24-18-2288 0 0,46-40-1 0 0,-6-3-4449 0 0,-39 30-36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3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96 898 684 0 0,'-3'1'2536'0'0,"-3"2"-1874"0"0,-1 0 0 0 0,1 1 0 0 0,0 0 0 0 0,0 0 0 0 0,1 0 0 0 0,-1 0 0 0 0,1 1 0 0 0,0 0 0 0 0,0 0 0 0 0,1 1 0 0 0,0-1 0 0 0,0 1 1 0 0,-6 11-1 0 0,8-14-511 0 0,0 1 0 0 0,0 0 1 0 0,1 0-1 0 0,-1 0 0 0 0,1 0 1 0 0,0 0-1 0 0,0 0 1 0 0,0 1-1 0 0,1-1 0 0 0,-1 0 1 0 0,1 0-1 0 0,0 1 0 0 0,1-1 1 0 0,-1 0-1 0 0,1 0 1 0 0,-1 0-1 0 0,1 1 0 0 0,0-1 1 0 0,1 0-1 0 0,-1 0 0 0 0,1 0 1 0 0,0 0-1 0 0,4 6 0 0 0,-5-9-129 0 0,-1-1 0 0 0,1 1-1 0 0,0 0 1 0 0,0-1-1 0 0,0 1 1 0 0,0 0-1 0 0,-1-1 1 0 0,1 1-1 0 0,0-1 1 0 0,0 0-1 0 0,0 1 1 0 0,0-1-1 0 0,0 0 1 0 0,0 0-1 0 0,0 1 1 0 0,0-1 0 0 0,0 0-1 0 0,0 0 1 0 0,2 0-1 0 0,-2 0 28 0 0,1 0-31 0 0,-1 1 0 0 0,1-1 0 0 0,-1 0 0 0 0,1 0-1 0 0,0 1 1 0 0,-1-1 0 0 0,1 0 0 0 0,-1-1 0 0 0,1 1 0 0 0,0 0 0 0 0,-1 0 0 0 0,1-1 0 0 0,-1 1 0 0 0,1-1 0 0 0,1 0 0 0 0,3-1 26 0 0,13-3 11 0 0,-1-2 0 0 0,1 0 0 0 0,-1-1-1 0 0,-1-1 1 0 0,0-1 0 0 0,0 0 0 0 0,-1-1 0 0 0,29-25 0 0 0,-19 12-81 0 0,-1-2 0 0 0,-1 0 1 0 0,-1-1-1 0 0,-1-2 0 0 0,-1 0 1 0 0,-2-1-1 0 0,-1-1 1 0 0,-2-1-1 0 0,0 0 0 0 0,10-35 1 0 0,-5 1-180 0 0,-2 0 1 0 0,-4-2 0 0 0,-2 1-1 0 0,5-88 1 0 0,-18 151 196 0 0,3-18-44 0 0,-2-1 0 0 0,0 0 0 0 0,-1 1 0 0 0,-2-1 0 0 0,0 0-1 0 0,-6-23 1 0 0,8 45 50 0 0,0 0 0 0 0,-1 0-1 0 0,1 0 1 0 0,0 0-1 0 0,0 1 1 0 0,-1-1-1 0 0,1 0 1 0 0,-1 0 0 0 0,1 0-1 0 0,-1 1 1 0 0,1-1-1 0 0,-1 0 1 0 0,1 1-1 0 0,-1-1 1 0 0,0 0 0 0 0,1 1-1 0 0,-1-1 1 0 0,0 1-1 0 0,1-1 1 0 0,-1 1-1 0 0,0-1 1 0 0,0 1 0 0 0,1 0-1 0 0,-1-1 1 0 0,-2 1-1 0 0,2 0 2 0 0,-1 0-1 0 0,1 0 0 0 0,-1 0 1 0 0,1 0-1 0 0,-1 1 1 0 0,1-1-1 0 0,-1 1 0 0 0,1-1 1 0 0,0 1-1 0 0,-1 0 1 0 0,1-1-1 0 0,0 1 1 0 0,-3 2-1 0 0,-1 1 4 0 0,-1 0-1 0 0,1 1 1 0 0,1 0-1 0 0,-1 0 1 0 0,-7 10-1 0 0,-2 10 62 0 0,1 0 0 0 0,1 1 0 0 0,1 0 0 0 0,-10 37 0 0 0,-18 113 300 0 0,6 68-11 0 0,32-213-310 0 0,0-1-1 0 0,2 1 1 0 0,1 0-1 0 0,2-1 1 0 0,14 59-1 0 0,-16-82-31 0 0,1 0 0 0 0,-1 0 0 0 0,1 0 0 0 0,1 0-1 0 0,-1-1 1 0 0,1 1 0 0 0,0-1 0 0 0,1 0 0 0 0,-1 0 0 0 0,1-1 0 0 0,0 1-1 0 0,1-1 1 0 0,-1 0 0 0 0,1 0 0 0 0,0-1 0 0 0,0 0 0 0 0,1 0-1 0 0,-1 0 1 0 0,1-1 0 0 0,0 0 0 0 0,-1 0 0 0 0,2-1 0 0 0,-1 0 0 0 0,0 0-1 0 0,13 1 1 0 0,-5-1-54 0 0,0 0-1 0 0,0-2 1 0 0,0 0-1 0 0,0 0 0 0 0,0-1 1 0 0,-1-1-1 0 0,1-1 1 0 0,0 0-1 0 0,-1-1 0 0 0,1 0 1 0 0,-1-2-1 0 0,0 1 1 0 0,-1-2-1 0 0,1 1 1 0 0,-1-2-1 0 0,-1 0 0 0 0,19-15 1 0 0,-11 7-106 0 0,-2-2-1 0 0,0 0 1 0 0,0-1 0 0 0,-2-1 0 0 0,-1 0-1 0 0,0-1 1 0 0,-1-1 0 0 0,-2 0 0 0 0,16-36-1 0 0,-10 7 183 0 0,-1 0 0 0 0,-3 0 0 0 0,-3-2 0 0 0,-1 1 0 0 0,-3-2 0 0 0,-2 1 0 0 0,-3-1 0 0 0,-8-103 0 0 0,-2 68 752 0 0,8 89-779 0 0,0 1-1 0 0,0-1 0 0 0,0 0 0 0 0,-1 1 0 0 0,1-1 0 0 0,0 0 0 0 0,0 0 0 0 0,0 1 0 0 0,-1-1 0 0 0,1 0 0 0 0,0 1 0 0 0,0-1 0 0 0,-1 0 0 0 0,1 0 0 0 0,0 0 0 0 0,-1 1 0 0 0,1-1 0 0 0,0 0 0 0 0,-1 0 0 0 0,1 0 0 0 0,0 0 0 0 0,-1 0 0 0 0,1 0 0 0 0,0 0 0 0 0,-1 0 1 0 0,1 1-1 0 0,0-1 0 0 0,-1 0 0 0 0,1 0 0 0 0,0 0 0 0 0,-1-1 0 0 0,1 1 0 0 0,0 0 0 0 0,-1 0 0 0 0,1 0 0 0 0,0 0 0 0 0,-1 0 0 0 0,1 0 0 0 0,0 0 0 0 0,-1-1 0 0 0,1 1 0 0 0,0 0 0 0 0,0 0 0 0 0,-1 0 0 0 0,1-1 0 0 0,0 1 0 0 0,0 0 0 0 0,-1 0 0 0 0,1-1 0 0 0,0 1 0 0 0,0 0 1 0 0,0 0-1 0 0,-1-1 0 0 0,1 1 0 0 0,0 0 0 0 0,0-1 0 0 0,0 1 0 0 0,0 0 0 0 0,0-1 0 0 0,0 1 0 0 0,0 0 0 0 0,0-1 0 0 0,0 1 0 0 0,0 0 0 0 0,0-1 0 0 0,0 1 0 0 0,0-1 0 0 0,0 1 0 0 0,-15 24 252 0 0,6 7 242 0 0,1-1 0 0 0,-8 55 1 0 0,3 67 615 0 0,11-136-1015 0 0,-2 88 285 0 0,4 1 1 0 0,4-1-1 0 0,25 145 1 0 0,-29-248-382 0 0,0-1-1 0 0,0 1 1 0 0,0-1-1 0 0,0 1 1 0 0,0-1 0 0 0,0 1-1 0 0,0-1 1 0 0,0 1 0 0 0,0-1-1 0 0,1 1 1 0 0,-1-1 0 0 0,0 1-1 0 0,0-1 1 0 0,0 1-1 0 0,1-1 1 0 0,-1 1 0 0 0,0-1-1 0 0,1 1 1 0 0,-1-1 0 0 0,0 0-1 0 0,1 1 1 0 0,-1-1 0 0 0,1 0-1 0 0,-1 1 1 0 0,0-1-1 0 0,1 0 1 0 0,-1 1 0 0 0,1-1-1 0 0,-1 0 1 0 0,1 0 0 0 0,-1 1-1 0 0,1-1 1 0 0,-1 0 0 0 0,1 0-1 0 0,-1 0 1 0 0,1 0-1 0 0,0 0 1 0 0,-1 0 0 0 0,1 0-1 0 0,-1 0 1 0 0,1 0 0 0 0,-1 0-1 0 0,1 0 1 0 0,-1 0 0 0 0,1 0-1 0 0,-1-1 1 0 0,1 1-1 0 0,-1 0 1 0 0,1 0 0 0 0,-1 0-1 0 0,1-1 1 0 0,-1 1 0 0 0,1 0-1 0 0,0-1 1 0 0,1-1 0 0 0,1 0 1 0 0,-1 0-1 0 0,1 0 0 0 0,-1 0 1 0 0,0 0-1 0 0,0-1 1 0 0,0 1-1 0 0,1-3 0 0 0,17-33 16 0 0,14-42-1 0 0,-25 55-16 0 0,2 1 1 0 0,0 0-1 0 0,1 0 0 0 0,1 2 0 0 0,30-40 0 0 0,-31 48-19 0 0,1 1-1 0 0,26-22 0 0 0,-34 31 7 0 0,0 0 0 0 0,1 1 0 0 0,0 0 0 0 0,-1 0 0 0 0,1 0 1 0 0,0 1-1 0 0,1 0 0 0 0,-1 0 0 0 0,0 0 0 0 0,13-1 0 0 0,-15 3 9 0 0,-1 0-1 0 0,1 1 1 0 0,0-1 0 0 0,-1 1-1 0 0,1-1 1 0 0,0 1 0 0 0,-1 0-1 0 0,1 0 1 0 0,-1 1 0 0 0,0-1-1 0 0,1 1 1 0 0,-1-1 0 0 0,0 1 0 0 0,0 0-1 0 0,0 0 1 0 0,0 1 0 0 0,0-1-1 0 0,-1 1 1 0 0,1-1 0 0 0,-1 1-1 0 0,1 0 1 0 0,-1 0 0 0 0,3 5-1 0 0,1 3 0 0 0,0 0-1 0 0,0 1 0 0 0,-1-1 1 0 0,-1 1-1 0 0,3 13 1 0 0,-2-6-138 0 0,2 33 0 0 0,-5-31-1044 0 0,7 29 0 0 0,-8-44 665 0 0,1 0 1 0 0,0-1-1 0 0,0 1 0 0 0,1 0 1 0 0,0-1-1 0 0,0 1 1 0 0,0-1-1 0 0,1 0 1 0 0,4 6-1 0 0,-5-8-207 0 0,0-1-1 0 0,0 0 1 0 0,0 1-1 0 0,0-1 1 0 0,0 0-1 0 0,1 0 1 0 0,4 1-1 0 0,10 6-3931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329 772 996 0 0,'3'-4'582'0'0,"0"-1"1"0"0,-1 1-1 0 0,0-1 0 0 0,0 0 1 0 0,0 1-1 0 0,0-1 0 0 0,-1 0 0 0 0,0 0 1 0 0,0 0-1 0 0,0 0 0 0 0,-1 0 1 0 0,1 0-1 0 0,-1 0 0 0 0,0 0 1 0 0,-1 0-1 0 0,1-1 0 0 0,-3-8 0 0 0,2 11-416 0 0,-1-1 0 0 0,1 0 0 0 0,-1 1 0 0 0,0-1 0 0 0,0 1 0 0 0,0 0 0 0 0,0 0 0 0 0,0 0 0 0 0,-1 0 0 0 0,1 0 0 0 0,-1 0 0 0 0,0 0 0 0 0,0 1 0 0 0,0 0 0 0 0,-4-3 0 0 0,4 4-122 0 0,0 0 1 0 0,0 0-1 0 0,0 0 1 0 0,0 0-1 0 0,0 1 1 0 0,0-1-1 0 0,0 1 1 0 0,0 0 0 0 0,0 0-1 0 0,-1 0 1 0 0,1 0-1 0 0,0 1 1 0 0,-4 0-1 0 0,0 1 17 0 0,0-1-1 0 0,1 1 0 0 0,-1 1 0 0 0,-12 5 0 0 0,2 3 3 0 0,1 0-1 0 0,1 1 0 0 0,-1 0 1 0 0,2 1-1 0 0,0 1 1 0 0,0 1-1 0 0,2 0 0 0 0,0 0 1 0 0,0 1-1 0 0,2 1 0 0 0,0 0 1 0 0,1 0-1 0 0,0 1 0 0 0,2 0 1 0 0,0 1-1 0 0,-7 30 0 0 0,12-43-48 0 0,1 0-1 0 0,1-1 0 0 0,-1 1 0 0 0,1 0 0 0 0,0 0 0 0 0,0 0 0 0 0,1-1 0 0 0,0 1 0 0 0,0 0 0 0 0,0-1 0 0 0,0 1 1 0 0,5 8-1 0 0,-5-10-7 0 0,1 0 0 0 0,0-1 0 0 0,1 0 0 0 0,-1 1 0 0 0,0-1 0 0 0,1 0 0 0 0,0 0 0 0 0,0-1 0 0 0,0 1 0 0 0,0-1 0 0 0,0 1 0 0 0,1-1 0 0 0,-1 0 0 0 0,0 0 1 0 0,1 0-1 0 0,0-1 0 0 0,-1 1 0 0 0,1-1 0 0 0,4 1 0 0 0,-1 0-6 0 0,0-1 0 0 0,1 0 0 0 0,-1 0 0 0 0,0-1 0 0 0,0 0 0 0 0,0 0 0 0 0,1-1 0 0 0,-1 1 0 0 0,0-2 0 0 0,0 1 0 0 0,0-1 0 0 0,0 0 0 0 0,0-1 0 0 0,-1 1 0 0 0,1-1 0 0 0,-1-1 0 0 0,1 1 0 0 0,-1-1 0 0 0,0 0 0 0 0,10-10 0 0 0,-8 7-1 0 0,-1 0 1 0 0,0-1-1 0 0,-1 0 1 0 0,0 0-1 0 0,0-1 1 0 0,-1 0-1 0 0,0 0 1 0 0,0 0-1 0 0,-1-1 1 0 0,0 1-1 0 0,-1-1 1 0 0,0 0-1 0 0,-1 0 1 0 0,2-11 0 0 0,0-88 237 0 0,-4 106-236 0 0,-6 30 285 0 0,5-11-130 0 0,-2 20 74 0 0,2 0 1 0 0,4 44 0 0 0,-2-71-209 0 0,0 0 1 0 0,1 0-1 0 0,0 0 1 0 0,0 0-1 0 0,1-1 1 0 0,0 1-1 0 0,0 0 1 0 0,1-1 0 0 0,0 0-1 0 0,1 0 1 0 0,0 0-1 0 0,0-1 1 0 0,0 0-1 0 0,9 9 1 0 0,-10-13-36 0 0,0 0 0 0 0,0 0 0 0 0,0-1 0 0 0,1 1 0 0 0,-1-1 0 0 0,1 0 1 0 0,0 0-1 0 0,-1 0 0 0 0,1-1 0 0 0,0 1 0 0 0,0-1 0 0 0,0 0 0 0 0,0-1 0 0 0,0 1 0 0 0,0-1 1 0 0,0 0-1 0 0,0-1 0 0 0,0 1 0 0 0,0-1 0 0 0,0 0 0 0 0,0 0 0 0 0,0 0 0 0 0,0-1 1 0 0,0 0-1 0 0,4-2 0 0 0,3-1-142 0 0,-1-1 1 0 0,0 0 0 0 0,-1-1-1 0 0,1 0 1 0 0,-1 0-1 0 0,0-1 1 0 0,-1-1 0 0 0,0 1-1 0 0,8-12 1 0 0,0-4-28 0 0,-1-1 0 0 0,-1 0 0 0 0,-1-1 0 0 0,-1-1 0 0 0,-1 0 0 0 0,-2-1 0 0 0,-1 0 0 0 0,-1 0 0 0 0,6-37 0 0 0,-3-14 51 0 0,-3 0 0 0 0,-3-95 0 0 0,-8 76 1211 0 0,-22-134-1 0 0,17 184-682 0 0,6 39-252 0 0,-4 10-23 0 0,-4 14 109 0 0,-1 40 792 0 0,3 1 0 0 0,-1 110 0 0 0,7-91-375 0 0,-1 470 1648 0 0,4-518-2242 0 0,1 0 0 0 0,0-1 1 0 0,10 40-1 0 0,-10-59-50 0 0,0 0-1 0 0,0 1 1 0 0,1-1 0 0 0,0 0 0 0 0,0 0 0 0 0,1-1-1 0 0,0 1 1 0 0,0-1 0 0 0,0 0 0 0 0,1 0 0 0 0,0 0-1 0 0,0-1 1 0 0,0 1 0 0 0,1-1 0 0 0,0 0 0 0 0,0-1-1 0 0,7 5 1 0 0,-8-7-194 0 0,1 0 0 0 0,-1 0-1 0 0,1 0 1 0 0,0-1 0 0 0,-1 0-1 0 0,1 0 1 0 0,0 0 0 0 0,0-1-1 0 0,0 0 1 0 0,-1 0 0 0 0,1 0-1 0 0,0-1 1 0 0,0 0 0 0 0,-1 0-1 0 0,1 0 1 0 0,0-1 0 0 0,-1 0-1 0 0,1 0 1 0 0,-1 0 0 0 0,7-4-1 0 0,-1 0-1027 0 0,0-1 0 0 0,-1 0 0 0 0,0 0 0 0 0,0-1 0 0 0,-1 0 0 0 0,0-1-1 0 0,0 0 1 0 0,10-14 0 0 0,0-4-4790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4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209 133 2120 0 0,'-199'-47'14662'0'0,"198"47"-14624"0"0,1 0 0 0 0,-1 0 0 0 0,1 0 1 0 0,0-1-1 0 0,-1 1 0 0 0,1 0 0 0 0,-1 0 0 0 0,1 0 0 0 0,-1 0 0 0 0,1 0 0 0 0,0-1 0 0 0,-1 1 0 0 0,1 0 0 0 0,-1 0 0 0 0,1-1 0 0 0,0 1 1 0 0,-1 0-1 0 0,1-1 0 0 0,0 1 0 0 0,0 0 0 0 0,-1-1 0 0 0,1 1 0 0 0,-1-1 0 0 0,7-5 450 0 0,13-2-168 0 0,68-10-811 0 0,94-8 0 0 0,-102 16-2266 0 0,-26 3-3271 0 0,-28 3-305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0 118 872 0 0,'0'0'16194'0'0,"5"-1"-15894"0"0,24-3 68 0 0,47-13 0 0 0,-12 1-288 0 0,154-24-2657 0 0,-67 13-4178 0 0,-79 14 309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6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51 2344 0 0,'-6'-18'4251'0'0,"5"14"-3684"0"0,0 1-1 0 0,0-1 0 0 0,0 0 1 0 0,-1 1-1 0 0,0 0 1 0 0,-5-8 2161 0 0,8 13-2605 0 0,-1 1 1 0 0,0 0 0 0 0,1-1-1 0 0,-1 1 1 0 0,1-1-1 0 0,0 1 1 0 0,0-1-1 0 0,0 1 1 0 0,1 2-1 0 0,3 7 233 0 0,11 57 497 0 0,-2 2 0 0 0,-3 0 0 0 0,1 73 1 0 0,-13 214-144 0 0,-33 139-325 0 0,-2 64-292 0 0,35-520-808 0 0,6 50 1 0 0,-4-78 165 0 0,1-1 0 0 0,1 1 0 0 0,0-1 0 0 0,0 0 0 0 0,1 0 0 0 0,1 0-1 0 0,0-1 1 0 0,9 16 0 0 0,-12-24-73 0 0,0 0-1 0 0,0 0 1 0 0,1-1-1 0 0,-1 1 1 0 0,1-1-1 0 0,-1 0 1 0 0,1 1-1 0 0,5 2 1 0 0,6 0-3915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7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41 401 1156 0 0,'-17'-74'5131'0'0,"10"48"-2666"0"0,-8-54 0 0 0,14 73-2212 0 0,1 0 0 0 0,0 0 1 0 0,0 0-1 0 0,0 0 0 0 0,1 0 0 0 0,0 0 0 0 0,1 0 0 0 0,-1 0 0 0 0,1 0 1 0 0,0 1-1 0 0,1-1 0 0 0,5-9 0 0 0,-4 10-163 0 0,0 1 1 0 0,0 0-1 0 0,1 0 0 0 0,0 1 0 0 0,0-1 1 0 0,0 1-1 0 0,0 0 0 0 0,1 1 1 0 0,0-1-1 0 0,0 1 0 0 0,0 0 0 0 0,0 0 1 0 0,0 1-1 0 0,0 0 0 0 0,1 0 1 0 0,-1 0-1 0 0,1 1 0 0 0,-1 0 0 0 0,1 0 1 0 0,9 1-1 0 0,-4-1-52 0 0,1 1 1 0 0,-1 1-1 0 0,1 0 1 0 0,-1 1-1 0 0,1 0 0 0 0,-1 1 1 0 0,0 0-1 0 0,0 1 0 0 0,0 0 1 0 0,11 7-1 0 0,-13-6-24 0 0,-1 0 1 0 0,0 1-1 0 0,0 0 0 0 0,0 0 0 0 0,-1 1 0 0 0,0 1 1 0 0,0-1-1 0 0,-1 1 0 0 0,0 0 0 0 0,0 1 0 0 0,-1 0 0 0 0,0 0 1 0 0,-1 0-1 0 0,1 1 0 0 0,-2 0 0 0 0,0-1 0 0 0,0 2 1 0 0,-1-1-1 0 0,0 0 0 0 0,0 1 0 0 0,-1 0 0 0 0,-1-1 0 0 0,0 1 1 0 0,0 0-1 0 0,-1 0 0 0 0,-1-1 0 0 0,0 1 0 0 0,-3 16 1 0 0,-1-9 9 0 0,0 0 0 0 0,-2-1 0 0 0,0 1 0 0 0,0-2 0 0 0,-2 1 0 0 0,0-1 0 0 0,-1 0 0 0 0,0-1 0 0 0,-2-1 0 0 0,1 1 0 0 0,-2-2 0 0 0,0 0 0 0 0,0 0 0 0 0,-1-1 0 0 0,-31 20 0 0 0,18-21 49 0 0,26-10-71 0 0,0-1 0 0 0,-1 0 0 0 0,1 0 1 0 0,0 0-1 0 0,0 0 0 0 0,0 0 0 0 0,-1 0 0 0 0,1 0 0 0 0,0-1 0 0 0,0 1 0 0 0,0 0 1 0 0,-1-1-1 0 0,1 1 0 0 0,0 0 0 0 0,0-1 0 0 0,0 0 0 0 0,0 1 0 0 0,0-1 0 0 0,-1 0 1 0 0,0-5 4 0 0,2-3-7 0 0,0 0 1 0 0,1-1-1 0 0,0 1 0 0 0,1 0 1 0 0,0 0-1 0 0,1 0 1 0 0,0 0-1 0 0,0 0 0 0 0,8-15 1 0 0,50-79-8 0 0,-47 81 7 0 0,73-107 19 0 0,23-38 53 0 0,-99 150-63 0 0,16-37 1 0 0,-22 35-19 0 0,-6 17 6 0 0,1 0-4 0 0,-2 1 0 0 0,-11-2 2 0 0,10 4 1 0 0,0 0 1 0 0,0 0 0 0 0,0 0-1 0 0,0 0 1 0 0,0 0-1 0 0,0 1 1 0 0,0-1-1 0 0,1 1 1 0 0,-1 0-1 0 0,0 0 1 0 0,1 0-1 0 0,-1 0 1 0 0,1 0-1 0 0,-2 3 1 0 0,-32 39-28 0 0,29-34 21 0 0,-4 6 9 0 0,0 0 0 0 0,1 0 0 0 0,1 1 0 0 0,1 1 0 0 0,0-1 1 0 0,1 1-1 0 0,-8 33 0 0 0,14-44 3 0 0,-1 0 0 0 0,1-1 0 0 0,0 1 0 0 0,1 0-1 0 0,0 0 1 0 0,0-1 0 0 0,0 1 0 0 0,1 0 0 0 0,0 0 0 0 0,0-1 0 0 0,1 1 0 0 0,0 0 0 0 0,0-1-1 0 0,0 0 1 0 0,1 1 0 0 0,0-1 0 0 0,0 0 0 0 0,1 0 0 0 0,0-1 0 0 0,0 1 0 0 0,0-1 0 0 0,0 0 0 0 0,1 0-1 0 0,0 0 1 0 0,7 5 0 0 0,-1-3-312 0 0,-1 0-1 0 0,1-1 0 0 0,0 0 1 0 0,0-1-1 0 0,1 0 1 0 0,0-1-1 0 0,21 5 0 0 0,-16-6-1997 0 0,0-1 0 0 0,30 1 0 0 0,-15-3-3649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7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88 3096 0 0,'-36'-31'13153'0'0,"37"30"-13059"0"0,0 0-1 0 0,0 0 1 0 0,0-1 0 0 0,0 2-1 0 0,0-1 1 0 0,0 0 0 0 0,0 0-1 0 0,0 0 1 0 0,1 0 0 0 0,-1 1-1 0 0,0-1 1 0 0,0 0 0 0 0,1 1-1 0 0,-1-1 1 0 0,1 1 0 0 0,-1 0-1 0 0,0-1 1 0 0,1 1 0 0 0,1 0 0 0 0,-1 0-53 0 0,44-12 523 0 0,65-7-1 0 0,-7 10-3592 0 0,-26 8-5486 0 0,-59-1 3172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8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485 101 2548 0 0,'0'-3'635'0'0,"0"-1"1"0"0,-1 0-1 0 0,1 1 0 0 0,-1-1 0 0 0,0 0 0 0 0,0 1 1 0 0,0-1-1 0 0,0 1 0 0 0,0-1 0 0 0,-1 1 1 0 0,0 0-1 0 0,0-1 0 0 0,0 1 0 0 0,-3-4 0 0 0,1 3-241 0 0,0 0 0 0 0,0 1 0 0 0,0 0 0 0 0,0-1 0 0 0,0 2 0 0 0,0-1 0 0 0,-1 0 0 0 0,1 1-1 0 0,-9-3 1 0 0,5 2-270 0 0,1 1 0 0 0,-1 0 0 0 0,1 0 0 0 0,-1 1 0 0 0,0 0-1 0 0,1 1 1 0 0,-1 0 0 0 0,0 0 0 0 0,0 0 0 0 0,1 1 0 0 0,-1 0-1 0 0,0 1 1 0 0,1 0 0 0 0,-9 3 0 0 0,-4 4-67 0 0,1 1 0 0 0,1 1-1 0 0,0 0 1 0 0,0 1 0 0 0,1 2 0 0 0,0-1 0 0 0,2 2 0 0 0,-1 0-1 0 0,2 1 1 0 0,-14 19 0 0 0,16-20-49 0 0,2 1 0 0 0,0 1 0 0 0,0 0 0 0 0,2 0 0 0 0,0 1 0 0 0,1 0 0 0 0,0 0 0 0 0,2 1 0 0 0,0 0 0 0 0,1 0 0 0 0,-1 27 0 0 0,4-40-2 0 0,1 0 0 0 0,0 0 0 0 0,1 1 0 0 0,-1-1 0 0 0,1 0 0 0 0,0 0 0 0 0,1 0 0 0 0,0 0 0 0 0,0 0-1 0 0,0-1 1 0 0,0 1 0 0 0,1 0 0 0 0,0-1 0 0 0,0 0 0 0 0,1 0 0 0 0,-1 0 0 0 0,1 0 0 0 0,6 6 0 0 0,-4-6-1 0 0,0-1 1 0 0,0 1 0 0 0,0-2 0 0 0,1 1 0 0 0,-1-1 0 0 0,1 1 0 0 0,0-2 0 0 0,0 1 0 0 0,0-1 0 0 0,0 0 0 0 0,0-1 0 0 0,0 1 0 0 0,1-2 0 0 0,-1 1 0 0 0,9-1 0 0 0,-8 0-4 0 0,0 0 1 0 0,0-1-1 0 0,0 0 1 0 0,-1-1-1 0 0,1 0 1 0 0,0 0-1 0 0,-1 0 1 0 0,0-1-1 0 0,1 0 0 0 0,-1 0 1 0 0,0-1-1 0 0,8-6 1 0 0,-6 3-3 0 0,0 0 0 0 0,0-1 0 0 0,-1 0 0 0 0,0-1 0 0 0,-1 0 0 0 0,0 0 0 0 0,9-16 0 0 0,1-6 8 0 0,-2-2 0 0 0,-2 1 0 0 0,-1-2-1 0 0,11-48 1 0 0,-10 23 327 0 0,-8 34-51 0 0,1 0 0 0 0,10-26 1 0 0,-15 49-240 0 0,-1 2-44 0 0,0 1-1 0 0,0-1 1 0 0,0 0-1 0 0,0 0 1 0 0,0 1 0 0 0,0-1-1 0 0,0 0 1 0 0,0 0 0 0 0,0 1-1 0 0,0-1 1 0 0,0 0 0 0 0,0 0-1 0 0,1 0 1 0 0,-1 1 0 0 0,0-1-1 0 0,0 0 1 0 0,0 0 0 0 0,0 0-1 0 0,0 0 1 0 0,1 1 0 0 0,-1-1-1 0 0,0 0 1 0 0,0 0 0 0 0,0 0-1 0 0,1 0 1 0 0,-1 0 0 0 0,0 0-1 0 0,0 1 1 0 0,0-1 0 0 0,1 0-1 0 0,-1 0 1 0 0,0 0 0 0 0,1 0-1 0 0,-1 0 1 0 0,1 0 0 0 0,-1 1 0 0 0,1-1-1 0 0,-1 0 1 0 0,1 0 0 0 0,-1 1-1 0 0,1-1 1 0 0,-1 0 0 0 0,0 1 0 0 0,1-1-1 0 0,-1 0 1 0 0,0 1 0 0 0,1-1 0 0 0,-1 0-1 0 0,0 1 1 0 0,1-1 0 0 0,-1 1-1 0 0,0-1 1 0 0,0 1 0 0 0,0-1 0 0 0,1 1-1 0 0,-1-1 1 0 0,0 1 0 0 0,0-1-1 0 0,0 1 1 0 0,42 195 289 0 0,-9-57-528 0 0,-23-111-1386 0 0,14 31 1 0 0,-5-24-2160 0 0,-1-17-1838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9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34 210 1036 0 0,'-22'-146'14110'0'0,"11"84"-10040"0"0,11 60-3508 0 0,0 9-356 0 0,0 0 0 0 0,1 0 0 0 0,0-1 0 0 0,0 1 0 0 0,1-1 0 0 0,4 12 0 0 0,2 8 193 0 0,58 276 2616 0 0,33 361 0 0 0,-66-393-3113 0 0,-30-248-151 0 0,-3-20 166 0 0,5 30-1821 0 0,2-11-2962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20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589 127 1884 0 0,'62'-76'13395'0'0,"-40"32"-8007"0"0,-24 43-4999 0 0,2 0-375 0 0,-1 1 1 0 0,1-1 0 0 0,-1 1-1 0 0,1 0 1 0 0,-1-1 0 0 0,1 1-1 0 0,-1-1 1 0 0,1 1 0 0 0,-1 0 0 0 0,1 0-1 0 0,-1-1 1 0 0,1 1 0 0 0,-1 0-1 0 0,1 0 1 0 0,-1 0 0 0 0,1-1-1 0 0,-1 1 1 0 0,0 0 0 0 0,1 0-1 0 0,-1 0 1 0 0,1 0 0 0 0,-1 0-1 0 0,0 0 1 0 0,0 1 0 0 0,-102 52 325 0 0,-161 112 0 0 0,145-86-303 0 0,79-52 1 0 0,-65 58-1 0 0,102-83-29 0 0,1 0-1 0 0,0 0 1 0 0,0 0-1 0 0,0 0 1 0 0,1 0-1 0 0,-1 1 1 0 0,1-1-1 0 0,-1 1 1 0 0,1-1-1 0 0,0 1 0 0 0,-1-1 1 0 0,1 1-1 0 0,1-1 1 0 0,-1 1-1 0 0,0 0 1 0 0,1 0-1 0 0,-1-1 1 0 0,1 1-1 0 0,0 3 1 0 0,0-3 4 0 0,1-1 1 0 0,0 0 0 0 0,-1 0 0 0 0,1 1-1 0 0,0-1 1 0 0,0 0 0 0 0,0 0-1 0 0,0 0 1 0 0,1 0 0 0 0,-1 0 0 0 0,1-1-1 0 0,-1 1 1 0 0,1 0 0 0 0,-1-1 0 0 0,1 1-1 0 0,0-1 1 0 0,0 1 0 0 0,0-1-1 0 0,0 0 1 0 0,0 0 0 0 0,0 0 0 0 0,0 0-1 0 0,0 0 1 0 0,3 1 0 0 0,65 20 152 0 0,120 22 1 0 0,-73-19-144 0 0,-2-4 1 0 0,-112-20-43 0 0,36 5-1467 0 0,-36-6 679 0 0,9-2-2735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21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90 139 1748 0 0,'-5'-25'19153'0'0,"5"25"-19152"0"0,0 0-1 0 0,0 0 1 0 0,0 0-1 0 0,-1 0 1 0 0,1 0 0 0 0,0 0-1 0 0,0 0 1 0 0,0 0-1 0 0,0 0 1 0 0,0 0-1 0 0,0 0 1 0 0,0-1 0 0 0,0 1-1 0 0,0 0 1 0 0,0 0-1 0 0,0 0 1 0 0,0 0-1 0 0,0 0 1 0 0,0 0-1 0 0,0 0 1 0 0,0 0 0 0 0,0 0-1 0 0,0 0 1 0 0,0 0-1 0 0,0 0 1 0 0,0 0-1 0 0,0-1 1 0 0,0 1-1 0 0,0 0 1 0 0,0 0 0 0 0,0 0-1 0 0,0 0 1 0 0,0 0-1 0 0,0 0 1 0 0,0 0-1 0 0,0 0 1 0 0,0 0-1 0 0,0 0 1 0 0,0 0 0 0 0,1 0-1 0 0,-1 0 1 0 0,0 0-1 0 0,0 0 1 0 0,0-1-1 0 0,0 1 1 0 0,0 0-1 0 0,0 0 1 0 0,0 0 0 0 0,0 0-1 0 0,0 0 1 0 0,0 0-1 0 0,0 0 1 0 0,0 0-1 0 0,0 0 1 0 0,0 0 0 0 0,1 0-1 0 0,-1 0 1 0 0,0 0-1 0 0,0 0 1 0 0,0 0-1 0 0,0 0 1 0 0,0 0-1 0 0,0 0 1 0 0,0 0 0 0 0,0 0-1 0 0,0 0 1 0 0,0 0-1 0 0,12 0 16 0 0,27 5-18 0 0,-5-1 11 0 0,36-1 0 0 0,0-4 1 0 0,125-17 0 0 0,-162 13 35 0 0,-27 5-34 0 0,0-1 0 0 0,0 0 0 0 0,0-1 0 0 0,0 1 1 0 0,0-1-1 0 0,0 0 0 0 0,5-3 0 0 0,-9 4-1 0 0,-1 1-10 0 0,-1-1-1 0 0,1 1 1 0 0,0 0-1 0 0,-1-1 1 0 0,1 1 0 0 0,0-1-1 0 0,-1 1 1 0 0,1-1-1 0 0,-1 1 1 0 0,1-1-1 0 0,-1 0 1 0 0,1 1-1 0 0,-1-1 1 0 0,1 0 0 0 0,-1 1-1 0 0,0-1 1 0 0,1 0-1 0 0,-1 1 1 0 0,0-1-1 0 0,0 0 1 0 0,1 0-1 0 0,-1 1 1 0 0,0-1 0 0 0,0 0-1 0 0,0 0 1 0 0,0 0-1 0 0,0 1 1 0 0,0-1-1 0 0,0-1 1 0 0,0 0-1 0 0,0 0 0 0 0,-1 0 1 0 0,1 0-1 0 0,0 0 0 0 0,-1 0 0 0 0,1 0 1 0 0,-1 1-1 0 0,1-1 0 0 0,-1 0 0 0 0,0 0 1 0 0,0 1-1 0 0,0-1 0 0 0,0 0 0 0 0,-2-2 1 0 0,1 1-7 0 0,-1 0 1 0 0,0 0 0 0 0,0 1-1 0 0,0-1 1 0 0,0 1-1 0 0,0-1 1 0 0,0 1 0 0 0,-1 0-1 0 0,1 0 1 0 0,-1 1 0 0 0,0-1-1 0 0,1 1 1 0 0,-1 0 0 0 0,0 0-1 0 0,0 0 1 0 0,-7-1 0 0 0,-9 3 2 0 0,0 1 0 0 0,0 1 1 0 0,1 1-1 0 0,-1 0 1 0 0,1 1-1 0 0,-34 15 0 0 0,25-7 7 0 0,0 1 0 0 0,1 1 0 0 0,-47 34 0 0 0,63-40 1 0 0,0 0 0 0 0,-16 18 0 0 0,24-23-1 0 0,0 0 1 0 0,0 0-1 0 0,0 0 0 0 0,0 0 1 0 0,1 1-1 0 0,-1-1 0 0 0,1 1 1 0 0,0-1-1 0 0,1 1 1 0 0,-1 0-1 0 0,0 9 0 0 0,1 10 1 0 0,3-19-2 0 0,1-1 0 0 0,-2-1-2 0 0,1 0-1 0 0,0 0 1 0 0,-1-1-1 0 0,1 1 1 0 0,0 0-1 0 0,1-1 1 0 0,-1 0-1 0 0,0 1 1 0 0,1-1-1 0 0,-1 0 1 0 0,6 3-1 0 0,-1-1 9 0 0,1 1 1 0 0,-1-2-1 0 0,17 7 0 0 0,26 4-5 0 0,-9-3-1 0 0,41 6 48 0 0,-79-17-56 0 0,-5 1-75 0 0,-31 15 78 0 0,2 2 1 0 0,0 0-1 0 0,1 2 1 0 0,0 2 0 0 0,2 0-1 0 0,1 2 1 0 0,1 1-1 0 0,1 1 1 0 0,1 1-1 0 0,-33 48 1 0 0,52-67 6 0 0,0 0 1 0 0,1 0-1 0 0,0 0 1 0 0,0 0-1 0 0,0 1 1 0 0,1 0-1 0 0,-2 9 1 0 0,5-15-2 0 0,-1 0 1 0 0,1 0 0 0 0,-1 0-1 0 0,1-1 1 0 0,0 1 0 0 0,1 0-1 0 0,-1 0 1 0 0,0-1 0 0 0,1 1-1 0 0,-1 0 1 0 0,1 0 0 0 0,0-1 0 0 0,0 1-1 0 0,0-1 1 0 0,0 1 0 0 0,0-1-1 0 0,1 1 1 0 0,-1-1 0 0 0,1 1-1 0 0,0-1 1 0 0,-1 0 0 0 0,1 0-1 0 0,0 0 1 0 0,0 0 0 0 0,0 0 0 0 0,1-1-1 0 0,2 3 1 0 0,8 3 9 0 0,-1-1-1 0 0,1 0 1 0 0,0-1-1 0 0,1-1 1 0 0,-1 0 0 0 0,1 0-1 0 0,0-2 1 0 0,19 3 0 0 0,17-2 3 0 0,49-4 0 0 0,-77 0-18 0 0,43-2-1364 0 0,108-18 1 0 0,-19-18-8933 0 0,-120 29 4431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2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1204 0 0,'0'0'3012'0'0,"2"-11"-4540"0"0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1075 792 0 0,'-3'1'3766'0'0,"-45"12"6639"0"0,46-14-10091 0 0,2 1-303 0 0,-1 0-1 0 0,1 0 0 0 0,0 0 1 0 0,-1 0-1 0 0,1 0 0 0 0,0 0 1 0 0,-1 0-1 0 0,1-1 0 0 0,0 1 0 0 0,-1 0 1 0 0,1 0-1 0 0,0 0 0 0 0,0-1 1 0 0,-1 1-1 0 0,1 0 0 0 0,0 0 1 0 0,0-1-1 0 0,-1 1 0 0 0,1 0 0 0 0,0 0 1 0 0,0-1-1 0 0,0 1 0 0 0,-1 0 1 0 0,1-1-1 0 0,0 1 0 0 0,0 0 1 0 0,0-1-1 0 0,0 1 0 0 0,0 0 1 0 0,0-1-1 0 0,0 1 0 0 0,0 0 0 0 0,0-1 1 0 0,0 1-1 0 0,0 0 0 0 0,0-1 1 0 0,0 1-1 0 0,0-1 0 0 0,0 1 1 0 0,0 0-1 0 0,0-1 0 0 0,0 1 0 0 0,1 0 1 0 0,-1-1-1 0 0,17-16 246 0 0,-17 16-256 0 0,148-119 369 0 0,9-9-342 0 0,-143 117-39 0 0,73-75-24 0 0,-78 77-18 0 0,-1 0-1 0 0,-1 0 1 0 0,0-1-1 0 0,0 0 1 0 0,-1 0-1 0 0,0-1 1 0 0,5-16-1 0 0,-10 27 42 0 0,-1-1 0 0 0,1 0 0 0 0,-1 1 1 0 0,1-1-1 0 0,-1 0 0 0 0,0 1 0 0 0,0-1 0 0 0,0 0 0 0 0,0 1 0 0 0,0-1 0 0 0,0 0 0 0 0,0 0 0 0 0,-1 1 0 0 0,1-1 0 0 0,-1 0 0 0 0,1 1 0 0 0,-1-1 0 0 0,1 1 0 0 0,-1-1 0 0 0,0 1 0 0 0,0-1 0 0 0,0 1 0 0 0,0-1 0 0 0,0 1 0 0 0,0 0 0 0 0,0-1 0 0 0,0 1 0 0 0,-1 0 0 0 0,1 0 0 0 0,0 0 0 0 0,-1 0 0 0 0,1 0 0 0 0,-1 0 0 0 0,1 0 0 0 0,-1 1 0 0 0,1-1 0 0 0,-4 0 0 0 0,-5 0-3 0 0,-1 1 1 0 0,1 0-1 0 0,-1 0 1 0 0,1 1-1 0 0,-1 1 1 0 0,1 0-1 0 0,0 0 0 0 0,-1 1 1 0 0,1 0-1 0 0,0 1 1 0 0,-14 7-1 0 0,18-8 15 0 0,-1 0 1 0 0,1 0-1 0 0,0 1 0 0 0,1 0 0 0 0,-1 0 1 0 0,1 0-1 0 0,0 1 0 0 0,0 0 0 0 0,0 0 1 0 0,0 0-1 0 0,1 0 0 0 0,0 1 0 0 0,0-1 1 0 0,1 1-1 0 0,-1 0 0 0 0,1 1 0 0 0,1-1 1 0 0,-1 0-1 0 0,-1 8 0 0 0,4-9 12 0 0,0 0-1 0 0,0 0 1 0 0,0 0-1 0 0,0 0 1 0 0,1 0-1 0 0,0 0 1 0 0,0 0-1 0 0,1 0 1 0 0,-1 0-1 0 0,1-1 1 0 0,0 1-1 0 0,0 0 1 0 0,1-1-1 0 0,-1 0 1 0 0,1 1-1 0 0,0-1 1 0 0,0 0-1 0 0,1 0 1 0 0,-1-1-1 0 0,1 1 1 0 0,4 3-1 0 0,10 7 45 0 0,0 0 0 0 0,1-1-1 0 0,24 13 1 0 0,-43-26-55 0 0,37 20 34 0 0,55 35 17 0 0,-80-47-43 0 0,0 1 0 0 0,-1 0 0 0 0,0 1 0 0 0,0 0 0 0 0,10 13 0 0 0,-20-22 8 0 0,0 1-1 0 0,0 0 1 0 0,0-1-1 0 0,0 1 1 0 0,0 0-1 0 0,0-1 1 0 0,0 1-1 0 0,0 0 0 0 0,-1 0 1 0 0,1 0-1 0 0,-1 0 1 0 0,1 0-1 0 0,-1-1 1 0 0,0 1-1 0 0,0 0 0 0 0,0 0 1 0 0,0 0-1 0 0,0 0 1 0 0,0 0-1 0 0,0 0 1 0 0,-1 3-1 0 0,0-2 3 0 0,-1 0 0 0 0,1-1 1 0 0,-1 1-1 0 0,0 0 0 0 0,0 0 0 0 0,0-1 0 0 0,0 1 0 0 0,0-1 1 0 0,0 1-1 0 0,-1-1 0 0 0,-4 3 0 0 0,-3 2 31 0 0,0-1 0 0 0,0 0 0 0 0,-1-1 0 0 0,1 0 0 0 0,-24 6 0 0 0,4-3 187 0 0,0-1 0 0 0,0-2 0 0 0,-1-1 0 0 0,-31 0 1 0 0,59-4-148 0 0,-1-3 9 0 0,-2-2-50 0 0,6 5-46 0 0,1-1 0 0 0,-1 1 1 0 0,0-1-1 0 0,0 1 0 0 0,0-1 1 0 0,1 1-1 0 0,-1-1 0 0 0,0 1 1 0 0,1 0-1 0 0,-1-1 0 0 0,0 1 1 0 0,1-1-1 0 0,-1 1 0 0 0,0 0 1 0 0,1-1-1 0 0,-1 1 0 0 0,1 0 1 0 0,-1-1-1 0 0,1 1 0 0 0,-1 0 1 0 0,1 0-1 0 0,0-1 0 0 0,119-64 45 0 0,45-27-14 0 0,-115 59-23 0 0,-3-2-1 0 0,51-48 0 0 0,-82 68-15 0 0,-1-2-1 0 0,0 1 0 0 0,-1-2 0 0 0,-1 0 1 0 0,0 0-1 0 0,-2-1 0 0 0,0-1 0 0 0,16-41 1 0 0,-26 59 0 0 0,0-1 1 0 0,0 0 0 0 0,0 1 0 0 0,-1-1-1 0 0,1 0 1 0 0,-1 0 0 0 0,1 0 0 0 0,-1 1-1 0 0,0-1 1 0 0,0 0 0 0 0,-1 0-1 0 0,1 0 1 0 0,0 1 0 0 0,-1-1 0 0 0,0 0-1 0 0,1 0 1 0 0,-1 1 0 0 0,0-1 0 0 0,-1 1-1 0 0,1-1 1 0 0,0 1 0 0 0,-1-1 0 0 0,1 1-1 0 0,-1 0 1 0 0,0-1 0 0 0,0 1-1 0 0,0 0 1 0 0,0 0 0 0 0,-4-3 0 0 0,4 5 2 0 0,0-1 1 0 0,0 0-1 0 0,0 1 1 0 0,0 0 0 0 0,0-1-1 0 0,1 1 1 0 0,-1 0-1 0 0,0 0 1 0 0,0 0 0 0 0,0 0-1 0 0,0 0 1 0 0,0 1-1 0 0,0-1 1 0 0,0 0 0 0 0,0 1-1 0 0,0 0 1 0 0,0-1-1 0 0,0 1 1 0 0,-1 1 0 0 0,-31 17-26 0 0,23-9 22 0 0,-1 1 0 0 0,1 0 0 0 0,1 0 1 0 0,0 1-1 0 0,1 0 0 0 0,0 1 1 0 0,0 0-1 0 0,2 0 0 0 0,0 1 0 0 0,0 0 1 0 0,-4 15-1 0 0,6-16 13 0 0,1-1-1 0 0,1 1 1 0 0,0 0-1 0 0,1 0 1 0 0,0 0 0 0 0,1 1-1 0 0,0-1 1 0 0,1 0 0 0 0,1 0-1 0 0,0 1 1 0 0,0-1-1 0 0,2 0 1 0 0,3 14 0 0 0,-1-17 2 0 0,-1 1 0 0 0,2-1 1 0 0,-1-1-1 0 0,1 1 0 0 0,1-1 1 0 0,-1 0-1 0 0,2 0 0 0 0,-1-1 1 0 0,1 0-1 0 0,0 0 0 0 0,1-1 1 0 0,0 0-1 0 0,0 0 0 0 0,1-1 1 0 0,-1-1-1 0 0,1 1 1 0 0,1-2-1 0 0,-1 1 0 0 0,1-1 1 0 0,-1-1-1 0 0,17 4 0 0 0,-14-5-10 0 0,0 1-1 0 0,0-2 1 0 0,0 1-1 0 0,1-2 0 0 0,-1 0 1 0 0,0 0-1 0 0,0-2 1 0 0,0 1-1 0 0,0-2 1 0 0,0 1-1 0 0,0-2 1 0 0,-1 0-1 0 0,1 0 0 0 0,-1-1 1 0 0,0-1-1 0 0,0 0 1 0 0,-1-1-1 0 0,13-9 1 0 0,-3-2-150 0 0,-1-1 0 0 0,-1-2 0 0 0,0 0 0 0 0,-2-1 1 0 0,-1 0-1 0 0,0-2 0 0 0,17-34 0 0 0,-3-6-395 0 0,39-116 0 0 0,-39 80 393 0 0,-6-2 0 0 0,24-207-1 0 0,-47 303 179 0 0,0-5 24 0 0,0-1-1 0 0,-1 1 0 0 0,-1-17 0 0 0,1 26 54 0 0,-2 3-60 0 0,0 1-1 0 0,0-1 0 0 0,0 1 0 0 0,0 0 0 0 0,0 0 0 0 0,0 0 1 0 0,0 0-1 0 0,1 0 0 0 0,-1 0 0 0 0,1 0 0 0 0,0 1 0 0 0,0-1 1 0 0,0 0-1 0 0,0 1 0 0 0,-2 5 0 0 0,-7 45 529 0 0,7-35-367 0 0,-30 175 1126 0 0,-32 167 78 0 0,62-345-1373 0 0,-23 125 212 0 0,22-111-165 0 0,2-1 0 0 0,2 54 0 0 0,0-74-57 0 0,1-1 0 0 0,0 1 0 0 0,1-1 0 0 0,0 1 0 0 0,0-1 0 0 0,1 1 0 0 0,-1-1 0 0 0,2 0 0 0 0,-1 0 0 0 0,1-1 1 0 0,0 1-1 0 0,0-1 0 0 0,1 0 0 0 0,7 8 0 0 0,-8-10-102 0 0,0-1 0 0 0,0 1 0 0 0,0-1 0 0 0,0-1 0 0 0,1 1 0 0 0,-1-1 0 0 0,1 1 0 0 0,0-1 0 0 0,-1 0 0 0 0,1-1 0 0 0,0 1 0 0 0,0-1 0 0 0,0 0 0 0 0,1-1 0 0 0,-1 1 0 0 0,0-1 0 0 0,0 0 0 0 0,0 0 0 0 0,0 0 0 0 0,0-1 0 0 0,1 0 0 0 0,5-1 0 0 0,-3-1-341 0 0,-1 1 0 0 0,1-1 0 0 0,0 0-1 0 0,-1-1 1 0 0,0 0 0 0 0,0 0 0 0 0,0-1 0 0 0,0 0 0 0 0,11-10-1 0 0,-6 3-1485 0 0,-1-1 0 0 0,-1 0 0 0 0,17-27 0 0 0,-10 13-2830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1:59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174 121 760 0 0,'-171'-72'16219'0'0,"171"72"-16188"0"0,-1 0-1 0 0,1-1 1 0 0,0 1 0 0 0,0 0-1 0 0,-1-1 1 0 0,1 1 0 0 0,0 0-1 0 0,0-1 1 0 0,0 1 0 0 0,-1-1 0 0 0,1 1-1 0 0,0 0 1 0 0,0-1 0 0 0,0 1-1 0 0,0-1 1 0 0,0 1 0 0 0,0 0-1 0 0,0-1 1 0 0,0 1 0 0 0,0-1 0 0 0,0 1-1 0 0,0-1 1 0 0,0 1 0 0 0,0 0-1 0 0,1-1 1 0 0,-1 1 0 0 0,0-1-1 0 0,0 1 1 0 0,0 0 0 0 0,1-1 0 0 0,-1 1-1 0 0,0 0 1 0 0,0-1 0 0 0,1 1-1 0 0,-1 0 1 0 0,0-1 0 0 0,0 1-1 0 0,1 0 1 0 0,-1 0 0 0 0,0-1 0 0 0,1 1-1 0 0,-1 0 1 0 0,1 0 0 0 0,18-7 144 0 0,-1 2 1 0 0,1 0-1 0 0,0 1 1 0 0,30-3-1 0 0,84 1-81 0 0,-132 6-95 0 0,255 13-4342 0 0,-170-6-1815 0 0,-46-4-237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28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17 112 0 0,'0'0'1236'0'0,"19"-4"320"0"0,-2-2-348 0 0,0-1-600 0 0,-38 10-2924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1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1167 1220 0 0,'0'0'1758'0'0,"-4"0"-236"0"0,1 0-1207 0 0,-1 1 0 0 0,1-1-1 0 0,-1 1 1 0 0,1-1 0 0 0,-1 1 0 0 0,1 0-1 0 0,-1 0 1 0 0,1 0 0 0 0,0 1-1 0 0,0-1 1 0 0,-1 1 0 0 0,1 0-1 0 0,0 0 1 0 0,0 0 0 0 0,1 0 0 0 0,-1 1-1 0 0,0-1 1 0 0,1 1 0 0 0,-1-1-1 0 0,1 1 1 0 0,0 0 0 0 0,0 0-1 0 0,0 0 1 0 0,0 0 0 0 0,1 1-1 0 0,-1-1 1 0 0,1 0 0 0 0,-1 5 0 0 0,0-3-13 0 0,1 1 1 0 0,0 0 0 0 0,1-1 0 0 0,-1 1-1 0 0,1 0 1 0 0,0 0 0 0 0,2 11 0 0 0,2 1 313 0 0,-4-17-537 0 0,1 1 0 0 0,-1-1-1 0 0,0 0 1 0 0,1 0 0 0 0,-1 0 0 0 0,1 0-1 0 0,-1 0 1 0 0,1 0 0 0 0,-1 0-1 0 0,1 0 1 0 0,0 0 0 0 0,-1 0-1 0 0,1-1 1 0 0,0 1 0 0 0,0 0-1 0 0,0 0 1 0 0,0 0 0 0 0,1 0-1 0 0,2-1-37 0 0,-1 1 0 0 0,0-2 0 0 0,0 1 0 0 0,1 0 0 0 0,-1-1 0 0 0,0 0 0 0 0,0 1 0 0 0,0-1-1 0 0,0 0 1 0 0,0-1 0 0 0,0 1 0 0 0,0 0 0 0 0,0-1 0 0 0,0 0 0 0 0,-1 0 0 0 0,1 0 0 0 0,0 0 0 0 0,-1 0 0 0 0,0 0-1 0 0,3-4 1 0 0,7-6 20 0 0,0-1 0 0 0,15-24 0 0 0,13-30-11 0 0,-2-2 0 0 0,47-122 0 0 0,-47 101-127 0 0,51-89 0 0 0,-88 177 70 0 0,0 0 0 0 0,0 1-1 0 0,0 0 1 0 0,0-1 0 0 0,0 1 0 0 0,0 0 0 0 0,0-1 0 0 0,0 1 0 0 0,1 0 0 0 0,-1 0-1 0 0,3-2 1 0 0,-3 3 6 0 0,-1 0 1 0 0,1 0-1 0 0,0 0 0 0 0,-1-1 0 0 0,1 1 0 0 0,0 0 0 0 0,-1 0 0 0 0,1 0 0 0 0,0 0 0 0 0,-1 0 0 0 0,1 0 1 0 0,0 0-1 0 0,-1 0 0 0 0,1 0 0 0 0,0 1 0 0 0,-1-1 0 0 0,1 0 0 0 0,0 0 0 0 0,-1 1 0 0 0,1-1 0 0 0,0 1 1 0 0,2 1 1 0 0,-1 0 0 0 0,0 0 0 0 0,0 1 1 0 0,0-1-1 0 0,0 1 0 0 0,-1-1 0 0 0,1 1 1 0 0,-1 0-1 0 0,1-1 0 0 0,-1 1 1 0 0,0 0-1 0 0,1 5 0 0 0,33 110 11 0 0,-12-39-7 0 0,2-1 0 0 0,42 85 0 0 0,-59-145 43 0 0,2-1-1 0 0,0 0 0 0 0,1-1 0 0 0,0 0 1 0 0,26 27-1 0 0,-35-42-24 0 0,0 1 1 0 0,0-1 0 0 0,0 1-1 0 0,-1-1 1 0 0,1 0 0 0 0,0 0-1 0 0,1 0 1 0 0,-1 0 0 0 0,0 0-1 0 0,0 0 1 0 0,0 0 0 0 0,1-1-1 0 0,-1 1 1 0 0,0-1 0 0 0,1 0-1 0 0,-1 0 1 0 0,0 0-1 0 0,1 0 1 0 0,2 0 0 0 0,-2-1-6 0 0,0 0 1 0 0,0 0 0 0 0,0 0-1 0 0,0 0 1 0 0,0 0-1 0 0,0-1 1 0 0,0 1 0 0 0,-1-1-1 0 0,1 0 1 0 0,-1 0-1 0 0,1 0 1 0 0,-1 0 0 0 0,1-1-1 0 0,1-2 1 0 0,5-6 3 0 0,0-2 0 0 0,-1 1 0 0 0,0-1 1 0 0,-1-1-1 0 0,10-24 0 0 0,19-79 13 0 0,-25 79-19 0 0,54-210 38 0 0,-34 116-101 0 0,83-216-1 0 0,-104 323 37 0 0,2 0-1 0 0,1 1 0 0 0,31-44 1 0 0,-39 61-21 0 0,1 0 0 0 0,0 0 1 0 0,0 1-1 0 0,0 0 0 0 0,1 0 0 0 0,0 0 1 0 0,0 1-1 0 0,0 0 0 0 0,1 0 1 0 0,0 1-1 0 0,0 0 0 0 0,0 0 1 0 0,0 1-1 0 0,0 0 0 0 0,1 1 0 0 0,10-3 1 0 0,-14 5-104 0 0,0 0-1 0 0,0-1 1 0 0,0 2 0 0 0,0-1 0 0 0,0 1 0 0 0,0-1-1 0 0,0 1 1 0 0,0 1 0 0 0,0-1 0 0 0,0 1-1 0 0,0 0 1 0 0,-1 0 0 0 0,1 0 0 0 0,-1 0 0 0 0,1 1-1 0 0,-1 0 1 0 0,0 0 0 0 0,0 0 0 0 0,0 1 0 0 0,-1-1-1 0 0,1 1 1 0 0,4 6 0 0 0,-2-2-695 0 0,-1 1-1 0 0,1 0 1 0 0,-2 0 0 0 0,1 0-1 0 0,-1 1 1 0 0,-1-1 0 0 0,1 1 0 0 0,-2 0-1 0 0,1 0 1 0 0,0 13 0 0 0,0 4-4253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2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207 582 788 0 0,'5'-13'4757'0'0,"2"2"-2623"0"0,-5 7-1498 0 0,1-1-1 0 0,-1 1 1 0 0,0 0-1 0 0,0-1 0 0 0,-1 1 1 0 0,1-1-1 0 0,-1 0 0 0 0,0 0 1 0 0,1-6-1 0 0,-2 10-577 0 0,0 0-1 0 0,0 0 0 0 0,0 0 1 0 0,0 0-1 0 0,0 0 1 0 0,0 0-1 0 0,0 0 0 0 0,0-1 1 0 0,0 1-1 0 0,0 0 0 0 0,-1 0 1 0 0,1 0-1 0 0,0 0 0 0 0,-1 0 1 0 0,1 0-1 0 0,-1 0 1 0 0,1 0-1 0 0,-1 0 0 0 0,1 0 1 0 0,-1 0-1 0 0,0 0 0 0 0,1 0 1 0 0,-1 1-1 0 0,0-1 1 0 0,0 0-1 0 0,0 0 0 0 0,0 1 1 0 0,0-1-1 0 0,0 0 0 0 0,0 1 1 0 0,0-1-1 0 0,0 1 1 0 0,0-1-1 0 0,0 1 0 0 0,0 0 1 0 0,0 0-1 0 0,0-1 0 0 0,0 1 1 0 0,0 0-1 0 0,0 0 0 0 0,0 0 1 0 0,-1 0-1 0 0,1 0 1 0 0,0 0-1 0 0,0 0 0 0 0,0 1 1 0 0,0-1-1 0 0,0 0 0 0 0,0 1 1 0 0,0-1-1 0 0,0 0 1 0 0,-2 2-1 0 0,-4 1 47 0 0,-1 0 0 0 0,1 1 0 0 0,0 0 0 0 0,0 0 0 0 0,-13 11 0 0 0,8-4-18 0 0,1 1 0 0 0,0 0 0 0 0,1 1 0 0 0,0 0 0 0 0,1 0 0 0 0,-12 23 0 0 0,10-12-36 0 0,0 0-1 0 0,2 0 1 0 0,-9 35-1 0 0,15-50-37 0 0,1 1 1 0 0,1-1-1 0 0,0 1 0 0 0,0-1 0 0 0,1 1 0 0 0,0-1 0 0 0,2 18 0 0 0,-1-24-6 0 0,-1 0 1 0 0,1 0-1 0 0,0 0 0 0 0,0 0 0 0 0,0-1 1 0 0,0 1-1 0 0,1 0 0 0 0,-1 0 0 0 0,1-1 1 0 0,-1 1-1 0 0,1-1 0 0 0,0 1 0 0 0,0-1 0 0 0,0 0 1 0 0,1 0-1 0 0,-1 0 0 0 0,0 0 0 0 0,1 0 1 0 0,-1 0-1 0 0,1-1 0 0 0,0 1 0 0 0,-1-1 1 0 0,1 0-1 0 0,0 0 0 0 0,0 0 0 0 0,0 0 0 0 0,5 1 1 0 0,1-1 0 0 0,1-1 0 0 0,-1 0 0 0 0,1 0 0 0 0,-1-1 0 0 0,1 0 0 0 0,-1-1 0 0 0,1 0 0 0 0,-1 0 0 0 0,0-1 0 0 0,0 0 0 0 0,11-6 0 0 0,1-1 11 0 0,0-1-1 0 0,-1-1 1 0 0,27-21-1 0 0,-30 19-29 0 0,0-1 0 0 0,-1-1 0 0 0,-1 0 0 0 0,0-1 0 0 0,-2-1 0 0 0,14-21 0 0 0,-19 26 2 0 0,-1 0 1 0 0,0 0 0 0 0,-1 0 0 0 0,-1-1 0 0 0,0 0 0 0 0,-1 0 0 0 0,0 0 0 0 0,-2 0 0 0 0,1-1 0 0 0,0-19 0 0 0,-3 26-3 0 0,-1-1 0 0 0,0 1 0 0 0,0 0 0 0 0,-1 0 0 0 0,0 0 0 0 0,0 1 0 0 0,0-1 0 0 0,-6-10 0 0 0,7 15 7 0 0,-1 1 0 0 0,1-1 0 0 0,-1 0 0 0 0,0 0 0 0 0,0 1 0 0 0,0-1 0 0 0,0 1 0 0 0,0 0 0 0 0,0 0 0 0 0,-1 0 0 0 0,1 0 0 0 0,-1 0 0 0 0,1 0 0 0 0,-1 0 0 0 0,0 1 0 0 0,0 0-1 0 0,0-1 1 0 0,0 1 0 0 0,0 0 0 0 0,0 0 0 0 0,0 1 0 0 0,0-1 0 0 0,0 1 0 0 0,0-1 0 0 0,-7 1 0 0 0,2 1 2 0 0,-1 1 0 0 0,1-1 0 0 0,-1 1-1 0 0,1 1 1 0 0,0 0 0 0 0,0 0 0 0 0,0 1 0 0 0,1-1 0 0 0,-1 2 0 0 0,1-1-1 0 0,0 1 1 0 0,0 0 0 0 0,-8 8 0 0 0,10-7 2 0 0,0-1 0 0 0,1 1-1 0 0,-1 0 1 0 0,1 0 0 0 0,1 0 0 0 0,-1 1 0 0 0,1-1-1 0 0,0 1 1 0 0,1 0 0 0 0,0 0 0 0 0,0 0 0 0 0,-1 8-1 0 0,2-12 3 0 0,1 0-1 0 0,-1 0 1 0 0,1 0-1 0 0,0 0 1 0 0,0 1-1 0 0,0-1 1 0 0,1 0-1 0 0,-1 0 0 0 0,1 0 1 0 0,0 0-1 0 0,0 0 1 0 0,0 0-1 0 0,0 0 1 0 0,0-1-1 0 0,1 1 1 0 0,-1 0-1 0 0,1-1 0 0 0,-1 1 1 0 0,1-1-1 0 0,0 1 1 0 0,0-1-1 0 0,1 0 1 0 0,-1 1-1 0 0,0-1 1 0 0,1-1-1 0 0,-1 1 0 0 0,1 0 1 0 0,-1 0-1 0 0,1-1 1 0 0,0 0-1 0 0,3 2 1 0 0,7 1-26 0 0,1-1 0 0 0,-1 0 1 0 0,1 0-1 0 0,-1-2 1 0 0,1 1-1 0 0,0-2 1 0 0,-1 0-1 0 0,1 0 0 0 0,0-2 1 0 0,24-4-1 0 0,-2-3-29 0 0,-1-1 0 0 0,63-26 0 0 0,-65 21 41 0 0,-1-2 0 0 0,0 0 0 0 0,-1-2 0 0 0,-1-2 0 0 0,45-39 0 0 0,-54 41 1 0 0,-1-2 0 0 0,-1-1 0 0 0,-1 0 0 0 0,-1-1 0 0 0,0-1 0 0 0,-2 0 0 0 0,19-43 0 0 0,33-98-30 0 0,-56 139-31 0 0,-10 25 73 0 0,-1 1-1 0 0,0 0 0 0 0,0 0 1 0 0,0 0-1 0 0,0 0 1 0 0,0 0-1 0 0,0 0 1 0 0,0 0-1 0 0,0 0 1 0 0,0 0-1 0 0,0 0 1 0 0,0 0-1 0 0,0 0 1 0 0,0-1-1 0 0,0 1 1 0 0,0 0-1 0 0,0 0 0 0 0,0 0 1 0 0,0 0-1 0 0,0 0 1 0 0,1 0-1 0 0,-1 0 1 0 0,0 0-1 0 0,0 0 1 0 0,0 0-1 0 0,0 0 1 0 0,0 0-1 0 0,0 0 1 0 0,0 0-1 0 0,0 0 0 0 0,0 0 1 0 0,0 0-1 0 0,0 0 1 0 0,1 0-1 0 0,-1 0 1 0 0,0 0-1 0 0,0 0 1 0 0,0 0-1 0 0,0 0 1 0 0,0 0-1 0 0,0 0 1 0 0,0 0-1 0 0,0 0 0 0 0,0 0 1 0 0,0 0-1 0 0,0 0 1 0 0,1 0-1 0 0,-1 0 1 0 0,0 1-1 0 0,0-1 1 0 0,0 0-1 0 0,0 0 1 0 0,0 0-1 0 0,0 0 1 0 0,0 0-1 0 0,0 0 0 0 0,0 0 1 0 0,0 0-1 0 0,0 0 1 0 0,0 0-1 0 0,0 0 1 0 0,2 14 4 0 0,-4 13 31 0 0,-5 36 0 0 0,1-14 1 0 0,-52 310 34 0 0,-25-2-63 0 0,58-259 29 0 0,-211 651 164 0 0,178-582-180 0 0,47-137-14 0 0,1-5 17 0 0,1 0-1 0 0,2 1 0 0 0,0 0 0 0 0,2 0 0 0 0,-4 40 0 0 0,9-64-12 0 0,0 1 0 0 0,0-1 0 0 0,0 0 0 0 0,1 0 0 0 0,-1 0 0 0 0,0 1 1 0 0,1-1-1 0 0,-1 0 0 0 0,1 0 0 0 0,0 0 0 0 0,0 0 0 0 0,0 0 0 0 0,0 0 0 0 0,0 0 0 0 0,0 0 0 0 0,1 0 0 0 0,-1-1 0 0 0,1 1 0 0 0,-1 0 0 0 0,1-1 1 0 0,1 2-1 0 0,1-1-1 0 0,-1 0 0 0 0,0-1 1 0 0,0 1-1 0 0,1-1 1 0 0,-1 0-1 0 0,1 0 0 0 0,-1 0 1 0 0,1-1-1 0 0,0 1 1 0 0,-1-1-1 0 0,8 0 0 0 0,5-1 1 0 0,1-1-1 0 0,-1-1 0 0 0,1-1 0 0 0,22-7 1 0 0,-22 5-2 0 0,0 0 1 0 0,-1-1-1 0 0,1-1 1 0 0,-1-1-1 0 0,-1 0 1 0 0,0-1-1 0 0,28-23 1 0 0,-37 27-2 0 0,0 0 0 0 0,0 0-1 0 0,-1 0 1 0 0,0-1 0 0 0,0 0 0 0 0,0 0 0 0 0,-1 0 0 0 0,0 0-1 0 0,0-1 1 0 0,-1 0 0 0 0,0 0 0 0 0,0 0 0 0 0,-1 0-1 0 0,0 0 1 0 0,0 0 0 0 0,-1 0 0 0 0,0-1 0 0 0,-1 1 0 0 0,0-10-1 0 0,-3 0-18 0 0,0-1 0 0 0,-1 1 0 0 0,-1 0-1 0 0,-1 1 1 0 0,0-1 0 0 0,-2 1 0 0 0,0 0-1 0 0,-18-28 1 0 0,-11-9 56 0 0,-50-56 0 0 0,64 82 19 0 0,5 6-15 0 0,-80-102 172 0 0,79 98-170 0 0,2-2 1 0 0,-26-53-1 0 0,37 68-58 0 0,1 0-1 0 0,1-1 0 0 0,0 1 0 0 0,1-1 0 0 0,1 0 0 0 0,0 0 0 0 0,1 0 0 0 0,0 0 1 0 0,1 0-1 0 0,1 0 0 0 0,0 0 0 0 0,6-27 0 0 0,-2 23-223 0 0,1 0-1 0 0,0 1 1 0 0,1-1-1 0 0,1 1 1 0 0,1 1-1 0 0,1 0 1 0 0,0 0-1 0 0,1 1 1 0 0,16-19-1 0 0,10-3-3024 0 0,60-49 0 0 0,-81 73 1436 0 0,28-25-4328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3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361 678 244 0 0,'3'-6'796'0'0,"0"-1"-1"0"0,0 1 1 0 0,0-1-1 0 0,0 0 1 0 0,-1 1 0 0 0,0-1-1 0 0,-1 0 1 0 0,0 0-1 0 0,0-1 1 0 0,0 1-1 0 0,-1 0 1 0 0,0 0 0 0 0,0 0-1 0 0,-2-9 1 0 0,1 13-652 0 0,1 0 0 0 0,-1 0 0 0 0,0 0 0 0 0,0 0 0 0 0,0 0 0 0 0,-1 1-1 0 0,1-1 1 0 0,-1 0 0 0 0,1 1 0 0 0,-1-1 0 0 0,0 1 0 0 0,-3-4 0 0 0,2 2 14 0 0,1 3-121 0 0,1 0 1 0 0,0 0 0 0 0,0 0-1 0 0,-1 0 1 0 0,1 1 0 0 0,0-1 0 0 0,-1 0-1 0 0,1 1 1 0 0,-1-1 0 0 0,1 1-1 0 0,-1-1 1 0 0,1 1 0 0 0,-1 0 0 0 0,1 0-1 0 0,-1 0 1 0 0,1-1 0 0 0,-1 1-1 0 0,1 1 1 0 0,-1-1 0 0 0,1 0-1 0 0,-2 1 1 0 0,-2-1 34 0 0,0 1 0 0 0,1 1 0 0 0,0-1 0 0 0,-1 1 0 0 0,-5 2 0 0 0,-5 5 60 0 0,1 1-1 0 0,0 0 1 0 0,1 0-1 0 0,0 2 1 0 0,1 0-1 0 0,0 0 1 0 0,-14 19 0 0 0,-64 103 249 0 0,71-102-303 0 0,-22 49 1 0 0,37-70-61 0 0,-1 1-1 0 0,2-1 1 0 0,-1 1 0 0 0,2 0-1 0 0,-1 0 1 0 0,2-1-1 0 0,0 2 1 0 0,0 15 0 0 0,1-25-14 0 0,0 0 0 0 0,1-1 1 0 0,-1 1-1 0 0,0-1 1 0 0,1 1-1 0 0,0-1 1 0 0,0 1-1 0 0,-1-1 1 0 0,1 0-1 0 0,1 1 1 0 0,-1-1-1 0 0,0 0 1 0 0,1 0-1 0 0,-1 0 0 0 0,1 0 1 0 0,-1 0-1 0 0,1 0 1 0 0,0 0-1 0 0,3 2 1 0 0,-1-2-1 0 0,-1 0 0 0 0,1 0 0 0 0,0-1-1 0 0,0 1 1 0 0,-1-1 0 0 0,1 0 0 0 0,0 0 0 0 0,0 0 0 0 0,0-1 0 0 0,0 1 0 0 0,6-1 0 0 0,5-1 0 0 0,0-1 1 0 0,-1 0-1 0 0,1-1 1 0 0,-1 0-1 0 0,24-9 1 0 0,-21 5-32 0 0,-1-1 1 0 0,0 0-1 0 0,0-1 1 0 0,-1-1-1 0 0,0 0 1 0 0,0-1-1 0 0,-2-1 1 0 0,1 0-1 0 0,-1-1 0 0 0,-1 0 1 0 0,0-1-1 0 0,16-25 1 0 0,-17 21 10 0 0,-1 1 0 0 0,-1-2 0 0 0,-1 1 0 0 0,0-1 0 0 0,-1-1 0 0 0,-1 1 0 0 0,-1-1 0 0 0,-1 0 0 0 0,-1-1 0 0 0,0 1 0 0 0,-1-22 0 0 0,-2 37 28 0 0,0 1-1 0 0,0 0 1 0 0,-1 0 0 0 0,1 0 0 0 0,-1 0 0 0 0,0 0 0 0 0,0 0 0 0 0,-1 0 0 0 0,1 0 0 0 0,-1 1 0 0 0,1-1 0 0 0,-1 0 0 0 0,0 1 0 0 0,-1-1 0 0 0,-2-3 0 0 0,4 7-2 0 0,1 0 0 0 0,-1-1 0 0 0,1 1-1 0 0,-1 0 1 0 0,1 0 0 0 0,-1 0 0 0 0,1 0 0 0 0,-1 0 0 0 0,1-1 0 0 0,-1 1 0 0 0,1 0-1 0 0,-1 0 1 0 0,1 0 0 0 0,-1 0 0 0 0,1 0 0 0 0,-1 1 0 0 0,1-1 0 0 0,-1 0 0 0 0,1 0 0 0 0,-1 0-1 0 0,1 0 1 0 0,-1 0 0 0 0,1 1 0 0 0,-1-1 0 0 0,1 0 0 0 0,0 0 0 0 0,-2 1 0 0 0,-9 9 166 0 0,11-10-157 0 0,-8 9 103 0 0,1 0 0 0 0,0 1-1 0 0,1 0 1 0 0,0 0 0 0 0,0 0 0 0 0,1 1 0 0 0,0 0 0 0 0,-4 17-1 0 0,-2 12 129 0 0,-7 43-1 0 0,14-62-193 0 0,1 1 1 0 0,1 0-1 0 0,1 0 1 0 0,3 43-1 0 0,-1-59-48 0 0,-1-1-1 0 0,1 1 0 0 0,0 0 1 0 0,1-1-1 0 0,-1 1 1 0 0,1-1-1 0 0,0 1 1 0 0,1-1-1 0 0,-1 0 1 0 0,1 0-1 0 0,0 0 1 0 0,1 0-1 0 0,-1 0 0 0 0,1-1 1 0 0,0 1-1 0 0,0-1 1 0 0,0 0-1 0 0,0 0 1 0 0,1-1-1 0 0,0 1 1 0 0,-1-1-1 0 0,1 0 1 0 0,10 4-1 0 0,0-2-13 0 0,0-1 0 0 0,0-1 0 0 0,1 0 0 0 0,-1-1 1 0 0,1-1-1 0 0,-1 0 0 0 0,1-1 0 0 0,-1-1 0 0 0,1-1 0 0 0,-1 0 0 0 0,1 0 0 0 0,-1-2 0 0 0,23-8 0 0 0,-15 4-66 0 0,0-1 1 0 0,0-2-1 0 0,-1 0 0 0 0,0-2 1 0 0,-1 0-1 0 0,0-1 0 0 0,32-30 0 0 0,-29 20 20 0 0,0-1-1 0 0,-2-2 0 0 0,0 0 0 0 0,-2-1 0 0 0,-2-1 0 0 0,0-1 1 0 0,-2-1-1 0 0,18-48 0 0 0,-19 37 15 0 0,-3 0 0 0 0,-1 0 0 0 0,-2-1 0 0 0,-3 0 0 0 0,-1-1 0 0 0,0-55 0 0 0,-6 83 7 0 0,1 1-1 0 0,-5-22 1 0 0,5 36 31 0 0,0 1 0 0 0,-1-1 0 0 0,1 1 0 0 0,0-1 0 0 0,0 1 0 0 0,0-1 0 0 0,-1 1 0 0 0,1-1 0 0 0,0 1 0 0 0,0-1 0 0 0,-1 1 0 0 0,1-1 0 0 0,0 1 0 0 0,-1 0 0 0 0,1-1 0 0 0,-1 1 0 0 0,1-1 0 0 0,0 1 0 0 0,-1 0 0 0 0,1-1 0 0 0,-1 1 0 0 0,1 0-1 0 0,-1 0 1 0 0,1-1 0 0 0,-1 1 0 0 0,1 0 0 0 0,-1 0 0 0 0,1 0 0 0 0,-1 0 0 0 0,0 0 0 0 0,1 0 0 0 0,-1 0 0 0 0,1 0 0 0 0,-1 0 0 0 0,1 0 0 0 0,-1 0 0 0 0,1 0 0 0 0,-1 0 0 0 0,0 0 0 0 0,1 0 0 0 0,-1 0 0 0 0,0 1 0 0 0,-1 0 8 0 0,-1 0 1 0 0,1 0-1 0 0,0 0 1 0 0,0 0-1 0 0,0 1 0 0 0,0-1 1 0 0,0 0-1 0 0,-2 3 1 0 0,-6 8 59 0 0,1 0 1 0 0,0 0-1 0 0,1 0 1 0 0,1 1-1 0 0,-6 14 1 0 0,-27 73 340 0 0,33-79-316 0 0,-21 62 175 0 0,4 2-1 0 0,-20 125 1 0 0,40-188-246 0 0,2 0 0 0 0,0 0-1 0 0,2 0 1 0 0,0 1 0 0 0,2-1 0 0 0,4 24 0 0 0,-5-38-14 0 0,1 0-1 0 0,1-1 1 0 0,-1 1 0 0 0,1-1-1 0 0,1 0 1 0 0,-1 1 0 0 0,1-2-1 0 0,9 13 1 0 0,-9-14-3 0 0,0-1 1 0 0,0 0-1 0 0,0-1 1 0 0,1 1-1 0 0,-1-1 0 0 0,1 1 1 0 0,0-2-1 0 0,0 1 0 0 0,0 0 1 0 0,0-1-1 0 0,0 0 0 0 0,1 0 1 0 0,9 2-1 0 0,-4-2-1 0 0,-1-1 0 0 0,1 0 0 0 0,-1 0 0 0 0,1-1 0 0 0,-1-1 1 0 0,1 0-1 0 0,0 0 0 0 0,-1-1 0 0 0,16-4 0 0 0,-11 0-3 0 0,0 1 1 0 0,0-2-1 0 0,0 0 0 0 0,-1-1 1 0 0,21-15-1 0 0,-4-2 4 0 0,-2 0-1 0 0,-2-2 1 0 0,0-1 0 0 0,33-45-1 0 0,-14 8-20 0 0,-3-2 1 0 0,-2-2-1 0 0,-4-1 0 0 0,-3-3 0 0 0,-3 0 0 0 0,-3-2 0 0 0,31-136 1 0 0,-56 195 10 0 0,0 0 0 0 0,-1-1 1 0 0,0 1-1 0 0,-1 0 0 0 0,-1-1 0 0 0,-3-21 1 0 0,3 36 4 0 0,0 1 1 0 0,0 0-1 0 0,0 0 1 0 0,0 0-1 0 0,0 0 1 0 0,0 0-1 0 0,-1 0 1 0 0,1 0-1 0 0,0 0 1 0 0,-1 0-1 0 0,1 0 1 0 0,-1 0-1 0 0,1 0 1 0 0,-1 0-1 0 0,0 0 0 0 0,1 0 1 0 0,-1 0-1 0 0,0 1 1 0 0,1-1-1 0 0,-1 0 1 0 0,0 0-1 0 0,0 1 1 0 0,0-1-1 0 0,0 1 1 0 0,0-1-1 0 0,0 1 1 0 0,0-1-1 0 0,0 1 1 0 0,0-1-1 0 0,0 1 1 0 0,0 0-1 0 0,0 0 1 0 0,0-1-1 0 0,0 1 1 0 0,0 0-1 0 0,0 0 1 0 0,0 0-1 0 0,0 0 0 0 0,0 0 1 0 0,-1 0-1 0 0,1 1 1 0 0,0-1-1 0 0,0 0 1 0 0,0 1-1 0 0,-1 0 1 0 0,-3 1 20 0 0,1 0-1 0 0,-1 0 1 0 0,1 1 0 0 0,0 0 0 0 0,0 0-1 0 0,0 0 1 0 0,0 0 0 0 0,0 0-1 0 0,-3 5 1 0 0,-13 17 154 0 0,1 1 0 0 0,2 1 0 0 0,0 1-1 0 0,2 0 1 0 0,-12 31 0 0 0,3 5 197 0 0,-22 86 0 0 0,39-125-284 0 0,2 0-1 0 0,1 0 1 0 0,1 0-1 0 0,2 0 1 0 0,0 0-1 0 0,1 1 1 0 0,2-1-1 0 0,9 50 1 0 0,-8-64-177 0 0,0 0 1 0 0,1 0-1 0 0,0 0 0 0 0,1-1 1 0 0,0 1-1 0 0,1-1 1 0 0,0 0-1 0 0,0-1 1 0 0,12 13-1 0 0,-12-15-272 0 0,1-1 1 0 0,0 0-1 0 0,0 0 0 0 0,1-1 0 0 0,0 0 1 0 0,-1 0-1 0 0,2-1 0 0 0,-1 0 0 0 0,0-1 1 0 0,1 1-1 0 0,0-2 0 0 0,-1 1 0 0 0,13 1 1 0 0,-8-2-2133 0 0,0-1 0 0 0,24 0 0 0 0,-2-3-4570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4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176 659 1668 0 0,'-7'4'1072'0'0,"1"-1"-1"0"0,0 1 1 0 0,0 0-1 0 0,1 1 1 0 0,-1-1-1 0 0,1 1 1 0 0,0 1-1 0 0,0-1 1 0 0,0 0 0 0 0,1 1-1 0 0,-5 9 1 0 0,8-14-357 0 0,1 0-647 0 0,0-1 0 0 0,0 0-1 0 0,0 1 1 0 0,0-1 0 0 0,0 1 0 0 0,0-1 0 0 0,0 0-1 0 0,0 1 1 0 0,0-1 0 0 0,0 0 0 0 0,0 1 0 0 0,0-1-1 0 0,0 1 1 0 0,0-1 0 0 0,0 0 0 0 0,0 1 0 0 0,0-1-1 0 0,1 0 1 0 0,-1 1 0 0 0,0-1 0 0 0,0 0 0 0 0,0 1-1 0 0,1-1 1 0 0,-1 0 0 0 0,0 1 0 0 0,0-1 0 0 0,1 0-1 0 0,-1 0 1 0 0,0 1 0 0 0,1-1 0 0 0,-1 0 0 0 0,0 0-1 0 0,1 0 1 0 0,-1 1 0 0 0,0-1 0 0 0,1 0-1 0 0,0 0 1 0 0,8-2 34 0 0,0-1 0 0 0,-1-1 0 0 0,1 1 1 0 0,-1-2-1 0 0,1 1 0 0 0,-1-1 0 0 0,-1 0 0 0 0,1-1 0 0 0,12-10 0 0 0,4-7 9 0 0,33-39 1 0 0,-28 25-97 0 0,-1-1 0 0 0,-2-1 1 0 0,-2-1-1 0 0,-1-2 0 0 0,-3 0 1 0 0,-1-1-1 0 0,-2-1 0 0 0,21-89 1 0 0,-27 87-30 0 0,7-43-85 0 0,-17 83 41 0 0,-3 6 23 0 0,-5 15 19 0 0,-8 28 58 0 0,-81 457 397 0 0,85-427-272 0 0,-77 612 1272 0 0,36-258-1055 0 0,41-347-299 0 0,-27 103 0 0 0,35-171-68 0 0,0-1-1 0 0,-11 22 1 0 0,13-30-8 0 0,-1 0 0 0 0,0 0 0 0 0,0-1 0 0 0,0 1 0 0 0,0 0-1 0 0,0-1 1 0 0,-1 1 0 0 0,1-1 0 0 0,-1 0 0 0 0,0 0 0 0 0,1 0 0 0 0,-1 0 0 0 0,-5 2 0 0 0,1-4 8 0 0,2-4-15 0 0,0 0 0 0 0,0 0-1 0 0,0 0 1 0 0,0 0 0 0 0,1-1-1 0 0,-1 0 1 0 0,1 0 0 0 0,0 0-1 0 0,1-1 1 0 0,-1 1 0 0 0,1-1 0 0 0,-4-11-1 0 0,-5-12 0 0 0,-11-40 0 0 0,23 68-1 0 0,-19-69-57 0 0,4 0 0 0 0,3-1 0 0 0,2 0 0 0 0,1-123 0 0 0,12 105-79 0 0,4 0-1 0 0,3 1 1 0 0,31-122 0 0 0,-27 154 87 0 0,3 1 1 0 0,3 1 0 0 0,1 0-1 0 0,32-54 1 0 0,-36 78 34 0 0,1 1 0 0 0,1 1 0 0 0,2 0-1 0 0,1 1 1 0 0,1 2 0 0 0,1 0 0 0 0,1 2-1 0 0,32-24 1 0 0,-43 38 9 0 0,0 0 1 0 0,0 1-1 0 0,0 1 0 0 0,1 0 1 0 0,1 1-1 0 0,-1 1 0 0 0,1 0 0 0 0,-1 1 1 0 0,1 1-1 0 0,1 0 0 0 0,-1 1 0 0 0,27 0 1 0 0,-35 3 1 0 0,1-1 1 0 0,-1 1 0 0 0,0 0-1 0 0,0 1 1 0 0,0 0 0 0 0,0 0-1 0 0,0 1 1 0 0,0 0 0 0 0,0 0-1 0 0,-1 1 1 0 0,0 0 0 0 0,0 0 0 0 0,0 1-1 0 0,0-1 1 0 0,0 2 0 0 0,-1-1-1 0 0,0 1 1 0 0,0 0 0 0 0,-1 0-1 0 0,0 0 1 0 0,0 1 0 0 0,0 0-1 0 0,-1 0 1 0 0,0 0 0 0 0,0 1 0 0 0,3 10-1 0 0,-3-6 8 0 0,-1 0-1 0 0,-1 0 1 0 0,0 0-1 0 0,0 1 1 0 0,-1-1-1 0 0,-1 0 1 0 0,0 1-1 0 0,-1-1 1 0 0,0 0-1 0 0,-1 1 1 0 0,0-1-1 0 0,-1 0 0 0 0,-1 0 1 0 0,0 0-1 0 0,0-1 1 0 0,-1 1-1 0 0,-8 12 1 0 0,5-9 5 0 0,0-1 1 0 0,-1 0-1 0 0,-1-1 0 0 0,0 0 0 0 0,-1 0 1 0 0,0-1-1 0 0,-1-1 0 0 0,-1 0 1 0 0,1-1-1 0 0,-2 0 0 0 0,1 0 1 0 0,-23 10-1 0 0,15-12 18 0 0,14-9-25 0 0,3 1 1 0 0,2 0-22 0 0,-1 0 1 0 0,1 0-1 0 0,0 0 1 0 0,0 0-1 0 0,0 0 1 0 0,-1 0-1 0 0,1-1 1 0 0,0 1-1 0 0,0-1 1 0 0,0 1-1 0 0,0-1 1 0 0,0 0-1 0 0,0 0 1 0 0,0 0-1 0 0,-3-2 1 0 0,4 2-67 0 0,-1 0-1 0 0,1 0 1 0 0,0 0 0 0 0,0-1 0 0 0,0 1 0 0 0,0 0 0 0 0,1-1 0 0 0,-1 1 0 0 0,0 0 0 0 0,0-1 0 0 0,1 1 0 0 0,-1-1 0 0 0,1 0 0 0 0,0 1 0 0 0,-1-1 0 0 0,1-2-1 0 0,0 0-219 0 0,0 0 0 0 0,0 0 0 0 0,0 1 0 0 0,1-1 0 0 0,0 0 0 0 0,0 0-1 0 0,0 0 1 0 0,0 1 0 0 0,0-1 0 0 0,1 1 0 0 0,0-1 0 0 0,0 1 0 0 0,0-1 0 0 0,0 1-1 0 0,3-4 1 0 0,2 1-1234 0 0,1-1 1 0 0,0 1-1 0 0,0 0 0 0 0,11-6 0 0 0,-2 3-2554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175 159 2012 0 0,'3'-3'624'0'0,"0"0"0"0"0,-1-1-1 0 0,0 1 1 0 0,1 0 0 0 0,-1-1 0 0 0,-1 1-1 0 0,1-1 1 0 0,0 0 0 0 0,-1 0 0 0 0,0 0-1 0 0,0 0 1 0 0,0 0 0 0 0,0 0 0 0 0,-1 0-1 0 0,1 0 1 0 0,-1 0 0 0 0,0 0-1 0 0,0 0 1 0 0,-1 0 0 0 0,1 0 0 0 0,-1 0-1 0 0,-1-5 1 0 0,2 8-559 0 0,-1 1 0 0 0,1-1 0 0 0,0 0-1 0 0,-1 1 1 0 0,1-1 0 0 0,-1 1 0 0 0,1-1 0 0 0,-1 1-1 0 0,1-1 1 0 0,-1 1 0 0 0,1-1 0 0 0,-1 1 0 0 0,1-1 0 0 0,-1 1-1 0 0,1 0 1 0 0,-1-1 0 0 0,0 1 0 0 0,1 0 0 0 0,-1-1-1 0 0,0 1 1 0 0,1 0 0 0 0,-1 0 0 0 0,0 0 0 0 0,1 0-1 0 0,-1 0 1 0 0,0-1 0 0 0,0 1 0 0 0,-15 2 508 0 0,16-2-611 0 0,-1 0 66 0 0,0 0-1 0 0,-1 0 0 0 0,1 0 0 0 0,0 1 0 0 0,0-1 0 0 0,0 0 1 0 0,0 1-1 0 0,0-1 0 0 0,0 1 0 0 0,0-1 0 0 0,0 1 0 0 0,1 0 1 0 0,-1-1-1 0 0,0 1 0 0 0,0 0 0 0 0,0-1 0 0 0,1 1 0 0 0,-1 0 1 0 0,-1 1-1 0 0,0 1 68 0 0,-10 7 58 0 0,1 1 0 0 0,1 0 1 0 0,0 1-1 0 0,0 0 0 0 0,1 0 0 0 0,1 1 0 0 0,0 0 0 0 0,0 1 1 0 0,-7 20-1 0 0,6-10-67 0 0,1 0 0 0 0,1 1 0 0 0,1-1 1 0 0,-4 48-1 0 0,9-63-71 0 0,1 0 0 0 0,0-1 0 0 0,0 1 0 0 0,1 0 0 0 0,0 0-1 0 0,0-1 1 0 0,1 1 0 0 0,0 0 0 0 0,1-1 0 0 0,0 0 0 0 0,6 11 0 0 0,-7-15-8 0 0,0 0 0 0 0,1 0-1 0 0,0 0 1 0 0,0 0 0 0 0,0-1 0 0 0,0 1 0 0 0,1-1 0 0 0,-1 0 0 0 0,1 0-1 0 0,0 0 1 0 0,0 0 0 0 0,0-1 0 0 0,0 0 0 0 0,1 0 0 0 0,-1 0 0 0 0,0 0-1 0 0,1-1 1 0 0,-1 1 0 0 0,1-1 0 0 0,0 0 0 0 0,-1-1 0 0 0,7 1 0 0 0,0-1-4 0 0,-1 0 1 0 0,1 0 0 0 0,-1-1 0 0 0,1 0 0 0 0,-1-1-1 0 0,0-1 1 0 0,1 1 0 0 0,-1-2 0 0 0,0 1 0 0 0,-1-1 0 0 0,1-1-1 0 0,-1 0 1 0 0,0 0 0 0 0,0-1 0 0 0,0 0 0 0 0,-1 0-1 0 0,0-1 1 0 0,0 0 0 0 0,7-9 0 0 0,-6 5-1 0 0,0-1 0 0 0,-1 0-1 0 0,-1 0 1 0 0,0 0 0 0 0,0-1 0 0 0,-1 0 0 0 0,-1 0 0 0 0,0-1 0 0 0,-1 1 0 0 0,0-1 0 0 0,-1 0 0 0 0,-1 0-1 0 0,1-23 1 0 0,-2 22-2 0 0,-1 0-1 0 0,-1-1 0 0 0,0 1 0 0 0,-1 0 1 0 0,-6-22-1 0 0,7 32 0 0 0,-1 1 1 0 0,1 0-1 0 0,-1-1 0 0 0,0 1 1 0 0,0 0-1 0 0,0 0 1 0 0,0 0-1 0 0,-1 0 1 0 0,1 1-1 0 0,-1-1 0 0 0,0 1 1 0 0,-1-1-1 0 0,1 1 1 0 0,0 0-1 0 0,-1 0 0 0 0,0 0 1 0 0,1 1-1 0 0,-1 0 1 0 0,0-1-1 0 0,-1 1 1 0 0,-6-2-1 0 0,7 3-1 0 0,1 0 1 0 0,-1 1-1 0 0,1 0 1 0 0,-1-1-1 0 0,0 1 0 0 0,1 1 1 0 0,-1-1-1 0 0,1 0 1 0 0,-1 1-1 0 0,1 0 1 0 0,-1 0-1 0 0,1 0 0 0 0,-1 0 1 0 0,1 0-1 0 0,0 1 1 0 0,0 0-1 0 0,-1-1 0 0 0,1 1 1 0 0,-5 5-1 0 0,-2 1-2 0 0,1 1-1 0 0,0 0 1 0 0,-15 19 0 0 0,20-23-58 0 0,1 0 0 0 0,-1-1 0 0 0,1 1 0 0 0,0 0 0 0 0,1 1 0 0 0,-1-1 0 0 0,1 0 0 0 0,0 1 0 0 0,0 0 0 0 0,1-1 0 0 0,0 1 1 0 0,0 0-1 0 0,0-1 0 0 0,1 1 0 0 0,-1 0 0 0 0,1 0 0 0 0,1 0 0 0 0,-1 0 0 0 0,1-1 0 0 0,0 1 0 0 0,0 0 0 0 0,1 0 0 0 0,0-1 0 0 0,0 1 0 0 0,0-1 0 0 0,1 0 1 0 0,-1 0-1 0 0,1 0 0 0 0,0 0 0 0 0,1 0 0 0 0,-1 0 0 0 0,1-1 0 0 0,0 1 0 0 0,0-1 0 0 0,1 0 0 0 0,-1-1 0 0 0,1 1 0 0 0,0-1 0 0 0,0 0 0 0 0,0 0 1 0 0,0 0-1 0 0,0-1 0 0 0,8 3 0 0 0,2-1-169 0 0,1-1-1 0 0,0 0 1 0 0,1-2 0 0 0,-1 1 0 0 0,0-2-1 0 0,1 0 1 0 0,-1-1 0 0 0,0-1 0 0 0,0 0-1 0 0,26-8 1 0 0,-23 4 142 0 0,0 0 0 0 0,0-2 1 0 0,0 0-1 0 0,-1-1 0 0 0,0 0 0 0 0,-1-2 0 0 0,0 0 0 0 0,17-16 0 0 0,-16 10 108 0 0,-1 0 1 0 0,0-2-1 0 0,-2 0 0 0 0,20-31 1 0 0,41-88 3583 0 0,-72 130-2304 0 0,-10 17-879 0 0,-10 21-5 0 0,-3 14-81 0 0,2 1 0 0 0,3 1-1 0 0,1 0 1 0 0,2 1 0 0 0,-7 79-1 0 0,18-118-305 0 0,0 1-1 0 0,0-1 0 0 0,1 1 1 0 0,0-1-1 0 0,0 0 0 0 0,1 1 1 0 0,0-1-1 0 0,5 13 0 0 0,-5-18-127 0 0,-1 0 0 0 0,1 0 0 0 0,-1 0-1 0 0,1 0 1 0 0,0-1 0 0 0,0 1-1 0 0,0-1 1 0 0,1 1 0 0 0,-1-1-1 0 0,0 0 1 0 0,1 0 0 0 0,0 0 0 0 0,-1 0-1 0 0,1-1 1 0 0,0 1 0 0 0,0-1-1 0 0,0 1 1 0 0,0-1 0 0 0,0 0-1 0 0,0 0 1 0 0,0 0 0 0 0,0-1-1 0 0,1 1 1 0 0,-1-1 0 0 0,0 0 0 0 0,0 0-1 0 0,6 0 1 0 0,-3-1-373 0 0,1 0 1 0 0,0 0-1 0 0,-1 0 0 0 0,1-1 1 0 0,-1 0-1 0 0,1 0 0 0 0,-1-1 0 0 0,0 0 1 0 0,0 0-1 0 0,0 0 0 0 0,0-1 1 0 0,-1 0-1 0 0,1 0 0 0 0,-1 0 1 0 0,0-1-1 0 0,0 1 0 0 0,0-1 1 0 0,-1-1-1 0 0,0 1 0 0 0,0-1 1 0 0,4-7-1 0 0,4-15-3034 0 0,0-2-1277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5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74 1648 0 0,'-6'-7'1056'0'0,"0"1"-1"0"0,0 0 0 0 0,-1 0 1 0 0,0 0-1 0 0,0 1 0 0 0,0 0 1 0 0,-14-7-1 0 0,12 9-563 0 0,0-1 0 0 0,0 1 0 0 0,0 0 0 0 0,0 1 0 0 0,0 0 0 0 0,-14-1 0 0 0,20 2-475 0 0,1 1 0 0 0,-1 0 0 0 0,1 1 1 0 0,-1-1-1 0 0,1 0 0 0 0,-1 0 0 0 0,1 1 1 0 0,0 0-1 0 0,-1-1 0 0 0,1 1 0 0 0,0 0 1 0 0,-1 0-1 0 0,1 0 0 0 0,0 1 0 0 0,0-1 1 0 0,0 0-1 0 0,0 1 0 0 0,0-1 0 0 0,0 1 1 0 0,1 0-1 0 0,-1 0 0 0 0,0 0 0 0 0,-1 3 1 0 0,0 0-768 0 0,0-1 0 0 0,1 1 0 0 0,0 0 0 0 0,0 0 0 0 0,1-1 0 0 0,0 1 0 0 0,-1 0 0 0 0,1 1 0 0 0,0 5 0 0 0,1 2-3295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1412 0 0,'1'0'407'0'0,"8"1"2021"0"0,-1 0 0 0 0,1 1 0 0 0,-1 0 0 0 0,10 4 0 0 0,-5 0-1914 0 0,-1 1-1 0 0,0 0 1 0 0,0 1-1 0 0,-1 0 1 0 0,0 1 0 0 0,-1 0-1 0 0,0 1 1 0 0,0 0-1 0 0,-1 0 1 0 0,0 1-1 0 0,-1 1 1 0 0,13 22-1 0 0,-17-26-462 0 0,1 0 0 0 0,-2 0-1 0 0,1 1 1 0 0,-2-1 0 0 0,1 1 0 0 0,-1 0-1 0 0,0 0 1 0 0,-1 0 0 0 0,0 0-1 0 0,0 0 1 0 0,-1 0 0 0 0,0 0-1 0 0,0 0 1 0 0,-1 0 0 0 0,-1 0-1 0 0,0 0 1 0 0,0 0 0 0 0,0-1 0 0 0,-1 1-1 0 0,0-1 1 0 0,-6 10 0 0 0,5-9-33 0 0,-1 0 1 0 0,-1-1 0 0 0,0 0-1 0 0,0 0 1 0 0,0 0 0 0 0,-1-1-1 0 0,0 0 1 0 0,-1 0 0 0 0,0-1-1 0 0,0 0 1 0 0,0 0 0 0 0,-10 4-1 0 0,17-9-15 0 0,0-1-1 0 0,0 1 1 0 0,1-1 0 0 0,-1 1-1 0 0,0-1 1 0 0,0 1-1 0 0,0-1 1 0 0,0 0-1 0 0,0 0 1 0 0,0 1 0 0 0,0-1-1 0 0,0 0 1 0 0,0 0-1 0 0,-1 0 1 0 0,1 0-1 0 0,0 0 1 0 0,0 0 0 0 0,0-1-1 0 0,0 1 1 0 0,0 0-1 0 0,0 0 1 0 0,0-1-1 0 0,0 1 1 0 0,0-1 0 0 0,-1 0-1 0 0,1 0-11 0 0,0 0-1 0 0,0 0 1 0 0,0-1-1 0 0,0 1 1 0 0,1 0-1 0 0,-1-1 1 0 0,0 1-1 0 0,1-1 1 0 0,-1 1-1 0 0,1-1 1 0 0,-1 1-1 0 0,1-1 1 0 0,-1 1-1 0 0,1-4 1 0 0,-1-2-52 0 0,1 0 1 0 0,0 0-1 0 0,1 0 0 0 0,0 0 1 0 0,2-13-1 0 0,4-2 33 0 0,1 1 0 0 0,1 0 0 0 0,1 1-1 0 0,1 0 1 0 0,1 0 0 0 0,0 1 0 0 0,1 1 0 0 0,1 0 0 0 0,1 1-1 0 0,1 0 1 0 0,0 2 0 0 0,1 0 0 0 0,1 0 0 0 0,0 2 0 0 0,1 0 0 0 0,0 1-1 0 0,1 1 1 0 0,0 1 0 0 0,1 0 0 0 0,0 2 0 0 0,23-6 0 0 0,-41 13 38 0 0,0 0-1 0 0,1 0 1 0 0,-1 1 0 0 0,0 0 0 0 0,0-1 0 0 0,0 1 0 0 0,0 0 0 0 0,0 1 0 0 0,0-1 0 0 0,1 0 0 0 0,-1 1 0 0 0,0 0 0 0 0,0 0 0 0 0,0 0 0 0 0,0 0 0 0 0,0 0-1 0 0,-1 1 1 0 0,1-1 0 0 0,0 1 0 0 0,-1-1 0 0 0,1 1 0 0 0,-1 0 0 0 0,1 0 0 0 0,-1 1 0 0 0,0-1 0 0 0,0 0 0 0 0,0 1 0 0 0,2 2 0 0 0,-1 0 16 0 0,0 0 0 0 0,-1 0 0 0 0,0 0 0 0 0,0 0-1 0 0,0 0 1 0 0,-1 0 0 0 0,0 1 0 0 0,0-1 0 0 0,0 0 0 0 0,0 1 0 0 0,-1-1 0 0 0,0 1 0 0 0,0-1 0 0 0,-2 10 0 0 0,-23 116 29 0 0,24-129-224 0 0,0 1-1 0 0,0-1 0 0 0,1 1 1 0 0,0-1-1 0 0,-1 1 1 0 0,1 0-1 0 0,0-1 0 0 0,0 1 1 0 0,0-1-1 0 0,1 1 0 0 0,-1 0 1 0 0,1-1-1 0 0,-1 1 1 0 0,1-1-1 0 0,0 1 0 0 0,0-1 1 0 0,0 0-1 0 0,1 3 0 0 0,-1-4 55 0 0,0 0 0 0 0,0-1 0 0 0,0 1 0 0 0,0-1 0 0 0,-1 1 0 0 0,1-1 0 0 0,0 1 0 0 0,0-1 0 0 0,0 0 0 0 0,0 0 0 0 0,0 1 0 0 0,0-1 0 0 0,0 0 0 0 0,0 0 0 0 0,0 0 0 0 0,0 0 0 0 0,0 0 0 0 0,0 0 0 0 0,0 0 0 0 0,0 0 0 0 0,0 0 0 0 0,0-1 0 0 0,0 1 0 0 0,0 0 0 0 0,0-1 0 0 0,1 0 0 0 0,24-12-1628 0 0,-25 12 1649 0 0,8-5-451 0 0,0-1 0 0 0,0 0 0 0 0,0-1 0 0 0,-1 0 0 0 0,-1 0 0 0 0,1-1 0 0 0,6-10 0 0 0,40-72-3337 0 0,-48 82 3292 0 0,17-35-1676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6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72 474 3644 0 0,'41'-120'6316'0'0,"42"-210"-1"0"0,-78 307-5027 0 0,-7 32 53 0 0,-8 39-183 0 0,-128 553 1829 0 0,125-537-2893 0 0,-1 7-486 0 0,4 0 1 0 0,-3 109 0 0 0,13-173 46 0 0,0 0 1 0 0,1 1-1 0 0,0-1 1 0 0,0 0-1 0 0,0 0 1 0 0,1-1-1 0 0,0 1 1 0 0,1 0-1 0 0,0-1 1 0 0,0 1-1 0 0,0-1 1 0 0,1 0-1 0 0,4 7 1 0 0,-5-10 151 0 0,-1 0 1 0 0,1-1-1 0 0,-1 1 1 0 0,1-1-1 0 0,0 0 1 0 0,0 0 0 0 0,-1 0-1 0 0,2 0 1 0 0,-1 0-1 0 0,0-1 1 0 0,0 0-1 0 0,0 1 1 0 0,1-1-1 0 0,-1 0 1 0 0,1 0-1 0 0,-1-1 1 0 0,1 1-1 0 0,-1-1 1 0 0,1 0 0 0 0,-1 0-1 0 0,1 0 1 0 0,-1 0-1 0 0,1-1 1 0 0,-1 1-1 0 0,1-1 1 0 0,-1 0-1 0 0,1 0 1 0 0,4-2-1 0 0,8-4-55 0 0,-1 0-1 0 0,0-1 0 0 0,-1-1 1 0 0,1-1-1 0 0,-1 0 0 0 0,-1 0 1 0 0,0-1-1 0 0,19-22 1 0 0,8-14 574 0 0,35-54 1 0 0,-44 57 266 0 0,1 0 131 0 0,4-4 3626 0 0,57-100 1 0 0,-92 147-4309 0 0,-1 1 0 0 0,1-1 0 0 0,-1 0 0 0 0,1 0 0 0 0,-1 0 0 0 0,1 0 1 0 0,-1 0-1 0 0,0 0 0 0 0,0 0 0 0 0,1 0 0 0 0,-1 0 0 0 0,0 0 0 0 0,0 0 0 0 0,0 0 0 0 0,0 0 0 0 0,0 0 1 0 0,0 0-1 0 0,0 0 0 0 0,0 0 0 0 0,-1 0 0 0 0,0-1 0 0 0,1 1-22 0 0,-1 1-1 0 0,1-1 1 0 0,-1 1 0 0 0,0-1-1 0 0,1 1 1 0 0,-1-1 0 0 0,0 1-1 0 0,0 0 1 0 0,1 0 0 0 0,-1-1-1 0 0,0 1 1 0 0,0 0 0 0 0,1 0-1 0 0,-1 0 1 0 0,0 0 0 0 0,0 0-1 0 0,0 0 1 0 0,1 0 0 0 0,-1 0-1 0 0,-1 0 1 0 0,-7 2 44 0 0,1-1 0 0 0,0 1 1 0 0,-13 6-1 0 0,20-7-47 0 0,-4 0-11 0 0,1 1-1 0 0,-1 0 1 0 0,1 0 0 0 0,0 1 0 0 0,0-1 0 0 0,0 1 0 0 0,0 0 0 0 0,0 0 0 0 0,1 1 0 0 0,-1-1 0 0 0,1 1 0 0 0,0-1 0 0 0,0 1-1 0 0,0 0 1 0 0,0 0 0 0 0,1 1 0 0 0,0-1 0 0 0,0 0 0 0 0,0 1 0 0 0,0-1 0 0 0,1 1 0 0 0,0 0 0 0 0,0-1 0 0 0,0 1 0 0 0,0 0-1 0 0,1 0 1 0 0,0 0 0 0 0,0 0 0 0 0,0-1 0 0 0,0 1 0 0 0,1 0 0 0 0,0 0 0 0 0,0 0 0 0 0,0-1 0 0 0,0 1 0 0 0,1-1 0 0 0,0 1-1 0 0,4 6 1 0 0,16 22-6 0 0,1-1 0 0 0,2 0 0 0 0,1-2 0 0 0,39 35 0 0 0,8 9 20 0 0,-71-71 17 0 0,1 0 0 0 0,-1 0 0 0 0,1 0 0 0 0,-1 0 0 0 0,0 1 0 0 0,-1-1 1 0 0,1 0-1 0 0,0 1 0 0 0,-1 0 0 0 0,0-1 0 0 0,0 1 0 0 0,0 0 0 0 0,1 7 0 0 0,-2-9-1 0 0,0 0 1 0 0,-1 1-1 0 0,1-1 1 0 0,0 0-1 0 0,-1 0 1 0 0,1 1-1 0 0,-1-1 1 0 0,0 0-1 0 0,1 0 1 0 0,-1 0-1 0 0,0 0 1 0 0,-1 0-1 0 0,1 0 1 0 0,0 0-1 0 0,0 0 1 0 0,-1-1-1 0 0,1 1 1 0 0,-1 0-1 0 0,0-1 1 0 0,1 1-1 0 0,-1-1 1 0 0,0 0-1 0 0,0 1 1 0 0,-2 0-1 0 0,-9 5 48 0 0,-1 0 1 0 0,0-2-1 0 0,-1 1 0 0 0,1-2 1 0 0,-1 0-1 0 0,0-1 0 0 0,0 0 1 0 0,0-1-1 0 0,0-1 0 0 0,0 0 1 0 0,-1-1-1 0 0,-20-3 0 0 0,24 2-360 0 0,1-1 0 0 0,-1 0 0 0 0,1-1 0 0 0,-1-1-1 0 0,1 0 1 0 0,0 0 0 0 0,0-1 0 0 0,1 0 0 0 0,-1-1-1 0 0,1 0 1 0 0,0-1 0 0 0,1 0 0 0 0,0 0 0 0 0,0-1 0 0 0,0 0-1 0 0,-10-14 1 0 0,-17-33-4523 0 0,18 16-1198 0 0,7 14-496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7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166 129 1620 0 0,'-61'-22'7611'0'0,"40"16"-5024"0"0,-1-2 0 0 0,2 0 1 0 0,-22-12-1 0 0,44 18-2472 0 0,0 0 0 0 0,1 0 0 0 0,-1 1 0 0 0,0-1-1 0 0,1 1 1 0 0,-1-1 0 0 0,4 0 0 0 0,11-3-28 0 0,-1 1 0 0 0,1 1 0 0 0,0 0 0 0 0,23 0 0 0 0,-7 0-105 0 0,266-13-3127 0 0,-82 7-5932 0 0,-154 5 2787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28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0 181 356 0 0,'135'-178'7915'0'0,"-133"175"-7598"0"0,-2 5-502 0 0,1 0-1 0 0,-1 1 0 0 0,0-1 1 0 0,0 0-1 0 0,0 0 0 0 0,0 0 1 0 0,0 0-1 0 0,0 0 1 0 0,-1 0-1 0 0,1 0 0 0 0,-1 0 1 0 0,1 0-1 0 0,-1 0 1 0 0,0 0-1 0 0,-1 1 0 0 0,1-1-541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7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63 288 496 0 0,'-8'-6'1128'0'0,"1"-1"1"0"0,0 1-1 0 0,0-1 0 0 0,1-1 0 0 0,0 1 1 0 0,0-1-1 0 0,-5-11 0 0 0,10 18-1015 0 0,0-1-1 0 0,1 1 0 0 0,-1-1 1 0 0,1 0-1 0 0,-1 1 0 0 0,1-1 1 0 0,0 0-1 0 0,0 0 0 0 0,0 1 1 0 0,0-1-1 0 0,0 0 0 0 0,0 0 1 0 0,0 1-1 0 0,0-1 0 0 0,1 0 1 0 0,-1 1-1 0 0,1-1 0 0 0,-1 0 1 0 0,1 1-1 0 0,0-1 0 0 0,-1 1 1 0 0,1-1-1 0 0,0 1 0 0 0,0-1 1 0 0,2-1-1 0 0,0-1 153 0 0,0 0 0 0 0,0 0 0 0 0,1 1 0 0 0,0-1 0 0 0,0 1 0 0 0,8-6 0 0 0,-4 5-37 0 0,-1 0 0 0 0,1 0 0 0 0,0 1-1 0 0,0 0 1 0 0,1 0 0 0 0,-1 1 0 0 0,1 0 0 0 0,-1 1 0 0 0,1-1-1 0 0,0 2 1 0 0,-1-1 0 0 0,18 3 0 0 0,-15-1-99 0 0,0 1-1 0 0,0 1 1 0 0,0 0-1 0 0,0 0 1 0 0,-1 1 0 0 0,1 1-1 0 0,-1-1 1 0 0,0 2 0 0 0,13 9-1 0 0,-13-9-64 0 0,-1 1 0 0 0,0 1 0 0 0,0 0 1 0 0,-1 0-1 0 0,0 0 0 0 0,0 1 0 0 0,-1 0 0 0 0,0 1 0 0 0,-1 0 0 0 0,0 0 0 0 0,-1 0 0 0 0,0 1 0 0 0,0-1 0 0 0,-1 1 0 0 0,-1 0 0 0 0,0 1 1 0 0,0-1-1 0 0,-1 1 0 0 0,0-1 0 0 0,-1 18 0 0 0,-2-15-20 0 0,0 1 0 0 0,-1-1 1 0 0,-1 0-1 0 0,-1-1 0 0 0,0 1 0 0 0,0 0 1 0 0,-1-1-1 0 0,-1 0 0 0 0,-1 0 0 0 0,-8 14 1 0 0,-5 0 42 0 0,0 0 0 0 0,-2-1 0 0 0,-28 26 0 0 0,39-47-45 0 0,10-5-40 0 0,1 0 0 0 0,-1 0-1 0 0,1 0 1 0 0,0 0 0 0 0,-1 0 0 0 0,1 0 0 0 0,0 0-1 0 0,-1 1 1 0 0,1-1 0 0 0,-1 0 0 0 0,1 0-1 0 0,0 0 1 0 0,-1 0 0 0 0,1 1 0 0 0,0-1-1 0 0,-1 0 1 0 0,1 0 0 0 0,0 1 0 0 0,0-1-1 0 0,-1 0 1 0 0,1 0 0 0 0,0 1 0 0 0,0-1-1 0 0,-1 1 1 0 0,-1-10-1 0 0,1 9-1 0 0,1 0 0 0 0,0-1 0 0 0,-1 1 0 0 0,1-1 0 0 0,0 1 0 0 0,0-1 0 0 0,-1 1 0 0 0,1-1 0 0 0,0 1 0 0 0,0-1 0 0 0,0 1 0 0 0,0-1 0 0 0,0 1 0 0 0,0-1 0 0 0,0 1 0 0 0,0-1 1 0 0,0 0-1 0 0,0 1 0 0 0,0-1 0 0 0,0 1 0 0 0,0-1 0 0 0,0 1 0 0 0,0-1 0 0 0,0 1 0 0 0,1-1 0 0 0,-1 1 0 0 0,0-1 0 0 0,0 1 0 0 0,1-1 0 0 0,31-51 17 0 0,3 1 0 0 0,50-57 0 0 0,-55 72 2 0 0,65-78 21 0 0,96-128-127 0 0,-185 235 94 0 0,11-23-13 0 0,-16 29 6 0 0,-1 0 0 0 0,0 0 0 0 0,1 0 0 0 0,-1 0 0 0 0,0 0 0 0 0,1 0 0 0 0,-1 0 1 0 0,0 0-1 0 0,0-1 0 0 0,0 1 0 0 0,0 0 0 0 0,0 0 0 0 0,0 0 0 0 0,0 0 0 0 0,-1 0 0 0 0,1 0 1 0 0,0 0-1 0 0,0-1 0 0 0,-1 1 0 0 0,1 0 0 0 0,-1 0 0 0 0,1 0 0 0 0,-2-1 0 0 0,-2 2-1 0 0,-9 9 8 0 0,0 0-1 0 0,1 0 1 0 0,0 1 0 0 0,1 1-1 0 0,0 0 1 0 0,1 0 0 0 0,-9 14-1 0 0,-1 2-4 0 0,2 1-1 0 0,-20 38 0 0 0,31-50 8 0 0,-1 1 0 0 0,2-1-1 0 0,0 1 1 0 0,1 1 0 0 0,1-1-1 0 0,1 1 1 0 0,0-1 0 0 0,0 26-1 0 0,3-36-1 0 0,0-1-1 0 0,0 1 1 0 0,1-1 0 0 0,-1 1-1 0 0,2-1 1 0 0,-1 0-1 0 0,1 1 1 0 0,0-1-1 0 0,0 0 1 0 0,0 0 0 0 0,1 0-1 0 0,0 0 1 0 0,0-1-1 0 0,1 1 1 0 0,0-1-1 0 0,0 0 1 0 0,0 0-1 0 0,0 0 1 0 0,1 0 0 0 0,0-1-1 0 0,0 0 1 0 0,0 0-1 0 0,0 0 1 0 0,1 0-1 0 0,10 4 1 0 0,-3-2-43 0 0,-1-1 0 0 0,1-1 1 0 0,0 0-1 0 0,0-1 0 0 0,0 0 0 0 0,0-1 0 0 0,1-1 0 0 0,-1 0 1 0 0,18-1-1 0 0,-21-1-540 0 0,0 0 1 0 0,-1-1-1 0 0,1 0 0 0 0,-1-1 1 0 0,14-5-1 0 0,-13 3-900 0 0,0 0 0 0 0,-1 0-1 0 0,0-1 1 0 0,0 0 0 0 0,10-10 0 0 0,-1 0-4597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8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440 117 3000 0 0,'7'-6'1807'0'0,"-1"0"0"0"0,-1-1 0 0 0,1 0 1 0 0,8-14-1 0 0,-13 18-1406 0 0,1 0 0 0 0,-1 0 0 0 0,0 0 1 0 0,0 0-1 0 0,0 0 0 0 0,0 0 0 0 0,-1 0 1 0 0,1 0-1 0 0,-1-1 0 0 0,0 1 0 0 0,0 0 1 0 0,0 0-1 0 0,0 0 0 0 0,0 0 0 0 0,-2-6 1 0 0,2 8-348 0 0,-1 0 0 0 0,0 0 1 0 0,1 0-1 0 0,-1 0 0 0 0,0 0 1 0 0,0 0-1 0 0,0 0 0 0 0,1 1 1 0 0,-1-1-1 0 0,0 0 0 0 0,0 1 1 0 0,0-1-1 0 0,0 0 0 0 0,0 1 1 0 0,-1-1-1 0 0,1 1 0 0 0,0 0 1 0 0,0-1-1 0 0,0 1 0 0 0,0 0 1 0 0,0 0-1 0 0,-1 0 0 0 0,1 0 1 0 0,-2 0-1 0 0,-29 2 535 0 0,18 2-435 0 0,0 1 0 0 0,-1 0 0 0 0,2 1 0 0 0,-1 1 0 0 0,1 1 0 0 0,0-1 0 0 0,0 2 0 0 0,-15 13 0 0 0,-10 12 86 0 0,-36 41 0 0 0,71-71-226 0 0,-19 20 32 0 0,2 2 0 0 0,1 0-1 0 0,1 1 1 0 0,1 1 0 0 0,1 1-1 0 0,2 0 1 0 0,1 1-1 0 0,-12 37 1 0 0,22-57-39 0 0,1 0 1 0 0,0 1-1 0 0,0-1 1 0 0,1 0-1 0 0,1 0 1 0 0,-1 1-1 0 0,2-1 0 0 0,-1 0 1 0 0,1 1-1 0 0,1-1 1 0 0,0 0-1 0 0,0 0 0 0 0,1 0 1 0 0,1 0-1 0 0,-1-1 1 0 0,1 1-1 0 0,1-1 0 0 0,0 0 1 0 0,0 0-1 0 0,1 0 1 0 0,0-1-1 0 0,1 0 0 0 0,-1 0 1 0 0,2-1-1 0 0,-1 1 1 0 0,1-2-1 0 0,0 1 1 0 0,0-1-1 0 0,1 0 0 0 0,0-1 1 0 0,0 0-1 0 0,0 0 1 0 0,1-1-1 0 0,-1 0 0 0 0,21 4 1 0 0,-16-4-232 0 0,0-1 0 0 0,0-1 0 0 0,0-1 0 0 0,0 0 0 0 0,0 0 0 0 0,18-3 1 0 0,-26 2-346 0 0,1-2 0 0 0,0 1 1 0 0,-1-1-1 0 0,0 0 1 0 0,1 0-1 0 0,8-5 1 0 0,-11 5-274 0 0,1-1 1 0 0,-1 0 0 0 0,0 0 0 0 0,-1 0-1 0 0,1 0 1 0 0,0-1 0 0 0,-1 1-1 0 0,0-1 1 0 0,5-7 0 0 0,3-9-5756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9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80 372 2580 0 0,'-52'-8'8073'0'0,"24"5"-2851"0"0,44 0-4161 0 0,7-1-438 0 0,43-2 0 0 0,-21 3-589 0 0,36-3-1463 0 0,57-8-7073 0 0,-98 6 2621 0 0</inkml:trace>
  <inkml:trace contextRef="#ctx0" brushRef="#br0" timeOffset="1">1572 70 1296 0 0,'-1'-3'2992'0'0,"-25"-55"12324"0"0,25 56-14782 0 0,-3-2 399 0 0,0 1-303 0 0,-1 13-394 0 0,-92 305 1245 0 0,24-88-1178 0 0,34-93-3784 0 0,32-111 880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0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1 329 1720 0 0,'3'-18'2113'0'0,"2"-14"1603"0"0,2 1 1 0 0,17-51 0 0 0,-20 72-3411 0 0,0 0 1 0 0,1 1-1 0 0,0 0 1 0 0,1 0-1 0 0,0 0 1 0 0,0 1 0 0 0,1-1-1 0 0,0 2 1 0 0,0-1-1 0 0,1 1 1 0 0,0 0-1 0 0,11-7 1 0 0,-7 7-198 0 0,0 0 0 0 0,1 1 0 0 0,0 0 0 0 0,1 1 0 0 0,-1 1 0 0 0,1 0 0 0 0,0 0 0 0 0,0 2 0 0 0,0 0 0 0 0,1 0 0 0 0,19 1 0 0 0,-26 1-89 0 0,0 0 0 0 0,1 1 0 0 0,-1 0 0 0 0,0 0 0 0 0,0 1 1 0 0,0 0-1 0 0,0 0 0 0 0,0 1 0 0 0,-1 0 0 0 0,1 0 0 0 0,-1 1 0 0 0,1 0 0 0 0,-1 0 1 0 0,-1 1-1 0 0,1 0 0 0 0,-1 0 0 0 0,1 0 0 0 0,-1 1 0 0 0,-1 0 0 0 0,1 0 0 0 0,4 8 1 0 0,-8-11-1 0 0,0 1 0 0 0,0 0 0 0 0,-1-1 1 0 0,1 1-1 0 0,-1 0 0 0 0,0 0 1 0 0,0 0-1 0 0,0 0 0 0 0,-1 0 1 0 0,1 0-1 0 0,-1 0 0 0 0,0 1 0 0 0,0-1 1 0 0,-1 5-1 0 0,-1-1 6 0 0,0 0-1 0 0,0-1 1 0 0,0 1 0 0 0,-1-1 0 0 0,0 0-1 0 0,-1 0 1 0 0,-4 7 0 0 0,-6 6 15 0 0,0 0 0 0 0,-1-2 0 0 0,-34 33 0 0 0,18-25-4 0 0,-1 0 1 0 0,-1-2-1 0 0,-1-2 0 0 0,-1 0 0 0 0,-1-3 0 0 0,-51 21 0 0 0,84-39-25 0 0,0 0 0 0 0,0 0-1 0 0,0-1 1 0 0,-1 1 0 0 0,1-1 0 0 0,-7 1-1 0 0,7-1-24 0 0,0 0-9 0 0,16-1 48 0 0,-11 0-25 0 0,0 1 1 0 0,0-1-1 0 0,0 1 0 0 0,-1 0 0 0 0,1 0 1 0 0,0 0-1 0 0,0 0 0 0 0,0 0 1 0 0,0 0-1 0 0,0 1 0 0 0,3 0 0 0 0,9 4 4 0 0,0 1-1 0 0,-1 0 0 0 0,0 1 0 0 0,0 0 1 0 0,-1 1-1 0 0,0 1 0 0 0,19 17 0 0 0,75 82 35 0 0,-67-65-34 0 0,-18-20-42 0 0,-6-6-216 0 0,1 0 0 0 0,29 23 0 0 0,-41-38-211 0 0,-1 0 1 0 0,0 0 0 0 0,1 0 0 0 0,0-1 0 0 0,-1 1 0 0 0,1-1 0 0 0,0 0-1 0 0,0 0 1 0 0,0 0 0 0 0,7 0 0 0 0,21-2-6023 0 0,-14-3-552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10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165 128 2496 0 0,'-27'-46'10475'0'0,"26"51"-10118"0"0,0-1 0 0 0,0 1 1 0 0,0 0-1 0 0,1 0 1 0 0,0-1-1 0 0,0 1 1 0 0,0 0-1 0 0,2 8 1 0 0,0 10 350 0 0,-3-4-376 0 0,-1 0-1 0 0,-1 0 1 0 0,0 0 0 0 0,-1-1-1 0 0,-1 1 1 0 0,-10 21-1 0 0,3-11 55 0 0,-1 0 0 0 0,-34 53 0 0 0,27-48 497 0 0,19-32-580 0 0,1-2-266 0 0,-1 1 1 0 0,1-1-1 0 0,0 1 0 0 0,-1-1 1 0 0,1 1-1 0 0,0-1 1 0 0,-1 0-1 0 0,1 1 1 0 0,-1-1-1 0 0,1 0 0 0 0,0 1 1 0 0,-1-1-1 0 0,1 0 1 0 0,-1 0-1 0 0,1 1 1 0 0,-1-1-1 0 0,1 0 0 0 0,-1 0 1 0 0,0 1-1 0 0,0-5-9 0 0,1 1-1 0 0,-1 0 0 0 0,1 0 0 0 0,0 0 0 0 0,0 0 1 0 0,0 0-1 0 0,1 0 0 0 0,-1 0 0 0 0,1 0 1 0 0,-1-1-1 0 0,1 1 0 0 0,2-3 0 0 0,17-44 61 0 0,-14 35-72 0 0,9-20-11 0 0,2 1 0 0 0,0 0-1 0 0,3 1 1 0 0,0 1 0 0 0,2 1 0 0 0,2 1 0 0 0,0 1 0 0 0,43-38 0 0 0,-59 60-5 0 0,0 1 1 0 0,0 0-1 0 0,0 1 1 0 0,1 0-1 0 0,0 0 1 0 0,0 1-1 0 0,0 0 0 0 0,1 1 1 0 0,-1 0-1 0 0,1 0 1 0 0,-1 1-1 0 0,1 0 1 0 0,0 1-1 0 0,10 0 1 0 0,-13 1 0 0 0,-1 0 0 0 0,0 1 1 0 0,1 0-1 0 0,-1 0 0 0 0,0 1 0 0 0,0-1 1 0 0,0 1-1 0 0,0 1 0 0 0,0-1 1 0 0,0 1-1 0 0,-1 0 0 0 0,1 0 0 0 0,-1 1 1 0 0,0 0-1 0 0,0 0 0 0 0,0 0 1 0 0,-1 0-1 0 0,1 1 0 0 0,-1 0 1 0 0,0-1-1 0 0,0 2 0 0 0,5 8 0 0 0,-4-3 4 0 0,1-1 0 0 0,-2 1 0 0 0,0 0 0 0 0,0 0 0 0 0,-1 0 0 0 0,0 1-1 0 0,-1-1 1 0 0,0 1 0 0 0,0 21 0 0 0,-3 0-274 0 0,-2 1 1 0 0,-6 34-1 0 0,3-30-796 0 0,4-12-1237 0 0,1 6-6487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29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14 892 0 0,'0'0'3524'0'0,"0"0"-3381"0"0,1 0 1 0 0,0 0-1 0 0,0-1 1 0 0,-1 1-1 0 0,1-1 1 0 0,0 1-1 0 0,-1-1 1 0 0,1 1-1 0 0,-1-1 1 0 0,1 1-1 0 0,-1-1 0 0 0,1 1 1 0 0,0-1-1 0 0,0-1 1 0 0,-1 0-308 0 0,-1-1 329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29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26 924 0 0,'21'-9'2544'0'0,"-11"3"-968"0"0,-12-4-3464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2:55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 1228 0 0,'0'0'1468'0'0,"-21"0"672"0"0,0 0-895 0 0,-5 0-561 0 0,5 0-600 0 0,0 2-1016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1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0 411 2052 0 0,'12'-17'3324'0'0,"1"1"0"0"0,21-20 0 0 0,-34 35-3261 0 0,1 0 1 0 0,-1 1 0 0 0,1-1-1 0 0,0 0 1 0 0,-1 1-1 0 0,1-1 1 0 0,0 0 0 0 0,-1 1-1 0 0,1-1 1 0 0,0 1 0 0 0,0-1-1 0 0,0 1 1 0 0,0-1-1 0 0,-1 1 1 0 0,1 0 0 0 0,0-1-1 0 0,0 1 1 0 0,0 0 0 0 0,0 0-1 0 0,0 0 1 0 0,0 0-1 0 0,0-1 1 0 0,0 1 0 0 0,0 1-1 0 0,0-1 1 0 0,0 0-1 0 0,0 0 1 0 0,0 0 0 0 0,0 0-1 0 0,0 1 1 0 0,-1-1 0 0 0,1 0-1 0 0,0 1 1 0 0,0-1-1 0 0,0 1 1 0 0,0-1 0 0 0,-1 1-1 0 0,1-1 1 0 0,0 1 0 0 0,0 0-1 0 0,-1-1 1 0 0,1 1-1 0 0,0 0 1 0 0,-1-1 0 0 0,1 1-1 0 0,-1 0 1 0 0,1 0-1 0 0,-1 0 1 0 0,1 0 0 0 0,-1-1-1 0 0,1 2 1 0 0,1 3 134 0 0,0 1 0 0 0,0-1 0 0 0,0 0 0 0 0,-1 1 0 0 0,0-1 0 0 0,2 12 0 0 0,-4 22 240 0 0,-1 1-1 0 0,-2-1 1 0 0,-11 50-1 0 0,6-46-330 0 0,3 1-1 0 0,-2 52 1 0 0,8-81-92 0 0,0 0 1 0 0,1 0 0 0 0,1 0-1 0 0,0-1 1 0 0,1 1 0 0 0,6 17-1 0 0,-8-28-12 0 0,0-1-1 0 0,1 0 0 0 0,-1 0 0 0 0,1 0 0 0 0,-1 0 0 0 0,1 0 0 0 0,0 0 0 0 0,1-1 1 0 0,-1 1-1 0 0,0-1 0 0 0,1 1 0 0 0,-1-1 0 0 0,1 0 0 0 0,0 0 0 0 0,-1 0 1 0 0,1 0-1 0 0,0 0 0 0 0,0-1 0 0 0,1 0 0 0 0,-1 1 0 0 0,0-1 0 0 0,0 0 0 0 0,1 0 1 0 0,-1-1-1 0 0,0 1 0 0 0,1-1 0 0 0,-1 0 0 0 0,1 1 0 0 0,-1-2 0 0 0,0 1 0 0 0,1 0 1 0 0,5-2-1 0 0,0 0 1 0 0,1-1 1 0 0,0 0 0 0 0,-1 0-1 0 0,0-1 1 0 0,0-1 0 0 0,0 0-1 0 0,0 0 1 0 0,-1 0 0 0 0,0-1-1 0 0,0 0 1 0 0,0-1 0 0 0,-1 0-1 0 0,0 0 1 0 0,0 0-1 0 0,-1-1 1 0 0,9-13 0 0 0,0-4-7 0 0,0 0 1 0 0,-2 0-1 0 0,-1-2 1 0 0,14-41-1 0 0,-7 10-62 0 0,13-70-1 0 0,-27 113 24 0 0,-3 20 36 0 0,0 31 25 0 0,-2-24-28 0 0,1 3 21 0 0,1-1-1 0 0,0 1 0 0 0,1-1 1 0 0,0 0-1 0 0,1 0 0 0 0,1 0 0 0 0,0 0 1 0 0,1-1-1 0 0,0 0 0 0 0,1 0 0 0 0,12 16 1 0 0,-14-22-7 0 0,0-1 1 0 0,1 0-1 0 0,0 0 1 0 0,0 0-1 0 0,0-1 1 0 0,1 1-1 0 0,0-2 1 0 0,0 1-1 0 0,0-1 1 0 0,1 0-1 0 0,-1 0 1 0 0,1-1-1 0 0,0 0 1 0 0,0-1-1 0 0,0 1 1 0 0,0-2-1 0 0,0 1 1 0 0,1-1 0 0 0,-1 0-1 0 0,0-1 1 0 0,10 0-1 0 0,-12 0-6 0 0,0-1 0 0 0,-1 0-1 0 0,1 0 1 0 0,0 0 0 0 0,0 0 0 0 0,-1-1-1 0 0,1 0 1 0 0,-1 0 0 0 0,1 0 0 0 0,-1-1-1 0 0,0 0 1 0 0,0 0 0 0 0,0 0 0 0 0,0-1-1 0 0,6-6 1 0 0,-7 5 3 0 0,1 0 0 0 0,-1-1-1 0 0,0 0 1 0 0,-1 0 0 0 0,1 0 0 0 0,-1 0-1 0 0,-1 0 1 0 0,1-1 0 0 0,-1 0 0 0 0,0 1-1 0 0,0-1 1 0 0,1-12 0 0 0,-1 0-7 0 0,-1 0 1 0 0,-1 0-1 0 0,0-1 0 0 0,-2 1 1 0 0,0 0-1 0 0,-1 0 1 0 0,-8-28-1 0 0,-2 7-26 0 0,-2 1 0 0 0,-26-49 0 0 0,34 77 8 0 0,7 11 20 0 0,13 7 17 0 0,0-3-45 0 0,0 0 1 0 0,0-1-1 0 0,0-1 1 0 0,1 0-1 0 0,-1-1 1 0 0,0 0-1 0 0,1-1 1 0 0,15-2-1 0 0,4-1-271 0 0,0-2 0 0 0,39-11-1 0 0,-55 12 141 0 0,0-1-1 0 0,-1-1 0 0 0,1 0 1 0 0,-1-1-1 0 0,26-17 0 0 0,-36 20 138 0 0,0 0 0 0 0,0-1 0 0 0,-1 0 0 0 0,0 0-1 0 0,0 0 1 0 0,0 0 0 0 0,-1-1 0 0 0,0 0 0 0 0,0 1-1 0 0,0-2 1 0 0,-1 1 0 0 0,0 0 0 0 0,0-1 0 0 0,0 1 0 0 0,-1-1-1 0 0,3-13 1 0 0,-3 7 12 0 0,-1 1 0 0 0,0-1 1 0 0,-2-23-1 0 0,0 30 10 0 0,1 0 0 0 0,-1 0 1 0 0,-1 0-1 0 0,1 0 0 0 0,-1 0 0 0 0,0 1 1 0 0,0-1-1 0 0,0 1 0 0 0,-1-1 1 0 0,-4-5-1 0 0,7 11 2 0 0,0 0 1 0 0,0-1-1 0 0,-1 1 0 0 0,1 0 1 0 0,0 0-1 0 0,-1-1 0 0 0,1 1 1 0 0,-1 0-1 0 0,1 0 0 0 0,0 0 1 0 0,-1 0-1 0 0,1 0 0 0 0,0 0 1 0 0,-1 0-1 0 0,1-1 1 0 0,-1 1-1 0 0,1 0 0 0 0,0 0 1 0 0,-1 1-1 0 0,1-1 0 0 0,-1 0 1 0 0,1 0-1 0 0,0 0 0 0 0,-1 0 1 0 0,1 0-1 0 0,0 0 0 0 0,-1 0 1 0 0,1 1-1 0 0,-1-1 1 0 0,1 0-1 0 0,0 0 0 0 0,-1 0 1 0 0,1 1-1 0 0,0-1 0 0 0,0 0 1 0 0,-1 1-1 0 0,1-1 0 0 0,0 0 1 0 0,0 0-1 0 0,-1 1 0 0 0,1-1 1 0 0,0 0-1 0 0,0 1 1 0 0,-10 15-10 0 0,-3 28 86 0 0,1 1 0 0 0,3 1 0 0 0,-6 91-1 0 0,9-69 27 0 0,-4 61 41 0 0,-8 57 106 0 0,18-178 121 0 0,1-7-155 0 0,7-14-106 0 0,7-24-147 0 0,-9 20 34 0 0,1 1 1 0 0,0 1 0 0 0,2 0-1 0 0,-1 0 1 0 0,2 0 0 0 0,0 1-1 0 0,1 1 1 0 0,0 0 0 0 0,1 0 0 0 0,24-19-1 0 0,-29 26 16 0 0,0 1-1 0 0,1 0 1 0 0,-1 1-1 0 0,1 0 1 0 0,0 0-1 0 0,0 1 1 0 0,1 0-1 0 0,-1 0 0 0 0,0 1 1 0 0,11-2-1 0 0,-13 4 19 0 0,1-1 0 0 0,-1 1 0 0 0,0 1-1 0 0,1-1 1 0 0,-1 1 0 0 0,0 0 0 0 0,1 0 0 0 0,-1 1-1 0 0,0 0 1 0 0,0 0 0 0 0,0 1 0 0 0,0-1-1 0 0,-1 1 1 0 0,1 0 0 0 0,6 5 0 0 0,-7-4 6 0 0,-1 0 0 0 0,0 0 0 0 0,0 0 0 0 0,0 0 0 0 0,0 0 1 0 0,-1 1-1 0 0,1-1 0 0 0,-1 1 0 0 0,0 0 0 0 0,-1 0 0 0 0,1 1 0 0 0,-1-1 1 0 0,0 0-1 0 0,0 1 0 0 0,-1-1 0 0 0,2 10 0 0 0,-1 7 47 0 0,0 0 0 0 0,-2 0-1 0 0,-2 25 1 0 0,1-25-45 0 0,2 43 1 0 0,-1-62-38 0 0,1 1 1 0 0,-1-1 0 0 0,1 0-1 0 0,0 0 1 0 0,-1 0 0 0 0,1 0-1 0 0,1 0 1 0 0,-1 0 0 0 0,0 0-1 0 0,1 0 1 0 0,-1 0 0 0 0,1 0-1 0 0,0-1 1 0 0,0 1 0 0 0,0-1-1 0 0,5 5 1 0 0,-4-5 0 0 0,0-1 1 0 0,0 1 0 0 0,0-1-1 0 0,0 0 1 0 0,0 0 0 0 0,0 0-1 0 0,0-1 1 0 0,0 1-1 0 0,0-1 1 0 0,1 1 0 0 0,-1-1-1 0 0,0 0 1 0 0,0 0 0 0 0,1 0-1 0 0,-1-1 1 0 0,0 1 0 0 0,3-2-1 0 0,7-1-1 0 0,0-1 0 0 0,-1-1 0 0 0,0 0 0 0 0,0 0 0 0 0,0-1 0 0 0,0-1 0 0 0,-1 0 0 0 0,0 0-1 0 0,-1-1 1 0 0,18-17 0 0 0,-3-1-18 0 0,-2 0 0 0 0,38-54-1 0 0,-45 57 17 0 0,-2-1 0 0 0,14-30 0 0 0,-23 45-3 0 0,-1-1-1 0 0,-1 0 1 0 0,0 0-1 0 0,0 0 0 0 0,-1 0 1 0 0,0 0-1 0 0,-1 0 1 0 0,0-1-1 0 0,0-11 0 0 0,-1 21 5 0 0,0 0-1 0 0,0-1 1 0 0,0 1-1 0 0,0 0 1 0 0,-1 0-1 0 0,1 0 1 0 0,0 0-1 0 0,0 0 0 0 0,-1-1 1 0 0,1 1-1 0 0,-1 0 1 0 0,1 0-1 0 0,-1 0 1 0 0,1 0-1 0 0,-1 0 0 0 0,0 0 1 0 0,1 1-1 0 0,-1-1 1 0 0,0 0-1 0 0,0 0 1 0 0,-1-1-1 0 0,2 2 0 0 0,-1 0 0 0 0,0 0 0 0 0,0 0 0 0 0,0 0 0 0 0,0 0 0 0 0,0 0 0 0 0,0 0 0 0 0,1 0 0 0 0,-1 0 0 0 0,0 0 0 0 0,0 0 0 0 0,0 0 0 0 0,0 1 0 0 0,0-1 0 0 0,0 0 0 0 0,1 1 1 0 0,-1-1-1 0 0,0 0 0 0 0,0 1 0 0 0,-1 0 0 0 0,-3 4-4 0 0,0-1 0 0 0,0 1 1 0 0,0-1-1 0 0,0 2 0 0 0,-6 7 1 0 0,1 1 12 0 0,1 1 0 0 0,0 0 0 0 0,1 1 1 0 0,1 0-1 0 0,1 0 0 0 0,0 1 0 0 0,1-1 0 0 0,-6 34 1 0 0,9-42-6 0 0,1 0 0 0 0,1-1 0 0 0,-1 1 1 0 0,1-1-1 0 0,1 1 0 0 0,-1 0 0 0 0,1-1 1 0 0,1 1-1 0 0,-1-1 0 0 0,1 1 0 0 0,1-1 1 0 0,-1 0-1 0 0,1 0 0 0 0,1 0 0 0 0,-1 0 1 0 0,1 0-1 0 0,0-1 0 0 0,0 0 0 0 0,1 0 1 0 0,0 0-1 0 0,0 0 0 0 0,10 8 0 0 0,-8-10 1 0 0,0 0 0 0 0,0 0 0 0 0,0 0 0 0 0,1-1 0 0 0,-1 0-1 0 0,1-1 1 0 0,0 0 0 0 0,-1 0 0 0 0,1 0 0 0 0,0-1-1 0 0,0 0 1 0 0,0-1 0 0 0,16 0 0 0 0,-7-2-6 0 0,0 0-1 0 0,0 0 1 0 0,-1-2 0 0 0,0 0 0 0 0,27-11-1 0 0,-29 9-2 0 0,0-2 0 0 0,0 1-1 0 0,-1-2 1 0 0,0 0-1 0 0,0 0 1 0 0,-1-1-1 0 0,-1-1 1 0 0,0 0 0 0 0,0 0-1 0 0,-1-1 1 0 0,0-1-1 0 0,13-23 1 0 0,-16 24-2 0 0,0-1 0 0 0,-1 0 0 0 0,-1 0-1 0 0,0 0 1 0 0,-1 0 0 0 0,0-1 0 0 0,-1 0 0 0 0,0 0 0 0 0,-2 0 0 0 0,1 0 0 0 0,-2 0-1 0 0,0 0 1 0 0,0 0 0 0 0,-5-20 0 0 0,5 30 5 0 0,-1 0 1 0 0,1 0-1 0 0,-1 1 1 0 0,-1-1-1 0 0,1 0 1 0 0,0 1-1 0 0,-1-1 0 0 0,0 1 1 0 0,1 0-1 0 0,-1 0 1 0 0,-1-1-1 0 0,1 1 0 0 0,0 1 1 0 0,-1-1-1 0 0,0 0 1 0 0,1 0-1 0 0,-1 1 0 0 0,0 0 1 0 0,0-1-1 0 0,0 1 1 0 0,-1 0-1 0 0,1 1 0 0 0,-1-1 1 0 0,1 1-1 0 0,-1-1 1 0 0,1 1-1 0 0,-7-1 0 0 0,8 2 2 0 0,0 0 0 0 0,1 0 1 0 0,-1 0-1 0 0,0 0 0 0 0,1 0 0 0 0,-1 0 0 0 0,0 1 0 0 0,1-1 0 0 0,-1 0 0 0 0,0 1 0 0 0,1 0 0 0 0,-1-1 0 0 0,1 1 0 0 0,-1 0 0 0 0,1 0 0 0 0,-1 0 0 0 0,1 0 0 0 0,-1 0 0 0 0,1 0 0 0 0,0 0 0 0 0,0 1 0 0 0,0-1 0 0 0,0 0 0 0 0,0 1 0 0 0,0-1 0 0 0,0 1 0 0 0,0-1 0 0 0,-1 4 0 0 0,0-2 1 0 0,1 0-1 0 0,0 0 1 0 0,0 1 0 0 0,0-1-1 0 0,0 0 1 0 0,1 1-1 0 0,-1-1 1 0 0,1 1 0 0 0,0-1-1 0 0,0 0 1 0 0,0 1-1 0 0,1 5 1 0 0,0-4 3 0 0,1 0 1 0 0,0 0-1 0 0,0 0 0 0 0,1 0 0 0 0,-1 0 0 0 0,1-1 1 0 0,0 1-1 0 0,0-1 0 0 0,1 1 0 0 0,0-1 0 0 0,-1 0 1 0 0,6 4-1 0 0,-1-2-2 0 0,0-1 0 0 0,0 0 0 0 0,0 0 0 0 0,1 0 0 0 0,0-1 0 0 0,11 4 1 0 0,7 0-4 0 0,-1-2 1 0 0,1 0 0 0 0,51 3 0 0 0,-47-7 6 0 0,0-2 0 0 0,0-1 0 0 0,0-1 0 0 0,36-7 0 0 0,-53 6-3 0 0,0 0-1 0 0,-1-1 0 0 0,1 0 0 0 0,0-1 1 0 0,-1-1-1 0 0,0 0 0 0 0,-1 0 0 0 0,1-2 0 0 0,-1 1 1 0 0,0-2-1 0 0,13-12 0 0 0,-21 18-9 0 0,-1-1-1 0 0,1 0 1 0 0,-1-1 0 0 0,0 1-1 0 0,2-5 1 0 0,-4 8 5 0 0,0 0 1 0 0,-1 0-1 0 0,1 0 0 0 0,-1 0 1 0 0,1-1-1 0 0,-1 1 0 0 0,0 0 1 0 0,1 0-1 0 0,-1 0 0 0 0,0 0 1 0 0,0-1-1 0 0,0 1 1 0 0,0 0-1 0 0,0 0 0 0 0,0 0 1 0 0,0-1-1 0 0,0 1 0 0 0,-1 0 1 0 0,1 0-1 0 0,0 0 1 0 0,-1-1-1 0 0,1 1 0 0 0,-1 0 1 0 0,1 0-1 0 0,-2-1 0 0 0,2 1 2 0 0,-1 1-1 0 0,0-1 0 0 0,0 1 0 0 0,0-1 0 0 0,1 1 0 0 0,-1-1 0 0 0,0 1 0 0 0,0 0 0 0 0,0-1 0 0 0,0 1 0 0 0,0 0 1 0 0,0 0-1 0 0,0 0 0 0 0,0 0 0 0 0,0 0 0 0 0,0 0 0 0 0,0 0 0 0 0,0 0 0 0 0,0 0 0 0 0,0 0 0 0 0,0 0 0 0 0,-1 1 1 0 0,-20 7-12 0 0,9-1 32 0 0,1 1 1 0 0,-1 1 0 0 0,1 0 0 0 0,1 0-1 0 0,0 1 1 0 0,0 1 0 0 0,-17 21 0 0 0,14-13 17 0 0,1 0 0 0 0,1 1 0 0 0,0 1 0 0 0,-11 28 0 0 0,17-36-21 0 0,2 1 0 0 0,-1 1 0 0 0,2-1 0 0 0,0 0 0 0 0,0 1 0 0 0,1 0 0 0 0,1-1 1 0 0,1 1-1 0 0,2 24 0 0 0,-2-34-11 0 0,1 0 0 0 0,0 0 1 0 0,0 1-1 0 0,1-1 0 0 0,-1 0 1 0 0,1 0-1 0 0,0 0 0 0 0,1 0 1 0 0,-1-1-1 0 0,1 1 0 0 0,0-1 1 0 0,0 1-1 0 0,0-1 0 0 0,1 0 1 0 0,-1 0-1 0 0,1 0 0 0 0,0-1 1 0 0,0 0-1 0 0,1 1 0 0 0,-1-1 1 0 0,1-1-1 0 0,-1 1 0 0 0,1-1 1 0 0,0 1-1 0 0,0-1 0 0 0,0-1 1 0 0,0 1-1 0 0,0-1 0 0 0,8 1 0 0 0,2 0 6 0 0,1-1-1 0 0,-1-1 0 0 0,1 0 0 0 0,-1-1 1 0 0,0-1-1 0 0,1 0 0 0 0,15-5 0 0 0,101-37 30 0 0,-100 32-46 0 0,-2-1 1 0 0,0-2-1 0 0,0-2 0 0 0,-2 0 0 0 0,0-2 1 0 0,-1-1-1 0 0,-1-1 0 0 0,0-1 0 0 0,-2-2 0 0 0,-1 0 1 0 0,29-39-1 0 0,-47 55 2 0 0,0 1-1 0 0,-1-1 1 0 0,0 0 0 0 0,0 0-1 0 0,0-1 1 0 0,4-16 0 0 0,-8 23 3 0 0,1 0 0 0 0,-1 0 0 0 0,1 0 1 0 0,-1 0-1 0 0,0 0 0 0 0,0 0 0 0 0,0 0 0 0 0,0 1 1 0 0,0-1-1 0 0,-1 0 0 0 0,1 0 0 0 0,0 0 1 0 0,-1 0-1 0 0,0 0 0 0 0,1 0 0 0 0,-1 1 0 0 0,0-1 1 0 0,0 0-1 0 0,0 1 0 0 0,0-1 0 0 0,0 0 0 0 0,0 1 1 0 0,0-1-1 0 0,-1 1 0 0 0,1 0 0 0 0,-1-1 0 0 0,1 1 1 0 0,-1 0-1 0 0,1 0 0 0 0,-1 0 0 0 0,1 0 0 0 0,-1 0 1 0 0,0 0-1 0 0,0 1 0 0 0,0-1 0 0 0,-2 0 0 0 0,2 0 6 0 0,1 1 0 0 0,-1 0-1 0 0,1 0 1 0 0,-1 0-1 0 0,1 0 1 0 0,-1 0-1 0 0,1 0 1 0 0,-1 0-1 0 0,1 0 1 0 0,-1 1-1 0 0,1-1 1 0 0,-1 0-1 0 0,1 1 1 0 0,-2 0-1 0 0,-3 1 15 0 0,-3 1 9 0 0,1 0 1 0 0,0 0-1 0 0,-1 0 1 0 0,1 1 0 0 0,0 0-1 0 0,1 1 1 0 0,-1 0-1 0 0,1 0 1 0 0,0 1 0 0 0,0-1-1 0 0,1 2 1 0 0,-7 6-1 0 0,4-3 26 0 0,1 1 0 0 0,0 0 0 0 0,1 0 0 0 0,0 1-1 0 0,0-1 1 0 0,1 2 0 0 0,-5 14 0 0 0,9-22-41 0 0,1-1-1 0 0,0 1 1 0 0,-1 0-1 0 0,2 0 1 0 0,-1 0-1 0 0,0 0 1 0 0,1 0 0 0 0,0 0-1 0 0,0 0 1 0 0,0-1-1 0 0,1 1 1 0 0,0 0 0 0 0,0 0-1 0 0,0 0 1 0 0,0 0-1 0 0,1-1 1 0 0,0 1 0 0 0,0-1-1 0 0,0 1 1 0 0,1-1-1 0 0,-1 0 1 0 0,1 1 0 0 0,0-2-1 0 0,0 1 1 0 0,0 0-1 0 0,1 0 1 0 0,-1-1 0 0 0,1 0-1 0 0,0 0 1 0 0,0 0-1 0 0,6 3 1 0 0,6 3-15 0 0,0-1 1 0 0,1-1-1 0 0,0 0 0 0 0,0-1 0 0 0,1-1 1 0 0,-1-1-1 0 0,25 3 0 0 0,6-1-799 0 0,-1-3-1 0 0,54-3 0 0 0,30-11-7031 0 0,-59 0-867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2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382 222 2664 0 0,'-18'-11'14429'0'0,"19"9"-14346"0"0,0 0 1 0 0,1 0-1 0 0,0 0 0 0 0,0 1 1 0 0,-1-1-1 0 0,1 1 1 0 0,0-1-1 0 0,0 1 0 0 0,0 0 1 0 0,0-1-1 0 0,4 0 1 0 0,32-13 231 0 0,-16 6-164 0 0,-4 1-67 0 0,-5 3-34 0 0,0 0 0 0 0,-1-1 0 0 0,0-1 0 0 0,0 0 0 0 0,0 0 0 0 0,-1-1 0 0 0,0-1 0 0 0,15-15 0 0 0,-25 23-49 0 0,1 0 1 0 0,-1-1-1 0 0,0 1 1 0 0,0-1-1 0 0,0 1 1 0 0,0-1-1 0 0,-1 1 1 0 0,1-1-1 0 0,0 1 1 0 0,-1-1-1 0 0,1 0 1 0 0,-1 1-1 0 0,1-1 0 0 0,-1 0 1 0 0,0 0-1 0 0,0 0 1 0 0,0 1-1 0 0,0-1 1 0 0,0 0-1 0 0,0 0 1 0 0,0 1-1 0 0,0-1 1 0 0,-1 0-1 0 0,1 0 1 0 0,-1 1-1 0 0,1-1 1 0 0,-1 0-1 0 0,0 1 1 0 0,0-1-1 0 0,0 1 1 0 0,0-1-1 0 0,0 1 1 0 0,0-1-1 0 0,0 1 1 0 0,0 0-1 0 0,-2-2 1 0 0,1 1-3 0 0,-1 0 1 0 0,0 0 0 0 0,0 0 0 0 0,0 0 0 0 0,-1 0 0 0 0,1 1 0 0 0,0-1 0 0 0,-1 1 0 0 0,1 0 0 0 0,-1 0 0 0 0,1 0 0 0 0,-1 0-1 0 0,1 1 1 0 0,-1 0 0 0 0,1-1 0 0 0,-6 2 0 0 0,-3 1-3 0 0,1 0 0 0 0,0 1 0 0 0,0 1-1 0 0,0 0 1 0 0,0 0 0 0 0,0 1 0 0 0,1 1 0 0 0,0 0-1 0 0,0 0 1 0 0,-14 13 0 0 0,-3 3 5 0 0,2 2-1 0 0,-29 34 1 0 0,42-45 5 0 0,1 1 1 0 0,0 0-1 0 0,2 1 0 0 0,-1 1 0 0 0,2-1 0 0 0,0 1 1 0 0,1 0-1 0 0,-9 32 0 0 0,14-41-2 0 0,1-1 1 0 0,-1 1-1 0 0,2 0 0 0 0,-1 0 1 0 0,1 0-1 0 0,0 0 0 0 0,0 0 1 0 0,1-1-1 0 0,0 1 0 0 0,0 0 1 0 0,0 0-1 0 0,1-1 0 0 0,0 1 1 0 0,1-1-1 0 0,-1 1 0 0 0,1-1 1 0 0,0 0-1 0 0,1 0 0 0 0,0 0 0 0 0,0-1 1 0 0,0 1-1 0 0,0-1 0 0 0,1 0 1 0 0,0 0-1 0 0,7 6 0 0 0,3-1 6 0 0,0 0-1 0 0,0 0 0 0 0,1-2 0 0 0,0 0 0 0 0,29 10 0 0 0,-5-6 86 0 0,50 10-1 0 0,-87-22-79 0 0,-1 0 0 0 0,8 2 4 0 0,-7-2-10 0 0,-19 1-9 0 0,0 0 0 0 0,0 2 1 0 0,0-1-1 0 0,0 2 0 0 0,1 0 1 0 0,-1 1-1 0 0,-21 11 0 0 0,-4 4 154 0 0,-51 34 1 0 0,68-38-24 0 0,1 0 0 0 0,1 2 1 0 0,0 1-1 0 0,-23 27 0 0 0,31-31-63 0 0,1 1-1 0 0,1 1 1 0 0,0 0 0 0 0,1 1-1 0 0,1 0 1 0 0,-12 31 0 0 0,20-44-41 0 0,0 1 1 0 0,1-1 0 0 0,-1 1 0 0 0,1-1 0 0 0,1 1-1 0 0,-1 0 1 0 0,1-1 0 0 0,0 1 0 0 0,0-1-1 0 0,1 1 1 0 0,-1 0 0 0 0,1-1 0 0 0,3 9 0 0 0,-2-10-4 0 0,-1 0 1 0 0,1 0 0 0 0,0 0 0 0 0,1 0-1 0 0,-1 0 1 0 0,1 0 0 0 0,-1-1 0 0 0,1 0-1 0 0,0 1 1 0 0,0-1 0 0 0,1 0 0 0 0,-1 0-1 0 0,1-1 1 0 0,-1 1 0 0 0,1-1-1 0 0,0 0 1 0 0,0 0 0 0 0,4 2 0 0 0,8 1 7 0 0,-1 0 1 0 0,1-1-1 0 0,0-1 0 0 0,0-1 1 0 0,0 0-1 0 0,0-1 1 0 0,26-1-1 0 0,113-18 43 0 0,-144 16-73 0 0,117-24-567 0 0,-66 4-2572 0 0,-47 15-1472 0 0,27-16 0 0 0,-25 12-2407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39 188 48 0 0,'-3'2'694'0'0,"0"1"0"0"0,0 0 0 0 0,0 0 0 0 0,0 0 0 0 0,1 0 0 0 0,-1 1 0 0 0,1-1 0 0 0,0 1 0 0 0,0 0 0 0 0,0-1 0 0 0,0 1 0 0 0,1 0 0 0 0,-1 0 0 0 0,0 6 0 0 0,1-3-317 0 0,0-1 1 0 0,0 1-1 0 0,1 0 1 0 0,0 0-1 0 0,0-1 1 0 0,1 1-1 0 0,0 0 1 0 0,2 11-1 0 0,-1-11-325 0 0,0-1-1 0 0,1 1 1 0 0,-1-1-1 0 0,1 0 1 0 0,1 0-1 0 0,-1 0 1 0 0,1 0 0 0 0,6 8-1 0 0,-7-11 28 0 0,0-1 0 0 0,0 1 0 0 0,-1 0 0 0 0,2-1 0 0 0,-1 1 0 0 0,0-1 0 0 0,0 0 0 0 0,1 0 0 0 0,-1 0 0 0 0,1-1 0 0 0,0 1 0 0 0,-1-1 0 0 0,1 0 0 0 0,6 1 0 0 0,-4-1-41 0 0,0-1 0 0 0,0 1 0 0 0,-1-1-1 0 0,1-1 1 0 0,0 1 0 0 0,-1-1 0 0 0,1 0 0 0 0,0 0 0 0 0,-1-1 0 0 0,1 0-1 0 0,-1 0 1 0 0,0 0 0 0 0,0-1 0 0 0,7-3 0 0 0,-5 1-16 0 0,0-1 0 0 0,0 1 0 0 0,-1-1 0 0 0,0-1 0 0 0,0 1 1 0 0,0-1-1 0 0,-1 0 0 0 0,7-11 0 0 0,0-5-24 0 0,-1-1 1 0 0,0-1-1 0 0,-2 0 1 0 0,-1 0-1 0 0,5-27 0 0 0,-5 13-5 0 0,-2 12-3 0 0,15-49 0 0 0,-17 67 85 0 0,-9 25 76 0 0,-4 21-14 0 0,2 2 0 0 0,2-1 1 0 0,2 1-1 0 0,2 71 1 0 0,1-104-223 0 0,1 0 1 0 0,0-1-1 0 0,0 1 1 0 0,0-1-1 0 0,1 1 1 0 0,0-1-1 0 0,0 1 1 0 0,0-1-1 0 0,1 0 1 0 0,0 0-1 0 0,0 0 1 0 0,0 0-1 0 0,0-1 1 0 0,1 1-1 0 0,0-1 1 0 0,0 0-1 0 0,0 0 1 0 0,5 4-1 0 0,-3-5-490 0 0,0 1 0 0 0,0 0-1 0 0,1-1 1 0 0,-1-1 0 0 0,1 1-1 0 0,0-1 1 0 0,0 0 0 0 0,0 0-1 0 0,0-1 1 0 0,0 0 0 0 0,0 0-1 0 0,0-1 1 0 0,0 1 0 0 0,8-2-1 0 0,11-2-3931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3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172 115 1844 0 0,'13'-18'2192'0'0,"-10"15"-1440"0"0,0-1 0 0 0,0 0 0 0 0,0-1 0 0 0,0 1 0 0 0,0 0 1 0 0,-1-1-1 0 0,0 0 0 0 0,0 1 0 0 0,0-1 0 0 0,0 0 0 0 0,-1 0 1 0 0,0 0-1 0 0,0 0 0 0 0,0-10 0 0 0,-1 14-687 0 0,0 0-1 0 0,0 0 1 0 0,-1 0-1 0 0,1 1 1 0 0,-1-1-1 0 0,1 0 1 0 0,0 0 0 0 0,-1 0-1 0 0,1 0 1 0 0,-1 1-1 0 0,0-1 1 0 0,1 0-1 0 0,-1 0 1 0 0,0 1-1 0 0,1-1 1 0 0,-1 0 0 0 0,0 1-1 0 0,0-1 1 0 0,1 1-1 0 0,-1-1 1 0 0,0 1-1 0 0,0-1 1 0 0,0 1-1 0 0,0 0 1 0 0,0-1 0 0 0,0 1-1 0 0,0 0 1 0 0,0 0-1 0 0,0 0 1 0 0,0 0-1 0 0,0 0 1 0 0,0 0 0 0 0,1 0-1 0 0,-1 0 1 0 0,-2 0-1 0 0,1 0-29 0 0,-1 1 1 0 0,1-1-1 0 0,-1 0 0 0 0,1 1 1 0 0,0 0-1 0 0,-1 0 0 0 0,1-1 1 0 0,0 1-1 0 0,-1 1 0 0 0,1-1 0 0 0,0 0 1 0 0,0 0-1 0 0,-3 3 0 0 0,4-3-28 0 0,0 1-1 0 0,0 0 1 0 0,0-1-1 0 0,-1 1 1 0 0,2 0-1 0 0,-1-1 0 0 0,0 1 1 0 0,0 0-1 0 0,1 0 1 0 0,-1 0-1 0 0,0 0 1 0 0,1 0-1 0 0,0-1 1 0 0,0 1-1 0 0,-1 0 1 0 0,1 0-1 0 0,0 0 0 0 0,1 0 1 0 0,-1 0-1 0 0,0 0 1 0 0,0 0-1 0 0,1 0 1 0 0,-1 0-1 0 0,1 0 1 0 0,0 0-1 0 0,0-1 0 0 0,-1 1 1 0 0,1 0-1 0 0,0 0 1 0 0,0-1-1 0 0,1 1 1 0 0,1 2-1 0 0,6 7 11 0 0,1 1-1 0 0,0-1 1 0 0,17 14 0 0 0,-8-8 10 0 0,-15-13-66 0 0,5 5 92 0 0,0 0-1 0 0,-1 0 0 0 0,0 1 0 0 0,12 19 1 0 0,-18-26 9 0 0,-1 0 0 0 0,1 0 1 0 0,-1 0-1 0 0,0 0 0 0 0,0 0 1 0 0,0 0-1 0 0,-1 0 0 0 0,1 0 1 0 0,-1 0-1 0 0,0 0 1 0 0,1 1-1 0 0,-2-1 0 0 0,1 0 1 0 0,0 0-1 0 0,0 0 0 0 0,-1 0 1 0 0,0 0-1 0 0,0 0 0 0 0,0 1 1 0 0,0-2-1 0 0,0 1 0 0 0,0 0 1 0 0,-1 0-1 0 0,-3 5 1 0 0,0-1 11 0 0,0 0 1 0 0,-1-1 0 0 0,0 1-1 0 0,0-1 1 0 0,-1 0 0 0 0,1 0 0 0 0,-1-1-1 0 0,-1 0 1 0 0,1 0 0 0 0,-1-1-1 0 0,1 0 1 0 0,-1 0 0 0 0,-11 3 0 0 0,13-6-183 0 0,1 1 1 0 0,-1-1 0 0 0,0 0 0 0 0,0-1 0 0 0,0 1 0 0 0,0-1-1 0 0,0 0 1 0 0,-10-2 0 0 0,10 1-346 0 0,0-1 0 0 0,1 1 0 0 0,-1-1 0 0 0,1-1 0 0 0,-1 1 0 0 0,1-1 0 0 0,0 1 0 0 0,0-1 0 0 0,-8-7 0 0 0,-24-26-6636 0 0,19 14 806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3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1 109 772 0 0,'0'-19'3251'0'0,"-1"-3"1608"0"0,5-32 0 0 0,-4 54-4833 0 0,0-1 0 0 0,1 1 1 0 0,-1-1-1 0 0,0 1 1 0 0,1-1-1 0 0,-1 0 0 0 0,0 1 1 0 0,1-1-1 0 0,-1 1 1 0 0,1 0-1 0 0,-1-1 0 0 0,1 1 1 0 0,-1-1-1 0 0,1 1 1 0 0,-1 0-1 0 0,1-1 0 0 0,0 1 1 0 0,-1 0-1 0 0,1-1 1 0 0,-1 1-1 0 0,1 0 0 0 0,0 0 1 0 0,0 0-1 0 0,19-3-1193 0 0,17 2-4405 0 0,-18 2 341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415 182 600 0 0,'12'-29'4302'0'0,"-6"14"-1470"0"0,9-31-1 0 0,-14 43-2585 0 0,-1-1-1 0 0,1 0 1 0 0,-1 0-1 0 0,1 1 1 0 0,-1-1 0 0 0,0 0-1 0 0,0 0 1 0 0,-1 0-1 0 0,1 1 1 0 0,-1-1 0 0 0,0 0-1 0 0,0 0 1 0 0,-2-5-1 0 0,2 7-155 0 0,0 0 0 0 0,-1 0 0 0 0,1-1-1 0 0,-1 1 1 0 0,1 0 0 0 0,-1 1 0 0 0,1-1-1 0 0,-1 0 1 0 0,0 0 0 0 0,0 1 0 0 0,0-1-1 0 0,0 1 1 0 0,0 0 0 0 0,0-1 0 0 0,-1 1 0 0 0,1 0-1 0 0,-4-1 1 0 0,2 1-20 0 0,0 0 1 0 0,0 1-1 0 0,0 0 0 0 0,0-1 0 0 0,0 1 1 0 0,0 0-1 0 0,0 1 0 0 0,0-1 1 0 0,-8 3-1 0 0,1 0-10 0 0,-1 1 1 0 0,1 1-1 0 0,0 0 1 0 0,0 0-1 0 0,1 1 1 0 0,-15 10 0 0 0,-4 6 4 0 0,2 1 1 0 0,0 1 0 0 0,2 1-1 0 0,1 2 1 0 0,-23 30 0 0 0,36-42-57 0 0,0 1 1 0 0,1 1-1 0 0,1-1 0 0 0,1 1 1 0 0,0 1-1 0 0,1 0 0 0 0,1 0 1 0 0,0 0-1 0 0,2 1 1 0 0,0-1-1 0 0,-1 24 0 0 0,4-36-6 0 0,1 0 1 0 0,0 0-1 0 0,1 0 0 0 0,0 0 0 0 0,0 0 1 0 0,0 0-1 0 0,0 0 0 0 0,1 0 0 0 0,0 0 1 0 0,1-1-1 0 0,-1 1 0 0 0,1-1 0 0 0,5 8 0 0 0,-6-10 1 0 0,0 0 0 0 0,1 0 0 0 0,-1-1 0 0 0,1 0-1 0 0,0 1 1 0 0,0-1 0 0 0,0 0 0 0 0,0 0 0 0 0,0-1 0 0 0,0 1-1 0 0,0 0 1 0 0,1-1 0 0 0,-1 0 0 0 0,0 0 0 0 0,1 0-1 0 0,-1 0 1 0 0,1-1 0 0 0,-1 1 0 0 0,1-1 0 0 0,0 0-1 0 0,-1 0 1 0 0,1 0 0 0 0,6-2 0 0 0,-1 1 4 0 0,1-1 0 0 0,-1 0 0 0 0,0-1 1 0 0,0 0-1 0 0,0-1 0 0 0,0 0 0 0 0,-1 0 0 0 0,1-1 1 0 0,-1 0-1 0 0,0-1 0 0 0,9-8 0 0 0,-6 4-6 0 0,-1 0 0 0 0,-1-1 0 0 0,0 0 0 0 0,0-1 0 0 0,-1 1 0 0 0,11-25 0 0 0,-2-4 41 0 0,-2-1 0 0 0,-1-1 0 0 0,15-83 1 0 0,-26 114 64 0 0,-2 6-50 0 0,0 1-1 0 0,0-1 0 0 0,0 0 1 0 0,0 0-1 0 0,-1-9 0 0 0,0 12 21 0 0,-6 23 25 0 0,-4 19 26 0 0,-6 67 1 0 0,15-85-119 0 0,0 1 0 0 0,1-1 0 0 0,1 1 0 0 0,7 35 0 0 0,-7-50-139 0 0,1 0-1 0 0,1-1 1 0 0,-1 1-1 0 0,1-1 1 0 0,0 0-1 0 0,1 0 1 0 0,0 0-1 0 0,0 0 1 0 0,0-1 0 0 0,9 11-1 0 0,-9-14-233 0 0,-1 0 0 0 0,1 1 1 0 0,0-1-1 0 0,0 0 0 0 0,0-1 0 0 0,0 1 0 0 0,1-1 0 0 0,-1 0 0 0 0,1 0 1 0 0,-1 0-1 0 0,1-1 0 0 0,0 1 0 0 0,0-1 0 0 0,-1 0 0 0 0,1-1 0 0 0,0 1 1 0 0,0-1-1 0 0,6 0 0 0 0,10-2-2990 0 0,0-1-1225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4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53 122 276 0 0,'5'-25'6701'0'0,"3"-48"1531"0"0,-9 76-7902 0 0,-12 38 274 0 0,3 1 0 0 0,-9 64 0 0 0,11-54-479 0 0,-6 27 567 0 0,13-77-129 0 0,1-7-533 0 0,0-1 1 0 0,0 0-1 0 0,1 1 0 0 0,0-1 0 0 0,0 1 0 0 0,0 0 1 0 0,0-1-1 0 0,1 1 0 0 0,3-8 0 0 0,-1 4-15 0 0,0-2-11 0 0,8-26 7 0 0,3 0 0 0 0,19-36 0 0 0,-29 64-16 0 0,0-1 1 0 0,1 1 0 0 0,0 0 0 0 0,1 1 0 0 0,0 0-1 0 0,1 0 1 0 0,-1 0 0 0 0,1 1 0 0 0,1 0-1 0 0,-1 0 1 0 0,1 1 0 0 0,14-7 0 0 0,-20 11 11 0 0,1 1 0 0 0,0-1 1 0 0,0 1-1 0 0,-1 0 0 0 0,1 0 1 0 0,0 0-1 0 0,0 0 0 0 0,0 1 1 0 0,0-1-1 0 0,0 1 0 0 0,0 0 1 0 0,0 1-1 0 0,0-1 0 0 0,0 1 1 0 0,0-1-1 0 0,0 1 0 0 0,-1 0 1 0 0,1 1-1 0 0,0-1 0 0 0,0 1 1 0 0,-1-1-1 0 0,1 1 0 0 0,-1 0 1 0 0,0 0-1 0 0,1 1 0 0 0,-1-1 1 0 0,5 6-1 0 0,-4-3 103 0 0,1 0-1 0 0,-1 0 1 0 0,-1 1-1 0 0,1-1 1 0 0,-1 1 0 0 0,0 0-1 0 0,0 0 1 0 0,-1 0-1 0 0,0 0 1 0 0,0 0-1 0 0,0 0 1 0 0,-1 1 0 0 0,0-1-1 0 0,0 1 1 0 0,-1-1-1 0 0,0 9 1 0 0,-3 18 594 0 0,-15 62 0 0 0,9-54-525 0 0,9-41-175 0 0,0 1-1 0 0,0-1 1 0 0,-1 1-1 0 0,1 0 0 0 0,0-1 1 0 0,0 1-1 0 0,0-1 1 0 0,0 1-1 0 0,0-1 0 0 0,0 1 1 0 0,0 0-1 0 0,0-1 1 0 0,0 1-1 0 0,0-1 0 0 0,0 1 1 0 0,0 0-1 0 0,0-1 1 0 0,1 1-1 0 0,-1-1 0 0 0,0 1 1 0 0,0-1-1 0 0,1 1 1 0 0,-1-1-1 0 0,0 1 1 0 0,1-1-1 0 0,-1 1 0 0 0,0-1 1 0 0,1 1-1 0 0,-1-1 1 0 0,1 1-1 0 0,0 0 0 0 0,0-1 2 0 0,1 0-1 0 0,-1 0 1 0 0,0 0-1 0 0,0 0 1 0 0,1 0-1 0 0,-1 0 0 0 0,0 0 1 0 0,1 0-1 0 0,-1-1 1 0 0,0 1-1 0 0,0 0 1 0 0,1-1-1 0 0,1 0 0 0 0,39-25 34 0 0,-40 25-38 0 0,185-135-3704 0 0,-64 43-5806 0 0,-83 62 2234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6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368 147 2028 0 0,'4'-18'3339'0'0,"2"-33"-1"0"0,-5 47-3005 0 0,-1-1 0 0 0,0 1 0 0 0,0-1 1 0 0,0 1-1 0 0,-1-1 0 0 0,0 1 0 0 0,1-1 0 0 0,-2 1 0 0 0,1-1 0 0 0,0 1 0 0 0,-1 0 0 0 0,-4-8 0 0 0,5 11-281 0 0,0 0-1 0 0,0 0 0 0 0,0 0 1 0 0,0 0-1 0 0,-1 0 1 0 0,1 0-1 0 0,0 0 0 0 0,-1 1 1 0 0,1-1-1 0 0,0 0 1 0 0,-1 1-1 0 0,1-1 0 0 0,-1 1 1 0 0,1-1-1 0 0,-1 1 1 0 0,1 0-1 0 0,0 0 0 0 0,-1-1 1 0 0,0 1-1 0 0,1 0 1 0 0,-1 0-1 0 0,1 1 1 0 0,-1-1-1 0 0,1 0 0 0 0,-1 0 1 0 0,1 1-1 0 0,0-1 1 0 0,-1 1-1 0 0,1-1 0 0 0,-1 1 1 0 0,1 0-1 0 0,0 0 1 0 0,-2 1-1 0 0,-5 3 5 0 0,-1 0-1 0 0,1 1 1 0 0,-13 12-1 0 0,17-14 38 0 0,-25 23 20 0 0,0 2-1 0 0,2 1 1 0 0,2 1-1 0 0,1 1 1 0 0,1 2-1 0 0,2 0 1 0 0,1 1-1 0 0,-21 51 1 0 0,35-70-90 0 0,1 0 0 0 0,0 0 1 0 0,-4 27-1 0 0,8-38-10 0 0,1-1 0 0 0,-1 1 0 0 0,1-1 0 0 0,0 1 0 0 0,0-1 0 0 0,0 1 0 0 0,1-1 0 0 0,0 1 1 0 0,0-1-1 0 0,0 1 0 0 0,0-1 0 0 0,1 0 0 0 0,-1 0 0 0 0,1 0 0 0 0,0 0 0 0 0,0 0 0 0 0,1 0 0 0 0,4 6 0 0 0,-5-8-4 0 0,1 0 0 0 0,-1 0-1 0 0,0-1 1 0 0,1 0 0 0 0,-1 1 0 0 0,1-1-1 0 0,-1 0 1 0 0,1 0 0 0 0,0 0 0 0 0,-1-1-1 0 0,1 1 1 0 0,0 0 0 0 0,-1-1 0 0 0,1 0-1 0 0,0 0 1 0 0,0 0 0 0 0,0 0-1 0 0,-1 0 1 0 0,1 0 0 0 0,0-1 0 0 0,0 1-1 0 0,-1-1 1 0 0,4-1 0 0 0,3-1 7 0 0,-1 0-1 0 0,0-1 1 0 0,0 0 0 0 0,0 0-1 0 0,-1-1 1 0 0,9-6 0 0 0,-4 0-14 0 0,0 1 0 0 0,-1-2 0 0 0,0 1 1 0 0,-1-2-1 0 0,0 1 0 0 0,-1-2 1 0 0,13-26-1 0 0,1-8-10 0 0,16-51-1 0 0,-26 64 3 0 0,5-16-78 0 0,-17 49 70 0 0,-1 6 9 0 0,1-1 9 0 0,-1 1 0 0 0,0 0 0 0 0,-1 0 0 0 0,0 6 0 0 0,-8 58 82 0 0,-3 36 46 0 0,12-91-116 0 0,0 1-1 0 0,1-1 1 0 0,0 0 0 0 0,1 0 0 0 0,6 23 0 0 0,-7-33-13 0 0,0 0 0 0 0,0 0 0 0 0,0-1 0 0 0,0 1 0 0 0,0 0 1 0 0,1-1-1 0 0,-1 1 0 0 0,1-1 0 0 0,0 1 0 0 0,0-1 0 0 0,0 0 0 0 0,0 0 0 0 0,0 0 0 0 0,0 0 0 0 0,1 0 1 0 0,-1 0-1 0 0,1 0 0 0 0,4 2 0 0 0,-3-3 6 0 0,0 0 0 0 0,-1 0 0 0 0,1-1-1 0 0,0 1 1 0 0,0-1 0 0 0,0 1 0 0 0,0-1 0 0 0,0-1 0 0 0,0 1 0 0 0,-1 0 0 0 0,1-1 0 0 0,7-2-1 0 0,-1 0 9 0 0,0 0-1 0 0,-1-2 0 0 0,1 1 1 0 0,-1-1-1 0 0,0 0 1 0 0,0-1-1 0 0,-1 0 0 0 0,0 0 1 0 0,14-14-1 0 0,-12 7-20 0 0,0 0 0 0 0,-1 0 0 0 0,0-1 0 0 0,-1 0 0 0 0,-1-1 0 0 0,0 0 0 0 0,8-28 0 0 0,-8 21-3 0 0,-2-1 0 0 0,0 0 0 0 0,-2-1 0 0 0,2-41 0 0 0,-5 61 4 0 0,-1-1-1 0 0,1 1 1 0 0,-1 0 0 0 0,1 0 0 0 0,-1 0 0 0 0,-2-5 0 0 0,3 8 2 0 0,-1 0-1 0 0,1-1 1 0 0,-1 1-1 0 0,1 0 1 0 0,-1 0 0 0 0,0-1-1 0 0,0 1 1 0 0,0 0 0 0 0,0 0-1 0 0,1 0 1 0 0,-1 0-1 0 0,0 0 1 0 0,-1 0 0 0 0,1 0-1 0 0,0 0 1 0 0,0 1-1 0 0,0-1 1 0 0,0 0 0 0 0,-3 0-1 0 0,3 1 2 0 0,0 0 0 0 0,0 0 0 0 0,0 0 0 0 0,-1 0 0 0 0,1 0 1 0 0,0 0-1 0 0,0 1 0 0 0,0-1 0 0 0,0 0 0 0 0,0 1 0 0 0,0-1 0 0 0,0 1 0 0 0,0-1 0 0 0,0 1 0 0 0,0-1 0 0 0,0 1 0 0 0,0 0 0 0 0,0-1 0 0 0,0 1 0 0 0,0 1 0 0 0,-14 15 8 0 0,13-13-5 0 0,0 0 0 0 0,0 0 0 0 0,0 0 0 0 0,0 0 0 0 0,1 1 0 0 0,-1-1 0 0 0,1 0 0 0 0,0 1 0 0 0,1-1 0 0 0,-1 1 0 0 0,1-1 0 0 0,0 1 0 0 0,0-1 0 0 0,0 1 0 0 0,1-1 0 0 0,-1 1 0 0 0,1-1 1 0 0,0 0-1 0 0,0 1 0 0 0,1-1 0 0 0,-1 0 0 0 0,5 8 0 0 0,-3-7 4 0 0,1 0 1 0 0,-1-1 0 0 0,1 1-1 0 0,0-1 1 0 0,1 0 0 0 0,-1 0 0 0 0,1 0-1 0 0,-1-1 1 0 0,1 0 0 0 0,0 0-1 0 0,0 0 1 0 0,1 0 0 0 0,-1-1-1 0 0,0 0 1 0 0,1 0 0 0 0,11 2 0 0 0,0-1 0 0 0,1-1 0 0 0,-1-1 1 0 0,1-1-1 0 0,-1 0 0 0 0,0-1 1 0 0,1-1-1 0 0,-1-1 1 0 0,24-7-1 0 0,8-4 4 0 0,72-33 1 0 0,-119 46-8 0 0,6-2-25 0 0,-19 18 80 0 0,-1 0 0 0 0,-19 19 0 0 0,3-2 265 0 0,19-22-195 0 0,-67 88 694 0 0,67-86-763 0 0,1 2 0 0 0,1-1-1 0 0,0 1 1 0 0,1 0 0 0 0,-9 29 0 0 0,14-40-44 0 0,0 1 0 0 0,1-1-1 0 0,-1 0 1 0 0,1 0 0 0 0,0 1 0 0 0,-1-1-1 0 0,2 0 1 0 0,-1 1 0 0 0,0-1 0 0 0,0 0-1 0 0,1 0 1 0 0,0 0 0 0 0,0 1 0 0 0,0-1 0 0 0,0 0-1 0 0,0 0 1 0 0,1 0 0 0 0,-1 0 0 0 0,1 0-1 0 0,0-1 1 0 0,0 1 0 0 0,0 0 0 0 0,2 2-1 0 0,0-2 9 0 0,0 0 0 0 0,-1-1 0 0 0,1 1 0 0 0,0-1 0 0 0,1 0 0 0 0,-1 0 0 0 0,0 0 0 0 0,1 0 0 0 0,-1-1-1 0 0,1 0 1 0 0,-1 0 0 0 0,1 0 0 0 0,0 0 0 0 0,-1-1 0 0 0,8 0 0 0 0,7 0 43 0 0,-1 0 0 0 0,37-7 0 0 0,-47 5-48 0 0,0 0 0 0 0,-1-1 0 0 0,1 1 0 0 0,-1-2 0 0 0,1 1 0 0 0,-1-1 0 0 0,0 0 0 0 0,0 0 1 0 0,8-7-1 0 0,-11 7-425 0 0,-1 0 0 0 0,1 0 0 0 0,0 0 0 0 0,-1 0 0 0 0,5-9 1 0 0,-2 4-3434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7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8 1716 0 0,'3'-7'9168'0'0,"0"23"-8551"0"0,0 0 0 0 0,-1 1 0 0 0,0-1 0 0 0,-2 1-1 0 0,-1 19 1 0 0,1 6-13 0 0,-14 244 1360 0 0,6-191-1655 0 0,-16 98 22 0 0,15-137-139 0 0,1-33 83 0 0,3-17-97 0 0,3-17-122 0 0,3-10-55 0 0,0-1 0 0 0,2 1 0 0 0,0 0 0 0 0,1 0-1 0 0,2 1 1 0 0,0-1 0 0 0,9-21 0 0 0,-8 28-7 0 0,-1 0 1 0 0,2 0-1 0 0,0 1 0 0 0,0 0 1 0 0,1 0-1 0 0,1 1 1 0 0,0 0-1 0 0,1 1 1 0 0,0 0-1 0 0,20-15 1 0 0,-23 21 1 0 0,1 0 1 0 0,-1 1-1 0 0,1 0 1 0 0,0 1 0 0 0,1 0-1 0 0,-1 0 1 0 0,0 0-1 0 0,1 2 1 0 0,-1-1-1 0 0,1 1 1 0 0,0 0 0 0 0,-1 1-1 0 0,1 0 1 0 0,0 1-1 0 0,-1 0 1 0 0,1 1-1 0 0,-1-1 1 0 0,1 2 0 0 0,-1-1-1 0 0,11 6 1 0 0,-8-4 50 0 0,-1 1-1 0 0,0 0 1 0 0,0 1 0 0 0,-1 0 0 0 0,0 1-1 0 0,0 0 1 0 0,0 1 0 0 0,-1 0 0 0 0,0 0-1 0 0,-1 1 1 0 0,1 0 0 0 0,-2 0 0 0 0,1 1-1 0 0,-1 0 1 0 0,9 19 0 0 0,-14-25 44 0 0,0 1 0 0 0,-1 0 0 0 0,1 0 0 0 0,-1 0-1 0 0,0 0 1 0 0,0 0 0 0 0,-1 0 0 0 0,1 0 0 0 0,-1 0 0 0 0,0 0 0 0 0,-1 1 0 0 0,1-1 0 0 0,-1 0 0 0 0,0 0 0 0 0,-2 5 0 0 0,0-2 30 0 0,0-1 1 0 0,0-1-1 0 0,-1 1 0 0 0,1 0 1 0 0,-2-1-1 0 0,1 0 1 0 0,-1 0-1 0 0,0 0 0 0 0,-8 8 1 0 0,3-6 36 0 0,0 0 0 0 0,0-1 0 0 0,-1 1 0 0 0,1-2 1 0 0,-1 0-1 0 0,-1 0 0 0 0,1-1 0 0 0,-1 0 0 0 0,0-1 0 0 0,0-1 1 0 0,-1 0-1 0 0,-13 2 0 0 0,-7-4 41 0 0,1-2 1 0 0,0-1-1 0 0,-35-7 1 0 0,28 3-207 0 0,38 6-47 0 0,0 0 0 0 0,0 0 0 0 0,1 0 0 0 0,-1 0 0 0 0,0 0 0 0 0,0 0 0 0 0,1 0 0 0 0,-1 0 0 0 0,0-1 1 0 0,1 1-1 0 0,-1 0 0 0 0,0 0 0 0 0,0-1 0 0 0,1 1 0 0 0,-1-1 0 0 0,1 1 0 0 0,-1 0 0 0 0,0-1 0 0 0,1 1 0 0 0,-1-2 0 0 0,1 2-25 0 0,0-1 1 0 0,0 1-1 0 0,0-1 0 0 0,0 1 1 0 0,0 0-1 0 0,0-1 0 0 0,1 1 1 0 0,-1-1-1 0 0,0 1 1 0 0,0 0-1 0 0,1-1 0 0 0,-1 1 1 0 0,0 0-1 0 0,0-1 1 0 0,1 1-1 0 0,-1 0 0 0 0,0-1 1 0 0,1 1-1 0 0,-1 0 1 0 0,1 0-1 0 0,-1-1 0 0 0,0 1 1 0 0,1 0-1 0 0,25-12-2757 0 0,54-11-8150 0 0,-59 19 5600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7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64 1460 0 0,'26'-50'15522'0'0,"-20"36"-11563"0"0,-27 66-2712 0 0,12-31-935 0 0,-10 34-1 0 0,12-29-194 0 0,1 0-1 0 0,-3 46 0 0 0,8-64-100 0 0,1 0 0 0 0,0 0 0 0 0,0 0 0 0 0,1 0 0 0 0,0 0 0 0 0,0-1 0 0 0,1 1 0 0 0,0 0-1 0 0,1-1 1 0 0,-1 1 0 0 0,1-1 0 0 0,1 0 0 0 0,-1 0 0 0 0,6 7 0 0 0,-7-11-46 0 0,1-1 1 0 0,-1 1-1 0 0,1 0 0 0 0,0-1 1 0 0,-1 0-1 0 0,1 1 1 0 0,0-1-1 0 0,1-1 0 0 0,-1 1 1 0 0,0 0-1 0 0,0-1 1 0 0,1 1-1 0 0,-1-1 0 0 0,1 0 1 0 0,-1 0-1 0 0,1-1 1 0 0,-1 1-1 0 0,1-1 0 0 0,0 1 1 0 0,-1-1-1 0 0,1 0 1 0 0,0-1-1 0 0,-1 1 0 0 0,1-1 1 0 0,-1 1-1 0 0,1-1 0 0 0,0 0 1 0 0,5-3-1 0 0,-2 2-545 0 0,-1-1 0 0 0,1-1-1 0 0,-1 1 1 0 0,0-1 0 0 0,0 0-1 0 0,6-5 1 0 0,-7 4-754 0 0,0 1 0 0 0,0-1 0 0 0,-1 0 0 0 0,0 0 0 0 0,0-1 0 0 0,4-6-1 0 0,2-7-5475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7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40 2248 0 0,'-9'-9'2164'0'0,"1"4"1413"0"0,-4-2-969 0 0,1 0-964 0 0,4 2-600 0 0,1-2-204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18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68 1464 0 0,'2'-16'4537'0'0,"11"-35"3864"0"0,-8 66-7156 0 0,2 14 318 0 0,-6 4-641 0 0,-2 1 1 0 0,-1 0 0 0 0,-7 33-1 0 0,-26 101 330 0 0,12-65-717 0 0,12-59-441 0 0,6-29-64 0 0,1 1 1 0 0,1 0-1 0 0,0 0 1 0 0,1 0 0 0 0,1 0-1 0 0,1 32 1 0 0,0-46-24 0 0,1 0 0 0 0,-1 0 1 0 0,1 0-1 0 0,-1 0 0 0 0,1 0 1 0 0,0 0-1 0 0,-1-1 0 0 0,1 1 1 0 0,0 0-1 0 0,0 0 0 0 0,1-1 1 0 0,-1 1-1 0 0,0 0 0 0 0,0-1 1 0 0,1 1-1 0 0,-1-1 0 0 0,1 1 1 0 0,0-1-1 0 0,-1 0 0 0 0,3 1 1 0 0,-1 0-36 0 0,1-1 0 0 0,-1 0 0 0 0,0 0 0 0 0,0 0 0 0 0,1-1 0 0 0,-1 1 0 0 0,0-1 0 0 0,1 0 0 0 0,-1 0 1 0 0,1 0-1 0 0,3-1 0 0 0,9-2-436 0 0,0-1 0 0 0,-1 0 0 0 0,0-1-1 0 0,17-8 1 0 0,-32 13 451 0 0,83-40-4407 0 0,-34 7-2357 0 0,-27 14-102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2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197 130 2300 0 0,'-20'-3'1382'0'0,"-146"-21"8888"0"0,166 24-10234 0 0,-1 0 1 0 0,1 0-1 0 0,-1 0 0 0 0,1 0 1 0 0,-1 0-1 0 0,1 0 0 0 0,0 0 1 0 0,-1 0-1 0 0,1-1 1 0 0,-1 1-1 0 0,1 0 0 0 0,0 0 1 0 0,-1 0-1 0 0,1 0 0 0 0,-1 0 1 0 0,1-1-1 0 0,0 1 0 0 0,-1 0 1 0 0,1 0-1 0 0,0-1 0 0 0,-1 1 1 0 0,1 0-1 0 0,0-1 1 0 0,0 1-1 0 0,-1 0 0 0 0,1-1 1 0 0,0 1-1 0 0,0 0 0 0 0,-1-1 1 0 0,12-6 381 0 0,27-4-314 0 0,-34 10-22 0 0,275-59 277 0 0,-218 48-336 0 0,-52 10-27 0 0,-1 1 1 0 0,0 0 0 0 0,1 0-1 0 0,-1 1 1 0 0,0 0 0 0 0,10 1-1 0 0,-16 0 23 0 0,1-1 0 0 0,0 1-1 0 0,-1 0 1 0 0,1 0-1 0 0,0 0 1 0 0,-1 1-1 0 0,1-1 1 0 0,-1 1-1 0 0,0-1 1 0 0,1 1-1 0 0,-1 0 1 0 0,0 0-1 0 0,0 0 1 0 0,0 0 0 0 0,0 0-1 0 0,1 3 1 0 0,24 38 481 0 0,-25-39-467 0 0,13 28 417 0 0,-2 1 1 0 0,-1 1 0 0 0,-1 0 0 0 0,-2 1 0 0 0,-2 0 0 0 0,-1 0 0 0 0,-1 1 0 0 0,-1 70 0 0 0,-4-100-124 0 0,0-1 0 0 0,-1 1 0 0 0,0-1 0 0 0,1 0 0 0 0,-2 1-1 0 0,1-1 1 0 0,-1 0 0 0 0,0 0 0 0 0,0 0 0 0 0,0 0 0 0 0,-5 7 0 0 0,6-11-2 0 0,-12-6 319 0 0,11 3-619 0 0,0-1-1 0 0,0 0 1 0 0,0 0-1 0 0,1 0 0 0 0,0 0 1 0 0,-1 0-1 0 0,1 0 0 0 0,0 0 1 0 0,0 0-1 0 0,1 0 1 0 0,-1 0-1 0 0,1-1 0 0 0,-1 1 1 0 0,1 0-1 0 0,0 0 1 0 0,0-1-1 0 0,1-4 0 0 0,1-9-7 0 0,1-1-1 0 0,6-17 1 0 0,-5 22 0 0 0,-2 5-159 0 0,0 0-1 0 0,1 0 0 0 0,0 0 0 0 0,0 1 1 0 0,1-1-1 0 0,0 1 0 0 0,0 0 0 0 0,1 0 1 0 0,0 0-1 0 0,0 1 0 0 0,1 0 1 0 0,-1 0-1 0 0,2 0 0 0 0,-1 1 0 0 0,0-1 1 0 0,1 2-1 0 0,0-1 0 0 0,12-5 0 0 0,-4 3-610 0 0,1 1 1 0 0,-1 1-1 0 0,1 1 0 0 0,0 0 0 0 0,1 1 0 0 0,-1 1 0 0 0,0 0 0 0 0,25 1 0 0 0,117 10-4097 0 0,-10-1 3823 0 0,-145-8 1125 0 0,-1 1 0 0 0,0-1-1 0 0,0-1 1 0 0,1 1 0 0 0,-1 0 0 0 0,0-1 0 0 0,0 1-1 0 0,0-1 1 0 0,1 1 0 0 0,-1-1 0 0 0,0 0 0 0 0,0 0-1 0 0,0 0 1 0 0,0 0 0 0 0,0 0 0 0 0,-1-1 0 0 0,1 1-1 0 0,3-4 1 0 0,-4 4 340 0 0,-1 0-350 0 0,0 0 0 0 0,1-1 0 0 0,-1 1 0 0 0,0 0 0 0 0,-1-1 1 0 0,1 1-1 0 0,0 0 0 0 0,0 0 0 0 0,-1-1 0 0 0,1 1 0 0 0,0 0 0 0 0,-1 0 0 0 0,1-1 0 0 0,-1 1 0 0 0,0 0 0 0 0,1 0 0 0 0,-1 0 0 0 0,0 0 0 0 0,0 0 0 0 0,1 0 0 0 0,-1 0 0 0 0,0 0 0 0 0,0 0 0 0 0,0 1 0 0 0,0-1 1 0 0,0 0-1 0 0,0 0 0 0 0,-1 1 0 0 0,1-1 0 0 0,0 1 0 0 0,-3-1 0 0 0,0-1 27 0 0,-1 1 1 0 0,0 1 0 0 0,1-1 0 0 0,-1 1-1 0 0,0-1 1 0 0,0 1 0 0 0,0 1-1 0 0,0-1 1 0 0,1 1 0 0 0,-1 0-1 0 0,0 0 1 0 0,-5 2 0 0 0,1 0 23 0 0,0 1 1 0 0,1 0-1 0 0,0 1 1 0 0,0-1-1 0 0,-15 13 1 0 0,5-1 16 0 0,1 0 0 0 0,1 2 1 0 0,0 0-1 0 0,-17 26 1 0 0,27-35-119 0 0,0 0 1 0 0,0 1 0 0 0,1 0 0 0 0,0 0-1 0 0,1 0 1 0 0,1 1 0 0 0,-1-1 0 0 0,-3 22-1 0 0,7-29-25 0 0,-1 1-1 0 0,1 0 0 0 0,0-1 0 0 0,0 1 0 0 0,0 0 1 0 0,1 0-1 0 0,-1-1 0 0 0,1 1 0 0 0,0 0 0 0 0,0-1 1 0 0,0 1-1 0 0,0-1 0 0 0,1 1 0 0 0,-1-1 0 0 0,1 0 1 0 0,0 0-1 0 0,0 0 0 0 0,0 0 0 0 0,0 0 0 0 0,1 0 0 0 0,-1 0 1 0 0,1 0-1 0 0,0-1 0 0 0,0 0 0 0 0,0 1 0 0 0,0-1 1 0 0,0 0-1 0 0,0 0 0 0 0,0-1 0 0 0,5 3 0 0 0,1-1-1 0 0,-1 0-1 0 0,0-1 1 0 0,1 0-1 0 0,0 0 0 0 0,-1-1 1 0 0,1 0-1 0 0,0 0 0 0 0,0-1 1 0 0,0 0-1 0 0,-1-1 1 0 0,1 0-1 0 0,0 0 0 0 0,0-1 1 0 0,-1 0-1 0 0,1-1 0 0 0,-1 1 1 0 0,0-2-1 0 0,14-6 1 0 0,-12 4-13 0 0,1-1 0 0 0,-1 0 0 0 0,-1-1-1 0 0,1 0 1 0 0,-1 0 0 0 0,-1-1 0 0 0,1 0 0 0 0,-2 0 0 0 0,1-1 0 0 0,-1 0 0 0 0,-1-1 0 0 0,0 0 0 0 0,5-11 0 0 0,1-5-5 0 0,38-96-66 0 0,-50 122 68 0 0,-3 37 82 0 0,-2-19 38 0 0,1 0 0 0 0,1 0 0 0 0,1 1 0 0 0,0-1-1 0 0,2 33 1 0 0,1-46-102 0 0,-1 1-1 0 0,1-1 0 0 0,-1 0 0 0 0,1 0 0 0 0,0 1 0 0 0,1-1 1 0 0,-1 0-1 0 0,1 0 0 0 0,0 0 0 0 0,0 0 0 0 0,0-1 1 0 0,0 1-1 0 0,1 0 0 0 0,0-1 0 0 0,0 0 0 0 0,-1 0 0 0 0,2 1 1 0 0,-1-2-1 0 0,0 1 0 0 0,1 0 0 0 0,-1-1 0 0 0,1 1 1 0 0,0-1-1 0 0,0 0 0 0 0,0 0 0 0 0,0-1 0 0 0,0 1 1 0 0,0-1-1 0 0,5 1 0 0 0,-1 0 0 0 0,1-1 1 0 0,0 0-1 0 0,0 0 1 0 0,-1-1-1 0 0,1 0 1 0 0,0-1-1 0 0,0 0 1 0 0,-1 0-1 0 0,1-1 1 0 0,0 0 0 0 0,-1 0-1 0 0,0-1 1 0 0,12-6-1 0 0,-10 4-14 0 0,0 0-1 0 0,-1-1 1 0 0,0-1 0 0 0,0 1-1 0 0,-1-1 1 0 0,0-1 0 0 0,0 0-1 0 0,0 0 1 0 0,-1 0 0 0 0,8-14-1 0 0,-6 8-3 0 0,0-1 0 0 0,-1 1-1 0 0,-1-2 1 0 0,-1 1 0 0 0,0-1-1 0 0,6-27 1 0 0,-10 36 2 0 0,-1 0 1 0 0,0 0-1 0 0,0 0 0 0 0,-1-1 1 0 0,0 1-1 0 0,0 0 0 0 0,-1 0 1 0 0,0-1-1 0 0,0 1 0 0 0,-1 0 0 0 0,0 0 1 0 0,0 0-1 0 0,0 0 0 0 0,-1 1 1 0 0,0-1-1 0 0,0 1 0 0 0,-7-10 1 0 0,9 14 1 0 0,0 1 1 0 0,1 0-1 0 0,-1 0 1 0 0,0 1-1 0 0,0-1 1 0 0,0 0-1 0 0,1 0 0 0 0,-1 0 1 0 0,0 0-1 0 0,0 1 1 0 0,0-1-1 0 0,0 0 1 0 0,0 1-1 0 0,-1-1 1 0 0,1 1-1 0 0,0-1 1 0 0,0 1-1 0 0,0 0 1 0 0,0-1-1 0 0,-1 1 1 0 0,1 0-1 0 0,0 0 1 0 0,0 0-1 0 0,0 0 1 0 0,-1 0-1 0 0,1 0 1 0 0,0 0-1 0 0,0 0 1 0 0,0 1-1 0 0,-1-1 1 0 0,1 0-1 0 0,0 1 1 0 0,0-1-1 0 0,0 1 0 0 0,0-1 1 0 0,0 1-1 0 0,0 0 1 0 0,-2 1-1 0 0,1-1 4 0 0,1 0-1 0 0,0 1 0 0 0,-1-1 1 0 0,1 0-1 0 0,0 1 0 0 0,0-1 1 0 0,0 1-1 0 0,0 0 0 0 0,0-1 1 0 0,0 1-1 0 0,1 0 0 0 0,-1-1 1 0 0,1 1-1 0 0,-1 0 0 0 0,1 0 1 0 0,-1 0-1 0 0,1-1 0 0 0,0 1 1 0 0,0 0-1 0 0,0 0 0 0 0,0 0 1 0 0,0 0-1 0 0,0 0 0 0 0,1 2 1 0 0,2 1 0 0 0,-1 0 1 0 0,1-1 0 0 0,-1 1-1 0 0,1 0 1 0 0,1-1 0 0 0,-1 1 0 0 0,1-1-1 0 0,0 0 1 0 0,0 0 0 0 0,0-1-1 0 0,0 1 1 0 0,0-1 0 0 0,1 0-1 0 0,0 0 1 0 0,10 4 0 0 0,0 0-2 0 0,1 0 0 0 0,-1-1 0 0 0,33 6 0 0 0,-34-9-13 0 0,0 0-1 0 0,0-2 1 0 0,0 1 0 0 0,1-2-1 0 0,-1 0 1 0 0,16-2 0 0 0,-23 1 5 0 0,1-1 0 0 0,-1 0 0 0 0,1 0 1 0 0,-1 0-1 0 0,0-1 0 0 0,0-1 0 0 0,0 1 0 0 0,0-1 1 0 0,0 0-1 0 0,-1 0 0 0 0,0-1 0 0 0,0 0 0 0 0,6-6 1 0 0,-11 11 5 0 0,-1-1 1 0 0,1 0 0 0 0,0 0 0 0 0,0 1 0 0 0,-1-1 0 0 0,1 0 0 0 0,-1 0 0 0 0,1 0 0 0 0,0 0-1 0 0,-1 1 1 0 0,0-1 0 0 0,1 0 0 0 0,-1 0 0 0 0,1 0 0 0 0,-1 0 0 0 0,0 0 0 0 0,0 0 0 0 0,0 0-1 0 0,0 0 1 0 0,0-2 0 0 0,0 2-1 0 0,0 1 0 0 0,0 0 0 0 0,0-1-1 0 0,0 1 1 0 0,0 0 0 0 0,0-1 0 0 0,0 1-1 0 0,-1 0 1 0 0,1 0 0 0 0,0-1 0 0 0,0 1 0 0 0,0 0-1 0 0,0 0 1 0 0,-1-1 0 0 0,1 1 0 0 0,0 0 0 0 0,0 0-1 0 0,-1 0 1 0 0,1-1 0 0 0,0 1 0 0 0,-1 0-1 0 0,1 0 1 0 0,0 0 0 0 0,0 0 0 0 0,-1 0 0 0 0,1-1-1 0 0,0 1 1 0 0,-1 0 0 0 0,1 0 0 0 0,-1 0 0 0 0,-7 3 5 0 0,1 0 0 0 0,-1 0 1 0 0,1 0-1 0 0,-1 1 0 0 0,1 0 1 0 0,0 0-1 0 0,1 1 0 0 0,-1 0 1 0 0,1 0-1 0 0,0 1 0 0 0,0 0 1 0 0,-8 11-1 0 0,4-5 12 0 0,1 1 1 0 0,0 0-1 0 0,0 0 1 0 0,2 1-1 0 0,-12 28 0 0 0,18-38-12 0 0,-1 0 0 0 0,1 0 0 0 0,0 0-1 0 0,0 0 1 0 0,0 1 0 0 0,1-1 0 0 0,-1 0 0 0 0,1 1-1 0 0,0-1 1 0 0,1 0 0 0 0,-1 1 0 0 0,1-1-1 0 0,-1 0 1 0 0,1 1 0 0 0,1-1 0 0 0,-1 0 0 0 0,0 0-1 0 0,1 0 1 0 0,0 0 0 0 0,0 0 0 0 0,5 6-1 0 0,-3-5-6 0 0,0-1-1 0 0,0 0 0 0 0,1 0 0 0 0,0 0 1 0 0,0-1-1 0 0,0 1 0 0 0,0-1 0 0 0,0-1 0 0 0,1 1 1 0 0,-1-1-1 0 0,1 0 0 0 0,-1 0 0 0 0,1 0 0 0 0,0-1 1 0 0,7 1-1 0 0,2 0-132 0 0,-1 0-1 0 0,1-1 1 0 0,0-1 0 0 0,-1-1-1 0 0,1 0 1 0 0,0-1 0 0 0,-1 0-1 0 0,1-1 1 0 0,-1-1 0 0 0,0 0-1 0 0,0-1 1 0 0,-1 0 0 0 0,1-2-1 0 0,-1 1 1 0 0,0-1 0 0 0,-1-1-1 0 0,0-1 1 0 0,0 1 0 0 0,0-2 0 0 0,-1 0-1 0 0,-1 0 1 0 0,0-1 0 0 0,0 0-1 0 0,-1 0 1 0 0,10-18 0 0 0,-5 4 257 0 0,-2-1 0 0 0,0-1-1 0 0,-2-1 1 0 0,12-42 0 0 0,-22 67 383 0 0,-1 4-476 0 0,0-1-1 0 0,0 0 1 0 0,0 1-1 0 0,0-1 0 0 0,0 1 1 0 0,0-1-1 0 0,0 1 1 0 0,0-1-1 0 0,0 1 0 0 0,1 0 1 0 0,-1-1-1 0 0,0 1 1 0 0,0 0-1 0 0,1 0 0 0 0,-1-1 1 0 0,0 1-1 0 0,1 0 1 0 0,-1 0-1 0 0,1 0 1 0 0,-1 0-1 0 0,1 0 0 0 0,-1 2 1 0 0,-8 25 319 0 0,8-23-315 0 0,-1 0 0 0 0,1 1 0 0 0,1-1 0 0 0,-1 0 0 0 0,1 1 0 0 0,0-1 0 0 0,0 1 0 0 0,1-1 0 0 0,0 0 0 0 0,0 1 1 0 0,0-1-1 0 0,0 0 0 0 0,1 0 0 0 0,0 0 0 0 0,0 0 0 0 0,0 0 0 0 0,1 0 0 0 0,0 0 0 0 0,0-1 0 0 0,0 1 0 0 0,0-1 0 0 0,1 0 0 0 0,-1 0 0 0 0,1 0 0 0 0,0-1 1 0 0,0 1-1 0 0,1-1 0 0 0,-1 0 0 0 0,1 0 0 0 0,-1 0 0 0 0,8 2 0 0 0,3 2 0 0 0,0-1 1 0 0,0 0-1 0 0,1-1 1 0 0,-1-1-1 0 0,1-1 0 0 0,0 0 1 0 0,0-1-1 0 0,0-1 1 0 0,29-1-1 0 0,-36 0-26 0 0,-1-1 0 0 0,0 0-1 0 0,0-1 1 0 0,0 0 0 0 0,0 0 0 0 0,-1 0-1 0 0,1-1 1 0 0,0-1 0 0 0,-1 1-1 0 0,0-1 1 0 0,0 0 0 0 0,0-1 0 0 0,0 0-1 0 0,-1 0 1 0 0,0 0 0 0 0,0-1 0 0 0,0 0-1 0 0,-1 0 1 0 0,0 0 0 0 0,9-13 0 0 0,-6 2 13 0 0,-1 0 0 0 0,0-1 0 0 0,-2 1 0 0 0,0-1 0 0 0,0-1 0 0 0,1-23 1 0 0,2-1 484 0 0,-8 43-500 0 0,0 0-1 0 0,0 0 1 0 0,-1 0-1 0 0,1 0 1 0 0,0 0-1 0 0,0 0 1 0 0,0 1-1 0 0,-1-1 1 0 0,1 0-1 0 0,0 0 1 0 0,0 0-1 0 0,-1 0 1 0 0,1 0-1 0 0,0 0 1 0 0,0 0-1 0 0,0 0 1 0 0,-1 0-1 0 0,1 0 1 0 0,0 0-1 0 0,0 0 1 0 0,-1 0-1 0 0,1 0 1 0 0,0 0-1 0 0,0-1 1 0 0,0 1-1 0 0,-1 0 1 0 0,1 0-1 0 0,0 0 1 0 0,0 0-1 0 0,0 0 1 0 0,-1 0-1 0 0,1 0 1 0 0,0-1-1 0 0,0 1 1 0 0,0 0-1 0 0,0 0 1 0 0,-1 0-1 0 0,1-1 1 0 0,0 1-1 0 0,0 0 1 0 0,0 0-1 0 0,0 0 1 0 0,0-1-1 0 0,0 1 1 0 0,0 0-1 0 0,0 0 1 0 0,0 0-1 0 0,0-1 1 0 0,0 1-1 0 0,0 0 1 0 0,0 0-1 0 0,0-1 1 0 0,0 1-1 0 0,0 0 1 0 0,0 0-1 0 0,0 0 1 0 0,0-1-1 0 0,0 1 1 0 0,0 0-1 0 0,0 0 1 0 0,0-1-1 0 0,0 1 1 0 0,0 0-1 0 0,1 0 1 0 0,-16 14 56 0 0,-10 27 388 0 0,1 1 0 0 0,-18 46 1 0 0,-30 96 1085 0 0,11-8-205 0 0,-103 254 1290 0 0,136-370-2252 0 0,-3-1-1 0 0,-2-2 0 0 0,-2-1 1 0 0,-82 98-1 0 0,115-152-349 0 0,-13 15 210 0 0,0 0 0 0 0,-28 21 0 0 0,39-35-188 0 0,0 0 1 0 0,0 0-1 0 0,0-1 1 0 0,0 1-1 0 0,0-1 1 0 0,0 0-1 0 0,-1 0 1 0 0,1 0-1 0 0,-1-1 1 0 0,0 0-1 0 0,1 1 0 0 0,-1-2 1 0 0,0 1-1 0 0,1 0 1 0 0,-1-1-1 0 0,0 0 1 0 0,0 0-1 0 0,-6-1 1 0 0,9 0-34 0 0,0 0 1 0 0,0 0-1 0 0,0 0 1 0 0,0 0-1 0 0,1 0 0 0 0,-1 0 1 0 0,0 0-1 0 0,1 0 1 0 0,-1-1-1 0 0,1 1 1 0 0,-1 0-1 0 0,1-1 1 0 0,0 0-1 0 0,-1 1 1 0 0,1-1-1 0 0,0 0 1 0 0,0 1-1 0 0,0-1 1 0 0,0 0-1 0 0,1 0 1 0 0,-1 0-1 0 0,0 0 1 0 0,1 0-1 0 0,-1-2 1 0 0,-1-7-139 0 0,1 1 0 0 0,0 0 0 0 0,1-16 0 0 0,0 17-90 0 0,2-18-988 0 0,2 1-1 0 0,0-1 1 0 0,2 1-1 0 0,0 0 1 0 0,20-48 0 0 0,7-24-10656 0 0,-25 66 1800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21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19 246 60 0 0,'-18'-6'15461'0'0,"18"7"-15439"0"0,0 1 0 0 0,1-1 0 0 0,-1 1 0 0 0,1 0 0 0 0,0-1 0 0 0,0 1 0 0 0,-1-1 0 0 0,1 0 0 0 0,0 1 0 0 0,0-1 0 0 0,0 0 0 0 0,0 1 0 0 0,1-1 0 0 0,-1 0 0 0 0,0 0 0 0 0,0 0 0 0 0,1 0-1 0 0,-1 0 1 0 0,1 0 0 0 0,-1 0 0 0 0,1-1 0 0 0,-1 1 0 0 0,1 0 0 0 0,-1-1 0 0 0,1 1 0 0 0,0-1 0 0 0,-1 0 0 0 0,1 0 0 0 0,2 1 0 0 0,5 0 80 0 0,1 0 0 0 0,-1 0 1 0 0,0 0-1 0 0,12-2 1 0 0,11-3-1 0 0,-1-1 1 0 0,1-1 0 0 0,32-12 0 0 0,91-39-187 0 0,-113 41-87 0 0,133-57-2296 0 0,-61 17-3192 0 0,-42 18-659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2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57 373 480 0 0,'-14'5'4904'0'0,"-29"11"5139"0"0,45-18-9797 0 0,26-19 25 0 0,0 2 0 0 0,35-19 0 0 0,13-8-198 0 0,-20 8-37 0 0,-3-2-1 0 0,-1-3 1 0 0,61-64 0 0 0,-110 104-41 0 0,0 0 0 0 0,0-1 1 0 0,-1 0-1 0 0,1 1 1 0 0,-1-1-1 0 0,0 0 1 0 0,0 0-1 0 0,2-6 1 0 0,-22 15-13 0 0,12 0 17 0 0,1 0 1 0 0,0 1 0 0 0,0 0 0 0 0,0-1 0 0 0,0 2 0 0 0,1-1 0 0 0,0 0-1 0 0,1 1 1 0 0,-1 0 0 0 0,1 0 0 0 0,0 0 0 0 0,1 0 0 0 0,-3 15 0 0 0,4-16 3 0 0,0 1 1 0 0,1-1-1 0 0,0 1 1 0 0,0-1-1 0 0,1 1 1 0 0,0 0-1 0 0,0-1 1 0 0,0 1-1 0 0,1-1 1 0 0,0 0-1 0 0,0 0 1 0 0,1 0-1 0 0,0 0 1 0 0,0 0-1 0 0,0 0 1 0 0,8 9-1 0 0,10 12 6 0 0,-11-16-12 0 0,-1 1-1 0 0,0 0 1 0 0,-1 1 0 0 0,9 17 0 0 0,-15-26 2 0 0,-1 0 0 0 0,1-1 0 0 0,-1 1 0 0 0,0 0 0 0 0,0 0 0 0 0,-1 0 0 0 0,1 0 0 0 0,-1-1 0 0 0,0 1 0 0 0,0 0 0 0 0,0 0 0 0 0,0 0 0 0 0,-1 0 0 0 0,0 0 0 0 0,1 0 0 0 0,-2 0 0 0 0,1-1 0 0 0,0 1 0 0 0,-1 0 0 0 0,1-1 0 0 0,-4 6 0 0 0,-3 1 23 0 0,0 1 1 0 0,0-1-1 0 0,-1 0 1 0 0,-1-1-1 0 0,1 0 1 0 0,-1-1-1 0 0,-1 0 1 0 0,0 0-1 0 0,0-1 1 0 0,0-1-1 0 0,-20 9 1 0 0,20-11 10 0 0,1 0 0 0 0,-1 0 0 0 0,0-1 0 0 0,0 0 0 0 0,0-1 0 0 0,0 0 1 0 0,-1-1-1 0 0,1-1 0 0 0,0 1 0 0 0,-1-2 0 0 0,1 1 0 0 0,0-2 0 0 0,-21-4 0 0 0,30 6-62 0 0,0-1 0 0 0,0 1-1 0 0,1-1 1 0 0,-1 1-1 0 0,0-1 1 0 0,0 0 0 0 0,0 0-1 0 0,1 0 1 0 0,-1 0 0 0 0,0 0-1 0 0,1 0 1 0 0,-1 0 0 0 0,1 0-1 0 0,-1-1 1 0 0,1 1-1 0 0,0-1 1 0 0,0 1 0 0 0,-1-1-1 0 0,1 1 1 0 0,0-1 0 0 0,0 0-1 0 0,1 0 1 0 0,-1 1 0 0 0,0-1-1 0 0,0 0 1 0 0,1 0 0 0 0,-1 0-1 0 0,1 0 1 0 0,0 0-1 0 0,-1-2 1 0 0,2 0-444 0 0,0 1-1 0 0,0 0 1 0 0,0 0 0 0 0,0 0-1 0 0,0 0 1 0 0,0 0-1 0 0,1 0 1 0 0,0 0 0 0 0,-1 1-1 0 0,1-1 1 0 0,0 0-1 0 0,0 1 1 0 0,0-1 0 0 0,1 1-1 0 0,-1 0 1 0 0,1 0-1 0 0,4-3 1 0 0,9-5-5232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22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92 296 0 0,'13'-13'3830'0'0,"28"-25"5685"0"0,-41 38-9480 0 0,1 0-1 0 0,-1 0 0 0 0,1 0 1 0 0,0 0-1 0 0,-1 0 1 0 0,1 0-1 0 0,-1 0 0 0 0,1 1 1 0 0,-1-1-1 0 0,1 0 1 0 0,0 0-1 0 0,-1 1 0 0 0,1-1 1 0 0,-1 0-1 0 0,1 1 1 0 0,-1-1-1 0 0,1 0 0 0 0,-1 1 1 0 0,0-1-1 0 0,1 1 1 0 0,0 0-1 0 0,-5 43 200 0 0,-1 0-1 0 0,-2 0 1 0 0,-2-1-1 0 0,-16 46 1 0 0,9-30-149 0 0,11-41 25 0 0,-1 0 1 0 0,-11 22 0 0 0,16-38-41 0 0,0-4-48 0 0,0-1-16 0 0,0 0-1 0 0,1-1 0 0 0,-1 1 1 0 0,1 0-1 0 0,0 0 0 0 0,0 0 1 0 0,0 0-1 0 0,0 0 0 0 0,1 0 1 0 0,-1 0-1 0 0,1 0 0 0 0,1-5 0 0 0,16-46 26 0 0,-10 33-41 0 0,0-2-4 0 0,0 1 0 0 0,2 0 0 0 0,21-35 0 0 0,-27 50 12 0 0,0 1 0 0 0,1-1-1 0 0,-1 1 1 0 0,1 0-1 0 0,1 1 1 0 0,-1-1-1 0 0,1 1 1 0 0,0 0 0 0 0,0 1-1 0 0,1-1 1 0 0,-1 1-1 0 0,1 1 1 0 0,0-1 0 0 0,0 1-1 0 0,8-3 1 0 0,-12 6 3 0 0,1 0 1 0 0,-1-1-1 0 0,0 1 1 0 0,0 0-1 0 0,0 1 0 0 0,0-1 1 0 0,0 0-1 0 0,0 1 1 0 0,0 0-1 0 0,0 0 1 0 0,0 0-1 0 0,0 0 0 0 0,0 0 1 0 0,-1 0-1 0 0,1 1 1 0 0,0-1-1 0 0,4 4 1 0 0,1 2 14 0 0,-1-1-1 0 0,1 1 1 0 0,11 14 0 0 0,-12-12-12 0 0,-2-1-1 0 0,1 1 1 0 0,-1 1-1 0 0,0-1 1 0 0,-1 0 0 0 0,0 1-1 0 0,-1 0 1 0 0,0 0-1 0 0,3 16 1 0 0,-3-10 19 0 0,-1 1 0 0 0,-1-1-1 0 0,-1 1 1 0 0,0-1 0 0 0,-4 23 0 0 0,4-37-14 0 0,0 0 0 0 0,0 0 0 0 0,0 0 0 0 0,-1 0 0 0 0,1 0 0 0 0,-1 0 0 0 0,0 0 0 0 0,0 0 1 0 0,1 0-1 0 0,-1 0 0 0 0,-1 0 0 0 0,1 0 0 0 0,0 0 0 0 0,0 0 0 0 0,-1-1 0 0 0,1 1 0 0 0,-3 2 0 0 0,3-4 7 0 0,0 0-16 0 0,0 0 1 0 0,1-1 0 0 0,-1 1 0 0 0,0-1 0 0 0,1 1 0 0 0,-1-1 0 0 0,1 0 0 0 0,-1 1-1 0 0,1-1 1 0 0,-1 1 0 0 0,1-1 0 0 0,0 0 0 0 0,-1 1 0 0 0,1-1 0 0 0,0 0 0 0 0,-1 0-1 0 0,1 1 1 0 0,0-1 0 0 0,0 0 0 0 0,0 0 0 0 0,0 1 0 0 0,0-3 0 0 0,-3-17 21 0 0,2-4-24 0 0,2 1 1 0 0,0 0 0 0 0,2-1 0 0 0,0 1 0 0 0,2 0 0 0 0,9-28 0 0 0,-9 34-10 0 0,1 1 0 0 0,1 0 0 0 0,0 1 0 0 0,1 0 0 0 0,1 0 0 0 0,0 0 0 0 0,1 1 0 0 0,1 1 0 0 0,15-16 0 0 0,-20 23 8 0 0,0 1 0 0 0,1 0-1 0 0,0 0 1 0 0,0 1 0 0 0,1 0-1 0 0,-1 0 1 0 0,1 0 0 0 0,-1 1-1 0 0,1 1 1 0 0,0-1-1 0 0,0 1 1 0 0,1 0 0 0 0,-1 1-1 0 0,0 0 1 0 0,0 0 0 0 0,12 1-1 0 0,-15 1 13 0 0,-1-1 0 0 0,1 1 0 0 0,0 0-1 0 0,-1 0 1 0 0,1 0 0 0 0,-1 1 0 0 0,1-1-1 0 0,-1 1 1 0 0,0 0 0 0 0,1 1 0 0 0,-1-1-1 0 0,0 1 1 0 0,-1-1 0 0 0,1 1 0 0 0,0 0-1 0 0,-1 1 1 0 0,0-1 0 0 0,1 1-1 0 0,-1-1 1 0 0,-1 1 0 0 0,1 0 0 0 0,-1 0-1 0 0,1 0 1 0 0,-1 1 0 0 0,0-1 0 0 0,0 0-1 0 0,-1 1 1 0 0,0-1 0 0 0,2 10 0 0 0,-1-3 22 0 0,-1 0 1 0 0,0 0 0 0 0,-1 0 0 0 0,0 0 0 0 0,0 0-1 0 0,-4 15 1 0 0,-18 63 119 0 0,0-2-1082 0 0,22-87 763 0 0,-1 1 0 0 0,1-1 0 0 0,0 1-1 0 0,0-1 1 0 0,0 1 0 0 0,0-1 0 0 0,0 1 0 0 0,0-1-1 0 0,-1 1 1 0 0,1 0 0 0 0,0-1 0 0 0,1 1 0 0 0,-1-1-1 0 0,0 1 1 0 0,0-1 0 0 0,0 1 0 0 0,0-1-1 0 0,0 1 1 0 0,0-1 0 0 0,1 1 0 0 0,-1-1 0 0 0,0 0-1 0 0,0 1 1 0 0,1-1 0 0 0,-1 1 0 0 0,0-1 0 0 0,1 1-1 0 0,0 0-503 0 0,0-1 503 0 0,-1 1 1 0 0,0-1 0 0 0,1 0 0 0 0,-1 0 0 0 0,1 1-1 0 0,-1-1 1 0 0,1 0 0 0 0,-1 0 0 0 0,1 0 0 0 0,-1 0-1 0 0,1 0 1 0 0,-1 0 0 0 0,1 0 0 0 0,-1 0 0 0 0,1 0-1 0 0,-1 0 1 0 0,1 0 0 0 0,0 0 0 0 0,-1 0 0 0 0,1 0-1 0 0,-1 0 1 0 0,1 0 0 0 0,-1 0 0 0 0,1-1 0 0 0,13-5-3925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23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248 563 2848 0 0,'2'-2'542'0'0,"0"-1"1"0"0,0 1-1 0 0,0-1 0 0 0,0 1 0 0 0,0-1 0 0 0,-1 0 0 0 0,1 0 0 0 0,-1 0 1 0 0,0 1-1 0 0,1-1 0 0 0,-2-1 0 0 0,1 1 0 0 0,0 0 0 0 0,-1 0 1 0 0,1 0-1 0 0,-1 0 0 0 0,0 0 0 0 0,0-1 0 0 0,-1-5 0 0 0,1 9-482 0 0,0-1 0 0 0,-1 1-1 0 0,1-1 1 0 0,-1 0 0 0 0,1 1 0 0 0,-1-1-1 0 0,1 1 1 0 0,-1-1 0 0 0,1 1 0 0 0,-1 0-1 0 0,1-1 1 0 0,-1 1 0 0 0,0-1 0 0 0,1 1-1 0 0,-1 0 1 0 0,0 0 0 0 0,1-1-1 0 0,-1 1 1 0 0,0 0 0 0 0,1 0 0 0 0,-1 0-1 0 0,0 0 1 0 0,1 0 0 0 0,-1 0 0 0 0,0 0-1 0 0,0 0 1 0 0,1 0 0 0 0,-1 0 0 0 0,0 0-1 0 0,1 0 1 0 0,-1 0 0 0 0,-1 1 0 0 0,-22 8 495 0 0,7 2-398 0 0,1 1 0 0 0,1 1 1 0 0,0 0-1 0 0,0 0 0 0 0,2 2 0 0 0,-1 0 0 0 0,-11 18 1 0 0,10-11-118 0 0,1-1 1 0 0,2 2 0 0 0,0 0 0 0 0,1 0 0 0 0,-8 27 0 0 0,17-42-29 0 0,-1 0-1 0 0,2 0 1 0 0,-1 0 0 0 0,1 0-1 0 0,0 1 1 0 0,0-1 0 0 0,2 11-1 0 0,-1-17-8 0 0,0 0-1 0 0,0 0 1 0 0,1 0-1 0 0,-1-1 1 0 0,1 1-1 0 0,-1 0 1 0 0,1 0-1 0 0,0 0 0 0 0,0 0 1 0 0,0-1-1 0 0,0 1 1 0 0,0 0-1 0 0,0-1 1 0 0,0 1-1 0 0,1-1 1 0 0,-1 1-1 0 0,1-1 1 0 0,-1 1-1 0 0,1-1 1 0 0,-1 0-1 0 0,1 0 1 0 0,0 0-1 0 0,-1 0 1 0 0,1 0-1 0 0,0 0 1 0 0,0 0-1 0 0,0-1 1 0 0,0 1-1 0 0,0-1 0 0 0,0 1 1 0 0,0-1-1 0 0,-1 0 1 0 0,1 0-1 0 0,0 0 1 0 0,0 0-1 0 0,0 0 1 0 0,4-1-1 0 0,2 1-4 0 0,0-1-1 0 0,-1-1 1 0 0,1 1 0 0 0,0-1-1 0 0,0-1 1 0 0,-1 1-1 0 0,1-1 1 0 0,-1 0-1 0 0,0-1 1 0 0,0 0-1 0 0,8-6 1 0 0,-5 2-21 0 0,0 0-1 0 0,-1-1 1 0 0,0 0 0 0 0,0-1-1 0 0,-1 0 1 0 0,10-15 0 0 0,3-12-62 0 0,-2-2 0 0 0,-1 0 1 0 0,16-51-1 0 0,-26 67 72 0 0,-3 8-11 0 0,-9 25 24 0 0,-9 27 79 0 0,3 7 70 0 0,2 0 0 0 0,-4 58-1 0 0,12-82-122 0 0,-1-1-1 0 0,2 0 0 0 0,1 0 0 0 0,0 1 0 0 0,2-1 1 0 0,0-1-1 0 0,13 36 0 0 0,-15-49-14 0 0,0 0 0 0 0,0 0 0 0 0,1 0 0 0 0,0 0 0 0 0,0-1 0 0 0,0 1 0 0 0,0-1 0 0 0,1 0 0 0 0,0 0 0 0 0,0-1 0 0 0,0 1 0 0 0,0-1 0 0 0,0 1 0 0 0,1-1 0 0 0,0-1 0 0 0,-1 1 0 0 0,1-1 0 0 0,8 4 0 0 0,-6-5-2 0 0,0 1 0 0 0,0-1 1 0 0,0 0-1 0 0,0-1 0 0 0,0 1 0 0 0,0-1 0 0 0,0-1 1 0 0,0 1-1 0 0,0-1 0 0 0,0 0 0 0 0,0-1 1 0 0,0 0-1 0 0,12-5 0 0 0,0-2 0 0 0,0-1 0 0 0,0-1 0 0 0,-1 0 0 0 0,-1-2 1 0 0,0 0-1 0 0,-1 0 0 0 0,0-2 0 0 0,-1 0 0 0 0,21-28 0 0 0,-6 1-23 0 0,-1-1-1 0 0,42-84 0 0 0,-40 60-3 0 0,-3-2 0 0 0,-3-1 0 0 0,-3-1-1 0 0,-3-1 1 0 0,15-117 0 0 0,-31 170 18 0 0,-1 0 1 0 0,0 0-1 0 0,-2 0 0 0 0,0 0 1 0 0,-4-21-1 0 0,4 40 0 0 0,0 0 0 0 0,0 0 1 0 0,0-1-1 0 0,0 1 0 0 0,-1 0 0 0 0,1 0 0 0 0,0-1 1 0 0,0 1-1 0 0,-1 0 0 0 0,1 0 0 0 0,0 0 0 0 0,0-1 0 0 0,-1 1 1 0 0,1 0-1 0 0,0 0 0 0 0,-1 0 0 0 0,1 0 0 0 0,0 0 1 0 0,-1 0-1 0 0,1 0 0 0 0,0 0 0 0 0,-1 0 0 0 0,1 0 1 0 0,0 0-1 0 0,-1 0 0 0 0,1 0 0 0 0,0 0 0 0 0,0 0 1 0 0,-1 0-1 0 0,1 0 0 0 0,0 0 0 0 0,-1 0 0 0 0,1 0 0 0 0,0 0 1 0 0,-1 1-1 0 0,1-1 0 0 0,0 0 0 0 0,-1 0 0 0 0,-11 7 4 0 0,4 2-3 0 0,0 0 0 0 0,0 0 0 0 0,1 1 0 0 0,0 0 0 0 0,1 0 0 0 0,-7 15 0 0 0,-26 70 8 0 0,33-77-5 0 0,-13 33 30 0 0,4 1 0 0 0,1 1 1 0 0,-9 73-1 0 0,19-94-20 0 0,2 0 0 0 0,1 1 0 0 0,1-1 0 0 0,2 0 0 0 0,1 1 0 0 0,15 61 0 0 0,-15-86-5 0 0,-1 0-1 0 0,1 0 1 0 0,0 0 0 0 0,1 0-1 0 0,0-1 1 0 0,0 1 0 0 0,1-1-1 0 0,-1 0 1 0 0,2 0 0 0 0,-1-1-1 0 0,1 1 1 0 0,0-1 0 0 0,0 0-1 0 0,13 8 1 0 0,-12-10-1 0 0,0 0-1 0 0,0 0 1 0 0,1-1-1 0 0,-1 0 1 0 0,1-1 0 0 0,0 0-1 0 0,0 0 1 0 0,0 0 0 0 0,0-1-1 0 0,0 0 1 0 0,0-1 0 0 0,0 0-1 0 0,0 0 1 0 0,0-1-1 0 0,12-2 1 0 0,-1-1-2 0 0,0 0 0 0 0,0-2 0 0 0,-1 0 0 0 0,1-1 0 0 0,-1-1 0 0 0,-1 0 0 0 0,0-2-1 0 0,0 0 1 0 0,16-13 0 0 0,-12 6-2 0 0,-1-1 0 0 0,-1-1 0 0 0,-1 0-1 0 0,-1-1 1 0 0,0-1 0 0 0,13-24 0 0 0,-4 0-12 0 0,-2-1 1 0 0,-2-2-1 0 0,-2 0 0 0 0,-2-1 1 0 0,-3-1-1 0 0,12-66 1 0 0,-25 110 6 0 0,3-18 0 0 0,0-1 0 0 0,-1 0 0 0 0,-1 0-1 0 0,-2 0 1 0 0,0 0 0 0 0,-4-26 0 0 0,3 48 1 0 0,0 1 0 0 0,-1 0-1 0 0,1-1 1 0 0,-1 1 0 0 0,1 0 0 0 0,-1 0-1 0 0,0-1 1 0 0,0 1 0 0 0,0 0 0 0 0,0 0 0 0 0,0 0-1 0 0,0 0 1 0 0,-1 0 0 0 0,1 0 0 0 0,-1 1-1 0 0,0-1 1 0 0,1 0 0 0 0,-1 1 0 0 0,0-1 0 0 0,0 1-1 0 0,0-1 1 0 0,0 1 0 0 0,0 0 0 0 0,-2-1-1 0 0,1 1 1 0 0,0 1 0 0 0,0 0 0 0 0,0-1 0 0 0,0 1-1 0 0,0 0 1 0 0,0 1 0 0 0,0-1 0 0 0,0 0 0 0 0,0 1-1 0 0,0 0 1 0 0,0 0 0 0 0,0 0 0 0 0,0 0 0 0 0,0 0-1 0 0,1 0 1 0 0,-1 1 0 0 0,0-1 0 0 0,-4 4 0 0 0,-8 7 26 0 0,0 1 1 0 0,1 0 0 0 0,0 1-1 0 0,1 1 1 0 0,1 0-1 0 0,0 1 1 0 0,-17 30 0 0 0,7-6 55 0 0,2 1 1 0 0,-18 55-1 0 0,28-67-31 0 0,1 0 0 0 0,1 1-1 0 0,2 0 1 0 0,1 0-1 0 0,0 31 1 0 0,4-46-43 0 0,1 1 0 0 0,1-1-1 0 0,0 0 1 0 0,1 0 0 0 0,1 0 0 0 0,0-1 0 0 0,1 1 0 0 0,1-1 0 0 0,0 1 0 0 0,1-1 0 0 0,0-1 0 0 0,10 15-1 0 0,-12-21-128 0 0,1-1-1 0 0,0 0 0 0 0,1 0 0 0 0,-1-1 0 0 0,1 0 0 0 0,0 0 0 0 0,0 0 0 0 0,1 0 0 0 0,-1-1 0 0 0,1 0 0 0 0,0-1 0 0 0,9 4 0 0 0,-2-2-1306 0 0,0-1-1 0 0,0 0 1 0 0,1-1 0 0 0,-1-1-1 0 0,24 1 1 0 0,0-2-5757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2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72 1864 0 0,'-20'-68'11034'0'0,"19"66"-10404"0"0,1 2-606 0 0,0 0 0 0 0,0 0 0 0 0,0 0 0 0 0,0 0 0 0 0,0 0 0 0 0,0 0 0 0 0,0 0 0 0 0,-1 0 0 0 0,1 0 0 0 0,0 0 0 0 0,0 0 0 0 0,0 0 0 0 0,0-1 264 0 0,-1 1-264 0 0,1 0 0 0 0,0 0 0 0 0,0 0 0 0 0,0 0 0 0 0,0 0 0 0 0,0 0 0 0 0,0 0 0 0 0,0 0 0 0 0,0 0 0 0 0,0 0 0 0 0,0 0 0 0 0,0-1 0 0 0,-4 14 393 0 0,-4 19 104 0 0,-53 444 3296 0 0,42 3-2852 0 0,13-269-562 0 0,-14 18-195 0 0,14-187-164 0 0,-3-1-1 0 0,-1 0 1 0 0,-24 59-1 0 0,31-92-55 0 0,0-1 0 0 0,-1 1 0 0 0,1-1 0 0 0,-1 0 0 0 0,0 0-1 0 0,-7 7 1 0 0,10-12-51 0 0,1 0 0 0 0,-1 0 0 0 0,0 0 0 0 0,0 0 0 0 0,0 0 0 0 0,0 0-1 0 0,0-1 1 0 0,0 1 0 0 0,0 0 0 0 0,-1-1 0 0 0,1 1 0 0 0,0-1 0 0 0,0 1 0 0 0,-1-1-1 0 0,1 1 1 0 0,0-1 0 0 0,0 0 0 0 0,-1 0 0 0 0,1 1 0 0 0,0-1 0 0 0,-1 0 0 0 0,1 0-1 0 0,0 0 1 0 0,-1-1 0 0 0,1 1 0 0 0,0 0 0 0 0,0 0 0 0 0,-1-1 0 0 0,1 1 0 0 0,0-1-1 0 0,0 1 1 0 0,-1-1 0 0 0,1 1 0 0 0,0-1 0 0 0,0 0 0 0 0,0 0 0 0 0,0 1 0 0 0,0-1-1 0 0,0 0 1 0 0,0 0 0 0 0,-1-2 0 0 0,-3-4-573 0 0,0 0-1 0 0,0 0 1 0 0,1 0 0 0 0,0-1-1 0 0,0 0 1 0 0,1 0 0 0 0,-4-11-1 0 0,-12-59-5404 0 0,10 33 1368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0 192 704 0 0,'11'-24'1550'0'0,"1"2"-1"0"0,1-1 0 0 0,1 2 1 0 0,1 0-1 0 0,33-36 1 0 0,-46 54-1470 0 0,1 1 1 0 0,-1 0-1 0 0,1 0 1 0 0,0 0-1 0 0,-1 0 1 0 0,1 1-1 0 0,0-1 1 0 0,0 1-1 0 0,0 0 1 0 0,1-1-1 0 0,-1 1 1 0 0,0 1-1 0 0,0-1 0 0 0,0 0 1 0 0,1 1-1 0 0,-1 0 1 0 0,0 0-1 0 0,1 0 1 0 0,-1 0-1 0 0,0 0 1 0 0,1 1-1 0 0,-1-1 1 0 0,0 1-1 0 0,0 0 1 0 0,1 0-1 0 0,-1 0 0 0 0,0 1 1 0 0,0-1-1 0 0,0 1 1 0 0,3 2-1 0 0,1 0-3 0 0,-1 1-1 0 0,0 0 1 0 0,-1 0-1 0 0,1 1 1 0 0,-1-1-1 0 0,0 1 1 0 0,-1 0-1 0 0,1 1 1 0 0,-1-1-1 0 0,0 1 1 0 0,-1 0-1 0 0,4 10 1 0 0,-1-1 170 0 0,0 1 0 0 0,-1 0 0 0 0,-1 1 1 0 0,-1-1-1 0 0,-1 1 0 0 0,1 32 0 0 0,-3-41-151 0 0,-1-1-1 0 0,0 0 1 0 0,0 0-1 0 0,-1 0 1 0 0,0-1 0 0 0,-1 1-1 0 0,1 0 1 0 0,-1-1-1 0 0,-1 1 1 0 0,1-1-1 0 0,-1 0 1 0 0,-1 0-1 0 0,1 0 1 0 0,-1-1 0 0 0,0 0-1 0 0,-1 0 1 0 0,-8 7-1 0 0,9-8-46 0 0,-1-1 0 0 0,0 0 0 0 0,0-1 0 0 0,-1 1 0 0 0,1-1-1 0 0,-1-1 1 0 0,1 1 0 0 0,-1-1 0 0 0,0 0 0 0 0,0 0 0 0 0,0-1 0 0 0,0 0-1 0 0,0-1 1 0 0,-8 1 0 0 0,11-1-157 0 0,0 0 1 0 0,0 0-1 0 0,0-1 0 0 0,0 0 0 0 0,0 1 0 0 0,0-1 1 0 0,0-1-1 0 0,0 1 0 0 0,1 0 0 0 0,-1-1 0 0 0,0 0 1 0 0,1 0-1 0 0,-1 0 0 0 0,1 0 0 0 0,0 0 0 0 0,0-1 1 0 0,0 0-1 0 0,0 1 0 0 0,0-1 0 0 0,0 0 0 0 0,1-1 1 0 0,-1 1-1 0 0,1 0 0 0 0,0-1 0 0 0,0 1 0 0 0,-2-8 1 0 0,3 9-394 0 0,1-1 1 0 0,-1 1-1 0 0,1 0 1 0 0,0-1-1 0 0,0 1 1 0 0,0-1-1 0 0,0 1 1 0 0,1-1-1 0 0,-1 1 1 0 0,1-1-1 0 0,-1 1 1 0 0,1-1-1 0 0,0 1 1 0 0,2-5-1 0 0,3-5-4350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3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89 888 0 0,'38'-19'11354'0'0,"-38"21"-11212"0"0,0 0 1 0 0,0-1 0 0 0,0 1-1 0 0,0-1 1 0 0,0 1 0 0 0,0 0-1 0 0,0-1 1 0 0,0 1 0 0 0,-1-1-1 0 0,1 1 1 0 0,0 0-1 0 0,-2 2 1 0 0,1-2-75 0 0,-10 23 369 0 0,1 0 1 0 0,1 1-1 0 0,1 0 1 0 0,1 1-1 0 0,-4 34 1 0 0,10-51-399 0 0,1-1 1 0 0,0 0-1 0 0,0 0 1 0 0,1 1-1 0 0,1-1 0 0 0,-1 0 1 0 0,1 0-1 0 0,5 12 1 0 0,-5-14 36 0 0,1-1 0 0 0,0 0 0 0 0,1-1 0 0 0,-1 1 0 0 0,1-1 1 0 0,0 1-1 0 0,1-1 0 0 0,-1 0 0 0 0,1-1 0 0 0,0 1 0 0 0,0-1 1 0 0,12 7-1 0 0,-12-8-26 0 0,0 0 1 0 0,0-1-1 0 0,0 0 1 0 0,0 0-1 0 0,0 0 1 0 0,1-1-1 0 0,-1 0 1 0 0,1 0-1 0 0,-1 0 1 0 0,1-1-1 0 0,0 1 1 0 0,-1-2-1 0 0,1 1 1 0 0,-1 0-1 0 0,1-1 1 0 0,0 0-1 0 0,-1 0 1 0 0,0-1-1 0 0,1 0 1 0 0,-1 0-1 0 0,0 0 1 0 0,0 0-1 0 0,5-4 1 0 0,-1 1-29 0 0,-1 0 0 0 0,0 0 1 0 0,-1-1-1 0 0,1-1 0 0 0,-1 1 0 0 0,-1-1 1 0 0,1 0-1 0 0,-1-1 0 0 0,0 1 0 0 0,0-1 1 0 0,-1-1-1 0 0,6-13 0 0 0,-6 9-19 0 0,-1 0-1 0 0,0 0 1 0 0,-1-1 0 0 0,-1 1-1 0 0,0-1 1 0 0,0 0-1 0 0,-2 0 1 0 0,0 0 0 0 0,0 0-1 0 0,-1 1 1 0 0,-1-1-1 0 0,0 0 1 0 0,-1 1-1 0 0,-9-25 1 0 0,9 29-3 0 0,-1 1 0 0 0,0 0-1 0 0,0 0 1 0 0,-1 0 0 0 0,0 1-1 0 0,0-1 1 0 0,-1 1 0 0 0,0 0 0 0 0,0 1-1 0 0,-10-9 1 0 0,10 11 0 0 0,0 0-1 0 0,0 0 1 0 0,-1 1 0 0 0,1-1-1 0 0,-1 2 1 0 0,1-1 0 0 0,-1 1 0 0 0,0 0-1 0 0,0 0 1 0 0,0 1 0 0 0,0-1-1 0 0,0 2 1 0 0,0-1 0 0 0,-11 1-1 0 0,8 1-144 0 0,0 0 0 0 0,0 1 0 0 0,0 0 0 0 0,1 1 0 0 0,-1 0 0 0 0,1 0 0 0 0,-1 1 0 0 0,-10 6 0 0 0,16-8-172 0 0,0 0 0 0 0,1 0 0 0 0,-1 0 0 0 0,1 0 1 0 0,0 1-1 0 0,0 0 0 0 0,0-1 0 0 0,0 1 0 0 0,0 0 1 0 0,0 1-1 0 0,1-1 0 0 0,-1 0 0 0 0,1 1 1 0 0,0-1-1 0 0,0 1 0 0 0,0 0 0 0 0,1 0 0 0 0,0 0 1 0 0,-1 0-1 0 0,1 0 0 0 0,0 0 0 0 0,0 6 0 0 0,3 2-3256 0 0,2 0-1524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90 1500 0 0,'8'-5'1518'0'0,"0"-1"1"0"0,-1-1-1 0 0,1 1 0 0 0,-2-1 0 0 0,1-1 1 0 0,-1 1-1 0 0,0-1 0 0 0,0 0 1 0 0,9-19 626 0 0,-30 34-1733 0 0,7-1-349 0 0,1 0 0 0 0,0 1 0 0 0,0 0 0 0 0,0 0 0 0 0,1 0-1 0 0,0 1 1 0 0,1 0 0 0 0,0 0 0 0 0,0 1 0 0 0,-6 14 0 0 0,8-16-52 0 0,0 0 1 0 0,1 1 0 0 0,-1-1-1 0 0,2 1 1 0 0,-1-1 0 0 0,1 1-1 0 0,0-1 1 0 0,0 1 0 0 0,1 0-1 0 0,0-1 1 0 0,1 1-1 0 0,1 12 1 0 0,4 1 4 0 0,0 0 1 0 0,1 0-1 0 0,10 21 1 0 0,-9-24-10 0 0,-8-17-20 0 0,3 5 90 0 0,0 0-1 0 0,-1 1 1 0 0,0-1 0 0 0,0 0-1 0 0,1 12 1 0 0,-3-16-31 0 0,0 0-1 0 0,0 0 1 0 0,0-1 0 0 0,-1 1 0 0 0,1 0-1 0 0,0 0 1 0 0,-1 0 0 0 0,1 0 0 0 0,-1-1-1 0 0,0 1 1 0 0,0 0 0 0 0,0-1 0 0 0,0 1-1 0 0,0 0 1 0 0,0-1 0 0 0,0 1 0 0 0,0-1-1 0 0,0 0 1 0 0,-1 1 0 0 0,1-1 0 0 0,-1 0-1 0 0,1 0 1 0 0,-1 0 0 0 0,-1 1 0 0 0,-5 3 59 0 0,-1-1 0 0 0,0 0 0 0 0,0 0 0 0 0,0-1 0 0 0,0 0 0 0 0,0-1 0 0 0,-1 0 0 0 0,1-1 0 0 0,-17 2 1 0 0,4-3-41 0 0,0-1 1 0 0,-43-6 0 0 0,63 7-146 0 0,1 0 0 0 0,0 0 0 0 0,0-1-1 0 0,0 1 1 0 0,-1 0 0 0 0,1 0 0 0 0,0-1-1 0 0,0 1 1 0 0,0-1 0 0 0,0 1 0 0 0,-1-1 0 0 0,1 0-1 0 0,0 1 1 0 0,0-1 0 0 0,0 0 0 0 0,0 0-1 0 0,1 1 1 0 0,-1-1 0 0 0,0 0 0 0 0,0 0-1 0 0,-1-2 1 0 0,2 2-76 0 0,0 0-1 0 0,0 0 1 0 0,-1-1-1 0 0,1 1 1 0 0,0 0-1 0 0,0 0 1 0 0,1 0-1 0 0,-1 0 1 0 0,0 0-1 0 0,0 0 1 0 0,0-1-1 0 0,1 1 1 0 0,-1 0-1 0 0,1 0 1 0 0,-1 0-1 0 0,1 0 1 0 0,-1 0-1 0 0,2-1 1 0 0,3-5-1108 0 0,0 1 0 0 0,0 0 1 0 0,1 0-1 0 0,10-9 0 0 0,2 2-2157 0 0,2-2-1174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4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1752 0 0,'12'-10'4106'0'0,"0"1"1"0"0,9-12-1 0 0,-18 18-3115 0 0,-1 2-618 0 0,6-3 887 0 0,-8 4-1233 0 0,0 0-1 0 0,0 0 1 0 0,1 0 0 0 0,-1 0 0 0 0,0 0 0 0 0,0 0-1 0 0,0 1 1 0 0,1-1 0 0 0,-1 0 0 0 0,0 0 0 0 0,0 0-1 0 0,0 0 1 0 0,0 0 0 0 0,1 1 0 0 0,-1-1 0 0 0,0 0-1 0 0,0 0 1 0 0,0 0 0 0 0,0 1 0 0 0,0-1 0 0 0,0 0-1 0 0,0 0 1 0 0,0 0 0 0 0,0 1 0 0 0,1-1-1 0 0,-1 0 1 0 0,0 0 0 0 0,0 1 0 0 0,0-1 0 0 0,0 0-1 0 0,0 0 1 0 0,0 0 0 0 0,0 1 0 0 0,-1-1 0 0 0,1 0-1 0 0,0 0 1 0 0,0 0 0 0 0,0 1 0 0 0,0-1 0 0 0,0 0-1 0 0,0 0 1 0 0,0 0 0 0 0,0 1 0 0 0,0-1 0 0 0,-1 0-1 0 0,1 0 1 0 0,0 1 0 0 0,-4 13 319 0 0,-5 20 80 0 0,2 0-1 0 0,-4 42 1 0 0,11-67-413 0 0,-1-1-1 0 0,1 1 1 0 0,0 0-1 0 0,1 0 1 0 0,0-1-1 0 0,0 1 1 0 0,1 0-1 0 0,0-1 0 0 0,0 0 1 0 0,1 1-1 0 0,1-1 1 0 0,-1 0-1 0 0,1 0 1 0 0,7 10-1 0 0,-9-15-159 0 0,0-1 0 0 0,0 1-1 0 0,1-1 1 0 0,-1 0 0 0 0,1 0-1 0 0,-1 0 1 0 0,1 0 0 0 0,-1-1-1 0 0,1 1 1 0 0,0-1 0 0 0,0 1-1 0 0,0-1 1 0 0,0 0 0 0 0,0 0 0 0 0,0 0-1 0 0,0-1 1 0 0,0 1 0 0 0,1-1-1 0 0,-1 1 1 0 0,0-1 0 0 0,6-1-1 0 0,-5 1-608 0 0,0-1-1 0 0,1 0 1 0 0,-1 0-1 0 0,0 0 0 0 0,0-1 1 0 0,0 1-1 0 0,-1-1 0 0 0,1 0 1 0 0,0 0-1 0 0,4-4 0 0 0,6-5-5066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119 195 828 0 0,'-19'-43'4139'0'0,"-2"1"-1"0"0,-27-42 1 0 0,37 67-3554 0 0,11 17-578 0 0,0-1 1 0 0,0 1-1 0 0,-1-1 0 0 0,1 1 0 0 0,0-1 0 0 0,-1 1 1 0 0,1-1-1 0 0,0 1 0 0 0,-1-1 0 0 0,1 1 0 0 0,0 0 1 0 0,-1-1-1 0 0,1 1 0 0 0,-1 0 0 0 0,1-1 0 0 0,-1 1 0 0 0,1 0 1 0 0,-1-1-1 0 0,1 1 0 0 0,-1 0 0 0 0,1 0 0 0 0,-1 0 1 0 0,0 0-1 0 0,1 0 0 0 0,-1-1 0 0 0,1 1 0 0 0,-1 0 1 0 0,1 0-1 0 0,-1 0 0 0 0,1 1 0 0 0,-1-1 0 0 0,-1 0 1 0 0,2 0-102 0 0,0 1 1 0 0,-1-1 0 0 0,1 0-1 0 0,0 1 1 0 0,0-1 0 0 0,-1 1 0 0 0,1-1-1 0 0,0 1 1 0 0,0-1 0 0 0,0 1-1 0 0,-1-1 1 0 0,1 0 0 0 0,0 1 0 0 0,0-1-1 0 0,0 1 1 0 0,0-1 0 0 0,0 1-1 0 0,0-1 1 0 0,0 1 0 0 0,0-1 0 0 0,0 1-1 0 0,0-1 1 0 0,0 1 0 0 0,0-1-1 0 0,1 1 1 0 0,-1-1 0 0 0,0 1 0 0 0,0-1-1 0 0,0 1 1 0 0,1-1 0 0 0,-1 1-1 0 0,0-1 1 0 0,0 0 0 0 0,1 1-1 0 0,-1-1 1 0 0,1 0 0 0 0,-1 1 0 0 0,7 9-3268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4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1808 0 0,'8'-16'6260'0'0,"-6"10"-4429"0"0,1 0 1 0 0,-1 0 0 0 0,1 0 0 0 0,1 1 0 0 0,5-8 656 0 0,-7 5-577 0 0,3 14-918 0 0,3 13 116 0 0,-3 22 258 0 0,-2 0 1 0 0,-3 52-1 0 0,-13 83-499 0 0,3-63-551 0 0,4-48-297 0 0,1-17-814 0 0,3 0 1 0 0,3 67-1 0 0,0-108-118 0 0,1-1 0 0 0,-1 0 0 0 0,1-1 0 0 0,0 1 0 0 0,5 10 0 0 0,4-10-2831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4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80 0 0,'6'-8'2847'0'0,"-1"1"0"0"0,0-1 0 0 0,-1 0 0 0 0,6-14 0 0 0,-7 13-80 0 0,2 0 0 0 0,-1 0 0 0 0,8-9 1802 0 0,-9 29-3004 0 0,-9 54-735 0 0,-4 95-230 0 0,10-133-2141 0 0,8 53-1 0 0,-7-74 1013 0 0,1 0 0 0 0,0 0 0 0 0,0 0 0 0 0,0 0 0 0 0,1-1-1 0 0,4 9 1 0 0,-5-11-33 0 0,0 0 0 0 0,0 0 0 0 0,0-1 0 0 0,0 1 0 0 0,0-1 0 0 0,1 1 0 0 0,-1-1 0 0 0,1 0 0 0 0,-1 0 0 0 0,1 0 0 0 0,0 0 0 0 0,0-1 0 0 0,3 2 0 0 0,11-1-5142 0 0,-13-2 4352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5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0 224 1336 0 0,'8'-44'5954'0'0,"8"-34"5861"0"0,0 89-10104 0 0,-4 11-1037 0 0,-1 0 0 0 0,-1 1 0 0 0,12 41 0 0 0,-2-7-213 0 0,-12-34-289 0 0,-4-10-57 0 0,1 0 0 0 0,1 0 0 0 0,0 0 0 0 0,0 0 0 0 0,13 16 0 0 0,-19-28-112 0 0,1-1 1 0 0,-1 1-1 0 0,1-1 0 0 0,0 1 1 0 0,-1-1-1 0 0,1 1 0 0 0,-1-1 1 0 0,1 0-1 0 0,0 1 0 0 0,-1-1 1 0 0,1 0-1 0 0,0 1 0 0 0,0-1 0 0 0,-1 0 1 0 0,1 0-1 0 0,0 0 0 0 0,0 1 1 0 0,-1-1-1 0 0,1 0 0 0 0,0 0 1 0 0,0 0-1 0 0,-1 0 0 0 0,1 0 1 0 0,0-1-1 0 0,0 1 0 0 0,-1 0 1 0 0,1 0-1 0 0,0 0 0 0 0,0-1 1 0 0,-1 1-1 0 0,1 0 0 0 0,0-1 1 0 0,-1 1-1 0 0,1-1 0 0 0,-1 1 1 0 0,1-1-1 0 0,0 1 0 0 0,-1-1 1 0 0,1 1-1 0 0,-1-1 0 0 0,1 1 1 0 0,-1-1-1 0 0,1 0 0 0 0,-1 1 1 0 0,0-1-1 0 0,1-1 0 0 0,20-36-85 0 0,-17 32 95 0 0,7-19 13 0 0,9-27-1 0 0,-14 35-46 0 0,1 0 0 0 0,0 0 0 0 0,1 1 0 0 0,17-26 0 0 0,-22 38 7 0 0,1 1-1 0 0,-1-1 0 0 0,1 1 1 0 0,0 0-1 0 0,0 0 1 0 0,0 0-1 0 0,0 1 0 0 0,0-1 1 0 0,1 1-1 0 0,-1 0 1 0 0,1 0-1 0 0,0 0 0 0 0,-1 1 1 0 0,1 0-1 0 0,0 0 1 0 0,0 0-1 0 0,0 0 0 0 0,9 1 1 0 0,9 0 8 0 0,0 2 1 0 0,44 7 0 0 0,-14 0 17 0 0,-35-8-11 0 0,0 0 0 0 0,0-1 0 0 0,0 0 0 0 0,0-2 0 0 0,-1 0 0 0 0,29-7 0 0 0,-41 7 1 0 0,1 0-1 0 0,0 0 0 0 0,-1 0 0 0 0,0-1 0 0 0,1 0 1 0 0,-1 0-1 0 0,0-1 0 0 0,-1 1 0 0 0,1-1 1 0 0,4-4-1 0 0,-6 4 6 0 0,0 1 0 0 0,-1-1 1 0 0,1 1-1 0 0,-1-1 0 0 0,0 0 0 0 0,0 0 1 0 0,-1 0-1 0 0,1 0 0 0 0,-1 0 1 0 0,0 0-1 0 0,0 0 0 0 0,0-1 0 0 0,0 1 1 0 0,-1 0-1 0 0,0-7 0 0 0,0 10-13 0 0,1-1 0 0 0,-1 0 0 0 0,0 0 0 0 0,-1 1 0 0 0,1-1 0 0 0,0 0 0 0 0,0 1 0 0 0,-1-1 1 0 0,1 0-1 0 0,-1 1 0 0 0,1-1 0 0 0,-1 0 0 0 0,0 1 0 0 0,0-1 0 0 0,0 1 0 0 0,1-1 0 0 0,-2 1 0 0 0,1 0 0 0 0,0-1 0 0 0,0 1 0 0 0,0 0 0 0 0,0 0 0 0 0,-1 0 0 0 0,1 0 0 0 0,-1 0 0 0 0,1 0 0 0 0,-1 0 0 0 0,1 0 0 0 0,-1 1 0 0 0,1-1 0 0 0,-1 0 0 0 0,0 1 0 0 0,1 0 0 0 0,-1-1 0 0 0,-3 1 0 0 0,1 0-16 0 0,-1 0-1 0 0,1 0 1 0 0,-1 0-1 0 0,1 1 1 0 0,-1 0 0 0 0,1 0-1 0 0,0 0 1 0 0,0 0-1 0 0,-1 1 1 0 0,1 0-1 0 0,0 0 1 0 0,-6 4 0 0 0,1 1 20 0 0,0 1 0 0 0,0 0 0 0 0,1 0 1 0 0,1 1-1 0 0,-1 0 0 0 0,1 1 0 0 0,1-1 1 0 0,0 1-1 0 0,0 1 0 0 0,1-1 0 0 0,0 1 1 0 0,1 0-1 0 0,0 0 0 0 0,1 0 0 0 0,0 0 1 0 0,1 1-1 0 0,0-1 0 0 0,1 1 0 0 0,0 0 1 0 0,1 16-1 0 0,1-25 11 0 0,-1 0 1 0 0,0 0-1 0 0,1 0 0 0 0,0 0 1 0 0,0-1-1 0 0,0 1 1 0 0,0 0-1 0 0,0-1 0 0 0,0 1 1 0 0,1 0-1 0 0,-1-1 0 0 0,1 0 1 0 0,0 1-1 0 0,0-1 1 0 0,-1 0-1 0 0,2 0 0 0 0,-1 0 1 0 0,0 0-1 0 0,3 2 0 0 0,-2-3 0 0 0,1 1 1 0 0,-1 0-1 0 0,1-1 0 0 0,0 0 0 0 0,0 0 0 0 0,0 0 0 0 0,-1 0 0 0 0,1 0 0 0 0,0-1 0 0 0,0 0 0 0 0,0 0 0 0 0,7-1 0 0 0,-3 0-325 0 0,-1 0-1 0 0,1 0 1 0 0,0-1-1 0 0,-1-1 1 0 0,1 1-1 0 0,-1-1 0 0 0,0 0 1 0 0,0-1-1 0 0,0 0 1 0 0,0 0-1 0 0,-1 0 1 0 0,0-1-1 0 0,10-9 1 0 0,6-16-3665 0 0,-13 7-1725 0 0,-3 1-2258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5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47 2616 0 0,'-106'-33'12998'0'0,"65"20"-10828"0"0,39 13-2171 0 0,-12 1-2112 0 0,-7 5-2479 0 0,9-2 1203 0 0,-1-1-1896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5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1 164 0 0,'-48'14'8453'0'0,"-57"8"2069"0"0,302-34-9166 0 0,-69 1-2997 0 0,5 4-6069 0 0,-65 1-1030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7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65 280 1260 0 0,'-46'-77'7524'0'0,"43"73"-7184"0"0,1 0-1 0 0,0 0 1 0 0,0 0 0 0 0,0 0-1 0 0,0 0 1 0 0,1 0-1 0 0,0 0 1 0 0,0-1 0 0 0,0 1-1 0 0,0-1 1 0 0,1 1 0 0 0,-1-7-1 0 0,1 9-243 0 0,1 0-1 0 0,-1 1 0 0 0,0-1 1 0 0,1 0-1 0 0,-1 1 0 0 0,1-1 1 0 0,0 0-1 0 0,-1 1 0 0 0,1-1 1 0 0,0 1-1 0 0,0-1 0 0 0,0 1 0 0 0,0 0 1 0 0,0-1-1 0 0,1 1 0 0 0,-1 0 1 0 0,0 0-1 0 0,0 0 0 0 0,1 0 1 0 0,-1 0-1 0 0,1 0 0 0 0,-1 0 1 0 0,1 0-1 0 0,-1 1 0 0 0,1-1 1 0 0,0 0-1 0 0,-1 1 0 0 0,3-1 1 0 0,2-1 137 0 0,0 1 0 0 0,0 0 1 0 0,1 0-1 0 0,-1 0 0 0 0,9 1 1 0 0,-5 1-151 0 0,-1 0 0 0 0,1 1 0 0 0,0 0 1 0 0,-1 0-1 0 0,0 1 0 0 0,1 1 1 0 0,-1-1-1 0 0,-1 2 0 0 0,1-1 0 0 0,0 1 1 0 0,-1 0-1 0 0,0 1 0 0 0,0 0 0 0 0,12 12 1 0 0,-15-13-60 0 0,0 1-1 0 0,0 0 1 0 0,0 0 0 0 0,0 0 0 0 0,-1 0 0 0 0,0 1 0 0 0,-1 0 0 0 0,1 0 0 0 0,-1 0 0 0 0,0 0-1 0 0,-1 0 1 0 0,0 1 0 0 0,0-1 0 0 0,-1 1 0 0 0,0-1 0 0 0,0 1 0 0 0,0 0 0 0 0,-2 13-1 0 0,-3 4 170 0 0,-10 30 0 0 0,13-53-89 0 0,3-26-82 0 0,8-3-30 0 0,1 1 0 0 0,1 1 0 0 0,1 0 0 0 0,1 1 0 0 0,1 0 0 0 0,1 1 0 0 0,1 1 0 0 0,1 1 0 0 0,1 0 0 0 0,1 1 0 0 0,34-25 0 0 0,-49 41-9 0 0,0 0 0 0 0,1 1 0 0 0,-1 0 0 0 0,1 0-1 0 0,0 0 1 0 0,0 1 0 0 0,1-1 0 0 0,-1 2 0 0 0,9-3-1 0 0,-14 4 17 0 0,1 0 0 0 0,-1 0 0 0 0,1 0-1 0 0,-1 1 1 0 0,1-1 0 0 0,-1 0 0 0 0,1 1 0 0 0,-1-1-1 0 0,1 1 1 0 0,-1-1 0 0 0,0 1 0 0 0,1 0-1 0 0,-1 0 1 0 0,0-1 0 0 0,1 1 0 0 0,-1 0-1 0 0,0 0 1 0 0,0 0 0 0 0,0 0 0 0 0,0 1-1 0 0,0-1 1 0 0,0 0 0 0 0,0 0 0 0 0,0 1-1 0 0,0-1 1 0 0,-1 0 0 0 0,1 1 0 0 0,0 2-1 0 0,2 3 8 0 0,0 1-1 0 0,-1 0 0 0 0,-1 0 0 0 0,2 8 0 0 0,-2-10-3 0 0,5 61 74 0 0,-4-41-60 0 0,9 48 0 0 0,-9-67-9 0 0,0 1 0 0 0,1-1-1 0 0,-1 0 1 0 0,2 0 0 0 0,-1 0 0 0 0,1 0 0 0 0,0 0 0 0 0,0-1 0 0 0,0 0 0 0 0,10 10 0 0 0,-12-13-5 0 0,1-1 0 0 0,0 1 0 0 0,0-1 0 0 0,0 1 0 0 0,0-1 1 0 0,0 0-1 0 0,1 0 0 0 0,-1-1 0 0 0,0 1 0 0 0,1-1 0 0 0,0 0 0 0 0,-1 1 1 0 0,1-2-1 0 0,0 1 0 0 0,-1 0 0 0 0,1-1 0 0 0,0 1 0 0 0,0-1 0 0 0,0 0 0 0 0,-1-1 1 0 0,1 1-1 0 0,0-1 0 0 0,0 1 0 0 0,-1-1 0 0 0,1 0 0 0 0,0 0 0 0 0,-1-1 0 0 0,1 1 1 0 0,-1-1-1 0 0,0 0 0 0 0,5-3 0 0 0,2-1-4 0 0,-1-1-1 0 0,-1 0 1 0 0,1-1-1 0 0,-2 0 1 0 0,1 0-1 0 0,-1-1 1 0 0,0 1-1 0 0,0-2 1 0 0,7-13-1 0 0,5-16-5 0 0,-1-1 0 0 0,-2 0 1 0 0,20-81-1 0 0,-32 102-36 0 0,-4 19 43 0 0,0 0 0 0 0,0 0 0 0 0,0 0 0 0 0,0 0 0 0 0,0 0 0 0 0,0 0 0 0 0,0 0 0 0 0,0 0 0 0 0,0 0 0 0 0,0 0 0 0 0,0 0 0 0 0,0 0 0 0 0,0 0 0 0 0,0 0 0 0 0,0 0 0 0 0,-1 0 0 0 0,1 0 1 0 0,0 0-1 0 0,0 0 0 0 0,0 0 0 0 0,0 0 0 0 0,0 0 0 0 0,0 0 0 0 0,0 0 0 0 0,0 0 0 0 0,0 0 0 0 0,0 0 0 0 0,0 0 0 0 0,0 0 0 0 0,0 0 0 0 0,0 0 0 0 0,0 0 0 0 0,0 0 0 0 0,0 0 0 0 0,0 0 0 0 0,0 0 0 0 0,0-1 0 0 0,0 1 0 0 0,0 0 0 0 0,0 0 0 0 0,0 0 0 0 0,0 0 0 0 0,0 0 0 0 0,0 0 0 0 0,0 0 1 0 0,0 0-1 0 0,-7 13-2 0 0,-1 6 22 0 0,1 0-1 0 0,0 1 0 0 0,2 0 1 0 0,0 0-1 0 0,1 0 0 0 0,-2 31 0 0 0,6-46-11 0 0,0 1 0 0 0,0-1 0 0 0,0 1 1 0 0,1-1-1 0 0,0 0 0 0 0,0 0 0 0 0,0 1 0 0 0,0-1 0 0 0,1 0 0 0 0,0 0 0 0 0,0 0 0 0 0,1 0 0 0 0,-1-1 0 0 0,1 1 0 0 0,0-1 0 0 0,0 1 0 0 0,0-1 0 0 0,1 0 0 0 0,0 0 0 0 0,0 0 1 0 0,0-1-1 0 0,0 0 0 0 0,0 1 0 0 0,1-1 0 0 0,-1-1 0 0 0,1 1 0 0 0,0-1 0 0 0,0 0 0 0 0,0 0 0 0 0,5 2 0 0 0,-3-2 0 0 0,1 0 0 0 0,-1-1 1 0 0,1 0-1 0 0,-1 0 0 0 0,1 0 0 0 0,0-1 0 0 0,-1 0 0 0 0,1-1 1 0 0,0 0-1 0 0,-1 0 0 0 0,1 0 0 0 0,-1-1 0 0 0,0 0 0 0 0,1-1 1 0 0,-1 0-1 0 0,0 0 0 0 0,0 0 0 0 0,-1-1 0 0 0,1 0 0 0 0,-1 0 0 0 0,12-10 1 0 0,-9 6-11 0 0,0-1 0 0 0,-1 0 0 0 0,0-1 1 0 0,0 0-1 0 0,-1-1 0 0 0,0 1 0 0 0,0-1 0 0 0,-2 0 1 0 0,1-1-1 0 0,-1 1 0 0 0,-1-1 0 0 0,5-20 0 0 0,14-102 202 0 0,-22 132-194 0 0,-2-3 6 0 0,0 3-4 0 0,-2 12 4 0 0,-6 24 50 0 0,1 0 0 0 0,-7 69 0 0 0,14-82-225 0 0,0 1-1 0 0,2 0 1 0 0,0-1-1 0 0,1 1 1 0 0,1-1 0 0 0,8 26-1 0 0,-10-42-233 0 0,1-1 0 0 0,-1 1 0 0 0,1-1 0 0 0,0 0 0 0 0,0 0 0 0 0,1 0 1 0 0,-1 0-1 0 0,1 0 0 0 0,3 3 0 0 0,-4-5-427 0 0,1 1 1 0 0,-1-1-1 0 0,1 0 1 0 0,0-1-1 0 0,-1 1 1 0 0,1 0-1 0 0,0-1 1 0 0,5 3-1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0 253 224 0 0,'4'-17'2408'0'0,"1"-11"3769"0"0,4-50 1 0 0,-9 77-6112 0 0,-1 1 1 0 0,1-1-1 0 0,0 1 1 0 0,0-1-1 0 0,0 1 1 0 0,0-1-1 0 0,0 1 0 0 0,0-1 1 0 0,0 1-1 0 0,1-1 1 0 0,-1 1-1 0 0,0 0 1 0 0,0-1-1 0 0,0 1 1 0 0,0-1-1 0 0,1 1 1 0 0,-1-1-1 0 0,0 1 1 0 0,0-1-1 0 0,1 1 1 0 0,-1 0-1 0 0,0-1 0 0 0,1 1 1 0 0,-1 0-1 0 0,1-1 1 0 0,9 5 443 0 0,6 15-24 0 0,-11-9-344 0 0,-1 0 0 0 0,-1 0 0 0 0,1 0 1 0 0,-2 0-1 0 0,0 1 0 0 0,2 10 0 0 0,2 65 209 0 0,-6-77-314 0 0,0 29 123 0 0,-1 1 0 0 0,-9 45 0 0 0,11-83-152 0 0,-2 1 0 0 0,1-1 0 0 0,0 1 0 0 0,0-1 0 0 0,0 0 0 0 0,-1 1 0 0 0,1-1 0 0 0,-1 1 1 0 0,1-1-1 0 0,-1 0 0 0 0,1 0 0 0 0,-1 1 0 0 0,0-1 0 0 0,0 0 0 0 0,0 0 0 0 0,1 0 0 0 0,-1 0 0 0 0,0 0 0 0 0,0 0 0 0 0,-1 0 1 0 0,1 0-1 0 0,0 0 0 0 0,0 0 0 0 0,0 0 0 0 0,0-1 0 0 0,-1 1 0 0 0,1-1 0 0 0,0 1 0 0 0,-1-1 0 0 0,1 1 0 0 0,-1-1 0 0 0,0 0 0 0 0,1-1-6 0 0,0 0 0 0 0,0-1-1 0 0,0 1 1 0 0,0-1 0 0 0,0 1-1 0 0,1-1 1 0 0,-1 1 0 0 0,0-1-1 0 0,1 0 1 0 0,0 1 0 0 0,-1-1-1 0 0,1 0 1 0 0,0 0 0 0 0,0-2-1 0 0,0-11 2 0 0,0 0 0 0 0,1 0 0 0 0,1 0-1 0 0,1 0 1 0 0,0 1 0 0 0,0-1 0 0 0,2 1 0 0 0,0 0-1 0 0,0 0 1 0 0,1 0 0 0 0,1 1 0 0 0,0 0 0 0 0,11-14-1 0 0,-13 21-5 0 0,0-1-1 0 0,1 1 0 0 0,0 0 0 0 0,0 1 0 0 0,0 0 0 0 0,1 0 0 0 0,-1 0 1 0 0,1 0-1 0 0,1 1 0 0 0,-1 1 0 0 0,0-1 0 0 0,1 1 0 0 0,0 0 0 0 0,0 1 1 0 0,9-2-1 0 0,-12 3-1 0 0,1 0 1 0 0,0 0-1 0 0,0 1 1 0 0,-1 0-1 0 0,1 0 1 0 0,0 1 0 0 0,0 0-1 0 0,-1 0 1 0 0,1 0-1 0 0,0 1 1 0 0,-1-1-1 0 0,0 1 1 0 0,1 0-1 0 0,-1 1 1 0 0,0 0 0 0 0,0-1-1 0 0,0 2 1 0 0,0-1-1 0 0,-1 0 1 0 0,1 1-1 0 0,-1 0 1 0 0,6 7-1 0 0,-4-4 15 0 0,-1 0 0 0 0,0 1-1 0 0,0 0 1 0 0,-1 0-1 0 0,0 0 1 0 0,-1 1-1 0 0,1-1 1 0 0,-1 1-1 0 0,-1 0 1 0 0,0 0-1 0 0,0 0 1 0 0,-1 0-1 0 0,0 0 1 0 0,-1 0-1 0 0,1 0 1 0 0,-2 1-1 0 0,1-1 1 0 0,-2 0 0 0 0,1 0-1 0 0,-1 0 1 0 0,0 0-1 0 0,-1-1 1 0 0,-4 11-1 0 0,6-17 16 0 0,1-2-25 0 0,-1 1 1 0 0,1-1 0 0 0,0 0-1 0 0,-1 0 1 0 0,1 1 0 0 0,-1-1-1 0 0,1 0 1 0 0,-1 0 0 0 0,1 0-1 0 0,-1 0 1 0 0,1 0 0 0 0,-1 0-1 0 0,1 0 1 0 0,-1 0 0 0 0,1 0-1 0 0,-1 0 1 0 0,1 0 0 0 0,-1 0-1 0 0,1 0 1 0 0,0 0 0 0 0,-1 0-1 0 0,1 0 1 0 0,-1 0 0 0 0,1-1-1 0 0,-1 1 1 0 0,1 0 0 0 0,-1 0-1 0 0,1-1 1 0 0,0 1 0 0 0,-1 0-1 0 0,1 0 1 0 0,-1-1 0 0 0,0 0 1 0 0,1-1 1 0 0,-1 1 0 0 0,1 0-1 0 0,-1-1 1 0 0,1 1 0 0 0,-1 0-1 0 0,1-1 1 0 0,0 1 0 0 0,-1 0-1 0 0,1-1 1 0 0,0-1 0 0 0,4-41 39 0 0,1 12-43 0 0,2-11-12 0 0,1 0 1 0 0,25-72 0 0 0,-29 104 10 0 0,1 0 0 0 0,0 0 0 0 0,0 0 0 0 0,1 1 0 0 0,1 0 1 0 0,-1 0-1 0 0,2 0 0 0 0,-1 1 0 0 0,1 0 0 0 0,1 1 0 0 0,-1 0 0 0 0,1 0 0 0 0,1 1 1 0 0,0 0-1 0 0,12-6 0 0 0,-18 10 3 0 0,1 1 0 0 0,0 0 0 0 0,-1 0 0 0 0,1 1 1 0 0,0 0-1 0 0,0-1 0 0 0,0 2 0 0 0,0-1 0 0 0,0 1 0 0 0,0-1 1 0 0,1 1-1 0 0,-1 1 0 0 0,0-1 0 0 0,0 1 0 0 0,0 0 0 0 0,0 0 1 0 0,0 0-1 0 0,0 1 0 0 0,-1-1 0 0 0,1 1 0 0 0,8 5 0 0 0,-7-3 23 0 0,0 0 0 0 0,0 1-1 0 0,-1 0 1 0 0,0 0 0 0 0,0 0-1 0 0,0 0 1 0 0,-1 1 0 0 0,0 0-1 0 0,0 0 1 0 0,0 0 0 0 0,-1 0-1 0 0,1 0 1 0 0,-2 1 0 0 0,1 0-1 0 0,1 6 1 0 0,1 7 36 0 0,-2 0 1 0 0,0-1 0 0 0,0 28-1 0 0,-3-28-204 0 0,1 0 0 0 0,1-1 0 0 0,9 37 1 0 0,-9-50-117 0 0,0 0 0 0 0,0-1 0 0 0,0 1 1 0 0,1-1-1 0 0,-1 0 0 0 0,1 0 0 0 0,0 0 1 0 0,0 0-1 0 0,0 0 0 0 0,1-1 1 0 0,0 1-1 0 0,4 3 0 0 0,-4-5-634 0 0,0 1-1 0 0,-1-1 0 0 0,1 0 1 0 0,0 0-1 0 0,1 0 1 0 0,-1-1-1 0 0,0 1 0 0 0,7 0 1 0 0,4 0-5367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8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71 209 852 0 0,'2'-61'6922'0'0,"-7"-87"1"0"0,2 203-2910 0 0,-9 57-2687 0 0,-18 192 5 0 0,13-117-1081 0 0,16-173-248 0 0,-3 21 79 0 0,3-25-121 0 0,2-13-133 0 0,3-19 140 0 0,1-1 1 0 0,1 1-1 0 0,1 0 1 0 0,0 1-1 0 0,22-41 1 0 0,-23 50 21 0 0,1 0-1 0 0,1 1 1 0 0,0 0-1 0 0,1 0 1 0 0,0 1-1 0 0,0 0 1 0 0,1 0-1 0 0,0 1 1 0 0,1 1 0 0 0,0 0-1 0 0,15-9 1 0 0,-17 13-2 0 0,0 1 0 0 0,0 0 0 0 0,1 0 0 0 0,-1 1 0 0 0,0 0 0 0 0,1 1 0 0 0,-1 0 0 0 0,1 0 1 0 0,0 1-1 0 0,-1 0 0 0 0,1 1 0 0 0,0 0 0 0 0,-1 0 0 0 0,18 6 0 0 0,-21-6 16 0 0,1 1 0 0 0,-1 1 0 0 0,1-1 0 0 0,-1 1 0 0 0,0 0-1 0 0,0 0 1 0 0,0 1 0 0 0,-1 0 0 0 0,1 0 0 0 0,-1 0 0 0 0,0 1 0 0 0,0-1 0 0 0,0 1 0 0 0,-1 0-1 0 0,1 1 1 0 0,-1-1 0 0 0,-1 1 0 0 0,1 0 0 0 0,-1 0 0 0 0,0 0 0 0 0,4 10 0 0 0,-6-11 18 0 0,-1 0 1 0 0,1 0-1 0 0,-1-1 0 0 0,0 1 1 0 0,0 0-1 0 0,0 0 1 0 0,-1 0-1 0 0,1-1 1 0 0,-1 1-1 0 0,0 0 1 0 0,-1-1-1 0 0,1 1 1 0 0,-1-1-1 0 0,0 1 1 0 0,0-1-1 0 0,0 0 1 0 0,-1 0-1 0 0,0 0 1 0 0,1 0-1 0 0,-1 0 0 0 0,-1-1 1 0 0,1 1-1 0 0,0-1 1 0 0,-7 5-1 0 0,0 0 11 0 0,0 0-1 0 0,-1-1 1 0 0,0 0-1 0 0,0-1 0 0 0,-1 0 1 0 0,0-1-1 0 0,-24 7 1 0 0,30-10-74 0 0,-17 4 148 0 0,1-1 0 0 0,-37 4 0 0 0,53-8-206 0 0,0-1 0 0 0,0 0 1 0 0,1 0-1 0 0,-1 0 0 0 0,0-1 1 0 0,0 0-1 0 0,0 0 1 0 0,0 0-1 0 0,0-1 0 0 0,1 0 1 0 0,-1 0-1 0 0,1-1 0 0 0,-1 1 1 0 0,1-1-1 0 0,-7-5 1 0 0,11 6-162 0 0,-1 1 1 0 0,1 0 0 0 0,-1-1 0 0 0,1 0 0 0 0,0 1 0 0 0,0-1 0 0 0,-1 0 0 0 0,1 0-1 0 0,0 1 1 0 0,1-1 0 0 0,-1 0 0 0 0,0 0 0 0 0,0-2 0 0 0,0 1-452 0 0,1 1 1 0 0,0 0-1 0 0,0-1 1 0 0,0 1-1 0 0,0-1 1 0 0,0 1-1 0 0,0 0 1 0 0,0-1-1 0 0,1 1 1 0 0,-1 0-1 0 0,2-5 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8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91 1552 0 0,'4'0'3640'0'0,"9"0"-2308"0"0,-9 0-203 0 0,-1 0-184 0 0,0 0-532 0 0,1 0 1 0 0,0 1-1 0 0,-1-1 0 0 0,1 1 1 0 0,0 0-1 0 0,-1 0 0 0 0,1 0 0 0 0,-1 1 1 0 0,0-1-1 0 0,1 1 0 0 0,-1 0 1 0 0,0 0-1 0 0,0 0 0 0 0,0 0 1 0 0,0 1-1 0 0,0-1 0 0 0,2 4 0 0 0,-2-4-279 0 0,-1 0 0 0 0,0 0 0 0 0,1 0 0 0 0,-1 0-1 0 0,1-1 1 0 0,0 1 0 0 0,-1-1 0 0 0,1 1-1 0 0,0-1 1 0 0,0 0 0 0 0,0-1 0 0 0,0 1-1 0 0,0 0 1 0 0,0-1 0 0 0,0 1 0 0 0,0-1 0 0 0,0 0-1 0 0,4 0 1 0 0,-5 0-98 0 0,1 0-1 0 0,0 0 1 0 0,-1-1 0 0 0,1 1 0 0 0,0 0-1 0 0,-1-1 1 0 0,1 0 0 0 0,-1 1-1 0 0,1-1 1 0 0,-1 0 0 0 0,1 0 0 0 0,-1-1-1 0 0,0 1 1 0 0,1 0 0 0 0,-1-1-1 0 0,3-2 1 0 0,-3 2-25 0 0,0-1 0 0 0,0 0 0 0 0,-1 1-1 0 0,1-1 1 0 0,-1 0 0 0 0,1 0 0 0 0,-1 0 0 0 0,0 0 0 0 0,0 0-1 0 0,0 0 1 0 0,0 0 0 0 0,-1 0 0 0 0,1 0 0 0 0,-1-4-1 0 0,1 4-8 0 0,-1-1-1 0 0,0 1 0 0 0,0-1 0 0 0,0 1 0 0 0,0-1 1 0 0,0 1-1 0 0,-1 0 0 0 0,0-1 0 0 0,1 1 1 0 0,-1-1-1 0 0,0 1 0 0 0,-1 0 0 0 0,1 0 0 0 0,0 0 1 0 0,-1 0-1 0 0,0 0 0 0 0,0 0 0 0 0,0 0 0 0 0,0 0 1 0 0,0 1-1 0 0,-4-4 0 0 0,4 5-1 0 0,0 0 0 0 0,0 0-1 0 0,0 1 1 0 0,0-1 0 0 0,0 1 0 0 0,0 0-1 0 0,-1-1 1 0 0,1 1 0 0 0,0 0 0 0 0,0 0-1 0 0,0 0 1 0 0,0 0 0 0 0,-1 1 0 0 0,1-1-1 0 0,-3 2 1 0 0,-31 11 24 0 0,25-6-18 0 0,-1 1 0 0 0,2 0 0 0 0,-1 1 0 0 0,1 0 0 0 0,1 0 0 0 0,-1 1 0 0 0,2 1 0 0 0,-1-1 0 0 0,-6 14 0 0 0,9-16 12 0 0,1 1-1 0 0,1 1 1 0 0,0-1-1 0 0,0 0 0 0 0,1 1 1 0 0,0 0-1 0 0,0 0 1 0 0,1 0-1 0 0,1 0 1 0 0,0 0-1 0 0,0 0 0 0 0,1 18 1 0 0,1-21-43 0 0,1-1 1 0 0,0 1-1 0 0,0 0 1 0 0,0-1-1 0 0,1 0 1 0 0,0 1-1 0 0,0-1 1 0 0,0 0-1 0 0,1 0 1 0 0,0-1-1 0 0,0 1 1 0 0,1-1-1 0 0,0 0 1 0 0,-1 0-1 0 0,2 0 1 0 0,-1-1-1 0 0,0 1 1 0 0,1-1-1 0 0,0-1 1 0 0,12 7-1 0 0,-11-7-534 0 0,-1-1 0 0 0,1 1 1 0 0,0-1-1 0 0,0 0 0 0 0,10 1 0 0 0,-12-3-370 0 0,1 1 0 0 0,0-1 1 0 0,0 0-1 0 0,-1-1 0 0 0,1 1 0 0 0,0-1 0 0 0,5-2 0 0 0,7-3-5050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9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39 1236 0 0,'-4'-38'9847'0'0,"11"58"-7100"0"0,0 0-1378 0 0,-1 0 0 0 0,7 40 1 0 0,-9-29-691 0 0,-2 1 1 0 0,-1 0 0 0 0,-1 0 0 0 0,-2-1 0 0 0,-10 56 0 0 0,9-69 281 0 0,-6 20 4265 0 0,8-38-5201 0 0,1 0 0 0 0,0 0 0 0 0,-1-1 0 0 0,1 1 0 0 0,-1 0 0 0 0,1 0 0 0 0,-1 0 0 0 0,1-1-1 0 0,0 1 1 0 0,-1 0 0 0 0,1 0 0 0 0,0-1 0 0 0,-1 1 0 0 0,1 0 0 0 0,0-1 0 0 0,-1 1 0 0 0,1 0 0 0 0,0-1 0 0 0,0 1 0 0 0,0 0 0 0 0,-1-1 0 0 0,1 1 0 0 0,0-1 0 0 0,0 1 0 0 0,0-1 0 0 0,2-13 127 0 0,1 0 1 0 0,0 0 0 0 0,1 1-1 0 0,0 0 1 0 0,2-1-1 0 0,-1 2 1 0 0,2-1 0 0 0,-1 1-1 0 0,2-1 1 0 0,13-16 0 0 0,-8 12-926 0 0,1 2 1 0 0,22-20-1 0 0,-20 21-2641 0 0,0 2 1 0 0,22-14-1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3:3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1532 0 0,'-7'17'18710'0'0,"-8"-19"-17046"0"0,6-6-1740 0 0,4 1-2184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18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8 1228 0 0,'7'-7'5631'0'0,"-7"7"-5564"0"0,1 0 0 0 0,-1 0 0 0 0,1 0 0 0 0,-1-1-1 0 0,1 1 1 0 0,0 0 0 0 0,-1 0 0 0 0,1 0 0 0 0,-1 0-1 0 0,1 1 1 0 0,-1-1 0 0 0,1 0 0 0 0,0 0 0 0 0,-1 0-1 0 0,1 0 1 0 0,-1 1 0 0 0,1-1 0 0 0,-1 0 0 0 0,1 0-1 0 0,-1 1 1 0 0,1-1 0 0 0,-1 0 0 0 0,1 1 0 0 0,-1-1-1 0 0,1 1 1 0 0,-1-1 0 0 0,0 1 0 0 0,1-1 0 0 0,-1 0-1 0 0,0 1 1 0 0,1-1 0 0 0,-1 2 0 0 0,9 25 988 0 0,-8-14-756 0 0,0 0 0 0 0,-1 20 0 0 0,-6 25 87 0 0,-3 0 1 0 0,-20 68-1 0 0,-44 111-36 0 0,9-34-208 0 0,33-87-702 0 0,14-37-5649 0 0,14-67 2715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18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0 124 212 0 0,'12'-122'11328'0'0,"-12"120"-10940"0"0,3 3-1 0 0,0 0-278 0 0,1 0 1 0 0,-1 1-1 0 0,0-1 0 0 0,1 1 1 0 0,-1 0-1 0 0,0 0 0 0 0,0 0 0 0 0,0 0 1 0 0,0 1-1 0 0,-1-1 0 0 0,1 1 0 0 0,-1 0 1 0 0,1 0-1 0 0,3 5 0 0 0,32 53 642 0 0,-34-54-639 0 0,129 249 1385 0 0,1 2-1390 0 0,-129-249-780 0 0,0 0-1 0 0,1 0 0 0 0,0-1 0 0 0,1 0 0 0 0,0 0 0 0 0,13 11 0 0 0,-19-18 424 0 0,0-1 1 0 0,-1 0-1 0 0,1 1 1 0 0,0-1-1 0 0,0 0 1 0 0,-1 1-1 0 0,1-1 1 0 0,0 0-1 0 0,0 0 1 0 0,-1 1-1 0 0,1-1 1 0 0,0 0-1 0 0,0 0 1 0 0,0 0-1 0 0,1 0 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19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88 1564 0 0,'17'-88'10843'0'0,"-18"91"-10287"0"0,-50 181 1866 0 0,-11 44-1174 0 0,56-193-2659 0 0,-2 46 0 0 0,7-56-822 0 0,2 0-1 0 0,5 41 1 0 0,-3-46-2474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19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87 932 0 0,'6'-13'11801'0'0,"-8"26"-11988"0"0,1-10 240 0 0,1-1 0 0 0,-1 1 0 0 0,1-1 0 0 0,0 1 0 0 0,0 0 0 0 0,0-1-1 0 0,0 1 1 0 0,1-1 0 0 0,-1 1 0 0 0,1-1 0 0 0,-1 1 0 0 0,1-1 0 0 0,0 1-1 0 0,0-1 1 0 0,0 1 0 0 0,0-1 0 0 0,1 0 0 0 0,-1 0 0 0 0,0 1-1 0 0,1-1 1 0 0,0 0 0 0 0,-1-1 0 0 0,1 1 0 0 0,0 0 0 0 0,0 0 0 0 0,0-1-1 0 0,0 1 1 0 0,0-1 0 0 0,1 1 0 0 0,-1-1 0 0 0,0 0 0 0 0,1 0-1 0 0,-1 0 1 0 0,1 0 0 0 0,-1-1 0 0 0,1 1 0 0 0,-1-1 0 0 0,1 1 0 0 0,-1-1-1 0 0,1 0 1 0 0,-1 0 0 0 0,1 0 0 0 0,0 0 0 0 0,-1-1 0 0 0,1 1-1 0 0,-1-1 1 0 0,1 1 0 0 0,2-2 0 0 0,-2 1-42 0 0,-1 0-1 0 0,0-1 1 0 0,0 1 0 0 0,0 0-1 0 0,0-1 1 0 0,0 1 0 0 0,-1-1-1 0 0,1 0 1 0 0,0 1 0 0 0,-1-1-1 0 0,1 0 1 0 0,-1 0 0 0 0,0 0-1 0 0,1 0 1 0 0,-1-1-1 0 0,1-3 1 0 0,11-36 51 0 0,-13 37-57 0 0,1 1 1 0 0,-1-1 0 0 0,0 0-1 0 0,0 1 1 0 0,0-1-1 0 0,-2-8 1 0 0,1 12-7 0 0,1-1 1 0 0,0 0-1 0 0,-1 0 0 0 0,1 0 0 0 0,-1 0 1 0 0,0 1-1 0 0,0-1 0 0 0,0 0 0 0 0,0 1 1 0 0,0-1-1 0 0,0 0 0 0 0,0 1 0 0 0,0-1 0 0 0,0 1 1 0 0,-1 0-1 0 0,1-1 0 0 0,-1 1 0 0 0,1 0 1 0 0,-1 0-1 0 0,1 0 0 0 0,-3-1 0 0 0,-20-5 2 0 0,16 9-2 0 0,3 0 1 0 0,-2-1 19 0 0,0 2 1 0 0,1-1-1 0 0,-1 1 0 0 0,0 0 1 0 0,1 0-1 0 0,0 0 1 0 0,0 1-1 0 0,0 0 0 0 0,0 1 1 0 0,-8 7-1 0 0,-5 7 271 0 0,-23 30 0 0 0,37-44-239 0 0,-12 17 146 0 0,1 1 0 0 0,1 0 0 0 0,-16 33-1 0 0,23-40-144 0 0,1 1-1 0 0,1 0 1 0 0,0 1-1 0 0,1-1 1 0 0,1 1-1 0 0,-2 20 1 0 0,5-34-39 0 0,1 0-1 0 0,0 0 1 0 0,0 0 0 0 0,0 0-1 0 0,0 0 1 0 0,1 0 0 0 0,-1 0 0 0 0,1 0-1 0 0,0 0 1 0 0,1 0 0 0 0,-1 0-1 0 0,0 0 1 0 0,1-1 0 0 0,0 1 0 0 0,0 0-1 0 0,0-1 1 0 0,1 0 0 0 0,-1 1-1 0 0,1-1 1 0 0,-1 0 0 0 0,1 0 0 0 0,0 0-1 0 0,0-1 1 0 0,1 1 0 0 0,-1-1-1 0 0,0 0 1 0 0,1 0 0 0 0,5 3 0 0 0,2-2-43 0 0,1-1 1 0 0,-1 1 0 0 0,1-2 0 0 0,0 0-1 0 0,-1 0 1 0 0,1-1 0 0 0,0-1 0 0 0,-1 0-1 0 0,1 0 1 0 0,11-4 0 0 0,-5 1-1345 0 0,33-13 0 0 0,11-13-5865 0 0,-43 19 2190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19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59 2604 0 0,'0'-16'6307'0'0,"1"-15"2050"0"0,-1 28-7582 0 0,-2-6 1288 0 0,-7 41-1742 0 0,0 0 1 0 0,3 0 0 0 0,-6 62-1 0 0,11-81-264 0 0,0-3-46 0 0,1-1 0 0 0,-1 1 1 0 0,2 0-1 0 0,0-1 0 0 0,0 1 0 0 0,3 9 0 0 0,-3-15-103 0 0,0 0 1 0 0,0 0-1 0 0,0 0 1 0 0,1 0 0 0 0,0-1-1 0 0,0 1 1 0 0,0 0-1 0 0,0-1 1 0 0,0 1-1 0 0,1-1 1 0 0,0 0-1 0 0,0 0 1 0 0,-1 0-1 0 0,2 0 1 0 0,5 4-1 0 0,-6-6-206 0 0,0 0-1 0 0,0 0 0 0 0,0-1 1 0 0,0 1-1 0 0,0-1 0 0 0,0 1 1 0 0,0-1-1 0 0,0 0 0 0 0,0-1 1 0 0,0 1-1 0 0,1 0 1 0 0,-1-1-1 0 0,0 0 0 0 0,0 1 1 0 0,0-1-1 0 0,0-1 0 0 0,-1 1 1 0 0,1 0-1 0 0,0-1 0 0 0,0 1 1 0 0,-1-1-1 0 0,3-2 1 0 0,-1 2-516 0 0,-1-1 1 0 0,1 0-1 0 0,-1 0 1 0 0,0 0 0 0 0,0-1-1 0 0,3-3 1 0 0,6-10-4284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19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150 175 36 0 0,'-1'-10'801'0'0,"0"1"-1"0"0,-1-1 1 0 0,0 1-1 0 0,-1-1 1 0 0,0 1-1 0 0,0 0 1 0 0,-1 0-1 0 0,-8-14 1 0 0,7 15-531 0 0,-1 1 1 0 0,1 0 0 0 0,-1 0 0 0 0,0 0-1 0 0,-1 0 1 0 0,0 1 0 0 0,0 0 0 0 0,0 1-1 0 0,-9-6 1 0 0,15 10-270 0 0,0 1 0 0 0,0-1 1 0 0,1 1-1 0 0,-1-1 0 0 0,0 1 0 0 0,0-1 0 0 0,0 1 0 0 0,0 0 0 0 0,0-1 0 0 0,1 1 1 0 0,-1 0-1 0 0,0 0 0 0 0,0-1 0 0 0,0 1 0 0 0,0 0 0 0 0,0 0 0 0 0,0 0 0 0 0,0 0 1 0 0,0 0-1 0 0,0 1 0 0 0,0-1 0 0 0,0 0 0 0 0,0 0 0 0 0,0 1 0 0 0,0-1 0 0 0,1 0 1 0 0,-1 1-1 0 0,0-1 0 0 0,0 1 0 0 0,0-1 0 0 0,0 1 0 0 0,1 0 0 0 0,-1-1 0 0 0,0 1 1 0 0,0 0-1 0 0,-1 2-604 0 0,0 0 0 0 0,1 0 0 0 0,-1 0 1 0 0,1 0-1 0 0,0 0 0 0 0,0 1 0 0 0,-1 4 0 0 0,0 2-2159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0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86 548 0 0,'3'-1'2810'0'0,"-1"0"-2277"0"0,0 1-1 0 0,1-1 1 0 0,-1 0-1 0 0,0 0 1 0 0,0 0-1 0 0,0 0 0 0 0,0 0 1 0 0,0 0-1 0 0,0-1 1 0 0,0 1-1 0 0,0-1 1 0 0,-1 0-1 0 0,1 1 1 0 0,0-1-1 0 0,-1 0 1 0 0,1 0-1 0 0,-1 0 0 0 0,0 0 1 0 0,0 0-1 0 0,0 0 1 0 0,0 0-1 0 0,1-4 1 0 0,-1 4-365 0 0,-1 0-1 0 0,0 0 1 0 0,1 0 0 0 0,-1 0 0 0 0,0 0 0 0 0,0 0 0 0 0,-1 0 0 0 0,1 0 0 0 0,0 0 0 0 0,-1 0 0 0 0,1 0 0 0 0,-1 0 0 0 0,1 1 0 0 0,-1-1-1 0 0,0 0 1 0 0,0 0 0 0 0,0 0 0 0 0,0 1 0 0 0,-2-4 0 0 0,2 5-145 0 0,0-1 0 0 0,0 0 0 0 0,0 1 0 0 0,0-1-1 0 0,0 1 1 0 0,0 0 0 0 0,0-1 0 0 0,0 1 0 0 0,0 0 0 0 0,0-1 0 0 0,0 1-1 0 0,0 0 1 0 0,0 0 0 0 0,0 0 0 0 0,0 0 0 0 0,0 0 0 0 0,0 0 0 0 0,0 0-1 0 0,0 0 1 0 0,-2 1 0 0 0,-21 6 128 0 0,11 0-116 0 0,-1 0 1 0 0,1 2 0 0 0,1-1-1 0 0,0 1 1 0 0,0 1-1 0 0,-19 19 1 0 0,17-13-23 0 0,0 1 0 0 0,1 0 0 0 0,0 1 0 0 0,-12 24 0 0 0,21-34-7 0 0,0-1 0 0 0,1 1 0 0 0,0 0-1 0 0,1 0 1 0 0,0 0 0 0 0,0 0-1 0 0,0 0 1 0 0,1 0 0 0 0,0 15-1 0 0,1-20-4 0 0,0 0 1 0 0,1-1-1 0 0,-1 1 0 0 0,1 0 0 0 0,-1 0 0 0 0,1 0 0 0 0,0-1 0 0 0,0 1 0 0 0,0-1 0 0 0,1 1 0 0 0,-1-1 1 0 0,0 1-1 0 0,1-1 0 0 0,0 1 0 0 0,-1-1 0 0 0,1 0 0 0 0,0 0 0 0 0,0 0 0 0 0,0 0 0 0 0,1 0 1 0 0,-1-1-1 0 0,0 1 0 0 0,1-1 0 0 0,-1 1 0 0 0,1-1 0 0 0,-1 0 0 0 0,1 0 0 0 0,0 0 0 0 0,0 0 1 0 0,-1-1-1 0 0,1 1 0 0 0,3 0 0 0 0,3 0 3 0 0,-1-1 0 0 0,0 1 1 0 0,1-1-1 0 0,-1-1 0 0 0,0 0 1 0 0,0 0-1 0 0,1 0 0 0 0,-1-1 1 0 0,0-1-1 0 0,0 1 0 0 0,0-1 1 0 0,-1 0-1 0 0,1-1 0 0 0,-1 0 1 0 0,0 0-1 0 0,0-1 0 0 0,0 1 1 0 0,0-2-1 0 0,-1 1 0 0 0,0-1 1 0 0,10-11-1 0 0,-1-2 95 0 0,-1 0 1 0 0,-1 0-1 0 0,0-2 0 0 0,-1 1 1 0 0,-2-2-1 0 0,12-31 1 0 0,2-3 1000 0 0,-24 54-968 0 0,-2 31 9 0 0,-73 363 835 0 0,28-167-366 0 0,40-189-498 0 0,-121 507 2470 0 0,118-512-2052 0 0,-23 50 1 0 0,29-74-408 0 0,0 1 1 0 0,0-1-1 0 0,-1 0 1 0 0,0 0-1 0 0,0 0 0 0 0,-1 0 1 0 0,0-1-1 0 0,0 0 1 0 0,0 0-1 0 0,-1-1 1 0 0,-13 9-1 0 0,15-12-75 0 0,-1 0 0 0 0,0 0 0 0 0,0-1 0 0 0,0 0 0 0 0,0 0 0 0 0,0 0 0 0 0,0-1 0 0 0,0 1 0 0 0,0-1 0 0 0,0-1 1 0 0,0 0-1 0 0,0 1 0 0 0,0-2 0 0 0,0 1 0 0 0,0-1 0 0 0,0 0 0 0 0,-10-5 0 0 0,3 2 10 0 0,1-1 1 0 0,0-1-1 0 0,1 0 0 0 0,-1-1 1 0 0,1 0-1 0 0,-18-19 0 0 0,18 17-59 0 0,2-1 0 0 0,0 0-1 0 0,0-1 1 0 0,1 0 0 0 0,0-1-1 0 0,1 1 1 0 0,0-1-1 0 0,2 0 1 0 0,-1-1 0 0 0,1 0-1 0 0,1 0 1 0 0,1 0-1 0 0,0 0 1 0 0,0 0 0 0 0,2-1-1 0 0,0 1 1 0 0,0-1-1 0 0,1 1 1 0 0,1-1 0 0 0,1 1-1 0 0,0-1 1 0 0,0 1 0 0 0,7-17-1 0 0,0 5-414 0 0,1 0 0 0 0,1 0 1 0 0,2 1-1 0 0,0 0 0 0 0,2 1 0 0 0,1 1 0 0 0,0 0 1 0 0,28-28-1 0 0,24-18-2300 0 0,81-65 0 0 0,-122 111 1998 0 0,48-40-1406 0 0,7-5-3205 0 0,92-100 1 0 0,-124 110 177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1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195 119 1060 0 0,'-2'-14'1909'0'0,"-1"0"1"0"0,-8-23-1 0 0,9 33-1590 0 0,0 0 0 0 0,1 0 0 0 0,-1 0 0 0 0,-1 0-1 0 0,1 0 1 0 0,0 1 0 0 0,-1-1 0 0 0,0 1 0 0 0,0 0 0 0 0,0 0 0 0 0,0 0 0 0 0,-7-5 0 0 0,9 8-271 0 0,0-1 1 0 0,0 1 0 0 0,0-1 0 0 0,1 1 0 0 0,-1 0-1 0 0,0 0 1 0 0,0-1 0 0 0,0 1 0 0 0,0 0-1 0 0,0 0 1 0 0,0 0 0 0 0,0 0 0 0 0,0 0-1 0 0,0 0 1 0 0,1 0 0 0 0,-1 1 0 0 0,0-1 0 0 0,0 0-1 0 0,0 0 1 0 0,0 1 0 0 0,0-1 0 0 0,0 0-1 0 0,1 1 1 0 0,-1-1 0 0 0,0 1 0 0 0,0-1-1 0 0,1 1 1 0 0,-2 0 0 0 0,0 1 20 0 0,0 1 0 0 0,-1-1-1 0 0,1 0 1 0 0,1 1 0 0 0,-1-1 0 0 0,0 1 0 0 0,-1 3 0 0 0,-8 19 258 0 0,0 1 1 0 0,2 0 0 0 0,1 1-1 0 0,-5 30 1 0 0,-11 113 715 0 0,21-146-902 0 0,-8 80 282 0 0,4 0 1 0 0,8 113 0 0 0,-1-212-412 0 0,0-3 20 0 0,0 0 1 0 0,0 0-1 0 0,0 0 1 0 0,0 0-1 0 0,1 0 0 0 0,-1-1 1 0 0,1 1-1 0 0,-1 0 1 0 0,1 0-1 0 0,0 0 1 0 0,1 2-1 0 0,-1-2 21 0 0,2-4 4 0 0,1 0-48 0 0,0 0-1 0 0,1 0 1 0 0,-2-1 0 0 0,1 0 0 0 0,0 0-1 0 0,0 0 1 0 0,-1 0 0 0 0,0 0 0 0 0,1-1-1 0 0,2-4 1 0 0,32-49-6 0 0,-14 19-9 0 0,-14 24 6 0 0,-6 7-6 0 0,1 0-1 0 0,0 0 0 0 0,1 0 0 0 0,0 1 0 0 0,0 0 0 0 0,13-11 0 0 0,-17 16 12 0 0,0 0 0 0 0,0 0 0 0 0,0 0 0 0 0,0 1 0 0 0,0-1 0 0 0,0 1 0 0 0,0-1 0 0 0,0 1 0 0 0,0 0 0 0 0,1 0 0 0 0,-1 0 0 0 0,0 0 0 0 0,0 0 0 0 0,0 0 0 0 0,0 1 0 0 0,0-1 0 0 0,0 1 0 0 0,0-1 0 0 0,0 1 0 0 0,0 0 0 0 0,0 0 0 0 0,0-1 0 0 0,0 2 1 0 0,0-1-1 0 0,0 0 0 0 0,-1 0 0 0 0,1 0 0 0 0,0 1 0 0 0,2 2 0 0 0,1 2 78 0 0,0-1 0 0 0,0 1 0 0 0,-1 0 0 0 0,0 1 0 0 0,0-1 0 0 0,0 1 0 0 0,3 7 0 0 0,8 29 285 0 0,16 78 0 0 0,-24-90-294 0 0,-7-29-159 0 0,0 0 0 0 0,1-1 0 0 0,-1 1 0 0 0,1 0 0 0 0,-1-1 0 0 0,1 1 0 0 0,-1-1 1 0 0,1 1-1 0 0,0-1 0 0 0,0 1 0 0 0,0-1 0 0 0,0 0 0 0 0,0 1 0 0 0,0-1 0 0 0,0 0 0 0 0,0 0 0 0 0,0 0 0 0 0,0 0 0 0 0,1 0 0 0 0,-1 0 0 0 0,1 0 0 0 0,-1 0 0 0 0,0 0 0 0 0,1 0 1 0 0,-1-1-1 0 0,1 1 0 0 0,0-1 0 0 0,-1 1 0 0 0,1-1 0 0 0,-1 0 0 0 0,1 0 0 0 0,0 1 0 0 0,-1-1 0 0 0,1 0 0 0 0,0 0 0 0 0,-1-1 0 0 0,3 1 0 0 0,1-2-728 0 0,1 1 0 0 0,-1-1-1 0 0,0 0 1 0 0,0 0 0 0 0,0 0-1 0 0,0-1 1 0 0,0 0 0 0 0,-1 0-1 0 0,9-7 1 0 0,7-10-4595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1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159 239 2576 0 0,'8'-38'3601'0'0,"-1"-1"0"0"0,-2 0 0 0 0,-1 0 0 0 0,-3-45 0 0 0,-9 106-1907 0 0,-145 667 2024 0 0,131-606-3257 0 0,22-81-439 0 0,5-27-46 0 0,3 2 8 0 0,1 0 0 0 0,21-39 0 0 0,-25 54 9 0 0,0 0 0 0 0,0 1 0 0 0,0-1-1 0 0,1 1 1 0 0,0 1 0 0 0,0-1 0 0 0,1 1 0 0 0,0 0-1 0 0,0 0 1 0 0,16-8 0 0 0,-19 12-2 0 0,0 0 0 0 0,1 0 0 0 0,-1 0 0 0 0,1 1 0 0 0,-1 0 0 0 0,1 0 0 0 0,0 0 0 0 0,-1 1 0 0 0,1-1 0 0 0,0 1 0 0 0,0 0 0 0 0,-1 0 0 0 0,1 1 0 0 0,0 0 0 0 0,-1 0 0 0 0,6 1 0 0 0,-3 1-9 0 0,-1-1 0 0 0,1 2 0 0 0,0-1 0 0 0,-1 1 0 0 0,0 0 0 0 0,0 0 0 0 0,0 0 0 0 0,0 1 0 0 0,8 9 0 0 0,-5-3 8 0 0,0-1 0 0 0,-1 2 0 0 0,0 0 0 0 0,-1 0 0 0 0,0 0 0 0 0,-1 1 0 0 0,0-1 0 0 0,-1 2 0 0 0,0-1 0 0 0,4 20 0 0 0,-8-27 28 0 0,-1 1 0 0 0,1-1 1 0 0,-1 0-1 0 0,0 1 0 0 0,-1-1 0 0 0,1 0 0 0 0,-1 1 0 0 0,-1-1 0 0 0,1 0 0 0 0,-1 0 0 0 0,0 0 0 0 0,0 0 0 0 0,-1 0 0 0 0,1 0 0 0 0,-2-1 0 0 0,1 1 0 0 0,0-1 0 0 0,-1 0 0 0 0,-4 5 0 0 0,2-4 38 0 0,0 0 0 0 0,0-1 0 0 0,0 0 0 0 0,-1 0 0 0 0,1-1 0 0 0,-1 1 0 0 0,0-1-1 0 0,-1-1 1 0 0,1 1 0 0 0,-1-2 0 0 0,1 1 0 0 0,-1-1 0 0 0,0 0 0 0 0,-11 2 0 0 0,3-3 32 0 0,0 0 1 0 0,0-1 0 0 0,0 0 0 0 0,-20-4-1 0 0,27 2-184 0 0,-1 1 0 0 0,2-2 0 0 0,-1 1-1 0 0,0-1 1 0 0,0-1 0 0 0,1 1 0 0 0,0-2-1 0 0,-15-8 1 0 0,22 12-73 0 0,0 0 1 0 0,0 1-1 0 0,0-1 1 0 0,0 0-1 0 0,0 0 0 0 0,0 0 1 0 0,0 0-1 0 0,0 0 1 0 0,0-1-1 0 0,1 1 0 0 0,-1 0 1 0 0,0 0-1 0 0,1 0 1 0 0,-1-1-1 0 0,1 1 0 0 0,-1 0 1 0 0,1-1-1 0 0,0 1 0 0 0,-1 0 1 0 0,1-1-1 0 0,0 1 1 0 0,0-1-1 0 0,0 1 0 0 0,0 0 1 0 0,0-1-1 0 0,0 1 1 0 0,1 0-1 0 0,-1-1 0 0 0,0 1 1 0 0,1 0-1 0 0,-1-1 0 0 0,1 1 1 0 0,-1 0-1 0 0,2-3 1 0 0,2-1-1347 0 0,-1 0 1 0 0,1 0 0 0 0,0 0 0 0 0,1 0 0 0 0,-1 1-1 0 0,8-6 1 0 0,8-5-6240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1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54 126 2104 0 0,'10'-23'10504'0'0,"-8"6"-3989"0"0,-7 20-5814 0 0,5-3-683 0 0,-1 0 0 0 0,1 0 0 0 0,0 0 0 0 0,-1 0 0 0 0,1 0 0 0 0,0 0 0 0 0,0 0 1 0 0,-1 0-1 0 0,1 0 0 0 0,0 1 0 0 0,-1-1 0 0 0,1 0 0 0 0,0 0 0 0 0,0 0 0 0 0,-1 0 0 0 0,1 1 0 0 0,0-1 1 0 0,0 0-1 0 0,0 0 0 0 0,-1 0 0 0 0,1 1 0 0 0,0-1 0 0 0,0 0 0 0 0,0 0 0 0 0,0 1 0 0 0,-1-1 0 0 0,1 0 1 0 0,0 0-1 0 0,0 1 0 0 0,0-1 0 0 0,0 0 0 0 0,0 1 0 0 0,0-1 0 0 0,0 0 0 0 0,-6 26 550 0 0,2-1 1 0 0,-3 48-1 0 0,7-63-515 0 0,0 0 0 0 0,1 0 0 0 0,0 0 0 0 0,1 0 0 0 0,0 0 1 0 0,0 0-1 0 0,1-1 0 0 0,0 1 0 0 0,1-1 0 0 0,8 15 0 0 0,-8-18-39 0 0,0-1 0 0 0,0 0 0 0 0,0 0 1 0 0,1-1-1 0 0,-1 0 0 0 0,1 1 0 0 0,0-1 0 0 0,0-1 0 0 0,1 1 0 0 0,-1-1 0 0 0,1 0 0 0 0,0 0 0 0 0,0-1 1 0 0,0 1-1 0 0,0-1 0 0 0,0-1 0 0 0,0 1 0 0 0,0-1 0 0 0,1 0 0 0 0,-1-1 0 0 0,1 1 0 0 0,-1-1 0 0 0,0 0 1 0 0,9-2-1 0 0,-7 1-13 0 0,1 0 1 0 0,0-1-1 0 0,-1 0 1 0 0,1 0 0 0 0,-1-1-1 0 0,0 0 1 0 0,0-1-1 0 0,0 0 1 0 0,0 0 0 0 0,-1 0-1 0 0,1-1 1 0 0,-1 0-1 0 0,0-1 1 0 0,-1 1 0 0 0,1-1-1 0 0,-1-1 1 0 0,6-7-1 0 0,-5 4 7 0 0,-2 0-1 0 0,1-1 0 0 0,-1 0 1 0 0,0 0-1 0 0,-1 0 0 0 0,-1 0 0 0 0,0 0 1 0 0,0-1-1 0 0,-1 0 0 0 0,0 1 0 0 0,-1-1 1 0 0,-1 0-1 0 0,0 0 0 0 0,-2-17 1 0 0,1 22-10 0 0,0 0 0 0 0,0 0 1 0 0,-1 1-1 0 0,0-1 1 0 0,0 1-1 0 0,-1-1 1 0 0,0 1-1 0 0,0 0 1 0 0,0 0-1 0 0,-1 0 1 0 0,1 1-1 0 0,-2-1 0 0 0,1 1 1 0 0,0 0-1 0 0,-1 0 1 0 0,0 0-1 0 0,0 1 1 0 0,-1-1-1 0 0,1 1 1 0 0,-1 0-1 0 0,0 1 1 0 0,0 0-1 0 0,0 0 0 0 0,0 0 1 0 0,-1 1-1 0 0,-8-3 1 0 0,7 4-1 0 0,-1-1 0 0 0,0 2 0 0 0,1-1-1 0 0,-1 1 1 0 0,0 1 0 0 0,1-1 0 0 0,-1 2 0 0 0,0-1 0 0 0,1 1 0 0 0,-1 0 0 0 0,1 1 0 0 0,0 0 0 0 0,0 0 0 0 0,0 1-1 0 0,0 0 1 0 0,1 0 0 0 0,-1 1 0 0 0,-10 8 0 0 0,8-5-1 0 0,0 1 0 0 0,1-1 0 0 0,0 2 1 0 0,0-1-1 0 0,1 1 0 0 0,0 0 0 0 0,0 1 0 0 0,2 0 0 0 0,-1 0 1 0 0,1 0-1 0 0,-8 25 0 0 0,11-29-89 0 0,2 0 0 0 0,-1 0 1 0 0,1 0-1 0 0,0 1 0 0 0,1-1 0 0 0,0 0 1 0 0,0 1-1 0 0,0-1 0 0 0,1 0 0 0 0,0 0 1 0 0,0 0-1 0 0,1 0 0 0 0,0 0 0 0 0,1 0 1 0 0,-1 0-1 0 0,7 12 0 0 0,-4-12-402 0 0,-1 0-1 0 0,2 0 1 0 0,-1-1-1 0 0,1 1 1 0 0,0-1-1 0 0,0 0 1 0 0,1-1-1 0 0,-1 0 1 0 0,1 0-1 0 0,1 0 1 0 0,-1-1-1 0 0,0 0 1 0 0,1 0-1 0 0,9 3 1 0 0,-6-3-972 0 0,1-1 0 0 0,0 0 0 0 0,-1 0 0 0 0,20 1 0 0 0,-4-2-2944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2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1 140 940 0 0,'44'-138'16596'0'0,"-43"137"-15926"0"0,-3 71 1903 0 0,-1-37-2131 0 0,0 50 0 0 0,4-73-380 0 0,0 1-1 0 0,0-1 0 0 0,1 1 1 0 0,0-1-1 0 0,0 0 1 0 0,2 1-1 0 0,-1-1 1 0 0,9 17-1 0 0,-11-25-58 0 0,0 0 1 0 0,0-1-1 0 0,0 1 0 0 0,0 0 1 0 0,0-1-1 0 0,1 1 0 0 0,-1-1 0 0 0,0 1 1 0 0,1-1-1 0 0,-1 0 0 0 0,1 1 1 0 0,-1-1-1 0 0,1 0 0 0 0,0 0 1 0 0,-1 0-1 0 0,1 0 0 0 0,0-1 1 0 0,0 1-1 0 0,0 0 0 0 0,0-1 0 0 0,0 1 1 0 0,-1-1-1 0 0,1 0 0 0 0,0 1 1 0 0,0-1-1 0 0,0 0 0 0 0,0 0 1 0 0,0 0-1 0 0,0-1 0 0 0,0 1 0 0 0,0 0 1 0 0,0-1-1 0 0,0 1 0 0 0,0-1 1 0 0,0 0-1 0 0,-1 0 0 0 0,1 0 1 0 0,0 1-1 0 0,2-3 0 0 0,2-1-22 0 0,0-1-1 0 0,1 0 0 0 0,-2 0 0 0 0,1 0 1 0 0,-1-1-1 0 0,1 0 0 0 0,-2 0 0 0 0,7-10 1 0 0,2-8-11 0 0,-1 0-1 0 0,-1-2 1 0 0,12-42 0 0 0,7-18 11 0 0,-29 84 18 0 0,0 3 18 0 0,0 0 0 0 0,-1 1-1 0 0,1-1 1 0 0,0 0 0 0 0,-1 1 0 0 0,1-1-1 0 0,-1 0 1 0 0,1 1 0 0 0,-1-1 0 0 0,0 1-1 0 0,0-1 1 0 0,1 0 0 0 0,-1 1 0 0 0,0-1-1 0 0,0 3 1 0 0,-16 101 997 0 0,10-78-1102 0 0,2 1 1 0 0,0-1-1 0 0,1 47 0 0 0,4-71-166 0 0,-1 0-1 0 0,0 0 1 0 0,1 0-1 0 0,-1 0 1 0 0,1-1-1 0 0,0 1 1 0 0,0 0-1 0 0,0 0 0 0 0,0-1 1 0 0,1 1-1 0 0,-1-1 1 0 0,1 1-1 0 0,0-1 1 0 0,-1 1-1 0 0,1-1 1 0 0,0 0-1 0 0,0 0 0 0 0,0 0 1 0 0,5 3-1 0 0,-4-3-455 0 0,0-1-1 0 0,-1 1 1 0 0,1-1-1 0 0,0 0 0 0 0,0 0 1 0 0,0 0-1 0 0,0-1 1 0 0,0 1-1 0 0,0-1 1 0 0,0 1-1 0 0,0-1 0 0 0,5 0 1 0 0,9-3-5519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2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0 183 980 0 0,'38'-76'14633'0'0,"-35"76"-13345"0"0,-2 0-1200 0 0,0 0-1 0 0,0 0 1 0 0,0 0 0 0 0,0 0 0 0 0,0 0-1 0 0,0 0 1 0 0,0 0 0 0 0,0 0 0 0 0,-1 0-1 0 0,1 0 1 0 0,0 0 0 0 0,0 1 0 0 0,0-1-1 0 0,1 1 1 0 0,4 4 230 0 0,-1 1 0 0 0,0 0 0 0 0,0 0 0 0 0,-1 0 0 0 0,0 1 0 0 0,0-1 0 0 0,0 1 0 0 0,-1 0 0 0 0,0 0 0 0 0,0 0 0 0 0,-1 0 0 0 0,0 1 1 0 0,0-1-1 0 0,-1 1 0 0 0,2 13 0 0 0,-2-3 131 0 0,0 1-1 0 0,-1-1 1 0 0,-1 1 0 0 0,-1-1 0 0 0,-6 31 0 0 0,4-33 64 0 0,0 0 0 0 0,-1-1-1 0 0,-1 0 1 0 0,0 0 0 0 0,-2 0 0 0 0,1-1 0 0 0,-2 0-1 0 0,1 0 1 0 0,-15 15 0 0 0,23-28-476 0 0,0-1 0 0 0,-1 1 1 0 0,1-1-1 0 0,-1 1 0 0 0,1-1 1 0 0,-1 1-1 0 0,1-1 0 0 0,-1 0 0 0 0,1 1 1 0 0,-1-1-1 0 0,0 0 0 0 0,1 1 1 0 0,-1-1-1 0 0,0 0 0 0 0,1 0 0 0 0,-1 1 1 0 0,0-1-1 0 0,1 0 0 0 0,-1 0 0 0 0,0 0 1 0 0,0 0-1 0 0,1 0-23 0 0,-1 0 1 0 0,1-1-1 0 0,-1 1 1 0 0,1 0-1 0 0,0-1 1 0 0,-1 1-1 0 0,1 0 0 0 0,0-1 1 0 0,0 1-1 0 0,-1 0 1 0 0,1-1-1 0 0,0 1 0 0 0,0-1 1 0 0,0 1-1 0 0,-1 0 1 0 0,1-1-1 0 0,0 1 0 0 0,0-1 1 0 0,0 1-1 0 0,0-1 1 0 0,0 1-1 0 0,0-1 0 0 0,0-3 10 0 0,0 0-1 0 0,0 1 1 0 0,0-1-1 0 0,0 0 1 0 0,1 1-1 0 0,1-6 0 0 0,7-13-121 0 0,0 0 0 0 0,2 1-1 0 0,1 0 1 0 0,0 0 0 0 0,2 2 0 0 0,21-26-1 0 0,106-100-3945 0 0,7 26-5305 0 0,-102 84 2612 0 0,-6 5-2483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3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167 322 328 0 0,'5'-23'4666'0'0,"5"-40"-1"0"0,-8 46-3222 0 0,-20 36-395 0 0,-12 32-375 0 0,3 0 0 0 0,1 2 0 0 0,-33 101 0 0 0,58-150-653 0 0,0-1 0 0 0,0 0 0 0 0,1 1 0 0 0,-1-1 1 0 0,1 1-1 0 0,0-1 0 0 0,0 1 0 0 0,0-1 0 0 0,0 1 0 0 0,0-1 0 0 0,1 1 0 0 0,0-1 0 0 0,-1 1 0 0 0,1-1 0 0 0,1 0 1 0 0,-1 1-1 0 0,3 4 0 0 0,-3-6-11 0 0,1-1 1 0 0,-1 1-1 0 0,1 0 1 0 0,0-1-1 0 0,-1 1 1 0 0,1-1-1 0 0,0 1 1 0 0,0-1 0 0 0,0 0-1 0 0,0 0 1 0 0,0 0-1 0 0,1 0 1 0 0,-1 0-1 0 0,0 0 1 0 0,0-1-1 0 0,1 1 1 0 0,-1-1-1 0 0,0 0 1 0 0,1 1-1 0 0,-1-1 1 0 0,0 0 0 0 0,1 0-1 0 0,-1-1 1 0 0,0 1-1 0 0,1 0 1 0 0,-1-1-1 0 0,4-1 1 0 0,7-1-6 0 0,-1-1 1 0 0,0-1-1 0 0,0 0 1 0 0,-1-1 0 0 0,1 0-1 0 0,-1 0 1 0 0,-1-1-1 0 0,1-1 1 0 0,-1 0-1 0 0,0 0 1 0 0,-1-1 0 0 0,0 0-1 0 0,0-1 1 0 0,-1 0-1 0 0,0 0 1 0 0,-1-1-1 0 0,0 0 1 0 0,-1 0 0 0 0,0-1-1 0 0,-1 1 1 0 0,0-1-1 0 0,-1 0 1 0 0,0-1-1 0 0,-1 1 1 0 0,-1-1 0 0 0,0 0-1 0 0,0 1 1 0 0,-1-1-1 0 0,-1 0 1 0 0,0 0-1 0 0,-1 0 1 0 0,0 0 0 0 0,-1 1-1 0 0,-4-17 1 0 0,5 26-7 0 0,0-1 0 0 0,0 1 1 0 0,0-1-1 0 0,0 1 0 0 0,0-1 1 0 0,-1 1-1 0 0,0 0 0 0 0,0 0 1 0 0,1 0-1 0 0,-2 0 1 0 0,1 0-1 0 0,0 0 0 0 0,-1 0 1 0 0,1 1-1 0 0,-1-1 0 0 0,0 1 1 0 0,0 0-1 0 0,0 0 0 0 0,0 0 1 0 0,0 0-1 0 0,0 0 0 0 0,-1 1 1 0 0,1 0-1 0 0,0-1 0 0 0,-1 1 1 0 0,1 0-1 0 0,-1 1 0 0 0,0-1 1 0 0,1 1-1 0 0,-1-1 0 0 0,1 1 1 0 0,-1 0-1 0 0,0 0 0 0 0,1 1 1 0 0,-1-1-1 0 0,0 1 0 0 0,1 0 1 0 0,-1 0-1 0 0,1 0 0 0 0,-6 3 1 0 0,-3 1 1 0 0,0 0 1 0 0,0 1 0 0 0,1 0-1 0 0,-1 1 1 0 0,1 1 0 0 0,1 0-1 0 0,0 0 1 0 0,0 1-1 0 0,-13 15 1 0 0,16-17 0 0 0,1 1-1 0 0,0 0 1 0 0,0 1-1 0 0,1-1 1 0 0,0 1 0 0 0,1 0-1 0 0,0 0 1 0 0,0 1-1 0 0,1-1 1 0 0,0 1 0 0 0,1 0-1 0 0,0 0 1 0 0,-1 10-1 0 0,3-16 1 0 0,0-1 0 0 0,0 1-1 0 0,0-1 1 0 0,0 0 0 0 0,0 1-1 0 0,1-1 1 0 0,0 0 0 0 0,0 1-1 0 0,0-1 1 0 0,0 0-1 0 0,0 0 1 0 0,0 0 0 0 0,1 0-1 0 0,0 0 1 0 0,-1 0 0 0 0,1 0-1 0 0,5 4 1 0 0,-4-4 1 0 0,1 0 0 0 0,-1 0 0 0 0,1-1 0 0 0,0 0 0 0 0,-1 0 0 0 0,1 0 0 0 0,0 0 0 0 0,0-1 0 0 0,0 1 0 0 0,1-1 0 0 0,-1 0-1 0 0,6 0 1 0 0,2 0 3 0 0,1 0-1 0 0,-1-1 0 0 0,0-1 1 0 0,1 0-1 0 0,-1 0 0 0 0,0-2 1 0 0,0 1-1 0 0,22-9 0 0 0,-15 3-5 0 0,0-1 0 0 0,0-1 0 0 0,-1-1 0 0 0,-1 0-1 0 0,0-1 1 0 0,0-1 0 0 0,-1-1 0 0 0,-1 0-1 0 0,0-1 1 0 0,-1-1 0 0 0,14-21 0 0 0,-7 6 4 0 0,-2-1 1 0 0,-1 0 0 0 0,-2-2 0 0 0,-1 0 0 0 0,15-52-1 0 0,-23 62-13 0 0,-4 10 2 0 0,1 1-1 0 0,7-15 0 0 0,-10 27-2 0 0,2 19 5 0 0,-2 8 18 0 0,-5 45 0 0 0,1-22 45 0 0,-23 328 883 0 0,-16-1 0 0 0,-121 500-1 0 0,150-821-474 0 0,-2 0-1 0 0,-36 83 0 0 0,48-131-348 0 0,-1 0 1 0 0,1-1-1 0 0,-1 1 0 0 0,-1-1 1 0 0,1 0-1 0 0,-1 0 0 0 0,0 0 0 0 0,-1-1 1 0 0,-5 6-1 0 0,9-10-96 0 0,0 0 0 0 0,0 1 0 0 0,0-1-1 0 0,0 0 1 0 0,0-1 0 0 0,0 1 0 0 0,0 0 0 0 0,0-1 0 0 0,0 1 0 0 0,0-1 0 0 0,0 1-1 0 0,0-1 1 0 0,0 0 0 0 0,-1 0 0 0 0,1 0 0 0 0,0 0 0 0 0,0 0 0 0 0,0-1-1 0 0,0 1 1 0 0,0-1 0 0 0,0 1 0 0 0,0-1 0 0 0,0 0 0 0 0,0 0 0 0 0,0 0 0 0 0,0 0-1 0 0,0 0 1 0 0,0 0 0 0 0,0 0 0 0 0,1-1 0 0 0,-1 1 0 0 0,1 0 0 0 0,-1-1 0 0 0,1 0-1 0 0,-3-2 1 0 0,-5-8 27 0 0,0 0 0 0 0,0 0-1 0 0,2-1 1 0 0,-1 0 0 0 0,2-1-1 0 0,0 0 1 0 0,0 0 0 0 0,-6-27 0 0 0,6 16-15 0 0,1-1 0 0 0,2 1 0 0 0,0 0 0 0 0,2-39 1 0 0,4 28-12 0 0,1 0 0 0 0,2-1-1 0 0,1 2 1 0 0,2-1 0 0 0,2 1 0 0 0,1 1 0 0 0,1 0 0 0 0,2 0 0 0 0,2 2 0 0 0,1 0 0 0 0,43-58 0 0 0,-33 55-93 0 0,1 0 1 0 0,2 2 0 0 0,2 1 0 0 0,1 2 0 0 0,1 1-1 0 0,1 2 1 0 0,2 2 0 0 0,0 1 0 0 0,53-24-1 0 0,-59 34-1050 0 0,1 2 0 0 0,61-14 0 0 0,16 7-8135 0 0,-81 17 2385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383 195 1800 0 0,'3'-28'3447'0'0,"-3"-34"-1"0"0,0 54-2976 0 0,-1 0-1 0 0,0 0 1 0 0,-1-1 0 0 0,0 1-1 0 0,0 0 1 0 0,-1 0-1 0 0,0 1 1 0 0,-6-13-1 0 0,8 18-422 0 0,0 1 0 0 0,0-1 0 0 0,0 1 0 0 0,0 0 0 0 0,0-1 0 0 0,0 1 0 0 0,0 0-1 0 0,-1 0 1 0 0,1 0 0 0 0,0 0 0 0 0,-1 0 0 0 0,1 0 0 0 0,-1 0 0 0 0,1 0 0 0 0,-1 1 0 0 0,1-1 0 0 0,-1 1-1 0 0,0-1 1 0 0,1 1 0 0 0,-1 0 0 0 0,0-1 0 0 0,1 1 0 0 0,-1 0 0 0 0,0 0 0 0 0,1 0 0 0 0,-1 0 0 0 0,0 0 0 0 0,1 1-1 0 0,-1-1 1 0 0,0 1 0 0 0,1-1 0 0 0,-1 1 0 0 0,1-1 0 0 0,-1 1 0 0 0,-1 1 0 0 0,-7 2 29 0 0,1 2 1 0 0,1-1 0 0 0,-1 1-1 0 0,-11 10 1 0 0,18-14-35 0 0,-25 22 67 0 0,2 1 0 0 0,0 2 0 0 0,2 0 0 0 0,1 1 0 0 0,1 2 0 0 0,2 0 0 0 0,1 1-1 0 0,1 1 1 0 0,-18 46 0 0 0,32-69-87 0 0,-1 0-1 0 0,1 0 0 0 0,1 0 1 0 0,0 1-1 0 0,0-1 1 0 0,1 1-1 0 0,0-1 1 0 0,0 1-1 0 0,1-1 1 0 0,1 1-1 0 0,-1-1 0 0 0,4 13 1 0 0,-4-21-16 0 0,0 0 0 0 0,1-1 0 0 0,-1 1-1 0 0,0-1 1 0 0,1 1 0 0 0,-1 0 0 0 0,0-1 0 0 0,1 1 0 0 0,-1-1 0 0 0,1 1 0 0 0,-1-1 0 0 0,1 1 0 0 0,-1-1-1 0 0,1 0 1 0 0,0 1 0 0 0,-1-1 0 0 0,1 1 0 0 0,-1-1 0 0 0,1 0 0 0 0,0 0 0 0 0,-1 1 0 0 0,1-1 0 0 0,0 0-1 0 0,-1 0 1 0 0,1 0 0 0 0,0 0 0 0 0,0 0 0 0 0,-1 0 0 0 0,1 0 0 0 0,0 0 0 0 0,-1 0 0 0 0,1 0 0 0 0,0 0-1 0 0,-1 0 1 0 0,1-1 0 0 0,1 1 0 0 0,20-11 93 0 0,-15 5-76 0 0,0-1 0 0 0,0 0 1 0 0,-1 0-1 0 0,0 0 0 0 0,0-1 1 0 0,0 0-1 0 0,6-13 0 0 0,27-67 541 0 0,-17 35 502 0 0,-21 50-1047 0 0,12-18 457 0 0,-13 20-469 0 0,0 1 1 0 0,0 0-1 0 0,1 0 0 0 0,-1 0 1 0 0,0 0-1 0 0,0 0 1 0 0,0 0-1 0 0,0 0 1 0 0,1-1-1 0 0,-1 1 1 0 0,0 0-1 0 0,0 0 1 0 0,0 0-1 0 0,1 0 1 0 0,-1 0-1 0 0,0 0 0 0 0,0 0 1 0 0,0 0-1 0 0,1 0 1 0 0,-1 0-1 0 0,0 0 1 0 0,0 0-1 0 0,0 0 1 0 0,0 0-1 0 0,1 0 1 0 0,-1 1-1 0 0,0-1 0 0 0,0 0 1 0 0,0 0-1 0 0,1 0 1 0 0,-1 0-1 0 0,0 0 1 0 0,0 0-1 0 0,0 0 1 0 0,1 1-1 0 0,5 13 136 0 0,4 29 76 0 0,-7-28-178 0 0,0 0-1 0 0,1-1 1 0 0,1 1 0 0 0,10 23-1 0 0,-12-34-33 0 0,-1 0-1 0 0,0 0 0 0 0,1-1 0 0 0,0 1 1 0 0,0-1-1 0 0,0 0 0 0 0,0 1 0 0 0,1-1 1 0 0,-1-1-1 0 0,1 1 0 0 0,0 0 0 0 0,0-1 1 0 0,0 0-1 0 0,0 0 0 0 0,0 0 1 0 0,0 0-1 0 0,0-1 0 0 0,1 0 0 0 0,-1 0 1 0 0,7 1-1 0 0,5 0-306 0 0,1-2 0 0 0,-1 0 1 0 0,0 0-1 0 0,0-2 0 0 0,0 0 0 0 0,0 0 1 0 0,30-11-1 0 0,-11 2-2740 0 0,-1-3 0 0 0,45-24 1 0 0,-29 11-3034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4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38 848 0 0,'10'-37'10782'0'0,"-8"48"-9064"0"0,-4 19-201 0 0,-1 1-1 0 0,-9 40 1 0 0,1-15-608 0 0,-136 872 3845 0 0,101-696-6502 0 0,37-208-430 0 0,1-17-912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0 359 1536 0 0,'4'-16'905'0'0,"7"-26"1496"0"0,1 1 0 0 0,34-75 1 0 0,-41 106-2158 0 0,0 1 1 0 0,1-1 0 0 0,0 1 0 0 0,0 0-1 0 0,1 0 1 0 0,0 0 0 0 0,0 1 0 0 0,1 0-1 0 0,0 1 1 0 0,1 0 0 0 0,0 0 0 0 0,0 1-1 0 0,0 0 1 0 0,1 0 0 0 0,0 1 0 0 0,16-6-1 0 0,-19 9-157 0 0,1 0 0 0 0,-1 1-1 0 0,0 0 1 0 0,1 0-1 0 0,-1 0 1 0 0,0 1 0 0 0,1 1-1 0 0,-1-1 1 0 0,1 1 0 0 0,-1 0-1 0 0,0 1 1 0 0,0 0 0 0 0,0 0-1 0 0,0 0 1 0 0,0 1-1 0 0,0 0 1 0 0,0 0 0 0 0,-1 1-1 0 0,0 0 1 0 0,0 0 0 0 0,0 0-1 0 0,0 1 1 0 0,0 0 0 0 0,6 8-1 0 0,-4-4 29 0 0,0 0 0 0 0,-1 0-1 0 0,-1 1 1 0 0,0 0 0 0 0,0 0 0 0 0,-1 1-1 0 0,0-1 1 0 0,0 1 0 0 0,-1 0 0 0 0,-1 0-1 0 0,0 1 1 0 0,-1-1 0 0 0,0 1 0 0 0,1 20-1 0 0,-4-13-39 0 0,-1 1 0 0 0,0-1 0 0 0,-2 0 0 0 0,0 0-1 0 0,-1 0 1 0 0,-1 0 0 0 0,-1-1 0 0 0,0 0 0 0 0,-19 32 0 0 0,19-37-56 0 0,-1-1 0 0 0,0-1 1 0 0,0 1-1 0 0,-2-1 1 0 0,1-1-1 0 0,-1 0 1 0 0,-1 0-1 0 0,1-1 1 0 0,-2 0-1 0 0,1-1 1 0 0,-1 0-1 0 0,-1-1 0 0 0,1 0 1 0 0,-16 5-1 0 0,18-9-84 0 0,0-1-1 0 0,-1 0 1 0 0,1 0-1 0 0,0-1 0 0 0,-1-1 1 0 0,-11 0-1 0 0,17 0-249 0 0,1 0-1 0 0,-1-1 1 0 0,0 1 0 0 0,0-1-1 0 0,1 0 1 0 0,-1 0 0 0 0,0-1 0 0 0,1 1-1 0 0,0-1 1 0 0,-1 0 0 0 0,1-1-1 0 0,0 1 1 0 0,0-1 0 0 0,0 1-1 0 0,-5-6 1 0 0,8 7-143 0 0,0 0 0 0 0,0-1 0 0 0,0 1 0 0 0,0-1 0 0 0,1 1 0 0 0,-1-1 0 0 0,0 1 0 0 0,1-1 0 0 0,-1 0 0 0 0,1 1 0 0 0,-1-3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5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53 151 1044 0 0,'8'-5'3112'0'0,"-1"0"-1"0"0,1 0 1 0 0,13-13 2700 0 0,-25 12-4045 0 0,-3 12-1550 0 0,1 0-1 0 0,0 1 0 0 0,0 0 0 0 0,1-1 1 0 0,0 2-1 0 0,0-1 0 0 0,1 1 0 0 0,-1-1 1 0 0,2 1-1 0 0,-6 17 0 0 0,0 1-138 0 0,2 1 0 0 0,-5 32 0 0 0,11-48-58 0 0,0-1-1 0 0,0 1 1 0 0,1 0 0 0 0,0 0-1 0 0,0 0 1 0 0,2-1-1 0 0,-1 1 1 0 0,1-1 0 0 0,1 1-1 0 0,7 19 1 0 0,-9-26-14 0 0,1 0 0 0 0,0 0 1 0 0,1-1-1 0 0,-1 1 0 0 0,1-1 0 0 0,-1 1 1 0 0,1-1-1 0 0,0 0 0 0 0,0 0 0 0 0,1 0 1 0 0,-1 0-1 0 0,1 0 0 0 0,-1-1 0 0 0,1 0 0 0 0,0 0 1 0 0,0 0-1 0 0,0 0 0 0 0,0 0 0 0 0,0-1 1 0 0,0 0-1 0 0,0 0 0 0 0,1 0 0 0 0,-1 0 1 0 0,0-1-1 0 0,1 1 0 0 0,-1-1 0 0 0,0 0 0 0 0,1 0 1 0 0,5-2-1 0 0,0 1 0 0 0,-1-1 0 0 0,0 0-1 0 0,0 0 1 0 0,0-1 0 0 0,-1 0 0 0 0,1-1 0 0 0,-1 0-1 0 0,0 0 1 0 0,0-1 0 0 0,0 0 0 0 0,0 0 0 0 0,-1-1-1 0 0,0 0 1 0 0,0 0 0 0 0,-1-1 0 0 0,1 1 0 0 0,-1-2-1 0 0,8-12 1 0 0,-8 9-4 0 0,0 0 0 0 0,-1 0 0 0 0,0-1 0 0 0,-1 1 0 0 0,0-1 0 0 0,-1 0 0 0 0,0 0 0 0 0,-1-1 0 0 0,0 1 0 0 0,-1 0 0 0 0,-1-1 0 0 0,0 1 0 0 0,-2-20 0 0 0,-1 12-12 0 0,-1 0 0 0 0,0 0 0 0 0,-2 0 0 0 0,-8-20 0 0 0,11 31 7 0 0,-1 1 0 0 0,0-1 1 0 0,-1 1-1 0 0,1 1 1 0 0,-1-1-1 0 0,-1 1 0 0 0,1 0 1 0 0,-2 0-1 0 0,1 0 0 0 0,0 1 1 0 0,-13-9-1 0 0,17 13-1 0 0,-1 0 1 0 0,1 1-1 0 0,-1 0 0 0 0,0 0 1 0 0,1-1-1 0 0,-1 1 1 0 0,0 1-1 0 0,0-1 0 0 0,0 0 1 0 0,1 1-1 0 0,-1-1 1 0 0,0 1-1 0 0,0 0 0 0 0,0 0 1 0 0,0 0-1 0 0,0 1 0 0 0,0-1 1 0 0,0 1-1 0 0,1-1 1 0 0,-1 1-1 0 0,0 0 0 0 0,0 0 1 0 0,1 0-1 0 0,-1 0 1 0 0,0 1-1 0 0,1-1 0 0 0,-1 1 1 0 0,1 0-1 0 0,0-1 0 0 0,0 1 1 0 0,-1 0-1 0 0,1 0 1 0 0,0 0-1 0 0,1 1 0 0 0,-4 4 1 0 0,1-2-212 0 0,0 0 0 0 0,1 1-1 0 0,0 0 1 0 0,0 0 0 0 0,1 0 0 0 0,-1 0 0 0 0,1 0 0 0 0,1 0 0 0 0,-1 1 0 0 0,1-1 0 0 0,0 1 0 0 0,0-1 0 0 0,1 1-1 0 0,0-1 1 0 0,1 8 0 0 0,-1-9-388 0 0,1 1-1 0 0,0-1 0 0 0,1 0 1 0 0,-1 0-1 0 0,1 0 1 0 0,0-1-1 0 0,0 1 0 0 0,0 0 1 0 0,1-1-1 0 0,0 1 1 0 0,0-1-1 0 0,0 0 0 0 0,0 0 1 0 0,1 0-1 0 0,-1 0 0 0 0,1-1 1 0 0,5 4-1 0 0,6 1-3585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5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2060 0 0,'72'-117'17951'0'0,"-73"138"-17419"0"0,-2 0 1 0 0,0 0 0 0 0,-8 28 0 0 0,-5 31-10 0 0,9-30-367 0 0,1-12-51 0 0,0 44 0 0 0,6-72-139 0 0,0 1 1 0 0,1 0 0 0 0,0-1-1 0 0,1 1 1 0 0,0 0 0 0 0,1-1-1 0 0,0 0 1 0 0,7 18 0 0 0,-9-26-104 0 0,0 0 0 0 0,0-1 0 0 0,1 1 0 0 0,-1-1-1 0 0,0 1 1 0 0,0-1 0 0 0,1 1 0 0 0,-1-1 0 0 0,1 0 0 0 0,-1 0 0 0 0,1 0 0 0 0,0 0 0 0 0,-1 0 0 0 0,1 0 0 0 0,0 0 0 0 0,0 0 0 0 0,-1 0 0 0 0,1-1 0 0 0,0 1 0 0 0,0-1-1 0 0,0 0 1 0 0,3 1 0 0 0,-1-1-611 0 0,0 0 0 0 0,-1 0-1 0 0,1-1 1 0 0,-1 1-1 0 0,1-1 1 0 0,-1 0 0 0 0,1 0-1 0 0,-1 0 1 0 0,1 0 0 0 0,-1-1-1 0 0,0 1 1 0 0,4-3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5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45 2316 0 0,'-12'-12'2160'0'0,"4"3"-459"0"0,-1 3-277 0 0,-3-1-292 0 0,2 1 452 0 0,-7 1-604 0 0,-1 7-340 0 0,6 8-460 0 0,7-1-288 0 0,2 0-496 0 0,1 1-536 0 0,0 0-2104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6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1428 0 0,'2'0'4893'0'0,"11"0"-1756"0"0,0 5 185 0 0,2 1-2411 0 0,0 2 0 0 0,-1 0 0 0 0,0 0 1 0 0,19 16-1 0 0,-25-17-763 0 0,0 1 1 0 0,-1-1-1 0 0,0 1 1 0 0,-1 0-1 0 0,0 1 1 0 0,0-1-1 0 0,0 1 1 0 0,5 14-1 0 0,-7-15-78 0 0,-1 1 0 0 0,-1 0 0 0 0,1 0 0 0 0,-1 0 0 0 0,-1 1 0 0 0,1-1-1 0 0,-2 0 1 0 0,1 1 0 0 0,-1-1 0 0 0,-1 0 0 0 0,1 1 0 0 0,-2-1 0 0 0,1 0 0 0 0,-1 0-1 0 0,-1 1 1 0 0,0-2 0 0 0,0 1 0 0 0,-1 0 0 0 0,-4 9 0 0 0,6-16 21 0 0,2-3-90 0 0,-1 0 0 0 0,0 0 0 0 0,1 0 0 0 0,-1 0 0 0 0,1 0 0 0 0,-1 0 0 0 0,1 0 0 0 0,-1 0 0 0 0,1 0 0 0 0,0 0 0 0 0,0 0 1 0 0,-1 0-1 0 0,1 0 0 0 0,0 0 0 0 0,0-2 0 0 0,2-8-13 0 0,1 0 1 0 0,1 0-1 0 0,-1 0 1 0 0,2 0-1 0 0,-1 1 0 0 0,8-13 1 0 0,41-57-39 0 0,-39 61 44 0 0,0 1 0 0 0,1 1 0 0 0,1 0 0 0 0,25-20 0 0 0,-35 32 1 0 0,1 0-1 0 0,0 0 0 0 0,-1 0 1 0 0,2 1-1 0 0,-1 0 0 0 0,0 1 1 0 0,1 0-1 0 0,0 0 1 0 0,-1 0-1 0 0,1 1 0 0 0,0 0 1 0 0,1 1-1 0 0,-1-1 0 0 0,0 2 1 0 0,15-1-1 0 0,-19 2 6 0 0,0 0 1 0 0,0 0-1 0 0,0 1 0 0 0,0-1 0 0 0,0 1 1 0 0,0 0-1 0 0,0 0 0 0 0,0 0 1 0 0,-1 0-1 0 0,1 1 0 0 0,-1-1 0 0 0,1 1 1 0 0,-1 0-1 0 0,0 0 0 0 0,0 0 0 0 0,-1 1 1 0 0,1-1-1 0 0,-1 1 0 0 0,1-1 0 0 0,-1 1 1 0 0,0 0-1 0 0,0 0 0 0 0,-1 0 1 0 0,1 0-1 0 0,1 6 0 0 0,1 7-46 0 0,0-1 0 0 0,-1 1-1 0 0,-1 0 1 0 0,-1 0 0 0 0,0 18-1 0 0,-2-16-801 0 0,2 27-2309 0 0,0-43 2205 0 0,-1 0 0 0 0,1 0 0 0 0,-1 0 0 0 0,1 0 0 0 0,0 0 0 0 0,1 0 0 0 0,1 3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6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54 173 3008 0 0,'32'-157'13892'0'0,"-27"141"-12541"0"0,-4 30-406 0 0,-3 30-146 0 0,-59 321 1546 0 0,59-359-2328 0 0,-5 29 79 0 0,-9 51 208 0 0,14-74-336 0 0,1 0 0 0 0,0 0 1 0 0,1 0-1 0 0,3 22 0 0 0,-3-32-64 0 0,1 0 0 0 0,-1 0 0 0 0,1 0 0 0 0,-1 0 0 0 0,1-1 0 0 0,0 1 0 0 0,0 0 0 0 0,-1-1 0 0 0,1 1 0 0 0,0 0 0 0 0,1-1 0 0 0,-1 1 0 0 0,0-1 0 0 0,0 1 0 0 0,1-1 0 0 0,-1 0 0 0 0,1 0 1 0 0,1 2-1 0 0,0-2-562 0 0,-1 0 1 0 0,1 0 0 0 0,0 0-1 0 0,0 0 1 0 0,-1 0 0 0 0,1-1-1 0 0,0 1 1 0 0,0-1 0 0 0,0 0-1 0 0,0 0 1 0 0,0 0 0 0 0,0 0 0 0 0,0 0-1 0 0,-1-1 1 0 0,5 0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6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185 138 800 0 0,'-184'7'15129'0'0,"214"-21"-14103"0"0,195-56-1675 0 0,-72 27-6668 0 0,-87 26 732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7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89 1156 0 0,'39'-54'11644'0'0,"-13"25"-6993"0"0,-26 29-4601 0 0,1-1 1 0 0,-1 1-1 0 0,0-1 1 0 0,0 1-1 0 0,1 0 1 0 0,-1-1-1 0 0,0 1 0 0 0,1 0 1 0 0,-1 0-1 0 0,0-1 1 0 0,1 1-1 0 0,-1 0 1 0 0,0 0-1 0 0,1-1 0 0 0,-1 1 1 0 0,1 0-1 0 0,-1 0 1 0 0,0 0-1 0 0,1 0 1 0 0,-1-1-1 0 0,1 1 1 0 0,-1 0-1 0 0,1 0 0 0 0,-1 0 1 0 0,1 0-1 0 0,-1 0 1 0 0,0 0-1 0 0,1 0 1 0 0,-1 0-1 0 0,1 0 0 0 0,-1 1 1 0 0,1-1-1 0 0,-1 0 1 0 0,1 0-1 0 0,0 1-4 0 0,-1 0-1 0 0,1 0 1 0 0,0 0-1 0 0,-1 0 0 0 0,0 0 1 0 0,1 0-1 0 0,-1 0 1 0 0,0 0-1 0 0,1 1 1 0 0,-1-1-1 0 0,0 0 0 0 0,0 0 1 0 0,0 1-1 0 0,-2 36 358 0 0,-10 18 105 0 0,-30 82-1 0 0,-3 9-1222 0 0,43-138 134 0 0,-7 37-1865 0 0,9-18-5199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7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64 3288 0 0,'29'-64'13393'0'0,"-47"65"-12444"0"0,12 2-824 0 0,1 0 0 0 0,-1-1 1 0 0,0 2-1 0 0,1-1 0 0 0,0 1 0 0 0,-1 0 0 0 0,2 0 0 0 0,-9 8 0 0 0,4-4-25 0 0,-2 1-30 0 0,0 1 0 0 0,1 0 0 0 0,0 0 0 0 0,0 1 0 0 0,1 0 0 0 0,1 1-1 0 0,0 0 1 0 0,-10 20 0 0 0,17-31-67 0 0,1 0-1 0 0,0 0 1 0 0,0 0 0 0 0,-1 0-1 0 0,1-1 1 0 0,0 1 0 0 0,0 0-1 0 0,0 0 1 0 0,0 0-1 0 0,0 0 1 0 0,0 0 0 0 0,0 0-1 0 0,1-1 1 0 0,-1 1 0 0 0,0 0-1 0 0,1 1 1 0 0,-1 0 3 0 0,7 8 12 0 0,-3-5-13 0 0,1-1 1 0 0,0 0-1 0 0,0-1 1 0 0,0 1-1 0 0,0-1 0 0 0,0 0 1 0 0,1 0-1 0 0,10 3 1 0 0,52 13-6 0 0,-48-15 7 0 0,31 12-1 0 0,-43-13-10 0 0,2 1 28 0 0,0 0-1 0 0,0 1 0 0 0,-1 0 1 0 0,14 9-1 0 0,-22-13 29 0 0,1 0 0 0 0,0 1 0 0 0,-1-1 0 0 0,1 0 1 0 0,-1 1-1 0 0,0-1 0 0 0,1 1 0 0 0,-1 0 0 0 0,0-1 0 0 0,0 1 0 0 0,0 0 1 0 0,0 0-1 0 0,0-1 0 0 0,-1 1 0 0 0,1 0 0 0 0,0 0 0 0 0,-1 0 0 0 0,0 0 1 0 0,1 0-1 0 0,-1 0 0 0 0,0 0 0 0 0,0 0 0 0 0,0 0 0 0 0,0 0 0 0 0,0 0 1 0 0,-1 0-1 0 0,1 0 0 0 0,0 0 0 0 0,-1 0 0 0 0,-1 3 0 0 0,-1 2 41 0 0,-1 0-1 0 0,0 0 1 0 0,-1-1 0 0 0,0 0-1 0 0,0 1 1 0 0,0-2-1 0 0,0 1 1 0 0,-1 0 0 0 0,0-1-1 0 0,0 0 1 0 0,-1-1-1 0 0,1 1 1 0 0,-1-1-1 0 0,0-1 1 0 0,0 1 0 0 0,-1-1-1 0 0,1 0 1 0 0,0-1-1 0 0,-10 2 1 0 0,9-2-320 0 0,1-1-1 0 0,0 0 1 0 0,-1 0 0 0 0,1-1 0 0 0,0 0 0 0 0,-1 0-1 0 0,1-1 1 0 0,-1 0 0 0 0,-8-2 0 0 0,11 1-500 0 0,0 0 0 0 0,0 1 0 0 0,0-2 0 0 0,0 1 0 0 0,0-1 0 0 0,0 0 0 0 0,1 0 0 0 0,-1 0 0 0 0,1 0 0 0 0,0-1 0 0 0,0 0 0 0 0,0 0 0 0 0,-3-4 0 0 0,-9-16-7616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7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97 572 0 0,'-1'-17'3116'0'0,"-3"3"-767"0"0,4 4-433 0 0,-2 1 848 0 0,2-8-1056 0 0,-1 3-608 0 0,4 4-392 0 0,7 5-444 0 0,9 5-1960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8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418 148 2312 0 0,'3'-15'2975'0'0,"1"-1"-1"0"0,1-25 0 0 0,-5 38-2728 0 0,0-1 0 0 0,0 1 0 0 0,0-1 0 0 0,0 0-1 0 0,0 1 1 0 0,-1-1 0 0 0,1 1 0 0 0,-1-1 0 0 0,0 1-1 0 0,0-1 1 0 0,-1 1 0 0 0,1 0 0 0 0,-1-1 0 0 0,1 1-1 0 0,-1 0 1 0 0,0 0 0 0 0,0 0 0 0 0,-3-3-1 0 0,2 5-202 0 0,1 0 0 0 0,-1 0-1 0 0,1 0 1 0 0,-1 0 0 0 0,0 0-1 0 0,1 0 1 0 0,-1 0 0 0 0,0 1-1 0 0,0 0 1 0 0,1-1 0 0 0,-1 1 0 0 0,0 0-1 0 0,0 0 1 0 0,0 1 0 0 0,1-1-1 0 0,-1 0 1 0 0,0 1 0 0 0,0 0-1 0 0,1 0 1 0 0,-1 0 0 0 0,-4 2-1 0 0,-10 5 13 0 0,0 0 0 0 0,0 1 0 0 0,1 2 0 0 0,0-1-1 0 0,0 2 1 0 0,-24 23 0 0 0,6 0 46 0 0,-43 56-1 0 0,62-71-80 0 0,0 1 0 0 0,2 1 1 0 0,-17 33-1 0 0,26-48-17 0 0,1 1 1 0 0,0-1-1 0 0,1 1 1 0 0,-1-1-1 0 0,1 1 1 0 0,1 0-1 0 0,0 0 1 0 0,0 0-1 0 0,0 0 1 0 0,1 0-1 0 0,0 0 1 0 0,1 0-1 0 0,-1 0 1 0 0,2 0-1 0 0,1 8 1 0 0,-2-12-3 0 0,1-1 1 0 0,-1 0 0 0 0,1 0-1 0 0,-1 0 1 0 0,1 0 0 0 0,0 0 0 0 0,0 0-1 0 0,0 0 1 0 0,1 0 0 0 0,-1-1-1 0 0,1 0 1 0 0,-1 1 0 0 0,1-1 0 0 0,0 0-1 0 0,0 0 1 0 0,5 3 0 0 0,-3-3 0 0 0,1 0 0 0 0,-1-1 0 0 0,0 1 0 0 0,1-1 0 0 0,-1 0 0 0 0,1-1 0 0 0,-1 1 0 0 0,1-1 0 0 0,10-1 0 0 0,-3 0 4 0 0,1-2 1 0 0,-1 0 0 0 0,0 0-1 0 0,0-1 1 0 0,0-1 0 0 0,-1 0 0 0 0,0-1-1 0 0,13-7 1 0 0,-12 4 3 0 0,0-1 0 0 0,0 0 0 0 0,-1 0 0 0 0,-1-2 0 0 0,14-16 1 0 0,46-68-16 0 0,-29 36-7 0 0,-41 59 12 0 0,-1 1 0 0 0,0-1 0 0 0,0 1 1 0 0,1-1-1 0 0,-1 1 0 0 0,0-1 0 0 0,1 1 0 0 0,-1 0 0 0 0,0-1 1 0 0,1 1-1 0 0,-1 0 0 0 0,1-1 0 0 0,-1 1 0 0 0,1 0 0 0 0,-1-1 0 0 0,1 1 1 0 0,-1 0-1 0 0,1 0 0 0 0,-1 0 0 0 0,1-1 0 0 0,-1 1 0 0 0,1 0 1 0 0,-1 0-1 0 0,2 0 0 0 0,3 10 12 0 0,-6 20 58 0 0,0-22-50 0 0,-17 142 179 0 0,17-120-178 0 0,0 0 0 0 0,2-1 1 0 0,4 34-1 0 0,-4-57-78 0 0,0-1 1 0 0,1 1-1 0 0,-1 0 1 0 0,1 0-1 0 0,0-1 0 0 0,1 1 1 0 0,-1-1-1 0 0,1 1 1 0 0,0-1-1 0 0,5 6 0 0 0,-7-10-92 0 0,1 1 0 0 0,-1-1 0 0 0,0 0 0 0 0,1 1 0 0 0,-1-1 0 0 0,1 0 0 0 0,0 0 0 0 0,-1 0 0 0 0,1 0-1 0 0,0-1 1 0 0,-1 1 0 0 0,1 0 0 0 0,0-1 0 0 0,0 1 0 0 0,0-1 0 0 0,0 1 0 0 0,0-1 0 0 0,-1 0 0 0 0,1 0 0 0 0,0 0-1 0 0,0 0 1 0 0,0 0 0 0 0,0 0 0 0 0,0-1 0 0 0,0 1 0 0 0,0-1 0 0 0,-1 1 0 0 0,1-1 0 0 0,0 0 0 0 0,0 1 0 0 0,-1-1-1 0 0,1 0 1 0 0,0 0 0 0 0,-1 0 0 0 0,3-3 0 0 0,0 1-709 0 0,1 0 1 0 0,-1-1-1 0 0,0 0 0 0 0,0 0 0 0 0,4-5 1 0 0,7-12-3712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8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133 166 1200 0 0,'52'-159'10550'0'0,"-47"152"-9891"0"0,-2 12 254 0 0,0 15-136 0 0,-9 37 344 0 0,-3 1 1 0 0,-26 93-1 0 0,27-117-892 0 0,6-27-190 0 0,-111 482 1244 0 0,111-476-1248 0 0,-3 14 199 0 0,-8 26 1 0 0,12-52-176 0 0,8-9 18 0 0,4-16-41 0 0,11-31 0 0 0,-13 30-13 0 0,16-29 0 0 0,-19 43-26 0 0,1 0 0 0 0,0 1-1 0 0,1 0 1 0 0,0 0-1 0 0,0 1 1 0 0,1 0 0 0 0,0 0-1 0 0,1 1 1 0 0,0 0-1 0 0,21-13 1 0 0,-26 19 1 0 0,0-1 1 0 0,0 1 0 0 0,0 0-1 0 0,0 0 1 0 0,0 1-1 0 0,0-1 1 0 0,1 1-1 0 0,-1 0 1 0 0,1 1 0 0 0,-1-1-1 0 0,0 1 1 0 0,1 0-1 0 0,-1 0 1 0 0,1 1 0 0 0,-1 0-1 0 0,1 0 1 0 0,-1 0-1 0 0,0 0 1 0 0,1 1-1 0 0,-1 0 1 0 0,0 0 0 0 0,0 1-1 0 0,-1-1 1 0 0,1 1-1 0 0,0 0 1 0 0,-1 0 0 0 0,6 6-1 0 0,-5-5 38 0 0,0 0 0 0 0,0 1 0 0 0,-1 0 0 0 0,0 0 0 0 0,0 0 0 0 0,0 0 0 0 0,-1 1 0 0 0,1-1 1 0 0,-1 1-1 0 0,-1 0 0 0 0,1 0 0 0 0,-1 0 0 0 0,0 0 0 0 0,-1 0 0 0 0,1 1 0 0 0,-1-1 0 0 0,0 1 0 0 0,-1-1 0 0 0,1 1 0 0 0,-1-1 0 0 0,-1 0 0 0 0,1 1 0 0 0,-1-1 0 0 0,0 1 0 0 0,-1-1 0 0 0,1 0 0 0 0,-1 0 0 0 0,-1 1 0 0 0,1-1 0 0 0,-1-1 0 0 0,0 1 0 0 0,0 0 0 0 0,-1-1 1 0 0,1 1-1 0 0,-10 8 0 0 0,5-5-3 0 0,-1-1 0 0 0,-1 0 1 0 0,0-1-1 0 0,0 0 1 0 0,0-1-1 0 0,-1 0 1 0 0,0 0-1 0 0,0-1 0 0 0,0 0 1 0 0,-1-1-1 0 0,0-1 1 0 0,0 0-1 0 0,0 0 1 0 0,0-1-1 0 0,0 0 0 0 0,0-1 1 0 0,-1-1-1 0 0,1 0 1 0 0,0-1-1 0 0,0 0 1 0 0,-20-5-1 0 0,28 5-287 0 0,-1-1 0 0 0,0 0 0 0 0,1 0 0 0 0,-1 0-1 0 0,1-1 1 0 0,0 0 0 0 0,0 0 0 0 0,0 0 0 0 0,0 0 0 0 0,0 0 0 0 0,0-1 0 0 0,1 0-1 0 0,0 0 1 0 0,0 0 0 0 0,-5-8 0 0 0,5 7-686 0 0,1 0-1 0 0,0-1 1 0 0,0 1-1 0 0,0-1 1 0 0,0 0-1 0 0,1 0 1 0 0,0 1 0 0 0,-1-9-1 0 0,2-13-5853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29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3096 0 0,'33'-41'9154'0'0,"-33"41"-9103"0"0,0 0 0 0 0,1 0 0 0 0,-1 0 0 0 0,0 0 0 0 0,0 0 0 0 0,1 0 0 0 0,-1 0 0 0 0,0 0 0 0 0,0 0 0 0 0,1 0 1 0 0,-1 0-1 0 0,0 0 0 0 0,0 0 0 0 0,1 0 0 0 0,-1 0 0 0 0,0 1 0 0 0,0-1 0 0 0,1 0 0 0 0,-1 0 0 0 0,0 0 0 0 0,0 0 0 0 0,0 0 0 0 0,1 1 0 0 0,-1-1 1 0 0,0 0-1 0 0,0 0 0 0 0,0 0 0 0 0,0 1 0 0 0,0-1 0 0 0,1 0 0 0 0,-1 0 0 0 0,0 0 0 0 0,0 1 0 0 0,0-1 0 0 0,0 0 0 0 0,0 0 0 0 0,0 1 0 0 0,0-1 0 0 0,5 11 834 0 0,17 412 5918 0 0,-27 0-6105 0 0,-5-333-624 0 0,-1 42-23 0 0,12-138-59 0 0,0 0 1 0 0,0 0-1 0 0,0 0 1 0 0,4-9-1 0 0,1-5-9 0 0,-3 10 24 0 0,5-31 10 0 0,2 1-1 0 0,2 1 1 0 0,29-64 0 0 0,-36 93-21 0 0,0-1 1 0 0,1 2-1 0 0,0-1 1 0 0,1 1-1 0 0,0 0 1 0 0,1 0 0 0 0,0 1-1 0 0,0 0 1 0 0,1 0-1 0 0,-1 1 1 0 0,2 0-1 0 0,-1 0 1 0 0,1 1 0 0 0,0 1-1 0 0,0 0 1 0 0,1 0-1 0 0,-1 1 1 0 0,16-4-1 0 0,-20 6 2 0 0,0 1-1 0 0,0 0 0 0 0,0 0 0 0 0,0 1 0 0 0,0 0 0 0 0,1 0 0 0 0,-1 0 0 0 0,0 1 1 0 0,0 0-1 0 0,0 0 0 0 0,0 0 0 0 0,0 1 0 0 0,0 0 0 0 0,0 0 0 0 0,0 1 0 0 0,-1 0 1 0 0,1 0-1 0 0,-1 0 0 0 0,0 0 0 0 0,0 1 0 0 0,0 0 0 0 0,8 8 0 0 0,-8-6 14 0 0,0 0 0 0 0,0 1 0 0 0,-1-1 0 0 0,1 1 1 0 0,-2 0-1 0 0,1 0 0 0 0,-1 0 0 0 0,0 0 0 0 0,0 1 0 0 0,-1-1 0 0 0,0 1 0 0 0,-1 0 0 0 0,1-1 0 0 0,-1 1 0 0 0,-1 0 0 0 0,0 0 0 0 0,-1 13 0 0 0,-1-6 127 0 0,-1 1 0 0 0,0-1 0 0 0,-1 0 0 0 0,-1 0 0 0 0,0 0 0 0 0,-1-1 0 0 0,-1 0 0 0 0,0 0 0 0 0,-1-1 0 0 0,0 1 0 0 0,-11 11-1 0 0,12-17-78 0 0,0 0-1 0 0,0-1 0 0 0,0 1 0 0 0,-1-1 0 0 0,0-1 0 0 0,-1 0 0 0 0,0 0 0 0 0,0 0 0 0 0,0-1 0 0 0,0-1 0 0 0,-1 0 0 0 0,1 0 1 0 0,-1 0-1 0 0,0-2 0 0 0,-1 1 0 0 0,1-1 0 0 0,-14 1 0 0 0,18-3-125 0 0,0 0 1 0 0,0-1-1 0 0,0 1 1 0 0,1-1-1 0 0,-1-1 1 0 0,0 1-1 0 0,1-1 1 0 0,-1 0-1 0 0,1 0 1 0 0,0 0-1 0 0,-1-1 0 0 0,1 0 1 0 0,0 0-1 0 0,1 0 1 0 0,-7-6-1 0 0,8 7-206 0 0,1 0 0 0 0,-1-1-1 0 0,1 1 1 0 0,0-1 0 0 0,-1 0-1 0 0,1 0 1 0 0,1 0 0 0 0,-1 0-1 0 0,0 0 1 0 0,1 0 0 0 0,-1 0 0 0 0,1-1-1 0 0,0 1 1 0 0,0-1 0 0 0,0 1-1 0 0,1-1 1 0 0,-1 1 0 0 0,1-1-1 0 0,0 1 1 0 0,0-1 0 0 0,0 1-1 0 0,0-1 1 0 0,1 1 0 0 0,-1-1 0 0 0,3-5-1 0 0,2-6-2697 0 0,2 0 0 0 0,9-16 0 0 0,-3 8-3080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0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1468 0 0,'45'-38'12877'0'0,"-42"38"-12111"0"0,1 0-578 0 0,0 0-1 0 0,-1 1 1 0 0,1-1-1 0 0,-1 1 1 0 0,1 0-1 0 0,-1 0 1 0 0,1 0-1 0 0,-1 1 1 0 0,0-1-1 0 0,0 1 1 0 0,0 0-1 0 0,6 4 1 0 0,-3-1 53 0 0,0 0 1 0 0,-1 0 0 0 0,1 1 0 0 0,-1 0 0 0 0,7 11 0 0 0,-2-1 14 0 0,-1 1 1 0 0,-1 0 0 0 0,-1 0-1 0 0,8 26 1 0 0,-11-28-187 0 0,0 1 0 0 0,-2 0 1 0 0,1 0-1 0 0,-2-1 0 0 0,0 1 1 0 0,-1 0-1 0 0,-1 0 1 0 0,0 0-1 0 0,-1 0 0 0 0,-1 0 1 0 0,0-1-1 0 0,-1 1 1 0 0,-8 17-1 0 0,12-32-66 0 0,0-1 1 0 0,0 1-1 0 0,0-1 1 0 0,0 1-1 0 0,0-1 1 0 0,0 1-1 0 0,0 0 1 0 0,-1-1-1 0 0,1 1 1 0 0,0-1-1 0 0,0 0 1 0 0,-1 1-1 0 0,1-1 1 0 0,0 1-1 0 0,-1-1 1 0 0,1 1-1 0 0,0-1 1 0 0,-1 0-1 0 0,1 1 1 0 0,-1-1-1 0 0,1 0 1 0 0,0 1-1 0 0,-1-1 1 0 0,1 0-1 0 0,-1 1 1 0 0,1-1-1 0 0,-1 0 1 0 0,1 0-1 0 0,-1 0 1 0 0,1 0-1 0 0,-1 0 1 0 0,1 1-1 0 0,-1-1 1 0 0,0 0-1 0 0,1 0 1 0 0,-1 0-1 0 0,1 0 1 0 0,-1 0-1 0 0,1-1 1 0 0,-1 1-1 0 0,1 0 1 0 0,-1 0-1 0 0,1 0 1 0 0,-1-1-1 0 0,0 0-3 0 0,1 0 1 0 0,-1 0-1 0 0,1 0 0 0 0,0 0 1 0 0,0 0-1 0 0,-1 0 1 0 0,1 0-1 0 0,0 0 0 0 0,0 0 1 0 0,0 0-1 0 0,0 0 0 0 0,0-1 1 0 0,0 1-1 0 0,1 0 1 0 0,-1-1-1 0 0,2-10-5 0 0,0 0 0 0 0,0 0 0 0 0,1 0 1 0 0,1 0-1 0 0,0 1 0 0 0,1 0 0 0 0,0 0 0 0 0,0 0 0 0 0,2 0 0 0 0,-1 1 0 0 0,1 0 1 0 0,14-15-1 0 0,-15 18-4 0 0,1 0 0 0 0,0 1 1 0 0,0 0-1 0 0,0 1 1 0 0,1 0-1 0 0,0 0 0 0 0,0 0 1 0 0,0 1-1 0 0,1 0 0 0 0,-1 1 1 0 0,1 0-1 0 0,0 0 0 0 0,0 1 1 0 0,0 0-1 0 0,0 0 1 0 0,19 0-1 0 0,-13 3 1 0 0,1 0 0 0 0,0 2 0 0 0,0-1 0 0 0,-1 2 1 0 0,0 0-1 0 0,0 1 0 0 0,18 7 0 0 0,98 57-28 0 0,-71-35 57 0 0,-57-32-16 0 0,-1-1 0 0 0,1 1 0 0 0,0-1-1 0 0,-1 0 1 0 0,1 0 0 0 0,0 0 0 0 0,0-1 0 0 0,0 1 0 0 0,-1-1 0 0 0,1 1 0 0 0,0-1-1 0 0,0 0 1 0 0,0 0 0 0 0,0 0 0 0 0,0 0 0 0 0,0-1 0 0 0,0 1 0 0 0,0-1-1 0 0,5-2 1 0 0,-6 2-3 0 0,1-1-1 0 0,-1 1 1 0 0,0-1-1 0 0,0 0 1 0 0,0 0-1 0 0,0 1 1 0 0,0-1-1 0 0,-1-1 1 0 0,1 1-1 0 0,-1 0 1 0 0,1 0 0 0 0,-1-1-1 0 0,0 1 1 0 0,0-1-1 0 0,0 1 1 0 0,0-1-1 0 0,0 1 1 0 0,0-1-1 0 0,-1 1 1 0 0,1-1-1 0 0,-1-4 1 0 0,1-4 4 0 0,0 0 0 0 0,-1 0 1 0 0,0 0-1 0 0,-1 0 0 0 0,-2-14 1 0 0,2 21-13 0 0,0 0 0 0 0,0 0 1 0 0,0 0-1 0 0,0 1 0 0 0,-1-1 1 0 0,0 0-1 0 0,1 0 1 0 0,-1 1-1 0 0,-1-1 0 0 0,1 1 1 0 0,0 0-1 0 0,-1 0 0 0 0,0 0 1 0 0,1 0-1 0 0,-1 0 1 0 0,-6-4-1 0 0,4 5-2 0 0,-13 1 6 0 0,14 2-1 0 0,-1 1-1 0 0,1-1 1 0 0,0 1-1 0 0,-1 0 1 0 0,1 0-1 0 0,0 0 1 0 0,0 1 0 0 0,0-1-1 0 0,0 1 1 0 0,1 0-1 0 0,-1 0 1 0 0,1 0-1 0 0,0 1 1 0 0,0-1 0 0 0,0 1-1 0 0,0 0 1 0 0,0-1-1 0 0,-2 6 1 0 0,-4 7-2 0 0,1 0 0 0 0,1 0 0 0 0,-8 25 1 0 0,11-31 4 0 0,2 0 0 0 0,-1 0 0 0 0,1 0 0 0 0,1 0 0 0 0,0 1 0 0 0,0-1 0 0 0,1 1 0 0 0,0-1 0 0 0,1 1 0 0 0,3 13 0 0 0,-3-18-28 0 0,1-1 1 0 0,-1 0 0 0 0,1 0 0 0 0,0 0 0 0 0,0 0-1 0 0,1-1 1 0 0,0 1 0 0 0,0 0 0 0 0,0-1 0 0 0,0 0-1 0 0,0 0 1 0 0,1 0 0 0 0,0 0 0 0 0,0 0 0 0 0,0-1 0 0 0,0 0-1 0 0,1 0 1 0 0,-1 0 0 0 0,1 0 0 0 0,-1-1 0 0 0,1 0-1 0 0,5 2 1 0 0,2 0-481 0 0,-1-1 0 0 0,1 0-1 0 0,0-1 1 0 0,0-1 0 0 0,0 0-1 0 0,0 0 1 0 0,0-1 0 0 0,0-1 0 0 0,0 0-1 0 0,19-4 1 0 0,-14 1-718 0 0,-1-1 1 0 0,0-1-1 0 0,0 0 0 0 0,0-1 0 0 0,-1 0 1 0 0,28-20-1 0 0,-5 1-2939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0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2484 0 0,'30'-70'5727'0'0,"-20"43"-2164"0"0,16-30-1 0 0,-26 56-3497 0 0,1 1-1 0 0,-1-1 1 0 0,0 1 0 0 0,1-1-1 0 0,-1 0 1 0 0,0 1 0 0 0,1-1-1 0 0,-1 1 1 0 0,1-1 0 0 0,-1 1-1 0 0,0-1 1 0 0,1 1 0 0 0,-1-1-1 0 0,1 1 1 0 0,0 0-1 0 0,-1-1 1 0 0,1 1 0 0 0,-1-1-1 0 0,1 1 1 0 0,0 0 0 0 0,-1 0-1 0 0,1 0 1 0 0,0-1 0 0 0,-1 1-1 0 0,1 0 1 0 0,0 0 0 0 0,-1 0-1 0 0,1 0 1 0 0,1 0 0 0 0,-1 1 15 0 0,1-1 1 0 0,-1 1 0 0 0,0 0 0 0 0,0-1 0 0 0,1 1 0 0 0,-1 0 0 0 0,0 0 0 0 0,0 0-1 0 0,0 0 1 0 0,0 0 0 0 0,0 0 0 0 0,0 1 0 0 0,1 1 0 0 0,4 7 291 0 0,-1 0 1 0 0,8 19 0 0 0,-11-25-249 0 0,28 91 917 0 0,0 3-587 0 0,-26-87-414 0 0,1-1 0 0 0,0 1-1 0 0,1-1 1 0 0,0 0-1 0 0,1-1 1 0 0,11 15 0 0 0,-15-22-26 0 0,-1 1 0 0 0,1 0 0 0 0,-1-1 1 0 0,1 0-1 0 0,0 1 0 0 0,0-1 0 0 0,0 0 1 0 0,0 0-1 0 0,1-1 0 0 0,-1 1 0 0 0,0-1 1 0 0,1 0-1 0 0,-1 0 0 0 0,1 0 1 0 0,-1 0-1 0 0,1 0 0 0 0,-1-1 0 0 0,1 1 1 0 0,0-1-1 0 0,6-1 0 0 0,-5 0-5 0 0,0 0-1 0 0,0-1 0 0 0,0 0 1 0 0,0 0-1 0 0,0 0 1 0 0,0 0-1 0 0,-1-1 1 0 0,1 0-1 0 0,-1 0 0 0 0,0 0 1 0 0,0 0-1 0 0,0-1 1 0 0,0 0-1 0 0,3-4 1 0 0,74-93 49 0 0,4-5-192 0 0,-81 102 125 0 0,0 1 1 0 0,0-1-1 0 0,1 1 1 0 0,-1 0 0 0 0,1 0-1 0 0,0 0 1 0 0,0 1-1 0 0,0 0 1 0 0,7-3 0 0 0,-5 3-18 0 0,-1 1 0 0 0,1 0 1 0 0,-1 0-1 0 0,1 1 1 0 0,0-1-1 0 0,-1 1 0 0 0,1 1 1 0 0,0 0-1 0 0,8 1 0 0 0,3 1-191 0 0,67 9-1539 0 0,-59-6 688 0 0,0-2 1 0 0,0-1-1 0 0,0-1 0 0 0,0-2 1 0 0,1 0-1 0 0,32-5 0 0 0,-55 4 1003 0 0,0 0 0 0 0,0 0 0 0 0,-1 0-1 0 0,1 0 1 0 0,0 0 0 0 0,0-1 0 0 0,-1 0 0 0 0,1 0-1 0 0,-1 0 1 0 0,1 0 0 0 0,-1-1 0 0 0,0 1 0 0 0,0-1-1 0 0,0 0 1 0 0,0 1 0 0 0,-1-1 0 0 0,1-1 0 0 0,-1 1 0 0 0,3-4-1 0 0,-3 1 413 0 0,1 0 0 0 0,-1 0 0 0 0,-1 0 0 0 0,1 0 0 0 0,-1-1 0 0 0,0 1 0 0 0,-1 0 0 0 0,1-1 0 0 0,-1 1 0 0 0,0 0 0 0 0,-2-12 0 0 0,-3-13 1654 0 0,-9 68-452 0 0,5-4-1077 0 0,2 1 0 0 0,2 0-1 0 0,1 0 1 0 0,0 68 0 0 0,4-100-530 0 0,0 1 1 0 0,0 0-1 0 0,1 0 1 0 0,-1-1-1 0 0,1 1 1 0 0,0 0-1 0 0,-1 0 0 0 0,1-1 1 0 0,1 1-1 0 0,-1-1 1 0 0,0 1-1 0 0,0-1 1 0 0,1 0-1 0 0,0 1 1 0 0,-1-1-1 0 0,1 0 1 0 0,0 0-1 0 0,0 0 0 0 0,0 0 1 0 0,0 0-1 0 0,0-1 1 0 0,1 1-1 0 0,-1-1 1 0 0,5 3-1 0 0,-4-3-528 0 0,0 0 0 0 0,0 0 1 0 0,0-1-1 0 0,0 1 0 0 0,-1-1 0 0 0,1 0 0 0 0,0 0 0 0 0,0 0 1 0 0,0 0-1 0 0,0 0 0 0 0,0-1 0 0 0,0 0 0 0 0,0 1 0 0 0,0-1 0 0 0,4-2 1 0 0,10-3-6953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0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54 2336 0 0,'-17'-12'2228'0'0,"-2"1"-455"0"0,5 3-317 0 0,-1-1-268 0 0,3 4-280 0 0,0 0-204 0 0,0 1 292 0 0,-5 6-416 0 0,5 7-580 0 0,12 11-1292 0 0,7-9-2136 0 0,-1 2-1617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1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293 828 636 0 0,'1'-3'645'0'0,"1"1"1"0"0,-1-1-1 0 0,1 1 1 0 0,-1-1-1 0 0,0 0 1 0 0,0 1-1 0 0,0-1 0 0 0,0 0 1 0 0,-1 0-1 0 0,1 0 1 0 0,-1 1-1 0 0,1-1 0 0 0,-1 0 1 0 0,0 0-1 0 0,0 0 1 0 0,-1 0-1 0 0,0-4 1 0 0,-1-4 423 0 0,-1 1 0 0 0,0-1 1 0 0,-6-11-1 0 0,8 19-916 0 0,1 2-120 0 0,-1 0 0 0 0,0 1 1 0 0,0-1-1 0 0,1 0 0 0 0,-1 0 1 0 0,0 0-1 0 0,0 1 0 0 0,0-1 1 0 0,0 0-1 0 0,0 1 0 0 0,0-1 1 0 0,0 1-1 0 0,0-1 0 0 0,-1 1 1 0 0,1-1-1 0 0,0 1 0 0 0,0 0 1 0 0,0 0-1 0 0,0 0 0 0 0,-1-1 1 0 0,1 1-1 0 0,0 0 0 0 0,0 0 1 0 0,0 1-1 0 0,-1-1 0 0 0,-1 0 1 0 0,-32 9 234 0 0,18-1-238 0 0,0 1-1 0 0,1 0 0 0 0,0 1 0 0 0,1 1 1 0 0,0 1-1 0 0,0 0 0 0 0,1 1 1 0 0,1 0-1 0 0,0 1 0 0 0,1 1 0 0 0,0 0 1 0 0,2 1-1 0 0,-10 17 0 0 0,17-29-21 0 0,1 1 0 0 0,0-1-1 0 0,0 1 1 0 0,1 0 0 0 0,-1-1-1 0 0,1 1 1 0 0,0 0-1 0 0,1 0 1 0 0,-1 0 0 0 0,1 0-1 0 0,0 0 1 0 0,0-1 0 0 0,1 7-1 0 0,0-9-3 0 0,-1 1 1 0 0,1-1-1 0 0,0 1 0 0 0,0-1 0 0 0,1 0 1 0 0,-1 0-1 0 0,0 1 0 0 0,1-1 0 0 0,-1 0 1 0 0,1 0-1 0 0,0 0 0 0 0,0-1 0 0 0,0 1 1 0 0,0 0-1 0 0,0-1 0 0 0,0 1 0 0 0,0-1 1 0 0,0 1-1 0 0,0-1 0 0 0,1 0 0 0 0,-1 0 1 0 0,1 0-1 0 0,-1-1 0 0 0,1 1 0 0 0,-1 0 0 0 0,4-1 1 0 0,0 1-4 0 0,1 0 0 0 0,-1-1 1 0 0,0 0-1 0 0,1 0 1 0 0,-1-1-1 0 0,0 0 0 0 0,0 0 1 0 0,0 0-1 0 0,0-1 1 0 0,0 0-1 0 0,0 0 0 0 0,0 0 1 0 0,0-1-1 0 0,-1 0 0 0 0,1 0 1 0 0,-1 0-1 0 0,0-1 1 0 0,7-6-1 0 0,8-8 22 0 0,0-1-1 0 0,-2-1 1 0 0,17-22 0 0 0,-11 13 20 0 0,13-14 141 0 0,-35 41-160 0 0,-1 2-20 0 0,-1 0 1 0 0,1 0 0 0 0,0 0-1 0 0,0 1 1 0 0,0-1 0 0 0,0 0-1 0 0,-1 0 1 0 0,1 0-1 0 0,0 1 1 0 0,0-1 0 0 0,-1 1-1 0 0,1-1 1 0 0,0 0 0 0 0,-1 1-1 0 0,1-1 1 0 0,0 1-1 0 0,0 0 1 0 0,7 46 91 0 0,-5-31-64 0 0,-1 1 0 0 0,2-1 1 0 0,0 0-1 0 0,10 22 0 0 0,-12-33-21 0 0,0 0 0 0 0,1-1-1 0 0,0 0 1 0 0,0 1 0 0 0,0-1 0 0 0,0 0-1 0 0,1 0 1 0 0,-1-1 0 0 0,1 1 0 0 0,0-1-1 0 0,0 0 1 0 0,0 0 0 0 0,1 0 0 0 0,-1-1-1 0 0,1 1 1 0 0,0-1 0 0 0,-1 0 0 0 0,11 3-1 0 0,-7-3-1 0 0,1 0-1 0 0,0-1 0 0 0,0 0 1 0 0,0 0-1 0 0,0-1 0 0 0,0 0 0 0 0,0-1 1 0 0,0 0-1 0 0,0 0 0 0 0,10-3 0 0 0,-6 0-3 0 0,-1 0-1 0 0,1-1 0 0 0,-1-1 0 0 0,-1 0 1 0 0,1 0-1 0 0,13-11 0 0 0,5-7-66 0 0,-1-2 0 0 0,-1-1 0 0 0,41-52 0 0 0,-34 33-24 0 0,-2-1 0 0 0,-2-1 0 0 0,-2-2 0 0 0,-2-1 0 0 0,36-98 0 0 0,-42 89 35 0 0,16-77 0 0 0,-30 103 45 0 0,-1 0 1 0 0,-2-1-1 0 0,-2-66 0 0 0,-2 96 8 0 0,-1 0-1 0 0,1 0 0 0 0,-1 1 0 0 0,0-1 0 0 0,-3-7 1 0 0,3 12-2 0 0,1 0 0 0 0,0 0 1 0 0,-1-1-1 0 0,1 1 0 0 0,0 0 1 0 0,-1-1-1 0 0,1 1 0 0 0,0 0 1 0 0,-1 0-1 0 0,1 0 0 0 0,0-1 1 0 0,-1 1-1 0 0,1 0 0 0 0,-1 0 1 0 0,1 0-1 0 0,0 0 0 0 0,-1 0 1 0 0,1 0-1 0 0,-1 0 0 0 0,1 0 1 0 0,-1 0-1 0 0,1 0 0 0 0,0 0 1 0 0,-1 0-1 0 0,1 0 0 0 0,-1 0 1 0 0,1 0-1 0 0,0 0 0 0 0,-1 1 1 0 0,0-1-1 0 0,-11 6 6 0 0,7-2 1 0 0,0 1 1 0 0,0 0-1 0 0,1 0 1 0 0,0 0-1 0 0,0 1 1 0 0,0-1-1 0 0,-5 13 1 0 0,-18 48 216 0 0,21-50-122 0 0,-32 94 462 0 0,5 0 0 0 0,-27 171 1 0 0,57-263-529 0 0,0 0 0 0 0,2 0 1 0 0,0 0-1 0 0,1 1 0 0 0,1-1 1 0 0,2 18-1 0 0,-1-28-23 0 0,-1-1-1 0 0,1 1 1 0 0,1-1 0 0 0,-1 0 0 0 0,1 0 0 0 0,0 0-1 0 0,1 0 1 0 0,0-1 0 0 0,0 1 0 0 0,0-1 0 0 0,1 0-1 0 0,0 0 1 0 0,0-1 0 0 0,0 1 0 0 0,1-1 0 0 0,-1 0-1 0 0,8 4 1 0 0,-3-3-2 0 0,0 0-1 0 0,0-1 0 0 0,0 0 1 0 0,1-1-1 0 0,-1 0 1 0 0,1-1-1 0 0,0 0 0 0 0,0 0 1 0 0,1-1-1 0 0,-1-1 1 0 0,15 0-1 0 0,-10-1-2 0 0,0-1-1 0 0,0-1 1 0 0,0-1-1 0 0,0 0 1 0 0,0-1 0 0 0,0-1-1 0 0,16-7 1 0 0,3-5-7 0 0,-1-1 0 0 0,-2-1 0 0 0,0-2 0 0 0,-1-1 0 0 0,55-52 0 0 0,-66 55-2 0 0,35-44 1 0 0,-48 54-2 0 0,0-1 1 0 0,0 0 0 0 0,-2-1 0 0 0,1 1 0 0 0,-1-1 0 0 0,-1 0 0 0 0,5-15 0 0 0,-8 25 0 0 0,-1 0 0 0 0,0-1-1 0 0,1 1 1 0 0,-1 0 0 0 0,0-1 0 0 0,0 1 0 0 0,1 0 0 0 0,-1-1 0 0 0,0 1 0 0 0,0 0 0 0 0,-1-1 0 0 0,1 1 0 0 0,0 0 0 0 0,0-1 0 0 0,-1 1 0 0 0,1 0 0 0 0,-1 0 0 0 0,1-1 0 0 0,-1 1 0 0 0,1 0-1 0 0,-1 0 1 0 0,0 0 0 0 0,1-1 0 0 0,-1 1 0 0 0,0 0 0 0 0,0 0 0 0 0,0 0 0 0 0,0 0 0 0 0,-2-1 0 0 0,1 1 2 0 0,0 1 1 0 0,1 0-1 0 0,-1-1 0 0 0,0 1 1 0 0,0 0-1 0 0,0-1 0 0 0,0 1 1 0 0,1 0-1 0 0,-1 1 0 0 0,0-1 1 0 0,0 0-1 0 0,0 0 1 0 0,1 1-1 0 0,-1-1 0 0 0,0 1 1 0 0,0 0-1 0 0,1-1 0 0 0,-1 1 1 0 0,0 0-1 0 0,-2 2 0 0 0,-13 8 37 0 0,1 1-1 0 0,0 1 0 0 0,1 0 0 0 0,0 1 1 0 0,1 1-1 0 0,-15 21 0 0 0,20-24 2 0 0,0 1 1 0 0,1 0-1 0 0,1 0 0 0 0,0 1 0 0 0,0 0 1 0 0,2 1-1 0 0,-1-1 0 0 0,-5 29 0 0 0,11-39-28 0 0,-1 0 0 0 0,1-1-1 0 0,0 1 1 0 0,0 0 0 0 0,0-1-1 0 0,0 1 1 0 0,1 0-1 0 0,0-1 1 0 0,-1 1 0 0 0,1-1-1 0 0,0 1 1 0 0,1-1 0 0 0,-1 1-1 0 0,1-1 1 0 0,-1 0-1 0 0,1 1 1 0 0,3 3 0 0 0,-1-3 1 0 0,0 1 1 0 0,1-1-1 0 0,-1 0 1 0 0,1 0 0 0 0,0-1-1 0 0,0 1 1 0 0,0-1-1 0 0,1 0 1 0 0,9 4-1 0 0,4-1-66 0 0,1 0-1 0 0,0-1 1 0 0,0-1-1 0 0,1 0 1 0 0,24 0-1 0 0,5-2-1432 0 0,0-2-1 0 0,50-7 0 0 0,32-17-7395 0 0,-81 10 2636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45 161 892 0 0,'-3'-1'2463'0'0,"-38"-10"6842"0"0,41 8-8542 0 0,1 1-697 0 0,-1 1 1 0 0,1 0-1 0 0,0-1 0 0 0,0 1 0 0 0,0-1 0 0 0,0 1 0 0 0,0 0 1 0 0,0 0-1 0 0,0-1 0 0 0,0 1 0 0 0,1 0 0 0 0,-1 0 0 0 0,0 0 1 0 0,1 1-1 0 0,-1-1 0 0 0,1 0 0 0 0,-1 0 0 0 0,3 0 0 0 0,37-12 424 0 0,-34 11-427 0 0,118-25 100 0 0,184-15 0 0 0,-215 32-983 0 0,86-9-3663 0 0,-147 16 2357 0 0,33-4-3600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596 627 3140 0 0,'-70'-23'10207'0'0,"44"14"-8381"0"0,0 0 1 0 0,-37-6 0 0 0,54 14-1726 0 0,-1 0 0 0 0,1 0 0 0 0,-1 1 0 0 0,1 0 0 0 0,-1 1 0 0 0,0 0 0 0 0,1 0 0 0 0,0 1 0 0 0,-1 0 0 0 0,-14 7 0 0 0,2 0-36 0 0,0 2 0 0 0,1 1 0 0 0,1 0 0 0 0,0 2 0 0 0,1 0 0 0 0,-34 33 0 0 0,41-35-45 0 0,0 1-1 0 0,0 0 0 0 0,2 1 0 0 0,-1 1 1 0 0,2-1-1 0 0,0 2 0 0 0,1-1 0 0 0,0 1 1 0 0,1 0-1 0 0,-5 20 0 0 0,11-32-10 0 0,0 0-1 0 0,0-1 0 0 0,0 1 1 0 0,1 0-1 0 0,-1 0 1 0 0,1 0-1 0 0,0-1 1 0 0,0 1-1 0 0,1 0 0 0 0,-1 0 1 0 0,1 0-1 0 0,-1-1 1 0 0,1 1-1 0 0,0 0 0 0 0,1-1 1 0 0,-1 1-1 0 0,1-1 1 0 0,-1 1-1 0 0,1-1 1 0 0,0 1-1 0 0,0-1 0 0 0,1 0 1 0 0,-1 0-1 0 0,1 0 1 0 0,-1-1-1 0 0,1 1 0 0 0,0-1 1 0 0,0 1-1 0 0,0-1 1 0 0,0 0-1 0 0,1 0 0 0 0,-1 0 1 0 0,1 0-1 0 0,-1-1 1 0 0,1 0-1 0 0,5 2 1 0 0,4 1 7 0 0,0-1 0 0 0,0-1 0 0 0,0 0 0 0 0,0-1 0 0 0,0-1 0 0 0,1 0 0 0 0,-1 0 0 0 0,0-1 0 0 0,20-5 0 0 0,-16 2-11 0 0,0-1 0 0 0,-1-1 0 0 0,1 0 0 0 0,-2-1 1 0 0,1-1-1 0 0,-1-1 0 0 0,21-14 0 0 0,-16 7-6 0 0,-2 1 1 0 0,1-2-1 0 0,-2-1 0 0 0,26-34 0 0 0,-18 16-8 0 0,-1-2-1 0 0,-2-1 0 0 0,-1-1 0 0 0,-3 0 1 0 0,20-63-1 0 0,-22 52 74 0 0,-2-1 0 0 0,-3 0 1 0 0,-2 0-1 0 0,-2-1 0 0 0,-3 0 0 0 0,-2 0 1 0 0,-5-60-1 0 0,-4 76 203 0 0,6 37-258 0 0,1-1 1 0 0,0 1 0 0 0,-1 0-1 0 0,1-1 1 0 0,0 1 0 0 0,0 0-1 0 0,-1 0 1 0 0,1-1 0 0 0,-1 1-1 0 0,1 0 1 0 0,0 0-1 0 0,-1-1 1 0 0,1 1 0 0 0,-1 0-1 0 0,1 0 1 0 0,0 0 0 0 0,-1 0-1 0 0,1 0 1 0 0,-1-1 0 0 0,1 1-1 0 0,-1 0 1 0 0,1 0 0 0 0,-1 0-1 0 0,1 0 1 0 0,0 0 0 0 0,-1 1-1 0 0,1-1 1 0 0,-1 0 0 0 0,1 0-1 0 0,-1 0 1 0 0,0 0 0 0 0,-12 7 251 0 0,5 2-137 0 0,1 0 0 0 0,1 0 1 0 0,0 0-1 0 0,0 1 0 0 0,0 0 0 0 0,2 1 0 0 0,-1-1 0 0 0,1 1 0 0 0,-2 11 0 0 0,-5 6 53 0 0,-9 29 43 0 0,2 0 1 0 0,3 1-1 0 0,-15 111 1 0 0,27-133-214 0 0,1-1-1 0 0,1 0 1 0 0,2 1 0 0 0,2-1 0 0 0,1 1 0 0 0,2-1 0 0 0,19 64 0 0 0,-14-69-609 0 0,2-1 1 0 0,0-1-1 0 0,2 0 1 0 0,1-1-1 0 0,2-1 1 0 0,39 46 0 0 0,-34-47-2029 0 0,1-1 1 0 0,1-2-1 0 0,41 30 1 0 0,-18-20-5001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3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308 336 36 0 0,'12'-28'3231'0'0,"-1"0"1"0"0,-2 0-1 0 0,0-1 1 0 0,5-42-1 0 0,-14 71-3206 0 0,0-1 0 0 0,0 1 0 0 0,0-1-1 0 0,0 1 1 0 0,0-1 0 0 0,0 1-1 0 0,0 0 1 0 0,0-1 0 0 0,0 1 0 0 0,0-1-1 0 0,0 1 1 0 0,-1 0 0 0 0,1-1-1 0 0,0 1 1 0 0,0-1 0 0 0,0 1-1 0 0,-1 0 1 0 0,1-1 0 0 0,0 1 0 0 0,0 0-1 0 0,-1-1 1 0 0,1 1 0 0 0,0 0-1 0 0,-1 0 1 0 0,1-1 0 0 0,0 1 0 0 0,-1 0-1 0 0,1 0 1 0 0,-1-1 0 0 0,1 1-1 0 0,0 0 1 0 0,-1 0 0 0 0,1 0-1 0 0,-1 0 1 0 0,1 0 0 0 0,0 0 0 0 0,-1 0-1 0 0,1 0 1 0 0,-1 0 0 0 0,1 0-1 0 0,-1 0 1 0 0,1 0 0 0 0,0 0-1 0 0,-1 0 1 0 0,0 0 0 0 0,-17 4 246 0 0,17-4-280 0 0,-11 6 178 0 0,0 0-1 0 0,0 0 1 0 0,1 1 0 0 0,0 0-1 0 0,0 1 1 0 0,-11 11-1 0 0,3-4 15 0 0,-13 10 28 0 0,2 2 0 0 0,1 1 0 0 0,0 1-1 0 0,-40 56 1 0 0,65-79-198 0 0,0 0 0 0 0,0 1 0 0 0,1-1 0 0 0,-1 1 0 0 0,2 0 1 0 0,-1 0-1 0 0,1 0 0 0 0,0 0 0 0 0,-1 9 0 0 0,3-14-7 0 0,-1 0 1 0 0,1 0 0 0 0,0 0-1 0 0,1 0 1 0 0,-1 0-1 0 0,0 0 1 0 0,0 0 0 0 0,1 0-1 0 0,-1-1 1 0 0,1 1 0 0 0,0 0-1 0 0,0 0 1 0 0,-1 0-1 0 0,1-1 1 0 0,3 4 0 0 0,-3-3-1 0 0,1-1 0 0 0,0 1 0 0 0,0-1 0 0 0,0 1 0 0 0,0-1 0 0 0,0 0 0 0 0,0 0 0 0 0,0 0 0 0 0,0 0 1 0 0,0-1-1 0 0,0 1 0 0 0,0 0 0 0 0,1-1 0 0 0,-1 1 0 0 0,0-1 0 0 0,5 0 0 0 0,3 0 7 0 0,1-1-1 0 0,-1 0 1 0 0,1 0 0 0 0,-1-1-1 0 0,0 0 1 0 0,0-1-1 0 0,0-1 1 0 0,0 1-1 0 0,18-11 1 0 0,-4 1 5 0 0,0-2 1 0 0,33-26-1 0 0,69-76 13 0 0,-18 14-161 0 0,-107 102 98 0 0,0 2 29 0 0,0-1 0 0 0,-1 1 1 0 0,1 0-1 0 0,-1-1 1 0 0,1 1-1 0 0,-1 0 1 0 0,1-1-1 0 0,-1 1 1 0 0,0 0-1 0 0,1 0 1 0 0,-1 0-1 0 0,0 0 1 0 0,0-1-1 0 0,1 1 0 0 0,-1 1 1 0 0,-1 4 4 0 0,-4 14 1 0 0,1 0 0 0 0,1 1 0 0 0,1-1 1 0 0,1 0-1 0 0,2 26 0 0 0,0-42 0 0 0,-1 1 0 0 0,1-1 0 0 0,0 1 0 0 0,0-1 0 0 0,0 1 0 0 0,1-1 0 0 0,-1 0 0 0 0,1 0 0 0 0,0 0 0 0 0,0 0 0 0 0,1 0 0 0 0,-1 0 0 0 0,1-1 0 0 0,0 1 0 0 0,0-1 0 0 0,0 1 0 0 0,0-1 0 0 0,1 0 0 0 0,-1 0 0 0 0,1-1 0 0 0,0 1 0 0 0,0-1 0 0 0,0 0 0 0 0,0 0 0 0 0,0 0 0 0 0,0 0 0 0 0,1-1 0 0 0,-1 0 0 0 0,0 0 1 0 0,7 1-1 0 0,2 0 7 0 0,-1-1 0 0 0,1 0 0 0 0,-1-1 0 0 0,1-1 0 0 0,-1 0 0 0 0,1 0 0 0 0,-1-1 0 0 0,1-1 0 0 0,-1 0 0 0 0,0-1 0 0 0,0 0 0 0 0,-1-1 0 0 0,1 0 0 0 0,18-12 0 0 0,-11 4-9 0 0,0-1-1 0 0,0-1 1 0 0,-2 0-1 0 0,0-2 1 0 0,-1 0-1 0 0,-1-1 1 0 0,14-20-1 0 0,78-130-3 0 0,-45 65-43 0 0,-61 102 42 0 0,0-1 0 0 0,0 1 0 0 0,0 0-1 0 0,0-1 1 0 0,0 1 0 0 0,0 0 0 0 0,1 0 0 0 0,-1-1 0 0 0,0 1 0 0 0,1 0 0 0 0,-1 0 0 0 0,1 1 0 0 0,-1-1-1 0 0,1 0 1 0 0,-1 0 0 0 0,1 1 0 0 0,0-1 0 0 0,-1 1 0 0 0,1-1 0 0 0,0 1 0 0 0,-1 0 0 0 0,4 0-1 0 0,-2 0 2 0 0,0 0 0 0 0,1 1-1 0 0,-1 0 1 0 0,0-1 0 0 0,1 2-1 0 0,-1-1 1 0 0,0 0 0 0 0,0 0-1 0 0,0 1 1 0 0,5 3-1 0 0,3 3 4 0 0,0 1-1 0 0,-1 0 0 0 0,0 0 0 0 0,14 19 0 0 0,-16-18 26 0 0,0 1 1 0 0,-1 0-1 0 0,0 0 1 0 0,-1 0-1 0 0,0 1 1 0 0,-1 0-1 0 0,0 0 1 0 0,-1 1-1 0 0,-1-1 0 0 0,5 25 1 0 0,-8-29 39 0 0,1 0 0 0 0,-1 1 0 0 0,0-1 1 0 0,-1 0-1 0 0,0 0 0 0 0,0 0 0 0 0,-1 0 0 0 0,0 0 0 0 0,0 0 1 0 0,-1 0-1 0 0,0 0 0 0 0,0-1 0 0 0,-1 0 0 0 0,0 1 0 0 0,-1-1 1 0 0,1-1-1 0 0,-1 1 0 0 0,-8 8 0 0 0,6-8-35 0 0,-1 0 0 0 0,0-1 0 0 0,0 0 0 0 0,0 0 0 0 0,-1 0 0 0 0,1-1 1 0 0,-1 0-1 0 0,-1-1 0 0 0,1 0 0 0 0,-1-1 0 0 0,1 0 0 0 0,-1 0 0 0 0,0-1 0 0 0,-12 1 0 0 0,10-2-1003 0 0,-1 0 0 0 0,1-1 1 0 0,-22-2-1 0 0,11-7-6961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4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1228 0 0,'1'-2'2332'0'0,"2"-3"-1587"0"0,-1 0 0 0 0,1 0 0 0 0,0 0 0 0 0,0 1 0 0 0,0-1 0 0 0,1 1 0 0 0,-1 0-1 0 0,1 0 1 0 0,0 0 0 0 0,0 0 0 0 0,9-5 0 0 0,-7 6-548 0 0,-1 1 1 0 0,1-1-1 0 0,-1 1 0 0 0,1 0 0 0 0,0 0 1 0 0,0 1-1 0 0,0-1 0 0 0,0 1 0 0 0,0 1 1 0 0,0-1-1 0 0,0 1 0 0 0,0 0 0 0 0,1 1 0 0 0,-1-1 1 0 0,0 1-1 0 0,0 0 0 0 0,7 3 0 0 0,-5-1-142 0 0,-1-1 0 0 0,0 2 0 0 0,0-1 0 0 0,0 1 0 0 0,0 0 0 0 0,0 1-1 0 0,-1-1 1 0 0,0 1 0 0 0,0 0 0 0 0,0 1 0 0 0,0 0 0 0 0,-1 0 0 0 0,0 0-1 0 0,0 0 1 0 0,-1 1 0 0 0,0 0 0 0 0,0 0 0 0 0,-1 0 0 0 0,1 0 0 0 0,-2 0-1 0 0,1 1 1 0 0,-1 0 0 0 0,0-1 0 0 0,0 1 0 0 0,-1 0 0 0 0,0 0 0 0 0,-1 0-1 0 0,0 0 1 0 0,0 0 0 0 0,0 0 0 0 0,-1 0 0 0 0,0-1 0 0 0,-1 1 0 0 0,0 0-1 0 0,-3 8 1 0 0,-33 76 1213 0 0,37-89-976 0 0,1-3-268 0 0,-1 0-1 0 0,1 0 1 0 0,0 0-1 0 0,0 1 1 0 0,0-1-1 0 0,0 0 1 0 0,0 0-1 0 0,-1 0 1 0 0,1 0-1 0 0,0 1 1 0 0,0-1-1 0 0,0 0 1 0 0,-1 0-1 0 0,1 0 1 0 0,0 0-1 0 0,0 0 1 0 0,0 0-1 0 0,-1 1 1 0 0,1-1-1 0 0,0 0 1 0 0,0 0-1 0 0,-1 0 1 0 0,1 0-1 0 0,0 0 1 0 0,0 0-1 0 0,-1 0 1 0 0,1 0-1 0 0,0 0 1 0 0,-1 0-1 0 0,5-10 31 0 0,0 0 1 0 0,1 0-1 0 0,0 1 0 0 0,0-1 0 0 0,1 1 1 0 0,11-13-1 0 0,47-49 8 0 0,-64 71-62 0 0,30-31 35 0 0,48-37-1 0 0,-62 56-12 0 0,0 1-1 0 0,0 1 1 0 0,1 0 0 0 0,0 1 0 0 0,29-10 0 0 0,-43 18-18 0 0,1 0 1 0 0,-1 0-1 0 0,0 0 1 0 0,0 1-1 0 0,1-1 1 0 0,-1 1-1 0 0,0 0 1 0 0,1-1-1 0 0,-1 2 1 0 0,0-1-1 0 0,1 0 1 0 0,-1 1-1 0 0,0-1 1 0 0,0 1-1 0 0,1 0 0 0 0,-1 0 1 0 0,0 0-1 0 0,3 2 1 0 0,-2 0 0 0 0,-1-1 1 0 0,1 1-1 0 0,-1 0 0 0 0,0 0 0 0 0,0 0 1 0 0,0 1-1 0 0,0-1 0 0 0,-1 1 0 0 0,1-1 1 0 0,-1 1-1 0 0,0 0 0 0 0,2 4 1 0 0,3 12-51 0 0,-1-1 1 0 0,-1 1 0 0 0,-1 0 0 0 0,3 35-1 0 0,-5-45-17 0 0,-1-1-458 0 0,0 1 0 0 0,2 0 0 0 0,-1-1 0 0 0,1 1 0 0 0,0-1 0 0 0,7 13 0 0 0,-7-17-573 0 0,0 0 0 0 0,0 0-1 0 0,1 0 1 0 0,-1-1 0 0 0,1 0 0 0 0,0 0 0 0 0,7 7-1 0 0,5-1-4917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33 220 1100 0 0,'48'-93'6160'0'0,"16"-29"1599"0"0,-64 122-7726 0 0,0-1-1 0 0,0 1 0 0 0,0 0 0 0 0,0 0 1 0 0,0-1-1 0 0,1 1 0 0 0,-1 0 0 0 0,0 0 1 0 0,0-1-1 0 0,0 1 0 0 0,0 0 0 0 0,1 0 1 0 0,-1 0-1 0 0,0-1 0 0 0,0 1 0 0 0,0 0 1 0 0,1 0-1 0 0,-1 0 0 0 0,0 0 1 0 0,0 0-1 0 0,1 0 0 0 0,-1-1 0 0 0,0 1 1 0 0,0 0-1 0 0,1 0 0 0 0,-1 0 0 0 0,0 0 1 0 0,0 0-1 0 0,1 0 0 0 0,-1 0 0 0 0,0 0 1 0 0,0 0-1 0 0,1 0 0 0 0,-1 0 0 0 0,0 0 1 0 0,1 0-1 0 0,-1 0 0 0 0,0 0 0 0 0,0 0 1 0 0,1 1-1 0 0,-1-1 0 0 0,0 0 0 0 0,0 0 1 0 0,0 0-1 0 0,1 0 0 0 0,-1 0 0 0 0,0 1 1 0 0,0-1-1 0 0,0 0 0 0 0,1 0 0 0 0,-1 0 1 0 0,0 1-1 0 0,0-1 0 0 0,0 0 1 0 0,0 0-1 0 0,1 1 0 0 0,-1-1 0 0 0,0 0 1 0 0,0 0-1 0 0,0 1 0 0 0,0-1 0 0 0,0 0 1 0 0,0 1-1 0 0,5 18 360 0 0,-11 30 94 0 0,-2 1 0 0 0,-2-1 0 0 0,-17 47 1 0 0,23-80-422 0 0,-99 314 785 0 0,100-316-743 0 0,3-14-106 0 0,0-1 0 0 0,0 1 1 0 0,0 0-1 0 0,0 0 0 0 0,0 0 0 0 0,0 0 0 0 0,0 0 0 0 0,0 0 0 0 0,0 0 0 0 0,0 0 0 0 0,0 0 0 0 0,0 0 1 0 0,0 0-1 0 0,0 0 0 0 0,0 0 0 0 0,0 0 0 0 0,1 0 0 0 0,-1 0 0 0 0,0 0 0 0 0,0 0 0 0 0,0 0 1 0 0,0 0-1 0 0,0 0 0 0 0,0 0 0 0 0,0 0 0 0 0,0 0 0 0 0,0 0 0 0 0,0 0 0 0 0,0 0 0 0 0,0 0 0 0 0,0 0 1 0 0,0 0-1 0 0,0 0 0 0 0,1 0 0 0 0,-1 0 0 0 0,0 0 0 0 0,0 0 0 0 0,0 0 0 0 0,0 0 0 0 0,0 0 1 0 0,0 0-1 0 0,0 0 0 0 0,0 0 0 0 0,0 0 0 0 0,0 0 0 0 0,0 0 0 0 0,0 0 0 0 0,0 1 0 0 0,0-1 0 0 0,0 0 1 0 0,0 0-1 0 0,0 0 0 0 0,0 0 0 0 0,0 0 0 0 0,0 0 0 0 0,0 0 0 0 0,0 0 0 0 0,0 0 0 0 0,0 0 1 0 0,0 0-1 0 0,0 0 0 0 0,0 0 0 0 0,0 0 0 0 0,0 0 0 0 0,0 0 0 0 0,0 1 0 0 0,0-1 0 0 0,0 0 1 0 0,14-18 76 0 0,-4 4-67 0 0,2-1-7 0 0,1 0-1 0 0,0 1 1 0 0,1 1-1 0 0,1 0 0 0 0,0 1 1 0 0,24-15-1 0 0,-32 23-10 0 0,0 0 0 0 0,1 1 0 0 0,0-1-1 0 0,0 1 1 0 0,0 1 0 0 0,0-1 0 0 0,0 1-1 0 0,0 1 1 0 0,0-1 0 0 0,1 2 0 0 0,-1-1 0 0 0,0 1-1 0 0,1 0 1 0 0,-1 1 0 0 0,0 0 0 0 0,1 0-1 0 0,11 4 1 0 0,-9-1-5 0 0,-1 0 0 0 0,1 1-1 0 0,-1 0 1 0 0,1 1 0 0 0,-2 1-1 0 0,1-1 1 0 0,-1 1 0 0 0,0 1 0 0 0,0 0-1 0 0,-1 0 1 0 0,0 0 0 0 0,12 18-1 0 0,-17-22 23 0 0,0 0-1 0 0,-1 0 0 0 0,1 1 0 0 0,-1-1 1 0 0,0 1-1 0 0,0 0 0 0 0,0 0 0 0 0,-1 0 1 0 0,0 0-1 0 0,0 0 0 0 0,0 0 0 0 0,0 0 1 0 0,-1 0-1 0 0,0 0 0 0 0,0 0 0 0 0,0 0 1 0 0,-1 0-1 0 0,0 0 0 0 0,0 0 0 0 0,0 0 1 0 0,0 0-1 0 0,-1 0 0 0 0,0 0 0 0 0,0-1 1 0 0,0 1-1 0 0,-1-1 0 0 0,1 1 0 0 0,-1-1 0 0 0,0 0 1 0 0,0 0-1 0 0,-5 4 0 0 0,2-2 30 0 0,-1 0-1 0 0,0-1 1 0 0,-1 1-1 0 0,1-1 1 0 0,-1-1-1 0 0,0 0 1 0 0,0 0-1 0 0,-1 0 1 0 0,1-1-1 0 0,-1 0 1 0 0,1-1-1 0 0,-1 0 1 0 0,0-1-1 0 0,-12 2 1 0 0,12-3-151 0 0,0 1 0 0 0,-1-2 0 0 0,1 1 0 0 0,0-1 1 0 0,0-1-1 0 0,-11-2 0 0 0,14 2-348 0 0,0 0-1 0 0,0-1 1 0 0,0 1 0 0 0,0-1-1 0 0,1 0 1 0 0,-1 0 0 0 0,1-1-1 0 0,0 0 1 0 0,-7-6 0 0 0,3-2-4457 0 0,8 11 4302 0 0,0-1 1 0 0,0-2-1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5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310 577 1244 0 0,'10'-9'1857'0'0,"0"0"0"0"0,0-1 0 0 0,-1 0 0 0 0,12-17 0 0 0,-15 18-1012 0 0,-5 8-789 0 0,-1 0 1 0 0,0 0 0 0 0,1 1 0 0 0,-1-1-1 0 0,0 0 1 0 0,1 0 0 0 0,-1 0-1 0 0,0 0 1 0 0,0 0 0 0 0,0 0 0 0 0,0 0-1 0 0,0 1 1 0 0,0-1 0 0 0,0 0-1 0 0,0 0 1 0 0,0 0 0 0 0,0 0 0 0 0,-1 0-1 0 0,1 0 1 0 0,0 0 0 0 0,-1 1-1 0 0,1-1 1 0 0,0 0 0 0 0,-1 0 0 0 0,1 0-1 0 0,-1 1 1 0 0,0-1 0 0 0,1 0-1 0 0,-1 1 1 0 0,1-1 0 0 0,-1 0 0 0 0,0 1-1 0 0,1-1 1 0 0,-1 1 0 0 0,0-1-1 0 0,0 1 1 0 0,0-1 0 0 0,1 1 0 0 0,-1 0-1 0 0,0-1 1 0 0,0 1 0 0 0,0 0-1 0 0,0 0 1 0 0,0-1 0 0 0,0 1 0 0 0,1 0-1 0 0,-1 0 1 0 0,-2 0 0 0 0,-12 4 136 0 0,0 0 0 0 0,1 1-1 0 0,-1 0 1 0 0,1 1 0 0 0,0 1 0 0 0,0 0 0 0 0,1 1 0 0 0,-16 13 0 0 0,-3 2 45 0 0,2 2 0 0 0,-32 35 0 0 0,47-43-118 0 0,-24 32 1 0 0,34-43-82 0 0,0 1 1 0 0,1 0-1 0 0,1 1 1 0 0,-1-1 0 0 0,1 1-1 0 0,0-1 1 0 0,1 1 0 0 0,-3 10-1 0 0,5-16-13 0 0,0 0 1 0 0,-1-1-1 0 0,1 1 0 0 0,0 0 0 0 0,0 0 0 0 0,0 0 0 0 0,1-1 0 0 0,-1 1 0 0 0,0 0 1 0 0,1 0-1 0 0,-1-1 0 0 0,1 1 0 0 0,-1 0 0 0 0,1-1 0 0 0,0 1 0 0 0,0 0 0 0 0,0-1 1 0 0,0 1-1 0 0,0-1 0 0 0,0 0 0 0 0,1 3 0 0 0,1-3-4 0 0,-1 1 0 0 0,1 0 1 0 0,-1-1-1 0 0,1 0 0 0 0,-1 1 0 0 0,1-1 0 0 0,0 0 0 0 0,-1-1 1 0 0,1 1-1 0 0,0 0 0 0 0,0-1 0 0 0,3 1 0 0 0,5 0 16 0 0,0-1-1 0 0,0-1 1 0 0,0 0-1 0 0,0 0 1 0 0,19-5-1 0 0,-10-1-13 0 0,0 0 0 0 0,0-1 0 0 0,-1-1-1 0 0,0-1 1 0 0,0-1 0 0 0,-1-1 0 0 0,-1 0-1 0 0,0-1 1 0 0,-1-1 0 0 0,0-1 0 0 0,26-31-1 0 0,-9 4 41 0 0,-2-1 0 0 0,-2-1 0 0 0,38-78-1 0 0,-12 0 923 0 0,48-163-1 0 0,-103 284-985 0 0,0 1 3 0 0,0 0 0 0 0,1 0 0 0 0,-1 0 0 0 0,0-1 0 0 0,0 1 0 0 0,0 0 0 0 0,0 0 0 0 0,0-1 0 0 0,0 1 0 0 0,0 0 0 0 0,0 0 0 0 0,1-1 0 0 0,-1 1 0 0 0,0 0 0 0 0,0 0 0 0 0,0-1 0 0 0,0 1 0 0 0,0 0 0 0 0,0 0 0 0 0,0-1 0 0 0,0 1 0 0 0,-1 0 0 0 0,1 0 0 0 0,0-1 0 0 0,0 1 0 0 0,0 0 0 0 0,0 0 0 0 0,0 0 0 0 0,0-1 0 0 0,0 1 0 0 0,0 0 0 0 0,-1 0 0 0 0,1-1 0 0 0,0 1 0 0 0,0 0 0 0 0,0 0 0 0 0,-1 0-1 0 0,1 0 1 0 0,0-1 0 0 0,0 1 0 0 0,0 0 0 0 0,-1 0 0 0 0,1 0 0 0 0,0 0 0 0 0,0 0 0 0 0,-1 0 0 0 0,1 0 0 0 0,0 0 0 0 0,0 0 0 0 0,-1 0 0 0 0,1-1 0 0 0,0 1 0 0 0,0 0 0 0 0,-1 0 0 0 0,1 1 0 0 0,0-1 0 0 0,0 0 0 0 0,-1 0 0 0 0,1 0 0 0 0,0 0 0 0 0,0 0 0 0 0,-1 0 0 0 0,1 0 0 0 0,0 0 0 0 0,0 0 0 0 0,0 0 0 0 0,-1 1 0 0 0,-13 6 46 0 0,8-3-36 0 0,1 0 1 0 0,0 1 0 0 0,-1 0-1 0 0,2 0 1 0 0,-1 0 0 0 0,1 1-1 0 0,-7 10 1 0 0,-23 46 24 0 0,27-47-18 0 0,-13 26 21 0 0,3 1 0 0 0,1 0 0 0 0,2 1 0 0 0,3 0 0 0 0,-9 53 0 0 0,17-69-73 0 0,1 0 0 0 0,1 1 0 0 0,1-1-1 0 0,1 0 1 0 0,2 1 0 0 0,0-1 0 0 0,14 47 0 0 0,-10-53-773 0 0,0 0 1 0 0,2 0-1 0 0,21 36 1 0 0,-19-39-956 0 0,1 0 0 0 0,1-2 1 0 0,1 1-1 0 0,20 19 1 0 0,8 0-5028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35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3672 0 0,'2'-1'2792'0'0,"2"1"-1795"0"0,-1-1 0 0 0,0 0 0 0 0,0 0 0 0 0,0 1 0 0 0,0-2 0 0 0,0 1 0 0 0,-1 0 0 0 0,1-1 0 0 0,0 1 0 0 0,-1-1 0 0 0,1 0 0 0 0,2-2 0 0 0,-2 1-435 0 0,-1 1 1 0 0,0-1 0 0 0,0 0-1 0 0,0 0 1 0 0,0 0-1 0 0,-1-1 1 0 0,2-3 0 0 0,-2 5-321 0 0,2-8-495 0 0,-3-1-3993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0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42 40 0 0,'2'0'475'0'0,"-1"-1"0"0"0,0 1 0 0 0,0 0 0 0 0,1 0 0 0 0,-1 0 0 0 0,0 0 0 0 0,0 0 0 0 0,1 0 0 0 0,-1 1 0 0 0,0-1 0 0 0,0 0 0 0 0,0 0 0 0 0,3 2 0 0 0,-4-2-379 0 0,0 0 1 0 0,0 0-1 0 0,1 1 0 0 0,-1-1 0 0 0,0 0 0 0 0,1 1 0 0 0,-1-1 0 0 0,0 0 1 0 0,0 1-1 0 0,0-1 0 0 0,1 1 0 0 0,-1-1 0 0 0,0 0 0 0 0,0 1 0 0 0,0-1 1 0 0,0 1-1 0 0,0-1 0 0 0,0 0 0 0 0,0 1 0 0 0,0-1 0 0 0,0 1 0 0 0,0-1 1 0 0,0 1-1 0 0,0-1 0 0 0,0 0 0 0 0,0 1 0 0 0,-2 4 9 0 0,0 0 0 0 0,0 0 0 0 0,0-1-1 0 0,-1 1 1 0 0,-4 5 0 0 0,3-3 200 0 0,-7 12-150 0 0,-12 29-1 0 0,-6 10-122 0 0,10-17 235 0 0,18-40-62 0 0,1-4-177 0 0,-1 0 0 0 0,1 0 0 0 0,0 1 0 0 0,0-1 0 0 0,0 0 0 0 0,1 0-1 0 0,0-5 1 0 0,-1 8-26 0 0,9-38 133 0 0,1 0 1 0 0,1 2-1 0 0,25-53 1 0 0,-35 87-133 0 0,-1 0 1 0 0,1 0 0 0 0,0 1 0 0 0,0-1-1 0 0,0 0 1 0 0,0 0 0 0 0,0 1 0 0 0,1-1-1 0 0,-1 1 1 0 0,0-1 0 0 0,1 1 0 0 0,-1-1-1 0 0,1 1 1 0 0,0 0 0 0 0,-1 0 0 0 0,1 0-1 0 0,0 0 1 0 0,0 0 0 0 0,0 0 0 0 0,-1 0-1 0 0,1 1 1 0 0,0-1 0 0 0,0 1 0 0 0,0-1-1 0 0,0 1 1 0 0,0 0 0 0 0,0-1 0 0 0,0 1-1 0 0,0 0 1 0 0,0 1 0 0 0,4-1 0 0 0,-2 2 3 0 0,-1-1 1 0 0,1 0-1 0 0,-1 1 1 0 0,0 0-1 0 0,1-1 1 0 0,-1 1-1 0 0,0 1 1 0 0,0-1-1 0 0,0 0 1 0 0,-1 1-1 0 0,1-1 1 0 0,-1 1-1 0 0,1 0 0 0 0,-1 0 1 0 0,0 0-1 0 0,0 0 1 0 0,2 4-1 0 0,4 10 1 0 0,-1 1 0 0 0,-1 0-1 0 0,0 0 1 0 0,-1 1-1 0 0,-1-1 1 0 0,-1 1-1 0 0,1 26 1 0 0,-2 2 162 0 0,-8 85 0 0 0,5-127-151 0 0,-3 42 136 0 0,-12 48 0 0 0,13-82-16 0 0,0 0 0 0 0,-1-1 0 0 0,-1 1 0 0 0,0-1 0 0 0,0 0 0 0 0,-1 0 0 0 0,-1-1 0 0 0,-13 19 0 0 0,16-25-87 0 0,0-1 0 0 0,-1 0 0 0 0,1 0 0 0 0,-1 0 0 0 0,0 0 0 0 0,0-1 1 0 0,0 0-1 0 0,0 0 0 0 0,-1 0 0 0 0,1-1 0 0 0,-1 0 0 0 0,-10 3 0 0 0,7-3-14 0 0,-1-1 0 0 0,0 0-1 0 0,1 0 1 0 0,-1-1-1 0 0,0 0 1 0 0,0-1-1 0 0,-11-2 1 0 0,-6-3-7 0 0,0-2 0 0 0,0 0 0 0 0,1-2 1 0 0,-38-20-1 0 0,-22-12 3 0 0,52 27-532 0 0,32 14 196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399 151 20 0 0,'43'-112'12803'0'0,"-43"111"-12442"0"0,10-35 2446 0 0,-10 34-2686 0 0,-1 9-103 0 0,0-1 10 0 0,0 0 1 0 0,0 1 0 0 0,1-1 0 0 0,-1 1 0 0 0,2 10 0 0 0,0 10 66 0 0,-11 109 68 0 0,-17 331 1430 0 0,11-114-551 0 0,-3 371-370 0 0,19-691-665 0 0,0-7 52 0 0,0 0-1 0 0,2 0 0 0 0,1 0 1 0 0,1 0-1 0 0,15 49 0 0 0,-18-72-43 0 0,0 0-1 0 0,0 0 0 0 0,1 0 1 0 0,0-1-1 0 0,-1 1 0 0 0,1-1 1 0 0,0 1-1 0 0,0-1 0 0 0,0 0 1 0 0,1 0-1 0 0,-1 0 0 0 0,0 0 1 0 0,1 0-1 0 0,0 0 0 0 0,4 2 1 0 0,0-1 27 0 0,0-1-1 0 0,1 1 1 0 0,-1-1 0 0 0,13 1-1 0 0,-17-2-34 0 0,0-1-1 0 0,0 0 0 0 0,0 0 1 0 0,0 0-1 0 0,1 0 1 0 0,-1-1-1 0 0,0 1 0 0 0,0-1 1 0 0,0 0-1 0 0,-1 0 1 0 0,1 0-1 0 0,0 0 0 0 0,0 0 1 0 0,0-1-1 0 0,-1 1 0 0 0,1-1 1 0 0,-1 0-1 0 0,1 0 1 0 0,-1 0-1 0 0,0 0 0 0 0,0 0 1 0 0,0 0-1 0 0,0-1 1 0 0,2-2-1 0 0,-1 0 0 0 0,1 0 1 0 0,-1 0-1 0 0,-1 0 0 0 0,1 0 0 0 0,-1-1 1 0 0,0 1-1 0 0,0-1 0 0 0,-1 0 0 0 0,1 1 1 0 0,0-11-1 0 0,-2 0-11 0 0,-1 0 0 0 0,-1 0-1 0 0,0 0 1 0 0,-1 0 0 0 0,-1 1 0 0 0,0-1 0 0 0,-1 1 0 0 0,-1 0 0 0 0,0 1-1 0 0,-1-1 1 0 0,-9-14 0 0 0,-12-14-21 0 0,-1 1 1 0 0,-39-42-1 0 0,8 19-4 0 0,-4 3-1 0 0,-71-54 1 0 0,27 24 37 0 0,104 89-6 0 0,0 0 0 0 0,0-1 0 0 0,1 0-1 0 0,0 1 1 0 0,-1-1 0 0 0,1 0 0 0 0,0-1 0 0 0,-3-7-1 0 0,5 10 0 0 0,1 0 0 0 0,-1 0 0 0 0,1 0 0 0 0,-1 0 0 0 0,1 0 0 0 0,0 0 0 0 0,0-1 0 0 0,0 1-1 0 0,0 0 1 0 0,1 0 0 0 0,-1 0 0 0 0,1 0 0 0 0,-1 0 0 0 0,1 0 0 0 0,0 0 0 0 0,-1 0 0 0 0,1 0-1 0 0,0 0 1 0 0,0 0 0 0 0,1 0 0 0 0,-1 0 0 0 0,3-2 0 0 0,3-5 1 0 0,0 1 0 0 0,1 1 1 0 0,0-1-1 0 0,0 1 0 0 0,1 1 0 0 0,13-9 0 0 0,61-27 29 0 0,-71 36-23 0 0,48-20-383 0 0,0 3 1 0 0,2 2 0 0 0,90-18-1 0 0,80 5-6892 0 0,-185 29 3344 0 0,1 0-1697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2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339 202 968 0 0,'16'-62'7383'0'0,"-10"44"-5380"0"0,5-30-1 0 0,-9 38-1333 0 0,0-24 683 0 0,-2 33-1327 0 0,0-1 1 0 0,-1 1 0 0 0,1 0-1 0 0,0-1 1 0 0,-1 1 0 0 0,1-1-1 0 0,-1 1 1 0 0,1 0 0 0 0,-1 0-1 0 0,0-1 1 0 0,0 1 0 0 0,0 0-1 0 0,1 0 1 0 0,-1 0 0 0 0,0 0-1 0 0,0 0 1 0 0,0 0 0 0 0,-1 0-1 0 0,-1-1 1 0 0,2 1-17 0 0,-1 0 0 0 0,1 1 0 0 0,-1-1 0 0 0,0 1 0 0 0,1 0 0 0 0,-1-1 0 0 0,1 1 0 0 0,-1 0 0 0 0,0 0 0 0 0,1 0 0 0 0,-1 0 0 0 0,1 0 0 0 0,-1 0 0 0 0,0 1 0 0 0,1-1 0 0 0,-4 2 0 0 0,-23 10 29 0 0,25-11-26 0 0,-18 11 7 0 0,1 0 1 0 0,1 1 0 0 0,0 1-1 0 0,-22 22 1 0 0,-63 71 60 0 0,91-93-66 0 0,1 1-1 0 0,-13 21 1 0 0,21-31-3 0 0,1 0 0 0 0,1 0-1 0 0,-1 0 1 0 0,1 1 0 0 0,0-1 0 0 0,0 1 0 0 0,0-1 0 0 0,1 1 0 0 0,0 0-1 0 0,0-1 1 0 0,0 12 0 0 0,1-15-3 0 0,0 0 0 0 0,0 0 1 0 0,1 0-1 0 0,-1-1 0 0 0,1 1 0 0 0,-1 0 0 0 0,1 0 0 0 0,0 0 1 0 0,0 0-1 0 0,0-1 0 0 0,0 1 0 0 0,0 0 0 0 0,0-1 0 0 0,0 1 1 0 0,0 0-1 0 0,1-1 0 0 0,-1 0 0 0 0,1 1 0 0 0,2 1 0 0 0,-1-1 5 0 0,1 0-1 0 0,-1-1 1 0 0,1 1-1 0 0,-1-1 0 0 0,1 0 1 0 0,-1 0-1 0 0,1 0 0 0 0,0-1 1 0 0,7 1-1 0 0,0-1 7 0 0,1 0 0 0 0,0-1-1 0 0,0 0 1 0 0,-1-1 0 0 0,20-6-1 0 0,-19 3-14 0 0,0 0-1 0 0,-1-1 0 0 0,0 0 0 0 0,0 0 1 0 0,-1-1-1 0 0,0-1 0 0 0,0 1 0 0 0,-1-2 1 0 0,1 1-1 0 0,12-18 0 0 0,-6 6 236 0 0,-2 0 0 0 0,0-1-1 0 0,-1 0 1 0 0,14-34 0 0 0,13-15 1324 0 0,-39 68-1409 0 0,9 21 18 0 0,-9 5 129 0 0,-3 28 0 0 0,0-1-58 0 0,2-41-204 0 0,0 0 0 0 0,1 0-1 0 0,0 0 1 0 0,1 0 0 0 0,0-1 0 0 0,0 1 0 0 0,1-1-1 0 0,1 1 1 0 0,-1-1 0 0 0,7 10 0 0 0,-7-13-24 0 0,1-1 0 0 0,-1 0 0 0 0,1 0 0 0 0,0 0 1 0 0,1-1-1 0 0,-1 0 0 0 0,1 0 0 0 0,0 0 0 0 0,0 0 1 0 0,0-1-1 0 0,1 1 0 0 0,-1-1 0 0 0,1-1 0 0 0,0 1 1 0 0,-1-1-1 0 0,1 0 0 0 0,9 2 0 0 0,1-1-394 0 0,1-1 0 0 0,-1-1 1 0 0,1 0-1 0 0,-1-1 0 0 0,1 0 0 0 0,0-2 0 0 0,26-5 0 0 0,-19 2-2487 0 0,1-2 0 0 0,28-12 0 0 0,-17 4-3606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380 162 1880 0 0,'32'-74'8908'0'0,"-31"71"-8774"0"0,0 0 0 0 0,-1-1 0 0 0,1 1 0 0 0,-1 0 0 0 0,0 0 0 0 0,0 0 0 0 0,0 0 0 0 0,0-1 0 0 0,-1 1 0 0 0,1 0 0 0 0,-1 0 0 0 0,0 0 0 0 0,0 0-1 0 0,0 0 1 0 0,0 0 0 0 0,0 0 0 0 0,-1 0 0 0 0,1 1 0 0 0,-1-1 0 0 0,0 0 0 0 0,0 1 0 0 0,0 0 0 0 0,0-1 0 0 0,0 1 0 0 0,-1 0 0 0 0,1 0 0 0 0,-3-2 0 0 0,3 3-119 0 0,0 0 1 0 0,0 0 0 0 0,1 1 0 0 0,-1-1-1 0 0,0 0 1 0 0,0 1 0 0 0,0-1 0 0 0,0 1-1 0 0,0 0 1 0 0,0 0 0 0 0,0 0 0 0 0,0 0-1 0 0,0 0 1 0 0,0 0 0 0 0,0 0 0 0 0,-2 1-1 0 0,-29 9 48 0 0,14-1-50 0 0,2 0 1 0 0,-1 1-1 0 0,1 1 1 0 0,1 1 0 0 0,0 0-1 0 0,1 1 1 0 0,-15 15-1 0 0,7-3 14 0 0,1 1-1 0 0,1 0 1 0 0,-24 40-1 0 0,37-52-7 0 0,0 0 0 0 0,1 0-1 0 0,0 1 1 0 0,1 0 0 0 0,1 0-1 0 0,0 0 1 0 0,-3 21 0 0 0,7-30 35 0 0,1 0 1 0 0,-1 0 0 0 0,1 0 0 0 0,0 0 0 0 0,1 0-1 0 0,-1 0 1 0 0,1 0 0 0 0,1 0 0 0 0,-1 0 0 0 0,1 0-1 0 0,0 0 1 0 0,0-1 0 0 0,0 1 0 0 0,1-1 0 0 0,0 1-1 0 0,0-1 1 0 0,0 0 0 0 0,1 0 0 0 0,0 0 0 0 0,0-1-1 0 0,8 8 1 0 0,-2-5 10 0 0,0 0 0 0 0,0 0 0 0 0,0-1 0 0 0,1-1 0 0 0,0 0 0 0 0,0 0 0 0 0,0-1 0 0 0,1 0 0 0 0,0-1 0 0 0,17 2-1 0 0,3-1 41 0 0,0-1 0 0 0,55-2 0 0 0,-65-2 41 0 0,33-6 0 0 0,-47 5-586 0 0,-1 1 1 0 0,0-1-1 0 0,0-1 0 0 0,0 1 0 0 0,0-1 1 0 0,-1 0-1 0 0,1-1 0 0 0,6-4 0 0 0,-3-3-2176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3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72 141 556 0 0,'-69'-20'14325'0'0,"69"20"-14295"0"0,0 0 0 0 0,0 0-1 0 0,-1 0 1 0 0,1 0 0 0 0,0 0 0 0 0,0 0 0 0 0,0 0 0 0 0,0 0 0 0 0,0 0 0 0 0,0-1 0 0 0,0 1 0 0 0,-1 0 0 0 0,1 0 0 0 0,0 0-1 0 0,0 0 1 0 0,0 0 0 0 0,0 0 0 0 0,0 0 0 0 0,0 0 0 0 0,0 0 0 0 0,0-1 0 0 0,0 1 0 0 0,-1 0 0 0 0,1 0 0 0 0,0 0 0 0 0,0 0 0 0 0,0 0-1 0 0,0 0 1 0 0,0 0 0 0 0,0-1 0 0 0,0 1 0 0 0,0 0 0 0 0,0 0 0 0 0,0 0 0 0 0,0 0 0 0 0,0 0 0 0 0,0-1 0 0 0,0 1 0 0 0,0 0-1 0 0,0 0 1 0 0,0 0 0 0 0,0 0 0 0 0,0 0 0 0 0,0 0 0 0 0,0 0 0 0 0,1-1 0 0 0,-1 1 0 0 0,6-8 698 0 0,9-3-220 0 0,10 0-321 0 0,1 1 1 0 0,0 2-1 0 0,0 0 1 0 0,0 2-1 0 0,47-5 1 0 0,2-2-734 0 0,-35 7-920 0 0,6-2-1817 0 0,-16-1-1832 0 0,-11 3-749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63 1596 0 0,'0'-3'2522'0'0,"5"-46"12307"0"0,-5 39-12635 0 0,-7 67 787 0 0,2 98-1 0 0,3-33-1791 0 0,0-73-865 0 0,-30 286 141 0 0,22-303-1476 0 0,9-31 657 0 0,0 1-1 0 0,0-1 1 0 0,0 1 0 0 0,0-1 0 0 0,0 0 0 0 0,-1 1-1 0 0,1-1 1 0 0,0 0 0 0 0,-3 2 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2624 0 0,'1'-9'923'0'0,"0"0"-1"0"0,1 0 1 0 0,0 0-1 0 0,1 0 0 0 0,-1 0 1 0 0,2 1-1 0 0,-1-1 1 0 0,1 1-1 0 0,10-15 1 0 0,-9 16-671 0 0,0 0 1 0 0,1 1 0 0 0,0 0 0 0 0,0 0 0 0 0,0 0-1 0 0,1 1 1 0 0,-1 0 0 0 0,2 0 0 0 0,-1 1 0 0 0,0 0-1 0 0,1 0 1 0 0,-1 1 0 0 0,1-1 0 0 0,0 2-1 0 0,1-1 1 0 0,-1 1 0 0 0,10-1 0 0 0,-4 2-127 0 0,0 0 1 0 0,0 0-1 0 0,0 2 1 0 0,1 0-1 0 0,-1 0 0 0 0,0 1 1 0 0,0 1-1 0 0,-1 0 1 0 0,15 6-1 0 0,-20-6-101 0 0,-1 0 0 0 0,1 0 0 0 0,-1 1 0 0 0,0 0 0 0 0,0 0-1 0 0,-1 0 1 0 0,1 1 0 0 0,-1 0 0 0 0,0 0 0 0 0,0 1 0 0 0,-1 0 0 0 0,1 0 0 0 0,-1 0-1 0 0,-1 0 1 0 0,1 1 0 0 0,-1 0 0 0 0,5 11 0 0 0,-7-11 5 0 0,-1-1 0 0 0,1 1-1 0 0,-1-1 1 0 0,-1 1 0 0 0,1 0 0 0 0,-1 0-1 0 0,-1 0 1 0 0,1-1 0 0 0,-1 1 0 0 0,0 0 0 0 0,0-1-1 0 0,-1 1 1 0 0,0 0 0 0 0,0-1 0 0 0,-1 0-1 0 0,1 0 1 0 0,-1 0 0 0 0,-5 7 0 0 0,-2 4 41 0 0,-2 0-1 0 0,0 0 1 0 0,-1-1 0 0 0,-26 24 0 0 0,25-27-20 0 0,-1 0 0 0 0,-1-2 0 0 0,0 0 0 0 0,0 0 0 0 0,-1-2-1 0 0,0 0 1 0 0,-1-1 0 0 0,-32 11 0 0 0,-11 1 1140 0 0,59-20-1044 0 0,-3 2 30 0 0,0 0 55 0 0,13 4-95 0 0,171 104 406 0 0,-86-49-254 0 0,52 20-36 0 0,-79-45-126 0 0,-65-36-258 0 0,0 1 1 0 0,0 0 0 0 0,0-1-1 0 0,0 1 1 0 0,0-1 0 0 0,0 1-1 0 0,0-1 1 0 0,0 1 0 0 0,0-1-1 0 0,0 0 1 0 0,1 1-1 0 0,-1-1 1 0 0,0 0 0 0 0,0 0-1 0 0,0 0 1 0 0,1 0 0 0 0,-1 0-1 0 0,0 0 1 0 0,0-1 0 0 0,0 1-1 0 0,1 0 1 0 0,-1-1 0 0 0,0 1-1 0 0,0 0 1 0 0,0-1 0 0 0,0 1-1 0 0,0-1 1 0 0,0 0-1 0 0,0 1 1 0 0,0-1 0 0 0,0 0-1 0 0,1-1 1 0 0,-1 1-282 0 0,-1 0 1 0 0,1 0-1 0 0,-1-1 0 0 0,1 1 1 0 0,-1 0-1 0 0,0-1 0 0 0,1 1 1 0 0,-1 0-1 0 0,0 0 0 0 0,0-1 1 0 0,0 1-1 0 0,0 0 0 0 0,0-1 1 0 0,-1-1-1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4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24 249 2044 0 0,'-4'-12'1525'0'0,"-1"0"0"0"0,2 0 0 0 0,-1 0 0 0 0,2 0 0 0 0,0-1 0 0 0,0 0 0 0 0,0-17-1 0 0,2 25-1354 0 0,1 0 0 0 0,-1 0 0 0 0,1 0 0 0 0,0 0 0 0 0,0 1-1 0 0,0-1 1 0 0,1 0 0 0 0,0 1 0 0 0,0-1 0 0 0,0 1 0 0 0,0 0-1 0 0,1 0 1 0 0,-1 0 0 0 0,1 0 0 0 0,0 0 0 0 0,0 0 0 0 0,1 1-1 0 0,-1-1 1 0 0,1 1 0 0 0,0 0 0 0 0,0 0 0 0 0,5-3 0 0 0,3 0-92 0 0,-1 1 0 0 0,1 0 0 0 0,0 1 0 0 0,0 0 0 0 0,1 1 0 0 0,-1 0 0 0 0,0 1 0 0 0,1 1 0 0 0,22-1 0 0 0,-28 2-68 0 0,1 0 0 0 0,-1 1 1 0 0,0 0-1 0 0,1 0 0 0 0,-1 0 0 0 0,0 1 1 0 0,0 0-1 0 0,0 0 0 0 0,0 1 0 0 0,0 0 0 0 0,-1 0 1 0 0,1 1-1 0 0,-1 0 0 0 0,0 0 0 0 0,0 0 1 0 0,0 1-1 0 0,-1 0 0 0 0,6 5 0 0 0,-9-7 7 0 0,0 0-1 0 0,0 0 1 0 0,0 1-1 0 0,-1-1 0 0 0,1 0 1 0 0,-1 0-1 0 0,0 1 0 0 0,0-1 1 0 0,0 1-1 0 0,-1-1 1 0 0,1 1-1 0 0,-1-1 0 0 0,0 1 1 0 0,0-1-1 0 0,0 1 0 0 0,0 0 1 0 0,-1-1-1 0 0,1 1 0 0 0,-1-1 1 0 0,0 1-1 0 0,0-1 1 0 0,0 0-1 0 0,-1 1 0 0 0,1-1 1 0 0,-1 0-1 0 0,-2 4 0 0 0,-5 8 197 0 0,-1-1-1 0 0,0 1 0 0 0,-24 23 1 0 0,27-30-107 0 0,-84 76 1198 0 0,52-51-808 0 0,16-8 9 0 0,22-25-490 0 0,1 0 0 0 0,0 1 0 0 0,0-1 0 0 0,0 0 0 0 0,0 1 0 0 0,0-1 0 0 0,-1 0 0 0 0,1 1 0 0 0,0-1 0 0 0,0 0 0 0 0,0 0 0 0 0,0 1 0 0 0,0-1 0 0 0,0 0 0 0 0,0 1 0 0 0,0-1 0 0 0,0 0-1 0 0,0 1 1 0 0,0-1 0 0 0,1 0 0 0 0,-1 1 0 0 0,0-1 0 0 0,0 0 0 0 0,0 1 0 0 0,0-1 0 0 0,0 0 0 0 0,1 0 0 0 0,-1 1 0 0 0,0-1 0 0 0,0 0 0 0 0,0 0 0 0 0,1 1 0 0 0,-1-1 0 0 0,0 0 0 0 0,0 0 0 0 0,1 0-1 0 0,-1 1 1 0 0,0-1 0 0 0,1 0 0 0 0,-1 0 0 0 0,17 6 315 0 0,15-2-146 0 0,1-2 0 0 0,59-5 0 0 0,71-15-197 0 0,-77 7 3 0 0,76-15 2134 0 0,-159 26-2073 0 0,40-9 82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5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78 1160 0 0,'98'-76'10028'0'0,"-96"75"-9430"0"0,-3 3-531 0 0,0 1 1 0 0,0-1 0 0 0,0 0 0 0 0,0 0-1 0 0,-1 0 1 0 0,1 0 0 0 0,0 0-1 0 0,-1 0 1 0 0,1 0 0 0 0,-1 0 0 0 0,-2 1-1 0 0,-3 5 118 0 0,-118 157 1711 0 0,-175 308-1 0 0,250-382-1421 0 0,-52 136 0 0 0,79-167-330 0 0,4 1 1 0 0,2 1-1 0 0,-14 94 1 0 0,29-133-112 0 0,0-1 0 0 0,1 1 1 0 0,2 0-1 0 0,0-1 1 0 0,1 1-1 0 0,2-1 0 0 0,0 0 1 0 0,1 0-1 0 0,16 42 0 0 0,-16-53-13 0 0,0 0 0 0 0,1 0-1 0 0,0-1 1 0 0,0 1-1 0 0,1-2 1 0 0,0 1 0 0 0,1-1-1 0 0,0 0 1 0 0,1-1-1 0 0,0 1 1 0 0,0-2 0 0 0,1 1-1 0 0,-1-2 1 0 0,2 1-1 0 0,-1-1 1 0 0,1-1 0 0 0,0 0-1 0 0,0 0 1 0 0,0-1-1 0 0,16 4 1 0 0,-19-6-27 0 0,-1-1 0 0 0,1 0 0 0 0,-1 0 0 0 0,1-1-1 0 0,0 0 1 0 0,0 0 0 0 0,-1 0 0 0 0,1-1 0 0 0,-1-1 0 0 0,1 1 0 0 0,-1-1 0 0 0,1 0-1 0 0,-1-1 1 0 0,0 0 0 0 0,9-5 0 0 0,-6 2-528 0 0,1-1 0 0 0,-2-1-1 0 0,1 0 1 0 0,-1 0 0 0 0,-1-1 0 0 0,1 0-1 0 0,-1-1 1 0 0,11-18 0 0 0,7-12-5318 0 0,-12 15 196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74 759 52 0 0,'-43'-28'7103'0'0,"27"29"-5289"0"0,14 5-1412 0 0,0-1 0 0 0,0 0 0 0 0,0 1 0 0 0,1 0 0 0 0,0-1 0 0 0,0 1-1 0 0,1 0 1 0 0,-1 7 0 0 0,0 3 57 0 0,0-8-214 0 0,0-1 1 0 0,1 1 0 0 0,0 0 0 0 0,1-1-1 0 0,1 10 1 0 0,-2-15-187 0 0,1 0 0 0 0,0 0 0 0 0,-1 0 0 0 0,1 0 0 0 0,0 0 0 0 0,0 0 0 0 0,0 0 0 0 0,0 0 0 0 0,0 0 0 0 0,0 0 0 0 0,1 0 0 0 0,-1-1 0 0 0,1 1 0 0 0,-1 0 0 0 0,1-1 0 0 0,-1 0 0 0 0,1 1 0 0 0,0-1 0 0 0,0 0 0 0 0,0 0 0 0 0,0 0-1 0 0,3 2 1 0 0,0-2-22 0 0,-1 0 0 0 0,1-1-1 0 0,-1 1 1 0 0,1-1-1 0 0,-1 0 1 0 0,1 0 0 0 0,-1 0-1 0 0,1-1 1 0 0,-1 0 0 0 0,0 1-1 0 0,1-2 1 0 0,-1 1-1 0 0,8-4 1 0 0,4-2 5 0 0,0-1 1 0 0,15-10-1 0 0,-29 17-36 0 0,23-17-2 0 0,-1 0 0 0 0,0-2 0 0 0,-1 0 1 0 0,-1-2-1 0 0,-2 0 0 0 0,0-1 0 0 0,-1-2 0 0 0,-1 0 0 0 0,-2 0 1 0 0,0-2-1 0 0,-2 0 0 0 0,-1 0 0 0 0,11-33 0 0 0,-9 17-7 0 0,-3 0 0 0 0,-1-1-1 0 0,-2 0 1 0 0,-2-1 0 0 0,-2 0-1 0 0,-2 0 1 0 0,-2 0 0 0 0,-6-57 0 0 0,-1 73-12 0 0,-1 19 1 0 0,6 10 14 0 0,1-1 0 0 0,-1 1 0 0 0,0-1 0 0 0,1 1 0 0 0,-1-1 0 0 0,0 1 0 0 0,1 0 0 0 0,-1-1-1 0 0,0 1 1 0 0,0 0 0 0 0,1 0 0 0 0,-1-1 0 0 0,0 1 0 0 0,0 0 0 0 0,0 0 0 0 0,1 0 0 0 0,-1 0 0 0 0,0 0 0 0 0,0 0 0 0 0,0 0 0 0 0,0 0 0 0 0,1 0 0 0 0,-1 1 0 0 0,0-1 0 0 0,0 0 0 0 0,1 1 0 0 0,-1-1 0 0 0,-1 1 0 0 0,-1 1-2 0 0,1 0 1 0 0,0 0-1 0 0,0 0 1 0 0,0 0-1 0 0,0 0 1 0 0,0 0-1 0 0,0 1 1 0 0,-2 3-1 0 0,-3 7-4 0 0,1 0-1 0 0,-7 20 0 0 0,-64 220 18 0 0,71-224-4 0 0,1 1 0 0 0,1-1 0 0 0,2 1 0 0 0,0 0-1 0 0,2-1 1 0 0,8 57 0 0 0,-6-72 1 0 0,2 0 1 0 0,-1 0-1 0 0,2-1 1 0 0,-1 0-1 0 0,2 1 1 0 0,0-1-1 0 0,0-1 1 0 0,2 1-1 0 0,-1-1 1 0 0,16 18-1 0 0,-17-23-7 0 0,1-1 1 0 0,0 0-1 0 0,-1 0 0 0 0,2-1 0 0 0,-1 1 0 0 0,1-2 0 0 0,0 1 0 0 0,0-1 0 0 0,0 0 0 0 0,0-1 0 0 0,1 0 1 0 0,-1 0-1 0 0,1 0 0 0 0,0-2 0 0 0,0 1 0 0 0,0-1 0 0 0,16 0 0 0 0,-16-1-2 0 0,0 0 0 0 0,0-1 0 0 0,0 0-1 0 0,0 0 1 0 0,0-1 0 0 0,-1-1 0 0 0,1 1 0 0 0,0-1-1 0 0,-1-1 1 0 0,0 0 0 0 0,0 0 0 0 0,0 0 0 0 0,0-1-1 0 0,-1 0 1 0 0,1-1 0 0 0,-1 1 0 0 0,-1-2 0 0 0,1 1 0 0 0,-1-1-1 0 0,0 1 1 0 0,-1-2 0 0 0,1 1 0 0 0,5-12 0 0 0,-1-1-21 0 0,0-2-1 0 0,11-35 1 0 0,9-19-56 0 0,-29 74 77 0 0,-1 36 25 0 0,-1-14-7 0 0,1 0-1 0 0,0 0 1 0 0,1 0 0 0 0,2 0-1 0 0,0-1 1 0 0,7 29-1 0 0,-8-43-8 0 0,0 0-1 0 0,0 0 0 0 0,0 0 1 0 0,1 0-1 0 0,0 0 0 0 0,-1 0 1 0 0,2 0-1 0 0,-1-1 0 0 0,1 0 1 0 0,-1 0-1 0 0,1 0 0 0 0,0 0 1 0 0,0 0-1 0 0,1-1 0 0 0,-1 1 1 0 0,1-1-1 0 0,0-1 0 0 0,0 1 1 0 0,0 0-1 0 0,0-1 0 0 0,0 0 1 0 0,0-1-1 0 0,1 1 0 0 0,-1-1 1 0 0,1 0-1 0 0,-1 0 0 0 0,9 0 1 0 0,-8-1-8 0 0,1 0 0 0 0,-1 0 0 0 0,1 0 0 0 0,-1-1 0 0 0,1 0 0 0 0,-1 0 0 0 0,0-1 0 0 0,1 0 0 0 0,-1 0 0 0 0,0 0 0 0 0,0-1 0 0 0,0 0 0 0 0,-1 0 0 0 0,1 0 0 0 0,-1-1 0 0 0,0 0 0 0 0,0 0 0 0 0,0 0 0 0 0,0-1 1 0 0,0 1-1 0 0,-1-1 0 0 0,0 0 0 0 0,0-1 0 0 0,-1 1 0 0 0,1-1 0 0 0,3-8 0 0 0,4-10-18 0 0,-2 0 1 0 0,0 0-1 0 0,8-42 1 0 0,-12 45-22 0 0,-4 18 28 0 0,4 1 3 0 0,-4 4 2 0 0,2 6 5 0 0,2 5 18 0 0,1 0-1 0 0,0-1 0 0 0,0 0 1 0 0,2 0-1 0 0,9 13 1 0 0,-13-20-10 0 0,0 0 1 0 0,0-1 0 0 0,1 1 0 0 0,0-1-1 0 0,0 0 1 0 0,0 0 0 0 0,0 0-1 0 0,0-1 1 0 0,1 1 0 0 0,0-1 0 0 0,0-1-1 0 0,0 1 1 0 0,10 2 0 0 0,-7-3 7 0 0,-1-1-1 0 0,1 0 1 0 0,0 0-1 0 0,0 0 1 0 0,0-1 0 0 0,0-1-1 0 0,0 0 1 0 0,0 0 0 0 0,-1 0-1 0 0,1-1 1 0 0,0-1-1 0 0,-1 1 1 0 0,12-6 0 0 0,-15 5-10 0 0,1 0 1 0 0,0-1 0 0 0,-1 0-1 0 0,1 0 1 0 0,-1 0 0 0 0,0-1-1 0 0,0 1 1 0 0,-1-1-1 0 0,1 0 1 0 0,-1-1 0 0 0,-1 1-1 0 0,1-1 1 0 0,-1 1 0 0 0,1-1-1 0 0,-2 0 1 0 0,1-1 0 0 0,-1 1-1 0 0,3-10 1 0 0,-2 1-9 0 0,0-1 0 0 0,0 1 0 0 0,-2-1 0 0 0,0 1 0 0 0,-1-1 0 0 0,-1 0 0 0 0,-3-25 0 0 0,-7 25-644 0 0,3 11-2197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7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49 1144 0 0,'5'-8'6509'0'0,"-18"28"-704"0"0,-5 20-4743 0 0,15-30-775 0 0,-5 18 250 0 0,1 0 1 0 0,-4 37-1 0 0,10-58-451 0 0,1 0 1 0 0,0 1-1 0 0,0-1 1 0 0,0 0 0 0 0,1 1-1 0 0,0-1 1 0 0,0 0-1 0 0,1 1 1 0 0,0-1 0 0 0,0 0-1 0 0,1 0 1 0 0,-1-1-1 0 0,2 1 1 0 0,4 9 0 0 0,-6-14-40 0 0,0 0 0 0 0,0 1 0 0 0,0-1 1 0 0,0 0-1 0 0,0 0 0 0 0,1 0 0 0 0,-1 0 1 0 0,1-1-1 0 0,-1 1 0 0 0,1-1 0 0 0,-1 1 0 0 0,1-1 1 0 0,0 0-1 0 0,0 0 0 0 0,0 0 0 0 0,0 0 1 0 0,5 0-1 0 0,-2-1-1 0 0,-1 0 1 0 0,0 0 0 0 0,1 0-1 0 0,-1-1 1 0 0,0 0-1 0 0,0 0 1 0 0,1-1-1 0 0,-1 1 1 0 0,7-4-1 0 0,-1 0 0 0 0,0-1-1 0 0,0-1 1 0 0,0 0-1 0 0,-1 0 1 0 0,0-1-1 0 0,0 0 1 0 0,14-17-1 0 0,-18 18-31 0 0,0 0 1 0 0,0-1-1 0 0,-1 1 1 0 0,0-1-1 0 0,-1-1 0 0 0,0 1 1 0 0,0 0-1 0 0,-1-1 0 0 0,5-17 1 0 0,-8 21-14 0 0,1 1 1 0 0,-1 0-1 0 0,0-1 1 0 0,0 1 0 0 0,0 0-1 0 0,-1-1 1 0 0,1 1-1 0 0,-1 0 1 0 0,0-1-1 0 0,0 1 1 0 0,-1 0-1 0 0,1 0 1 0 0,-1 0-1 0 0,0 0 1 0 0,0 0 0 0 0,0 1-1 0 0,0-1 1 0 0,-1 0-1 0 0,0 1 1 0 0,0 0-1 0 0,0-1 1 0 0,-6-4-1 0 0,-4-2-13 0 0,-1 1-1 0 0,0 0 0 0 0,0 1 0 0 0,-1 0 0 0 0,0 1 0 0 0,0 1 1 0 0,-1 1-1 0 0,-30-7 0 0 0,-4 2-1270 0 0,-80-4-1 0 0,-37 13-5723 0 0,145 2 4820 0 0,-14-1-3109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122 284 2188 0 0,'-21'-3'1443'0'0,"9"2"-468"0"0,0-1 0 0 0,1 0-1 0 0,-1-1 1 0 0,1 0 0 0 0,0-1 0 0 0,-16-8-1 0 0,26 12-939 0 0,1 0 1 0 0,0-1-1 0 0,-1 1 0 0 0,1 0 0 0 0,0-1 1 0 0,-1 1-1 0 0,1-1 0 0 0,0 1 0 0 0,0 0 0 0 0,-1-1 1 0 0,1 1-1 0 0,0-1 0 0 0,0 1 0 0 0,0-1 0 0 0,0 1 1 0 0,-1-1-1 0 0,1 1 0 0 0,0-1 0 0 0,0 1 0 0 0,0-1 1 0 0,0 1-1 0 0,0-1 0 0 0,0 1 0 0 0,0-1 1 0 0,1 1-1 0 0,-1-1 0 0 0,0 1 0 0 0,0-1 0 0 0,0 1 1 0 0,0-1-1 0 0,1 1 0 0 0,-1-1 0 0 0,0 1 0 0 0,0-1 1 0 0,1 1-1 0 0,-1 0 0 0 0,0-1 0 0 0,1 1 0 0 0,-1 0 1 0 0,0-1-1 0 0,1 1 0 0 0,0-1 0 0 0,17-14 403 0 0,7 4-260 0 0,0 0 0 0 0,0 1 0 0 0,42-9 0 0 0,85-12 13 0 0,-117 25-137 0 0,431-63 416 0 0,3 21-5448 0 0,-387 41 2438 0 0,-11 0-1371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9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180 571 1000 0 0,'10'-8'3844'0'0,"-2"-2"-2564"0"0,-1 1 0 0 0,-1-2 1 0 0,0 1-1 0 0,6-13 0 0 0,-11 20-1123 0 0,0-1-1 0 0,0 0 1 0 0,-1 1 0 0 0,0-1-1 0 0,1 0 1 0 0,-1 1 0 0 0,-1-1-1 0 0,1 0 1 0 0,0 0 0 0 0,-1 1 0 0 0,0-1-1 0 0,0 1 1 0 0,0-1 0 0 0,0 1-1 0 0,0-1 1 0 0,-1 1 0 0 0,0-1-1 0 0,1 1 1 0 0,-1 0 0 0 0,-1 0-1 0 0,-1-3 1 0 0,2 5-123 0 0,1-1 0 0 0,0 1-1 0 0,-1-1 1 0 0,1 1 0 0 0,-1 0 0 0 0,1 0 0 0 0,-1 0 0 0 0,0 0-1 0 0,1 0 1 0 0,-1 0 0 0 0,0 1 0 0 0,0-1 0 0 0,0 1 0 0 0,1-1-1 0 0,-1 1 1 0 0,0-1 0 0 0,0 1 0 0 0,-3 0 0 0 0,2 0-12 0 0,-1 1 0 0 0,0-1 0 0 0,1 1 1 0 0,-1 0-1 0 0,1 0 0 0 0,0 0 0 0 0,-1 0 0 0 0,1 1 1 0 0,-4 2-1 0 0,-2 1-4 0 0,0 1-1 0 0,1 0 1 0 0,0 1-1 0 0,0 0 1 0 0,-13 15 0 0 0,12-9-5 0 0,-1 0 0 0 0,2 0 0 0 0,-1 1 0 0 0,2 0 0 0 0,0 1 0 0 0,-8 24 0 0 0,13-33-10 0 0,0 0 0 0 0,0 0 1 0 0,1 1-1 0 0,0-1 0 0 0,0 0 0 0 0,0 1 1 0 0,1-1-1 0 0,0 1 0 0 0,0-1 1 0 0,0 1-1 0 0,1-1 0 0 0,0 1 0 0 0,1-1 1 0 0,-1 0-1 0 0,1 1 0 0 0,0-1 1 0 0,1 0-1 0 0,5 10 0 0 0,-5-12 1 0 0,-1-1 1 0 0,1 1-1 0 0,0-1 0 0 0,0 0 1 0 0,1 0-1 0 0,-1 0 0 0 0,1 0 1 0 0,-1-1-1 0 0,1 0 0 0 0,0 1 1 0 0,0-1-1 0 0,0-1 0 0 0,0 1 1 0 0,0 0-1 0 0,5 0 0 0 0,-2-1 1 0 0,0 0 0 0 0,-1 0 0 0 0,1-1 0 0 0,-1 0 0 0 0,1 0 0 0 0,0-1 0 0 0,-1 0 0 0 0,1 0 0 0 0,8-3 0 0 0,-3 0-3 0 0,0 0 0 0 0,0-1 0 0 0,-1-1 0 0 0,1 0 0 0 0,-1 0 0 0 0,-1-1 0 0 0,0-1 0 0 0,1 1 0 0 0,-2-2 0 0 0,11-10 0 0 0,-4-1-9 0 0,-1-1-1 0 0,-1-1 1 0 0,-1 0 0 0 0,0 0 0 0 0,-2-2-1 0 0,-1 1 1 0 0,0-1 0 0 0,-2-1-1 0 0,8-39 1 0 0,-1-22 35 0 0,6-127-1 0 0,-20 202-24 0 0,4-76-12 0 0,-5 87 8 0 0,1-1 0 0 0,-1 1 0 0 0,0-1 0 0 0,0 0 0 0 0,0 1 0 0 0,0-1 0 0 0,0 1 0 0 0,0-1 0 0 0,-1 0 0 0 0,1 1 0 0 0,0-1 0 0 0,0 1 1 0 0,0-1-1 0 0,0 0 0 0 0,-1 1 0 0 0,1-1 0 0 0,0 1 0 0 0,-1-1 0 0 0,1 1 0 0 0,0-1 0 0 0,-1 0 0 0 0,-7 6-19 0 0,-6 20-7 0 0,-2 22 36 0 0,3 0-1 0 0,1 0 0 0 0,3 1 1 0 0,2 0-1 0 0,-1 71 0 0 0,7-94 12 0 0,2 1 0 0 0,0 0-1 0 0,2 0 1 0 0,1-1-1 0 0,1 1 1 0 0,2-1 0 0 0,10 29-1 0 0,-13-44-11 0 0,1-1 0 0 0,0 0 0 0 0,0 0-1 0 0,0 0 1 0 0,1-1 0 0 0,1 0 0 0 0,-1 0 0 0 0,1 0 0 0 0,9 7-1 0 0,-10-10-4 0 0,0-1 0 0 0,1 0-1 0 0,-1 0 1 0 0,1-1-1 0 0,-1 0 1 0 0,1 0 0 0 0,0 0-1 0 0,0-1 1 0 0,1 0-1 0 0,-1 0 1 0 0,0-1 0 0 0,1 0-1 0 0,-1 0 1 0 0,8-1-1 0 0,-10 0-4 0 0,1-1 0 0 0,-1 1-1 0 0,0-1 1 0 0,0 0-1 0 0,0 0 1 0 0,0-1 0 0 0,0 1-1 0 0,0-1 1 0 0,0 0-1 0 0,-1 0 1 0 0,1-1-1 0 0,7-5 1 0 0,-6 3-7 0 0,1-1 0 0 0,-1 0 0 0 0,0 0 1 0 0,0 0-1 0 0,-1-1 0 0 0,0 0 0 0 0,5-8 0 0 0,1-7-7 0 0,0 0 1 0 0,-1-1-1 0 0,-1 0 0 0 0,7-33 1 0 0,22-113 201 0 0,-36 147-107 0 0,-5 16-50 0 0,-4 15-19 0 0,-2 5 32 0 0,2 2-1 0 0,0-1 1 0 0,1 1 0 0 0,0 0 0 0 0,2 1-1 0 0,-1-1 1 0 0,-1 26 0 0 0,4-34-25 0 0,1 1-1 0 0,1 0 1 0 0,0 0 0 0 0,0 0-1 0 0,1-1 1 0 0,0 1-1 0 0,0 0 1 0 0,1 0 0 0 0,0-1-1 0 0,0 1 1 0 0,1-1-1 0 0,1 0 1 0 0,-1 0 0 0 0,1 0-1 0 0,0 0 1 0 0,8 10 0 0 0,-8-14-292 0 0,1-1 0 0 0,-1 1 0 0 0,1-1 0 0 0,0 1 1 0 0,0-1-1 0 0,0-1 0 0 0,0 1 0 0 0,0-1 0 0 0,1 0 1 0 0,-1 0-1 0 0,8 1 0 0 0,-12-2 9 0 0,0-1 0 0 0,0 0-1 0 0,0 0 1 0 0,0 0 0 0 0,0 0 0 0 0,0 0 0 0 0,0 0-1 0 0,0 0 1 0 0,0 0 0 0 0,0 0 0 0 0,0 0 0 0 0,0-1-1 0 0,0 1 1 0 0,0 0 0 0 0,-1-1 0 0 0,2 0 0 0 0,1 0-882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9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72 936 0 0,'-17'-15'2336'0'0,"3"3"-580"0"0,2 2-343 0 0,1-1-281 0 0,1 3-232 0 0,0 1 348 0 0,-6-2-480 0 0,4 13-244 0 0,7 11-344 0 0,5-4-140 0 0,2 4-244 0 0,1-1-568 0 0,6 6-840 0 0,0-1-1124 0 0,3 0-769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49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2120 0 0,'0'0'3591'0'0,"-8"11"-118"0"0,8 2-2602 0 0,0 0 1 0 0,1 1 0 0 0,0-1 0 0 0,1 0 0 0 0,1 0-1 0 0,5 17 1 0 0,5 32 66 0 0,-1 99 1518 0 0,-12-161-2447 0 0,0 0 0 0 0,1 1 0 0 0,-1-1 0 0 0,0 0 0 0 0,0 0-1 0 0,0 1 1 0 0,0-1 0 0 0,0 0 0 0 0,0 0 0 0 0,0 1 0 0 0,0-1 0 0 0,0 0-1 0 0,0 0 1 0 0,0 1 0 0 0,0-1 0 0 0,0 0 0 0 0,0 0 0 0 0,-1 1-1 0 0,1-1 1 0 0,0 0 0 0 0,0 0 0 0 0,0 0 0 0 0,0 1 0 0 0,0-1 0 0 0,0 0-1 0 0,0 0 1 0 0,-1 0 0 0 0,1 1 0 0 0,0-1 0 0 0,0 0 0 0 0,0 0-1 0 0,-1 0 1 0 0,1 0 0 0 0,0 0 0 0 0,0 1 0 0 0,0-1 0 0 0,-1 0 0 0 0,1 0-1 0 0,0 0 1 0 0,0 0 0 0 0,-1 0 0 0 0,1 0 0 0 0,0 0 0 0 0,0 0 0 0 0,-1 0-1 0 0,1 0 1 0 0,0 0 0 0 0,0 0 0 0 0,-1 0 0 0 0,1 0-4 0 0,-1-1 0 0 0,1 1 0 0 0,-1 0 1 0 0,1-1-1 0 0,0 1 0 0 0,-1-1 0 0 0,1 1 0 0 0,-1-1 1 0 0,1 1-1 0 0,0-1 0 0 0,0 1 0 0 0,-1-1 0 0 0,1 1 1 0 0,0-1-1 0 0,0 1 0 0 0,0-1 0 0 0,-1 0 0 0 0,1 1 1 0 0,0-1-1 0 0,0 1 0 0 0,0-1 0 0 0,0-1 0 0 0,0-14 7 0 0,1 0-1 0 0,1-1 0 0 0,0 1 0 0 0,1 0 0 0 0,1 0 0 0 0,1 0 0 0 0,0 1 0 0 0,1-1 0 0 0,10-19 0 0 0,-13 29-13 0 0,1 0-1 0 0,0 0 0 0 0,0 0 1 0 0,0 0-1 0 0,1 1 0 0 0,-1 0 1 0 0,1 0-1 0 0,1 0 0 0 0,-1 0 1 0 0,1 1-1 0 0,-1 0 0 0 0,1 0 1 0 0,1 1-1 0 0,-1-1 1 0 0,0 1-1 0 0,1 1 0 0 0,-1-1 1 0 0,1 1-1 0 0,0 0 0 0 0,0 1 1 0 0,0 0-1 0 0,0 0 0 0 0,0 0 1 0 0,12 1-1 0 0,-10 1 0 0 0,-1 0 0 0 0,1 1 0 0 0,0-1 0 0 0,-1 2 0 0 0,1-1 1 0 0,-1 2-1 0 0,0-1 0 0 0,0 1 0 0 0,0 0 0 0 0,0 0 0 0 0,-1 1 0 0 0,1 0 0 0 0,-1 1 0 0 0,-1-1 0 0 0,1 1 0 0 0,10 13 0 0 0,-13-14 7 0 0,0 0 0 0 0,0 1-1 0 0,0-1 1 0 0,-1 1-1 0 0,0 0 1 0 0,0 0 0 0 0,0 0-1 0 0,-1 0 1 0 0,0 1 0 0 0,0-1-1 0 0,0 1 1 0 0,-1-1-1 0 0,0 1 1 0 0,-1 0 0 0 0,1-1-1 0 0,-1 1 1 0 0,0 0-1 0 0,-1 0 1 0 0,0-1 0 0 0,0 1-1 0 0,0-1 1 0 0,-4 10-1 0 0,5-15 2 0 0,0 0 0 0 0,-1-1 0 0 0,1 1 0 0 0,0 0 0 0 0,-1 0 0 0 0,1 0 0 0 0,-1 0 0 0 0,1 0-1 0 0,-1-1 1 0 0,1 1 0 0 0,-1 0 0 0 0,0 0 0 0 0,1-1 0 0 0,-1 1 0 0 0,0 0 0 0 0,-1 0 0 0 0,2-1-5 0 0,-1 0 1 0 0,1 0 0 0 0,0 0 0 0 0,-1 0 0 0 0,1 0 0 0 0,0 0 0 0 0,-1 0 0 0 0,1 0-1 0 0,-1 0 1 0 0,1 0 0 0 0,0 0 0 0 0,-1 0 0 0 0,1-1 0 0 0,0 1 0 0 0,-1 0 0 0 0,1 0-1 0 0,0 0 1 0 0,-1 0 0 0 0,1-1 0 0 0,0 1 0 0 0,0 0 0 0 0,-1 0 0 0 0,1-1 0 0 0,0 1-1 0 0,0 0 1 0 0,-1-1 0 0 0,1 1 0 0 0,-1-3 0 0 0,-1 1-1 0 0,1 0 1 0 0,0 0-1 0 0,0 0 1 0 0,1-1-1 0 0,-1 1 1 0 0,0 0-1 0 0,1-1 1 0 0,-1 1-1 0 0,1-4 1 0 0,0-22 5 0 0,1 0 1 0 0,5-29-1 0 0,-4 46-10 0 0,0 1 0 0 0,1-1 0 0 0,0 1 0 0 0,1-1 0 0 0,1 1 0 0 0,-1 1 0 0 0,1-1 0 0 0,10-13 0 0 0,-8 13 1 0 0,1 0 0 0 0,1 1 0 0 0,0-1 0 0 0,0 2-1 0 0,0-1 1 0 0,1 1 0 0 0,0 1 0 0 0,20-12 0 0 0,-26 17 2 0 0,0 0-1 0 0,0 0 1 0 0,0 1 0 0 0,0-1 0 0 0,0 1-1 0 0,0 0 1 0 0,1 0 0 0 0,-1 0 0 0 0,0 1-1 0 0,1-1 1 0 0,-1 1 0 0 0,0 0 0 0 0,1 0 0 0 0,-1 1-1 0 0,0-1 1 0 0,1 1 0 0 0,-1 0 0 0 0,0 0-1 0 0,0 1 1 0 0,0-1 0 0 0,1 1 0 0 0,-2 0-1 0 0,1 0 1 0 0,0 0 0 0 0,0 0 0 0 0,-1 1 0 0 0,1 0-1 0 0,4 5 1 0 0,-4-4-2 0 0,0 0 0 0 0,-1 0 0 0 0,1 1 0 0 0,-1 0 0 0 0,0 0 0 0 0,-1 0 0 0 0,1 0 0 0 0,-1 0 0 0 0,0 0 0 0 0,0 1 0 0 0,-1-1 0 0 0,2 11 0 0 0,-1 3 43 0 0,-1 0 0 0 0,-2 30 1 0 0,0-34-989 0 0,0 1 1 0 0,2-1 0 0 0,-1 1-1 0 0,5 21 1 0 0,8-11-5371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168 248 1976 0 0,'-4'-16'5813'0'0,"0"6"-3967"0"0,1-5 1671 0 0,3 14-3472 0 0,1 1-1 0 0,-1 0 0 0 0,1 0 0 0 0,-1-1 0 0 0,1 1 0 0 0,0 0 0 0 0,-1 0 0 0 0,1 0 0 0 0,-1 0 0 0 0,1-1 0 0 0,-1 1 1 0 0,1 0-1 0 0,-1 0 0 0 0,1 0 0 0 0,0 0 0 0 0,-1 0 0 0 0,1 0 0 0 0,-1 1 0 0 0,1-1 0 0 0,-1 0 0 0 0,1 0 1 0 0,-1 0-1 0 0,1 0 0 0 0,-1 1 0 0 0,1-1 0 0 0,-1 0 0 0 0,1 0 0 0 0,-1 1 0 0 0,1 0 0 0 0,11 2 59 0 0,0 0-1 0 0,-1-1 0 0 0,1 0 0 0 0,0-1 1 0 0,0 0-1 0 0,0-1 0 0 0,0 0 1 0 0,0-1-1 0 0,19-4 0 0 0,-29 5-99 0 0,0 0 0 0 0,0-1-1 0 0,0 0 1 0 0,0 1 0 0 0,0-1 0 0 0,0 0 0 0 0,0 0 0 0 0,0 0-1 0 0,-1 0 1 0 0,1 0 0 0 0,0 0 0 0 0,0-1 0 0 0,-1 1-1 0 0,1-1 1 0 0,-1 1 0 0 0,1-1 0 0 0,-1 1 0 0 0,0-1-1 0 0,0 0 1 0 0,1 0 0 0 0,-1 1 0 0 0,0-1 0 0 0,-1 0-1 0 0,1 0 1 0 0,0 0 0 0 0,-1 0 0 0 0,1 0 0 0 0,-1 0-1 0 0,1-1 1 0 0,-1 1 0 0 0,0 0 0 0 0,0 0 0 0 0,0 0-1 0 0,0 0 1 0 0,0 0 0 0 0,-1 0 0 0 0,1 0 0 0 0,-1-3-1 0 0,-1-4 6 0 0,0-1-1 0 0,-1 1 0 0 0,0 0 0 0 0,-1 0 1 0 0,0 0-1 0 0,-9-15 0 0 0,10 19-5 0 0,-1-1-1 0 0,0 1 1 0 0,0 0-1 0 0,0 0 1 0 0,-1 0-1 0 0,0 1 1 0 0,0-1-1 0 0,0 1 1 0 0,0 0-1 0 0,-1 1 1 0 0,1-1-1 0 0,-1 1 1 0 0,-12-4-1 0 0,13 5-4 0 0,0 1 1 0 0,-1 0-1 0 0,1 0 0 0 0,-1 0 0 0 0,1 1 1 0 0,-1 0-1 0 0,0 0 0 0 0,1 0 0 0 0,-1 1 1 0 0,1 0-1 0 0,-1 0 0 0 0,1 0 0 0 0,0 1 0 0 0,-1 0 1 0 0,1 0-1 0 0,-9 5 0 0 0,4-1 5 0 0,0 0 0 0 0,0 1 0 0 0,1 1 1 0 0,0-1-1 0 0,0 1 0 0 0,0 1 0 0 0,1 0 0 0 0,1 0 0 0 0,-1 1 0 0 0,2 0 0 0 0,-1 0 1 0 0,1 0-1 0 0,1 1 0 0 0,0 0 0 0 0,0 0 0 0 0,-3 13 0 0 0,6-17 6 0 0,0 0-1 0 0,1 0 1 0 0,-1 0-1 0 0,1 1 1 0 0,1-1-1 0 0,0 0 1 0 0,0 0 0 0 0,0 1-1 0 0,1-1 1 0 0,0 0-1 0 0,0 0 1 0 0,1 0-1 0 0,0 0 1 0 0,0 0-1 0 0,0 0 1 0 0,1 0-1 0 0,0 0 1 0 0,1-1 0 0 0,0 0-1 0 0,0 0 1 0 0,0 0-1 0 0,0 0 1 0 0,1 0-1 0 0,0-1 1 0 0,0 0-1 0 0,1 0 1 0 0,9 7-1 0 0,-6-7-291 0 0,0 1 0 0 0,0-1 0 0 0,0 0-1 0 0,1-1 1 0 0,0 0 0 0 0,0-1 0 0 0,0 0-1 0 0,1-1 1 0 0,-1 0 0 0 0,0 0 0 0 0,1-1-1 0 0,0 0 1 0 0,-1-1 0 0 0,1-1 0 0 0,-1 1-1 0 0,1-1 1 0 0,-1-1 0 0 0,1 0-1 0 0,-1-1 1 0 0,0 0 0 0 0,0 0 0 0 0,0-1-1 0 0,0 0 1 0 0,-1-1 0 0 0,0 0 0 0 0,0-1-1 0 0,0 0 1 0 0,0 0 0 0 0,-1-1 0 0 0,14-14-1 0 0,-13 10 254 0 0,0-1-1 0 0,-1 0 0 0 0,0 0 0 0 0,-1-1 1 0 0,7-17-1 0 0,19-67 1855 0 0,-10 25 164 0 0,-23 71-1946 0 0,0 0 1 0 0,1 0-1 0 0,-1 0 1 0 0,0 1-1 0 0,1-1 1 0 0,-1 0-1 0 0,0 0 1 0 0,1 0-1 0 0,-1 1 0 0 0,1-1 1 0 0,-1 0-1 0 0,1 0 1 0 0,-1 1-1 0 0,1-1 1 0 0,0 0-1 0 0,-1 1 1 0 0,1-1-1 0 0,0 1 0 0 0,-1-1 1 0 0,1 1-1 0 0,0-1 1 0 0,0 1-1 0 0,0 0 1 0 0,-1-1-1 0 0,3 1 1 0 0,-2 0-12 0 0,-1 0 0 0 0,1 1 0 0 0,0-1 0 0 0,0 0 1 0 0,0 1-1 0 0,-1-1 0 0 0,1 1 0 0 0,0-1 0 0 0,0 1 0 0 0,-1 0 1 0 0,1-1-1 0 0,0 1 0 0 0,-1 0 0 0 0,1-1 0 0 0,-1 1 1 0 0,1 0-1 0 0,-1 0 0 0 0,1-1 0 0 0,-1 1 0 0 0,0 0 1 0 0,1 0-1 0 0,-1 0 0 0 0,0 1 0 0 0,6 16 224 0 0,-2 1-1 0 0,0-1 0 0 0,-1 1 1 0 0,-1 0-1 0 0,-1 24 1 0 0,3 18 17 0 0,3 24 344 0 0,-7-83-508 0 0,2-4-89 0 0,3-5-21 0 0,0-1 0 0 0,-1 1 0 0 0,0-1 0 0 0,0 0 1 0 0,-1-1-1 0 0,0 1 0 0 0,0 0 0 0 0,2-13 0 0 0,11-31-14 0 0,-10 40 16 0 0,0 0-1 0 0,1 1 1 0 0,1-1-1 0 0,-1 1 1 0 0,2 1 0 0 0,0 0-1 0 0,0 0 1 0 0,14-12 0 0 0,-15 16-1 0 0,-1 0 0 0 0,1 0 0 0 0,0 1-1 0 0,0 0 1 0 0,1 0 0 0 0,0 1 0 0 0,-1 0 0 0 0,1 1 0 0 0,1 0 0 0 0,-1 0 0 0 0,0 1 0 0 0,15-2 0 0 0,-20 4 8 0 0,0 0 0 0 0,0 0 0 0 0,0 0-1 0 0,0 0 1 0 0,0 1 0 0 0,0 0 0 0 0,0-1-1 0 0,0 1 1 0 0,0 1 0 0 0,0-1 0 0 0,0 1-1 0 0,-1-1 1 0 0,1 1 0 0 0,0 0 0 0 0,-1 0-1 0 0,0 1 1 0 0,5 3 0 0 0,-4-1 39 0 0,0-1 0 0 0,-1 0 1 0 0,0 1-1 0 0,0 0 0 0 0,0 0 0 0 0,0 0 1 0 0,-1 0-1 0 0,0 0 0 0 0,0 1 0 0 0,0-1 1 0 0,0 7-1 0 0,2 11 96 0 0,-2 1 0 0 0,-1-1 0 0 0,0 1 0 0 0,-6 39 0 0 0,2-37-71 0 0,-2 31-441 0 0,5-53 113 0 0,0 0 1 0 0,0 0 0 0 0,1-1-1 0 0,-1 1 1 0 0,1 0 0 0 0,0 0-1 0 0,0-1 1 0 0,1 1 0 0 0,-1 0-1 0 0,0-1 1 0 0,4 6 0 0 0,-4-8-226 0 0,0 0 0 0 0,1 1-1 0 0,-1-1 1 0 0,0 0 0 0 0,0 0 0 0 0,1 0 0 0 0,-1 0 0 0 0,1 0 0 0 0,-1 0-1 0 0,3 1 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194 100 2092 0 0,'4'-9'1314'0'0,"0"-1"-1"0"0,-1 0 1 0 0,0 0 0 0 0,-1 0-1 0 0,0 0 1 0 0,1-15 0 0 0,-3 24-1271 0 0,0 1 0 0 0,-1-1 1 0 0,1 0-1 0 0,0 1 0 0 0,0-1 1 0 0,0 0-1 0 0,-1 0 0 0 0,1 1 1 0 0,0-1-1 0 0,0 1 1 0 0,-1-1-1 0 0,1 0 0 0 0,-1 1 1 0 0,1-1-1 0 0,-1 1 0 0 0,1-1 1 0 0,-1 1-1 0 0,1-1 0 0 0,-1 1 1 0 0,1-1-1 0 0,-1 1 0 0 0,1 0 1 0 0,-1-1-1 0 0,0 1 0 0 0,1 0 1 0 0,-1-1-1 0 0,0 1 0 0 0,1 0 1 0 0,-1 0-1 0 0,0 0 0 0 0,0-1 1 0 0,1 1-1 0 0,-2 0 0 0 0,-21 1 431 0 0,18 0-448 0 0,0 1 0 0 0,1-1 0 0 0,-1 1 0 0 0,0 0 0 0 0,1 1 0 0 0,0-1 0 0 0,-1 1 0 0 0,1-1 0 0 0,0 2 0 0 0,0-1 0 0 0,1 0 0 0 0,-1 1 0 0 0,1-1 0 0 0,-1 1 0 0 0,1 0 0 0 0,0 0 0 0 0,1 0 0 0 0,-1 1 0 0 0,1-1 0 0 0,0 0 0 0 0,0 1 0 0 0,0 0 0 0 0,1 0 0 0 0,-1-1 0 0 0,1 1 0 0 0,0 0 0 0 0,0 0 0 0 0,1 0 0 0 0,0 0 0 0 0,0 0 0 0 0,0 0 0 0 0,0 0 0 0 0,1 0 0 0 0,0 0 0 0 0,0 0 0 0 0,0 0 0 0 0,4 8 0 0 0,7 8 50 0 0,0-2 0 0 0,2 1 0 0 0,0-2 0 0 0,1 0 1 0 0,25 24-1 0 0,6 7 276 0 0,-45-48-276 0 0,0 0 1 0 0,0 0-1 0 0,0 0 0 0 0,-1 0 1 0 0,1-1-1 0 0,0 1 0 0 0,-1 1 1 0 0,1-1-1 0 0,-1 0 0 0 0,1 0 1 0 0,-1 0-1 0 0,1 0 0 0 0,-1 0 1 0 0,0 0-1 0 0,1 0 0 0 0,-1 1 1 0 0,0-1-1 0 0,0 0 1 0 0,0 0-1 0 0,0 0 0 0 0,0 1 1 0 0,0-1-1 0 0,0 0 0 0 0,-1 0 1 0 0,0 2-1 0 0,0-1-6 0 0,0 0 0 0 0,0-1-1 0 0,0 1 1 0 0,-1 0 0 0 0,1-1 0 0 0,-1 1 0 0 0,1-1-1 0 0,-1 0 1 0 0,0 1 0 0 0,0-1 0 0 0,1 0 0 0 0,-1 0 0 0 0,-3 1-1 0 0,-5 2 53 0 0,-1 0-1 0 0,1 0 1 0 0,-1-2-1 0 0,-15 3 1 0 0,12-3-304 0 0,0-1 0 0 0,0 0-1 0 0,0-1 1 0 0,1 0 0 0 0,-1-1 0 0 0,0-1 0 0 0,0-1 0 0 0,1 0 0 0 0,-18-6 0 0 0,30 9-54 0 0,0-1-1 0 0,1 1 1 0 0,-1 0 0 0 0,1-1 0 0 0,-1 1-1 0 0,0-1 1 0 0,1 0 0 0 0,-1 1-1 0 0,1-1 1 0 0,0 1 0 0 0,-1-1 0 0 0,1 0-1 0 0,-1 0 1 0 0,1 1 0 0 0,0-1-1 0 0,0 0 1 0 0,-1 1 0 0 0,1-1 0 0 0,0 0-1 0 0,0 0 1 0 0,0 1 0 0 0,0-1 0 0 0,0 0-1 0 0,0 0 1 0 0,0 0 0 0 0,0 1-1 0 0,0-1 1 0 0,0 0 0 0 0,0 0 0 0 0,0 1-1 0 0,1-1 1 0 0,-1 0 0 0 0,0 0 0 0 0,1 1-1 0 0,-1-1 1 0 0,1-1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36 2176 0 0,'3'-4'1795'0'0,"0"-1"0"0"0,1 1 0 0 0,-1-1 0 0 0,-1 0-1 0 0,5-8 1556 0 0,-14 31-1276 0 0,1 4-1594 0 0,1 1 0 0 0,1 0 0 0 0,0 0-1 0 0,2 0 1 0 0,1 26 0 0 0,1-35-356 0 0,1 0 1 0 0,0 1-1 0 0,2-1 0 0 0,-1 0 0 0 0,7 19 0 0 0,-6-26-286 0 0,0 0-1 0 0,0-1 0 0 0,0 1 1 0 0,1-1-1 0 0,5 8 0 0 0,-7-11-295 0 0,1 0 0 0 0,-1 0 0 0 0,1 0-1 0 0,0-1 1 0 0,0 1 0 0 0,0-1-1 0 0,1 1 1 0 0,-1-1 0 0 0,0 0 0 0 0,6 2-1 0 0,4-3-4602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66 100 2268 0 0,'-12'-17'1960'0'0,"3"1"-407"0"0,1 4-329 0 0,1 0-220 0 0,2 2-236 0 0,-2-1-148 0 0,2 3-148 0 0,-2 1 208 0 0,2 0-288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48 222 1836 0 0,'-2'0'2034'0'0,"-11"0"2272"0"0,-2 20 178 0 0,9 11-2356 0 0,-4 35 1 0 0,9-56-1906 0 0,1 0 0 0 0,0 0 0 0 0,0 0 1 0 0,1 0-1 0 0,0 0 0 0 0,1 0 0 0 0,5 19 0 0 0,-5-24-186 0 0,1-1-1 0 0,-1 0 0 0 0,1 0 0 0 0,0 0 0 0 0,0 0 0 0 0,0-1 0 0 0,0 1 1 0 0,1-1-1 0 0,0 0 0 0 0,-1 0 0 0 0,1 0 0 0 0,0 0 0 0 0,0-1 0 0 0,1 1 1 0 0,-1-1-1 0 0,0 0 0 0 0,1-1 0 0 0,0 1 0 0 0,-1-1 0 0 0,8 2 1 0 0,2 0-9 0 0,0-1 0 0 0,0-1 0 0 0,0 0 0 0 0,1-1 0 0 0,25-3 0 0 0,-32 2-24 0 0,1 0 0 0 0,-1-1 0 0 0,1 0 0 0 0,-1 0 0 0 0,0-1 1 0 0,0 0-1 0 0,0-1 0 0 0,0 1 0 0 0,-1-2 0 0 0,0 1 0 0 0,1-1 0 0 0,10-9 1 0 0,-14 9-5 0 0,0 0 0 0 0,1 0 1 0 0,-2 0-1 0 0,1 0 0 0 0,-1-1 0 0 0,0 1 1 0 0,0-1-1 0 0,0 0 0 0 0,-1 0 1 0 0,0 0-1 0 0,0 0 0 0 0,0 0 1 0 0,-1 0-1 0 0,0-1 0 0 0,0 1 1 0 0,-1 0-1 0 0,0-13 0 0 0,-3-5-8 0 0,-1 1 0 0 0,0-1 0 0 0,-2 1 0 0 0,-1 0 0 0 0,-13-29 0 0 0,-13-48 18 0 0,33 98-12 0 0,-1 0 0 0 0,1 0 0 0 0,0 0-1 0 0,0 0 1 0 0,-1-1 0 0 0,1 1 0 0 0,0 0 0 0 0,1 0 0 0 0,-1 0 0 0 0,0 0-1 0 0,1 0 1 0 0,-1 0 0 0 0,1 0 0 0 0,-1 0 0 0 0,1 0 0 0 0,0 0-1 0 0,0 0 1 0 0,0 0 0 0 0,0 0 0 0 0,0 0 0 0 0,1 1 0 0 0,-1-1-1 0 0,0 1 1 0 0,1-1 0 0 0,0 1 0 0 0,-1-1 0 0 0,1 1 0 0 0,0 0-1 0 0,-1-1 1 0 0,1 1 0 0 0,0 0 0 0 0,0 0 0 0 0,0 1 0 0 0,0-1-1 0 0,4-1 1 0 0,1 0-7 0 0,1 0 0 0 0,0 0 0 0 0,0 1 0 0 0,-1 0 0 0 0,1 1 0 0 0,0-1 0 0 0,0 2 0 0 0,13 1 0 0 0,9 3-3 0 0,0 2-1 0 0,0 1 0 0 0,0 1 0 0 0,-1 2 0 0 0,-1 1 0 0 0,0 1 1 0 0,0 2-1 0 0,-2 0 0 0 0,0 2 0 0 0,0 1 0 0 0,-2 1 0 0 0,0 1 1 0 0,-2 1-1 0 0,0 1 0 0 0,33 43 0 0 0,-48-56 18 0 0,-1 0-1 0 0,-1 0 0 0 0,0 1 1 0 0,0 0-1 0 0,-1 0 1 0 0,0 0-1 0 0,0 0 1 0 0,3 20-1 0 0,-12-9 28 0 0,5-20-28 0 0,0 0 0 0 0,0 0 0 0 0,-1 0 0 0 0,1-1 1 0 0,0 1-1 0 0,-1 0 0 0 0,1 0 0 0 0,0-1 0 0 0,-1 1 0 0 0,1 0 0 0 0,-1-1 1 0 0,1 1-1 0 0,-1 0 0 0 0,0-1 0 0 0,1 1 0 0 0,-1-1 0 0 0,1 1 0 0 0,-1-1 0 0 0,0 1 1 0 0,0 0-1 0 0,-4-1-2 0 0,4 0-1 0 0,1-1 0 0 0,-1 1 0 0 0,1 0 0 0 0,0-1 0 0 0,-1 1 0 0 0,1-1 0 0 0,0 1 0 0 0,-1-1 0 0 0,1 1 0 0 0,0-1 0 0 0,-1 1 0 0 0,1-1 0 0 0,0 1-1 0 0,0-1 1 0 0,0 1 0 0 0,0-1 0 0 0,-1 0 0 0 0,1 1 0 0 0,0-1 0 0 0,0 1 0 0 0,0-1 0 0 0,0 1 0 0 0,0-1 0 0 0,0 0 0 0 0,0 1 0 0 0,1-2 0 0 0,1-16-2 0 0,2 0 0 0 0,0 0-1 0 0,1 0 1 0 0,1 0 0 0 0,1 1 0 0 0,0 0 0 0 0,1 0 0 0 0,1 1 0 0 0,0 0 0 0 0,1 0 0 0 0,17-18-1 0 0,-19 24-1 0 0,0 1-1 0 0,1 1 0 0 0,1 0 0 0 0,-1 0 0 0 0,1 1 0 0 0,1 0 0 0 0,-1 0 0 0 0,1 1 1 0 0,17-6-1 0 0,-22 9 1 0 0,0 1 0 0 0,1 0 0 0 0,-1 0 1 0 0,0 1-1 0 0,1-1 0 0 0,0 2 0 0 0,-1-1 0 0 0,1 1 1 0 0,-1 0-1 0 0,1 0 0 0 0,0 1 0 0 0,-1-1 0 0 0,1 2 1 0 0,-1-1-1 0 0,1 1 0 0 0,-1 0 0 0 0,0 0 0 0 0,0 1 1 0 0,8 3-1 0 0,-11-4 9 0 0,0 1 0 0 0,0-1 0 0 0,0 0 0 0 0,0 1 0 0 0,0 0 1 0 0,-1-1-1 0 0,1 1 0 0 0,-1 0 0 0 0,0 0 0 0 0,0 1 0 0 0,0-1 0 0 0,0 0 0 0 0,0 1 0 0 0,-1-1 1 0 0,0 1-1 0 0,1 0 0 0 0,-1-1 0 0 0,-1 1 0 0 0,2 7 0 0 0,-1 4-427 0 0,-2-1 0 0 0,1 1-1 0 0,-2-1 1 0 0,-2 15 0 0 0,1-15-2014 0 0,2 1 0 0 0,-1 25 1 0 0,4-28-867 0 0,2 0-1072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2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275 845 2172 0 0,'6'-14'1037'0'0,"-1"-1"0"0"0,0 0 1 0 0,-1-1-1 0 0,-1 1 0 0 0,0-1 0 0 0,-1 1 0 0 0,-1-1 0 0 0,-1 0 0 0 0,0 0 0 0 0,-3-20 1 0 0,3 34-984 0 0,0 1-1 0 0,0 0 1 0 0,-1-1 0 0 0,1 1 0 0 0,-1-1 0 0 0,1 1 0 0 0,-1 0 0 0 0,1 0 0 0 0,-1-1 0 0 0,0 1 0 0 0,0 0 0 0 0,0 0 0 0 0,1 0 0 0 0,-1 0 0 0 0,0-1 0 0 0,-1 1 0 0 0,1 1 0 0 0,0-1-1 0 0,0 0 1 0 0,0 0 0 0 0,0 0 0 0 0,-1 1 0 0 0,1-1 0 0 0,-2 0 0 0 0,0 0-2 0 0,0 1 0 0 0,0-1 0 0 0,0 1 0 0 0,0 0 0 0 0,0 0-1 0 0,0 0 1 0 0,0 1 0 0 0,0-1 0 0 0,0 1 0 0 0,0 0 0 0 0,-4 1 0 0 0,-4 3 48 0 0,-1 0 0 0 0,1 0 0 0 0,0 1 0 0 0,-18 14 0 0 0,6-2 36 0 0,0 1 0 0 0,-36 39 0 0 0,53-51-112 0 0,0 1 0 0 0,0 0 0 0 0,0 0 0 0 0,1 0 1 0 0,0 0-1 0 0,1 1 0 0 0,-1 0 0 0 0,2 0 0 0 0,-1 0 0 0 0,1 0 0 0 0,1 1 0 0 0,-2 13 1 0 0,4-20-15 0 0,0-1 1 0 0,0 1 0 0 0,0-1 0 0 0,0 1-1 0 0,1-1 1 0 0,-1 1 0 0 0,1-1 0 0 0,0 0 0 0 0,-1 1-1 0 0,1-1 1 0 0,0 0 0 0 0,1 0 0 0 0,-1 0 0 0 0,0 1-1 0 0,1-1 1 0 0,-1 0 0 0 0,1-1 0 0 0,-1 1 0 0 0,1 0-1 0 0,4 3 1 0 0,-3-3-2 0 0,1 1 0 0 0,0-1 0 0 0,0 0-1 0 0,0 0 1 0 0,1 0 0 0 0,-1 0 0 0 0,0-1 0 0 0,1 1-1 0 0,-1-1 1 0 0,7 1 0 0 0,-7-2-5 0 0,0 1-1 0 0,0 0 1 0 0,0-1 0 0 0,-1 0-1 0 0,1 0 1 0 0,0 0 0 0 0,0 0 0 0 0,0-1-1 0 0,0 1 1 0 0,0-1 0 0 0,3-1-1 0 0,3-1 0 0 0,-2 0-1 0 0,0 0 0 0 0,0 0 0 0 0,-1 0-1 0 0,1-1 1 0 0,-1 0 0 0 0,0-1 0 0 0,0 0 0 0 0,11-9 0 0 0,-2-2 13 0 0,26-32 0 0 0,5-6-3 0 0,-45 50-8 0 0,11-11-41 0 0,-13 15 37 0 0,0 0-1 0 0,0 0 1 0 0,0 0 0 0 0,0 0 0 0 0,1 0-1 0 0,-1 0 1 0 0,0 0 0 0 0,0 0-1 0 0,0 1 1 0 0,0-1 0 0 0,0 0-1 0 0,1 0 1 0 0,-1 0 0 0 0,0 0-1 0 0,0 0 1 0 0,0 0 0 0 0,0 0 0 0 0,0 0-1 0 0,0 0 1 0 0,1 0 0 0 0,-1 0-1 0 0,0 1 1 0 0,0-1 0 0 0,0 0-1 0 0,0 0 1 0 0,0 0 0 0 0,0 0-1 0 0,0 0 1 0 0,0 0 0 0 0,0 1 0 0 0,0-1-1 0 0,0 0 1 0 0,0 0 0 0 0,1 0-1 0 0,-1 0 1 0 0,0 0 0 0 0,0 1-1 0 0,0-1 1 0 0,0 0 0 0 0,0 0 0 0 0,0 0-1 0 0,0 0 1 0 0,0 0 0 0 0,0 1-1 0 0,-1-1 1 0 0,1 0 0 0 0,0 0-1 0 0,0 0 1 0 0,-3 23 1 0 0,3-22 0 0 0,-2 14 81 0 0,-1 4 221 0 0,1 1 1 0 0,1-1-1 0 0,1 0 0 0 0,3 33 0 0 0,-2-46-241 0 0,0-1 0 0 0,1 1 0 0 0,-1-1 0 0 0,1 1 1 0 0,0-1-1 0 0,1 0 0 0 0,-1 0 0 0 0,1 0 0 0 0,0 0 0 0 0,0-1 0 0 0,1 1 1 0 0,-1-1-1 0 0,1 0 0 0 0,0 0 0 0 0,0 0 0 0 0,1 0 0 0 0,-1-1 0 0 0,1 1 1 0 0,0-1-1 0 0,8 4 0 0 0,-2-2-26 0 0,0-1 0 0 0,1 0 0 0 0,0-1 0 0 0,-1 0 0 0 0,1-1 0 0 0,0 0-1 0 0,0-1 1 0 0,1 0 0 0 0,-1-1 0 0 0,0-1 0 0 0,0 0 0 0 0,0 0 0 0 0,0-1 0 0 0,23-7 0 0 0,-16 3-26 0 0,-1 0 1 0 0,0-2-1 0 0,-1 0 0 0 0,1-1 1 0 0,-1-1-1 0 0,-1 0 0 0 0,0-1 1 0 0,25-23-1 0 0,-17 9-12 0 0,-1 0 0 0 0,-2-2 0 0 0,0 0 0 0 0,-2-2 0 0 0,-1 0 0 0 0,-1-1 0 0 0,20-49 0 0 0,-20 35 5 0 0,-2 0-1 0 0,-2-1 1 0 0,-2-1 0 0 0,10-94-1 0 0,-18 97-2 0 0,-4-84 0 0 0,0 112-6 0 0,0 1-1 0 0,-2 0 1 0 0,0-1 0 0 0,0 1-1 0 0,-1 0 1 0 0,-1 0 0 0 0,0 1 0 0 0,-1-1-1 0 0,-13-19 1 0 0,18 30 3 0 0,-1 1-1 0 0,0-1 1 0 0,0 0 0 0 0,0 1 0 0 0,0 0 0 0 0,-1 0 0 0 0,1-1-1 0 0,-1 1 1 0 0,1 1 0 0 0,-1-1 0 0 0,0 0 0 0 0,1 1-1 0 0,-1-1 1 0 0,0 1 0 0 0,0 0 0 0 0,0 0 0 0 0,0 0-1 0 0,0 0 1 0 0,0 0 0 0 0,-1 1 0 0 0,1 0 0 0 0,0-1-1 0 0,0 1 1 0 0,-4 1 0 0 0,2 0-1 0 0,0 0 0 0 0,1 0 0 0 0,-1 1 0 0 0,0 0 0 0 0,1 0 0 0 0,-1 0 0 0 0,1 0 0 0 0,0 1 0 0 0,0 0 0 0 0,0 0 0 0 0,0 0 0 0 0,0 0 0 0 0,1 1 0 0 0,-1-1 0 0 0,-3 5 0 0 0,-2 6 15 0 0,-1 0 1 0 0,2 0 0 0 0,-1 1-1 0 0,2 0 1 0 0,0 0-1 0 0,-8 28 1 0 0,3 1 258 0 0,-8 56-1 0 0,-9 163 993 0 0,28-227-1116 0 0,1 0-1 0 0,2-1 1 0 0,2 1 0 0 0,1 0 0 0 0,12 46 0 0 0,-12-68-57 0 0,1 0-1 0 0,0 0 1 0 0,1-1 0 0 0,0 0 0 0 0,1 0 0 0 0,1-1 0 0 0,0 0-1 0 0,0 0 1 0 0,1-1 0 0 0,0 0 0 0 0,1-1 0 0 0,20 15 0 0 0,-23-20-370 0 0,0 0 1 0 0,1 0 0 0 0,-1 0 0 0 0,1-1-1 0 0,0 0 1 0 0,0-1 0 0 0,1 0 0 0 0,-1-1-1 0 0,10 2 1 0 0,-12-3-630 0 0,0-1-1 0 0,1 0 1 0 0,-1 0 0 0 0,0 0 0 0 0,0-1-1 0 0,0 0 1 0 0,0 0 0 0 0,-1-1-1 0 0,1 0 1 0 0,0 0 0 0 0,-1-1-1 0 0,1 0 1 0 0,8-5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4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103 351 424 0 0,'65'-91'7859'0'0,"14"-22"-3796"0"0,-78 111-3965 0 0,9-16 438 0 0,-10 18-525 0 0,0-1 0 0 0,0 0 1 0 0,0 1-1 0 0,0-1 0 0 0,0 1 0 0 0,0-1 0 0 0,0 0 0 0 0,0 1 1 0 0,0-1-1 0 0,0 0 0 0 0,0 1 0 0 0,0-1 0 0 0,0 1 0 0 0,0-1 1 0 0,-1 0-1 0 0,1 1 0 0 0,0-1 0 0 0,0 1 0 0 0,-1-1 0 0 0,1 1 1 0 0,0-1-1 0 0,-1 1 0 0 0,1-1 0 0 0,-1 0 0 0 0,-1 1-3 0 0,0-1 0 0 0,1 1-1 0 0,-1-1 1 0 0,0 1-1 0 0,1 0 1 0 0,-1 0 0 0 0,0 0-1 0 0,0 0 1 0 0,1 0 0 0 0,-1 0-1 0 0,0 1 1 0 0,1-1 0 0 0,-1 0-1 0 0,0 1 1 0 0,-2 1 0 0 0,1-1 4 0 0,-14 3-9 0 0,1 2 0 0 0,0 0 0 0 0,0 1 0 0 0,0 1 0 0 0,1 0 0 0 0,1 1 1 0 0,-1 1-1 0 0,1 0 0 0 0,1 1 0 0 0,-18 18 0 0 0,29-27-3 0 0,1 0 0 0 0,-1 0 0 0 0,0 0 1 0 0,1 1-1 0 0,0-1 0 0 0,-1 0 0 0 0,1 1 0 0 0,0-1 0 0 0,0 1 1 0 0,0 0-1 0 0,1-1 0 0 0,-1 1 0 0 0,1 0 0 0 0,-1-1 0 0 0,1 1 1 0 0,0 0-1 0 0,0-1 0 0 0,0 1 0 0 0,0 0 0 0 0,1 0 0 0 0,-1-1 1 0 0,1 1-1 0 0,0-1 0 0 0,-1 1 0 0 0,1 0 0 0 0,0-1 1 0 0,1 1-1 0 0,-1-1 0 0 0,0 0 0 0 0,1 1 0 0 0,-1-1 0 0 0,1 0 1 0 0,0 0-1 0 0,2 3 0 0 0,8 6 2 0 0,0 0-1 0 0,0 0 1 0 0,1-2 0 0 0,23 15-1 0 0,-18-13 0 0 0,75 52 32 0 0,-92-63-29 0 0,0 1-1 0 0,-1-1 1 0 0,1 0-1 0 0,0 1 1 0 0,-1-1 0 0 0,1 1-1 0 0,-1-1 1 0 0,1 1-1 0 0,0-1 1 0 0,-1 1 0 0 0,1-1-1 0 0,-1 1 1 0 0,0 0-1 0 0,1-1 1 0 0,-1 1 0 0 0,0 0-1 0 0,1-1 1 0 0,-1 1-1 0 0,0 0 1 0 0,1-1 0 0 0,-1 1-1 0 0,0 0 1 0 0,0 0 0 0 0,0-1-1 0 0,0 1 1 0 0,0 1-1 0 0,0 0 4 0 0,-1-1 0 0 0,1 1 0 0 0,-1-1 0 0 0,0 0 0 0 0,1 1 0 0 0,-1-1 0 0 0,0 0 0 0 0,0 0 0 0 0,0 0-1 0 0,0 1 1 0 0,0-1 0 0 0,-2 1 0 0 0,-1 2 16 0 0,-1 0-1 0 0,0 0 1 0 0,0-1-1 0 0,-1 0 1 0 0,-7 3 0 0 0,-26 7 81 0 0,-2-2 0 0 0,-56 9 0 0 0,81-19-84 0 0,12-5-49 0 0,4 3 21 0 0,1 0 0 0 0,-1 0 0 0 0,1 0 1 0 0,-1 1-1 0 0,1-1 0 0 0,-1 0 1 0 0,1 0-1 0 0,0 0 0 0 0,-1 1 0 0 0,1-1 1 0 0,0 0-1 0 0,0 1 0 0 0,-1-1 0 0 0,1 1 1 0 0,2-2-1 0 0,51-30-78 0 0,124-75-650 0 0,-130 74 481 0 0,69-60-1 0 0,2-26 689 0 0,-106 104-365 0 0,-1 0-1 0 0,-1-1 0 0 0,-1 0 0 0 0,0-1 0 0 0,-1 0 0 0 0,11-29 1 0 0,-17 33 98 0 0,-9 17 196 0 0,-9 19 191 0 0,0 26 171 0 0,2 0 0 0 0,2 1 0 0 0,-5 59 1 0 0,9-23 208 0 0,4 92 1 0 0,50 317 908 0 0,-6-141-1347 0 0,-39-332-464 0 0,-1 1-1 0 0,-1 0 1 0 0,-1 0-1 0 0,-1 0 1 0 0,-1-1-1 0 0,-7 28 1 0 0,7-43-15 0 0,1 0 1 0 0,-1 0 0 0 0,0 0 0 0 0,0 0 0 0 0,-1-1-1 0 0,0 1 1 0 0,0-1 0 0 0,-1 0 0 0 0,-9 10-1 0 0,10-12-4 0 0,-1-1 0 0 0,0 1-1 0 0,0-1 1 0 0,0 0-1 0 0,0 0 1 0 0,0 0 0 0 0,-1-1-1 0 0,1 0 1 0 0,-1 0-1 0 0,1 0 1 0 0,-1-1 0 0 0,0 0-1 0 0,-12 1 1 0 0,10-2-68 0 0,0 0 0 0 0,0 0 0 0 0,0-1 0 0 0,0 0 1 0 0,0-1-1 0 0,1 0 0 0 0,-1 0 0 0 0,0-1 0 0 0,1 0 0 0 0,-1 0 1 0 0,1-1-1 0 0,0 0 0 0 0,0 0 0 0 0,1 0 0 0 0,-1-1 1 0 0,1 0-1 0 0,0-1 0 0 0,0 1 0 0 0,0-1 0 0 0,1 0 0 0 0,-7-11 1 0 0,1 2-444 0 0,2 0 1 0 0,0-1-1 0 0,0 0 1 0 0,2-1-1 0 0,0 1 1 0 0,1-1-1 0 0,0-1 1 0 0,-4-27-1 0 0,4-1-1903 0 0,3 0 0 0 0,1-1 0 0 0,9-89-1 0 0,-1 70-2144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0 334 1100 0 0,'22'-39'1772'0'0,"1"1"0"0"0,2 1 0 0 0,1 1 1 0 0,46-48-1 0 0,-62 74-1540 0 0,1 1 0 0 0,-1-1 0 0 0,2 2 0 0 0,-1 0 0 0 0,1 0 0 0 0,0 1 0 0 0,1 1 1 0 0,-1 0-1 0 0,2 0 0 0 0,-1 1 0 0 0,0 1 0 0 0,1 0 0 0 0,0 1 0 0 0,0 1 0 0 0,0 0 0 0 0,0 1 0 0 0,0 0 1 0 0,20 2-1 0 0,-19 1-147 0 0,0 0 1 0 0,0 1-1 0 0,-1 1 0 0 0,1 0 1 0 0,-1 1-1 0 0,24 12 1 0 0,-32-15-60 0 0,-1 1 1 0 0,0 0-1 0 0,0 0 1 0 0,0 1-1 0 0,0-1 1 0 0,0 1 0 0 0,0 0-1 0 0,-1 1 1 0 0,0-1-1 0 0,0 1 1 0 0,0 0 0 0 0,-1 0-1 0 0,1 0 1 0 0,-1 0-1 0 0,0 0 1 0 0,-1 1-1 0 0,1 0 1 0 0,-1-1 0 0 0,2 10-1 0 0,-4-9 12 0 0,0-1 0 0 0,0 1 0 0 0,-1 0 0 0 0,1 0 0 0 0,-1-1 0 0 0,0 1 1 0 0,-1 0-1 0 0,0-1 0 0 0,1 1 0 0 0,-2-1 0 0 0,1 0 0 0 0,-1 0 0 0 0,0 1 0 0 0,0-2 0 0 0,0 1 0 0 0,0 0 0 0 0,-1-1 0 0 0,0 1 0 0 0,-7 5 0 0 0,-5 5 28 0 0,-1-1-1 0 0,0-1 0 0 0,-35 21 1 0 0,-57 22-2163 0 0,97-53 16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94 1728 0 0,'5'-3'658'0'0,"39"-21"3704"0"0,-41 22-3952 0 0,1-1 1 0 0,-1 1-1 0 0,0-1 0 0 0,0 0 0 0 0,0 1 1 0 0,0-1-1 0 0,-1-1 0 0 0,1 1 0 0 0,3-6 0 0 0,-6 8-353 0 0,0 1-1 0 0,1-1 0 0 0,-1 0 0 0 0,0 0 1 0 0,0 0-1 0 0,0 1 0 0 0,0-1 0 0 0,1 0 1 0 0,-1 0-1 0 0,0 0 0 0 0,-1 0 0 0 0,1 0 1 0 0,0 1-1 0 0,0-1 0 0 0,0 0 0 0 0,0 0 1 0 0,-1 0-1 0 0,1 0 0 0 0,0 1 1 0 0,-1-1-1 0 0,1 0 0 0 0,0 0 0 0 0,-1 1 1 0 0,1-1-1 0 0,-1 0 0 0 0,1 1 0 0 0,-1-1 1 0 0,0 0-1 0 0,1 1 0 0 0,-1-1 0 0 0,0 1 1 0 0,1-1-1 0 0,-1 1 0 0 0,0-1 0 0 0,0 1 1 0 0,1 0-1 0 0,-1-1 0 0 0,0 1 0 0 0,0 0 1 0 0,0 0-1 0 0,1-1 0 0 0,-1 1 1 0 0,0 0-1 0 0,-1 0 0 0 0,-35-5 592 0 0,27 6-565 0 0,-1 0 1 0 0,1 0-1 0 0,0 1 0 0 0,0 1 0 0 0,0 0 1 0 0,0 0-1 0 0,0 1 0 0 0,1 0 1 0 0,-11 6-1 0 0,1 1-23 0 0,0 2 1 0 0,0-1-1 0 0,-17 18 0 0 0,27-22-33 0 0,-1 2 0 0 0,1-1 0 0 0,0 1 0 0 0,1 1 1 0 0,0 0-1 0 0,1 0 0 0 0,0 0 0 0 0,-9 23 0 0 0,14-30-19 0 0,1-1 0 0 0,0 1 0 0 0,0-1 0 0 0,0 1 0 0 0,0 0 0 0 0,0-1 0 0 0,1 1 0 0 0,0 0 0 0 0,0-1 0 0 0,0 1 0 0 0,0 0 0 0 0,0 0 0 0 0,1-1 0 0 0,-1 1 0 0 0,1 0 0 0 0,0-1 0 0 0,1 1 0 0 0,-1-1 0 0 0,0 1 0 0 0,1-1 0 0 0,0 0 0 0 0,0 0 0 0 0,0 1 0 0 0,0-1 0 0 0,0-1 0 0 0,1 1 0 0 0,-1 0 0 0 0,1 0 0 0 0,0-1 0 0 0,-1 0 0 0 0,1 1 0 0 0,1-1 0 0 0,-1 0 0 0 0,0 0 0 0 0,5 1 0 0 0,-2 0-8 0 0,-1 0 1 0 0,1-1-1 0 0,-1 0 0 0 0,1 0 0 0 0,0-1 1 0 0,0 1-1 0 0,0-1 0 0 0,0 0 0 0 0,0-1 1 0 0,1 0-1 0 0,-1 0 0 0 0,0 0 1 0 0,0 0-1 0 0,0-1 0 0 0,0 0 0 0 0,0-1 1 0 0,0 1-1 0 0,0-1 0 0 0,-1 0 0 0 0,1-1 1 0 0,8-4-1 0 0,0-2 0 0 0,-1 0-1 0 0,0-2 1 0 0,0 1 0 0 0,-1-1 0 0 0,-1-1-1 0 0,18-23 1 0 0,22-27 150 0 0,-49 60-145 0 0,2 2-13 0 0,-4-1 9 0 0,1 1-1 0 0,0 0 1 0 0,0 0-1 0 0,-1 0 1 0 0,1 0-1 0 0,0-1 1 0 0,-1 1-1 0 0,1 0 1 0 0,0 0-1 0 0,0 0 1 0 0,-1 1-1 0 0,1-1 1 0 0,0 0 0 0 0,-1 0-1 0 0,1 0 1 0 0,1 1-1 0 0,2 6 16 0 0,0 0 1 0 0,-1 0-1 0 0,1 1 1 0 0,-1 0-1 0 0,-1-1 0 0 0,0 1 1 0 0,0 0-1 0 0,0 0 0 0 0,-1 1 1 0 0,0-1-1 0 0,-1 8 1 0 0,1-4-413 0 0,0 0 0 0 0,1-1 1 0 0,0 1-1 0 0,1-1 0 0 0,5 14 1 0 0,-6-19-752 0 0,1-1 0 0 0,0 1 1 0 0,0-1-1 0 0,0 0 0 0 0,8 9 1 0 0,2-2-3189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5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204 171 2140 0 0,'20'-42'5829'0'0,"18"-57"-1"0"0,-38 99-5790 0 0,1-1 0 0 0,-1 0 0 0 0,0 0 0 0 0,0 0 0 0 0,0 0-1 0 0,1 1 1 0 0,-1-1 0 0 0,0 0 0 0 0,0 0 0 0 0,0 0 0 0 0,0 0 0 0 0,-1 0 0 0 0,1 1-1 0 0,0-1 1 0 0,0 0 0 0 0,0 0 0 0 0,-1 0 0 0 0,1 0 0 0 0,0 1 0 0 0,-1-1 0 0 0,1 0-1 0 0,-1 0 1 0 0,1 1 0 0 0,-1-1 0 0 0,1 0 0 0 0,-1 1 0 0 0,0-1 0 0 0,1 1-1 0 0,-1-1 1 0 0,0 0 0 0 0,1 1 0 0 0,-1-1 0 0 0,-1 0 0 0 0,0 1-11 0 0,1-1 1 0 0,-1 1-1 0 0,1-1 1 0 0,-1 1-1 0 0,0-1 1 0 0,0 1-1 0 0,1 0 1 0 0,-1 0 0 0 0,0 0-1 0 0,0 0 1 0 0,1 0-1 0 0,-1 0 1 0 0,0 0-1 0 0,1 1 1 0 0,-1-1-1 0 0,-3 2 1 0 0,-4 2 9 0 0,0 1 1 0 0,0 1-1 0 0,0-1 0 0 0,0 1 1 0 0,1 1-1 0 0,0 0 0 0 0,-9 10 1 0 0,-2 4 18 0 0,-25 35-1 0 0,29-35-25 0 0,1 1 1 0 0,-20 41-1 0 0,31-58-21 0 0,1 1 1 0 0,0-1 0 0 0,0 1 0 0 0,0 0 0 0 0,1 0 0 0 0,-1 0 0 0 0,1 0 0 0 0,1 0 0 0 0,-1 0-1 0 0,1 0 1 0 0,0 0 0 0 0,1 0 0 0 0,-1 0 0 0 0,1 0 0 0 0,0-1 0 0 0,1 1 0 0 0,3 11-1 0 0,-2-12-1 0 0,1 0 0 0 0,-1 0 0 0 0,1-1 0 0 0,0 0 0 0 0,0 0 0 0 0,0 0 0 0 0,0 0 0 0 0,1 0 0 0 0,-1-1 0 0 0,1 0 0 0 0,0 0 0 0 0,0 0 0 0 0,1-1-1 0 0,-1 0 1 0 0,0 0 0 0 0,1 0 0 0 0,-1 0 0 0 0,10 1 0 0 0,1-1 3 0 0,0 0 0 0 0,1 0-1 0 0,-1-2 1 0 0,0 0 0 0 0,23-3 0 0 0,-11-1-4 0 0,-1-2 0 0 0,0 0 0 0 0,0-2 0 0 0,-1-1-1 0 0,0-1 1 0 0,0-1 0 0 0,41-25 0 0 0,-48 24-1 0 0,-1 0 1 0 0,-1-2-1 0 0,0 0 0 0 0,0-1 0 0 0,-2 0 1 0 0,0-2-1 0 0,-1 0 0 0 0,0 0 0 0 0,-1-1 1 0 0,12-24-1 0 0,-21 35-5 0 0,-1 0 0 0 0,0-1 0 0 0,-1 1 0 0 0,1-1 0 0 0,-1 0 0 0 0,0-8 0 0 0,-1 14-1 0 0,-1 0 0 0 0,1 0-1 0 0,-1 0 1 0 0,0 1 0 0 0,0-1-1 0 0,0 0 1 0 0,0 0 0 0 0,0 0-1 0 0,-1 0 1 0 0,1 0-1 0 0,-1 0 1 0 0,1 1 0 0 0,-1-1-1 0 0,1 0 1 0 0,-1 0 0 0 0,0 1-1 0 0,0-1 1 0 0,0 0 0 0 0,0 1-1 0 0,0-1 1 0 0,0 1-1 0 0,-1-1 1 0 0,1 1 0 0 0,0 0-1 0 0,-1-1 1 0 0,1 1 0 0 0,-1 0-1 0 0,1 0 1 0 0,-3-1 0 0 0,1 1 19 0 0,0 0 0 0 0,1 1 1 0 0,-1-1-1 0 0,0 1 1 0 0,0 0-1 0 0,1 0 1 0 0,-1 0-1 0 0,0 0 0 0 0,0 1 1 0 0,1-1-1 0 0,-1 1 1 0 0,0-1-1 0 0,1 1 1 0 0,-1 0-1 0 0,0 0 0 0 0,1 0 1 0 0,-1 0-1 0 0,1 1 1 0 0,-1-1-1 0 0,1 1 1 0 0,-4 2-1 0 0,-2 4 177 0 0,-1-1-1 0 0,1 1 1 0 0,-13 16 0 0 0,14-15-81 0 0,0 1 0 0 0,1 0 0 0 0,0 0 1 0 0,0 0-1 0 0,1 1 0 0 0,0-1 0 0 0,1 1 0 0 0,0 1 1 0 0,1-1-1 0 0,-2 14 0 0 0,4-19-72 0 0,0 0 0 0 0,1 0 0 0 0,0 0 0 0 0,0 0 0 0 0,0 0 0 0 0,1 1 0 0 0,0-1 0 0 0,0 0 0 0 0,1 0 0 0 0,0-1 0 0 0,0 1 0 0 0,0 0 0 0 0,1-1 0 0 0,-1 1 0 0 0,1-1 0 0 0,1 0 0 0 0,-1 0 0 0 0,1 0 0 0 0,0 0 0 0 0,0 0 0 0 0,5 3 0 0 0,0 0-9 0 0,0-1 0 0 0,1-1 0 0 0,0 0 0 0 0,0 0 0 0 0,1-1 1 0 0,-1 0-1 0 0,1-1 0 0 0,0 0 0 0 0,1-1 0 0 0,-1 0 0 0 0,14 1 0 0 0,-2-1-146 0 0,0-1 0 0 0,1-2-1 0 0,-1 0 1 0 0,38-5 0 0 0,-52 4-540 0 0,1-1 1 0 0,-1-1-1 0 0,1 1 0 0 0,15-8 0 0 0,13-13-6971 0 0,-22 11 1070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97 1260 0 0,'-40'-96'12885'0'0,"46"99"-12568"0"0,0 1 1 0 0,0-1 0 0 0,-1 2 0 0 0,0-1-1 0 0,0 0 1 0 0,0 1 0 0 0,0 0 0 0 0,-1 0 0 0 0,0 0-1 0 0,5 7 1 0 0,-1-1 13 0 0,43 54 545 0 0,-4 1 1 0 0,-2 2-1 0 0,-3 3 1 0 0,61 141-1 0 0,-93-183-796 0 0,0 1 0 0 0,-2 0 0 0 0,-1 1 0 0 0,-1 0 0 0 0,-2 0 0 0 0,-2 0 1 0 0,0 0-1 0 0,-4 41 0 0 0,-2-33-10 0 0,-2-1 1 0 0,-1-1-1 0 0,-2 1 1 0 0,-2-1-1 0 0,-1-1 1 0 0,-20 42-1 0 0,5-25-506 0 0,-3 0 0 0 0,-2-2 0 0 0,-2-2 0 0 0,-2-1 0 0 0,-2-2 0 0 0,-3-1 0 0 0,-1-2 0 0 0,-78 60-1 0 0,-3-14-3292 0 0,35-37-2062 0 0,16-13-1927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5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3244 0 0,'5'-16'3437'0'0,"-1"6"-677"0"0,-3-2-448 0 0,3 3 1080 0 0,-1-8-1211 0 0,1 3-861 0 0,-1 2-728 0 0,-1 2-796 0 0,3 1-1348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8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70 1060 0 0,'1'-2'2534'0'0,"19"-47"10251"0"0,-13 30-8684 0 0,-9 37-3926 0 0,-1 0 1 0 0,-1 0-1 0 0,0 0 0 0 0,-11 28 1 0 0,8-25-86 0 0,-87 247 290 0 0,56-162-298 0 0,33-95-455 0 0,-3 11-1508 0 0,9-19 875 0 0,5-13 293 0 0,-1 0-920 0 0,0-1 0 0 0,0 0 1 0 0,5-23-1 0 0,-2 7-2033 0 0,1-2-1669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8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1220 0 0,'2'-14'2192'0'0,"-2"2"-468"0"0,0 2 737 0 0,1-6-885 0 0,1 2-588 0 0,-2 4-300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8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1604 0 0,'-26'36'14621'0'0,"13"-18"-11069"0"0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51 2380 0 0,'-7'-19'12252'0'0,"6"22"-11863"0"0,0-1 0 0 0,0 1 0 0 0,0 0 0 0 0,0-1 0 0 0,0 1 0 0 0,1 0 0 0 0,-1 5 0 0 0,1-1-261 0 0,0 0-1 0 0,0-1 0 0 0,1 1 0 0 0,0 0 1 0 0,0 0-1 0 0,1 0 0 0 0,0 0 1 0 0,0-1-1 0 0,1 1 0 0 0,4 9 0 0 0,-6-15-108 0 0,0 0-1 0 0,0 1 0 0 0,0-1 1 0 0,1 0-1 0 0,-1 0 0 0 0,0 0 0 0 0,0-1 1 0 0,0 1-1 0 0,1 0 0 0 0,-1 0 1 0 0,1-1-1 0 0,-1 1 0 0 0,0-1 0 0 0,1 1 1 0 0,-1-1-1 0 0,1 1 0 0 0,-1-1 1 0 0,1 0-1 0 0,0 0 0 0 0,-1 0 0 0 0,3 0 1 0 0,23-4 158 0 0,-20 1-153 0 0,-1 0 0 0 0,0 0-1 0 0,0 0 1 0 0,-1-1 0 0 0,1 1-1 0 0,-1-1 1 0 0,1-1-1 0 0,-1 1 1 0 0,-1-1 0 0 0,6-6-1 0 0,-6 7-14 0 0,-1 0 0 0 0,0 0 0 0 0,0-1 0 0 0,0 1 0 0 0,-1-1 0 0 0,0 0 0 0 0,1 1 0 0 0,-2-1 0 0 0,1 0 0 0 0,0-1 0 0 0,-1 1 0 0 0,0 0 0 0 0,0-9 0 0 0,0 13-9 0 0,-1 0-1 0 0,0 0 1 0 0,0 0 0 0 0,0-1 0 0 0,0 1-1 0 0,0 0 1 0 0,0 0 0 0 0,-1 0 0 0 0,1 0 0 0 0,0 0-1 0 0,0 0 1 0 0,-1 0 0 0 0,1 0 0 0 0,0 0-1 0 0,-1 0 1 0 0,1 0 0 0 0,-1 1 0 0 0,0-1-1 0 0,1 0 1 0 0,-1 0 0 0 0,0 0 0 0 0,1 1 0 0 0,-1-1-1 0 0,0 0 1 0 0,0 0 0 0 0,1 1 0 0 0,-1-1-1 0 0,0 1 1 0 0,0-1 0 0 0,0 1 0 0 0,0-1-1 0 0,0 1 1 0 0,0 0 0 0 0,0-1 0 0 0,0 1-1 0 0,0 0 1 0 0,0 0 0 0 0,0 0 0 0 0,0 0 0 0 0,0 0-1 0 0,0 0 1 0 0,0 0 0 0 0,0 0 0 0 0,0 0-1 0 0,-2 1 1 0 0,-13 2 1 0 0,0 1 0 0 0,0 0-1 0 0,1 2 1 0 0,0 0 0 0 0,0 0 0 0 0,0 2-1 0 0,1 0 1 0 0,0 0 0 0 0,-21 17 0 0 0,1 2 0 0 0,2 2-1 0 0,-45 51 1 0 0,67-69-4 0 0,1 0 0 0 0,1 0 1 0 0,0 1-1 0 0,1 0 0 0 0,0 0 0 0 0,0 1 0 0 0,-7 22 0 0 0,13-32 51 0 0,0 1 0 0 0,0-1 0 0 0,0 1 1 0 0,1 0-1 0 0,-1-1 0 0 0,1 1 0 0 0,0 0 0 0 0,0 0 0 0 0,0-1 0 0 0,0 1 0 0 0,1 0 1 0 0,-1-1-1 0 0,1 1 0 0 0,0 0 0 0 0,0-1 0 0 0,1 1 0 0 0,-1-1 0 0 0,1 1 0 0 0,-1-1 0 0 0,1 0 1 0 0,0 0-1 0 0,0 0 0 0 0,1 0 0 0 0,-1 0 0 0 0,1 0 0 0 0,-1 0 0 0 0,1-1 0 0 0,0 0 0 0 0,0 1 1 0 0,0-1-1 0 0,0 0 0 0 0,0 0 0 0 0,5 2 0 0 0,5 0 93 0 0,0 0 0 0 0,0 0 1 0 0,1-1-1 0 0,-1-1 0 0 0,0 0 0 0 0,1-1 0 0 0,0 0 0 0 0,-1-1 1 0 0,15-2-1 0 0,6 1 8 0 0,-28 1-434 0 0,-1 0-1 0 0,1-1 0 0 0,-1 1 1 0 0,0-2-1 0 0,7-1 0 0 0,23-11-5562 0 0,-12 4-1160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5:59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56 148 0 0,'24'-38'17514'0'0,"-13"21"-14348"0"0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31 1740 0 0,'6'-14'5566'0'0,"0"-3"-833"0"0,-5 20-4218 0 0,-1 11-111 0 0,-1 0-1 0 0,0 1 1 0 0,-1-1 0 0 0,-1 0 0 0 0,-6 20-1 0 0,0 1-48 0 0,-6 31-89 0 0,-12 65 465 0 0,23-106-1149 0 0,2 0-1 0 0,0-1 1 0 0,3 35 0 0 0,3-48-946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0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50 177 200 0 0,'-5'-24'2420'0'0,"-2"2"-636"0"0,4 1-339 0 0,-2 1-305 0 0,-1 2-248 0 0,1 3-108 0 0,0 1-172 0 0,2 0-144 0 0,1 4-104 0 0,-1 2 164 0 0,-3-3-392 0 0,12 22-2872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676 132 1204 0 0,'4'-10'1867'0'0,"0"1"1"0"0,-1-1-1 0 0,0 0 1 0 0,-1 0-1 0 0,2-12 0 0 0,-4 17-1433 0 0,0 1-1 0 0,0-1 1 0 0,0 1-1 0 0,0-1 1 0 0,-1 0-1 0 0,0 1 1 0 0,0-1-1 0 0,-2-5 0 0 0,3 9-405 0 0,0 1-1 0 0,0-1 1 0 0,-1 0-1 0 0,1 1 1 0 0,0-1-1 0 0,-1 0 1 0 0,1 1-1 0 0,0-1 1 0 0,-1 0-1 0 0,1 1 1 0 0,-1-1-1 0 0,1 1 1 0 0,-1-1-1 0 0,1 1 1 0 0,-1-1-1 0 0,1 1 0 0 0,-1-1 1 0 0,0 1-1 0 0,1-1 1 0 0,-1 1-1 0 0,0 0 1 0 0,1 0-1 0 0,-1-1 1 0 0,0 1-1 0 0,0 0 1 0 0,1 0-1 0 0,-1 0 1 0 0,0 0-1 0 0,1-1 1 0 0,-1 1-1 0 0,0 0 0 0 0,0 0 1 0 0,1 1-1 0 0,-1-1 1 0 0,0 0-1 0 0,0 0 1 0 0,1 0-1 0 0,-1 0 1 0 0,0 1-1 0 0,1-1 1 0 0,-1 0-1 0 0,-1 1 1 0 0,-24 18 61 0 0,26-18-65 0 0,-10 9 18 0 0,0 1 0 0 0,1 0 1 0 0,1 1-1 0 0,0-1 0 0 0,-11 22 0 0 0,-26 70 187 0 0,40-91-181 0 0,-35 95 838 0 0,-49 217 0 0 0,21 122 733 0 0,58-312-1200 0 0,-10 79 365 0 0,14-172-535 0 0,-2-1 0 0 0,-1 0 1 0 0,-17 44-1 0 0,23-77-230 0 0,0 0-1 0 0,0 0 1 0 0,0 0 0 0 0,-1 0 0 0 0,0-1 0 0 0,0 0-1 0 0,-1 1 1 0 0,0-2 0 0 0,0 1 0 0 0,0 0 0 0 0,-1-1-1 0 0,1 0 1 0 0,-1-1 0 0 0,-1 1 0 0 0,1-1 0 0 0,-1 0-1 0 0,1 0 1 0 0,-1-1 0 0 0,0 0 0 0 0,-10 3 0 0 0,14-6-258 0 0,-1 1 1 0 0,1-1 0 0 0,-1 0-1 0 0,1 0 1 0 0,0-1 0 0 0,-1 1-1 0 0,1 0 1 0 0,-1-1 0 0 0,1 0 0 0 0,0 0-1 0 0,0 0 1 0 0,-1 0 0 0 0,1-1-1 0 0,0 1 1 0 0,0-1 0 0 0,0 0 0 0 0,0 0-1 0 0,1 0 1 0 0,-1 0 0 0 0,-3-4-1 0 0,-1-1-1461 0 0,-1-1 0 0 0,2 0-1 0 0,-1 0 1 0 0,1 0-1 0 0,-6-12 1 0 0,-2-7-4809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1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1940 0 0,'4'-14'1383'0'0,"0"0"0"0"0,1 1 0 0 0,1 0-1 0 0,0 0 1 0 0,8-14 0 0 0,-6 15-717 0 0,0 1 0 0 0,1 0 1 0 0,0 0-1 0 0,20-17 0 0 0,-15 16-528 0 0,1 2 0 0 0,0 0 0 0 0,0 1 0 0 0,0 0 0 0 0,2 1 0 0 0,-1 1 0 0 0,1 1 0 0 0,-1 0-1 0 0,22-4 1 0 0,11 0-206 0 0,98-6 0 0 0,-60 14-8254 0 0,-64 2 4237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1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316 153 2036 0 0,'4'-4'913'0'0,"0"0"-1"0"0,-1-1 0 0 0,0 0 1 0 0,1 0-1 0 0,-2 0 0 0 0,1 0 1 0 0,-1 0-1 0 0,1 0 0 0 0,-1-1 1 0 0,-1 1-1 0 0,1-1 0 0 0,1-11 1 0 0,-3 15-769 0 0,0-1 0 0 0,1 0 0 0 0,-1 0 1 0 0,0 1-1 0 0,-1-1 0 0 0,1 0 0 0 0,0 0 1 0 0,-1 1-1 0 0,1-1 0 0 0,-1 0 0 0 0,0 1 1 0 0,0-1-1 0 0,0 1 0 0 0,0-1 1 0 0,-1 1-1 0 0,1-1 0 0 0,-1 1 0 0 0,1 0 1 0 0,-1 0-1 0 0,0 0 0 0 0,0 0 0 0 0,0 0 1 0 0,0 0-1 0 0,0 0 0 0 0,0 1 1 0 0,-1-1-1 0 0,1 1 0 0 0,-5-3 0 0 0,3 3-109 0 0,-1-1 0 0 0,0 1-1 0 0,0 0 1 0 0,0 1 0 0 0,0-1-1 0 0,0 1 1 0 0,0 0 0 0 0,-1 0 0 0 0,1 1-1 0 0,0-1 1 0 0,0 1 0 0 0,0 0-1 0 0,1 0 1 0 0,-1 1 0 0 0,0 0-1 0 0,0-1 1 0 0,1 2 0 0 0,-1-1-1 0 0,-6 5 1 0 0,-5 3-4 0 0,-1 2 1 0 0,2 0-1 0 0,-23 22 0 0 0,23-19-20 0 0,2 0 0 0 0,0 1 0 0 0,0 0 0 0 0,1 1 0 0 0,1 0 0 0 0,1 1 0 0 0,-14 34-1 0 0,21-45-5 0 0,1 1-1 0 0,-1 0 1 0 0,2-1-1 0 0,-1 1 1 0 0,1 0-1 0 0,0 0 1 0 0,1 0-1 0 0,0 0 1 0 0,0 0-1 0 0,2 9 1 0 0,-1-12 4 0 0,1 0 0 0 0,-1 1 0 0 0,1-1 0 0 0,0 0 0 0 0,0 0 0 0 0,1 0 0 0 0,0 0 0 0 0,0-1 0 0 0,0 1 0 0 0,0-1 0 0 0,1 0 1 0 0,-1 1-1 0 0,1-2 0 0 0,0 1 0 0 0,1 0 0 0 0,3 2 0 0 0,-2-2 1 0 0,0 0 1 0 0,1 0-1 0 0,-1-1 1 0 0,0 0 0 0 0,1 0-1 0 0,0-1 1 0 0,0 0-1 0 0,0 0 1 0 0,-1 0-1 0 0,2-1 1 0 0,-1 0-1 0 0,0-1 1 0 0,0 1-1 0 0,0-1 1 0 0,0-1 0 0 0,0 1-1 0 0,0-1 1 0 0,0-1-1 0 0,0 1 1 0 0,0-1-1 0 0,9-4 1 0 0,-5 1-5 0 0,0 0-1 0 0,0 0 1 0 0,-1-1 0 0 0,0-1-1 0 0,-1 0 1 0 0,1 0 0 0 0,-1-1-1 0 0,-1 0 1 0 0,1 0 0 0 0,-1-1-1 0 0,-1 0 1 0 0,8-11 0 0 0,7-19 79 0 0,31-71 0 0 0,-35 70 356 0 0,-11 23-264 0 0,-11 23-28 0 0,-13 30-51 0 0,5-7-73 0 0,1 1 1 0 0,-12 51-1 0 0,21-71-63 0 0,0 1 0 0 0,1-1 0 0 0,0 0 0 0 0,0 0 0 0 0,1 1 0 0 0,1-1-1 0 0,0 0 1 0 0,0 1 0 0 0,1-1 0 0 0,0 0 0 0 0,1 0 0 0 0,4 12 0 0 0,-4-17-212 0 0,-1-1 0 0 0,1 0 0 0 0,-1-1 0 0 0,1 1 0 0 0,0 0 0 0 0,1-1 0 0 0,-1 1 0 0 0,0-1 0 0 0,1 0 0 0 0,0-1 0 0 0,0 1 0 0 0,0 0 0 0 0,0-1-1 0 0,0 0 1 0 0,0 0 0 0 0,7 2 0 0 0,-5-2-808 0 0,0-1 0 0 0,0 1 0 0 0,0-1-1 0 0,0 0 1 0 0,0-1 0 0 0,0 0 0 0 0,9 0-1 0 0,5-3-3932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1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48 0 0,'3'-44'7589'0'0,"4"-24"1420"0"0,-6 67-8978 0 0,-1 0 1 0 0,1 0 0 0 0,0 0 0 0 0,0 0 0 0 0,0 0 0 0 0,0 1 0 0 0,0-1 0 0 0,0 0 0 0 0,0 0 0 0 0,0 1 0 0 0,0-1 0 0 0,0 1 0 0 0,0-1 0 0 0,0 1 0 0 0,0-1 0 0 0,0 1 0 0 0,0 0 0 0 0,1 0 0 0 0,-1-1 0 0 0,0 1 0 0 0,0 0-1 0 0,0 0 1 0 0,1 0 0 0 0,-1 0 0 0 0,1 1 0 0 0,19-2 116 0 0,1 0 1 0 0,33 5-1 0 0,-5 7-2477 0 0,-41-8 281 0 0,0 0-1 0 0,-1 1 1 0 0,12 5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30 804 0 0,'-68'31'15761'0'0,"68"-31"-15710"0"0,0 0-25 0 0,0 0 0 0 0,0 0 0 0 0,0 0-1 0 0,0 0 1 0 0,0 0 0 0 0,0 0 0 0 0,0 0 0 0 0,0 0-1 0 0,0 1 1 0 0,0-1 0 0 0,0 0 0 0 0,0 1 516 0 0,0-1-516 0 0,30 0 340 0 0,0-2 0 0 0,0 0 0 0 0,30-8 0 0 0,0 1-1126 0 0,24-6-2828 0 0,-30 1-1967 0 0,-16 4-1096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2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634 87 452 0 0,'-14'-26'4166'0'0,"8"13"-1145"0"0,-1 0-1 0 0,-15-19 1 0 0,21 30-2445 0 0,-1 2-456 0 0,-1 1 0 0 0,1-1 1 0 0,0 1-1 0 0,0 0 0 0 0,0 0 0 0 0,0 0 1 0 0,0 0-1 0 0,0 0 0 0 0,0 0 0 0 0,0 1 1 0 0,1-1-1 0 0,-1 1 0 0 0,0-1 0 0 0,1 1 1 0 0,-2 2-1 0 0,-24 29 817 0 0,24-28-790 0 0,-36 56 839 0 0,2 3 1 0 0,-50 122-1 0 0,57-119-616 0 0,-242 612 1233 0 0,258-637-1518 0 0,2 0 0 0 0,2 1 0 0 0,1 1 0 0 0,-2 46 0 0 0,11-77-114 0 0,0 1 1 0 0,1-1 0 0 0,0 1-1 0 0,1-1 1 0 0,0 0 0 0 0,1 0 0 0 0,9 22-1 0 0,-9-27-91 0 0,1 0-1 0 0,0 0 0 0 0,1-1 0 0 0,0 1 0 0 0,0-1 1 0 0,0-1-1 0 0,1 1 0 0 0,0-1 0 0 0,1 1 0 0 0,-1-2 1 0 0,1 1-1 0 0,0-1 0 0 0,8 5 0 0 0,-6-6-449 0 0,-1 1-1 0 0,1-1 1 0 0,0-1 0 0 0,0 0-1 0 0,1 0 1 0 0,16 3-1 0 0,-16-5-1125 0 0,0 0 1 0 0,0-1-1 0 0,17-1 0 0 0,9-3-5827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2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394 124 828 0 0,'-6'-11'899'0'0,"1"1"-1"0"0,-2 0 1 0 0,1 0-1 0 0,-1 0 1 0 0,-1 1 0 0 0,0 0-1 0 0,0 0 1 0 0,-1 1 0 0 0,-11-9-1 0 0,16 15-738 0 0,0-1 0 0 0,0 1 0 0 0,0 0-1 0 0,0 0 1 0 0,0 0 0 0 0,0 0 0 0 0,-1 1-1 0 0,1 0 1 0 0,-1 0 0 0 0,1 0 0 0 0,-1 0 0 0 0,1 1-1 0 0,-1-1 1 0 0,1 1 0 0 0,-1 1 0 0 0,1-1 0 0 0,-1 0-1 0 0,0 1 1 0 0,1 0 0 0 0,0 0 0 0 0,-1 1 0 0 0,1-1-1 0 0,0 1 1 0 0,-1 0 0 0 0,1 0 0 0 0,-7 5 0 0 0,-1 2 12 0 0,1 0 1 0 0,0 1 0 0 0,1 0-1 0 0,0 0 1 0 0,0 1 0 0 0,1 1-1 0 0,1-1 1 0 0,0 1 0 0 0,-12 25-1 0 0,3 1 23 0 0,1 1 0 0 0,-12 46 0 0 0,24-73-150 0 0,1 1 0 0 0,0 0 0 0 0,0 0 1 0 0,2 0-1 0 0,0 0 0 0 0,0 19 1 0 0,1-28-33 0 0,1-1 0 0 0,-1 1 0 0 0,1-1 0 0 0,-1 0 0 0 0,1 1 0 0 0,0-1 0 0 0,1 0 0 0 0,-1 1-1 0 0,1-1 1 0 0,-1 0 0 0 0,1 0 0 0 0,0 0 0 0 0,0 0 0 0 0,0 0 0 0 0,0-1 0 0 0,1 1 0 0 0,-1-1 0 0 0,1 1 0 0 0,-1-1 0 0 0,1 0 0 0 0,0 0 0 0 0,0 0 0 0 0,0 0 0 0 0,0-1 0 0 0,0 1 0 0 0,1-1 0 0 0,6 2 0 0 0,-6-2-10 0 0,1 0 1 0 0,0-1-1 0 0,0 1 0 0 0,0-1 0 0 0,0 0 0 0 0,0-1 0 0 0,0 1 0 0 0,0-1 0 0 0,0 0 1 0 0,-1 0-1 0 0,1 0 0 0 0,0-1 0 0 0,-1 0 0 0 0,1 0 0 0 0,-1 0 0 0 0,1 0 1 0 0,-1-1-1 0 0,0 0 0 0 0,0 0 0 0 0,6-5 0 0 0,3-4 0 0 0,-2 0-1 0 0,1 0 0 0 0,-2-1 1 0 0,16-23-1 0 0,76-136 1350 0 0,-101 169-1276 0 0,1-1 1 0 0,0 0-1 0 0,0 1 0 0 0,1-1 0 0 0,-1 1 0 0 0,1 0 0 0 0,4-5 0 0 0,-7 8-58 0 0,1-1-1 0 0,-1 1 1 0 0,1 0 0 0 0,-1-1-1 0 0,1 1 1 0 0,0 0-1 0 0,-1 0 1 0 0,1-1 0 0 0,-1 1-1 0 0,1 0 1 0 0,0 0 0 0 0,-1 0-1 0 0,1 0 1 0 0,0 0-1 0 0,-1 0 1 0 0,1 0 0 0 0,0 0-1 0 0,-1 0 1 0 0,1 0 0 0 0,0 0-1 0 0,0 0 1 0 0,0 1 16 0 0,0 0-1 0 0,1-1 1 0 0,-1 1 0 0 0,0 0-1 0 0,0 0 1 0 0,0 0 0 0 0,0 0 0 0 0,0 0-1 0 0,0 0 1 0 0,0 0 0 0 0,0 0 0 0 0,-1 0-1 0 0,2 3 1 0 0,5 10 84 0 0,-1 2-1 0 0,0-1 1 0 0,-1 0 0 0 0,-1 1-1 0 0,-1 0 1 0 0,0 0 0 0 0,1 29-1 0 0,1 1-101 0 0,1-3-753 0 0,4 26-2389 0 0,-2-23-4326 0 0,-3-29 195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2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48 520 0 0,'1'-2'2996'0'0,"20"-37"10618"0"0,-21 39-13510 0 0,1-1 1 0 0,-1 1-1 0 0,0-1 0 0 0,0 1 0 0 0,0 0 1 0 0,1-1-1 0 0,-1 1 0 0 0,0 0 0 0 0,1-1 1 0 0,-1 1-1 0 0,0 0 0 0 0,1-1 0 0 0,-1 1 1 0 0,0 0-1 0 0,1 0 0 0 0,-1-1 0 0 0,0 1 1 0 0,1 0-1 0 0,-1 0 0 0 0,1 0 0 0 0,-1-1 1 0 0,1 1-1 0 0,0 4 14 0 0,0-1 0 0 0,0 1 1 0 0,0-1-1 0 0,0 1 0 0 0,-1 0 0 0 0,1-1 1 0 0,-1 1-1 0 0,0 0 0 0 0,-1 5 0 0 0,-6 41 163 0 0,2-19-165 0 0,2-6-218 0 0,1-15-626 0 0,1 0-1 0 0,0 0 1 0 0,0 0-1 0 0,1 0 0 0 0,0 0 1 0 0,1 0-1 0 0,0 0 1 0 0,4 16-1 0 0,0-12-1830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3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57 684 0 0,'21'-51'15028'0'0,"-18"46"-13026"0"0,-7 15-1711 0 0,-1 0 1 0 0,0 0 0 0 0,0-1 0 0 0,-1 1 0 0 0,-11 13 0 0 0,-42 43-7 0 0,46-51-177 0 0,-94 119-1070 0 0,65-75-8172 0 0,40-55 8138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3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230 232 700 0 0,'11'-18'1878'0'0,"15"-17"1784"0"0,-2-1 0 0 0,-2-2 0 0 0,19-44 0 0 0,-40 82-3632 0 0,-1-1-1 0 0,1 1 0 0 0,-1-1 1 0 0,0 0-1 0 0,0 1 0 0 0,1-1 1 0 0,-1 0-1 0 0,0 1 0 0 0,0-1 0 0 0,0 0 1 0 0,0 1-1 0 0,0-1 0 0 0,0 0 1 0 0,0 1-1 0 0,0-1 0 0 0,0 0 1 0 0,0 1-1 0 0,0-1 0 0 0,0 0 1 0 0,0 1-1 0 0,-1-1 0 0 0,1 0 1 0 0,0 1-1 0 0,0-1 0 0 0,-1 1 1 0 0,1-1-1 0 0,0 0 0 0 0,-1 1 1 0 0,0-1-1 0 0,0 0-6 0 0,0 0 1 0 0,-1 1 0 0 0,1 0-1 0 0,0-1 1 0 0,0 1-1 0 0,-1 0 1 0 0,1-1-1 0 0,0 1 1 0 0,0 0-1 0 0,-1 0 1 0 0,1 0-1 0 0,0 0 1 0 0,-1 0-1 0 0,0 1 1 0 0,-5 0 14 0 0,0 0 1 0 0,1 1-1 0 0,0 0 0 0 0,-11 5 0 0 0,-13 10 24 0 0,1 2 0 0 0,0 1 0 0 0,2 1 0 0 0,-33 32 0 0 0,40-32-39 0 0,0 1 0 0 0,-31 46 0 0 0,47-62-13 0 0,1 0 0 0 0,0 0-1 0 0,0 0 1 0 0,1 0 0 0 0,-1 1 0 0 0,0 6-1 0 0,2-12-5 0 0,1 1-1 0 0,-1-1 1 0 0,1 1 0 0 0,0-1-1 0 0,0 1 1 0 0,0-1-1 0 0,-1 0 1 0 0,1 1-1 0 0,1-1 1 0 0,-1 1 0 0 0,0-1-1 0 0,0 1 1 0 0,1-1-1 0 0,-1 0 1 0 0,0 1-1 0 0,1-1 1 0 0,-1 1 0 0 0,1-1-1 0 0,0 0 1 0 0,0 0-1 0 0,-1 1 1 0 0,1-1-1 0 0,0 0 1 0 0,0 0 0 0 0,0 0-1 0 0,0 0 1 0 0,0 0-1 0 0,0 0 1 0 0,0 0 0 0 0,1 0-1 0 0,-1-1 1 0 0,0 1-1 0 0,0 0 1 0 0,1-1-1 0 0,-1 1 1 0 0,1-1 0 0 0,1 1-1 0 0,0 1-1 0 0,15 1 13 0 0,-12-3-15 0 0,0 0 0 0 0,0-1 0 0 0,0 1 1 0 0,0-1-1 0 0,0-1 0 0 0,0 1 0 0 0,0-1 1 0 0,-1 0-1 0 0,1 0 0 0 0,0 0 0 0 0,-1-1 1 0 0,1 0-1 0 0,-1 0 0 0 0,0 0 0 0 0,0-1 1 0 0,8-7-1 0 0,3-2 3 0 0,52-45-14 0 0,-47 38-1 0 0,47-34 0 0 0,-65 53 36 0 0,-3 1-23 0 0,1 0-1 0 0,0-1 0 0 0,0 1 1 0 0,-1 0-1 0 0,1 0 0 0 0,0 0 0 0 0,0 0 1 0 0,-1 0-1 0 0,1 0 0 0 0,0 0 1 0 0,0 1-1 0 0,-1-1 0 0 0,1 0 0 0 0,0 0 1 0 0,0 0-1 0 0,-1 1 0 0 0,1-1 0 0 0,0 0 1 0 0,-1 1-1 0 0,1-1 0 0 0,0 1 1 0 0,-1-1-1 0 0,1 1 0 0 0,-1-1 0 0 0,1 1 1 0 0,-1-1-1 0 0,1 1 0 0 0,-1 0 1 0 0,1-1-1 0 0,-1 1 0 0 0,0 0 0 0 0,1-1 1 0 0,-1 1-1 0 0,0 0 0 0 0,1-1 1 0 0,-1 1-1 0 0,0 1 0 0 0,2 2 13 0 0,-1 0 0 0 0,1 0 0 0 0,-1 0 0 0 0,0 0 0 0 0,1 7-1 0 0,-2 22-340 0 0,-2-1 0 0 0,0 1 0 0 0,-3-1-1 0 0,-8 35 1 0 0,0 0-8424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3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96 2480 0 0,'10'-18'3235'0'0,"-5"9"-1624"0"0,0 0 0 0 0,1 0 0 0 0,7-9 0 0 0,-11 15-1328 0 0,1 0 0 0 0,0 0 0 0 0,0 1 0 0 0,0-1 0 0 0,0 1 0 0 0,1-1 1 0 0,-1 1-1 0 0,1 0 0 0 0,-1 1 0 0 0,1-1 0 0 0,0 0 0 0 0,4 0 0 0 0,-6 1-216 0 0,1 1 0 0 0,-1-1-1 0 0,0 1 1 0 0,1-1-1 0 0,-1 1 1 0 0,1 0 0 0 0,-1 0-1 0 0,1 0 1 0 0,-1 1-1 0 0,0-1 1 0 0,1 0-1 0 0,-1 1 1 0 0,1 0 0 0 0,-1 0-1 0 0,0-1 1 0 0,0 1-1 0 0,1 0 1 0 0,-1 1 0 0 0,0-1-1 0 0,0 0 1 0 0,0 1-1 0 0,0-1 1 0 0,0 1-1 0 0,1 1 1 0 0,-1 0-6 0 0,-1-1 1 0 0,1 0-1 0 0,-1 1 0 0 0,1-1 1 0 0,-1 1-1 0 0,0 0 0 0 0,0-1 1 0 0,0 1-1 0 0,0 0 1 0 0,-1-1-1 0 0,1 1 0 0 0,-1 0 1 0 0,1 0-1 0 0,-1 0 0 0 0,0 0 1 0 0,0 0-1 0 0,-1-1 0 0 0,1 1 1 0 0,0 0-1 0 0,-1 0 0 0 0,-2 5 1 0 0,-5 11 245 0 0,0-1 0 0 0,-2 0 0 0 0,0-1 0 0 0,-2 0 0 0 0,1-1 1 0 0,-27 28-1 0 0,-1 4 272 0 0,31-39-472 0 0,6-6-31 0 0,-1-1-1 0 0,1 1 1 0 0,0 0-1 0 0,0-1 1 0 0,0 1 0 0 0,1 0-1 0 0,-1 0 1 0 0,0 0-1 0 0,1 0 1 0 0,0 1-1 0 0,0-1 1 0 0,0 0 0 0 0,0 5-1 0 0,1-7-55 0 0,1 1-1 0 0,0-1 1 0 0,0 0 0 0 0,0 0-1 0 0,0 0 1 0 0,0 0-1 0 0,1 0 1 0 0,-1 0 0 0 0,0 0-1 0 0,0 0 1 0 0,1 0-1 0 0,-1-1 1 0 0,0 1 0 0 0,1 0-1 0 0,-1-1 1 0 0,1 1 0 0 0,-1-1-1 0 0,3 1 1 0 0,9 1-57 0 0,-1 0 0 0 0,1 0 0 0 0,0-1 1 0 0,-1-1-1 0 0,1 0 0 0 0,0-1 0 0 0,0-1 0 0 0,23-5 1 0 0,-6-1-1764 0 0,-1-1 1 0 0,42-19 0 0 0,-55 20-729 0 0,0-1 1 0 0,16-11 0 0 0,-1-1-4879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93 1776 0 0,'-60'-93'11557'0'0,"75"108"-9065"0"0,5 13-1910 0 0,-1 0 1 0 0,-2 2-1 0 0,-1 0 1 0 0,-1 0-1 0 0,19 61 1 0 0,-24-59-508 0 0,-2 1 0 0 0,-2 0 0 0 0,-1 0 0 0 0,-1 0 0 0 0,-2 0 0 0 0,-2 1 0 0 0,-1-1 0 0 0,-1 1 0 0 0,-13 64 1 0 0,2-49-152 0 0,-3-1 0 0 0,-1 0 0 0 0,-2-2 0 0 0,-2 0 0 0 0,-41 65 0 0 0,-159 199-7816 0 0,179-255 4783 0 0,-2 5-3101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7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3 698 1928 0 0,'0'-3'1574'0'0,"2"-46"6142"0"0,-3 44-6193 0 0,-2 14-797 0 0,3-4-665 0 0,-1 0 0 0 0,1 0 1 0 0,0-1-1 0 0,1 1 0 0 0,-1 0 1 0 0,1 0-1 0 0,0 0 1 0 0,0 0-1 0 0,1 0 0 0 0,0-1 1 0 0,-1 1-1 0 0,1-1 0 0 0,1 1 1 0 0,-1-1-1 0 0,1 0 1 0 0,-1 0-1 0 0,1 0 0 0 0,1 0 1 0 0,-1 0-1 0 0,0-1 0 0 0,1 1 1 0 0,0-1-1 0 0,-1 0 1 0 0,8 4-1 0 0,-5-3-32 0 0,1 0 0 0 0,-1-1 0 0 0,1 0 0 0 0,0 0 0 0 0,0 0 0 0 0,0-1 0 0 0,0 0 1 0 0,1 0-1 0 0,-1-1 0 0 0,0 0 0 0 0,1 0 0 0 0,-1-1 0 0 0,1 0 0 0 0,-1 0 0 0 0,15-3 0 0 0,-14 1-15 0 0,1-1 0 0 0,-1 1 0 0 0,-1-1 0 0 0,1-1 0 0 0,0 0 0 0 0,-1 0 0 0 0,0 0 0 0 0,0-1 0 0 0,13-10 0 0 0,-11 5-6 0 0,0 1 1 0 0,0-1-1 0 0,-1-1 1 0 0,0 1-1 0 0,11-21 0 0 0,-5 2 0 0 0,-2-1-1 0 0,0 0 0 0 0,-2-1 0 0 0,8-44 1 0 0,-8 24-7 0 0,-2-1 0 0 0,-3 0 0 0 0,-2-1 0 0 0,-2 1 0 0 0,-3-1 1 0 0,-10-64-1 0 0,12 113-12 0 0,-1-1 1 0 0,0 1-1 0 0,0 0 0 0 0,0 0 1 0 0,-1 0-1 0 0,-2-5 1 0 0,3 8 4 0 0,-2 2-2 0 0,1-1 8 0 0,0 1 0 0 0,0 0 0 0 0,0 0 0 0 0,0 0 0 0 0,0 0 0 0 0,0 1 0 0 0,0-1 1 0 0,0 0-1 0 0,1 1 0 0 0,-1-1 0 0 0,0 1 0 0 0,1 0 0 0 0,-1 0 0 0 0,1-1 0 0 0,0 1 0 0 0,0 0 0 0 0,-1 0 1 0 0,1 0-1 0 0,-1 3 0 0 0,-17 50-13 0 0,13-35 5 0 0,-25 85 0 0 0,5 1 0 0 0,4 1 1 0 0,-8 110-1 0 0,30-215 8 0 0,-4 35 15 0 0,2 0 0 0 0,4 52 0 0 0,-1-80-13 0 0,0 0 0 0 0,0 0 0 0 0,0-1 0 0 0,1 1 0 0 0,1 0 0 0 0,0-1 0 0 0,0 1 0 0 0,0-1 0 0 0,1 0 0 0 0,0 0 0 0 0,1-1 0 0 0,0 1 1 0 0,0-1-1 0 0,1 0 0 0 0,11 12 0 0 0,-13-15-5 0 0,1-1 0 0 0,0 0 0 0 0,-1 0 0 0 0,1 0 0 0 0,0-1 1 0 0,0 0-1 0 0,1 0 0 0 0,-1 0 0 0 0,0 0 0 0 0,1-1 0 0 0,-1 0 0 0 0,1 0 0 0 0,6 0 1 0 0,-3-1-16 0 0,-1-1 0 0 0,0 1 0 0 0,1-2 0 0 0,-1 1 1 0 0,0-1-1 0 0,0 0 0 0 0,0-1 0 0 0,9-4 0 0 0,-2 0-52 0 0,-1-1-1 0 0,0 0 1 0 0,-1-1-1 0 0,0 0 0 0 0,0-1 1 0 0,-1-1-1 0 0,-1 0 0 0 0,20-23 1 0 0,-12 7-110 0 0,-1-1 0 0 0,-1-1 0 0 0,-2-1 1 0 0,23-60-1 0 0,29-133-86 0 0,-63 204 249 0 0,61-245 69 0 0,-61 248-86 0 0,-3 21-42 0 0,-3 26 22 0 0,-76 525-24 0 0,75-532 134 0 0,-6 77 1156 0 0,9-100-1135 0 0,2-3 2 0 0,10-17 26 0 0,15-32 0 0 0,-16 28-88 0 0,17-25 1 0 0,-27 46-17 0 0,18-26-12 0 0,24-27-1 0 0,-37 49 8 0 0,0-1 0 0 0,0 1 0 0 0,1 0-1 0 0,-1 1 1 0 0,1 0 0 0 0,0 0 0 0 0,1 0 0 0 0,-1 1-1 0 0,14-5 1 0 0,-20 8 4 0 0,1 1-1 0 0,0-1 1 0 0,0 1-1 0 0,0-1 1 0 0,0 1-1 0 0,-1 0 1 0 0,1 0-1 0 0,0 0 1 0 0,0 0 0 0 0,0 0-1 0 0,0 1 1 0 0,-1-1-1 0 0,1 0 1 0 0,0 1-1 0 0,0-1 1 0 0,-1 1-1 0 0,1 0 1 0 0,0 0 0 0 0,1 0-1 0 0,0 1 0 0 0,0 1-1 0 0,-1-1 1 0 0,1 0-1 0 0,-1 1 1 0 0,1 0-1 0 0,-1-1 1 0 0,0 1-1 0 0,0 0 1 0 0,2 4-1 0 0,1 4 9 0 0,0 0 0 0 0,0 1 0 0 0,-1-1 0 0 0,3 18 0 0 0,3 32 24 0 0,5 21 13 0 0,-13-73-33 0 0,1 0 1 0 0,0 0-1 0 0,1 0 1 0 0,-1 0-1 0 0,2 0 1 0 0,5 9-1 0 0,-8-15-5 0 0,1 0 0 0 0,-1 0 1 0 0,1 0-1 0 0,-1 0 0 0 0,1-1 0 0 0,0 1 0 0 0,0-1 1 0 0,0 1-1 0 0,0-1 0 0 0,0 0 0 0 0,1 0 0 0 0,-1-1 0 0 0,1 1 1 0 0,-1-1-1 0 0,1 1 0 0 0,6 0 0 0 0,-5-1-4 0 0,1-1 0 0 0,-1 0-1 0 0,0 0 1 0 0,1 0 0 0 0,-1-1-1 0 0,0 1 1 0 0,0-1 0 0 0,1-1-1 0 0,-1 1 1 0 0,9-5 0 0 0,-2 1-8 0 0,-1-1 0 0 0,0-1 0 0 0,0 0 0 0 0,0 0 0 0 0,-1-1 0 0 0,0-1 0 0 0,-1 1 1 0 0,0-2-1 0 0,9-11 0 0 0,-7 7 5 0 0,-2-1 0 0 0,0 0-1 0 0,0-1 1 0 0,-1 1 0 0 0,-1-1 0 0 0,-1-1 0 0 0,-1 0 0 0 0,0 1 0 0 0,-1-2 0 0 0,0 1 0 0 0,-2 0 0 0 0,0-1-1 0 0,-1-21 1 0 0,-1 38 1 0 0,0 0-2 0 0,0-1-1 0 0,0 0 1 0 0,0 0 0 0 0,0 0 0 0 0,-1 0-1 0 0,1 1 1 0 0,0-1 0 0 0,-1 0 0 0 0,0 0-1 0 0,1 1 1 0 0,-1-1 0 0 0,0 0-1 0 0,0 1 1 0 0,0-1 0 0 0,-2-2 0 0 0,1 3 1 0 0,1 0 1 0 0,-1 1-1 0 0,1-1 1 0 0,-1 0-1 0 0,0 0 1 0 0,1 1-1 0 0,-1-1 1 0 0,0 1-1 0 0,0 0 1 0 0,1 0-1 0 0,-1-1 1 0 0,0 1-1 0 0,0 0 1 0 0,0 0 0 0 0,1 0-1 0 0,-1 1 1 0 0,0-1-1 0 0,0 0 1 0 0,1 1-1 0 0,-1-1 1 0 0,0 1-1 0 0,1 0 1 0 0,-1-1-1 0 0,0 1 1 0 0,1 0-1 0 0,-1 0 1 0 0,1 0-1 0 0,-1 0 1 0 0,1 0-1 0 0,0 1 1 0 0,-1-1-1 0 0,1 0 1 0 0,0 1-1 0 0,0-1 1 0 0,-1 3-1 0 0,0-3 1 0 0,-9 12 3 0 0,1 0-1 0 0,0 0 1 0 0,1 1-1 0 0,1 0 1 0 0,0 1-1 0 0,1 0 1 0 0,0 0-1 0 0,-4 17 1 0 0,8-22 1 0 0,1-1 1 0 0,0 1-1 0 0,1-1 1 0 0,0 1-1 0 0,0-1 1 0 0,2 18 0 0 0,-1-22 0 0 0,1 1 0 0 0,0 0 0 0 0,1-1 0 0 0,-1 0 0 0 0,1 1 0 0 0,0-1 0 0 0,0 0 0 0 0,1 0 1 0 0,0 0-1 0 0,0 0 0 0 0,0 0 0 0 0,4 5 0 0 0,-2-6 0 0 0,0 0 1 0 0,0 0-1 0 0,0 0 0 0 0,1 0 1 0 0,-1-1-1 0 0,1 0 0 0 0,0 0 1 0 0,0-1-1 0 0,0 1 0 0 0,0-1 1 0 0,0-1-1 0 0,0 1 0 0 0,1-1 0 0 0,-1 0 1 0 0,1-1-1 0 0,-1 1 0 0 0,11-2 1 0 0,1 1 8 0 0,0-2 0 0 0,0 0 1 0 0,0-2-1 0 0,-1 1 0 0 0,20-8 0 0 0,-19 4-17 0 0,0-1-1 0 0,-1 0 0 0 0,0-1 0 0 0,0-1 1 0 0,-1-1-1 0 0,15-12 0 0 0,79-81-46 0 0,-29 25 22 0 0,-80 78 23 0 0,0-1-1 0 0,1 1 0 0 0,-1 0 0 0 0,0 0 0 0 0,0 0 0 0 0,1 1 0 0 0,-1-1 0 0 0,1 0 0 0 0,-1 0 0 0 0,1 1 0 0 0,-1-1 1 0 0,1 1-1 0 0,0-1 0 0 0,-1 1 0 0 0,1 0 0 0 0,-1 0 0 0 0,1-1 0 0 0,0 1 0 0 0,-1 0 0 0 0,4 1 0 0 0,-4-1 6 0 0,0 1-1 0 0,0 0 1 0 0,1-1-1 0 0,-1 1 1 0 0,0 0-1 0 0,0 0 0 0 0,0 0 1 0 0,0 0-1 0 0,0 0 1 0 0,0 0-1 0 0,0 0 1 0 0,0 0-1 0 0,0 0 1 0 0,0 0-1 0 0,-1 1 0 0 0,1-1 1 0 0,0 0-1 0 0,-1 0 1 0 0,1 1-1 0 0,-1-1 1 0 0,0 1-1 0 0,1-1 1 0 0,-1 0-1 0 0,0 3 0 0 0,2 3 5 0 0,0 5 0 0 0,1 1 1 0 0,-2-1-1 0 0,0 1 1 0 0,0-1-1 0 0,-1 1 1 0 0,-1-1-1 0 0,0 1 0 0 0,0-1 1 0 0,-5 18-1 0 0,5-30 9 0 0,-2 6-9 0 0,3-17 85 0 0,3-6-94 0 0,0 0 1 0 0,1-1-1 0 0,1 2 0 0 0,1-1 1 0 0,1 0-1 0 0,10-19 1 0 0,-5 14 17 0 0,1 0 1 0 0,1 1 0 0 0,30-35-1 0 0,-35 47-13 0 0,0-1 0 0 0,1 1 0 0 0,16-11 0 0 0,-21 16-5 0 0,-1 1 0 0 0,1 1 0 0 0,1-1 0 0 0,-1 1 0 0 0,0 0 0 0 0,0 0 0 0 0,1 0 0 0 0,0 0 0 0 0,9 0 0 0 0,-12 2 3 0 0,-1 0 0 0 0,0 0 1 0 0,0 0-1 0 0,0 1 0 0 0,0-1 1 0 0,0 1-1 0 0,0 0 1 0 0,0-1-1 0 0,0 1 0 0 0,0 0 1 0 0,0 0-1 0 0,-1 0 0 0 0,1 0 1 0 0,0 1-1 0 0,-1-1 0 0 0,1 0 1 0 0,-1 1-1 0 0,1-1 0 0 0,-1 1 1 0 0,3 2-1 0 0,-1 0 4 0 0,-1 0 1 0 0,1 0-1 0 0,-1 1 0 0 0,0-1 1 0 0,0 0-1 0 0,0 1 0 0 0,2 6 1 0 0,-1 10 230 0 0,-1 1-1 0 0,-1-1 1 0 0,0 1 0 0 0,-2 0 0 0 0,-1-1-1 0 0,-7 41 1 0 0,3-29 142 0 0,-1 51 1 0 0,7-82-362 0 0,0 0 0 0 0,0 0 0 0 0,0 0 0 0 0,0-1 1 0 0,0 1-1 0 0,0 0 0 0 0,1 0 0 0 0,-1 0 0 0 0,0-1 0 0 0,1 1 0 0 0,-1 0 0 0 0,1 0 1 0 0,0-1-1 0 0,0 1 0 0 0,0-1 0 0 0,0 1 0 0 0,0 0 0 0 0,0-1 0 0 0,0 0 0 0 0,0 1 1 0 0,0-1-1 0 0,1 0 0 0 0,-1 1 0 0 0,0-1 0 0 0,1 0 0 0 0,-1 0 0 0 0,1 0 1 0 0,0 0-1 0 0,-1-1 0 0 0,1 1 0 0 0,2 0 0 0 0,3 0-113 0 0,0 0 0 0 0,0-1 0 0 0,1 0 1 0 0,-1-1-1 0 0,0 0 0 0 0,0 0 0 0 0,1 0 0 0 0,-1-1 0 0 0,0 0 0 0 0,0 0 1 0 0,12-7-1 0 0,-13 6-834 0 0,-1 0 1 0 0,1 0-1 0 0,0-1 0 0 0,-1 0 1 0 0,0 0-1 0 0,0-1 1 0 0,0 0-1 0 0,6-8 0 0 0,2-5-5284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69 592 0 0,'-40'2'2168'0'0,"4"0"-440"0"0,9-1-383 0 0,1 1-285 0 0,9 0 468 0 0,1-4-584 0 0,28-1-604 0 0,9-1-56 0 0,10-3-48 0 0,15 1 56 0 0,14-1-164 0 0,7-2-40 0 0,7 0-608 0 0,16-1-688 0 0,4 0-1648 0 0,4 0-889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8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32 672 800 0 0,'-2'2'1870'0'0,"-1"1"-1036"0"0,0 1 0 0 0,0-1 0 0 0,0 1 1 0 0,0 0-1 0 0,0 0 0 0 0,1 0 1 0 0,0 0-1 0 0,-4 8 0 0 0,6-10-746 0 0,0-1-1 0 0,-1 1 1 0 0,1-1 0 0 0,0 1-1 0 0,-1 0 1 0 0,1-1-1 0 0,0 1 1 0 0,0-1 0 0 0,1 1-1 0 0,-1 0 1 0 0,0-1 0 0 0,0 1-1 0 0,1-1 1 0 0,-1 1-1 0 0,1 0 1 0 0,-1-1 0 0 0,1 0-1 0 0,0 1 1 0 0,0-1-1 0 0,-1 1 1 0 0,1-1 0 0 0,0 0-1 0 0,0 1 1 0 0,0-1-1 0 0,0 0 1 0 0,1 0 0 0 0,-1 0-1 0 0,0 0 1 0 0,2 1 0 0 0,0-1-33 0 0,1 0 0 0 0,-1 0 1 0 0,1 0-1 0 0,-1-1 0 0 0,1 0 1 0 0,-1 1-1 0 0,1-1 1 0 0,0 0-1 0 0,-1-1 0 0 0,1 1 1 0 0,-1-1-1 0 0,1 1 0 0 0,-1-1 1 0 0,5-2-1 0 0,11-3-22 0 0,-1 0-1 0 0,-1-1 1 0 0,1-1-1 0 0,-1-1 1 0 0,-1-1-1 0 0,1 0 1 0 0,-2-1-1 0 0,1 0 1 0 0,-2-2-1 0 0,0 1 1 0 0,0-2-1 0 0,-1 0 1 0 0,11-16-1 0 0,-4 2-20 0 0,-1 0-1 0 0,-1-2 1 0 0,-2 0 0 0 0,-1 0-1 0 0,-2-2 1 0 0,14-46-1 0 0,-14 27 24 0 0,-3-1 0 0 0,-2 0 0 0 0,-3-1 0 0 0,-1-73 0 0 0,-6 118-62 0 0,-3 12-10 0 0,-4 11 0 0 0,-66 281-132 0 0,70-272 167 0 0,2-7 3 0 0,-29 158 85 0 0,29-151-71 0 0,1 1 0 0 0,1-1 0 0 0,2 1-1 0 0,0-1 1 0 0,6 29 0 0 0,-6-48-7 0 0,0 0-1 0 0,0-1 1 0 0,0 1 0 0 0,1 0-1 0 0,0-1 1 0 0,0 0 0 0 0,0 1 0 0 0,0-1-1 0 0,1 0 1 0 0,0 0 0 0 0,0 0-1 0 0,0 0 1 0 0,0-1 0 0 0,0 1-1 0 0,1-1 1 0 0,0 0 0 0 0,0 0 0 0 0,8 5-1 0 0,-8-6-3 0 0,1 0 0 0 0,0 0 0 0 0,0-1 1 0 0,0 0-1 0 0,1 0 0 0 0,-1 0 0 0 0,0 0 0 0 0,0-1 0 0 0,0 0 0 0 0,1 0 0 0 0,-1 0 0 0 0,0-1 0 0 0,0 1 0 0 0,0-1 0 0 0,1-1 0 0 0,-1 1 0 0 0,6-3 0 0 0,0-1-9 0 0,0 0-1 0 0,-1 0 1 0 0,0-1-1 0 0,0 0 1 0 0,0-1 0 0 0,0 0-1 0 0,-1-1 1 0 0,12-12-1 0 0,-9 7 0 0 0,-1-2 0 0 0,0 1-1 0 0,-1-1 1 0 0,16-32 0 0 0,-10 11 5 0 0,-2-1 0 0 0,-2-1 0 0 0,-1 0-1 0 0,8-51 1 0 0,-8 12 13 0 0,-6 38-29 0 0,13-50 0 0 0,-16 78 46 0 0,-5 13-58 0 0,-6 17 0 0 0,-14 117 222 0 0,-9 250-1 0 0,32-382-104 0 0,0 0 1 0 0,1 0-1 0 0,-1 0 0 0 0,1-1 0 0 0,0 1 0 0 0,0 0 0 0 0,0 0 0 0 0,3 6 0 0 0,-3-8 17 0 0,2-2-35 0 0,1-1-56 0 0,-1 1 0 0 0,0-1 0 0 0,0 0 0 0 0,0 0 0 0 0,0 0 0 0 0,0 0 0 0 0,0-1 0 0 0,0 1 0 0 0,0-1 0 0 0,0 0 1 0 0,-1 0-1 0 0,1 0 0 0 0,0 0 0 0 0,-1 0 0 0 0,4-5 0 0 0,8-9 11 0 0,16-24 0 0 0,-8 11-6 0 0,2-4-9 0 0,-16 22-15 0 0,1 0 0 0 0,0 0 0 0 0,0 0 0 0 0,15-11-1 0 0,-23 21 13 0 0,0 0 0 0 0,0 1-1 0 0,-1-1 1 0 0,1 1-1 0 0,0-1 1 0 0,0 1-1 0 0,0-1 1 0 0,0 1-1 0 0,0 0 1 0 0,0 0-1 0 0,0-1 1 0 0,0 1-1 0 0,0 0 1 0 0,0 0 0 0 0,0 0-1 0 0,0 0 1 0 0,0 0-1 0 0,0 0 1 0 0,1 0-1 0 0,-1 1 1 0 0,0-1-1 0 0,0 0 1 0 0,0 1-1 0 0,0-1 1 0 0,-1 0-1 0 0,1 1 1 0 0,0-1-1 0 0,0 1 1 0 0,0-1 0 0 0,0 1-1 0 0,0 0 1 0 0,-1-1-1 0 0,1 1 1 0 0,0 0-1 0 0,0 0 1 0 0,-1 0-1 0 0,1-1 1 0 0,-1 1-1 0 0,1 0 1 0 0,-1 0-1 0 0,1 0 1 0 0,-1 0 0 0 0,1 1-1 0 0,3 7 165 0 0,0 0 0 0 0,0 0 1 0 0,3 16-1 0 0,-4-16-129 0 0,-1-3-5 0 0,3 11 66 0 0,0-2 0 0 0,1 1-1 0 0,12 22 1 0 0,-15-34-85 0 0,-1 1-1 0 0,1-1 0 0 0,0 0 1 0 0,1-1-1 0 0,-1 1 1 0 0,1 0-1 0 0,-1-1 0 0 0,1 0 1 0 0,0 0-1 0 0,1 0 0 0 0,-1 0 1 0 0,0-1-1 0 0,1 0 0 0 0,-1 0 1 0 0,1 0-1 0 0,6 2 1 0 0,-1-2-6 0 0,1 0 0 0 0,-1-1 0 0 0,1 0 0 0 0,0-1 0 0 0,-1 0 0 0 0,1-1 0 0 0,0 0 0 0 0,-1-1 0 0 0,0 0 0 0 0,1 0 0 0 0,-1-1 0 0 0,0-1 0 0 0,0 1 0 0 0,0-2 0 0 0,-1 1 0 0 0,1-1 0 0 0,-1-1 0 0 0,0 0 0 0 0,-1 0 0 0 0,1-1 0 0 0,10-11 0 0 0,-8 8-10 0 0,-1-1 0 0 0,0-1-1 0 0,0 0 1 0 0,-1 0 0 0 0,-1-1 0 0 0,0 0-1 0 0,-1 0 1 0 0,0-1 0 0 0,-1 0 0 0 0,-1 0-1 0 0,0 0 1 0 0,-1-1 0 0 0,0 0 0 0 0,2-24-1 0 0,-7 14-5 0 0,1 24 3 0 0,0 0 0 0 0,0 0 0 0 0,0 0 1 0 0,0 0-1 0 0,-1 0 0 0 0,1 0 0 0 0,0 0 0 0 0,0 0 0 0 0,-1 0 0 0 0,1 0 0 0 0,-1 0 0 0 0,1 0 1 0 0,-1 1-1 0 0,1-1 0 0 0,-1 0 0 0 0,0 0 0 0 0,1 0 0 0 0,-1 1 0 0 0,0-1 0 0 0,1 0 0 0 0,-1 1 1 0 0,-2-2-1 0 0,2 2-1 0 0,-1-1 0 0 0,0 1 0 0 0,0 0 0 0 0,0 0 0 0 0,0 0 1 0 0,0 0-1 0 0,0 1 0 0 0,1-1 0 0 0,-1 0 0 0 0,0 1 0 0 0,0-1 1 0 0,0 1-1 0 0,1 0 0 0 0,-1 0 0 0 0,0-1 0 0 0,1 1 0 0 0,-4 2 1 0 0,2 0-2 0 0,-1 0 1 0 0,0 1 0 0 0,1-1 0 0 0,0 1 0 0 0,0 0 0 0 0,-5 7 0 0 0,1 0 6 0 0,1 1 0 0 0,1 0 0 0 0,0 0 0 0 0,-6 20 0 0 0,9-24 7 0 0,0 0 1 0 0,1 0-1 0 0,0 1 0 0 0,0-1 0 0 0,1 0 0 0 0,0 0 0 0 0,0 0 0 0 0,1 0 0 0 0,0 1 0 0 0,0-1 0 0 0,4 9 1 0 0,-3-11-2 0 0,0-1 1 0 0,1 1 0 0 0,-1-1 0 0 0,1 0-1 0 0,1 0 1 0 0,-1 0 0 0 0,1 0 0 0 0,0 0 0 0 0,0-1-1 0 0,0 1 1 0 0,0-1 0 0 0,1-1 0 0 0,0 1 0 0 0,0 0-1 0 0,0-1 1 0 0,6 3 0 0 0,1-1-66 0 0,-1 0-1 0 0,1-1 1 0 0,0 0-1 0 0,1-1 1 0 0,-1 0 0 0 0,0-1-1 0 0,1 0 1 0 0,22 0-1 0 0,-22-3-642 0 0,-1 0 0 0 0,0 0 0 0 0,21-5 0 0 0,-25 4-497 0 0,0-1-1 0 0,1 0 1 0 0,-1 0 0 0 0,-1-1-1 0 0,13-7 1 0 0,-2-2-4217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08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9 2104 0 0,'-42'3'1407'0'0,"-176"21"5098"0"0,206-20-5827 0 0,19-2 251 0 0,23-3-332 0 0,234-20-904 0 0,-92 8-4734 0 0,-80 6 573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13 537 196 0 0,'-2'-5'890'0'0,"0"-1"1"0"0,0 0-1 0 0,0 0 0 0 0,1 0 0 0 0,0 0 1 0 0,0 0-1 0 0,0 0 0 0 0,1 0 0 0 0,0 0 1 0 0,1-13-1 0 0,0 17-788 0 0,0-1 0 0 0,0 0 0 0 0,0 0 0 0 0,0 1 1 0 0,0-1-1 0 0,0 1 0 0 0,1-1 0 0 0,-1 1 0 0 0,1-1 0 0 0,0 1 0 0 0,0 0 1 0 0,0 0-1 0 0,0 0 0 0 0,0 0 0 0 0,0 0 0 0 0,0 0 0 0 0,1 1 0 0 0,-1-1 1 0 0,1 1-1 0 0,-1-1 0 0 0,1 1 0 0 0,-1 0 0 0 0,1 0 0 0 0,0 0 0 0 0,4-1 1 0 0,-1 1-51 0 0,-1 1 0 0 0,1-1 0 0 0,0 1 0 0 0,-1 0 1 0 0,1 0-1 0 0,-1 1 0 0 0,1 0 0 0 0,-1 0 0 0 0,1 0 1 0 0,-1 0-1 0 0,1 1 0 0 0,-1 0 0 0 0,0 0 0 0 0,0 0 1 0 0,0 1-1 0 0,0 0 0 0 0,0 0 0 0 0,0 0 0 0 0,-1 0 1 0 0,0 1-1 0 0,0 0 0 0 0,4 4 0 0 0,1 1-5 0 0,-1 1 0 0 0,0 0 1 0 0,-1 0-1 0 0,0 0 0 0 0,0 1 0 0 0,-1 0 0 0 0,-1 0 0 0 0,8 23 0 0 0,-9-21 14 0 0,-1 0-1 0 0,0 1 0 0 0,-1-1 1 0 0,-1 0-1 0 0,0 1 0 0 0,-1-1 1 0 0,0 1-1 0 0,-1-1 0 0 0,0 1 1 0 0,-1-1-1 0 0,-7 22 0 0 0,3-8 608 0 0,5-25-519 0 0,-2 3 181 0 0,1-16-227 0 0,2-2-94 0 0,2-1-1 0 0,0 1 1 0 0,1 0 0 0 0,0 0-1 0 0,1 0 1 0 0,0 1 0 0 0,1-1-1 0 0,0 1 1 0 0,14-22 0 0 0,-8 16-9 0 0,1 1 0 0 0,0 0-1 0 0,2 1 1 0 0,0 0 0 0 0,27-24 0 0 0,-33 34-2 0 0,1-1 1 0 0,0 1-1 0 0,0 0 1 0 0,1 1-1 0 0,-1 0 0 0 0,1 1 1 0 0,0 0-1 0 0,1 0 1 0 0,17-3-1 0 0,-24 6 1 0 0,0 0 0 0 0,1 1 0 0 0,-1-1 0 0 0,0 1 0 0 0,0 1-1 0 0,1-1 1 0 0,-1 0 0 0 0,0 1 0 0 0,0 0 0 0 0,0 0 0 0 0,1 0 0 0 0,-1 1 0 0 0,0-1 0 0 0,0 1 0 0 0,-1 0-1 0 0,1 0 1 0 0,0 0 0 0 0,-1 1 0 0 0,1-1 0 0 0,-1 1 0 0 0,0 0 0 0 0,0 0 0 0 0,0 0 0 0 0,0 0-1 0 0,0 0 1 0 0,-1 1 0 0 0,3 4 0 0 0,-1-1 2 0 0,-1 1 0 0 0,1-1 0 0 0,-2 0 0 0 0,1 1 0 0 0,-1 0-1 0 0,0 0 1 0 0,-1-1 0 0 0,1 15 0 0 0,-1 7 14 0 0,-3 30-1 0 0,0-9 34 0 0,1-49-47 0 0,1 1 0 0 0,0-1 0 0 0,0 1 0 0 0,1-1 0 0 0,-1 1 0 0 0,0-1 0 0 0,0 1-1 0 0,1 0 1 0 0,-1-1 0 0 0,1 0 0 0 0,-1 1 0 0 0,1-1 0 0 0,0 1 0 0 0,-1-1 0 0 0,1 0-1 0 0,0 1 1 0 0,0-1 0 0 0,0 0 0 0 0,0 0 0 0 0,0 0 0 0 0,0 1 0 0 0,1-1 0 0 0,0 1 0 0 0,1-1-2 0 0,-1 0 0 0 0,1-1 1 0 0,-1 1-1 0 0,1 0 1 0 0,-1-1-1 0 0,1 1 1 0 0,-1-1-1 0 0,1 0 1 0 0,-1 0-1 0 0,1 0 1 0 0,-1 0-1 0 0,6-1 1 0 0,2-1-72 0 0,1-1 0 0 0,-1 0 0 0 0,0 0 0 0 0,0-1 0 0 0,15-9-1 0 0,-9 3-131 0 0,0-1-1 0 0,-1-1 0 0 0,0-1 1 0 0,-1 0-1 0 0,-1-1 1 0 0,0 0-1 0 0,0-1 0 0 0,-2-1 1 0 0,0 0-1 0 0,0 0 0 0 0,-2-1 1 0 0,12-27-1 0 0,-4 1 95 0 0,-1-1-1 0 0,-3-1 1 0 0,-1 0 0 0 0,5-49 0 0 0,-11 49 516 0 0,-2 0 0 0 0,-2 0-1 0 0,-5-56 1 0 0,3 101-399 0 0,0 0-1 0 0,0 0 1 0 0,0 1-1 0 0,-1-1 0 0 0,1 0 1 0 0,0 0-1 0 0,0 0 1 0 0,0 0-1 0 0,0 0 1 0 0,0 1-1 0 0,-1-1 1 0 0,1 0-1 0 0,0 0 0 0 0,0 0 1 0 0,0 0-1 0 0,0 0 1 0 0,-1 0-1 0 0,1 0 1 0 0,0 0-1 0 0,0 0 0 0 0,0 0 1 0 0,-1 0-1 0 0,1 0 1 0 0,0 0-1 0 0,0 0 1 0 0,0 0-1 0 0,-1 0 0 0 0,1 0 1 0 0,0 0-1 0 0,0 0 1 0 0,0 0-1 0 0,0 0 1 0 0,-1 0-1 0 0,1 0 0 0 0,0 0 1 0 0,0 0-1 0 0,0 0 1 0 0,0-1-1 0 0,-1 1 1 0 0,1 0-1 0 0,0 0 0 0 0,0 0 1 0 0,0 0-1 0 0,0 0 1 0 0,0-1-1 0 0,-1 1 1 0 0,1 0-1 0 0,0 0 1 0 0,0 0-1 0 0,0 0 0 0 0,0-1 1 0 0,0 1-1 0 0,0 0 1 0 0,0 0-1 0 0,0 0 1 0 0,0 0-1 0 0,0-1 0 0 0,-9 20 11 0 0,0 41 276 0 0,-3 111 0 0 0,7-73-143 0 0,-2 57-54 0 0,-3 42 1552 0 0,7-180-261 0 0,3-29-562 0 0,2-32-487 0 0,1 27-320 0 0,0 0 0 0 0,1 1 1 0 0,2-1-1 0 0,-1 1 0 0 0,2 0 0 0 0,0 1 0 0 0,1 0 0 0 0,0 0 0 0 0,12-16 1 0 0,-14 24-20 0 0,-1 1-1 0 0,1 0 1 0 0,0 0 0 0 0,0 0 0 0 0,0 1 0 0 0,1 0 0 0 0,0 0 0 0 0,0 0 0 0 0,0 1 0 0 0,1 0 0 0 0,-1 0 0 0 0,1 1 0 0 0,0 0 0 0 0,0 1 0 0 0,0 0 0 0 0,0 0 0 0 0,0 0 0 0 0,1 1 0 0 0,-1 0 0 0 0,15 1-1 0 0,-14 1-4 0 0,0 0-1 0 0,0 1 0 0 0,-1 0 0 0 0,1 1 0 0 0,0 0 0 0 0,-1 0 1 0 0,1 1-1 0 0,-1-1 0 0 0,0 2 0 0 0,-1-1 0 0 0,1 1 0 0 0,-1 1 0 0 0,0-1 1 0 0,0 1-1 0 0,0 1 0 0 0,-1-1 0 0 0,0 1 0 0 0,0 0 0 0 0,-1 0 0 0 0,0 1 1 0 0,6 11-1 0 0,-8-14 29 0 0,0 1-1 0 0,-1-1 1 0 0,1 1 0 0 0,-1 0 0 0 0,-1 0 0 0 0,1 0 0 0 0,-1 0 0 0 0,0 0 0 0 0,0 0 0 0 0,-1 0-1 0 0,0 0 1 0 0,0 0 0 0 0,0 0 0 0 0,-1 0 0 0 0,0 1 0 0 0,0-1 0 0 0,-1 0 0 0 0,1-1-1 0 0,-1 1 1 0 0,0 0 0 0 0,-1 0 0 0 0,0-1 0 0 0,0 1 0 0 0,0-1 0 0 0,0 0 0 0 0,-1 0 0 0 0,0 0-1 0 0,0-1 1 0 0,0 1 0 0 0,0-1 0 0 0,-1 0 0 0 0,-6 5 0 0 0,2-3 42 0 0,0-1 0 0 0,-1 1 0 0 0,0-1 0 0 0,0-1 1 0 0,0 0-1 0 0,0 0 0 0 0,-1-1 0 0 0,0-1 0 0 0,1 1 0 0 0,-1-2 1 0 0,0 1-1 0 0,0-2 0 0 0,0 1 0 0 0,0-2 0 0 0,0 1 0 0 0,0-1 0 0 0,0-1 1 0 0,0 0-1 0 0,1-1 0 0 0,-1 0 0 0 0,1 0 0 0 0,-13-7 0 0 0,22 10-208 0 0,1-1-1 0 0,-1 1 0 0 0,1-1 0 0 0,-1 0 0 0 0,1 1 0 0 0,-1-1 1 0 0,1 0-1 0 0,-1 1 0 0 0,1-1 0 0 0,-1 0 0 0 0,1 0 1 0 0,0 1-1 0 0,0-1 0 0 0,-1 0 0 0 0,1 0 0 0 0,0 0 1 0 0,0 1-1 0 0,0-1 0 0 0,0 0 0 0 0,0 0 0 0 0,0 0 1 0 0,0 0-1 0 0,0 1 0 0 0,0-1 0 0 0,0 0 0 0 0,1 0 0 0 0,-1 0 1 0 0,0 1-1 0 0,0-1 0 0 0,1 0 0 0 0,-1 0 0 0 0,1 1 1 0 0,-1-1-1 0 0,0 0 0 0 0,1 1 0 0 0,-1-1 0 0 0,1 0 1 0 0,0 1-1 0 0,-1-1 0 0 0,1 1 0 0 0,0-1 0 0 0,-1 1 1 0 0,1-1-1 0 0,0 1 0 0 0,-1-1 0 0 0,1 1 0 0 0,0 0 0 0 0,0-1 1 0 0,-1 1-1 0 0,2 0 0 0 0,31-11-6262 0 0,-20 6 616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0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386 572 2884 0 0,'4'-8'1442'0'0,"0"-1"394"0"0,0 1 0 0 0,-1-1 1 0 0,4-15-1 0 0,-7 22-1645 0 0,1 1-1 0 0,-1-1 0 0 0,0 0 0 0 0,1 0 1 0 0,-1 0-1 0 0,0 0 0 0 0,0 1 0 0 0,-1-1 1 0 0,1 0-1 0 0,0 0 0 0 0,-1 0 0 0 0,1 1 1 0 0,-1-1-1 0 0,1 0 0 0 0,-1 0 0 0 0,0 1 1 0 0,0-1-1 0 0,1 1 0 0 0,-1-1 0 0 0,0 0 1 0 0,-1 1-1 0 0,1 0 0 0 0,0-1 0 0 0,-3-1 1 0 0,2 2-109 0 0,0 0 1 0 0,0 0 0 0 0,0 0 0 0 0,0 0 0 0 0,0 1 0 0 0,0-1 0 0 0,0 1 0 0 0,0-1 0 0 0,-1 1-1 0 0,1 0 1 0 0,0 0 0 0 0,0 0 0 0 0,-4 1 0 0 0,-30 7 280 0 0,16 0-262 0 0,0 1 1 0 0,0 1-1 0 0,1 1 1 0 0,0 1-1 0 0,1 1 1 0 0,-20 18-1 0 0,13-8-45 0 0,0 1-1 0 0,2 1 0 0 0,-27 38 0 0 0,42-54-34 0 0,2 1-1 0 0,-1 1 0 0 0,1 0 0 0 0,1-1 0 0 0,-6 17 0 0 0,10-24-11 0 0,0-1 0 0 0,0 0-1 0 0,1 0 1 0 0,-1 0 0 0 0,1 0 0 0 0,0 0-1 0 0,-1 0 1 0 0,1 1 0 0 0,0-1 0 0 0,0 0 0 0 0,1 0-1 0 0,-1 0 1 0 0,0 1 0 0 0,1-1 0 0 0,-1 0-1 0 0,1 0 1 0 0,0 0 0 0 0,-1 0 0 0 0,1 0-1 0 0,0 0 1 0 0,0 0 0 0 0,1 0 0 0 0,-1-1-1 0 0,0 1 1 0 0,1 0 0 0 0,-1 0 0 0 0,1-1-1 0 0,-1 1 1 0 0,1-1 0 0 0,0 0 0 0 0,-1 1-1 0 0,1-1 1 0 0,0 0 0 0 0,0 0 0 0 0,0 0-1 0 0,0 0 1 0 0,4 1 0 0 0,2 0 6 0 0,-1-1 0 0 0,0 0 0 0 0,0 0 1 0 0,1 0-1 0 0,-1-1 0 0 0,1 0 0 0 0,-1 0 1 0 0,1-1-1 0 0,-1 0 0 0 0,0 0 0 0 0,0-1 0 0 0,1 0 1 0 0,10-4-1 0 0,3-3 24 0 0,1-1 0 0 0,38-25 0 0 0,-38 20-23 0 0,-1-1 1 0 0,-1-1-1 0 0,0 0 0 0 0,-1-2 1 0 0,-1-1-1 0 0,-1 0 1 0 0,-1-1-1 0 0,23-38 0 0 0,-18 22-9 0 0,-2-1 0 0 0,-2 0 0 0 0,-1-2 0 0 0,17-68 0 0 0,-25 74-13 0 0,7-68-1 0 0,-14 84 4 0 0,-1 0-1 0 0,0 1 1 0 0,-1-1 0 0 0,-1 0-1 0 0,-7-30 1 0 0,-4 16-10 0 0,12 31 13 0 0,1 0-1 0 0,-1 0 1 0 0,0 0 0 0 0,0 0 0 0 0,1-1 0 0 0,-1 1 0 0 0,0 0 0 0 0,0 1 0 0 0,0-1 0 0 0,0 0 0 0 0,-1 0 0 0 0,1 0 0 0 0,0 1 0 0 0,0-1 0 0 0,0 0 0 0 0,-1 1-1 0 0,1-1 1 0 0,0 1 0 0 0,0-1 0 0 0,-1 1 0 0 0,1 0 0 0 0,0 0 0 0 0,-1 0 0 0 0,1-1 0 0 0,-3 1 0 0 0,-1 1 2 0 0,1 0 0 0 0,-1 1 0 0 0,1-1 0 0 0,-1 1 0 0 0,1 0 0 0 0,-1 0 0 0 0,1 0 0 0 0,0 0 0 0 0,0 1 0 0 0,0 0 0 0 0,-5 4 0 0 0,1 0 1 0 0,1 1 1 0 0,0-1 0 0 0,1 1-1 0 0,0 1 1 0 0,-5 8 0 0 0,-1 4 14 0 0,2 0 1 0 0,0 1-1 0 0,2 0 1 0 0,-7 26-1 0 0,8-20 54 0 0,2-1-1 0 0,1 1 0 0 0,1 0 0 0 0,1 0 1 0 0,1 0-1 0 0,2 0 0 0 0,7 48 0 0 0,-3-53-318 0 0,0 1 0 0 0,2-2-1 0 0,16 40 1 0 0,-15-44-819 0 0,1-1 1 0 0,1 0 0 0 0,1 0-1 0 0,24 29 1 0 0,-14-25-3623 0 0,2-2-2412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1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38 1712 0 0,'-4'-10'7925'0'0,"1"-1"-4897"0"0,1 3-400 0 0,-3-1-1976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3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385 623 184 0 0,'-8'-20'2451'0'0,"2"-1"0"0"0,-7-37 1 0 0,11 43-1913 0 0,-1 0 1 0 0,-1 0-1 0 0,0 1 1 0 0,-1-1-1 0 0,0 1 1 0 0,-2 0-1 0 0,-10-20 1 0 0,15 32-507 0 0,1 0 1 0 0,0 0-1 0 0,-1 0 1 0 0,0 1 0 0 0,1-1-1 0 0,-1 1 1 0 0,0-1-1 0 0,0 1 1 0 0,0-1 0 0 0,0 1-1 0 0,0 0 1 0 0,0 0-1 0 0,0 0 1 0 0,0 0-1 0 0,0 0 1 0 0,0 1 0 0 0,-1-1-1 0 0,-2 0 1 0 0,1 1-6 0 0,1 0 0 0 0,-1 0 0 0 0,0 1 0 0 0,0-1 0 0 0,1 1 1 0 0,-1 0-1 0 0,1 0 0 0 0,-1 0 0 0 0,1 0 0 0 0,-6 3 0 0 0,-2 2 46 0 0,1 0 0 0 0,-1 1-1 0 0,2 1 1 0 0,-1-1 0 0 0,-15 17-1 0 0,8-4 3 0 0,0 0 0 0 0,1 1-1 0 0,1 0 1 0 0,1 1 0 0 0,-12 27 0 0 0,18-32-48 0 0,1 0 0 0 0,0 0 0 0 0,1 1 0 0 0,1 0 1 0 0,1 0-1 0 0,1 0 0 0 0,0 0 0 0 0,1 21 0 0 0,1-34-12 0 0,1 0 0 0 0,1 0 0 0 0,-1 0 0 0 0,1 0 0 0 0,0 1 0 0 0,0-1 0 0 0,1 0-1 0 0,-1-1 1 0 0,1 1 0 0 0,0 0 0 0 0,1 0 0 0 0,-1-1 0 0 0,1 1 0 0 0,0-1 0 0 0,0 0 0 0 0,0 0-1 0 0,0 0 1 0 0,1 0 0 0 0,0 0 0 0 0,0-1 0 0 0,7 5 0 0 0,-5-4-6 0 0,2 0 1 0 0,-1-1-1 0 0,0 0 1 0 0,1 0-1 0 0,-1-1 1 0 0,1 0-1 0 0,0 0 1 0 0,0-1-1 0 0,0 0 1 0 0,-1 0-1 0 0,1-1 1 0 0,0 0-1 0 0,12-1 1 0 0,-6-1 3 0 0,0 0 1 0 0,0-1-1 0 0,-1 0 0 0 0,1-1 1 0 0,-1-1-1 0 0,0 0 1 0 0,0-1-1 0 0,0 0 0 0 0,-1-1 1 0 0,0 0-1 0 0,0-1 0 0 0,-1-1 1 0 0,15-13-1 0 0,-17 13-8 0 0,-1 0 1 0 0,0-1-1 0 0,0 0 0 0 0,-1-1 0 0 0,0 0 1 0 0,-1 0-1 0 0,0 0 0 0 0,-1-1 0 0 0,0 0 1 0 0,-1 0-1 0 0,0 0 0 0 0,-1 0 1 0 0,-1-1-1 0 0,0 1 0 0 0,1-14 0 0 0,-2 6-4 0 0,-1-1 0 0 0,-1 1 0 0 0,-5-28 0 0 0,5 39-1 0 0,-1 0-1 0 0,-1 0 1 0 0,1 1-1 0 0,-1-1 0 0 0,-1 0 1 0 0,1 1-1 0 0,-1 0 1 0 0,-1 0-1 0 0,-9-13 0 0 0,12 19 0 0 0,0 0 0 0 0,1 0 0 0 0,-1 0 0 0 0,-1 1 1 0 0,1-1-1 0 0,0 0 0 0 0,0 1 0 0 0,0 0 0 0 0,-1-1 0 0 0,1 1 0 0 0,-1 0 0 0 0,1 0 0 0 0,-1 1 0 0 0,1-1 0 0 0,-1 0 0 0 0,-5 0 0 0 0,3 1 0 0 0,1 1 0 0 0,-1-1 0 0 0,1 1 0 0 0,-1-1 0 0 0,1 1 1 0 0,-1 0-1 0 0,1 1 0 0 0,-1-1 0 0 0,-4 3 0 0 0,-3 3 0 0 0,0 0 0 0 0,1 0 0 0 0,0 1 0 0 0,0 0 0 0 0,-15 16 0 0 0,14-11-8 0 0,1-1 0 0 0,0 2 0 0 0,1-1 0 0 0,1 1 0 0 0,-13 26 0 0 0,17-30 7 0 0,0 1 0 0 0,1 0 0 0 0,1 0 0 0 0,0 0 0 0 0,0 0 0 0 0,1 1-1 0 0,0-1 1 0 0,1 1 0 0 0,1 13 0 0 0,0-21 2 0 0,0 0 1 0 0,1 0-1 0 0,-1 0 1 0 0,1 0-1 0 0,0 0 0 0 0,0 0 1 0 0,1 0-1 0 0,-1-1 0 0 0,1 1 1 0 0,0 0-1 0 0,0-1 1 0 0,0 1-1 0 0,0-1 0 0 0,1 0 1 0 0,4 6-1 0 0,-3-5 0 0 0,1-1 0 0 0,-1 1-1 0 0,1-1 1 0 0,0 0 0 0 0,0 0 0 0 0,0-1 0 0 0,1 1-1 0 0,-1-1 1 0 0,0 0 0 0 0,7 1 0 0 0,4 0 2 0 0,0-1 1 0 0,1 0 0 0 0,-1-1 0 0 0,1-1-1 0 0,-1-1 1 0 0,32-5 0 0 0,-10 0 4 0 0,0-3 1 0 0,0-1 0 0 0,-1-2 0 0 0,-1-1-1 0 0,0-2 1 0 0,-1-2 0 0 0,0-1 0 0 0,48-34-1 0 0,-63 37 2 0 0,-1 0 0 0 0,0-1-1 0 0,-2-1 1 0 0,0-1 0 0 0,0 0-1 0 0,-2-1 1 0 0,0-1 0 0 0,-1-1-1 0 0,-2 0 1 0 0,0 0-1 0 0,-1-1 1 0 0,-1-1 0 0 0,-1 0-1 0 0,10-38 1 0 0,-14 36 4 0 0,0 0 0 0 0,-2-1 0 0 0,-1 1 0 0 0,-1-1 0 0 0,-1 1 0 0 0,-1-1 0 0 0,-1 1-1 0 0,-8-36 1 0 0,10 59-13 0 0,-1 0-1 0 0,0-1 0 0 0,1 1 1 0 0,-1 0-1 0 0,0 0 0 0 0,0 0 1 0 0,-1 0-1 0 0,1 0 0 0 0,0 0 1 0 0,-1 0-1 0 0,1 0 0 0 0,-1 0 0 0 0,1 0 1 0 0,-1 1-1 0 0,-2-2 0 0 0,3 2 0 0 0,1 1 0 0 0,-1 0 0 0 0,0-1 1 0 0,0 1-1 0 0,1 0 0 0 0,-1 0 0 0 0,0-1 0 0 0,0 1 0 0 0,1 0 0 0 0,-1 0 0 0 0,0 0 0 0 0,0 0 0 0 0,1 0 0 0 0,-1 0 0 0 0,0 0 0 0 0,0 0 0 0 0,1 1 0 0 0,-1-1 0 0 0,-1 0 0 0 0,0 1 0 0 0,1 0-1 0 0,-1 0 1 0 0,1 0-1 0 0,0 0 1 0 0,-1 0-1 0 0,1 0 1 0 0,0 1 0 0 0,0-1-1 0 0,-1 0 1 0 0,1 1-1 0 0,0-1 1 0 0,0 2-1 0 0,-9 16 14 0 0,2 0 0 0 0,0 0 0 0 0,2 1 0 0 0,0 0 0 0 0,1 0 0 0 0,-3 30 0 0 0,4-30 100 0 0,-16 111 738 0 0,-4 140 0 0 0,15 135 101 0 0,7-153-505 0 0,0-189-346 0 0,-7 155 188 0 0,6-182-211 0 0,-3 0 0 0 0,-1 0 0 0 0,-20 62 0 0 0,24-88-38 0 0,-2-1-1 0 0,1 0 0 0 0,-1 0 0 0 0,-1 0 0 0 0,1-1 0 0 0,-2 0 0 0 0,1 0 0 0 0,-1 0 0 0 0,-1-1 0 0 0,-9 9 0 0 0,13-14-4 0 0,0 0 0 0 0,0 0 0 0 0,0-1 0 0 0,0 0 0 0 0,0 0 0 0 0,0 0 0 0 0,0 0 0 0 0,-1 0-1 0 0,1-1 1 0 0,0 0 0 0 0,-1 0 0 0 0,0 0 0 0 0,1-1 0 0 0,-1 1 0 0 0,1-1 0 0 0,-1 0 0 0 0,0-1-1 0 0,1 1 1 0 0,-1-1 0 0 0,1 0 0 0 0,-1 0 0 0 0,1 0 0 0 0,-1 0 0 0 0,1-1 0 0 0,0 0 0 0 0,-7-4 0 0 0,-1-1-1 0 0,1 0 1 0 0,0-1 0 0 0,0-1 0 0 0,1 0 0 0 0,1 0 0 0 0,-1-1 0 0 0,1 0 0 0 0,1-1 0 0 0,-13-20 0 0 0,10 12-9 0 0,1 1 1 0 0,1-1-1 0 0,1-1 1 0 0,0 0-1 0 0,-7-33 1 0 0,12 39-24 0 0,1 0 1 0 0,1 0 0 0 0,0 0 0 0 0,1 0-1 0 0,0-1 1 0 0,1 1 0 0 0,1 0 0 0 0,0 0 0 0 0,6-19-1 0 0,-2 13-4 0 0,1 0 0 0 0,2 1-1 0 0,0-1 1 0 0,1 1 0 0 0,20-28 0 0 0,-3 12-3 0 0,1 1 0 0 0,2 2 0 0 0,1 1 1 0 0,1 2-1 0 0,52-37 0 0 0,-45 38 27 0 0,2 3 0 0 0,0 2-1 0 0,2 1 1 0 0,63-23 0 0 0,-66 32-1515 0 0,67-14 0 0 0,-73 21-2147 0 0,0 2 1 0 0,45-1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4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337 156 744 0 0,'3'-42'4636'0'0,"0"-14"-133"0"0,-4 52-4258 0 0,1 1 1 0 0,-1-1-1 0 0,1 0 1 0 0,-1 0-1 0 0,0 0 0 0 0,0 0 1 0 0,-1 1-1 0 0,1-1 1 0 0,-1 0-1 0 0,0 1 0 0 0,-3-5 1 0 0,4 7-215 0 0,0 0 1 0 0,0 1-1 0 0,0-1 1 0 0,0 0-1 0 0,0 1 0 0 0,0-1 1 0 0,0 0-1 0 0,0 1 1 0 0,0-1-1 0 0,-1 1 1 0 0,1 0-1 0 0,0-1 0 0 0,0 1 1 0 0,0 0-1 0 0,-1 0 1 0 0,1 0-1 0 0,0 0 1 0 0,0 0-1 0 0,-1 0 0 0 0,1 0 1 0 0,0 0-1 0 0,0 1 1 0 0,0-1-1 0 0,-2 1 1 0 0,-29 12 203 0 0,16-3-178 0 0,0 1 0 0 0,1 1 0 0 0,0 0 0 0 0,1 1 0 0 0,1 1 1 0 0,0 0-1 0 0,-14 19 0 0 0,7-4-25 0 0,1 0 1 0 0,2 1-1 0 0,-16 36 0 0 0,24-46-19 0 0,1-1 0 0 0,1 2 0 0 0,0-1 0 0 0,-4 33 0 0 0,10-47-5 0 0,0-1-1 0 0,0 1 1 0 0,1 0-1 0 0,0 0 1 0 0,0-1-1 0 0,0 1 1 0 0,1 0-1 0 0,0-1 1 0 0,0 1 0 0 0,1 0-1 0 0,-1-1 1 0 0,1 0-1 0 0,0 1 1 0 0,1-1-1 0 0,-1 0 1 0 0,1 0-1 0 0,0 0 1 0 0,0 0-1 0 0,1-1 1 0 0,-1 1-1 0 0,9 7 1 0 0,-8-10-2 0 0,0 1 0 0 0,0-1-1 0 0,0 1 1 0 0,1-1 0 0 0,-1 0-1 0 0,0-1 1 0 0,1 1 0 0 0,0-1 0 0 0,-1 0-1 0 0,1 0 1 0 0,0 0 0 0 0,-1-1 0 0 0,1 0-1 0 0,0 0 1 0 0,0 0 0 0 0,0 0 0 0 0,-1-1-1 0 0,1 0 1 0 0,0 0 0 0 0,-1 0 0 0 0,1 0-1 0 0,7-4 1 0 0,-2 1 0 0 0,-1-1-1 0 0,1 0 1 0 0,-1 0-1 0 0,1-1 1 0 0,-2 0-1 0 0,1 0 1 0 0,-1-1-1 0 0,0 0 1 0 0,8-10-1 0 0,8-14 37 0 0,-2-1 0 0 0,20-38 0 0 0,-41 68-44 0 0,0 4 8 0 0,-1 1-1 0 0,0-1 0 0 0,0 1 1 0 0,0-1-1 0 0,0 1 0 0 0,-1-1 1 0 0,0 5-1 0 0,-2 7 7 0 0,1 0-1 0 0,0 0 1 0 0,1 0 0 0 0,1 0-1 0 0,0 0 1 0 0,4 21 0 0 0,-3-30-2 0 0,-1-1-1 0 0,2 0 1 0 0,-1 1 0 0 0,0-1 0 0 0,1 0 0 0 0,0 0-1 0 0,0 0 1 0 0,0 0 0 0 0,1 0 0 0 0,-1 0-1 0 0,1-1 1 0 0,0 1 0 0 0,0-1 0 0 0,0 0 0 0 0,0 0-1 0 0,1 0 1 0 0,-1 0 0 0 0,1 0 0 0 0,0-1 0 0 0,0 0-1 0 0,0 0 1 0 0,0 0 0 0 0,7 3 0 0 0,-3-3-56 0 0,1 0 0 0 0,0-1 0 0 0,-1 1 0 0 0,1-2 1 0 0,0 1-1 0 0,0-1 0 0 0,0-1 0 0 0,0 0 0 0 0,0 0 0 0 0,-1 0 0 0 0,1-1 1 0 0,13-5-1 0 0,-8 2-927 0 0,-1 0 0 0 0,0-1 0 0 0,0-1 1 0 0,0 0-1 0 0,-1-1 0 0 0,0 0 0 0 0,11-11 1 0 0,1-4-3583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26 186 1036 0 0,'5'-26'2339'0'0,"31"-131"7169"0"0,-36 155-9155 0 0,0 12-44 0 0,-7 50 82 0 0,-17 64-1 0 0,2-15-237 0 0,20-97-136 0 0,-2 6 11 0 0,1 2 0 0 0,1-1 0 0 0,0 0 0 0 0,2 0-1 0 0,3 38 1 0 0,-3-56-23 0 0,0 0-1 0 0,0 0 0 0 0,0 0 0 0 0,0 0 0 0 0,1 0 1 0 0,-1 0-1 0 0,0 0 0 0 0,1 0 0 0 0,-1 0 0 0 0,1 0 1 0 0,-1 0-1 0 0,1-1 0 0 0,-1 1 0 0 0,1 0 0 0 0,0 0 1 0 0,-1 0-1 0 0,1-1 0 0 0,0 1 0 0 0,0 0 0 0 0,0-1 1 0 0,-1 1-1 0 0,1 0 0 0 0,0-1 0 0 0,0 1 0 0 0,0-1 1 0 0,0 0-1 0 0,0 1 0 0 0,0-1 0 0 0,0 0 0 0 0,0 1 1 0 0,0-1-1 0 0,0 0 0 0 0,0 0 0 0 0,0 0 0 0 0,0 0 1 0 0,0 0-1 0 0,0 0 0 0 0,1 0 0 0 0,-1 0 1 0 0,0-1-1 0 0,0 1 0 0 0,0 0 0 0 0,0-1 0 0 0,0 1 1 0 0,-1 0-1 0 0,3-2 0 0 0,2 0 2 0 0,0-1 0 0 0,-1 1-1 0 0,1-1 1 0 0,-1 0 0 0 0,1-1 0 0 0,-1 1 0 0 0,0-1 0 0 0,4-4-1 0 0,10-17 7 0 0,-1-1 0 0 0,-1-1 0 0 0,19-43 0 0 0,7-13 2 0 0,-40 81-20 0 0,-1 0 0 0 0,0 0 1 0 0,1 0-1 0 0,-1 0 0 0 0,1 0 0 0 0,-1 0 1 0 0,1 0-1 0 0,0 1 0 0 0,3-4 1 0 0,-4 5 3 0 0,0 0 0 0 0,-1-1 0 0 0,1 1 0 0 0,0 0 0 0 0,0 0 1 0 0,-1-1-1 0 0,1 1 0 0 0,0 0 0 0 0,0 0 0 0 0,-1 0 1 0 0,1 0-1 0 0,0 0 0 0 0,0 0 0 0 0,-1 0 0 0 0,1 0 1 0 0,0 0-1 0 0,0 0 0 0 0,-1 0 0 0 0,1 1 0 0 0,0-1 0 0 0,1 1 1 0 0,1 1-1 0 0,-1 0 0 0 0,1 0 0 0 0,-1 1 0 0 0,1-1 0 0 0,-1 1 0 0 0,0 0 1 0 0,0 0-1 0 0,0-1 0 0 0,-1 1 0 0 0,1 1 0 0 0,0-1 0 0 0,0 4 0 0 0,9 16 1 0 0,0-1-1 0 0,2 0 1 0 0,22 31-1 0 0,-26-42 20 0 0,-1-1 0 0 0,1 0 0 0 0,1-1 0 0 0,0 0 0 0 0,0 0 0 0 0,1-1 0 0 0,0 0 0 0 0,13 7 0 0 0,-22-14-12 0 0,1 0 1 0 0,-1 0 0 0 0,0 0-1 0 0,0 0 1 0 0,0 0 0 0 0,0-1-1 0 0,1 1 1 0 0,-1-1 0 0 0,0 1 0 0 0,0-1-1 0 0,1 0 1 0 0,-1 0 0 0 0,0 0-1 0 0,1 0 1 0 0,-1 0 0 0 0,0-1-1 0 0,1 1 1 0 0,-1-1 0 0 0,0 1-1 0 0,0-1 1 0 0,4-1 0 0 0,-4 0-1 0 0,1 0 1 0 0,-1 0-1 0 0,0 0 1 0 0,1 0-1 0 0,-1-1 1 0 0,0 1-1 0 0,0-1 1 0 0,0 1 0 0 0,-1-1-1 0 0,1 0 1 0 0,-1 0-1 0 0,1 0 1 0 0,1-5-1 0 0,0-3 2 0 0,0-1 0 0 0,0 1 0 0 0,-1-1-1 0 0,-1 0 1 0 0,0 0 0 0 0,-1 1 0 0 0,-1-14-1 0 0,-6-37 19 0 0,-2-45-38 0 0,9 107 12 0 0,0-1-1 0 0,0 1 1 0 0,0 0-1 0 0,0-1 1 0 0,0 1-1 0 0,0-1 1 0 0,0 1-1 0 0,0-1 1 0 0,0 1-1 0 0,1 0 1 0 0,-1-1-1 0 0,0 1 1 0 0,0-1-1 0 0,0 1 1 0 0,1 0-1 0 0,-1-1 1 0 0,0 1-1 0 0,0 0 1 0 0,1-1-1 0 0,-1 1 0 0 0,0 0 1 0 0,1 0-1 0 0,-1-1 1 0 0,0 1-1 0 0,1 0 1 0 0,-1 0-1 0 0,1-1 1 0 0,-1 1-1 0 0,0 0 1 0 0,1 0-1 0 0,-1 0 1 0 0,1 0-1 0 0,16 0-13 0 0,25 8-9 0 0,118 17-288 0 0,-138-23 271 0 0,0-1-1 0 0,0-1 1 0 0,0-1 0 0 0,0-1-1 0 0,29-6 1 0 0,-47 7 31 0 0,1 0 0 0 0,0-1 0 0 0,-1 0 0 0 0,0 1 0 0 0,1-1 0 0 0,-1-1 0 0 0,0 1 0 0 0,0-1-1 0 0,0 1 1 0 0,0-1 0 0 0,-1 0 0 0 0,1-1 0 0 0,-1 1 0 0 0,0-1 0 0 0,0 1 0 0 0,4-6 0 0 0,-4 3 102 0 0,0 0 1 0 0,0 0 0 0 0,0-1-1 0 0,-1 1 1 0 0,0-1-1 0 0,-1 1 1 0 0,1-1-1 0 0,-1 0 1 0 0,0 1-1 0 0,-1-14 1 0 0,-16 24 26 0 0,13-2-108 0 0,1 0-1 0 0,0 0 0 0 0,0 0 0 0 0,0 0 0 0 0,1 0 0 0 0,-1 0 0 0 0,0 1 0 0 0,1-1 0 0 0,-1 0 0 0 0,1 1 0 0 0,0-1 0 0 0,0 1 0 0 0,-1 3 1 0 0,-1 1 8 0 0,-6 16 18 0 0,0 0-1 0 0,2 1 1 0 0,-9 48 0 0 0,13-54-25 0 0,1 0-1 0 0,1-1 1 0 0,1 1-1 0 0,1 0 1 0 0,0-1 0 0 0,5 26-1 0 0,-5-37-20 0 0,1-1 0 0 0,0 1 1 0 0,0-1-1 0 0,0 0 0 0 0,1 1 0 0 0,-1-1 0 0 0,1 0 0 0 0,1 0 0 0 0,-1-1 0 0 0,1 1 0 0 0,-1-1 1 0 0,1 1-1 0 0,1-1 0 0 0,-1-1 0 0 0,0 1 0 0 0,1 0 0 0 0,0-1 0 0 0,0 0 0 0 0,0 0 1 0 0,0-1-1 0 0,8 4 0 0 0,-8-5-232 0 0,0 1 0 0 0,0-1 1 0 0,0-1-1 0 0,0 1 0 0 0,0-1 1 0 0,1 1-1 0 0,-1-2 0 0 0,0 1 0 0 0,0 0 1 0 0,0-1-1 0 0,0 0 0 0 0,0 0 1 0 0,0-1-1 0 0,0 1 0 0 0,0-1 0 0 0,5-3 1 0 0,25-16-4709 0 0,-21 5 422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5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66 1288 0 0,'-12'-15'1772'0'0,"0"4"-352"0"0,0 1-307 0 0,1 2-249 0 0,-1 1-168 0 0,0 0-148 0 0,0 2 256 0 0,-5 3-308 0 0,2 4-156 0 0,6 10-316 0 0,4-4-340 0 0,3 9-3116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2584 0 0,'0'-7'11300'0'0,"7"106"-8425"0"0,0-10-2411 0 0,17 261-324 0 0,-22-338-577 0 0,0 0 0 0 0,1 0 0 0 0,8 20 0 0 0,5-1-2300 0 0,8-7-3765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6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95 165 1068 0 0,'2'-122'12463'0'0,"-2"79"-7354"0"0,-9 50-3760 0 0,5 0-1078 0 0,0 0-1 0 0,0 0 1 0 0,1 0-1 0 0,1 1 0 0 0,-1-1 1 0 0,1 1-1 0 0,0 0 1 0 0,0 8-1 0 0,-2 4 91 0 0,-15 60 290 0 0,3 0 0 0 0,-4 87 1 0 0,18-136-824 0 0,2-1 0 0 0,3 40 0 0 0,-1-60-523 0 0,0 0 0 0 0,0 1 0 0 0,1-1 0 0 0,5 12 0 0 0,-5-16-432 0 0,-1-1 0 0 0,1 0 0 0 0,0 0 0 0 0,0 0 0 0 0,1-1 0 0 0,-1 1 0 0 0,1-1 0 0 0,8 7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7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81 187 1288 0 0,'16'-50'5087'0'0,"-8"25"-3136"0"0,-1 0 0 0 0,5-29 0 0 0,-11 25 86 0 0,-1 29-2019 0 0,0-1 1 0 0,0 1-1 0 0,0 0 0 0 0,0 0 1 0 0,0 0-1 0 0,0 0 0 0 0,1 0 0 0 0,-1 0 1 0 0,0 0-1 0 0,0 0 0 0 0,0 0 1 0 0,0 0-1 0 0,0-1 0 0 0,0 1 1 0 0,0 0-1 0 0,0 0 0 0 0,0 0 0 0 0,0 0 1 0 0,0 0-1 0 0,0 0 0 0 0,0 0 1 0 0,0 0-1 0 0,-1 0 0 0 0,1 0 0 0 0,0-1 1 0 0,0 1-1 0 0,0 0 0 0 0,0 0 1 0 0,0 0-1 0 0,0 0 0 0 0,0 0 0 0 0,0 0 1 0 0,0 0-1 0 0,0 0 0 0 0,0 0 1 0 0,0 0-1 0 0,0 0 0 0 0,0 0 1 0 0,0 0-1 0 0,-1-1 0 0 0,1 1 0 0 0,0 0 1 0 0,0 0-1 0 0,0 0 0 0 0,0 0 1 0 0,0 0-1 0 0,0 0 0 0 0,0 0 0 0 0,0 0 1 0 0,0 0-1 0 0,0 0 0 0 0,-1 0 1 0 0,1 0-1 0 0,0 0 0 0 0,0 0 0 0 0,0 0 1 0 0,0 0-1 0 0,0 0 0 0 0,0 0 1 0 0,0 0-1 0 0,0 0 0 0 0,0 0 1 0 0,0 1-1 0 0,-1-1 0 0 0,-4 15 561 0 0,-22 110 517 0 0,-11 144-1 0 0,28-186-925 0 0,-1-3-95 0 0,-10 95 246 0 0,16-154 241 0 0,2-18-101 0 0,1-16-345 0 0,3-2-104 0 0,1 0-1 0 0,0 0 1 0 0,1 0 0 0 0,1 1-1 0 0,0-1 1 0 0,1 1 0 0 0,9-19-1 0 0,-5 14 4 0 0,1-1 0 0 0,1 2 0 0 0,1-1 0 0 0,23-26 0 0 0,-31 40-15 0 0,0 0 0 0 0,1 1 0 0 0,-1 0 0 0 0,1 0 0 0 0,0 0 0 0 0,0 1 0 0 0,1-1 0 0 0,-1 1 1 0 0,1 0-1 0 0,-1 1 0 0 0,1-1 0 0 0,0 1 0 0 0,0 0 0 0 0,0 1 0 0 0,0-1 0 0 0,0 1 1 0 0,1 1-1 0 0,-1-1 0 0 0,0 1 0 0 0,0 0 0 0 0,1 0 0 0 0,-1 1 0 0 0,0 0 0 0 0,0 0 0 0 0,0 0 1 0 0,0 1-1 0 0,0 0 0 0 0,0 0 0 0 0,0 0 0 0 0,0 1 0 0 0,-1 0 0 0 0,1 0 0 0 0,-1 1 0 0 0,0-1 1 0 0,0 1-1 0 0,0 0 0 0 0,-1 1 0 0 0,1-1 0 0 0,5 8 0 0 0,-3-3 82 0 0,-1 0-1 0 0,0 0 0 0 0,-1 0 1 0 0,0 1-1 0 0,0-1 1 0 0,-1 1-1 0 0,-1 0 0 0 0,1 1 1 0 0,-2-1-1 0 0,1 0 1 0 0,-1 1-1 0 0,-1 0 0 0 0,0-1 1 0 0,-1 1-1 0 0,0 0 1 0 0,0 0-1 0 0,-1-1 1 0 0,-4 18-1 0 0,3-18 51 0 0,-1-1-1 0 0,0 1 1 0 0,0-1 0 0 0,-1 0-1 0 0,0 0 1 0 0,-1 0 0 0 0,0 0-1 0 0,0-1 1 0 0,-1 0 0 0 0,0 0-1 0 0,-1 0 1 0 0,0-1 0 0 0,0 0-1 0 0,0 0 1 0 0,-1-1 0 0 0,0 0-1 0 0,0 0 1 0 0,-1-1 0 0 0,1 0-1 0 0,-11 4 1 0 0,7-5-54 0 0,0-1 1 0 0,0 0-1 0 0,0-1 1 0 0,0 0-1 0 0,-1-1 1 0 0,1 0-1 0 0,-1-1 1 0 0,1 0-1 0 0,-1-1 1 0 0,1 0-1 0 0,-1-1 1 0 0,1-1-1 0 0,-17-5 1 0 0,28 8-165 0 0,0 0 0 0 0,-1-1 0 0 0,1 1 1 0 0,0 0-1 0 0,0-1 0 0 0,-1 1 1 0 0,1-1-1 0 0,0 1 0 0 0,0-1 0 0 0,0 0 1 0 0,-1 1-1 0 0,1-1 0 0 0,0 0 0 0 0,0 0 1 0 0,0 0-1 0 0,0 0 0 0 0,1 0 0 0 0,-1 0 1 0 0,0 0-1 0 0,0 0 0 0 0,1 0 0 0 0,-1 0 1 0 0,-1-3-1 0 0,2 3-93 0 0,0-1 0 0 0,0 1 0 0 0,1-1 1 0 0,-1 1-1 0 0,0-1 0 0 0,0 1 0 0 0,1-1 0 0 0,-1 1 0 0 0,1-1 1 0 0,-1 1-1 0 0,1 0 0 0 0,0-1 0 0 0,0 1 0 0 0,-1 0 0 0 0,1 0 1 0 0,0-1-1 0 0,1 0 0 0 0,6-6-1693 0 0,0 0 0 0 0,0 0 0 0 0,19-12 0 0 0,-25 19 1513 0 0,16-12-3708 0 0,5-1-1850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7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36 153 164 0 0,'22'-9'6645'0'0,"10"-6"-1590"0"0,-30 15-4924 0 0,1 0-1 0 0,-1 0 1 0 0,1 1-1 0 0,-1-1 0 0 0,0 1 1 0 0,1-1-1 0 0,-1 1 1 0 0,0 0-1 0 0,5 2 0 0 0,17 6 806 0 0,-14-7-766 0 0,-7-1-13 0 0,1-1-22 0 0,1 0-82 0 0,1-1 1 0 0,0 1-1 0 0,-1-1 0 0 0,1 0 1 0 0,-1-1-1 0 0,0 1 1 0 0,1-1-1 0 0,-1 0 0 0 0,0 0 1 0 0,7-5-1 0 0,-9 6-36 0 0,0-1 0 0 0,-1 0 0 0 0,1 0 0 0 0,0-1 0 0 0,-1 1 0 0 0,0-1-1 0 0,1 1 1 0 0,-1-1 0 0 0,0 0 0 0 0,0 1 0 0 0,-1-1 0 0 0,1 0 0 0 0,0 0 0 0 0,-1 0 0 0 0,0-1 0 0 0,0 1 0 0 0,0 0 0 0 0,0 0 0 0 0,0-7-1 0 0,-1-26 30 0 0,0 34-43 0 0,-1 0-1 0 0,0 0 1 0 0,1 0-1 0 0,-1 0 1 0 0,0 0-1 0 0,0 0 1 0 0,0 0-1 0 0,0 0 1 0 0,0 1-1 0 0,-1-1 1 0 0,1 1-1 0 0,0-1 1 0 0,-3-2-1 0 0,2 4-2 0 0,1-1 1 0 0,0 0-1 0 0,0 1 0 0 0,0-1 1 0 0,-1 1-1 0 0,1-1 0 0 0,0 1 1 0 0,-1 0-1 0 0,1 0 0 0 0,0 0 1 0 0,-1-1-1 0 0,1 1 0 0 0,0 0 1 0 0,-1 0-1 0 0,1 1 0 0 0,0-1 1 0 0,-1 0-1 0 0,-1 1 0 0 0,-22 7 12 0 0,24-7-12 0 0,-11 5 37 0 0,0 1 1 0 0,0 0-1 0 0,0 0 1 0 0,1 2-1 0 0,0-1 0 0 0,1 1 1 0 0,0 1-1 0 0,-13 15 0 0 0,13-12 24 0 0,0 0 0 0 0,1 0 0 0 0,0 1 0 0 0,1 0 0 0 0,0 1 0 0 0,-10 29 0 0 0,16-38-31 0 0,1 0-1 0 0,-1 0 0 0 0,1 0 0 0 0,0 0 0 0 0,0 0 0 0 0,1 0 0 0 0,0 1 0 0 0,0-1 1 0 0,0 0-1 0 0,1 0 0 0 0,0 0 0 0 0,0 1 0 0 0,1-1 0 0 0,-1 0 0 0 0,1-1 0 0 0,1 1 0 0 0,-1 0 1 0 0,1 0-1 0 0,0-1 0 0 0,0 0 0 0 0,0 0 0 0 0,1 0 0 0 0,0 0 0 0 0,0 0 0 0 0,0 0 0 0 0,1-1 1 0 0,-1 0-1 0 0,1 0 0 0 0,0 0 0 0 0,0-1 0 0 0,1 0 0 0 0,6 4 0 0 0,14 4-50 0 0,0 0-1 0 0,0-1 0 0 0,1-2 0 0 0,0-1 1 0 0,56 7-1 0 0,31-7-2480 0 0,-4-14-4365 0 0,-67 2 1456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8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58 665 2312 0 0,'-14'3'1869'0'0,"11"-2"-1402"0"0,-1-1 1 0 0,1 1 0 0 0,0 0 0 0 0,0 0-1 0 0,-1 0 1 0 0,1 0 0 0 0,0 0-1 0 0,0 1 1 0 0,0-1 0 0 0,-4 4 0 0 0,7-4-389 0 0,-1-1 0 0 0,1 1 0 0 0,-1 0 0 0 0,1-1 1 0 0,-1 1-1 0 0,1 0 0 0 0,0 0 0 0 0,-1-1 0 0 0,1 1 1 0 0,0 0-1 0 0,0 0 0 0 0,0 0 0 0 0,0-1 0 0 0,0 1 1 0 0,0 0-1 0 0,0 0 0 0 0,0 0 0 0 0,0-1 0 0 0,0 1 1 0 0,0 0-1 0 0,0 0 0 0 0,0 0 0 0 0,1-1 0 0 0,-1 1 1 0 0,0 0-1 0 0,1 0 0 0 0,0 1 0 0 0,12 18 1072 0 0,-7-16-996 0 0,0 1-1 0 0,0-1 1 0 0,0-1 0 0 0,0 1 0 0 0,1-1 0 0 0,-1 0 0 0 0,1 0-1 0 0,0-1 1 0 0,0 0 0 0 0,0 0 0 0 0,0-1 0 0 0,0 0-1 0 0,0 0 1 0 0,0-1 0 0 0,9 0 0 0 0,10 0 28 0 0,0-2 1 0 0,48-9-1 0 0,-56 8-161 0 0,0-2 0 0 0,1 0-1 0 0,-1 0 1 0 0,-1-2-1 0 0,1 0 1 0 0,-1-1-1 0 0,-1-1 1 0 0,1-1 0 0 0,-2 0-1 0 0,1-1 1 0 0,-1 0-1 0 0,-1-1 1 0 0,0-1-1 0 0,-1-1 1 0 0,0 0 0 0 0,-1 0-1 0 0,-1-1 1 0 0,0-1-1 0 0,12-23 1 0 0,-6 1-3 0 0,-2 0 0 0 0,-1 0 0 0 0,-2-2 0 0 0,-2 1 0 0 0,-2-1 0 0 0,-1-1 0 0 0,1-54 0 0 0,-5 60-25 0 0,-1 4-34 0 0,-1-42-1 0 0,-1 72 39 0 0,0 1 0 0 0,0-1 0 0 0,0 0-1 0 0,0 1 1 0 0,0-1 0 0 0,0 0 0 0 0,0 0 0 0 0,-1 1-1 0 0,1-1 1 0 0,0 0 0 0 0,0 1 0 0 0,0-1 0 0 0,-1 0-1 0 0,1 1 1 0 0,0-1 0 0 0,-1 0 0 0 0,1 1 0 0 0,-1-1-1 0 0,1 1 1 0 0,-1-2 0 0 0,-7 10 5 0 0,-5 23 30 0 0,-13 61 202 0 0,3 2 1 0 0,5 1-1 0 0,-9 146 0 0 0,26-220-131 0 0,2 0-1 0 0,4 34 1 0 0,-3-46-610 0 0,0 0 0 0 0,0 1 0 0 0,5 9-1 0 0,-5-14-611 0 0,1 0-1 0 0,-1-1 1 0 0,1 1-1 0 0,0-1 1 0 0,0 0 0 0 0,6 7-1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72 281 1648 0 0,'-72'-48'10578'0'0,"90"44"-9246"0"0,109 5-427 0 0,146-2-275 0 0,-187-3-556 0 0,99-18 0 0 0,-169 19-69 0 0,-1 0 0 0 0,0-1-1 0 0,0-1 1 0 0,0 0-1 0 0,23-13 1 0 0,-33 16-5 0 0,0-1 1 0 0,-1 0-1 0 0,1 0 0 0 0,-1 0 0 0 0,1-1 1 0 0,-1 0-1 0 0,0 0 0 0 0,-1 0 0 0 0,1 0 1 0 0,-1 0-1 0 0,0-1 0 0 0,0 1 0 0 0,0-1 1 0 0,0 0-1 0 0,-1 0 0 0 0,0 0 0 0 0,0 0 1 0 0,0-1-1 0 0,1-8 0 0 0,-3 10-2 0 0,1 0 0 0 0,-2 1 0 0 0,1-1-1 0 0,0 1 1 0 0,-1-1 0 0 0,0 1 0 0 0,0-1 0 0 0,0 1-1 0 0,0 0 1 0 0,0-1 0 0 0,-1 1 0 0 0,1 0 0 0 0,-1 0-1 0 0,0 0 1 0 0,0 0 0 0 0,0 0 0 0 0,-4-3 0 0 0,5 5 2 0 0,1 0-1 0 0,-1 1 1 0 0,1-1 0 0 0,-1 0 0 0 0,1 1-1 0 0,-1-1 1 0 0,0 1 0 0 0,1-1 0 0 0,-1 1 0 0 0,0-1-1 0 0,0 1 1 0 0,1-1 0 0 0,-1 1 0 0 0,0 0 0 0 0,0-1-1 0 0,0 1 1 0 0,1 0 0 0 0,-1 0 0 0 0,0 0 0 0 0,0 0-1 0 0,0-1 1 0 0,0 1 0 0 0,0 0 0 0 0,0 1-1 0 0,1-1 1 0 0,-2 0 0 0 0,0 0-1 0 0,0 0 1 0 0,1 0-1 0 0,-1 0 1 0 0,0 0 0 0 0,0 1-1 0 0,0-1 1 0 0,1 1 0 0 0,-1-1 0 0 0,0 1-1 0 0,0-1 1 0 0,1 1 0 0 0,-1 0-1 0 0,1 0 1 0 0,-1 0 0 0 0,1 0-1 0 0,-1 0 1 0 0,1 0 0 0 0,-1 0-1 0 0,1 0 1 0 0,0 1 0 0 0,-2 1-1 0 0,-20 29 34 0 0,22-31-30 0 0,-9 16-2 0 0,1 1 0 0 0,1 1 0 0 0,0-1 0 0 0,-9 39 0 0 0,-8 79 154 0 0,14-22 249 0 0,5 147 0 0 0,7-192-216 0 0,-1-62-156 0 0,-1 17 1370 0 0,0-21-761 0 0,-3-14-613 0 0,3 1-7 0 0,0 0 1 0 0,1-1-1 0 0,0 1 0 0 0,1 0 0 0 0,0 0 0 0 0,0 0 0 0 0,7-20 0 0 0,-5 14-2 0 0,2-3-13 0 0,0 0 1 0 0,1 1-1 0 0,1 0 1 0 0,1 1-1 0 0,0-1 0 0 0,1 1 1 0 0,1 1-1 0 0,13-18 1 0 0,-16 26-9 0 0,0-1 0 0 0,0 1 1 0 0,0 1-1 0 0,1-1 0 0 0,1 1 1 0 0,-1 1-1 0 0,1-1 0 0 0,0 1 0 0 0,0 1 1 0 0,1 0-1 0 0,0 0 0 0 0,0 1 1 0 0,0 0-1 0 0,0 1 0 0 0,19-4 0 0 0,-24 6 1 0 0,0 0 0 0 0,0 1 0 0 0,0 0 0 0 0,0 0-1 0 0,0 0 1 0 0,0 1 0 0 0,0-1 0 0 0,-1 1 0 0 0,1 0-1 0 0,0 0 1 0 0,0 1 0 0 0,-1 0 0 0 0,1-1 0 0 0,-1 2-1 0 0,1-1 1 0 0,-1 0 0 0 0,0 1 0 0 0,0 0 0 0 0,0 0-1 0 0,0 0 1 0 0,-1 0 0 0 0,1 1 0 0 0,-1-1 0 0 0,0 1-1 0 0,0 0 1 0 0,0 0 0 0 0,0 0 0 0 0,-1 1 0 0 0,0-1-1 0 0,0 0 1 0 0,3 9 0 0 0,1 7-4 0 0,-1-1 0 0 0,0 1 0 0 0,-2 0 0 0 0,0 0 0 0 0,-2 1-1 0 0,0 25 1 0 0,-4 22 9 0 0,1-43 6 0 0,1-1 0 0 0,3 45 0 0 0,-1-67-2 0 0,-1 0 1 0 0,0 0-1 0 0,1 0 1 0 0,-1 0-1 0 0,1 0 1 0 0,0 0-1 0 0,-1 0 1 0 0,1 0-1 0 0,0-1 1 0 0,0 1-1 0 0,0 0 1 0 0,0-1-1 0 0,1 1 1 0 0,-1 0-1 0 0,0-1 1 0 0,1 1-1 0 0,-1-1 1 0 0,1 0 0 0 0,-1 0-1 0 0,1 0 1 0 0,3 2-1 0 0,-1-1 2 0 0,-1-1 0 0 0,1 0 0 0 0,0 0 0 0 0,-1-1 0 0 0,1 1 0 0 0,0-1 0 0 0,0 1 0 0 0,-1-1-1 0 0,1-1 1 0 0,7 0 0 0 0,2-1 13 0 0,0-1-1 0 0,-1-1 0 0 0,0 0 0 0 0,0-1 1 0 0,23-11-1 0 0,-19 5-11 0 0,1-1 1 0 0,-1 0-1 0 0,-1-1 0 0 0,0 0 1 0 0,-1-2-1 0 0,-1 0 0 0 0,0 0 1 0 0,-1-1-1 0 0,12-20 1 0 0,-9 11-6 0 0,-1-1 0 0 0,-1-1 0 0 0,-2 0 0 0 0,0-1 0 0 0,10-44 0 0 0,-20 67-8 0 0,1 0-1 0 0,-1-1 1 0 0,0 1-1 0 0,-1 0 0 0 0,1 0 1 0 0,-1-1-1 0 0,0 1 1 0 0,-1 0-1 0 0,1-1 0 0 0,-3-7 1 0 0,3 12 0 0 0,0 0 1 0 0,-1 1-1 0 0,1-1 1 0 0,-1 0-1 0 0,1 1 1 0 0,-1-1-1 0 0,1 1 1 0 0,-1-1-1 0 0,0 1 1 0 0,1-1-1 0 0,-1 1 1 0 0,0-1-1 0 0,1 1 1 0 0,-1-1-1 0 0,0 1 1 0 0,0 0-1 0 0,1 0 1 0 0,-1-1-1 0 0,0 1 1 0 0,0 0-1 0 0,1 0 1 0 0,-1 0-1 0 0,0 0 1 0 0,0 0-1 0 0,0 0 1 0 0,1 0-1 0 0,-1 0 1 0 0,0 0-1 0 0,0 0 1 0 0,-1 1-1 0 0,-1-1 1 0 0,1 1-1 0 0,-1 0 0 0 0,0 0 0 0 0,0 0 0 0 0,0 0 1 0 0,1 0-1 0 0,-4 3 0 0 0,-4 4 1 0 0,0 0 1 0 0,0 1-1 0 0,1 1 0 0 0,0-1 1 0 0,1 2-1 0 0,0-1 0 0 0,1 1 1 0 0,0 0-1 0 0,1 0 0 0 0,-7 16 1 0 0,7-14 5 0 0,1 1 0 0 0,0 0 0 0 0,1 1 0 0 0,1-1 0 0 0,0 1 0 0 0,1 0-1 0 0,0-1 1 0 0,1 27 0 0 0,2-33-2 0 0,0-1 0 0 0,0 0-1 0 0,0 1 1 0 0,1-1 0 0 0,0 0-1 0 0,1 0 1 0 0,0-1 0 0 0,0 1 0 0 0,0 0-1 0 0,1-1 1 0 0,0 0 0 0 0,0 0-1 0 0,8 9 1 0 0,-4-7 34 0 0,0 0 1 0 0,1-1 0 0 0,0 0-1 0 0,0 0 1 0 0,1-1-1 0 0,0 0 1 0 0,0-1-1 0 0,13 5 1 0 0,-1-2-350 0 0,0-1 0 0 0,1-1 0 0 0,-1-2 0 0 0,1 0 0 0 0,0-1 1 0 0,1-1-1 0 0,-1-1 0 0 0,27-3 0 0 0,-23-1-1710 0 0,0-1-1 0 0,0-1 1 0 0,27-9-1 0 0,-5-2-4274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9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76 452 0 0,'5'-75'15787'0'0,"-4"77"-15250"0"0,2 5-302 0 0,0 0 0 0 0,0 0 1 0 0,-1 0-1 0 0,0 1 1 0 0,-1-1-1 0 0,2 11 1 0 0,1 53 475 0 0,-2-39-486 0 0,36 299-782 0 0,-37-323-567 0 0,1-1 1 0 0,0 0-1 0 0,0 0 0 0 0,6 12 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19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41 2072 0 0,'-6'-13'1516'0'0,"1"2"-388"0"0,-2 3 489 0 0,0-1-253 0 0,-3 14-1412 0 0,10 9-2741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0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2544 0 0,'0'0'1844'0'0,"-1"2"-1163"0"0,0 0 0 0 0,-1 0-1 0 0,1 0 1 0 0,0 1 0 0 0,0-1-1 0 0,0 1 1 0 0,-1 3 0 0 0,6 19 307 0 0,1 0 1 0 0,1 0 0 0 0,18 44 0 0 0,-15-45-745 0 0,-1 0 1 0 0,-1 1 0 0 0,-1 0 0 0 0,4 33 0 0 0,-10-54-134 0 0,0 0 0 0 0,0 0 0 0 0,0 0 0 0 0,0 0 0 0 0,-1 0 0 0 0,0 0 0 0 0,0 0 0 0 0,0-1 1 0 0,0 1-1 0 0,0 0 0 0 0,-1-1 0 0 0,0 1 0 0 0,0-1 0 0 0,0 1 0 0 0,-3 3 0 0 0,4-5 36 0 0,0-2-131 0 0,0 0 1 0 0,0 0-1 0 0,0 0 0 0 0,0 0 1 0 0,0-1-1 0 0,0 1 0 0 0,0 0 1 0 0,1 0-1 0 0,-1-1 0 0 0,0 1 1 0 0,0 0-1 0 0,0-1 1 0 0,1 1-1 0 0,-1-1 0 0 0,0 1 1 0 0,1-1-1 0 0,-1 0 0 0 0,0 1 1 0 0,1-1-1 0 0,-1 0 0 0 0,0 1 1 0 0,1-1-1 0 0,-1-1 0 0 0,0 0 0 0 0,0 0 0 0 0,0-1 0 0 0,0 1-1 0 0,0-1 1 0 0,0 0 0 0 0,1 1-1 0 0,-1-1 1 0 0,1-2 0 0 0,0-8-1 0 0,0 0-1 0 0,3-20 1 0 0,-3 29 4 0 0,3-13-12 0 0,0 1-1 0 0,0 0 1 0 0,2 0-1 0 0,0 0 0 0 0,1 0 1 0 0,0 1-1 0 0,1 0 1 0 0,14-21-1 0 0,-16 28-3 0 0,0 0 0 0 0,1 0-1 0 0,0 1 1 0 0,1 0 0 0 0,-1 1 0 0 0,1-1-1 0 0,1 1 1 0 0,-1 1 0 0 0,1-1 0 0 0,0 1-1 0 0,0 1 1 0 0,1-1 0 0 0,-1 1 0 0 0,1 1-1 0 0,0 0 1 0 0,12-3 0 0 0,-17 5-3 0 0,1 0 0 0 0,-1 1 1 0 0,0-1-1 0 0,0 1 0 0 0,1 0 0 0 0,-1 0 1 0 0,0 1-1 0 0,1-1 0 0 0,-1 1 0 0 0,0 0 0 0 0,0 0 1 0 0,0 0-1 0 0,1 1 0 0 0,-1-1 0 0 0,-1 1 1 0 0,6 3-1 0 0,-4-2 1 0 0,-1 1-1 0 0,1 0 1 0 0,-1 0 0 0 0,0 0 0 0 0,0 1 0 0 0,-1-1 0 0 0,1 1-1 0 0,-1 0 1 0 0,0 0 0 0 0,4 9 0 0 0,-1 2 1 0 0,0 0 1 0 0,-1 1-1 0 0,-2-1 1 0 0,1 1-1 0 0,-2 0 1 0 0,0 0-1 0 0,-1 20 1 0 0,-2 3-18 0 0,0-27-239 0 0,0-1 1 0 0,1 0 0 0 0,0 1-1 0 0,1-1 1 0 0,0 0-1 0 0,1 1 1 0 0,4 13-1 0 0,1-13-702 0 0,-5-12 381 0 0,-1 1 0 0 0,0-1-1 0 0,4 4-1725 0 0,-3-4 1726 0 0,-1 0 0 0 0,1 0-1 0 0,-1 0 1 0 0,1 0 0 0 0,0-1 0 0 0,2 2-1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0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48 221 1148 0 0,'25'-142'8996'0'0,"-14"71"-5113"0"0,-12 63-1301 0 0,-5 16-1663 0 0,-6 17-67 0 0,-2 28 1077 0 0,-11 98 1 0 0,9 59-280 0 0,12-132-1239 0 0,-1 74 46 0 0,6-122-419 0 0,1 0 0 0 0,2 0 0 0 0,7 30 1 0 0,-10-55-116 0 0,1 0 1 0 0,0 0-1 0 0,0 0 1 0 0,0 0 0 0 0,0 0-1 0 0,1 0 1 0 0,0 0-1 0 0,0-1 1 0 0,0 0-1 0 0,0 1 1 0 0,1-1 0 0 0,0 0-1 0 0,6 5 1 0 0,-8-8-215 0 0,0 1 0 0 0,1-1 1 0 0,-1 0-1 0 0,0 0 0 0 0,0 0 0 0 0,1 0 0 0 0,-1-1 1 0 0,0 1-1 0 0,1-1 0 0 0,-1 1 0 0 0,1-1 1 0 0,-1 0-1 0 0,1 0 0 0 0,-1 0 0 0 0,1 0 1 0 0,-1 0-1 0 0,0 0 0 0 0,1-1 0 0 0,-1 1 1 0 0,1-1-1 0 0,-1 0 0 0 0,0 0 0 0 0,1 0 0 0 0,-1 0 1 0 0,0 0-1 0 0,0 0 0 0 0,0-1 0 0 0,0 1 1 0 0,0-1-1 0 0,0 1 0 0 0,0-1 0 0 0,2-2 1 0 0,9-10-4433 0 0,-1-4-2395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0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76 2216 0 0,'-27'-12'3556'0'0,"-18"-11"2784"0"0,45 23-6306 0 0,0 0 1 0 0,-1 0 0 0 0,1 0-1 0 0,0-1 1 0 0,0 1-1 0 0,0 0 1 0 0,-1 0-1 0 0,1-1 1 0 0,0 1 0 0 0,0 0-1 0 0,0 0 1 0 0,0-1-1 0 0,0 1 1 0 0,-1 0-1 0 0,1-1 1 0 0,0 1 0 0 0,0 0-1 0 0,0-1 1 0 0,0 1-1 0 0,0 0 1 0 0,0 0 0 0 0,0-1-1 0 0,0 1 1 0 0,0 0-1 0 0,0-1 1 0 0,0 1-1 0 0,0 0 1 0 0,1-1 0 0 0,-1 1-1 0 0,0 0 1 0 0,0 0-1 0 0,0-1 1 0 0,0 1 0 0 0,0 0-1 0 0,1 0 1 0 0,-1-1-1 0 0,0 1 1 0 0,0 0-1 0 0,0 0 1 0 0,1-1 0 0 0,-1 1-1 0 0,0 0 1 0 0,0 0-1 0 0,1 0 1 0 0,-1 0 0 0 0,0-1-1 0 0,1 1 1 0 0,10-7 289 0 0,-11 7-319 0 0,11-4 128 0 0,1 0 0 0 0,-1 0-1 0 0,1 1 1 0 0,-1 1-1 0 0,1 0 1 0 0,0 1 0 0 0,13-1-1 0 0,86 6-287 0 0,-89-2-47 0 0,94 13-3196 0 0,-72-8-410 0 0,-3-2-1387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6 1516 0 0,'-24'8'3183'0'0,"-33"12"2603"0"0,53-18-5440 0 0,0 0 0 0 0,0 1 0 0 0,0-1 0 0 0,1 1 0 0 0,-1-1 0 0 0,1 1 0 0 0,0 0 0 0 0,-1 1 0 0 0,1-1 0 0 0,-4 7 0 0 0,6-9-294 0 0,1 0-1 0 0,0 0 0 0 0,-1 0 0 0 0,1 0 0 0 0,0 0 0 0 0,0 0 1 0 0,0 0-1 0 0,-1 0 0 0 0,1 0 0 0 0,0 0 0 0 0,1 0 1 0 0,-1 0-1 0 0,0 0 0 0 0,0 0 0 0 0,0 0 0 0 0,0-1 1 0 0,1 1-1 0 0,-1 0 0 0 0,0 0 0 0 0,1 0 0 0 0,-1 0 1 0 0,1 0-1 0 0,-1 0 0 0 0,1-1 0 0 0,0 1 0 0 0,-1 0 1 0 0,2 1-1 0 0,19 16 600 0 0,-13-13-496 0 0,-1 0 1 0 0,1-1 0 0 0,14 5-1 0 0,3 2 141 0 0,-24-11-283 0 0,0 1 1 0 0,0-1-1 0 0,0 1 0 0 0,0-1 0 0 0,0 1 0 0 0,0-1 0 0 0,0 0 1 0 0,0 0-1 0 0,1 1 0 0 0,-1-1 0 0 0,0 0 0 0 0,0 0 1 0 0,0 0-1 0 0,3 0 0 0 0,-4-1-10 0 0,0 1 0 0 0,1 0 0 0 0,-1 0 0 0 0,1 0 1 0 0,-1-1-1 0 0,0 1 0 0 0,1 0 0 0 0,-1-1 0 0 0,0 1 0 0 0,1 0 0 0 0,-1-1 0 0 0,0 1 1 0 0,1 0-1 0 0,-1-1 0 0 0,0 1 0 0 0,0-1 0 0 0,1 1 0 0 0,-1 0 0 0 0,0-1 1 0 0,0 1-1 0 0,0-1 0 0 0,0 1 0 0 0,0-1 0 0 0,1 0 0 0 0,-1-1 1 0 0,0-1 1 0 0,0 0-1 0 0,-1 0 0 0 0,1 1 1 0 0,0-1-1 0 0,-1 0 0 0 0,0 1 0 0 0,1-1 1 0 0,-3-2-1 0 0,-1-4-4 0 0,-2 0-1 0 0,1 0 1 0 0,-1 1 0 0 0,-1 0 0 0 0,0 0-1 0 0,0 1 1 0 0,0 0 0 0 0,-1 0-1 0 0,0 0 1 0 0,0 1 0 0 0,-1 1 0 0 0,1-1-1 0 0,-17-6 1 0 0,22 11-2 0 0,-1-1 0 0 0,0 1 0 0 0,0 0 0 0 0,1 1 0 0 0,-1-1 0 0 0,0 1 0 0 0,0 0 0 0 0,0-1 0 0 0,0 2 0 0 0,0-1 0 0 0,0 0 0 0 0,1 1 0 0 0,-1 0-1 0 0,-7 2 1 0 0,5-1 0 0 0,0 1 0 0 0,0 0-1 0 0,0 1 1 0 0,0-1-1 0 0,0 1 1 0 0,1 0-1 0 0,0 1 1 0 0,-5 4 0 0 0,1 0 6 0 0,1 0 1 0 0,0 1 0 0 0,1 0 0 0 0,0 0 0 0 0,1 1-1 0 0,0 0 1 0 0,0 0 0 0 0,-6 22 0 0 0,10-28-14 0 0,1 1 1 0 0,0-1-1 0 0,0 0 1 0 0,0 1-1 0 0,1-1 1 0 0,0 1-1 0 0,0-1 1 0 0,1 0-1 0 0,-1 1 1 0 0,1-1-1 0 0,0 0 1 0 0,1 1-1 0 0,-1-1 1 0 0,1 0-1 0 0,0 0 1 0 0,3 6-1 0 0,0-4 80 0 0,-1 0-1 0 0,1-1 0 0 0,0 0 1 0 0,0 0-1 0 0,1 0 0 0 0,-1 0 1 0 0,2-1-1 0 0,-1 0 0 0 0,0 0 1 0 0,10 5-1 0 0,-5-5-382 0 0,0 1 1 0 0,0-1-1 0 0,0-1 1 0 0,0 0-1 0 0,1-1 1 0 0,20 4-1 0 0,-23-6-689 0 0,0 0 0 0 0,0 0 1 0 0,-1-1-1 0 0,1 0 0 0 0,0-1 1 0 0,0 0-1 0 0,0-1 0 0 0,16-4 0 0 0,-6-2-3636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1308 0 0,'18'-90'9243'0'0,"-18"89"-9189"0"0,0 1-1 0 0,1-1 1 0 0,-1 1 0 0 0,0-1-1 0 0,0 0 1 0 0,1 1 0 0 0,-1-1-1 0 0,0 1 1 0 0,1-1 0 0 0,-1 1-1 0 0,1-1 1 0 0,-1 1 0 0 0,1-1-1 0 0,-1 1 1 0 0,0 0 0 0 0,1-1-1 0 0,0 1 1 0 0,-1 0 0 0 0,1-1-1 0 0,-1 1 1 0 0,1 0 0 0 0,-1-1 0 0 0,1 1-1 0 0,0 0 1 0 0,-1 0 0 0 0,1 0-1 0 0,-1 0 1 0 0,1 0 0 0 0,0 0-1 0 0,-1 0 1 0 0,1 0 0 0 0,0 0-1 0 0,-1 0 1 0 0,1 0 0 0 0,0 0-1 0 0,2 1 62 0 0,-1-1 1 0 0,0 0-1 0 0,0 1 0 0 0,0 0 0 0 0,0 0 0 0 0,0 0 0 0 0,0 0 0 0 0,4 2 0 0 0,2 5 182 0 0,0-1-1 0 0,0 2 1 0 0,0-1 0 0 0,-1 1-1 0 0,0 1 1 0 0,-1-1 0 0 0,0 1-1 0 0,0 0 1 0 0,-1 0-1 0 0,4 14 1 0 0,1 4 55 0 0,-1 2 0 0 0,8 48 0 0 0,-15-67-268 0 0,-1 0 0 0 0,0 0 0 0 0,-1 0 0 0 0,-1 20 0 0 0,0-26 39 0 0,0 0 1 0 0,0 0-1 0 0,0 0 1 0 0,0 0-1 0 0,-1-1 1 0 0,0 1 0 0 0,0 0-1 0 0,0-1 1 0 0,0 0-1 0 0,-1 1 1 0 0,1-1-1 0 0,-7 7 1 0 0,8-10-99 0 0,1 0 0 0 0,-1 0 1 0 0,0-1-1 0 0,0 1 0 0 0,0 0 1 0 0,0 0-1 0 0,0 0 0 0 0,0-1 1 0 0,0 1-1 0 0,0-1 0 0 0,0 1 0 0 0,0 0 1 0 0,0-1-1 0 0,0 0 0 0 0,0 1 1 0 0,0-1-1 0 0,0 0 0 0 0,-1 0 1 0 0,1 1-1 0 0,0-1 0 0 0,0 0 0 0 0,0 0 1 0 0,0 0-1 0 0,-1 0 0 0 0,1-1 1 0 0,0 1-1 0 0,0 0 0 0 0,0 0 1 0 0,0-1-1 0 0,-1 1 0 0 0,1-1 0 0 0,0 1 1 0 0,0-1-1 0 0,0 1 0 0 0,0-1 1 0 0,0 1-1 0 0,0-1 0 0 0,0 0 1 0 0,0 0-1 0 0,1 0 0 0 0,-1 1 0 0 0,-1-3 1 0 0,0 0-11 0 0,0 1-1 0 0,1-1 1 0 0,-1 0 0 0 0,1 0 0 0 0,-1 0 0 0 0,1 0 0 0 0,0 0 0 0 0,0 0 0 0 0,1 0 0 0 0,-1 0-1 0 0,1 0 1 0 0,-1 0 0 0 0,1-1 0 0 0,0 1 0 0 0,0-3 0 0 0,2-1-15 0 0,0 0 0 0 0,0 0 0 0 0,1 0 0 0 0,0 1 0 0 0,0-1 0 0 0,0 1 0 0 0,1 0 1 0 0,0 0-1 0 0,0 0 0 0 0,0 0 0 0 0,1 1 0 0 0,0 0 0 0 0,9-8 0 0 0,8-5-75 0 0,0 1 0 0 0,28-15 0 0 0,0 4-1610 0 0,77-31-1 0 0,-14 8-2566 0 0,-109 49 4192 0 0,0 0-1 0 0,-1 0 0 0 0,1 0 0 0 0,0-1 1 0 0,-1 0-1 0 0,0 1 0 0 0,0-1 1 0 0,0-1-1 0 0,0 1 0 0 0,0 0 0 0 0,0-1 1 0 0,-1 1-1 0 0,0-1 0 0 0,1 0 1 0 0,-2 1-1 0 0,1-1 0 0 0,0 0 0 0 0,1-5 1 0 0,-3 5 252 0 0,1 0 0 0 0,-1 1 0 0 0,1-1-1 0 0,-1 0 1 0 0,0 1 0 0 0,-1-1 0 0 0,1 0 0 0 0,-1 1 0 0 0,1-1 0 0 0,-1 0 0 0 0,0 1 0 0 0,0-1 0 0 0,-1 1 0 0 0,-1-4 0 0 0,2 6 175 0 0,1 1-344 0 0,-1 0 0 0 0,0-1 0 0 0,0 1-1 0 0,0 1 1 0 0,1-1 0 0 0,-1 0 0 0 0,0 0 0 0 0,0 0-1 0 0,0 0 1 0 0,1 0 0 0 0,-1 1 0 0 0,0-1 0 0 0,0 0-1 0 0,1 1 1 0 0,-1-1 0 0 0,0 1 0 0 0,1-1 0 0 0,-1 1 0 0 0,1-1-1 0 0,-1 1 1 0 0,0-1 0 0 0,1 1 0 0 0,-1-1 0 0 0,1 1-1 0 0,-1 0 1 0 0,1-1 0 0 0,0 1 0 0 0,-1 0 0 0 0,0 1-1 0 0,-12 24 610 0 0,12-24-558 0 0,-8 24 281 0 0,1 0 0 0 0,1 1 0 0 0,2 0-1 0 0,1 0 1 0 0,-2 42 0 0 0,5-50-240 0 0,1 1-1 0 0,3 29 1 0 0,-2-40-73 0 0,1 0 1 0 0,0 0-1 0 0,0-1 1 0 0,1 1-1 0 0,0-1 1 0 0,0 0-1 0 0,9 15 0 0 0,-10-20-86 0 0,0 1-1 0 0,1-1 1 0 0,0 0-1 0 0,0-1 1 0 0,-1 1-1 0 0,2 0 1 0 0,-1-1-1 0 0,0 0 0 0 0,0 0 1 0 0,1 0-1 0 0,0 0 1 0 0,-1 0-1 0 0,1-1 1 0 0,0 1-1 0 0,-1-1 1 0 0,1 0-1 0 0,0 0 1 0 0,0-1-1 0 0,8 1 0 0 0,-6 0-517 0 0,-1-1-1 0 0,1-1 0 0 0,0 1 1 0 0,-1-1-1 0 0,11-3 0 0 0,-11 3-448 0 0,0-1 1 0 0,0 0-1 0 0,-1 0 0 0 0,1-1 1 0 0,-1 1-1 0 0,7-5 0 0 0,4-7-4881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1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88 2344 0 0,'-10'-17'1896'0'0,"3"3"-363"0"0,-1 2-317 0 0,2 2-272 0 0,1-1-180 0 0,0 1-128 0 0,0 3 200 0 0,-4 0 36 0 0,-3 14-928 0 0,9 7-1100 0 0,1-4-320 0 0,0 1-1164 0 0,1-1-669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2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164 221 932 0 0,'-12'-20'9048'0'0,"1"4"-5452"0"0,1 12-2231 0 0,5 7-1170 0 0,1 0 1 0 0,0 1-1 0 0,-1 0 1 0 0,1-1-1 0 0,1 1 1 0 0,-1 1-1 0 0,0-1 1 0 0,1 1-1 0 0,0-1 0 0 0,0 1 1 0 0,1 0-1 0 0,-1 0 1 0 0,-2 10-1 0 0,-3 4 263 0 0,2 1-1 0 0,-5 29 1 0 0,9-41-323 0 0,1 0 0 0 0,0 0 1 0 0,1 1-1 0 0,0-1 0 0 0,0 0 1 0 0,1 0-1 0 0,0 0 1 0 0,0 0-1 0 0,0 0 0 0 0,4 9 1 0 0,-3-13-73 0 0,-1 0 1 0 0,1 0 0 0 0,0 0-1 0 0,1 0 1 0 0,-1 0 0 0 0,0-1 0 0 0,1 1-1 0 0,0-1 1 0 0,0 0 0 0 0,0 1-1 0 0,0-2 1 0 0,1 1 0 0 0,-1 0 0 0 0,1 0-1 0 0,0-1 1 0 0,0 0 0 0 0,-1 0 0 0 0,1 0-1 0 0,1 0 1 0 0,4 1 0 0 0,4 1-14 0 0,1-1 1 0 0,-1-1-1 0 0,1 0 1 0 0,0-1 0 0 0,-1 0-1 0 0,1-1 1 0 0,0-1-1 0 0,0 0 1 0 0,-1 0-1 0 0,1-2 1 0 0,-1 0 0 0 0,1 0-1 0 0,17-8 1 0 0,-21 7-46 0 0,0-1 0 0 0,-1 0 0 0 0,1-1 0 0 0,-1 0 0 0 0,0 0 0 0 0,-1-1 0 0 0,0 0 0 0 0,0 0 0 0 0,0-1 0 0 0,-1 0 0 0 0,0 0 0 0 0,-1-1 0 0 0,0 0 0 0 0,0 0 0 0 0,-1 0 0 0 0,0-1 0 0 0,6-15 0 0 0,-7 11-13 0 0,0-1 0 0 0,-1 1 0 0 0,0-1 0 0 0,-1 0-1 0 0,-1 0 1 0 0,0 0 0 0 0,-1 0 0 0 0,-1 0 0 0 0,0 0 0 0 0,-1 0 0 0 0,-1 0 0 0 0,-8-28 0 0 0,9 36 6 0 0,-1 0-1 0 0,1 0 1 0 0,-2 1-1 0 0,1-1 1 0 0,-1 1 0 0 0,0 0-1 0 0,0 0 1 0 0,0 0-1 0 0,-1 0 1 0 0,0 1-1 0 0,0-1 1 0 0,-1 1-1 0 0,1 1 1 0 0,-1-1 0 0 0,0 1-1 0 0,0 0 1 0 0,-1 0-1 0 0,1 1 1 0 0,-1 0-1 0 0,0 0 1 0 0,0 0 0 0 0,0 1-1 0 0,0 0 1 0 0,0 0-1 0 0,0 1 1 0 0,-1 0-1 0 0,-13 0 1 0 0,6 2 9 0 0,-1 0 0 0 0,1 2 0 0 0,0-1 0 0 0,0 2 0 0 0,0 0 0 0 0,1 1 0 0 0,0 0 0 0 0,-1 1 0 0 0,-22 14 0 0 0,25-13-124 0 0,0 0-1 0 0,1 1 1 0 0,0 1-1 0 0,0 0 1 0 0,1 0-1 0 0,0 1 1 0 0,1 0-1 0 0,0 1 0 0 0,0 0 1 0 0,-12 23-1 0 0,18-28-91 0 0,1-1-1 0 0,-1 0 1 0 0,2 0 0 0 0,-1 1-1 0 0,0-1 1 0 0,1 1-1 0 0,0-1 1 0 0,1 1-1 0 0,-1 0 1 0 0,1-1-1 0 0,0 1 1 0 0,0 0 0 0 0,1-1-1 0 0,0 1 1 0 0,1 5-1 0 0,0-5-245 0 0,0-1-1 0 0,0 0 1 0 0,0 0-1 0 0,1-1 1 0 0,-1 1 0 0 0,1 0-1 0 0,0-1 1 0 0,1 0-1 0 0,-1 0 1 0 0,1 0-1 0 0,0 0 1 0 0,0 0-1 0 0,0-1 1 0 0,0 0-1 0 0,10 6 1 0 0,8 3-2996 0 0,3-1-1335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2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137 138 556 0 0,'31'-115'12616'0'0,"-31"113"-12227"0"0,1 3-274 0 0,0 0 0 0 0,0 1 1 0 0,0-1-1 0 0,-1 0 1 0 0,1 1-1 0 0,-1-1 1 0 0,1 1-1 0 0,-1-1 0 0 0,1 1 1 0 0,-1-1-1 0 0,0 1 1 0 0,0-1-1 0 0,0 1 1 0 0,0-1-1 0 0,0 4 0 0 0,0-5-97 0 0,0 50 668 0 0,-3 0-1 0 0,-1 0 0 0 0,-3 0 1 0 0,-2-1-1 0 0,-18 58 0 0 0,25-99-637 0 0,-26 80 252 0 0,24-78-89 0 0,-1 0 0 0 0,0 1-1 0 0,0-2 1 0 0,-1 1 0 0 0,0-1 0 0 0,-8 10 0 0 0,13-18-149 0 0,0 0 0 0 0,0 0 0 0 0,0 0 0 0 0,0 0 0 0 0,0 0 0 0 0,0 0 0 0 0,0 0 0 0 0,-1 0-1 0 0,1 0 1 0 0,0-1 0 0 0,0 1 0 0 0,-1 0 0 0 0,1-1 0 0 0,0 1 0 0 0,-1-1 0 0 0,1 0 0 0 0,-1 1 0 0 0,1-1 0 0 0,0 0-1 0 0,-1 0 1 0 0,1 0 0 0 0,-1 0 0 0 0,1 0 0 0 0,-1 0 0 0 0,1 0 0 0 0,-3-1 0 0 0,4 1-48 0 0,-1-1 0 0 0,0 1 0 0 0,0-1 1 0 0,1 1-1 0 0,-1-1 0 0 0,0 1 0 0 0,1-1 1 0 0,-1 1-1 0 0,1-1 0 0 0,-1 0 0 0 0,1 1 1 0 0,-1-1-1 0 0,1 0 0 0 0,-1 0 0 0 0,1 1 0 0 0,-1-1 1 0 0,1 0-1 0 0,0 0 0 0 0,-1 0 0 0 0,1 1 1 0 0,0-1-1 0 0,0 0 0 0 0,0 0 0 0 0,0-1 1 0 0,-2-20 91 0 0,2 22-97 0 0,1-17 18 0 0,1 1 1 0 0,0 0-1 0 0,1 0 0 0 0,1 0 0 0 0,1 0 0 0 0,0 1 1 0 0,1 0-1 0 0,0 0 0 0 0,1 0 0 0 0,14-19 0 0 0,-1 2-69 0 0,3 1 0 0 0,0 1 0 0 0,39-36 0 0 0,-39 44-529 0 0,2 1-1 0 0,0 1 1 0 0,43-26 0 0 0,11 3-3640 0 0,2 4-4664 0 0,-58 30 3015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284 548 2340 0 0,'-4'-5'3917'0'0,"-9"-7"501"0"0,13 11-4314 0 0,-1 1 0 0 0,1 0-1 0 0,-1 0 1 0 0,0 0 0 0 0,1-1 0 0 0,-1 1-1 0 0,1 0 1 0 0,-1 0 0 0 0,0 0-1 0 0,1 0 1 0 0,-1 0 0 0 0,0 0-1 0 0,1 0 1 0 0,-1 0 0 0 0,1 1 0 0 0,-1-1-1 0 0,0 0 1 0 0,1 0 0 0 0,-1 0-1 0 0,1 1 1 0 0,-1-1 0 0 0,1 0-1 0 0,-1 1 1 0 0,1-1 0 0 0,-1 0-1 0 0,1 1 1 0 0,-1-1 0 0 0,1 0 0 0 0,-1 1-1 0 0,0 0 1 0 0,-6 6 98 0 0,1 1-1 0 0,-1-1 1 0 0,1 1 0 0 0,1 1 0 0 0,-1-1 0 0 0,1 1-1 0 0,1 0 1 0 0,0 0 0 0 0,-6 18 0 0 0,9-23-185 0 0,0 0 0 0 0,1-1 0 0 0,-1 1 1 0 0,1 0-1 0 0,-1 0 0 0 0,1 0 0 0 0,0 0 1 0 0,1 0-1 0 0,-1-1 0 0 0,1 1 0 0 0,-1 0 1 0 0,1 0-1 0 0,1-1 0 0 0,-1 1 0 0 0,0 0 1 0 0,1-1-1 0 0,0 1 0 0 0,-1-1 0 0 0,1 0 0 0 0,1 1 1 0 0,-1-1-1 0 0,0 0 0 0 0,1 0 0 0 0,0-1 1 0 0,-1 1-1 0 0,1 0 0 0 0,0-1 0 0 0,1 0 1 0 0,4 3-1 0 0,-1 0 1 0 0,1-1 0 0 0,0-1 0 0 0,0 0 0 0 0,0 0 1 0 0,0 0-1 0 0,0-1 0 0 0,1 0 0 0 0,-1-1 0 0 0,1 1 0 0 0,-1-2 0 0 0,1 1 0 0 0,-1-1 1 0 0,1-1-1 0 0,0 0 0 0 0,-1 0 0 0 0,1 0 0 0 0,10-4 0 0 0,-12 3-9 0 0,-1-1 1 0 0,1 1-1 0 0,-1-1 0 0 0,0 0 0 0 0,0-1 0 0 0,0 0 0 0 0,0 0 0 0 0,0 0 0 0 0,-1-1 1 0 0,0 1-1 0 0,0-1 0 0 0,0 0 0 0 0,-1-1 0 0 0,1 1 0 0 0,-1-1 0 0 0,-1 0 1 0 0,1 0-1 0 0,-1 0 0 0 0,0-1 0 0 0,0 1 0 0 0,2-11 0 0 0,-2 3 1 0 0,0-1 0 0 0,-1 0-1 0 0,-1 1 1 0 0,0-1 0 0 0,-1 0-1 0 0,-1 0 1 0 0,0 1 0 0 0,-1-1-1 0 0,-8-28 1 0 0,8 34-11 0 0,-1 1 1 0 0,0-1-1 0 0,0 1 0 0 0,-1-1 1 0 0,0 1-1 0 0,0 1 0 0 0,-1-1 1 0 0,0 0-1 0 0,-1 1 0 0 0,1 0 1 0 0,-1 0-1 0 0,-1 1 0 0 0,1 0 1 0 0,-1 0-1 0 0,0 0 0 0 0,0 1 1 0 0,-13-7-1 0 0,11 9-1 0 0,1 0 0 0 0,-1 1 1 0 0,1 0-1 0 0,-1 1 0 0 0,0 0 1 0 0,0 0-1 0 0,1 1 0 0 0,-1 0 1 0 0,0 0-1 0 0,0 1 0 0 0,0 0 0 0 0,1 1 1 0 0,-1 0-1 0 0,-14 5 0 0 0,-2 2-8 0 0,0 1-1 0 0,1 1 0 0 0,-36 23 0 0 0,46-25 5 0 0,1 0-1 0 0,0 1 0 0 0,1 0 0 0 0,-15 17 1 0 0,23-24 4 0 0,1 1 0 0 0,0 0 0 0 0,0 0 0 0 0,0-1 0 0 0,0 2 0 0 0,1-1 0 0 0,0 0 0 0 0,0 1 0 0 0,0-1-1 0 0,0 1 1 0 0,1-1 0 0 0,-1 1 0 0 0,1 0 0 0 0,0 0 0 0 0,1-1 0 0 0,-1 1 0 0 0,1 0 0 0 0,0 7 0 0 0,1-9 2 0 0,0 0 0 0 0,0 0 0 0 0,0 0 0 0 0,0-1 0 0 0,1 1 0 0 0,-1-1-1 0 0,1 1 1 0 0,0-1 0 0 0,-1 1 0 0 0,1-1 0 0 0,0 0 0 0 0,0 0 0 0 0,1 0 0 0 0,-1 0-1 0 0,0 0 1 0 0,1-1 0 0 0,-1 1 0 0 0,1-1 0 0 0,-1 1 0 0 0,1-1 0 0 0,0 0 0 0 0,0 0-1 0 0,0 0 1 0 0,-1 0 0 0 0,5 0 0 0 0,6 2 0 0 0,0-1 0 0 0,0-1 0 0 0,0 0 0 0 0,17-1 1 0 0,5-2 0 0 0,1-2 1 0 0,-1-1 0 0 0,-1-1 0 0 0,1-3 0 0 0,-1 0 0 0 0,-1-2 0 0 0,38-18 0 0 0,-41 15 8 0 0,-1-2 0 0 0,0-1 0 0 0,-1 0 0 0 0,-1-3 0 0 0,-1 0-1 0 0,0-1 1 0 0,38-43 0 0 0,-47 42-15 0 0,0 0 0 0 0,-2-2 0 0 0,0 1-1 0 0,18-43 1 0 0,30-108-109 0 0,-56 157 89 0 0,-7 17 24 0 0,0 0 1 0 0,0 0-1 0 0,0 0 1 0 0,0 0-1 0 0,1 0 1 0 0,-1 0-1 0 0,0 0 1 0 0,0 0 0 0 0,0 0-1 0 0,0 0 1 0 0,0 0-1 0 0,0 0 1 0 0,0 0-1 0 0,0 0 1 0 0,0 0-1 0 0,1 0 1 0 0,-1 0 0 0 0,0 0-1 0 0,0 0 1 0 0,0 0-1 0 0,0 0 1 0 0,0 0-1 0 0,0 0 1 0 0,0 0-1 0 0,0 0 1 0 0,0 0 0 0 0,1 0-1 0 0,-1 0 1 0 0,0 0-1 0 0,0 0 1 0 0,0 0-1 0 0,0 0 1 0 0,0 0-1 0 0,0 0 1 0 0,0 0 0 0 0,0 0-1 0 0,0 1 1 0 0,0-1-1 0 0,0 0 1 0 0,0 0-1 0 0,0 0 1 0 0,0 0-1 0 0,0 0 1 0 0,0 0-1 0 0,0 0 1 0 0,0 0 0 0 0,1 0-1 0 0,-1 1 1 0 0,0-1-1 0 0,0 0 1 0 0,0 0-1 0 0,0 0 1 0 0,0 0-1 0 0,-1 0 1 0 0,1 0 0 0 0,0 0-1 0 0,0 0 1 0 0,0 0-1 0 0,0 1 1 0 0,0-1-1 0 0,0 0 1 0 0,0 0-1 0 0,0 0 1 0 0,0 0 0 0 0,0 0-1 0 0,0 0 1 0 0,-1 33-26 0 0,1-23 40 0 0,-2 516 1898 0 0,0-35-196 0 0,-4-281-953 0 0,-41 244 0 0 0,26-324 1516 0 0,21-128-2203 0 0,-1 0 0 0 0,1 0 0 0 0,0 0 1 0 0,-1 0-1 0 0,1 0 0 0 0,-1 0 0 0 0,0-1 1 0 0,0 1-1 0 0,0 0 0 0 0,0 0 0 0 0,0-1 1 0 0,0 1-1 0 0,0 0 0 0 0,0-1 0 0 0,0 1 1 0 0,-1-1-1 0 0,1 0 0 0 0,-1 1 1 0 0,1-1-1 0 0,-1 0 0 0 0,0 0 0 0 0,1 0 1 0 0,-4 1-1 0 0,3-1-48 0 0,1-1 1 0 0,-1 0-1 0 0,0 0 1 0 0,0 0-1 0 0,0 0 1 0 0,0-1-1 0 0,0 1 1 0 0,0 0-1 0 0,0-1 1 0 0,0 1-1 0 0,1-1 1 0 0,-1 0-1 0 0,0 0 1 0 0,0 0-1 0 0,1 0 1 0 0,-1 0-1 0 0,0 0 1 0 0,1 0-1 0 0,-1 0 1 0 0,1 0-1 0 0,-1-1 1 0 0,1 1-1 0 0,-1-2 1 0 0,-9-10 8 0 0,1 0 1 0 0,0-1-1 0 0,2 0 1 0 0,-1 0-1 0 0,2 0 1 0 0,-8-22 0 0 0,-28-95 3 0 0,34 97-24 0 0,2 0 0 0 0,1 0 0 0 0,2 0 0 0 0,1 0 0 0 0,1-1 0 0 0,2 1 0 0 0,2-1 0 0 0,1 1 0 0 0,10-42 0 0 0,-9 55-168 0 0,2 0 0 0 0,1 1-1 0 0,0-1 1 0 0,2 1-1 0 0,0 1 1 0 0,1 0-1 0 0,1 0 1 0 0,1 1 0 0 0,1 1-1 0 0,0-1 1 0 0,1 2-1 0 0,1 0 1 0 0,0 1-1 0 0,1 1 1 0 0,34-24 0 0 0,-26 24-669 0 0,1 0 0 0 0,1 2 0 0 0,0 0 0 0 0,0 2 0 0 0,46-11 0 0 0,142-17-10921 0 0,-164 32 6026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328 182 640 0 0,'9'-10'1040'0'0,"-1"-1"0"0"0,-1 0 0 0 0,0-1-1 0 0,0 1 1 0 0,-1-2 0 0 0,0 1 0 0 0,-1 0 0 0 0,-1-1 0 0 0,0 0 0 0 0,3-18-1 0 0,-7 30-983 0 0,1 0-1 0 0,-1 0 0 0 0,0 0 0 0 0,0 0 0 0 0,0 0 0 0 0,0 0 0 0 0,0-1 1 0 0,0 1-1 0 0,0 0 0 0 0,0 0 0 0 0,-1 0 0 0 0,1 0 0 0 0,0 0 1 0 0,-1 0-1 0 0,1 0 0 0 0,0 0 0 0 0,-1 0 0 0 0,1 0 0 0 0,-1 0 0 0 0,0 1 1 0 0,1-1-1 0 0,-1 0 0 0 0,0 0 0 0 0,1 0 0 0 0,-1 1 0 0 0,0-1 0 0 0,0 0 1 0 0,0 1-1 0 0,0-1 0 0 0,1 1 0 0 0,-1-1 0 0 0,0 1 0 0 0,0-1 1 0 0,0 1-1 0 0,0 0 0 0 0,0-1 0 0 0,-2 1 0 0 0,-2-1 38 0 0,1 1 0 0 0,0-1 0 0 0,-1 1-1 0 0,1 0 1 0 0,0 1 0 0 0,-9 1 0 0 0,0 1 25 0 0,0 1 1 0 0,0 1-1 0 0,0 0 1 0 0,1 0-1 0 0,0 2 0 0 0,0-1 1 0 0,-14 12-1 0 0,-4 5 54 0 0,-36 34-1 0 0,48-40-123 0 0,1 0 1 0 0,1 1-1 0 0,-18 27 0 0 0,28-36-37 0 0,1 0 1 0 0,0 0-1 0 0,0 0 0 0 0,1 1 0 0 0,0 0 0 0 0,0 0 0 0 0,1 0 0 0 0,1 0 0 0 0,0 0 0 0 0,-1 13 1 0 0,2-19-3 0 0,1 0 0 0 0,0 0 0 0 0,1 0 0 0 0,-1 1 0 0 0,1-1 1 0 0,-1 0-1 0 0,1 0 0 0 0,0 0 0 0 0,1-1 0 0 0,-1 1 0 0 0,1 0 1 0 0,0 0-1 0 0,0-1 0 0 0,0 1 0 0 0,0-1 0 0 0,0 1 1 0 0,1-1-1 0 0,-1 0 0 0 0,1 0 0 0 0,0 0 0 0 0,0-1 0 0 0,0 1 1 0 0,1-1-1 0 0,-1 1 0 0 0,1-1 0 0 0,-1 0 0 0 0,1 0 1 0 0,0-1-1 0 0,3 2 0 0 0,-1-1 0 0 0,0 0 1 0 0,0-1-1 0 0,0 0 1 0 0,0 0-1 0 0,0-1 1 0 0,0 1-1 0 0,0-1 0 0 0,0 0 1 0 0,-1-1-1 0 0,1 0 1 0 0,0 0-1 0 0,0 0 1 0 0,0 0-1 0 0,0-1 0 0 0,-1 0 1 0 0,1-1-1 0 0,-1 1 1 0 0,1-1-1 0 0,5-4 1 0 0,3-3-13 0 0,-1-1 0 0 0,-1 0 1 0 0,0-1-1 0 0,0-1 1 0 0,10-14-1 0 0,45-73 717 0 0,-47 68 183 0 0,-1 3-310 0 0,-17 27-504 0 0,3 10-10 0 0,-5 29 38 0 0,2-1-1 0 0,8 40 0 0 0,-7-59-601 0 0,1 0-1 0 0,1 0 1 0 0,0-1 0 0 0,1 1 0 0 0,1-1-1 0 0,15 26 1 0 0,-2-17-3136 0 0,-2-13-1622 0 0,-5-7 405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213 129 1812 0 0,'4'-11'1349'0'0,"0"0"0"0"0,-1 0-1 0 0,0-1 1 0 0,-1 1 0 0 0,0-1-1 0 0,-1 1 1 0 0,1-19 0 0 0,-2 29-1277 0 0,0 0-1 0 0,0 1 1 0 0,-1-1 0 0 0,1 0 0 0 0,0 0-1 0 0,0 0 1 0 0,0 0 0 0 0,-1 1 0 0 0,1-1 0 0 0,0 0-1 0 0,-1 0 1 0 0,1 1 0 0 0,0-1 0 0 0,-1 0-1 0 0,1 1 1 0 0,-1-1 0 0 0,0 0 0 0 0,1 1 0 0 0,-1-1-1 0 0,1 1 1 0 0,-1-1 0 0 0,0 1 0 0 0,1-1-1 0 0,-1 1 1 0 0,-1-1 0 0 0,1 0 29 0 0,-1 1 0 0 0,1 0 0 0 0,-1 0 0 0 0,1 0 1 0 0,-1 0-1 0 0,0 0 0 0 0,1 0 0 0 0,-1 0 0 0 0,1 0 0 0 0,-1 0 0 0 0,1 1 0 0 0,-3 0 0 0 0,-4 2 250 0 0,1 1 0 0 0,0-1 0 0 0,-13 9 0 0 0,20-11-329 0 0,-13 8 97 0 0,0 2 0 0 0,1-1 1 0 0,0 2-1 0 0,0-1 1 0 0,2 2-1 0 0,0-1 0 0 0,0 2 1 0 0,1-1-1 0 0,0 1 1 0 0,1 0-1 0 0,1 1 0 0 0,1 0 1 0 0,0 0-1 0 0,0 0 1 0 0,-3 20-1 0 0,7-25-104 0 0,1 1 0 0 0,0-1 0 0 0,0 1 0 0 0,1 0-1 0 0,0-1 1 0 0,1 1 0 0 0,0 0 0 0 0,0-1 0 0 0,1 1 0 0 0,6 14 0 0 0,-5-16-4 0 0,0-1 1 0 0,1 0 0 0 0,1-1 0 0 0,-1 1 0 0 0,1-1-1 0 0,1 1 1 0 0,-1-2 0 0 0,1 1 0 0 0,0-1-1 0 0,1 1 1 0 0,0-2 0 0 0,0 1 0 0 0,13 8-1 0 0,-10-9-231 0 0,-1 0 0 0 0,1 0 0 0 0,0-1 0 0 0,0 0 0 0 0,0-1 0 0 0,1 0 0 0 0,-1 0-1 0 0,1-1 1 0 0,-1-1 0 0 0,1 0 0 0 0,0 0 0 0 0,-1-1 0 0 0,1-1 0 0 0,0 1 0 0 0,17-5 0 0 0,-16 2-83 0 0,0 0 1 0 0,0-2 0 0 0,0 1 0 0 0,-1-1 0 0 0,0-1 0 0 0,0 0 0 0 0,0 0 0 0 0,-1-1 0 0 0,0-1-1 0 0,0 0 1 0 0,-1 0 0 0 0,0-1 0 0 0,9-11 0 0 0,4-11 239 0 0,-1 0-1 0 0,-2-1 0 0 0,-1-1 1 0 0,-2-1-1 0 0,23-70 1 0 0,-28 69 1131 0 0,-7 22-287 0 0,0 0 1 0 0,1 0-1 0 0,9-19 836 0 0,-15 120 1588 0 0,-5 57-2162 0 0,7-119-1082 0 0,1-1 0 0 0,1 0-1 0 0,10 42 1 0 0,-2-40-2221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5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91 105 1068 0 0,'-12'-19'1924'0'0,"0"2"-436"0"0,0 3-311 0 0,0 0-261 0 0,5 2-176 0 0,-1 0-140 0 0,1 5-108 0 0,0 1 176 0 0,-3 2-276 0 0,6 16-924 0 0,6-3-492 0 0,-2-1-1465 0 0,7 6-527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5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1816 0 0,'1'0'387'0'0,"0"0"-1"0"0,0-1 0 0 0,0 1 1 0 0,0 0-1 0 0,0 0 1 0 0,1 0-1 0 0,-1 0 1 0 0,0 0-1 0 0,0 0 1 0 0,0 0-1 0 0,0 1 0 0 0,0-1 1 0 0,0 0-1 0 0,0 1 1 0 0,0-1-1 0 0,0 0 1 0 0,2 2-1 0 0,15 15 1867 0 0,-11-8-2032 0 0,-1 1 1 0 0,8 16-1 0 0,-13-23 59 0 0,4 6-118 0 0,-1 1-1 0 0,-1-1 1 0 0,1 1 0 0 0,-1 0 0 0 0,-1 0-1 0 0,0 1 1 0 0,0-1 0 0 0,-1 0-1 0 0,-1 1 1 0 0,1-1 0 0 0,-2 1-1 0 0,-2 17 1 0 0,0-12 78 0 0,-1 0 0 0 0,-1 0 0 0 0,-1 0 1 0 0,0-1-1 0 0,-1 0 0 0 0,-1 0 0 0 0,-11 17 0 0 0,2-4 1514 0 0,16-25-1417 0 0,1-3-299 0 0,-1 0 0 0 0,1 0 1 0 0,0 1-1 0 0,-1-1 0 0 0,1 0 0 0 0,0 0 1 0 0,-1 1-1 0 0,1-1 0 0 0,0 0 0 0 0,-1 0 1 0 0,1 0-1 0 0,0 1 0 0 0,-1-1 0 0 0,1 0 1 0 0,-1 0-1 0 0,1 0 0 0 0,0 0 0 0 0,-1 0 0 0 0,1 0 1 0 0,-1 0-1 0 0,1 0 0 0 0,-1 0 0 0 0,1-4-27 0 0,0-1-1 0 0,1 1 1 0 0,0 0-1 0 0,0 0 1 0 0,0 0 0 0 0,0-1-1 0 0,0 1 1 0 0,1 0-1 0 0,0 0 1 0 0,-1 1-1 0 0,6-8 1 0 0,29-41 6 0 0,51-56 111 0 0,-74 94-564 0 0,1 0 0 0 0,0 1 0 0 0,1 1 0 0 0,1 0 0 0 0,19-11 0 0 0,-26 18-862 0 0,1 1 0 0 0,18-6 0 0 0,6 1-4323 0 0,-17 6 922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349 446 2180 0 0,'-1'-3'1656'0'0,"0"1"-1304"0"0,0-1 0 0 0,0 0 0 0 0,-1 1 0 0 0,1-1 0 0 0,0 1 0 0 0,-1-1 0 0 0,0 1 0 0 0,1 0 0 0 0,-1-1 0 0 0,0 1 0 0 0,0 0 0 0 0,0 0 0 0 0,-1 1 0 0 0,1-1 0 0 0,0 0 0 0 0,-1 1 0 0 0,-4-3 0 0 0,1 3-187 0 0,0 0-1 0 0,1 0 1 0 0,-1 1-1 0 0,0-1 1 0 0,1 1-1 0 0,-1 1 1 0 0,0-1-1 0 0,1 1 1 0 0,-1 0-1 0 0,0 1 0 0 0,-7 2 1 0 0,3 0 9 0 0,0 1 1 0 0,0-1-1 0 0,0 2 1 0 0,1 0-1 0 0,-14 11 1 0 0,6-3-16 0 0,1 1 1 0 0,1 0-1 0 0,0 2 1 0 0,2-1-1 0 0,-21 32 0 0 0,27-36-119 0 0,0 0-1 0 0,1 0 1 0 0,0 0 0 0 0,1 1-1 0 0,0 0 1 0 0,1 0-1 0 0,0 0 1 0 0,1 0 0 0 0,1 0-1 0 0,0 1 1 0 0,1 0-1 0 0,0 21 1 0 0,2-31-24 0 0,-1 0 0 0 0,1 0 0 0 0,0 0 0 0 0,0 0 0 0 0,0-1 0 0 0,1 1 0 0 0,-1 0-1 0 0,1-1 1 0 0,0 1 0 0 0,0-1 0 0 0,0 1 0 0 0,0-1 0 0 0,1 0 0 0 0,-1 0 0 0 0,1 0 0 0 0,3 3 0 0 0,-1-2 5 0 0,0-1 1 0 0,0 0-1 0 0,0 0 1 0 0,0-1-1 0 0,0 1 0 0 0,0-1 1 0 0,1 0-1 0 0,-1-1 1 0 0,1 1-1 0 0,6 0 1 0 0,2-1 4 0 0,0 0 0 0 0,-1-1 0 0 0,1 0 0 0 0,0-1 0 0 0,-1 0 1 0 0,1-1-1 0 0,-1-1 0 0 0,22-7 0 0 0,-17 3-31 0 0,-1-1 0 0 0,0-1 0 0 0,-1-1 0 0 0,1 0 0 0 0,-2-1 0 0 0,24-22-1 0 0,76-86-170 0 0,-70 63 192 0 0,-2-2 0 0 0,-2-1 1 0 0,-3-3-1 0 0,-3-1 0 0 0,-3-1 0 0 0,-2-2 0 0 0,28-94 0 0 0,-55 151-23 0 0,-2 5-11 0 0,1-1 1 0 0,-1 1-1 0 0,0-1 0 0 0,0 0 1 0 0,0-5-1 0 0,-20 22-41 0 0,8 4 79 0 0,1 1 0 0 0,0 0 1 0 0,1 1-1 0 0,1 0 0 0 0,1 0 1 0 0,-7 30-1 0 0,2 0 407 0 0,-6 69-1 0 0,13-65-129 0 0,1 76-1 0 0,5-106-215 0 0,1 1-1 0 0,1 0 1 0 0,1 0-1 0 0,0-1 1 0 0,15 39-1 0 0,-16-54-53 0 0,0-1 1 0 0,1 1-1 0 0,0-1 0 0 0,1 1 0 0 0,-1-1 0 0 0,1 0 1 0 0,0-1-1 0 0,1 1 0 0 0,-1-1 0 0 0,1 0 0 0 0,0 0 1 0 0,0-1-1 0 0,1 0 0 0 0,-1 0 0 0 0,1 0 0 0 0,0-1 1 0 0,0 0-1 0 0,0 0 0 0 0,1-1 0 0 0,-1 0 0 0 0,0 0 1 0 0,1-1-1 0 0,10 1 0 0 0,-6-1-20 0 0,0 0 1 0 0,-1-1-1 0 0,1-1 0 0 0,-1 0 1 0 0,1 0-1 0 0,-1-1 1 0 0,1 0-1 0 0,-1-1 0 0 0,0-1 1 0 0,0 0-1 0 0,0 0 1 0 0,-1-1-1 0 0,0 0 0 0 0,18-13 1 0 0,-13 6-14 0 0,0 0 0 0 0,-1-1 0 0 0,17-21 0 0 0,-27 29-16 0 0,0-1 0 0 0,0 1 0 0 0,0-1 0 0 0,-1 0 0 0 0,0 1-1 0 0,0-2 1 0 0,0 1 0 0 0,-1 0 0 0 0,1-1 0 0 0,-2 1 0 0 0,1-1 0 0 0,-1 1-1 0 0,1-8 1 0 0,-2 13 20 0 0,0-1-1 0 0,0 1 0 0 0,0 0 0 0 0,-1-1 0 0 0,1 1 1 0 0,0-1-1 0 0,-1 1 0 0 0,1 0 0 0 0,-1 0 1 0 0,1-1-1 0 0,-1 1 0 0 0,0 0 0 0 0,1 0 1 0 0,-1-1-1 0 0,0 1 0 0 0,0 0 0 0 0,0 0 1 0 0,0 0-1 0 0,0 0 0 0 0,0 0 0 0 0,0 0 0 0 0,0 1 1 0 0,0-1-1 0 0,0 0 0 0 0,-1 0 0 0 0,1 1 1 0 0,0-1-1 0 0,0 1 0 0 0,-1-1 0 0 0,1 1 1 0 0,0 0-1 0 0,-1-1 0 0 0,-2 1 0 0 0,1 0 3 0 0,-1-1 0 0 0,1 1-1 0 0,0 1 1 0 0,-1-1 0 0 0,1 0-1 0 0,-1 1 1 0 0,1 0 0 0 0,0-1-1 0 0,0 1 1 0 0,-1 1 0 0 0,1-1 0 0 0,0 0-1 0 0,0 1 1 0 0,-3 2 0 0 0,0 0 24 0 0,0 0 0 0 0,1 1 0 0 0,-1 0 0 0 0,1 1 1 0 0,0-1-1 0 0,1 1 0 0 0,-1 0 0 0 0,1 0 0 0 0,0 0 0 0 0,0 0 1 0 0,-4 13-1 0 0,6-14-13 0 0,1-1 0 0 0,-1 1 0 0 0,1 0 0 0 0,1-1 0 0 0,-1 1 0 0 0,0 0 0 0 0,1 0 0 0 0,0-1 0 0 0,0 1 0 0 0,1 0 0 0 0,-1 0 1 0 0,1-1-1 0 0,0 1 0 0 0,0-1 0 0 0,1 1 0 0 0,0-1 0 0 0,-1 1 0 0 0,1-1 0 0 0,4 7 0 0 0,2-1-11 0 0,0 0 1 0 0,0-1-1 0 0,1 0 1 0 0,0 0-1 0 0,1-1 1 0 0,0 0-1 0 0,0 0 1 0 0,0-1-1 0 0,1-1 1 0 0,13 6-1 0 0,20 8-565 0 0,56 18 0 0 0,-91-35 426 0 0,120 40-3085 0 0,-43-17-2100 0 0,-30-11-525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60 80 0 0,'-30'-53'7813'0'0,"29"51"-7510"0"0,-4-2 692 0 0,12 38-788 0 0,-1 1 1 0 0,-2 0-1 0 0,-2 0 0 0 0,-1 0 1 0 0,-4 37-1 0 0,-29 179-58 0 0,22-191-65 0 0,-27 143-3 0 0,17-100 4 0 0,19-97-47 0 0,-2 16 75 0 0,3-21-110 0 0,0-1-1 0 0,-1 0 0 0 0,1 0 1 0 0,0 1-1 0 0,0-1 1 0 0,0 0-1 0 0,0 0 1 0 0,0 1-1 0 0,0-1 0 0 0,1 0 1 0 0,-1 0-1 0 0,0 1 1 0 0,0-1-1 0 0,0 0 0 0 0,0 0 1 0 0,0 1-1 0 0,0-1 1 0 0,0 0-1 0 0,0 0 1 0 0,1 1-1 0 0,-1-1 0 0 0,0 0 1 0 0,0 0-1 0 0,0 0 1 0 0,0 1-1 0 0,1-1 1 0 0,-1 0-1 0 0,0 0 0 0 0,0 0 1 0 0,1 0-1 0 0,-1 0 1 0 0,0 1-1 0 0,0-1 0 0 0,0 0 1 0 0,1 0-1 0 0,-1 0 1 0 0,0 0-1 0 0,1 0 1 0 0,-1 0-1 0 0,0 0 0 0 0,0 0 1 0 0,1 0-1 0 0,-1 0 1 0 0,0 0-1 0 0,0 0 1 0 0,1 0-1 0 0,-1 0 0 0 0,0 0 1 0 0,0 0-1 0 0,1 0 1 0 0,-1-1-1 0 0,3-1 4 0 0,-1 0 0 0 0,0 0 0 0 0,0 0 0 0 0,0 0-1 0 0,0-1 1 0 0,0 1 0 0 0,0-1 0 0 0,0 1 0 0 0,-1-1 0 0 0,1 0 0 0 0,-1 1 0 0 0,2-6-1 0 0,1-1-11 0 0,83-186-22 0 0,-38 79 7 0 0,-44 104 22 0 0,-2 6-4 0 0,0-1 1 0 0,0 1-1 0 0,0 0 1 0 0,7-8-1 0 0,-10 12 2 0 0,1 1 0 0 0,-1 0-1 0 0,1 0 1 0 0,0 0-1 0 0,0 0 1 0 0,0 0 0 0 0,0 0-1 0 0,-1 1 1 0 0,1-1 0 0 0,0 0-1 0 0,0 0 1 0 0,0 1-1 0 0,1-1 1 0 0,-1 0 0 0 0,0 1-1 0 0,0-1 1 0 0,0 1-1 0 0,0-1 1 0 0,1 1 0 0 0,-1 0-1 0 0,0 0 1 0 0,0-1 0 0 0,1 1-1 0 0,-1 0 1 0 0,0 0-1 0 0,0 0 1 0 0,1 0 0 0 0,0 1-1 0 0,0-1 2 0 0,0 1 0 0 0,0 0-1 0 0,0 0 0 0 0,1 0 0 0 0,-1 0 1 0 0,-1 0-1 0 0,1 0 0 0 0,0 0 0 0 0,0 1 1 0 0,0-1-1 0 0,-1 1 0 0 0,1 0 0 0 0,-1-1 1 0 0,1 1-1 0 0,2 4 0 0 0,2 1-7 0 0,17 18 61 0 0,21 32 0 0 0,-28-35-38 0 0,0-1 0 0 0,2-1 0 0 0,34 31 0 0 0,-46-46-7 0 0,0-1 0 0 0,0 1 0 0 0,1-1 1 0 0,0 0-1 0 0,0-1 0 0 0,0 0 0 0 0,0 0 0 0 0,0 0 0 0 0,1-1 1 0 0,-1 0-1 0 0,1-1 0 0 0,0 1 0 0 0,-1-2 0 0 0,1 1 0 0 0,0-1 0 0 0,0 0 1 0 0,9-1-1 0 0,-14 0-5 0 0,0 1 0 0 0,0-1 1 0 0,0 0-1 0 0,0 0 1 0 0,0 0-1 0 0,0 0 0 0 0,0 0 1 0 0,0-1-1 0 0,-1 1 0 0 0,1-1 1 0 0,0 0-1 0 0,-1 1 0 0 0,0-1 1 0 0,1 0-1 0 0,-1-1 1 0 0,2-2-1 0 0,-1 1-8 0 0,0 0 0 0 0,-1 0 0 0 0,1 0 0 0 0,-1-1 0 0 0,0 1 1 0 0,-1-1-1 0 0,1 0 0 0 0,-1 1 0 0 0,1-7 0 0 0,0-6-6 0 0,-1 0 0 0 0,0 1 1 0 0,-2-1-1 0 0,-3-30 0 0 0,-4-1 10 0 0,-2 0 1 0 0,-27-81-1 0 0,30 117 11 0 0,2 13 59 0 0,5 0-70 0 0,0 0 0 0 0,-1 1 0 0 0,1-1 0 0 0,0 0 0 0 0,0 0 0 0 0,0 1 0 0 0,0-1 0 0 0,0 0 0 0 0,0 0 0 0 0,0 1 0 0 0,0-1 0 0 0,0 0 0 0 0,1 0 0 0 0,-1 0 0 0 0,1 3 0 0 0,3 3-4 0 0,0 0 0 0 0,0-1 0 0 0,0 1 0 0 0,1-1 0 0 0,0 0 0 0 0,1 0 0 0 0,-1 0 0 0 0,1-1 0 0 0,0 0 0 0 0,0 0 0 0 0,1 0 0 0 0,-1-1 0 0 0,1 0 0 0 0,0 0 0 0 0,0-1 0 0 0,0 0 0 0 0,10 3 0 0 0,-5-2 5 0 0,0-1 1 0 0,0 0-1 0 0,0 0 1 0 0,1-1-1 0 0,-1-1 1 0 0,1 0-1 0 0,0-1 0 0 0,-1 0 1 0 0,1-1-1 0 0,13-2 1 0 0,-22 2 6 0 0,-1 0 1 0 0,1 0 0 0 0,-1-1 0 0 0,1 1-1 0 0,-1-1 1 0 0,0 1 0 0 0,0-1 0 0 0,0 0-1 0 0,0 0 1 0 0,0-1 0 0 0,0 1 0 0 0,0 0-1 0 0,-1-1 1 0 0,1 0 0 0 0,-1 0 0 0 0,0 0-1 0 0,0 0 1 0 0,0 0 0 0 0,0 0 0 0 0,0 0-1 0 0,2-7 1 0 0,-3 5-12 0 0,1 0 1 0 0,-1 0-1 0 0,0 0 0 0 0,0-1 1 0 0,-1 1-1 0 0,0 0 0 0 0,1 0 1 0 0,-2-1-1 0 0,1 1 0 0 0,-1 0 1 0 0,0-1-1 0 0,0 1 0 0 0,0 0 1 0 0,-3-7-1 0 0,-1-5-64 0 0,5 16 67 0 0,0-1 1 0 0,0 1 0 0 0,-1-1 0 0 0,1 1 0 0 0,-1-1-1 0 0,1 1 1 0 0,-1-1 0 0 0,0 1 0 0 0,0-1 0 0 0,-1-1-1 0 0,1 2 62 0 0,-12 6 8 0 0,6 7 76 0 0,0 0-1 0 0,1 1 1 0 0,0-1 0 0 0,1 1-1 0 0,0 0 1 0 0,2 1-1 0 0,-1-1 1 0 0,1 1-1 0 0,1-1 1 0 0,0 16-1 0 0,1-14-11 0 0,0 0-1 0 0,1 0 0 0 0,1 0 1 0 0,1 0-1 0 0,0 0 1 0 0,1-1-1 0 0,0 1 0 0 0,2-1 1 0 0,7 20-1 0 0,-9-29-115 0 0,0 0 0 0 0,0 0-1 0 0,1 0 1 0 0,0-1 0 0 0,0 1 0 0 0,0-1 0 0 0,1 0-1 0 0,-1 0 1 0 0,1 0 0 0 0,0-1 0 0 0,0 0 0 0 0,0 0-1 0 0,1 0 1 0 0,-1 0 0 0 0,1-1 0 0 0,-1 0 0 0 0,1 0-1 0 0,0 0 1 0 0,0-1 0 0 0,9 1 0 0 0,-5-1-351 0 0,-1 0 0 0 0,1-1 0 0 0,0 0 0 0 0,-1 0 1 0 0,14-3-1 0 0,-16 2-553 0 0,1-1 1 0 0,-1 0-1 0 0,1 0 1 0 0,-1-1-1 0 0,0 0 0 0 0,10-6 1 0 0,1-3-3246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8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38 1668 0 0,'-19'-10'1524'0'0,"2"1"-372"0"0,-2 4-228 0 0,5 0-231 0 0,0 0-129 0 0,1 3 244 0 0,-6 0-280 0 0,5 7-184 0 0,7 7-280 0 0,11 4-720 0 0,1-6-544 0 0,2-1-809 0 0,3-1 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25 1012 0 0,'-19'-24'12553'0'0,"19"24"-12515"0"0,3 42 1916 0 0,13 75 0 0 0,0-14-1493 0 0,-8-21-16 0 0,32 133 1 0 0,-37-204-650 0 0,1 1 0 0 0,0-1 0 0 0,0 0 1 0 0,11 17-1 0 0,-13-24-264 0 0,0 0 0 0 0,1-1 0 0 0,-1 0 0 0 0,1 1 0 0 0,0-1 0 0 0,0 0 1 0 0,0 0-1 0 0,1-1 0 0 0,-1 1 0 0 0,1-1 0 0 0,-1 0 0 0 0,1 1 0 0 0,0-1 0 0 0,0-1 1 0 0,8 3-1 0 0,12-5-7486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29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160 204 1084 0 0,'-159'-41'11306'0'0,"194"46"-10951"0"0,1-3 0 0 0,0-1-1 0 0,54-5 1 0 0,-63 3-281 0 0,-5-1-20 0 0,65-1 98 0 0,0-5-1 0 0,95-20 1 0 0,-174 26-150 0 0,-1 0-1 0 0,1 0 1 0 0,-1-1-1 0 0,1 0 1 0 0,-1 0-1 0 0,0 0 1 0 0,10-7-1 0 0,-16 8-3 0 0,1 1 0 0 0,0-1-1 0 0,-1 1 1 0 0,0-1-1 0 0,1 1 1 0 0,-1-1 0 0 0,0 0-1 0 0,0 1 1 0 0,0-1-1 0 0,0 0 1 0 0,0 0 0 0 0,0 0-1 0 0,-1 0 1 0 0,1 0-1 0 0,-1 0 1 0 0,1 0 0 0 0,-1 0-1 0 0,0 0 1 0 0,1 0-1 0 0,-1 0 1 0 0,0-1 0 0 0,-1 1-1 0 0,1 0 1 0 0,0 0-1 0 0,0 0 1 0 0,-1 0-1 0 0,0 0 1 0 0,1 0 0 0 0,-1 0-1 0 0,0 0 1 0 0,0 0-1 0 0,0 0 1 0 0,-1-1 0 0 0,0 0-16 0 0,1-1 0 0 0,-1 1 0 0 0,0 0 1 0 0,0 0-1 0 0,-1 1 0 0 0,1-1 0 0 0,-1 0 0 0 0,-2-2 1 0 0,3 4-25 0 0,-3 2-5 0 0,5-1 45 0 0,0-1 0 0 0,-1 1 0 0 0,1 0 1 0 0,-1 0-1 0 0,1 0 0 0 0,-1 0 0 0 0,1 0 0 0 0,-1 0 1 0 0,1 0-1 0 0,0 0 0 0 0,-1 0 0 0 0,1 0 0 0 0,-1 0 1 0 0,1 1-1 0 0,-1-1 0 0 0,1 0 0 0 0,0 0 0 0 0,-1 0 1 0 0,1 1-1 0 0,-1-1 0 0 0,1 0 0 0 0,0 0 0 0 0,-1 1 1 0 0,1-1-1 0 0,0 0 0 0 0,-1 0 0 0 0,1 1 0 0 0,-3 11 106 0 0,0 0-1 0 0,1 0 0 0 0,0 0 1 0 0,1 1-1 0 0,1 20 1 0 0,8 67 1274 0 0,-4-61-1022 0 0,56 389 2748 0 0,-61-428-3067 0 0,1 1 1 0 0,0-1-1 0 0,0 1 1 0 0,1 0 0 0 0,-1-1-1 0 0,0 1 1 0 0,0-1-1 0 0,0 1 1 0 0,0-1-1 0 0,0 1 1 0 0,0-1-1 0 0,1 1 1 0 0,-1-1 0 0 0,0 1-1 0 0,1-1 1 0 0,-1 0-1 0 0,0 1 1 0 0,1-1-1 0 0,-1 1 1 0 0,0-1-1 0 0,1 0 1 0 0,-1 1-1 0 0,0-1 1 0 0,2 1 0 0 0,6-8 110 0 0,4-19-250 0 0,5-32 64 0 0,31-69 1 0 0,-41 110 34 0 0,2 0 1 0 0,0 0-1 0 0,1 1 1 0 0,0 0 0 0 0,2 1-1 0 0,0 0 1 0 0,0 1-1 0 0,20-17 1 0 0,-26 26-14 0 0,-1 1 0 0 0,1-1 1 0 0,1 1-1 0 0,-1 0 0 0 0,7-2 1 0 0,-11 5 11 0 0,0 0 1 0 0,0 1 0 0 0,-1-1 0 0 0,1 1-1 0 0,0-1 1 0 0,0 1 0 0 0,0 0 0 0 0,0 0-1 0 0,0 0 1 0 0,0 0 0 0 0,-1 0 0 0 0,1 0-1 0 0,0 0 1 0 0,0 1 0 0 0,0-1 0 0 0,0 1-1 0 0,-1-1 1 0 0,1 1 0 0 0,0 0 0 0 0,0-1-1 0 0,-1 1 1 0 0,1 0 0 0 0,-1 0 0 0 0,1 1-1 0 0,2 1 1 0 0,1 2 19 0 0,-1 0-1 0 0,1 0 1 0 0,-1 1 0 0 0,0-1-1 0 0,0 1 1 0 0,-1 0 0 0 0,1 1-1 0 0,-1-1 1 0 0,-1 1 0 0 0,1-1-1 0 0,-1 1 1 0 0,1 7 0 0 0,2 10 106 0 0,-2 1 1 0 0,1 28 0 0 0,3 27 45 0 0,-6-78-150 0 0,-1 0-1 0 0,1 1 0 0 0,-1-1 0 0 0,1 0 0 0 0,0 0 1 0 0,0 1-1 0 0,0-1 0 0 0,0 0 0 0 0,0 0 1 0 0,1 0-1 0 0,-1 0 0 0 0,1-1 0 0 0,-1 1 1 0 0,1 0-1 0 0,0-1 0 0 0,-1 1 0 0 0,1-1 1 0 0,2 2-1 0 0,0-1-16 0 0,0 0 1 0 0,-1-1-1 0 0,1 1 0 0 0,0-1 1 0 0,0 0-1 0 0,0 0 1 0 0,0 0-1 0 0,0-1 0 0 0,7 1 1 0 0,5-2-309 0 0,-1 0 0 0 0,1-1 0 0 0,-1-1 0 0 0,22-6 0 0 0,57-24-3713 0 0,-32 8-1886 0 0,-61 24 5826 0 0,50-20-7248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0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28 432 1524 0 0,'-14'6'6264'0'0,"13"-5"-6014"0"0,0 0 0 0 0,0-1 1 0 0,0 1-1 0 0,0 0 0 0 0,0 0 0 0 0,0 0 0 0 0,0 0 1 0 0,0 0-1 0 0,0 0 0 0 0,0 0 0 0 0,-1 2 0 0 0,2-2 281 0 0,5 13 980 0 0,-2-11-1373 0 0,1-1 1 0 0,0 1-1 0 0,0-1 0 0 0,0 0 1 0 0,1 0-1 0 0,-1 0 0 0 0,0-1 1 0 0,1 0-1 0 0,-1 1 1 0 0,1-1-1 0 0,-1-1 0 0 0,1 1 1 0 0,-1-1-1 0 0,1 0 0 0 0,0 0 1 0 0,5-1-1 0 0,8 0-40 0 0,0-1 0 0 0,33-9 0 0 0,-39 8-107 0 0,0-1 0 0 0,0 0 0 0 0,-1 0 0 0 0,0-1 1 0 0,0-1-1 0 0,0 0 0 0 0,-1-1 0 0 0,0 1 0 0 0,0-2 0 0 0,-1 0 0 0 0,14-14 0 0 0,-17 15-159 0 0,-1 0 0 0 0,1 0-1 0 0,-2-1 1 0 0,1 1 0 0 0,-1-1 0 0 0,0 0-1 0 0,-1-1 1 0 0,0 1 0 0 0,0-1-1 0 0,-1 1 1 0 0,0-1 0 0 0,0 0 0 0 0,-1 0-1 0 0,0 0 1 0 0,-1 0 0 0 0,0-13-1 0 0,-5-9-108 0 0,0 0 0 0 0,-2 0 0 0 0,-1 0 0 0 0,-1 1 0 0 0,-15-30 0 0 0,24 59 275 0 0,0 1-1 0 0,0-1 1 0 0,0 1 0 0 0,0-1-1 0 0,-1 1 1 0 0,1-1-1 0 0,0 1 1 0 0,0 0 0 0 0,0-1-1 0 0,-1 1 1 0 0,1-1-1 0 0,0 1 1 0 0,-1 0 0 0 0,1-1-1 0 0,0 1 1 0 0,-1 0-1 0 0,1-1 1 0 0,0 1-1 0 0,-1 0 1 0 0,1 0 0 0 0,-1-1-1 0 0,1 1 1 0 0,-1 0-1 0 0,-6 6-38 0 0,0 18 101 0 0,8 11 112 0 0,1 0 1 0 0,2 0-1 0 0,1 0 0 0 0,2 0 1 0 0,13 36-1 0 0,-13-47-98 0 0,2-2 0 0 0,1 1 0 0 0,0-1 0 0 0,2 0 0 0 0,1-1 1 0 0,0-1-1 0 0,1 0 0 0 0,21 21 0 0 0,-29-34-62 0 0,1 0 0 0 0,1-1 0 0 0,-1 0 0 0 0,1 0 0 0 0,1-1 0 0 0,-1 0 0 0 0,0 0 0 0 0,1-1 0 0 0,0 0 0 0 0,0-1 0 0 0,1 0 1 0 0,-1 0-1 0 0,0-1 0 0 0,12 2 0 0 0,-15-4-16 0 0,-1 0 1 0 0,1 0 0 0 0,0 0-1 0 0,-1 0 1 0 0,1-1 0 0 0,-1 0-1 0 0,1 0 1 0 0,-1-1 0 0 0,1 0-1 0 0,-1 0 1 0 0,0 0 0 0 0,0 0-1 0 0,0-1 1 0 0,0 0 0 0 0,0 0-1 0 0,-1 0 1 0 0,1 0 0 0 0,-1-1-1 0 0,0 0 1 0 0,0 0 0 0 0,0 0-1 0 0,0 0 1 0 0,-1-1 0 0 0,0 1-1 0 0,5-9 1 0 0,-1-2 20 0 0,0 0 1 0 0,-1-1 0 0 0,-1 0-1 0 0,0 0 1 0 0,-1 0 0 0 0,-1-1 0 0 0,0 1-1 0 0,-2-1 1 0 0,1-24 0 0 0,-4-19-87 0 0,-12-76 1 0 0,9 99 44 0 0,2 14-7 0 0,2 10-13 0 0,0 0 0 0 0,-7-23 1 0 0,7 35 12 0 0,1 23 0 0 0,15 59 242 0 0,3 0 1 0 0,3-2-1 0 0,35 84 0 0 0,-45-130-143 0 0,-9-25-1 0 0,1 0-1 0 0,-1 0 1 0 0,2 0 0 0 0,4 9 0 0 0,-7-15 33 0 0,0-2-98 0 0,-1 0 0 0 0,1 0-1 0 0,0 0 1 0 0,-1-1 0 0 0,1 1-1 0 0,-1 0 1 0 0,1 0 0 0 0,-1 0-1 0 0,1-1 1 0 0,-1 1 0 0 0,1 0-1 0 0,-1 0 1 0 0,0-1 0 0 0,1 1-1 0 0,-1 0 1 0 0,1-1 0 0 0,-1 1-1 0 0,0-1 1 0 0,1 1 0 0 0,-1-1-1 0 0,0 1 1 0 0,1 0 0 0 0,-1-1-1 0 0,0 1 1 0 0,0-1 0 0 0,1 0-1 0 0,3-18 16 0 0,-2 9-4 0 0,5-14 9 0 0,0 0-1 0 0,2 1 1 0 0,12-25-1 0 0,-15 36-11 0 0,1 1 0 0 0,0 0 0 0 0,1 1 0 0 0,0 0 0 0 0,0 0 0 0 0,1 0 0 0 0,16-12 0 0 0,-24 21-10 0 0,1 0 1 0 0,-1 0 0 0 0,1 1-1 0 0,0-1 1 0 0,-1 1-1 0 0,1-1 1 0 0,0 1-1 0 0,-1 0 1 0 0,1 0-1 0 0,0-1 1 0 0,0 1-1 0 0,-1 0 1 0 0,1 1 0 0 0,0-1-1 0 0,-1 0 1 0 0,1 0-1 0 0,0 1 1 0 0,1 0-1 0 0,1 0 0 0 0,0 0-1 0 0,0 1 1 0 0,0-1-1 0 0,0 1 1 0 0,0 0-1 0 0,3 3 1 0 0,4 5 47 0 0,0 1 1 0 0,0 0-1 0 0,-2 0 1 0 0,1 1-1 0 0,-2 0 1 0 0,1 1-1 0 0,-2 0 1 0 0,13 28-1 0 0,-12-23 87 0 0,2 1-1 0 0,0-2 1 0 0,25 33-1 0 0,-33-47-122 0 0,-1-1 1 0 0,1 0-1 0 0,0 0 0 0 0,0 0 1 0 0,0 0-1 0 0,0-1 1 0 0,0 1-1 0 0,1-1 0 0 0,-1 1 1 0 0,0-1-1 0 0,1 1 0 0 0,-1-1 1 0 0,1 0-1 0 0,-1 0 1 0 0,1-1-1 0 0,0 1 0 0 0,-1 0 1 0 0,1-1-1 0 0,0 0 0 0 0,0 1 1 0 0,3-1-1 0 0,-1-1-16 0 0,0 0-1 0 0,-1 0 1 0 0,1 0-1 0 0,0-1 1 0 0,-1 1-1 0 0,1-1 1 0 0,-1 0 0 0 0,1 0-1 0 0,-1-1 1 0 0,0 1-1 0 0,4-4 1 0 0,0-1 4 0 0,0 0 1 0 0,-1 0-1 0 0,0 0 1 0 0,11-16-1 0 0,-2-3 27 0 0,-1 0 0 0 0,20-46-1 0 0,-26 51-43 0 0,-1 1-1 0 0,0-1 0 0 0,-1-1 0 0 0,3-23 0 0 0,-9 43 5 0 0,-1 2 14 0 0,0-1 0 0 0,0 1-1 0 0,0 0 1 0 0,0 0-1 0 0,0-1 1 0 0,0 1 0 0 0,0 0-1 0 0,0 0 1 0 0,0-1 0 0 0,0 1-1 0 0,0 0 1 0 0,-1 0-1 0 0,1-1 1 0 0,0 1 0 0 0,0 0-1 0 0,0 0 1 0 0,0-1 0 0 0,0 1-1 0 0,0 0 1 0 0,-1 0-1 0 0,1 0 1 0 0,0-1 0 0 0,0 1-1 0 0,0 0 1 0 0,-1 0 0 0 0,1 0-1 0 0,0 0 1 0 0,0-1-1 0 0,0 1 1 0 0,-1 0 0 0 0,1 0-1 0 0,0 0 1 0 0,0 0-1 0 0,-1 0 1 0 0,1 0 0 0 0,-11 3 24 0 0,-6 9-11 0 0,10-3 16 0 0,1-1 0 0 0,0 1-1 0 0,0 0 1 0 0,1 0 0 0 0,0 1-1 0 0,1 0 1 0 0,0-1-1 0 0,0 2 1 0 0,1-1 0 0 0,1 0-1 0 0,-1 1 1 0 0,2-1 0 0 0,0 1-1 0 0,0-1 1 0 0,1 16-1 0 0,0-21 11 0 0,1-1 0 0 0,-1 1-1 0 0,1-1 1 0 0,0 1-1 0 0,0-1 1 0 0,1 0 0 0 0,-1 1-1 0 0,1-1 1 0 0,0 0-1 0 0,0 0 1 0 0,1 0-1 0 0,-1 0 1 0 0,1-1 0 0 0,4 6-1 0 0,-2-4-10 0 0,1 0 0 0 0,-1 0 0 0 0,1-1 0 0 0,1 0-1 0 0,-1 0 1 0 0,0 0 0 0 0,1-1 0 0 0,7 3 0 0 0,11 2-29 0 0,0-1 1 0 0,1-1 0 0 0,49 4 0 0 0,-42-7-275 0 0,1-1 1 0 0,64-6 0 0 0,-71 0-950 0 0,29-7 1 0 0,-37 6-688 0 0,0 0-1 0 0,20-11 1 0 0,-6 0-3095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0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73 1408 0 0,'-28'3'2056'0'0,"8"-1"-532"0"0,6 0 681 0 0,0-1-173 0 0,42-6-1708 0 0,3 0 40 0 0,10-3-160 0 0,17-1 60 0 0,8 0-160 0 0,6 3 40 0 0,5-3-456 0 0,18 0-688 0 0,1-1-1960 0 0,5 0-993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34 1868 0 0,'-2'-2'310'0'0,"0"-1"0"0"0,-1 0 0 0 0,1 1 0 0 0,-1-1 0 0 0,0 1 0 0 0,1 0-1 0 0,-1 0 1 0 0,0 0 0 0 0,0 0 0 0 0,-1 0 0 0 0,1 1 0 0 0,0 0 0 0 0,0-1 0 0 0,-1 1 0 0 0,1 0-1 0 0,-1 0 1 0 0,1 1 0 0 0,-1-1 0 0 0,-4 1 0 0 0,3 0-97 0 0,0 1-1 0 0,-1 0 0 0 0,1 0 1 0 0,0 1-1 0 0,0-1 1 0 0,0 1-1 0 0,0 0 1 0 0,0 0-1 0 0,1 1 1 0 0,-1-1-1 0 0,-7 6 1 0 0,-2 5 93 0 0,-1-1 0 0 0,1 2 1 0 0,1 0-1 0 0,1 0 0 0 0,-22 33 1 0 0,13-15 138 0 0,1 2 0 0 0,-29 68-1 0 0,45-91-385 0 0,0 0 0 0 0,0 0 0 0 0,1 0 0 0 0,1 0 0 0 0,0 1 0 0 0,0-1 0 0 0,1 1 0 0 0,1-1 0 0 0,0 1-1 0 0,0-1 1 0 0,1 1 0 0 0,1-1 0 0 0,0 1 0 0 0,5 16 0 0 0,-3-20-51 0 0,0 1 1 0 0,1-1-1 0 0,1 0 1 0 0,-1 0-1 0 0,1-1 0 0 0,0 1 1 0 0,1-1-1 0 0,0-1 1 0 0,0 1-1 0 0,0-1 0 0 0,1 0 1 0 0,0-1-1 0 0,0 0 1 0 0,0 0-1 0 0,1-1 1 0 0,13 6-1 0 0,8 1-954 0 0,1-1 0 0 0,1-1 0 0 0,47 7 0 0 0,-29-10-2606 0 0,0-3-1523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2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245 117 1212 0 0,'-4'-1'611'0'0,"0"-1"-1"0"0,1 1 1 0 0,-1 0 0 0 0,0 0 0 0 0,0 0-1 0 0,0 0 1 0 0,0 1 0 0 0,0-1-1 0 0,0 1 1 0 0,-1 0 0 0 0,-3 1-1 0 0,5-1-432 0 0,1 1 0 0 0,-1 0 0 0 0,1 0 0 0 0,-1 0 0 0 0,1 0 0 0 0,0 0 0 0 0,-1 0 0 0 0,1 0 0 0 0,0 1 0 0 0,0-1 0 0 0,0 1 0 0 0,0 0 0 0 0,0-1 0 0 0,0 1 0 0 0,0 0 0 0 0,-1 3 0 0 0,2-4-133 0 0,1 0-1 0 0,-1 0 1 0 0,1 0-1 0 0,0 0 0 0 0,0 0 1 0 0,-1 0-1 0 0,1 0 0 0 0,0 0 1 0 0,0 0-1 0 0,0 0 1 0 0,0 0-1 0 0,0 0 0 0 0,0 0 1 0 0,0 0-1 0 0,1 0 0 0 0,-1 0 1 0 0,0 0-1 0 0,0 0 1 0 0,1-1-1 0 0,-1 1 0 0 0,1 0 1 0 0,-1 0-1 0 0,1 0 1 0 0,-1 0-1 0 0,1 0 0 0 0,-1-1 1 0 0,1 1-1 0 0,1 1 0 0 0,21 18 483 0 0,-14-15-451 0 0,0 0 0 0 0,0-1 0 0 0,1 0 0 0 0,0-1 0 0 0,0 0 0 0 0,0 0 0 0 0,19 1 0 0 0,-11-2-10 0 0,1-1-1 0 0,-1 0 1 0 0,29-5-1 0 0,-45 4-62 0 0,1 0 1 0 0,-1 0-1 0 0,1 0 1 0 0,-1-1-1 0 0,0 0 0 0 0,1 1 1 0 0,-1-1-1 0 0,0 0 0 0 0,0 0 1 0 0,1 0-1 0 0,-1 0 1 0 0,0 0-1 0 0,0-1 0 0 0,0 1 1 0 0,0-1-1 0 0,-1 1 0 0 0,1-1 1 0 0,0 0-1 0 0,-1 0 1 0 0,1 1-1 0 0,-1-1 0 0 0,1 0 1 0 0,-1 0-1 0 0,0-1 1 0 0,0 1-1 0 0,0 0 0 0 0,0 0 1 0 0,0-1-1 0 0,0-2 0 0 0,-1 0 3 0 0,1 1-1 0 0,-1-1 1 0 0,-1 1-1 0 0,1-1 0 0 0,0 1 1 0 0,-1-1-1 0 0,0 1 0 0 0,0 0 1 0 0,-1-1-1 0 0,1 1 1 0 0,-1 0-1 0 0,0 0 0 0 0,0 0 1 0 0,-5-7-1 0 0,1 2-4 0 0,0 1 1 0 0,0 0-1 0 0,-1 0 1 0 0,0 0-1 0 0,0 1 1 0 0,-1 1-1 0 0,0-1 1 0 0,0 1-1 0 0,-15-8 1 0 0,18 11-4 0 0,-1 1 0 0 0,1 0 0 0 0,0 0 0 0 0,-1 0 0 0 0,0 1 0 0 0,1 0 0 0 0,-1 0 0 0 0,0 0 0 0 0,0 1 0 0 0,1-1 0 0 0,-1 1 0 0 0,0 1 0 0 0,0-1 0 0 0,1 1 0 0 0,-1 0 0 0 0,0 1 0 0 0,1-1 0 0 0,-9 4 0 0 0,-1 3 24 0 0,1 0 0 0 0,0 1 1 0 0,0 0-1 0 0,1 1 1 0 0,0 0-1 0 0,0 2 1 0 0,2-1-1 0 0,-1 1 0 0 0,1 1 1 0 0,1 0-1 0 0,1 0 1 0 0,-1 1-1 0 0,2 1 0 0 0,0-1 1 0 0,1 1-1 0 0,0 0 1 0 0,2 1-1 0 0,-1 0 1 0 0,2 0-1 0 0,-4 26 0 0 0,7-36-9 0 0,1-1 0 0 0,0 1 0 0 0,0-1 0 0 0,1 1 0 0 0,-1-1 1 0 0,1 0-1 0 0,0 1 0 0 0,1-1 0 0 0,-1 0 0 0 0,1 0 0 0 0,0 0 0 0 0,1 0 0 0 0,-1 0 0 0 0,1 0 0 0 0,5 7 0 0 0,-3-7 2 0 0,0 1 0 0 0,1-1 0 0 0,0 0 0 0 0,0 0 0 0 0,0 0 0 0 0,1-1 0 0 0,-1 0 0 0 0,1 0 0 0 0,0-1 0 0 0,8 3 0 0 0,2 0-14 0 0,0-1 0 0 0,1-1 0 0 0,0-1 0 0 0,-1 0 0 0 0,1-1 0 0 0,0-1 0 0 0,0-1-1 0 0,34-3 1 0 0,-36 0-186 0 0,1 0-1 0 0,-1-1 1 0 0,0 0-1 0 0,0-1 0 0 0,0-1 1 0 0,-1-1-1 0 0,0 0 0 0 0,0-1 1 0 0,23-16-1 0 0,-27 15 73 0 0,0-1 1 0 0,0 0-1 0 0,-1 0 0 0 0,0-1 0 0 0,-1 0 1 0 0,-1-1-1 0 0,1 0 0 0 0,-2 0 1 0 0,0-1-1 0 0,0 0 0 0 0,7-21 0 0 0,-6 7 247 0 0,0 0 0 0 0,-2 0 0 0 0,-1-1 0 0 0,-1 1 0 0 0,0-45 0 0 0,-3 98 985 0 0,5 28 0 0 0,1 0-376 0 0,21 157 484 0 0,-28-210-1193 0 0,0 1 0 0 0,0 0 0 0 0,1 0 0 0 0,-1-1 0 0 0,0 1 0 0 0,1 0 0 0 0,-1-1 0 0 0,1 1 0 0 0,-1 0 0 0 0,1-1 0 0 0,0 1 0 0 0,1 2 0 0 0,5-5 98 0 0,3-10-134 0 0,44-89-207 0 0,1-1 125 0 0,-42 82 80 0 0,0 0-1 0 0,2 1 1 0 0,18-18-1 0 0,-23 27-4 0 0,0 0-1 0 0,0 1 0 0 0,1 0 1 0 0,0 0-1 0 0,1 1 0 0 0,19-9 1 0 0,-28 14 6 0 0,1 1 0 0 0,-1 0 0 0 0,1 0 0 0 0,-1 0 0 0 0,1 0 0 0 0,-1 0 0 0 0,1 1 0 0 0,-1-1 0 0 0,1 1 0 0 0,0 0 0 0 0,-1 0 0 0 0,1 1 1 0 0,0-1-1 0 0,-1 1 0 0 0,1 0 0 0 0,-1 0 0 0 0,5 1 0 0 0,-4 0 31 0 0,0 1 0 0 0,-1-1 0 0 0,1 1 0 0 0,-1-1-1 0 0,1 1 1 0 0,-1 0 0 0 0,0 0 0 0 0,0 1 0 0 0,0-1 0 0 0,-1 1 0 0 0,1-1 0 0 0,2 6 0 0 0,2 5 129 0 0,-1 1 1 0 0,-1-1-1 0 0,0 1 0 0 0,-1 0 1 0 0,0 1-1 0 0,2 25 1 0 0,-2 3-202 0 0,-3-20 169 0 0,2-1 0 0 0,0 0 0 0 0,13 43 0 0 0,-14-60-364 0 0,0-1 0 0 0,0 1 0 0 0,1-1-1 0 0,0 0 1 0 0,0 1 0 0 0,0-1 0 0 0,0-1 0 0 0,1 1 0 0 0,0 0 0 0 0,0-1 0 0 0,0 0 0 0 0,1 0-1 0 0,0 0 1 0 0,-1 0 0 0 0,1-1 0 0 0,0 0 0 0 0,1 0 0 0 0,-1 0 0 0 0,0-1 0 0 0,8 3 0 0 0,25 3-5755 0 0,-18-9 287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48 119 788 0 0,'-2'-7'804'0'0,"-3"-14"1498"0"0,-1 1-1 0 0,-1-1 0 0 0,-13-27 1 0 0,19 46-1494 0 0,-3 13 1021 0 0,3-2-1203 0 0,0 0 0 0 0,1 1-1 0 0,0-1 1 0 0,0 0 0 0 0,1 0-1 0 0,0 1 1 0 0,4 11 0 0 0,-1 4 219 0 0,55 453 4247 0 0,-56-427-5471 0 0,3-1 0 0 0,1 0 0 0 0,19 61-1 0 0,-24-104-36 0 0,1 0-1 0 0,0 0 0 0 0,0 0 0 0 0,1 0 0 0 0,-1-1 0 0 0,2 1 0 0 0,-1-1 1 0 0,9 9-1 0 0,-9-11-448 0 0,0 0 0 0 0,0-1 1 0 0,0 1-1 0 0,1-1 0 0 0,0 0 0 0 0,-1 0 1 0 0,7 2-1 0 0,15-4-8923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3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1836 0 0,'0'-5'514'0'0,"1"0"0"0"0,-1 1 0 0 0,1-1 0 0 0,0 0-1 0 0,0 1 1 0 0,1-1 0 0 0,-1 1 0 0 0,1-1 0 0 0,0 1 0 0 0,0 0 0 0 0,0 0 0 0 0,1 0-1 0 0,-1 0 1 0 0,1 0 0 0 0,0 0 0 0 0,0 1 0 0 0,5-5 0 0 0,-6 7-384 0 0,0 0 1 0 0,0 1 0 0 0,0-1 0 0 0,0 0-1 0 0,0 1 1 0 0,0 0 0 0 0,0-1-1 0 0,0 1 1 0 0,0 0 0 0 0,0 0 0 0 0,0 0-1 0 0,0 1 1 0 0,0-1 0 0 0,0 0-1 0 0,0 1 1 0 0,0-1 0 0 0,0 1 0 0 0,4 1-1 0 0,30 16 1618 0 0,-28-12-1590 0 0,-1 0 0 0 0,1 1 0 0 0,-1-1 0 0 0,-1 1 0 0 0,1 1 0 0 0,-1 0 0 0 0,0 0 0 0 0,-1 0 0 0 0,0 0 0 0 0,0 1 0 0 0,-1 0 0 0 0,0 0 0 0 0,-1 0 0 0 0,0 0 0 0 0,0 1 0 0 0,-1-1 0 0 0,0 1 0 0 0,0-1 0 0 0,-1 1 0 0 0,-1 0 0 0 0,0 0 1 0 0,0 0-1 0 0,-1-1 0 0 0,0 1 0 0 0,0 0 0 0 0,-1-1 0 0 0,-1 1 0 0 0,1-1 0 0 0,-2 1 0 0 0,-4 8 0 0 0,5-10-69 0 0,-1 0 0 0 0,0-1 0 0 0,0 1 0 0 0,-1-1 0 0 0,0 0 0 0 0,0-1 0 0 0,0 1 0 0 0,-10 7 0 0 0,15-13-83 0 0,-1-1 1 0 0,1 1 0 0 0,0-1-1 0 0,-1 0 1 0 0,1 1 0 0 0,-1-1-1 0 0,1 1 1 0 0,-1-1 0 0 0,1 0-1 0 0,0 1 1 0 0,-1-1 0 0 0,0 0 0 0 0,1 0-1 0 0,-1 0 1 0 0,1 1 0 0 0,-1-1-1 0 0,1 0 1 0 0,-1 0 0 0 0,1 0-1 0 0,-1 0 1 0 0,0 0 0 0 0,1 0-1 0 0,-1 0 1 0 0,1 0 0 0 0,-1 0-1 0 0,1 0 1 0 0,-1 0 0 0 0,0 0 0 0 0,1 0-1 0 0,-1-1 1 0 0,1 1 0 0 0,-1 0-1 0 0,1 0 1 0 0,-1 0 0 0 0,1-1-1 0 0,-1 1 1 0 0,1 0 0 0 0,-1-1-1 0 0,1 1 1 0 0,-1-1 0 0 0,1 1-1 0 0,0 0 1 0 0,-1-1 0 0 0,1 1 0 0 0,0-1-1 0 0,-1 1 1 0 0,1-1 0 0 0,0 1-1 0 0,0-1 1 0 0,-1 1 0 0 0,1-1-1 0 0,0 0 1 0 0,0 1 0 0 0,0-1-1 0 0,0 1 1 0 0,0-1 0 0 0,0 1-1 0 0,0-1 1 0 0,0 0 0 0 0,0 1 0 0 0,0-2-1 0 0,-1-2-1 0 0,1-1 0 0 0,0 0 0 0 0,1 0 0 0 0,-1 0 0 0 0,2-6 0 0 0,1-2-27 0 0,1 1 0 0 0,1 0-1 0 0,0 0 1 0 0,1 0 0 0 0,0 1 0 0 0,0 0-1 0 0,1 0 1 0 0,1 0 0 0 0,0 1-1 0 0,0 0 1 0 0,1 1 0 0 0,0 0 0 0 0,1 0-1 0 0,0 1 1 0 0,0 0 0 0 0,1 1-1 0 0,0 0 1 0 0,0 1 0 0 0,0 0 0 0 0,1 1-1 0 0,0 0 1 0 0,0 0 0 0 0,1 2-1 0 0,-1-1 1 0 0,22-1 0 0 0,-2 3 94 0 0,1 2 0 0 0,38 5 0 0 0,-35-2-110 0 0,55-1-1 0 0,-71-4 17 0 0,1 0 0 0 0,-1-2 1 0 0,0 0-1 0 0,0-1 0 0 0,0-1 0 0 0,19-8 0 0 0,-31 10 13 0 0,0 1 0 0 0,-1-1-1 0 0,0-1 1 0 0,0 1 0 0 0,0-1 0 0 0,0 0 0 0 0,-1-1 0 0 0,0 1 0 0 0,0-1-1 0 0,0-1 1 0 0,-1 1 0 0 0,0-1 0 0 0,0 0 0 0 0,-1 0 0 0 0,1 0 0 0 0,-2-1-1 0 0,6-12 1 0 0,-8 16 1 0 0,0 1-1 0 0,-1 0 1 0 0,1-1 0 0 0,-1 1-1 0 0,0 0 1 0 0,0-1-1 0 0,0 1 1 0 0,0-1 0 0 0,-1 1-1 0 0,1 0 1 0 0,-1-1-1 0 0,0 1 1 0 0,-2-5 0 0 0,3 7 3 0 0,-1-1 1 0 0,0 0 0 0 0,0 1-1 0 0,0-1 1 0 0,0 1-1 0 0,0-1 1 0 0,0 1 0 0 0,-1 0-1 0 0,1-1 1 0 0,0 1 0 0 0,-1 0-1 0 0,1 0 1 0 0,-1 0 0 0 0,1 0-1 0 0,-1 0 1 0 0,1 0 0 0 0,-1 1-1 0 0,0-1 1 0 0,1 0 0 0 0,-1 1-1 0 0,0-1 1 0 0,0 1 0 0 0,1 0-1 0 0,-1-1 1 0 0,0 1 0 0 0,0 0-1 0 0,0 0 1 0 0,0 0 0 0 0,-2 1-1 0 0,-7 1 15 0 0,1 0 0 0 0,0 1-1 0 0,1 0 1 0 0,-1 1 0 0 0,0 0 0 0 0,1 0 0 0 0,0 1-1 0 0,0 0 1 0 0,0 1 0 0 0,1 0 0 0 0,0 1-1 0 0,0-1 1 0 0,0 1 0 0 0,1 1 0 0 0,-9 11-1 0 0,10-11 20 0 0,0-1 1 0 0,0 2-1 0 0,1-1 0 0 0,0 1 0 0 0,1-1 0 0 0,0 1 0 0 0,0 1 0 0 0,1-1 0 0 0,0 0 0 0 0,1 1 0 0 0,0 0 0 0 0,0-1 0 0 0,1 1 0 0 0,1 0 0 0 0,-1 0 0 0 0,3 18 0 0 0,-1-24-14 0 0,1 1-1 0 0,-1 0 0 0 0,1 0 0 0 0,0-1 1 0 0,0 1-1 0 0,1-1 0 0 0,-1 0 1 0 0,1 0-1 0 0,0 0 0 0 0,0 0 0 0 0,1 0 1 0 0,-1-1-1 0 0,1 1 0 0 0,0-1 1 0 0,0 0-1 0 0,0 0 0 0 0,0 0 1 0 0,0-1-1 0 0,8 4 0 0 0,1 0-9 0 0,0-1 0 0 0,0 0 0 0 0,0-1-1 0 0,1 0 1 0 0,22 3 0 0 0,-19-5-442 0 0,-1-1 1 0 0,1-1-1 0 0,0-1 1 0 0,0 0-1 0 0,-1-1 0 0 0,1 0 1 0 0,31-11-1 0 0,-30 8-1862 0 0,-1-2-1 0 0,-1 0 1 0 0,32-20-1 0 0,-21 10-4025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163 250 1864 0 0,'-35'-4'1724'0'0,"12"3"110"0"0,0-2 0 0 0,-37-8 0 0 0,59 10-1754 0 0,0 1 0 0 0,-1 0-1 0 0,1 0 1 0 0,0-1 0 0 0,0 1-1 0 0,0 0 1 0 0,0-1 0 0 0,0 1-1 0 0,0-1 1 0 0,0 1 0 0 0,0-1-1 0 0,0 0 1 0 0,1 1 0 0 0,-1-1-1 0 0,0 0 1 0 0,0 0 0 0 0,0 0-1 0 0,1 1 1 0 0,-1-1 0 0 0,0 0-1 0 0,1 0 1 0 0,-1-2 0 0 0,1 2-26 0 0,0 0 1 0 0,0 1-1 0 0,0-1 0 0 0,0 0 1 0 0,1 0-1 0 0,-1 0 1 0 0,0 0-1 0 0,1 0 0 0 0,-1 0 1 0 0,0 1-1 0 0,1-1 1 0 0,-1 0-1 0 0,1 0 0 0 0,0 1 1 0 0,-1-1-1 0 0,1 0 1 0 0,0 1-1 0 0,-1-1 0 0 0,1 0 1 0 0,1 0-1 0 0,6-5 138 0 0,1 1 0 0 0,-1 0 0 0 0,16-6 0 0 0,22-7 70 0 0,0 2-1 0 0,74-15 1 0 0,100-7-8 0 0,-210 37-241 0 0,408-42-1028 0 0,-138 28-3784 0 0,-242 13 3687 0 0,84-4-3443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474 119 1584 0 0,'3'-8'1144'0'0,"0"0"1"0"0,0-1-1 0 0,-1 1 0 0 0,-1 0 0 0 0,1-1 0 0 0,-1-12 1 0 0,-1 19-1080 0 0,0 0 0 0 0,0 1 1 0 0,0-1-1 0 0,0 0 0 0 0,0 0 0 0 0,0 0 1 0 0,-1 0-1 0 0,1 1 0 0 0,0-1 0 0 0,-1 0 1 0 0,0 0-1 0 0,1 1 0 0 0,-1-1 0 0 0,0 0 1 0 0,0 1-1 0 0,0-1 0 0 0,0 1 1 0 0,0-1-1 0 0,-1 1 0 0 0,1 0 0 0 0,0-1 1 0 0,-1 1-1 0 0,1 0 0 0 0,0 0 0 0 0,-1 0 1 0 0,0 0-1 0 0,1 0 0 0 0,-1 0 0 0 0,1 0 1 0 0,-1 1-1 0 0,0-1 0 0 0,0 1 1 0 0,0-1-1 0 0,1 1 0 0 0,-1 0 0 0 0,0-1 1 0 0,0 1-1 0 0,-3 0 0 0 0,-10 1 59 0 0,-1 1 0 0 0,1 1 0 0 0,0 0 0 0 0,0 1 0 0 0,0 0 0 0 0,0 1 0 0 0,1 1 0 0 0,0 1 0 0 0,0 0 0 0 0,-21 13 0 0 0,3 3 35 0 0,0 0-1 0 0,1 3 1 0 0,-29 30-1 0 0,44-41-121 0 0,2 1-1 0 0,0 1 1 0 0,0 0 0 0 0,-12 22-1 0 0,23-33-12 0 0,0 1-1 0 0,0-1 0 0 0,0 1 1 0 0,1 0-1 0 0,-1 0 1 0 0,2 0-1 0 0,-2 9 0 0 0,2-12 0 0 0,1 0 0 0 0,0 0 0 0 0,0-1 0 0 0,1 1 0 0 0,-1 0 0 0 0,1 0 0 0 0,0-1 0 0 0,0 1 0 0 0,0 0 0 0 0,0-1 0 0 0,0 1 0 0 0,1-1-1 0 0,0 1 1 0 0,3 4 0 0 0,-1-3-6 0 0,0-1-1 0 0,0 0 0 0 0,0 0 0 0 0,1-1 0 0 0,-1 1 1 0 0,1-1-1 0 0,0 0 0 0 0,0 0 0 0 0,0-1 0 0 0,0 0 0 0 0,1 0 1 0 0,-1 0-1 0 0,0 0 0 0 0,1-1 0 0 0,0 0 0 0 0,10 1 1 0 0,4 0-16 0 0,-1-1 0 0 0,1-2 1 0 0,31-3-1 0 0,-37 2 37 0 0,-1-1 1 0 0,0 0-1 0 0,0-1 0 0 0,-1 0 1 0 0,1-1-1 0 0,-1 0 0 0 0,0-1 1 0 0,0-1-1 0 0,-1 0 0 0 0,0 0 1 0 0,0-1-1 0 0,-1-1 0 0 0,15-13 1 0 0,-6 0 524 0 0,-1 0 0 0 0,-1 0 0 0 0,-1-2 0 0 0,-1 0-1 0 0,16-34 1 0 0,-4 7 916 0 0,-25 49-1395 0 0,-2 1-75 0 0,0 1 1 0 0,1 0 0 0 0,-1-1 0 0 0,0 1 0 0 0,1 0 0 0 0,-1-1 0 0 0,1 1 0 0 0,-1 0 0 0 0,0 0 0 0 0,1 0-1 0 0,-1-1 1 0 0,1 1 0 0 0,-1 0 0 0 0,1 0 0 0 0,-1 0 0 0 0,1 0 0 0 0,-1 0 0 0 0,1 0 0 0 0,0 0 0 0 0,5 12 38 0 0,0 0 1 0 0,-1 1 0 0 0,6 21 0 0 0,-8-23-33 0 0,0 0 1 0 0,1 0 0 0 0,0 0-1 0 0,1-1 1 0 0,0 1 0 0 0,11 15 0 0 0,-10-18-159 0 0,2 0 0 0 0,-1-1 1 0 0,1 0-1 0 0,0 0 0 0 0,1 0 1 0 0,0-1-1 0 0,0 0 0 0 0,0-1 1 0 0,0 0-1 0 0,17 6 0 0 0,18 0-3443 0 0,1-7-3320 0 0,-22-4 239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4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65 2452 0 0,'-63'-18'6617'0'0,"-32"-7"1942"0"0,93 25-8441 0 0,1 0 0 0 0,-1 0 0 0 0,1-1 0 0 0,-1 1 1 0 0,1 0-1 0 0,0-1 0 0 0,-1 0 0 0 0,1 1 0 0 0,-1-1 1 0 0,1 0-1 0 0,0 1 0 0 0,-3-3 0 0 0,4 3-107 0 0,0-1 0 0 0,0 1 1 0 0,0 0-1 0 0,0-1 0 0 0,1 1 0 0 0,-1 0 0 0 0,0-1 0 0 0,0 1 0 0 0,0 0 0 0 0,0 0 0 0 0,0-1 0 0 0,0 1 1 0 0,0 0-1 0 0,1-1 0 0 0,-1 1 0 0 0,0 0 0 0 0,0 0 0 0 0,0-1 0 0 0,1 1 0 0 0,-1 0 0 0 0,0 0 0 0 0,0-1 1 0 0,1 1-1 0 0,-1 0 0 0 0,0 0 0 0 0,0 0 0 0 0,1 0 0 0 0,-1 0 0 0 0,0-1 0 0 0,1 1 0 0 0,-1 0 0 0 0,0 0 1 0 0,1 0-1 0 0,-1 0 0 0 0,0 0 0 0 0,1 0 0 0 0,-1 0 0 0 0,0 0 0 0 0,1 0 0 0 0,-1 0 0 0 0,0 0 1 0 0,0 0-1 0 0,1 0 0 0 0,0 1 0 0 0,33-5-523 0 0,1 2-1 0 0,-1 1 1 0 0,1 2 0 0 0,60 9 0 0 0,-46-1-2845 0 0,-19 3-2671 0 0,-17-5 714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4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23 1784 0 0,'-168'12'15595'0'0,"164"-12"-14957"0"0,4 0-616 0 0,0 0 0 0 0,0 0 0 0 0,-1 0 0 0 0,1 0 0 0 0,0 0 1 0 0,0 0-1 0 0,0 0 0 0 0,0 0 0 0 0,-1-1 0 0 0,1 1 0 0 0,0 0 0 0 0,0 0 0 0 0,0 0 0 0 0,0 0 0 0 0,0 0 0 0 0,-1 0 0 0 0,1-1 1 0 0,0 1-1 0 0,0 0 0 0 0,0 0 0 0 0,0 0 0 0 0,0 0 0 0 0,0-1 0 0 0,0 1 0 0 0,0 0 0 0 0,0 0 0 0 0,0 0 0 0 0,0-1 1 0 0,0 1-1 0 0,0 0 0 0 0,0 0 0 0 0,0 0 0 0 0,0 0 0 0 0,0-1 0 0 0,0 1 0 0 0,0 0 0 0 0,0 0 0 0 0,0 0 0 0 0,0-1 0 0 0,0 1 1 0 0,0 0-1 0 0,0 0 0 0 0,0 0 0 0 0,0 0 0 0 0,0-1 0 0 0,0 1 0 0 0,0 0 0 0 0,1 0 0 0 0,-1 0 0 0 0,0 0 0 0 0,0 0 1 0 0,0-1-1 0 0,0 1 0 0 0,1 0 0 0 0,33-7-474 0 0,1 1 0 0 0,0 1-1 0 0,0 2 1 0 0,37 2 0 0 0,-11 0-1806 0 0,5-2-2587 0 0,-1 3-2619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5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303 137 1500 0 0,'11'-17'1669'0'0,"0"-1"0"0"0,-2 0 0 0 0,0 0 0 0 0,0-1 0 0 0,5-21 0 0 0,-14 40-1646 0 0,0 0 0 0 0,0 0 0 0 0,0 0 1 0 0,0 0-1 0 0,0 0 0 0 0,0 0 0 0 0,1-1 0 0 0,-1 1 1 0 0,0 0-1 0 0,0 0 0 0 0,0 0 0 0 0,0 0 0 0 0,0 0 1 0 0,0-1-1 0 0,0 1 0 0 0,0 0 0 0 0,0 0 0 0 0,0 0 1 0 0,0 0-1 0 0,0 0 0 0 0,0-1 0 0 0,0 1 0 0 0,0 0 1 0 0,0 0-1 0 0,0 0 0 0 0,0 0 0 0 0,0-1 0 0 0,0 1 1 0 0,0 0-1 0 0,0 0 0 0 0,0 0 0 0 0,0 0 0 0 0,0 0 1 0 0,0-1-1 0 0,0 1 0 0 0,-1 0 0 0 0,1 0 0 0 0,0 0 1 0 0,0 0-1 0 0,0 0 0 0 0,0 0 0 0 0,0-1 0 0 0,0 1 1 0 0,-1 0-1 0 0,1 0 0 0 0,0 0 0 0 0,0 0 0 0 0,0 0 1 0 0,0 0-1 0 0,0 0 0 0 0,-1 0 0 0 0,1 0 0 0 0,0 0 1 0 0,0 0-1 0 0,0 0 0 0 0,0 0 0 0 0,0 0 0 0 0,-1 0 1 0 0,1 0-1 0 0,0 0 0 0 0,0 0 0 0 0,0 0 0 0 0,0 0 1 0 0,-1 0-1 0 0,-13 10 422 0 0,-16 23-81 0 0,-12 24 330 0 0,3 2 1 0 0,2 1 0 0 0,3 2 0 0 0,-44 115 0 0 0,58-122-537 0 0,3 0 0 0 0,3 2 1 0 0,1 0-1 0 0,4 1 0 0 0,2 0 0 0 0,0 67 0 0 0,7-86-85 0 0,3 0-1 0 0,8 49 0 0 0,-6-65-55 0 0,0-1 0 0 0,1 0 0 0 0,2-1 0 0 0,0 1 0 0 0,14 25 0 0 0,-18-41-155 0 0,0 0 1 0 0,0 0-1 0 0,0 0 1 0 0,1-1-1 0 0,0 1 0 0 0,0-1 1 0 0,0 0-1 0 0,1-1 1 0 0,0 1-1 0 0,-1-1 0 0 0,2 0 1 0 0,-1-1-1 0 0,0 1 0 0 0,1-1 1 0 0,-1 0-1 0 0,13 3 1 0 0,-8-4-753 0 0,-1 0 1 0 0,1-1-1 0 0,-1 0 1 0 0,1 0-1 0 0,-1-1 1 0 0,1-1 0 0 0,-1 0-1 0 0,1 0 1 0 0,-1-1-1 0 0,20-5 1 0 0,-1-3-3315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404 146 1464 0 0,'-3'-15'2051'0'0,"0"-1"0"0"0,-1 1-1 0 0,-9-24 1 0 0,11 35-1910 0 0,1 0 0 0 0,-1 0 1 0 0,0 1-1 0 0,0-1 0 0 0,0 1 0 0 0,-1-1 0 0 0,1 1 0 0 0,-1 0 1 0 0,0 0-1 0 0,0 0 0 0 0,0 0 0 0 0,0 0 0 0 0,0 1 0 0 0,-1 0 0 0 0,1-1 1 0 0,-1 1-1 0 0,0 0 0 0 0,-5-2 0 0 0,5 4-58 0 0,-1-1 1 0 0,0 0-1 0 0,0 1 1 0 0,0 0-1 0 0,0 0 0 0 0,1 1 1 0 0,-1-1-1 0 0,0 1 0 0 0,0 0 1 0 0,1 0-1 0 0,-1 0 0 0 0,0 1 1 0 0,1 0-1 0 0,-6 2 0 0 0,-6 5 163 0 0,1 0 0 0 0,-19 14 0 0 0,17-10-113 0 0,0 1 0 0 0,1 1 0 0 0,1 0 0 0 0,0 1 0 0 0,-21 30 0 0 0,27-33-110 0 0,1 1-1 0 0,0 0 1 0 0,0 0-1 0 0,1 1 1 0 0,1 0-1 0 0,1 0 0 0 0,0 1 1 0 0,-3 20-1 0 0,7-32-12 0 0,1 0 0 0 0,-1 0 0 0 0,1 1-1 0 0,0-1 1 0 0,0 0 0 0 0,1 0 0 0 0,-1 1-1 0 0,1-1 1 0 0,0 0 0 0 0,0 0 0 0 0,0 0 0 0 0,0 0-1 0 0,1 0 1 0 0,0 0 0 0 0,0 0 0 0 0,0-1-1 0 0,0 1 1 0 0,5 6 0 0 0,-2-6 1 0 0,-1 0-1 0 0,1 0 1 0 0,0 0 0 0 0,0-1 0 0 0,1 0-1 0 0,-1 0 1 0 0,0 0 0 0 0,1 0-1 0 0,0-1 1 0 0,0 0 0 0 0,11 3 0 0 0,-5-3 2 0 0,0 0 1 0 0,0-1-1 0 0,0 0 1 0 0,1-1-1 0 0,-1 0 1 0 0,0-1-1 0 0,0 0 1 0 0,0-1-1 0 0,0 0 1 0 0,0-1-1 0 0,0 0 1 0 0,20-9-1 0 0,-25 7-9 0 0,1 1-1 0 0,-1-1 1 0 0,0 0-1 0 0,0-1 0 0 0,-1 0 1 0 0,1 0-1 0 0,-1 0 0 0 0,-1-1 1 0 0,1 1-1 0 0,-1-2 0 0 0,0 1 1 0 0,7-15-1 0 0,-2-2 206 0 0,-1 1-1 0 0,11-51 0 0 0,-15 55 122 0 0,-5 16-135 0 0,1 68-125 0 0,11 73-1 0 0,-10-127-445 0 0,0 0-1 0 0,1 0 1 0 0,0 0 0 0 0,8 18-1 0 0,-8-24-377 0 0,0 0 0 0 0,0 1-1 0 0,0-1 1 0 0,0 0-1 0 0,1 0 1 0 0,0-1 0 0 0,0 1-1 0 0,0-1 1 0 0,0 0-1 0 0,8 5 1 0 0,2 0-3822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6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1148 0 0,'2'-3'2328'0'0,"22"-46"12252"0"0,-17 57-13701 0 0,-5 11-487 0 0,-2 1 0 0 0,-4 35 0 0 0,1 9-912 0 0,3-54-302 0 0,0 0-1 0 0,1 0 1 0 0,0 0-1 0 0,4 12 1 0 0,6 4-5891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6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39 1824 0 0,'6'-26'8624'0'0,"0"13"-4363"0"0,-7 27-3110 0 0,-7 28-784 0 0,-17 42 141 0 0,5-25-1299 0 0,10-15-1423 0 0,6-13-3509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6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389 247 2196 0 0,'4'-24'1954'0'0,"1"1"330"0"0,-1-1 0 0 0,2-42 0 0 0,-6 61-2063 0 0,0 0 0 0 0,0 0 0 0 0,0 0 1 0 0,-1 0-1 0 0,0 0 0 0 0,0 0 0 0 0,0 0 0 0 0,0 1 0 0 0,-1-1 0 0 0,0 0 0 0 0,0 1 0 0 0,0-1 0 0 0,-1 1 0 0 0,1 0 0 0 0,-1-1 0 0 0,0 1 0 0 0,-1 1 0 0 0,1-1 0 0 0,-5-4 0 0 0,5 6-150 0 0,-1 0 0 0 0,0 0 0 0 0,0 0 0 0 0,0 1 0 0 0,-1-1 0 0 0,1 1 0 0 0,0 0 1 0 0,0 0-1 0 0,-1 1 0 0 0,1-1 0 0 0,-1 1 0 0 0,1 0 0 0 0,0 0 0 0 0,-1 1 0 0 0,1-1 0 0 0,-1 1 1 0 0,1 0-1 0 0,0 0 0 0 0,0 0 0 0 0,-6 3 0 0 0,-6 2 82 0 0,-1 1-1 0 0,1 1 1 0 0,-24 15-1 0 0,21-11-69 0 0,0 2-1 0 0,1 0 1 0 0,1 1 0 0 0,-30 32-1 0 0,40-38-51 0 0,0 0 0 0 0,0 0 0 0 0,1 1 0 0 0,0-1 0 0 0,0 2 0 0 0,1-1 0 0 0,1 0 0 0 0,0 1 0 0 0,0 0-1 0 0,1 0 1 0 0,-3 20 0 0 0,5-27-8 0 0,1 0 0 0 0,0 0 0 0 0,0-1-1 0 0,1 1 1 0 0,-1 0 0 0 0,1 0-1 0 0,-1-1 1 0 0,1 1 0 0 0,0 0 0 0 0,1-1-1 0 0,-1 1 1 0 0,1-1 0 0 0,-1 1 0 0 0,1-1-1 0 0,0 0 1 0 0,0 0 0 0 0,3 4-1 0 0,-1-3-7 0 0,1 0-1 0 0,-1 0 0 0 0,1 0 1 0 0,0 0-1 0 0,0-1 0 0 0,0 0 1 0 0,1 0-1 0 0,-1 0 1 0 0,12 3-1 0 0,-4-2-29 0 0,0-1 1 0 0,0 0-1 0 0,0-1 1 0 0,0 0-1 0 0,1-1 1 0 0,-1-1-1 0 0,1 0 1 0 0,-1-1-1 0 0,15-2 1 0 0,-18 1 12 0 0,0-1 1 0 0,-1 0-1 0 0,1 0 1 0 0,-1-1-1 0 0,1 0 1 0 0,-1-1-1 0 0,0 0 1 0 0,-1-1-1 0 0,1 0 1 0 0,-1 0-1 0 0,0 0 1 0 0,-1-1 0 0 0,10-11-1 0 0,-8 7 1 0 0,-1-1 0 0 0,0 1 0 0 0,0-1 1 0 0,-1-1-1 0 0,-1 0 0 0 0,0 0 0 0 0,-1 0 0 0 0,0 0 0 0 0,2-16 0 0 0,-5 22-1 0 0,1-6-18 0 0,0 1-1 0 0,10-25 1 0 0,-13 38 21 0 0,-1-1 0 0 0,0 0 0 0 0,1 0 0 0 0,-1 0 0 0 0,1 1 1 0 0,-1-1-1 0 0,1 0 0 0 0,-1 1 0 0 0,1-1 0 0 0,-1 1 0 0 0,1-1 0 0 0,-1 0 0 0 0,1 1 0 0 0,0-1 0 0 0,-1 1 0 0 0,1-1 1 0 0,0 1-1 0 0,-1-1 0 0 0,1 1 0 0 0,0-1 0 0 0,0 1 0 0 0,-1 0 0 0 0,1-1 0 0 0,0 1 0 0 0,-5 18 42 0 0,4-15-32 0 0,-2 17-4 0 0,0 1 0 0 0,1 0 0 0 0,1 0-1 0 0,1 0 1 0 0,1 0 0 0 0,2 0 0 0 0,0 0-1 0 0,9 35 1 0 0,-7-39-1105 0 0,1-1-1 0 0,1-1 0 0 0,12 24 1 0 0,-16-35 52 0 0,0 0 1 0 0,0 0 0 0 0,1 0-1 0 0,-1-1 1 0 0,6 5 0 0 0,7 5-4652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83 1492 0 0,'0'-1'432'0'0,"-1"-6"694"0"0,0 0 0 0 0,1 1 0 0 0,-1-1 0 0 0,2 0 0 0 0,0-8 0 0 0,-1 13-966 0 0,1 1 1 0 0,-1-1-1 0 0,0 1 1 0 0,1-1-1 0 0,-1 1 1 0 0,1-1-1 0 0,0 1 0 0 0,0-1 1 0 0,-1 1-1 0 0,1 0 1 0 0,0-1-1 0 0,0 1 1 0 0,0 0-1 0 0,0 0 1 0 0,0 0-1 0 0,1 0 1 0 0,-1-1-1 0 0,0 2 0 0 0,0-1 1 0 0,1 0-1 0 0,-1 0 1 0 0,1 0-1 0 0,-1 1 1 0 0,0-1-1 0 0,1 0 1 0 0,0 1-1 0 0,-1 0 1 0 0,1-1-1 0 0,-1 1 0 0 0,3 0 1 0 0,0-1-44 0 0,0 1 0 0 0,-1 1 0 0 0,1-1-1 0 0,0 0 1 0 0,-1 1 0 0 0,1 0 0 0 0,0 0 0 0 0,-1 0 0 0 0,1 0 0 0 0,-1 0-1 0 0,0 1 1 0 0,1 0 0 0 0,-1-1 0 0 0,0 1 0 0 0,0 1 0 0 0,0-1 0 0 0,0 0-1 0 0,0 1 1 0 0,-1-1 0 0 0,1 1 0 0 0,-1 0 0 0 0,0 0 0 0 0,0 0 0 0 0,0 0-1 0 0,0 0 1 0 0,0 0 0 0 0,0 1 0 0 0,-1-1 0 0 0,0 0 0 0 0,1 1 0 0 0,-2 0 0 0 0,1-1-1 0 0,0 1 1 0 0,-1-1 0 0 0,1 6 0 0 0,-1 0 91 0 0,-1 1-1 0 0,0-1 1 0 0,0 1-1 0 0,-1-1 1 0 0,0 1 0 0 0,0-1-1 0 0,-1 0 1 0 0,-1 0-1 0 0,0 0 1 0 0,-8 14-1 0 0,-7 7 968 0 0,-34 44-1 0 0,23-34-262 0 0,30-39-892 0 0,-1-1 1 0 0,1 1-1 0 0,0-1 1 0 0,-1 1-1 0 0,1 0 1 0 0,0-1-1 0 0,-1 1 1 0 0,1-1-1 0 0,0 1 1 0 0,0 0-1 0 0,0-1 1 0 0,0 1-1 0 0,0 0 1 0 0,0-1-1 0 0,0 1 1 0 0,0 0-1 0 0,0-1 1 0 0,0 1-1 0 0,0 0 1 0 0,0-1-1 0 0,0 1 1 0 0,0-1-1 0 0,1 1 1 0 0,-1 0-1 0 0,0-1 1 0 0,0 1-1 0 0,1-1 1 0 0,-1 1-1 0 0,1 0 1 0 0,-1-1-1 0 0,0 1 1 0 0,1-1-1 0 0,-1 0 1 0 0,1 1-1 0 0,-1-1 1 0 0,1 1-1 0 0,-1-1 1 0 0,1 0-1 0 0,-1 1 1 0 0,1-1-1 0 0,1 1 1 0 0,25 9 382 0 0,2-5-381 0 0,1-1 1 0 0,0-1-1 0 0,60-3 1 0 0,-35-4-2202 0 0,68-14 0 0 0,-84 10-117 0 0,0-2-688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7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74 2000 0 0,'-1'-4'478'0'0,"0"0"-1"0"0,0 1 1 0 0,1-1-1 0 0,-1 0 0 0 0,1 0 1 0 0,0 1-1 0 0,0-1 1 0 0,0 0-1 0 0,0 0 1 0 0,1 1-1 0 0,-1-1 1 0 0,3-5-1 0 0,-3 8-328 0 0,1 0-1 0 0,0-1 0 0 0,0 1 1 0 0,0 0-1 0 0,0 0 1 0 0,0 0-1 0 0,0 0 0 0 0,0 0 1 0 0,0 0-1 0 0,0 0 1 0 0,0 0-1 0 0,1 0 1 0 0,-1 0-1 0 0,0 0 0 0 0,1 1 1 0 0,-1-1-1 0 0,0 1 1 0 0,1-1-1 0 0,-1 1 0 0 0,1-1 1 0 0,-1 1-1 0 0,1 0 1 0 0,-1 0-1 0 0,1 0 0 0 0,-1 0 1 0 0,1 0-1 0 0,-1 0 1 0 0,1 0-1 0 0,-1 0 1 0 0,1 1-1 0 0,-1-1 0 0 0,1 0 1 0 0,2 2-1 0 0,8 2 323 0 0,-1 0 0 0 0,1 1 0 0 0,-1 0 0 0 0,0 1 0 0 0,0 0 0 0 0,0 1 0 0 0,-1 0 0 0 0,0 1 0 0 0,0 0 0 0 0,15 17 0 0 0,-8-6-103 0 0,-1 1 0 0 0,0 0-1 0 0,-2 1 1 0 0,17 32 0 0 0,-22-36-285 0 0,-2-1 0 0 0,0 2 0 0 0,-1-1-1 0 0,-1 1 1 0 0,-1 0 0 0 0,0 0 0 0 0,-1 1-1 0 0,-1-1 1 0 0,-1 1 0 0 0,-1-1 0 0 0,0 1 0 0 0,-2-1-1 0 0,0 1 1 0 0,0-1 0 0 0,-2 0 0 0 0,0 0 0 0 0,-12 29-1 0 0,-5 3-239 0 0,-1-1-1 0 0,-3-1 1 0 0,-2-1-1 0 0,-2-2 1 0 0,-48 58-1 0 0,9-23-2648 0 0,-143 128 1 0 0,68-93-3865 0 0,70-64 537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37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36 2196 0 0,'0'0'2392'0'0,"7"-12"821"0"0,0 2-1193 0 0,0 1 36 0 0,-16 4-2692 0 0,-10 12-3584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42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443 138 828 0 0,'0'-2'2078'0'0,"3"-18"1504"0"0,-1 12-2569 0 0,-1-1-1 0 0,0 1 1 0 0,-1-1-1 0 0,0 0 1 0 0,-2-16-1 0 0,2 22-967 0 0,-1 1-1 0 0,1 0 1 0 0,-1-1-1 0 0,0 1 1 0 0,0 0-1 0 0,0 0 1 0 0,0 0-1 0 0,-1-1 1 0 0,1 1-1 0 0,-1 1 1 0 0,1-1 0 0 0,-1 0-1 0 0,1 0 1 0 0,-1 0-1 0 0,0 1 1 0 0,0-1-1 0 0,0 1 1 0 0,0 0-1 0 0,0-1 1 0 0,0 1-1 0 0,0 0 1 0 0,-1 0-1 0 0,1 0 1 0 0,0 1-1 0 0,-1-1 1 0 0,1 1-1 0 0,-3-1 1 0 0,-5-1-20 0 0,-1 2-1 0 0,1-1 1 0 0,0 1-1 0 0,0 1 1 0 0,-1 0 0 0 0,1 0-1 0 0,0 1 1 0 0,0 1 0 0 0,0-1-1 0 0,0 1 1 0 0,1 1 0 0 0,-1 0-1 0 0,-11 7 1 0 0,-1 2-3 0 0,0 0 1 0 0,1 2-1 0 0,0 0 1 0 0,-21 22-1 0 0,27-23-26 0 0,1 1-1 0 0,1 0 0 0 0,0 1 1 0 0,-21 34-1 0 0,29-42-1 0 0,1 0 0 0 0,0 0 1 0 0,1 1-1 0 0,0-1 0 0 0,0 1 0 0 0,0 0 0 0 0,1-1 0 0 0,1 1 1 0 0,0 0-1 0 0,0 0 0 0 0,0 0 0 0 0,1 1 0 0 0,2 14 1 0 0,-1-19 4 0 0,1 1 1 0 0,-1 0 0 0 0,1 0 0 0 0,0-1 0 0 0,1 1-1 0 0,0-1 1 0 0,-1 0 0 0 0,2 0 0 0 0,-1 0 0 0 0,0 0-1 0 0,1 0 1 0 0,0-1 0 0 0,0 1 0 0 0,1-1-1 0 0,-1 0 1 0 0,1 0 0 0 0,0-1 0 0 0,0 0 0 0 0,0 0-1 0 0,0 0 1 0 0,1 0 0 0 0,-1-1 0 0 0,1 1 0 0 0,-1-2-1 0 0,1 1 1 0 0,0 0 0 0 0,10 0 0 0 0,-6 0 3 0 0,0-1 0 0 0,1-1 1 0 0,-1 0-1 0 0,1 0 0 0 0,-1-1 0 0 0,0 0 1 0 0,1-1-1 0 0,-1 0 0 0 0,0 0 1 0 0,0-2-1 0 0,0 1 0 0 0,-1-1 0 0 0,1 0 1 0 0,-1-1-1 0 0,11-7 0 0 0,-13 7 16 0 0,-1 0-1 0 0,0-1 0 0 0,0 0 0 0 0,-1 0 1 0 0,0 0-1 0 0,0-1 0 0 0,0 0 0 0 0,-1 0 1 0 0,0 0-1 0 0,4-9 0 0 0,2-9 526 0 0,11-47 0 0 0,0 1 824 0 0,-20 68-1270 0 0,-1 3-82 0 0,0 0 1 0 0,0-1-1 0 0,0 1 1 0 0,0 0-1 0 0,0-1 1 0 0,0 1-1 0 0,0 0 1 0 0,1-1 0 0 0,-1 1-1 0 0,0 0 1 0 0,0 0-1 0 0,0-1 1 0 0,1 1-1 0 0,-1 0 1 0 0,0 0-1 0 0,0-1 1 0 0,0 1 0 0 0,1 0-1 0 0,-1 0 1 0 0,0 0-1 0 0,1 0 1 0 0,-1-1-1 0 0,0 1 1 0 0,1 0 0 0 0,-1 0-1 0 0,0 0 1 0 0,0 0-1 0 0,1 0 1 0 0,-1 0-1 0 0,0 0 1 0 0,1 0-1 0 0,-1 0 1 0 0,1 0 0 0 0,6 9 230 0 0,1 18 24 0 0,-5 7-82 0 0,-2 40-1 0 0,-1-39-754 0 0,5 39 0 0 0,-3-62-396 0 0,0 0 1 0 0,1 0-1 0 0,8 21 1 0 0,-9-29 32 0 0,0 1 0 0 0,1-1 0 0 0,-1 1 0 0 0,1-1 0 0 0,0 0 0 0 0,4 4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42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1 132 640 0 0,'8'-76'9703'0'0,"-8"76"-9628"0"0,0-1 0 0 0,0 1 1 0 0,0-1-1 0 0,0 1 0 0 0,0-1 1 0 0,0 1-1 0 0,0-1 0 0 0,0 0 0 0 0,1 1 1 0 0,-1-1-1 0 0,0 1 0 0 0,0-1 0 0 0,0 1 1 0 0,1-1-1 0 0,-1 1 0 0 0,0-1 1 0 0,0 1-1 0 0,1 0 0 0 0,-1-1 0 0 0,1 1 1 0 0,-1-1-1 0 0,0 1 0 0 0,1 0 0 0 0,-1-1 1 0 0,1 1-1 0 0,-1 0 0 0 0,1-1 0 0 0,-1 1 1 0 0,1 0-1 0 0,-1 0 0 0 0,1-1 1 0 0,-1 1-1 0 0,1 0 0 0 0,-1 0 0 0 0,1 0 1 0 0,-1 0-1 0 0,1 0 0 0 0,-1 0 0 0 0,1 0 1 0 0,-1 0-1 0 0,1 0 0 0 0,0 0 0 0 0,-1 0 1 0 0,1 0-1 0 0,-1 0 0 0 0,1 0 1 0 0,-1 1-1 0 0,1-1 0 0 0,-1 0 0 0 0,1 0 1 0 0,-1 1-1 0 0,1-1 0 0 0,-1 0 0 0 0,1 1 1 0 0,2 0 58 0 0,-1 1 0 0 0,0 0 0 0 0,0 0 0 0 0,1 0 0 0 0,-1 0 0 0 0,0 0 0 0 0,3 5 0 0 0,4 11 218 0 0,0 1-1 0 0,-2 0 0 0 0,0 0 1 0 0,-1 1-1 0 0,0 0 0 0 0,3 32 1 0 0,-6-26-246 0 0,-1 0 1 0 0,-1 0-1 0 0,-2-1 1 0 0,-5 47-1 0 0,5-68 78 0 0,4-15-108 0 0,7-34-84 0 0,-2 9 27 0 0,30-101-22 0 0,-31 117-25 0 0,1 1 0 0 0,0 0 0 0 0,2 1 0 0 0,20-32 0 0 0,-27 45 22 0 0,1 1 0 0 0,0-1 0 0 0,0 1 0 0 0,0 0 0 0 0,0 0 0 0 0,0 1 0 0 0,1-1 0 0 0,0 1 0 0 0,0 0 0 0 0,0 0 0 0 0,0 1 0 0 0,0-1 0 0 0,0 1 0 0 0,9-2 0 0 0,-10 3 6 0 0,1 0 0 0 0,0 1 0 0 0,-1 0-1 0 0,1 0 1 0 0,0 0 0 0 0,0 0 0 0 0,-1 1 0 0 0,1-1-1 0 0,0 1 1 0 0,-1 1 0 0 0,1-1 0 0 0,-1 1 0 0 0,1-1-1 0 0,-1 1 1 0 0,0 1 0 0 0,0-1 0 0 0,6 5 0 0 0,9 8 25 0 0,0 2 0 0 0,-2 1 0 0 0,0 0 0 0 0,-1 1 0 0 0,0 0 0 0 0,17 32 0 0 0,16 17-2583 0 0,-36-51 74 0 0,0-1 1 0 0,17 14-1 0 0,-9-11-3860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48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62 14033 0 0,'-1'-8'1'0'0,"0"1"0"0"0,0-1 0 0 0,-1 0 0 0 0,0 0 0 0 0,-6-13 0 0 0,8 19 1 0 0,-2 4-45 0 0,-1 6 39 0 0,0 0 0 0 0,1 0 0 0 0,0 1 1 0 0,0-1-1 0 0,1 0 0 0 0,0 1 0 0 0,0 10 0 0 0,-3 15 1 0 0,-12 105 104 0 0,3 165-1 0 0,25 141-5318 0 0,-8-372 2325 0 0,0-4-757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49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447 149 1920 0 0,'14'-20'2711'0'0,"-5"7"-266"0"0,0 0-1 0 0,8-18 1 0 0,-16 30-2307 0 0,0-1 0 0 0,0 1 1 0 0,-1 0-1 0 0,1-1 0 0 0,-1 0 0 0 0,1 1 0 0 0,-1-1 0 0 0,0 1 1 0 0,1-1-1 0 0,-1 1 0 0 0,0-1 0 0 0,0 0 0 0 0,0 1 0 0 0,0-1 1 0 0,-1 1-1 0 0,1-1 0 0 0,0 0 0 0 0,-1 1 0 0 0,1-1 0 0 0,-1 1 1 0 0,1-1-1 0 0,-1 1 0 0 0,0-1 0 0 0,1 1 0 0 0,-2-2 0 0 0,-1 1-98 0 0,0-1-1 0 0,1 1 1 0 0,-1 0-1 0 0,0 0 1 0 0,0 1-1 0 0,-1-1 1 0 0,1 1-1 0 0,0-1 1 0 0,0 1-1 0 0,-5-1 0 0 0,-4-1-21 0 0,1 0 0 0 0,-1 2-1 0 0,0-1 1 0 0,1 1-1 0 0,-1 1 1 0 0,0 0 0 0 0,0 1-1 0 0,0 0 1 0 0,1 1-1 0 0,-1 0 1 0 0,0 1 0 0 0,-18 7-1 0 0,9-2-18 0 0,1 0 0 0 0,0 2 0 0 0,1 1 0 0 0,0 0 0 0 0,-31 26-1 0 0,37-26-10 0 0,1 0-1 0 0,1 1 0 0 0,0 1 0 0 0,0 0 0 0 0,1 0 0 0 0,1 1 0 0 0,0 0 0 0 0,1 1 0 0 0,1 0 0 0 0,0 0 0 0 0,1 1 0 0 0,1-1 0 0 0,0 1 0 0 0,-3 22 0 0 0,6-28 6 0 0,1 0 0 0 0,0 1 0 0 0,1-1 0 0 0,0 0 0 0 0,0 1 0 0 0,1-1 0 0 0,0 0 0 0 0,1 0 0 0 0,1 0 0 0 0,-1 0 0 0 0,1 0 0 0 0,1 0 0 0 0,0-1 0 0 0,0 1 0 0 0,1-1 0 0 0,0 0 0 0 0,1-1 0 0 0,0 1 0 0 0,0-1 0 0 0,1 0 0 0 0,0-1 0 0 0,0 0 0 0 0,1 0 0 0 0,9 7 0 0 0,-7-7-22 0 0,0-1 0 0 0,1-1 1 0 0,0 1-1 0 0,0-2 0 0 0,0 0 0 0 0,0 0 0 0 0,1-1 1 0 0,0 0-1 0 0,-1-1 0 0 0,1 0 0 0 0,0-1 0 0 0,0 0 0 0 0,0-1 1 0 0,0-1-1 0 0,0 1 0 0 0,0-2 0 0 0,13-3 0 0 0,-2 0-791 0 0,0-1 0 0 0,43-18-1 0 0,-33 9-2338 0 0,36-22 1 0 0,-44 21-985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49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1044 0 0,'1'-3'1675'0'0,"0"-6"-1064"0"0,0 1 0 0 0,1-1 0 0 0,0 1 0 0 0,0-1 0 0 0,1 1 0 0 0,1 0 0 0 0,-1 0 0 0 0,1 0 0 0 0,0 1 0 0 0,1-1 0 0 0,0 1 0 0 0,6-8 0 0 0,-8 12-483 0 0,1 0 0 0 0,-1-1 0 0 0,0 1 0 0 0,1 0 0 0 0,0 1 1 0 0,0-1-1 0 0,0 1 0 0 0,0 0 0 0 0,0 0 0 0 0,0 0 0 0 0,1 0 1 0 0,-1 1-1 0 0,0-1 0 0 0,1 1 0 0 0,-1 0 0 0 0,1 1 0 0 0,0-1 1 0 0,-1 1-1 0 0,1 0 0 0 0,0 0 0 0 0,-1 0 0 0 0,1 1 0 0 0,-1-1 1 0 0,1 1-1 0 0,4 2 0 0 0,5 2 111 0 0,0 1 1 0 0,0 0-1 0 0,0 1 0 0 0,-1 1 1 0 0,0 0-1 0 0,0 0 0 0 0,-1 1 1 0 0,0 1-1 0 0,19 21 0 0 0,-9-8-15 0 0,-2 2-1 0 0,-1 1 1 0 0,27 47-1 0 0,-33-50-142 0 0,-1 1 0 0 0,17 48 0 0 0,-26-61-32 0 0,0 0 1 0 0,0 0 0 0 0,-1 0-1 0 0,-1 1 1 0 0,0-1 0 0 0,0 0-1 0 0,-1 1 1 0 0,-1-1 0 0 0,-2 15-1 0 0,-2-12 506 0 0,5-14-541 0 0,0 0 0 0 0,0 0 1 0 0,-1 0-1 0 0,1 1 1 0 0,0-1-1 0 0,0 0 0 0 0,0 0 1 0 0,0 0-1 0 0,0 0 0 0 0,-1 0 1 0 0,1 0-1 0 0,0 0 1 0 0,0 0-1 0 0,0 0 0 0 0,0 0 1 0 0,-1 0-1 0 0,1 0 0 0 0,0 0 1 0 0,0 0-1 0 0,0 0 1 0 0,-1 0-1 0 0,1 0 0 0 0,0 0 1 0 0,0 0-1 0 0,0 0 0 0 0,0 0 1 0 0,-1 0-1 0 0,1 0 1 0 0,0 0-1 0 0,0 0 0 0 0,0 0 1 0 0,0 0-1 0 0,0 0 0 0 0,-1 0 1 0 0,1 0-1 0 0,0-1 1 0 0,0 1-1 0 0,-1-1 8 0 0,0 0-1 0 0,0 0 1 0 0,1 0 0 0 0,-1 0 0 0 0,1 0-1 0 0,-1 0 1 0 0,1-1 0 0 0,-1 1 0 0 0,1 0-1 0 0,0 0 1 0 0,-1-1 0 0 0,1 1 0 0 0,0 0-1 0 0,0-2 1 0 0,1-16 16 0 0,0 0-1 0 0,2 1 1 0 0,0-1-1 0 0,1 1 1 0 0,1 0-1 0 0,9-21 0 0 0,-3 11-45 0 0,2 1 0 0 0,0 1 0 0 0,21-29 0 0 0,-24 40-309 0 0,1 1-1 0 0,0 0 1 0 0,1 0-1 0 0,0 2 1 0 0,19-16-1 0 0,-23 22-330 0 0,0 1-1 0 0,1-1 0 0 0,0 1 0 0 0,12-4 0 0 0,-13 5-526 0 0,1 2-1 0 0,-1 0 1 0 0,1 0-1 0 0,-1 0 1 0 0,15 0-1 0 0,-5 1-3895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50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299 127 1500 0 0,'2'-4'908'0'0,"0"1"0"0"0,1-1-1 0 0,-1 1 1 0 0,0-1 0 0 0,0 0 0 0 0,-1 0 0 0 0,1 0-1 0 0,-1 0 1 0 0,0 0 0 0 0,0 0 0 0 0,0-6 0 0 0,-1 6-667 0 0,0 1 0 0 0,0-1 0 0 0,-1 0 0 0 0,1 0 0 0 0,-1 0 1 0 0,0 0-1 0 0,0 0 0 0 0,0 1 0 0 0,-1-1 0 0 0,1 0 1 0 0,-1 1-1 0 0,0-1 0 0 0,0 1 0 0 0,0 0 0 0 0,0 0 0 0 0,-1 0 1 0 0,-5-6-1 0 0,7 8-220 0 0,0 1-1 0 0,-1-1 1 0 0,1 1-1 0 0,0-1 1 0 0,-1 1 0 0 0,1-1-1 0 0,-1 1 1 0 0,1 0 0 0 0,-1-1-1 0 0,1 1 1 0 0,-1 0 0 0 0,1 0-1 0 0,-1 0 1 0 0,1 0 0 0 0,-1 1-1 0 0,1-1 1 0 0,0 0 0 0 0,-1 1-1 0 0,-2 0 1 0 0,-25 10 85 0 0,7 1-56 0 0,2 1 0 0 0,0 0-1 0 0,1 2 1 0 0,-33 31 0 0 0,40-35-53 0 0,2 1 0 0 0,-1 1-1 0 0,2-1 1 0 0,-1 2 0 0 0,2-1 0 0 0,0 1 0 0 0,0 0-1 0 0,-6 20 1 0 0,13-31 4 0 0,-1 0 0 0 0,1 1 0 0 0,1-1 0 0 0,-1 0 0 0 0,0 0 0 0 0,1 1 0 0 0,0-1 0 0 0,-1 0 0 0 0,1 1-1 0 0,1-1 1 0 0,-1 0 0 0 0,0 1 0 0 0,1-1 0 0 0,0 0 0 0 0,0 0 0 0 0,0 0 0 0 0,0 1 0 0 0,0-1 0 0 0,0 0 0 0 0,1 0 0 0 0,0-1-1 0 0,-1 1 1 0 0,1 0 0 0 0,0 0 0 0 0,1-1 0 0 0,-1 1 0 0 0,0-1 0 0 0,1 0 0 0 0,3 3 0 0 0,0-1 1 0 0,-1-1 1 0 0,1-1 0 0 0,0 1 0 0 0,-1-1-1 0 0,1 0 1 0 0,0 0 0 0 0,0-1-1 0 0,0 1 1 0 0,1-1 0 0 0,-1-1-1 0 0,0 1 1 0 0,0-1 0 0 0,1 0 0 0 0,-1-1-1 0 0,7 0 1 0 0,-3-2-1 0 0,1 0 1 0 0,0 0-1 0 0,-1-1 0 0 0,0 0 1 0 0,0-1-1 0 0,0 0 0 0 0,0-1 1 0 0,-1 0-1 0 0,0 0 0 0 0,0-1 1 0 0,0 0-1 0 0,-1 0 0 0 0,0-1 1 0 0,-1-1-1 0 0,9-11 0 0 0,2-5 153 0 0,-2 0-1 0 0,-1-1 1 0 0,0-1-1 0 0,14-39 0 0 0,-18 46-13 0 0,-10 18-104 0 0,-1 5-2 0 0,-5 55 134 0 0,3-43-222 0 0,0 0-1 0 0,1 0 0 0 0,1-1 1 0 0,2 28-1 0 0,0-30-444 0 0,1 0 0 0 0,0 0 0 0 0,1-1 0 0 0,0 1 0 0 0,1-1 0 0 0,0 0 0 0 0,1 0-1 0 0,7 10 1 0 0,-8-14-407 0 0,0 0 0 0 0,1 0-1 0 0,0-1 1 0 0,0 0 0 0 0,0-1-1 0 0,1 1 1 0 0,12 6 0 0 0,3 1-3434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51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309 627 36 0 0,'6'-18'1322'0'0,"-1"0"-1"0"0,-1 0 1 0 0,-1-1 0 0 0,0 0-1 0 0,-1-19 1 0 0,-1 24-735 0 0,-2 0 0 0 0,1 1 0 0 0,-2-1 0 0 0,0 1 0 0 0,0-1 0 0 0,-2 1 0 0 0,-7-22 0 0 0,10 33-525 0 0,0-1 0 0 0,0 1 0 0 0,0 0 0 0 0,0 0 0 0 0,0 0 0 0 0,0 0 0 0 0,-1 0 0 0 0,1 0 0 0 0,-1 0-1 0 0,0 1 1 0 0,1-1 0 0 0,-1 1 0 0 0,0-1 0 0 0,0 1 0 0 0,0-1 0 0 0,0 1 0 0 0,0 0 0 0 0,0 0 0 0 0,-1 0 0 0 0,-3-1 0 0 0,3 2-17 0 0,-1-1-1 0 0,1 1 0 0 0,0 0 1 0 0,0 1-1 0 0,-1-1 1 0 0,1 0-1 0 0,0 1 0 0 0,-1 0 1 0 0,1 0-1 0 0,0 0 1 0 0,0 0-1 0 0,0 0 0 0 0,-4 3 1 0 0,-5 3 65 0 0,0 1-1 0 0,0 1 1 0 0,1 0 0 0 0,0 0 0 0 0,-15 18-1 0 0,7-6 7 0 0,1 1-1 0 0,1 1 1 0 0,1 0-1 0 0,-18 36 0 0 0,28-47-101 0 0,1-1-1 0 0,0 1 0 0 0,1 1 0 0 0,0-1 1 0 0,0 1-1 0 0,2-1 0 0 0,0 1 0 0 0,0 0 1 0 0,1 0-1 0 0,0 0 0 0 0,3 24 0 0 0,-2-34-8 0 0,1 1 0 0 0,0-1-1 0 0,-1 0 1 0 0,1 0 0 0 0,0 0-1 0 0,1 0 1 0 0,-1 0 0 0 0,1 0-1 0 0,-1 0 1 0 0,1 0 0 0 0,0 0-1 0 0,0-1 1 0 0,0 1-1 0 0,0-1 1 0 0,1 1 0 0 0,-1-1-1 0 0,0 0 1 0 0,1 0 0 0 0,0 0-1 0 0,0 0 1 0 0,-1 0 0 0 0,1-1-1 0 0,0 1 1 0 0,0-1 0 0 0,0 0-1 0 0,5 1 1 0 0,-3-1-1 0 0,0 0 1 0 0,-1-1 0 0 0,1 0-1 0 0,0 0 1 0 0,-1 0 0 0 0,1 0-1 0 0,0-1 1 0 0,-1 1 0 0 0,1-1-1 0 0,0-1 1 0 0,-1 1 0 0 0,1-1-1 0 0,-1 1 1 0 0,0-1 0 0 0,0-1-1 0 0,0 1 1 0 0,0 0 0 0 0,4-4-1 0 0,4-4-60 0 0,0-1 0 0 0,-2-1 0 0 0,1 1 0 0 0,-1-2-1 0 0,-1 1 1 0 0,0-1 0 0 0,-1-1 0 0 0,-1 1 0 0 0,9-22-1 0 0,4-17-411 0 0,17-70 1 0 0,-31 100 394 0 0,7-33 22 0 0,-2 0-1 0 0,-2 0 0 0 0,-3-1 1 0 0,-2 0-1 0 0,-4-71 0 0 0,-1 124 65 0 0,1 0 0 0 0,0-1-1 0 0,-1 1 1 0 0,0 0 0 0 0,0 0 0 0 0,-2-6-1 0 0,3 8-8 0 0,0 1 0 0 0,-1 0 0 0 0,1 0-1 0 0,0 0 1 0 0,0-1 0 0 0,0 1 0 0 0,0 0-1 0 0,0 0 1 0 0,0 0 0 0 0,0 0 0 0 0,0-1-1 0 0,-1 1 1 0 0,1 0 0 0 0,0 0-1 0 0,0 0 1 0 0,0 0 0 0 0,0 0 0 0 0,0 0-1 0 0,-1-1 1 0 0,1 1 0 0 0,0 0 0 0 0,0 0-1 0 0,0 0 1 0 0,-1 0 0 0 0,1 0 0 0 0,0 0-1 0 0,0 0 1 0 0,0 0 0 0 0,-1 0 0 0 0,1 0-1 0 0,0 0 1 0 0,0 0 0 0 0,0 0 0 0 0,-1 0-1 0 0,1 0 1 0 0,0 0 0 0 0,0 0 0 0 0,-1 0-1 0 0,-6 15 183 0 0,1 21 208 0 0,0 0-1 0 0,3 0 1 0 0,1 0-1 0 0,3 48 1 0 0,0-24 28 0 0,-1-12-288 0 0,3 0 1 0 0,2 0 0 0 0,2-1 0 0 0,2 0 0 0 0,2 0 0 0 0,20 53 0 0 0,-30-96-162 0 0,0 0-1 0 0,1-1 1 0 0,0 1 0 0 0,0 0 0 0 0,0-1 0 0 0,0 0 0 0 0,0 1 0 0 0,1-1 0 0 0,-1 0 0 0 0,1 0 0 0 0,0 0 0 0 0,0-1-1 0 0,0 1 1 0 0,0-1 0 0 0,0 1 0 0 0,1-1 0 0 0,-1 0 0 0 0,1 0 0 0 0,7 2 0 0 0,-7-3-45 0 0,0-1 1 0 0,0 1-1 0 0,1-1 1 0 0,-1 0-1 0 0,0 0 0 0 0,0 0 1 0 0,1-1-1 0 0,-1 1 1 0 0,0-1-1 0 0,0 0 1 0 0,0 0-1 0 0,0-1 1 0 0,0 1-1 0 0,0-1 0 0 0,0 0 1 0 0,0 0-1 0 0,0 0 1 0 0,5-5-1 0 0,8-6-43 0 0,-1-1 1 0 0,0 0-1 0 0,-1-1 0 0 0,-1-1 0 0 0,17-23 0 0 0,52-93 493 0 0,-33 48 2057 0 0,-39 65-1848 0 0,-10 17 91 0 0,0 3-583 0 0,0 1 0 0 0,0 0 0 0 0,-1-1 0 0 0,1 1 0 0 0,-1-1-1 0 0,1 1 1 0 0,-1 0 0 0 0,1 0 0 0 0,-1 3 0 0 0,-9 46 857 0 0,2-11-423 0 0,-4 58 1 0 0,11-86-488 0 0,0-1-1 0 0,0 1 1 0 0,1-1 0 0 0,1 1-1 0 0,0-1 1 0 0,0 0 0 0 0,1 0-1 0 0,1 0 1 0 0,8 19-1 0 0,-9-25-195 0 0,-1-1-1 0 0,1 1 0 0 0,0-1 0 0 0,0 0 0 0 0,0 0 1 0 0,1 0-1 0 0,0-1 0 0 0,-1 1 0 0 0,1-1 0 0 0,1 0 1 0 0,-1 0-1 0 0,0 0 0 0 0,1-1 0 0 0,-1 1 0 0 0,1-1 1 0 0,0 0-1 0 0,-1-1 0 0 0,1 1 0 0 0,0-1 0 0 0,0 0 0 0 0,0 0 1 0 0,1 0-1 0 0,-1-1 0 0 0,0 0 0 0 0,10-1 0 0 0,-9 1-549 0 0,0-1 0 0 0,-1-1 1 0 0,1 1-1 0 0,0-1 0 0 0,-1 0 0 0 0,1 0 0 0 0,-1-1 0 0 0,0 1 0 0 0,0-1 0 0 0,0-1 0 0 0,0 1 0 0 0,-1 0 0 0 0,1-1 0 0 0,6-7 0 0 0,5-9-5239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5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138 102 2416 0 0,'-8'-13'1424'0'0,"-2"1"-1"0"0,0-1 1 0 0,0 2-1 0 0,-1-1 1 0 0,-1 2 0 0 0,-20-16-1 0 0,32 26-1380 0 0,-1-1-1 0 0,0 1 1 0 0,0-1-1 0 0,1 1 1 0 0,-1-1-1 0 0,0 1 1 0 0,0 0 0 0 0,0-1-1 0 0,0 1 1 0 0,0 0-1 0 0,1 0 1 0 0,-1 0-1 0 0,0 0 1 0 0,0 0 0 0 0,0 0-1 0 0,0 0 1 0 0,0 0-1 0 0,0 0 1 0 0,0 0-1 0 0,1 0 1 0 0,-1 1-1 0 0,0-1 1 0 0,0 0 0 0 0,-1 1-1 0 0,0 0-45 0 0,1 0 0 0 0,0 1 0 0 0,0-1 0 0 0,0 0 0 0 0,0 0 0 0 0,0 1-1 0 0,0-1 1 0 0,0 1 0 0 0,0-1 0 0 0,0 0 0 0 0,0 1 0 0 0,0 2 0 0 0,-1 3-708 0 0,0 0 1 0 0,0 1 0 0 0,1-1-1 0 0,-1 12 1 0 0,3-1-2445 0 0,-1 0-1139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51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80 2024 0 0,'-37'-79'11702'0'0,"30"191"-8722"0"0,3-79-2787 0 0,2-1 0 0 0,1 0 0 0 0,4 43 0 0 0,-2-69-184 0 0,0 1-1 0 0,0 0 1 0 0,1 0 0 0 0,0-1 0 0 0,1 1 0 0 0,-1-1 0 0 0,1 1 0 0 0,0-1 0 0 0,1 0 0 0 0,0 0 0 0 0,-1-1 0 0 0,2 1 0 0 0,-1-1 0 0 0,1 0 0 0 0,0 0 0 0 0,6 5 0 0 0,-7-7-12 0 0,0-1 0 0 0,0 1 0 0 0,1-1 0 0 0,-1 0 0 0 0,1 0 0 0 0,-1 0 1 0 0,1 0-1 0 0,0-1 0 0 0,0 0 0 0 0,0 0 0 0 0,0 0 0 0 0,0-1 0 0 0,0 0 1 0 0,0 0-1 0 0,0 0 0 0 0,0 0 0 0 0,0-1 0 0 0,0 0 0 0 0,-1 0 0 0 0,1 0 1 0 0,0-1-1 0 0,0 1 0 0 0,5-4 0 0 0,-1 1 6 0 0,-1-1-1 0 0,0 0 1 0 0,0-1 0 0 0,-1 0-1 0 0,1 0 1 0 0,-1-1 0 0 0,0 0 0 0 0,-1 0-1 0 0,0 0 1 0 0,0-1 0 0 0,-1 0-1 0 0,9-16 1 0 0,3-10-6 0 0,23-71 0 0 0,-28 70-3 0 0,25-78-244 0 0,-36 111 260 0 0,0 2-1 0 0,-1 0 0 0 0,0 0 0 0 0,1 0 0 0 0,-1 1 1 0 0,1-1-1 0 0,-1 0 0 0 0,0 0 0 0 0,1 0 0 0 0,-1 1 1 0 0,0-1-1 0 0,0 0 0 0 0,1 0 0 0 0,-1 1 0 0 0,0-1 1 0 0,0 0-1 0 0,1 1 0 0 0,-1-1 0 0 0,0 0 0 0 0,0 1 1 0 0,0-1-1 0 0,1 1 0 0 0,-1-1 0 0 0,0 0 0 0 0,0 1 1 0 0,0-1-1 0 0,0 1 0 0 0,0-1 0 0 0,0 0 0 0 0,0 1 1 0 0,0 0-1 0 0,0 17 137 0 0,0-13-97 0 0,0 0-79 0 0,0 26 140 0 0,1 0-1 0 0,9 55 1 0 0,-8-76-579 0 0,1 0 0 0 0,0 0 0 0 0,0-1 1 0 0,1 1-1 0 0,6 10 0 0 0,-6-15-335 0 0,-1 1-1 0 0,1-1 1 0 0,0 0-1 0 0,0 0 1 0 0,1 0 0 0 0,-1-1-1 0 0,1 0 1 0 0,0 0-1 0 0,7 5 1 0 0,2-2-4058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52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83 207 764 0 0,'12'-25'2829'0'0,"-1"-1"0"0"0,-2 1 0 0 0,-1-2 0 0 0,11-53 0 0 0,-19 79-2789 0 0,0 1-1 0 0,0-1 1 0 0,0 0 0 0 0,1 0 0 0 0,-1 1 0 0 0,0-1 0 0 0,0 0-1 0 0,0 0 1 0 0,0 1 0 0 0,0-1 0 0 0,0 0 0 0 0,0 0 0 0 0,-1 1-1 0 0,1-1 1 0 0,0 0 0 0 0,0 0 0 0 0,0 1 0 0 0,-1-1 0 0 0,1 0-1 0 0,0 0 1 0 0,-1 1 0 0 0,1-1 0 0 0,-1 1 0 0 0,1-1 0 0 0,-1 0-1 0 0,1 1 1 0 0,-1-1 0 0 0,1 1 0 0 0,-2-1 0 0 0,1 0-8 0 0,-1 1 1 0 0,1-1 0 0 0,-1 1 0 0 0,1 0-1 0 0,-1-1 1 0 0,0 1 0 0 0,1 0 0 0 0,-1 0-1 0 0,1 0 1 0 0,-1 0 0 0 0,0 1-1 0 0,1-1 1 0 0,-3 1 0 0 0,-3 1 5 0 0,-1 0-1 0 0,1 1 1 0 0,-1 0 0 0 0,-10 6-1 0 0,12-5-23 0 0,0 0 0 0 0,1 0 0 0 0,-1 0 0 0 0,-6 8 0 0 0,11-10-11 0 0,-1 0 1 0 0,0 0 0 0 0,1 0 0 0 0,-1 0-1 0 0,1 0 1 0 0,0 0 0 0 0,0 1-1 0 0,0-1 1 0 0,0 0 0 0 0,0 1 0 0 0,0-1-1 0 0,1 0 1 0 0,-1 1 0 0 0,0 3 0 0 0,1-3 1 0 0,1-1 1 0 0,-1 0 0 0 0,1 0-1 0 0,0 1 1 0 0,-1-1 0 0 0,1 0 0 0 0,0 0-1 0 0,0 0 1 0 0,0 0 0 0 0,0 0-1 0 0,1 0 1 0 0,-1 0 0 0 0,1 0 0 0 0,-1 0-1 0 0,1-1 1 0 0,-1 1 0 0 0,1-1-1 0 0,0 1 1 0 0,0-1 0 0 0,0 1 0 0 0,3 0-1 0 0,5 4 12 0 0,0-1 0 0 0,21 8-1 0 0,-24-11-17 0 0,20 8 39 0 0,0 1 1 0 0,-1 1 0 0 0,0 1 0 0 0,31 22 0 0 0,-54-33 77 0 0,0 0-1 0 0,-1 0 0 0 0,1 1 0 0 0,0 0 1 0 0,-1-1-1 0 0,1 1 0 0 0,-1 0 1 0 0,0 0-1 0 0,0 0 0 0 0,0 0 1 0 0,-1 0-1 0 0,1 1 0 0 0,-1-1 1 0 0,0 0-1 0 0,1 1 0 0 0,-2-1 0 0 0,2 8 1 0 0,-2-8-34 0 0,0 0 0 0 0,0 0 0 0 0,0-1 0 0 0,-1 1 0 0 0,1 0 0 0 0,-1 0 0 0 0,1 0 0 0 0,-1-1 0 0 0,0 1 0 0 0,-1-1 0 0 0,1 1 0 0 0,0-1 0 0 0,-1 1 0 0 0,1-1 0 0 0,-1 1 0 0 0,0-1 0 0 0,1 0 0 0 0,-1 0 0 0 0,0 0 0 0 0,0 0 0 0 0,-1 0 1 0 0,1-1-1 0 0,-4 3 0 0 0,-6 3 77 0 0,-2 0 0 0 0,1 0 0 0 0,-1-1 0 0 0,0-1 0 0 0,-27 6 0 0 0,35-9-147 0 0,0 0 0 0 0,-1-1 0 0 0,1 0-1 0 0,-1-1 1 0 0,1 0 0 0 0,-1 0 0 0 0,1 0 0 0 0,0 0 0 0 0,-1-1 0 0 0,1 0-1 0 0,-1-1 1 0 0,1 0 0 0 0,0 1 0 0 0,0-2 0 0 0,-10-4 0 0 0,12 4-250 0 0,1 0 1 0 0,-1 0 0 0 0,1 0-1 0 0,0 0 1 0 0,0-1 0 0 0,0 1-1 0 0,0-1 1 0 0,1 0-1 0 0,0 0 1 0 0,-1 0 0 0 0,1 0-1 0 0,1 0 1 0 0,-1-1 0 0 0,0 1-1 0 0,0-5 1 0 0,1 3-1253 0 0,0-1 0 0 0,0 1 1 0 0,0 0-1 0 0,1 0 0 0 0,0 0 0 0 0,1-7 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53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179 350 920 0 0,'-9'-17'12704'0'0,"16"13"-12588"0"0,1 0 0 0 0,1 1 0 0 0,-1 0 0 0 0,16-4 0 0 0,8-2-3 0 0,-18 3-82 0 0,0-1-1 0 0,0 0 0 0 0,0-1 0 0 0,-1-1 1 0 0,0 0-1 0 0,-1 0 0 0 0,0-2 0 0 0,-1 1 1 0 0,0-1-1 0 0,0-1 0 0 0,-1 0 0 0 0,-1 0 1 0 0,0-1-1 0 0,-1 0 0 0 0,0-1 0 0 0,-1 0 0 0 0,0 0 1 0 0,-1-1-1 0 0,-1 1 0 0 0,0-1 0 0 0,3-23 1 0 0,-7 37-30 0 0,-1 0 0 0 0,0 0 1 0 0,1 0-1 0 0,-1 0 0 0 0,0 0 1 0 0,0 0-1 0 0,0 0 0 0 0,0 0 1 0 0,0 0-1 0 0,0 0 0 0 0,0 0 1 0 0,0 0-1 0 0,0 0 0 0 0,0 0 1 0 0,0 0-1 0 0,-1 0 0 0 0,1 0 1 0 0,0 0-1 0 0,-1 0 0 0 0,1 0 1 0 0,-1 0-1 0 0,1 0 0 0 0,-1 1 1 0 0,1-1-1 0 0,-1 0 0 0 0,0 0 1 0 0,0-1-1 0 0,-1 2-2 0 0,1 0 1 0 0,-1-1-1 0 0,1 1 1 0 0,0 0-1 0 0,-1 0 1 0 0,1 0-1 0 0,-1 0 1 0 0,1 0-1 0 0,-1 0 1 0 0,1 0-1 0 0,-1 0 1 0 0,1 1-1 0 0,0-1 1 0 0,-1 1-1 0 0,1-1 1 0 0,-2 1-1 0 0,-7 4-4 0 0,0 0 0 0 0,1 0 0 0 0,-15 11 0 0 0,-15 15-47 0 0,-67 68 0 0 0,88-79 47 0 0,0 0 0 0 0,2 2 0 0 0,0 0 1 0 0,2 1-1 0 0,-14 28 0 0 0,25-45 11 0 0,0 0 0 0 0,1 0 0 0 0,0 0 0 0 0,0 0 0 0 0,1 0 0 0 0,0 0 0 0 0,0 0 0 0 0,0 1 0 0 0,0-1 0 0 0,1 0 0 0 0,0 1 0 0 0,1-1 0 0 0,0 0 1 0 0,2 13-1 0 0,-1-15-2 0 0,0 1 0 0 0,0-1 1 0 0,0 0-1 0 0,0 0 0 0 0,1 0 1 0 0,0 0-1 0 0,0 0 0 0 0,0-1 1 0 0,0 1-1 0 0,0-1 0 0 0,1 0 1 0 0,-1 0-1 0 0,1 0 1 0 0,0 0-1 0 0,0 0 0 0 0,0-1 1 0 0,1 0-1 0 0,-1 0 0 0 0,0 0 1 0 0,7 1-1 0 0,1 1 21 0 0,1-1-1 0 0,-1-1 0 0 0,1 1 1 0 0,0-2-1 0 0,0 0 1 0 0,0-1-1 0 0,15-1 1 0 0,-19 0-6 0 0,0 0 1 0 0,0 0-1 0 0,0-1 0 0 0,-1 0 1 0 0,1-1-1 0 0,0 0 1 0 0,-1-1-1 0 0,0 1 1 0 0,1-2-1 0 0,13-9 0 0 0,-20 13-3 0 0,0 0-12 0 0,0-1 0 0 0,0 1 1 0 0,0 0-1 0 0,0-1 0 0 0,-1 0 0 0 0,1 1 1 0 0,0-1-1 0 0,-1 0 0 0 0,1 0 0 0 0,-1 0 1 0 0,0 0-1 0 0,0 0 0 0 0,1 0 0 0 0,-1-1 1 0 0,1-3-1 0 0,-2 4-20 0 0,-4-1 6 0 0,4 3 9 0 0,0-1 1 0 0,0 1-1 0 0,0 0 1 0 0,0 0-1 0 0,0-1 1 0 0,0 1-1 0 0,0 0 1 0 0,-1 0-1 0 0,1-1 1 0 0,0 1-1 0 0,0 0 1 0 0,0 0-1 0 0,0 0 1 0 0,-1-1-1 0 0,1 1 1 0 0,0 0-1 0 0,0 0 1 0 0,-1 0-1 0 0,1 0 1 0 0,0 0-1 0 0,0-1 1 0 0,-1 1-1 0 0,1 0 1 0 0,0 0-1 0 0,0 0 1 0 0,-1 0-1 0 0,1 0 1 0 0,0 0-1 0 0,0 0 1 0 0,-1 0-1 0 0,1 0 1 0 0,0 0-1 0 0,-1 0 1 0 0,1 0-1 0 0,-10 1-9 0 0,1 0 1 0 0,0 0-1 0 0,-1 1 0 0 0,1 0 0 0 0,0 1 0 0 0,0 0 0 0 0,0 1 0 0 0,1 0 0 0 0,-11 5 0 0 0,-75 54-10 0 0,70-46 3 0 0,-5 4 3 0 0,1 1 0 0 0,-48 50 0 0 0,64-60 2 0 0,2 0 0 0 0,0 1 0 0 0,0 1 0 0 0,2 0 0 0 0,-1 0 0 0 0,2 1 0 0 0,0 0 0 0 0,-8 25 0 0 0,13-37 26 0 0,2 0 0 0 0,-1 0 0 0 0,0 0 0 0 0,1 1 0 0 0,-1-1 0 0 0,1 0 0 0 0,0 0 0 0 0,0 0-1 0 0,0 0 1 0 0,1 0 0 0 0,-1 0 0 0 0,1 0 0 0 0,-1 0 0 0 0,1 0 0 0 0,0 0 0 0 0,0 0 0 0 0,0 0-1 0 0,1 0 1 0 0,-1 0 0 0 0,1 0 0 0 0,0-1 0 0 0,-1 1 0 0 0,1-1 0 0 0,3 3 0 0 0,-1-2 51 0 0,0 1 1 0 0,1-1-1 0 0,-1-1 1 0 0,1 1-1 0 0,0-1 1 0 0,0 1-1 0 0,0-1 1 0 0,0-1-1 0 0,0 1 1 0 0,0-1-1 0 0,1 0 1 0 0,-1 0-1 0 0,6 0 1 0 0,11 0-189 0 0,1-1 0 0 0,-1 0 1 0 0,1-2-1 0 0,-1-1 1 0 0,0-1-1 0 0,0 0 1 0 0,27-11-1 0 0,-34 7-3004 0 0,-4 0-1208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6:5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4620 0 0,'3'-8'13410'0'0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2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158 111 1976 0 0,'29'-110'16437'0'0,"-38"126"-16138"0"0,-27 77-1 0 0,-43 171-1 0 0,74-247-328 0 0,-3 15-514 0 0,-23 89-2426 0 0,15-42-5801 0 0,13-65 4188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2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1 237 476 0 0,'22'-58'4340'0'0,"44"-104"6161"0"0,-66 161-10402 0 0,0 0 0 0 0,1 0-1 0 0,-1 0 1 0 0,0 0 0 0 0,1 1 0 0 0,-1-1 0 0 0,1 0 0 0 0,-1 0 0 0 0,1 1 0 0 0,-1-1 0 0 0,1 0 0 0 0,-1 1-1 0 0,1-1 1 0 0,0 0 0 0 0,-1 1 0 0 0,1-1 0 0 0,0 1 0 0 0,0-1 0 0 0,-1 1 0 0 0,1-1 0 0 0,0 1-1 0 0,0 0 1 0 0,0-1 0 0 0,1 1 0 0 0,-1 0-36 0 0,1 0 1 0 0,-1 1-1 0 0,0-1 0 0 0,0 0 1 0 0,0 1-1 0 0,0-1 0 0 0,0 1 1 0 0,0 0-1 0 0,0-1 0 0 0,0 1 0 0 0,-1 0 1 0 0,1-1-1 0 0,0 1 0 0 0,0 0 1 0 0,0 0-1 0 0,-1 0 0 0 0,2 1 0 0 0,4 7 66 0 0,0 1 0 0 0,-1 1 0 0 0,6 12 1 0 0,-7-13 61 0 0,35 78 60 0 0,28 55 265 0 0,-57-125-768 0 0,1 0 0 0 0,0-1 0 0 0,1-1 0 0 0,1 1-1 0 0,22 20 1 0 0,-33-35-101 0 0,0 0 0 0 0,1 1-1 0 0,-1-1 1 0 0,1 0-1 0 0,-1 0 1 0 0,1-1 0 0 0,0 1-1 0 0,0 0 1 0 0,0-1-1 0 0,0 0 1 0 0,0 1 0 0 0,0-1-1 0 0,0 0 1 0 0,0-1-1 0 0,0 1 1 0 0,1-1 0 0 0,-1 1-1 0 0,0-1 1 0 0,4 0-1 0 0,-6 0 146 0 0,0-1 1 0 0,0 1-1 0 0,-1 0 0 0 0,1 0 0 0 0,0-1 0 0 0,0 1 0 0 0,-1-1 0 0 0,1 1 0 0 0,0-1 0 0 0,0 1 0 0 0,-1-1 0 0 0,1 1 0 0 0,-1-1 0 0 0,1 0 0 0 0,0 1 0 0 0,-1-1 0 0 0,1 0 0 0 0,-1 0 0 0 0,1 0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82 744 0 0,'6'-57'7718'0'0,"-7"33"1091"0"0,-80 456-5551 0 0,81-431-3253 0 0,-1 6-178 0 0,-12 91-1608 0 0,12-87-746 0 0,1 1 1 0 0,0 0-1 0 0,3 15 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3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3128 0 0,'5'-26'7794'0'0,"0"3"-760"0"0,-4 22-6966 0 0,0 0 0 0 0,-1 1 0 0 0,1-1-1 0 0,0 1 1 0 0,-1-1 0 0 0,1 0-1 0 0,0 1 1 0 0,0-1 0 0 0,-1 1 0 0 0,1 0-1 0 0,0-1 1 0 0,0 1 0 0 0,0 0 0 0 0,0-1-1 0 0,-1 1 1 0 0,1 0 0 0 0,0 0 0 0 0,0 0-1 0 0,0 0 1 0 0,0 0 0 0 0,0 0-1 0 0,0 0 1 0 0,1 0 0 0 0,31 2 75 0 0,-23-2-18 0 0,105-7-1596 0 0,-42 0-7885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3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1340 0 0,'-118'46'17114'0'0,"118"-45"-17080"0"0,0-1-1 0 0,0 1 1 0 0,0-1-1 0 0,0 1 0 0 0,0-1 1 0 0,1 1-1 0 0,-1-1 1 0 0,0 0-1 0 0,0 1 1 0 0,0-1-1 0 0,1 1 0 0 0,-1-1 1 0 0,0 0-1 0 0,1 1 1 0 0,-1-1-1 0 0,0 1 1 0 0,1-1-1 0 0,-1 0 0 0 0,0 0 1 0 0,1 1-1 0 0,-1-1 1 0 0,1 0-1 0 0,-1 0 1 0 0,0 1-1 0 0,1-1 0 0 0,-1 0 1 0 0,1 0-1 0 0,-1 0 1 0 0,1 0-1 0 0,0 0 1 0 0,14 2 201 0 0,-12-2-213 0 0,32 0-513 0 0,0-2 0 0 0,49-9-1 0 0,-40 4-1444 0 0,20-2-4953 0 0,-33 2-156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295 100 1500 0 0,'45'-52'12233'0'0,"-42"48"-11213"0"0,-1 3-757 0 0,-1 0 1 0 0,0 0-1 0 0,0-1 0 0 0,-1 1 1 0 0,1 0-1 0 0,0 0 1 0 0,0 0-1 0 0,-1-1 0 0 0,1 1 1 0 0,0 0-1 0 0,-1-1 1 0 0,1 1-1 0 0,0-3 0 0 0,-3 2-249 0 0,0 0-1 0 0,1 1 1 0 0,-1-1-1 0 0,0 0 1 0 0,0 1-1 0 0,0-1 1 0 0,0 1-1 0 0,0-1 1 0 0,0 1-1 0 0,0 0 1 0 0,0 0-1 0 0,-1 0 1 0 0,1 0-1 0 0,0 0 1 0 0,-1 0-1 0 0,1 1 1 0 0,-1-1-1 0 0,1 1 1 0 0,-1 0-1 0 0,1 0 1 0 0,0 0-1 0 0,-1 0 1 0 0,1 0-1 0 0,-1 0 1 0 0,-3 2-1 0 0,-3-1-23 0 0,1 0 0 0 0,-1 1 0 0 0,0 0 0 0 0,1 1 0 0 0,0 0 0 0 0,-10 5 0 0 0,1 1-1 0 0,0 2-1 0 0,0 0 1 0 0,1 1 0 0 0,1 1 0 0 0,0 1-1 0 0,1 0 1 0 0,0 0 0 0 0,1 1-1 0 0,1 1 1 0 0,1 1 0 0 0,0-1 0 0 0,1 2-1 0 0,0-1 1 0 0,2 1 0 0 0,-12 34-1 0 0,18-45 18 0 0,1-1-1 0 0,0 0 1 0 0,1 0 0 0 0,0 1-1 0 0,0-1 1 0 0,0 0-1 0 0,0 1 1 0 0,1-1-1 0 0,0 0 1 0 0,0 1-1 0 0,1-1 1 0 0,0 0-1 0 0,0 0 1 0 0,0 0-1 0 0,1-1 1 0 0,0 1 0 0 0,0 0-1 0 0,0-1 1 0 0,1 0-1 0 0,0 0 1 0 0,6 7-1 0 0,2 0 13 0 0,1 0 0 0 0,0-1 1 0 0,0 0-1 0 0,1-1 0 0 0,1 0 0 0 0,26 12 0 0 0,8 7-33 0 0,-45-26 19 0 0,-1 0 0 0 0,1 0 0 0 0,-1 0-1 0 0,1 0 1 0 0,-1 1 0 0 0,0 0 0 0 0,-1-1-1 0 0,1 1 1 0 0,0 0 0 0 0,1 5 0 0 0,-3-6 2 0 0,0 0 0 0 0,-1 0 0 0 0,0 0 1 0 0,1 0-1 0 0,-1 0 0 0 0,0 0 0 0 0,0-1 1 0 0,-1 1-1 0 0,1 0 0 0 0,-1 0 0 0 0,1 0 1 0 0,-1 0-1 0 0,0 0 0 0 0,0-1 0 0 0,0 1 0 0 0,-2 3 1 0 0,-24 38 73 0 0,14-28-50 0 0,1-2 0 0 0,-2 0 0 0 0,0 0 1 0 0,0-2-1 0 0,-2 1 0 0 0,1-2 0 0 0,-1 0 1 0 0,-29 14-1 0 0,43-24-33 0 0,-1 0 1 0 0,0 1-1 0 0,1-1 1 0 0,-1 1-1 0 0,1-1 1 0 0,0 1-1 0 0,-1 0 1 0 0,1 0-1 0 0,0 0 1 0 0,0 0-1 0 0,-2 4 1 0 0,4-5 2 0 0,6 7-2 0 0,10 9-9 0 0,0 1-1 0 0,-2 1 0 0 0,0 0 1 0 0,-1 1-1 0 0,-2 1 0 0 0,1 0 0 0 0,-2 0 1 0 0,-1 1-1 0 0,-1 0 0 0 0,-1 1 0 0 0,-1 0 1 0 0,7 46-1 0 0,-9-35 6 0 0,-2 0 1 0 0,-2-1-1 0 0,-1 1 1 0 0,-1 0-1 0 0,-2 0 1 0 0,-1-1-1 0 0,-2 0 1 0 0,-17 52-1 0 0,14-57-12 0 0,-17 52 18 0 0,25-70 7 0 0,-1 0 1 0 0,2 1-1 0 0,-1 0 1 0 0,1-1-1 0 0,1 17 0 0 0,0-25-6 0 0,0 1 0 0 0,1-1-1 0 0,-1 0 1 0 0,1 0 0 0 0,-1 0 0 0 0,1 1-1 0 0,0-1 1 0 0,0 0 0 0 0,0 0-1 0 0,0 0 1 0 0,0 0 0 0 0,0 0-1 0 0,0-1 1 0 0,1 1 0 0 0,-1 0 0 0 0,1-1-1 0 0,-1 1 1 0 0,1 0 0 0 0,3 1-1 0 0,-2-1-122 0 0,1 0 1 0 0,0 0-1 0 0,0-1 0 0 0,0 1 0 0 0,0-1 0 0 0,0 0 1 0 0,0 0-1 0 0,0 0 0 0 0,8 0 0 0 0,1-1-830 0 0,0 0 1 0 0,1-1-1 0 0,-1-1 0 0 0,0 0 1 0 0,24-8-1 0 0,-8-1-2993 0 0,-1-1-1858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7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89 936 0 0,'-2'-2'1639'0'0,"0"-1"-1179"0"0,0 1 0 0 0,0-1-1 0 0,0 1 1 0 0,1-1 0 0 0,-1 0 0 0 0,1 1 0 0 0,0-1 0 0 0,0 0 0 0 0,0 0-1 0 0,0 0 1 0 0,0 0 0 0 0,0-3 0 0 0,1 4-324 0 0,0 0-1 0 0,0 0 1 0 0,0 1-1 0 0,1-1 1 0 0,-1 0 0 0 0,0 0-1 0 0,1 1 1 0 0,-1-1 0 0 0,1 0-1 0 0,-1 1 1 0 0,1-1 0 0 0,0 1-1 0 0,0-1 1 0 0,0 1 0 0 0,0-1-1 0 0,0 1 1 0 0,0-1 0 0 0,0 1-1 0 0,0 0 1 0 0,1 0 0 0 0,-1 0-1 0 0,1-1 1 0 0,-1 1-1 0 0,0 1 1 0 0,3-3 0 0 0,0 2-19 0 0,-1 0 1 0 0,0 0 0 0 0,1-1-1 0 0,0 2 1 0 0,-1-1 0 0 0,1 0-1 0 0,-1 1 1 0 0,1 0 0 0 0,0 0-1 0 0,-1 0 1 0 0,1 0-1 0 0,0 0 1 0 0,-1 1 0 0 0,1 0-1 0 0,-1 0 1 0 0,1 0 0 0 0,-1 0-1 0 0,1 0 1 0 0,-1 1 0 0 0,0-1-1 0 0,1 1 1 0 0,-1 0-1 0 0,0 0 1 0 0,0 0 0 0 0,0 0-1 0 0,3 5 1 0 0,0-2-42 0 0,0 1 0 0 0,-1 0 0 0 0,0 1 0 0 0,0-1 1 0 0,0 1-1 0 0,-1 0 0 0 0,0 0 0 0 0,0 0 0 0 0,-1 1 0 0 0,0-1 0 0 0,0 1 0 0 0,-1 0 0 0 0,0 0 1 0 0,-1 0-1 0 0,1 0 0 0 0,-1 10 0 0 0,-1-6-30 0 0,0 0 0 0 0,-1 0 0 0 0,-1-1 1 0 0,0 1-1 0 0,0 0 0 0 0,-1 0 0 0 0,-1-1 1 0 0,0 0-1 0 0,0 1 0 0 0,-9 13 0 0 0,-19 36 539 0 0,31-60-372 0 0,2-4-194 0 0,1 0 0 0 0,-1 0 0 0 0,1 1 0 0 0,-1-1 0 0 0,1 0 0 0 0,3-3 0 0 0,-4 4-16 0 0,35-40 37 0 0,1 2 0 0 0,49-41 1 0 0,33-35-31 0 0,-115 111-16 0 0,-2 3-1 0 0,0 0 0 0 0,0 0 1 0 0,0 0-1 0 0,0 0 0 0 0,0 0 0 0 0,-1-1 1 0 0,1 1-1 0 0,-1-1 0 0 0,0 0 0 0 0,0 1 0 0 0,2-6 1 0 0,-3 6-17 0 0,-3 0-1 0 0,3 2 24 0 0,0 0-1 0 0,0 0 1 0 0,0 0-1 0 0,0-1 1 0 0,0 1-1 0 0,0 0 1 0 0,0 0-1 0 0,0 0 1 0 0,0 0-1 0 0,-1 0 1 0 0,1-1-1 0 0,0 1 1 0 0,0 0-1 0 0,0 0 1 0 0,0 0-1 0 0,0 0 1 0 0,-1 0-1 0 0,1 0 1 0 0,0 0-1 0 0,0 0 0 0 0,0 0 1 0 0,0 0-1 0 0,-1 0 1 0 0,1 0-1 0 0,0 0 1 0 0,0 0-1 0 0,0-1 1 0 0,-1 2-1 0 0,1-1 1 0 0,0 0-1 0 0,0 0 1 0 0,0 0-1 0 0,0 0 1 0 0,-1 0-1 0 0,1 0 1 0 0,0 0-1 0 0,0 0 1 0 0,0 0-1 0 0,0 0 1 0 0,-1 0-1 0 0,1 0 1 0 0,0 0-1 0 0,-13 9 50 0 0,1 1 1 0 0,-1 0-1 0 0,2 1 1 0 0,0 0-1 0 0,0 0 0 0 0,1 1 1 0 0,-14 22-1 0 0,19-27-17 0 0,0 0 0 0 0,1 0-1 0 0,0 0 1 0 0,1 1 0 0 0,0 0 0 0 0,0-1 0 0 0,0 1-1 0 0,1 0 1 0 0,0 1 0 0 0,1-1 0 0 0,0 0 0 0 0,0 0-1 0 0,1 1 1 0 0,0-1 0 0 0,0 1 0 0 0,2 10-1 0 0,-1-15-7 0 0,1 1 0 0 0,-1-1 0 0 0,1 0 0 0 0,0 0 1 0 0,0 0-1 0 0,1 0 0 0 0,-1 0 0 0 0,1 0 0 0 0,0 0 0 0 0,0-1 0 0 0,0 1 0 0 0,0-1 0 0 0,5 4 0 0 0,-2-3 4 0 0,0 0 0 0 0,1 0 0 0 0,0 0 0 0 0,-1-1 0 0 0,1 0 0 0 0,1 0 0 0 0,10 2 0 0 0,-2-1-16 0 0,1-1 1 0 0,-1-1-1 0 0,1-1 0 0 0,0 0 1 0 0,0-2-1 0 0,27-2 0 0 0,-36 1-368 0 0,1 1 0 0 0,-1-1-1 0 0,0 0 1 0 0,0 0 0 0 0,0-1-1 0 0,0 0 1 0 0,0-1 0 0 0,0 0-1 0 0,9-6 1 0 0,-12 5-642 0 0,0 1 0 0 0,0 0 0 0 0,-1-1-1 0 0,1 0 1 0 0,-1 0 0 0 0,0 0 0 0 0,0 0 0 0 0,2-7 0 0 0,3-3-3601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7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12 166 3192 0 0,'0'-99'16657'0'0,"0"33"-11962"0"0,3 79-6391 0 0,-1 10-728 0 0,-19 38-8518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7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 0 0,'0'1'4343'0'0,"2"14"1235"0"0,-2-9-4283 0 0,1 15 7695 0 0,-1-16-8627 0 0,0-3 589 0 0,1 8 1591 0 0,-1-7-2917 0 0,1-1 0 0 0,0 1 0 0 0,0 0 0 0 0,0-1 0 0 0,0 1 0 0 0,0-1 0 0 0,3 5 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59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7 2076 0 0,'-26'-7'7723'0'0,"25"8"-7654"0"0,0-1 0 0 0,1 1 0 0 0,-1-1 0 0 0,0 1 0 0 0,1-1 1 0 0,-1 1-1 0 0,0 0 0 0 0,1-1 0 0 0,-1 1 0 0 0,1 0 0 0 0,-1 0 0 0 0,1-1 0 0 0,-1 1 0 0 0,1 0 1 0 0,0 0-1 0 0,-1 0 0 0 0,1-1 0 0 0,0 1 0 0 0,0 0 0 0 0,0 0 0 0 0,-1 0 0 0 0,1 0 0 0 0,0 0 1 0 0,0-1-1 0 0,0 1 0 0 0,1 2 0 0 0,2 33 1619 0 0,-1-11-733 0 0,-5 31 368 0 0,-3 0 1 0 0,-21 92-1 0 0,5-33-939 0 0,-32 394 86 0 0,52-487-759 0 0,-1 25-993 0 0,9-16-7466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8:00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74 432 0 0,'-2'-9'1875'0'0,"1"5"-1234"0"0,1 1 0 0 0,-1-1 0 0 0,1 0 0 0 0,0 0 0 0 0,0 0 0 0 0,0 0 0 0 0,0 1 0 0 0,0-1-1 0 0,1 0 1 0 0,0 0 0 0 0,1-5 0 0 0,0 8-542 0 0,-1 0-1 0 0,0 0 1 0 0,0 0-1 0 0,0 0 1 0 0,1 0-1 0 0,-1 0 1 0 0,0 0-1 0 0,1 0 1 0 0,-1 0-1 0 0,1 1 1 0 0,-1-1-1 0 0,1 1 1 0 0,-1-1-1 0 0,1 1 1 0 0,0 0-1 0 0,-1-1 1 0 0,1 1-1 0 0,-1 0 1 0 0,1 0-1 0 0,0 0 1 0 0,-1 0-1 0 0,1 0 1 0 0,0 1-1 0 0,-1-1 1 0 0,1 0-1 0 0,-1 1 1 0 0,1-1-1 0 0,1 2 1 0 0,8 1 111 0 0,1 1 0 0 0,-2 0 1 0 0,1 1-1 0 0,0 1 1 0 0,-1 0-1 0 0,0 0 1 0 0,0 0-1 0 0,11 11 0 0 0,-7-4-92 0 0,0-1-1 0 0,-1 2 0 0 0,-1 0 0 0 0,17 24 1 0 0,-22-27-71 0 0,-1-1 0 0 0,0 0-1 0 0,-1 1 1 0 0,0 0 0 0 0,-1 1 0 0 0,0-1 0 0 0,-1 1 0 0 0,0-1 0 0 0,2 14 0 0 0,-5-18-1 0 0,0-1-1 0 0,0 1 1 0 0,0 0 0 0 0,-1-1 0 0 0,0 1 0 0 0,0 0 0 0 0,0-1 0 0 0,-1 1 0 0 0,0-1 0 0 0,-1 0 0 0 0,1 0 0 0 0,-1 0 0 0 0,0 0 0 0 0,-1 0-1 0 0,1 0 1 0 0,-1-1 0 0 0,-9 10 0 0 0,8-9 10 0 0,-1 0 1 0 0,-1-1-1 0 0,1 1 0 0 0,-1-1 0 0 0,0-1 1 0 0,0 1-1 0 0,0-1 0 0 0,-15 6 0 0 0,19-9-12 0 0,-14-3 10 0 0,16 2-52 0 0,1 0 0 0 0,-1 0 0 0 0,1 0-1 0 0,-1 0 1 0 0,1-1 0 0 0,-1 1 0 0 0,1 0-1 0 0,-1 0 1 0 0,1-1 0 0 0,-1 1 0 0 0,1 0 0 0 0,0-1-1 0 0,-1 1 1 0 0,1-1 0 0 0,-1 1 0 0 0,1 0-1 0 0,0-1 1 0 0,-1 1 0 0 0,1-1 0 0 0,0 1-1 0 0,0-1 1 0 0,-1 1 0 0 0,1-1 0 0 0,0 1 0 0 0,0-1-1 0 0,0 1 1 0 0,0-1 0 0 0,0 1 0 0 0,-1-1-1 0 0,1 1 1 0 0,0-1 0 0 0,0 0 0 0 0,0 1 0 0 0,1-1-1 0 0,-1 1 1 0 0,0-1 0 0 0,0 0 0 0 0,5-20 12 0 0,-1 12-7 0 0,0 1 0 0 0,1-1 0 0 0,0 1 0 0 0,0-1 0 0 0,1 2-1 0 0,0-1 1 0 0,13-13 0 0 0,59-45 17 0 0,-47 41-19 0 0,21-16-15 0 0,-28 24 13 0 0,29-28 1 0 0,-52 45-8 0 0,-1 0 0 0 0,1-1 0 0 0,-1 1 1 0 0,1-1-1 0 0,-1 1 0 0 0,1-1 0 0 0,-1 1 0 0 0,1 0 0 0 0,-1-1 0 0 0,0 1 1 0 0,1-1-1 0 0,-1 0 0 0 0,0 1 0 0 0,1-1 0 0 0,-1 1 0 0 0,0-1 0 0 0,0 1 1 0 0,0-1-1 0 0,1 0 0 0 0,-1 1 0 0 0,0-1 0 0 0,0 1 0 0 0,0-2 0 0 0,-11 0-48 0 0,-17 9 22 0 0,15-1 39 0 0,1 1 1 0 0,0 1-1 0 0,0 0 1 0 0,1 0-1 0 0,0 1 1 0 0,1 0-1 0 0,-1 1 1 0 0,2 1 0 0 0,0-1-1 0 0,0 1 1 0 0,-11 19-1 0 0,16-24 4 0 0,1-1 0 0 0,1 0 0 0 0,-1 1 0 0 0,1 0 0 0 0,0 0 0 0 0,0-1 0 0 0,1 1 0 0 0,-1 0 0 0 0,1 0 1 0 0,1 1-1 0 0,-1-1 0 0 0,1 0 0 0 0,1 11 0 0 0,0-12-4 0 0,0 0 0 0 0,0-1 0 0 0,1 1 1 0 0,-1-1-1 0 0,1 0 0 0 0,0 1 0 0 0,0-1 1 0 0,1 0-1 0 0,-1 0 0 0 0,1 0 0 0 0,0-1 1 0 0,0 1-1 0 0,1-1 0 0 0,-1 1 0 0 0,0-1 1 0 0,1 0-1 0 0,0 0 0 0 0,7 3 0 0 0,4 2-80 0 0,0 0 0 0 0,1-1 1 0 0,0-1-1 0 0,0-1 0 0 0,1 0 0 0 0,19 2 0 0 0,-19-4-2031 0 0,0-1 0 0 0,-1-1 1 0 0,26-2-1 0 0,-18-2-4285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8:00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21 104 2616 0 0,'-1'-2'2457'0'0,"-17"-41"9164"0"0,18 43-11531 0 0,0-1 0 0 0,-1 0 0 0 0,1 1-1 0 0,0-1 1 0 0,0 0 0 0 0,0 1 0 0 0,0-1-1 0 0,0 0 1 0 0,0 1 0 0 0,0-1 0 0 0,0 0 0 0 0,0 1-1 0 0,0-1 1 0 0,1 0 0 0 0,-1 1 0 0 0,0-1-1 0 0,0 0 1 0 0,0 1 0 0 0,1-1 0 0 0,-1 1 0 0 0,0-1-1 0 0,1 1 1 0 0,-1-1 0 0 0,1 1 0 0 0,-1-1-1 0 0,1 1 1 0 0,-1-1 0 0 0,2 0 0 0 0,8-4 138 0 0,1 0 1 0 0,0 0-1 0 0,1 1 1 0 0,-1 1-1 0 0,1 0 1 0 0,14-1-1 0 0,76-5-553 0 0,-68 7-595 0 0,-1 4-1894 0 0,-28-1 1290 0 0,0-1 0 0 0,1 1 0 0 0,-1-1-1 0 0,0 0 1 0 0,6-1 0 0 0,4-2-3765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8:0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96 828 0 0,'4'-4'1123'0'0,"-1"-1"1"0"0,0 1-1 0 0,0-1 0 0 0,0 1 0 0 0,0-1 1 0 0,-1 0-1 0 0,0 0 0 0 0,0 0 1 0 0,0 0-1 0 0,-1-1 0 0 0,2-9 0 0 0,-3 14-1032 0 0,0 0 1 0 0,1 0-1 0 0,-1 0 0 0 0,0 0 0 0 0,0 0 0 0 0,0 0 0 0 0,0 0 0 0 0,0 0 0 0 0,0 0 0 0 0,-1 0 1 0 0,1 0-1 0 0,0 0 0 0 0,0 0 0 0 0,-1 0 0 0 0,1 0 0 0 0,0 0 0 0 0,-1 0 0 0 0,1 1 0 0 0,-1-1 1 0 0,0 0-1 0 0,1 0 0 0 0,-1 0 0 0 0,0 1 0 0 0,-1-2 0 0 0,1 1-35 0 0,0 1-1 0 0,0-1 0 0 0,-1 1 1 0 0,1 0-1 0 0,-1-1 1 0 0,1 1-1 0 0,0 0 1 0 0,-1 0-1 0 0,1 0 1 0 0,-1 0-1 0 0,1 0 1 0 0,0 0-1 0 0,-1 0 1 0 0,1 0-1 0 0,-2 1 0 0 0,-4 1 20 0 0,-1 1-1 0 0,1-1 0 0 0,0 2 0 0 0,-10 5 0 0 0,-6 6 56 0 0,0 0 0 0 0,1 2 0 0 0,-31 31-1 0 0,40-36-104 0 0,1 1 0 0 0,1 1-1 0 0,0 0 1 0 0,1 1-1 0 0,1 0 1 0 0,-13 26-1 0 0,20-36-13 0 0,0 0-1 0 0,0 0 0 0 0,1 0 0 0 0,0 0 1 0 0,0 0-1 0 0,0 1 0 0 0,0-1 0 0 0,1 0 0 0 0,0 0 1 0 0,1 11-1 0 0,-1-13-5 0 0,1-1-1 0 0,0 0 1 0 0,0 1 0 0 0,-1-1-1 0 0,1 1 1 0 0,0-1-1 0 0,1 0 1 0 0,-1 0 0 0 0,0 0-1 0 0,1 0 1 0 0,-1 0 0 0 0,1 0-1 0 0,0 0 1 0 0,0 0 0 0 0,-1 0-1 0 0,1-1 1 0 0,0 1 0 0 0,0-1-1 0 0,1 1 1 0 0,-1-1-1 0 0,0 0 1 0 0,0 0 0 0 0,1 0-1 0 0,3 1 1 0 0,0 0 5 0 0,1 0 1 0 0,0-1-1 0 0,-1 0 0 0 0,1 0 1 0 0,0-1-1 0 0,0 1 0 0 0,0-1 1 0 0,0-1-1 0 0,-1 1 1 0 0,1-1-1 0 0,0-1 0 0 0,0 1 1 0 0,-1-1-1 0 0,1 0 0 0 0,-1 0 1 0 0,11-6-1 0 0,-9 3-1 0 0,-1 0-1 0 0,1 0 1 0 0,-1-1 0 0 0,0 0-1 0 0,0 0 1 0 0,-1-1 0 0 0,0 0-1 0 0,0 0 1 0 0,-1 0 0 0 0,1-1-1 0 0,7-16 1 0 0,-1-3 214 0 0,11-37 0 0 0,-3 10 1387 0 0,-19 50-1508 0 0,8-15 389 0 0,-9 19-487 0 0,0 0 0 0 0,0 0 0 0 0,0-1 0 0 0,0 1 1 0 0,0 0-1 0 0,0 0 0 0 0,1 0 0 0 0,-1-1 0 0 0,0 1 0 0 0,0 0 0 0 0,0 0 0 0 0,0 0 0 0 0,1-1 0 0 0,-1 1 0 0 0,0 0 0 0 0,0 0 0 0 0,0 0 0 0 0,1 0 0 0 0,-1 0 0 0 0,0 0 0 0 0,0 0 0 0 0,0 0 0 0 0,1-1 1 0 0,-1 1-1 0 0,0 0 0 0 0,0 0 0 0 0,1 0 0 0 0,-1 0 0 0 0,0 0 0 0 0,0 0 0 0 0,1 0 0 0 0,-1 0 0 0 0,0 0 0 0 0,0 0 0 0 0,0 1 0 0 0,1-1 0 0 0,-1 0 0 0 0,0 0 0 0 0,0 0 0 0 0,1 0 0 0 0,-1 0 0 0 0,0 0 1 0 0,0 0-1 0 0,0 1 0 0 0,1-1 0 0 0,-1 0 0 0 0,0 0 0 0 0,0 0 0 0 0,0 0 0 0 0,0 1 0 0 0,0-1 0 0 0,1 0 0 0 0,-1 0 0 0 0,0 0 0 0 0,0 1 0 0 0,0-1 0 0 0,0 0 0 0 0,0 0 0 0 0,0 0 0 0 0,0 1 0 0 0,0-1 1 0 0,0 0-1 0 0,0 0 0 0 0,0 1 0 0 0,0-1 0 0 0,0 0 0 0 0,0 0 0 0 0,0 1 0 0 0,0-1 0 0 0,8 31 62 0 0,-1-1 0 0 0,3 42 0 0 0,-1-8-121 0 0,-5-31-677 0 0,0-7-815 0 0,7 29-1 0 0,-9-48 20 0 0,0 0 0 0 0,1 0 1 0 0,0-1-1 0 0,0 1 0 0 0,4 6 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8:01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57 1792 0 0,'3'-57'9374'0'0,"-6"65"-8368"0"0,1 11-486 0 0,1 0 0 0 0,1 0 0 0 0,1-1 0 0 0,3 24 0 0 0,1 11-19 0 0,2 112 405 0 0,-22 262 1 0 0,-1-302-767 0 0,-1 10-945 0 0,10-45-4107 0 0,7-76 1208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8:01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382 132 608 0 0,'132'-126'16493'0'0,"-129"121"-14557"0"0,-12 7-1431 0 0,-16 9-284 0 0,-378 269 635 0 0,393-272-852 0 0,-34 28 13 0 0,42-33-12 0 0,-1 0-1 0 0,1 0 0 0 0,-1 0 1 0 0,1 0-1 0 0,0 0 1 0 0,0 0-1 0 0,0 0 1 0 0,0 1-1 0 0,1-1 0 0 0,0 1 1 0 0,-2 6-1 0 0,3-8 1 0 0,-1-1-1 0 0,1 1 0 0 0,0 0 0 0 0,1 0 1 0 0,-1 0-1 0 0,0 0 0 0 0,1-1 1 0 0,-1 1-1 0 0,1 0 0 0 0,-1 0 0 0 0,1-1 1 0 0,0 1-1 0 0,0 0 0 0 0,-1-1 1 0 0,1 1-1 0 0,0-1 0 0 0,1 1 0 0 0,-1-1 1 0 0,0 1-1 0 0,0-1 0 0 0,1 0 0 0 0,-1 0 1 0 0,1 0-1 0 0,-1 0 0 0 0,1 0 1 0 0,-1 0-1 0 0,1 0 0 0 0,1 1 0 0 0,6 2 8 0 0,1 0-1 0 0,-1-1 1 0 0,18 5-1 0 0,-25-8-9 0 0,74 16-8 0 0,78 4-1 0 0,-94-13-78 0 0,-43-5-210 0 0,113 12-2963 0 0,-44-12-5978 0 0,-59-3 3662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8:0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290 165 2532 0 0,'-26'-72'11230'0'0,"14"42"-7907"0"0,69 46-2953 0 0,-44-14-315 0 0,0-1 1 0 0,0 0 0 0 0,0-1-1 0 0,0 0 1 0 0,20-4-1 0 0,-31 3-50 0 0,1 0 0 0 0,0 0 0 0 0,-1-1-1 0 0,1 0 1 0 0,-1 1 0 0 0,1-1 0 0 0,-1 0 0 0 0,0 0-1 0 0,0 0 1 0 0,0 0 0 0 0,0-1 0 0 0,0 1-1 0 0,-1 0 1 0 0,1-1 0 0 0,-1 1 0 0 0,1-1 0 0 0,-1 0-1 0 0,0 0 1 0 0,0 1 0 0 0,0-1 0 0 0,0 0 0 0 0,0-5-1 0 0,-1 7-5 0 0,0 0 0 0 0,0 0 0 0 0,0 1-1 0 0,-1-1 1 0 0,1 0 0 0 0,0 0 0 0 0,-1 0 0 0 0,1 1-1 0 0,0-1 1 0 0,-1 0 0 0 0,1 0 0 0 0,-1 1 0 0 0,1-1-1 0 0,-1 0 1 0 0,1 1 0 0 0,-1-1 0 0 0,0 0 0 0 0,1 1-1 0 0,-1-1 1 0 0,0 1 0 0 0,0-1 0 0 0,1 1 0 0 0,-1-1-1 0 0,0 1 1 0 0,0 0 0 0 0,-1-1 0 0 0,-1 0-4 0 0,0 0-1 0 0,0 0 1 0 0,0 0 0 0 0,1 0 0 0 0,-1 1 0 0 0,0-1-1 0 0,0 1 1 0 0,-4 0 0 0 0,-9 1-13 0 0,0 2 0 0 0,0-1 0 0 0,0 2 0 0 0,0 0-1 0 0,1 1 1 0 0,0 0 0 0 0,-28 15 0 0 0,35-16 14 0 0,1 1 0 0 0,0-1-1 0 0,0 1 1 0 0,0 1 0 0 0,0-1-1 0 0,1 1 1 0 0,0 0 0 0 0,0 1 0 0 0,1-1-1 0 0,0 1 1 0 0,0 0 0 0 0,0 0-1 0 0,1 1 1 0 0,0-1 0 0 0,0 1 0 0 0,1 0-1 0 0,-3 10 1 0 0,5-13 8 0 0,1 0 1 0 0,-1 0-1 0 0,1 0 1 0 0,0 0-1 0 0,0 0 1 0 0,0 0-1 0 0,1 0 1 0 0,-1 0-1 0 0,1 0 1 0 0,1 0-1 0 0,-1 0 1 0 0,1 0-1 0 0,-1 0 1 0 0,1-1-1 0 0,1 1 1 0 0,-1-1 0 0 0,1 1-1 0 0,-1-1 1 0 0,1 0-1 0 0,1 0 1 0 0,-1 0-1 0 0,0-1 1 0 0,1 1-1 0 0,0-1 1 0 0,8 6-1 0 0,8 4 16 0 0,0-1-1 0 0,1 0 1 0 0,0-2-1 0 0,27 10 1 0 0,-35-14-9 0 0,79 24 1496 0 0,-90-29-1276 0 0,9-2 388 0 0,-22-2-503 0 0,-20-1-155 0 0,1 6 57 0 0,1 2 1 0 0,0 0 0 0 0,1 3 0 0 0,-1 0 0 0 0,1 2 0 0 0,1 1-1 0 0,0 1 1 0 0,0 1 0 0 0,1 1 0 0 0,-32 22 0 0 0,51-30-5 0 0,0 0-1 0 0,1 1 1 0 0,-1-1 0 0 0,1 1 0 0 0,0 0-1 0 0,1 1 1 0 0,-10 13 0 0 0,14-18-9 0 0,0 0 1 0 0,0 0-1 0 0,0 0 0 0 0,0 0 0 0 0,0 0 1 0 0,1 1-1 0 0,-1-1 0 0 0,1 0 0 0 0,-1 1 1 0 0,1-1-1 0 0,0 0 0 0 0,0 1 0 0 0,0-1 1 0 0,0 1-1 0 0,0-1 0 0 0,1 0 0 0 0,-1 1 1 0 0,1-1-1 0 0,0 0 0 0 0,-1 0 0 0 0,1 1 1 0 0,0-1-1 0 0,0 0 0 0 0,0 0 0 0 0,1 0 1 0 0,-1 0-1 0 0,0 0 0 0 0,1 0 0 0 0,-1-1 1 0 0,1 1-1 0 0,0 0 0 0 0,3 2 0 0 0,2 1 4 0 0,1 1 0 0 0,0-2 1 0 0,0 1-1 0 0,0-1 0 0 0,1 0 0 0 0,-1 0 0 0 0,1-1 0 0 0,10 2 0 0 0,76 13 43 0 0,-83-16-42 0 0,42 5-175 0 0,69 1 0 0 0,-117-8-506 0 0,0 0 0 0 0,1 0 0 0 0,-1-1 0 0 0,0 1 0 0 0,1-2 0 0 0,-1 1 0 0 0,10-4 0 0 0,-15 4 284 0 0,0 1-1 0 0,1-1 1 0 0,-1 0 0 0 0,0 1 0 0 0,0-1 0 0 0,-1 0 0 0 0,1 0-1 0 0,2-1-773 0 0,-2 1 774 0 0,-1 0 0 0 0,1 0-1 0 0,0 0 1 0 0,-1 0 0 0 0,1-2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8:12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91 284 0 0,'2'-12'4402'0'0,"0"0"-2720"0"0,-2 0 0 0 0,1 0 1 0 0,-4-19-1 0 0,3 29-1296 0 0,0 1-340 0 0,0 1 0 0 0,0 0 0 0 0,0-1-1 0 0,0 1 1 0 0,0 0 0 0 0,0-1 0 0 0,0 1 0 0 0,0 0-1 0 0,0-1 1 0 0,0 1 0 0 0,0 0 0 0 0,0-1 0 0 0,1 1 0 0 0,-1 0-1 0 0,0-1 1 0 0,0 1 0 0 0,0 0 0 0 0,0 0 0 0 0,1-1-1 0 0,-1 1 1 0 0,0 0 0 0 0,0-1 0 0 0,1 1 0 0 0,-1 0 0 0 0,0 0-1 0 0,0 0 1 0 0,1-1 0 0 0,-1 1 0 0 0,12 1 255 0 0,0 0 1 0 0,0 0-1 0 0,0 2 1 0 0,-1-1-1 0 0,1 2 1 0 0,-1-1-1 0 0,12 7 1 0 0,-1-2 13 0 0,-21-8-308 0 0,25 8 227 0 0,0 2 0 0 0,-1 0 0 0 0,0 2 0 0 0,42 27-1 0 0,-62-36-188 0 0,0 1 0 0 0,0 0-1 0 0,-1 0 1 0 0,1 0 0 0 0,-1 1-1 0 0,0-1 1 0 0,0 1 0 0 0,0 0-1 0 0,-1 0 1 0 0,1 1 0 0 0,-1-1 0 0 0,-1 1-1 0 0,1-1 1 0 0,-1 1 0 0 0,0 0-1 0 0,0 0 1 0 0,-1 0 0 0 0,1 0-1 0 0,-2 0 1 0 0,1 0 0 0 0,0 1-1 0 0,-1-1 1 0 0,0 0 0 0 0,-1 0-1 0 0,1 0 1 0 0,-1 0 0 0 0,-3 10-1 0 0,-1-2-14 0 0,0-1-1 0 0,-1 1 0 0 0,0-1 0 0 0,-1-1 0 0 0,0 1 1 0 0,-1-1-1 0 0,-1 0 0 0 0,0-1 0 0 0,-12 12 1 0 0,-13 11 43 0 0,-53 40 1 0 0,58-50-52 0 0,-78 56 2 0 0,106-80-17 0 0,0 1 0 0 0,0-1 0 0 0,0 1 1 0 0,0 0-1 0 0,0-1 0 0 0,0 1 0 0 0,0 0 1 0 0,0 0-1 0 0,1 0 0 0 0,-1-1 0 0 0,0 1 1 0 0,0 0-1 0 0,1 0 0 0 0,-1 0 1 0 0,0 0-1 0 0,1 1 0 0 0,-1 1 0 0 0,1-3 1 0 0,0 1 0 0 0,0-1 0 0 0,0 1 0 0 0,0-1 0 0 0,0 1 0 0 0,1-1 0 0 0,-1 1 0 0 0,0-1 0 0 0,0 1 0 0 0,1-1 0 0 0,-1 1-1 0 0,0-1 1 0 0,1 0 0 0 0,-1 1 0 0 0,0-1 0 0 0,1 1 0 0 0,-1-1 0 0 0,1 0 0 0 0,-1 0 0 0 0,0 1 0 0 0,1-1 0 0 0,-1 0 0 0 0,1 0 0 0 0,-1 1 0 0 0,2-1 0 0 0,3 2 22 0 0,0-1 0 0 0,-1 0 0 0 0,1 0 0 0 0,0 0 1 0 0,9 0-1 0 0,23-1 33 0 0,-24 0-58 0 0,-9 0 1 0 0,15-2 44 0 0,-17 2-160 0 0,17-1 1040 0 0,-19 1-918 0 0,0 0 1 0 0,1 0-1 0 0,-1 0 0 0 0,0 0 0 0 0,0 0 1 0 0,0 0-1 0 0,0 0 0 0 0,0 0 0 0 0,0 0 1 0 0,0 0-1 0 0,0 0 0 0 0,1 0 1 0 0,-1 0-1 0 0,0 0 0 0 0,0 0 0 0 0,0 0 1 0 0,0 0-1 0 0,0 0 0 0 0,0 0 0 0 0,0 0 1 0 0,0 0-1 0 0,0 0 0 0 0,0 1 0 0 0,1-1 1 0 0,-1 0-1 0 0,0 0 0 0 0,0 0 0 0 0,0 0 1 0 0,0 0-1 0 0,0 0 0 0 0,0 0 0 0 0,0 0 1 0 0,0 0-1 0 0,0 1 0 0 0,0-1 0 0 0,0 0 1 0 0,0 0-1 0 0,0 0 0 0 0,0 0 0 0 0,0 0 1 0 0,0 0-1 0 0,0 0 0 0 0,0 0 0 0 0,0 1 1 0 0,0-1-1 0 0,0 0 0 0 0,0 0 0 0 0,0 0 1 0 0,0 0-1 0 0,0 0 0 0 0,0 0 0 0 0,0 0 1 0 0,0 0-1 0 0,-13 10 75 0 0,7-6-52 0 0,0 0-1 0 0,0 1 1 0 0,0 0-1 0 0,1 0 0 0 0,-1 0 1 0 0,1 1-1 0 0,0-1 1 0 0,1 1-1 0 0,0 1 1 0 0,0-1-1 0 0,0 1 1 0 0,0-1-1 0 0,1 1 0 0 0,0 0 1 0 0,1 0-1 0 0,-3 11 1 0 0,-1 11 156 0 0,1 1 1 0 0,-2 56 0 0 0,4-39 149 0 0,2 42-95 0 0,2-66-137 0 0,-1 0 0 0 0,-1 0 0 0 0,-1 0 0 0 0,-7 32 0 0 0,8-51-91 0 0,-1 0-1 0 0,0 0 1 0 0,-1 0-1 0 0,1 0 1 0 0,-1 0-1 0 0,1 0 1 0 0,-1 0 0 0 0,0-1-1 0 0,0 0 1 0 0,-1 1-1 0 0,1-1 1 0 0,-1 0-1 0 0,0-1 1 0 0,0 1-1 0 0,0-1 1 0 0,0 1 0 0 0,0-1-1 0 0,-9 3 1 0 0,-1 0-133 0 0,-2 0 1 0 0,1-1 0 0 0,0-1-1 0 0,-20 2 1 0 0,5-2-1285 0 0,0-2 0 0 0,-54-4-1 0 0,62 0-2020 0 0,0 0 0 0 0,-27-9 0 0 0,26 5-2754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3:39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1 168 0 0,'-3'15'1096'0'0,"-2"-1"-336"0"0,-2 0-164 0 0,3 0-156 0 0,1 1-76 0 0,-2-1-64 0 0,0 1-64 0 0,1 1-36 0 0,1-3-52 0 0,-1 5-28 0 0,2-6-28 0 0,1 1-24 0 0,-1-2-8 0 0,2-1-24 0 0,-2 4-68 0 0,4-6-292 0 0,0 1-1040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2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691 171 188 0 0,'2'10'8939'0'0,"-2"5"-2572"0"0,-9-23-4448 0 0,-7-7-1856 0 0,-8-4 3 0 0,-43-24-1 0 0,4 3-102 0 0,48 25-250 0 0,15 15 280 0 0,0 0-1 0 0,0-1 1 0 0,0 1-1 0 0,-1 0 1 0 0,1 0 0 0 0,0-1-1 0 0,0 1 1 0 0,0 0-1 0 0,0-1 1 0 0,0 1 0 0 0,0 0-1 0 0,0-1 1 0 0,0 1-1 0 0,0 0 1 0 0,0 0-1 0 0,0-1 1 0 0,0 1 0 0 0,0 0-1 0 0,1-1 1 0 0,-1 1-1 0 0,0 0 1 0 0,0 0 0 0 0,0-1-1 0 0,0 1 1 0 0,0 0-1 0 0,0 0 1 0 0,1-1-1 0 0,-1 1 1 0 0,0 0 0 0 0,0 0-1 0 0,1 0 1 0 0,-1-1-1 0 0,0 1 1 0 0,3-1-13 0 0,1-1 0 0 0,-1 1 0 0 0,0 1 1 0 0,0-1-1 0 0,1 0 0 0 0,-1 1 0 0 0,0-1 0 0 0,6 1 0 0 0,116-1-45 0 0,32 1 85 0 0,-117 0 18 0 0,-37 0-36 0 0,7-3 5 0 0,15-7-3 0 0,-23 10-4 0 0,-1-1 0 0 0,0 0 0 0 0,1 0 0 0 0,-1 0 0 0 0,0 0 0 0 0,0 0 0 0 0,0 0 0 0 0,0 0 0 0 0,0 0 0 0 0,0 0 1 0 0,0 0-1 0 0,0-1 0 0 0,0 1 0 0 0,-1 0 0 0 0,1-1 0 0 0,0 1 0 0 0,-1 0 0 0 0,1-3 0 0 0,0 2-1 0 0,-3 3-3 0 0,0 1 5 0 0,0-1 1 0 0,0 1-1 0 0,1 0 1 0 0,-1 0-1 0 0,1 0 1 0 0,-1-1-1 0 0,1 1 1 0 0,0 1-1 0 0,-1-1 1 0 0,1 0-1 0 0,0 0 1 0 0,1 0-1 0 0,-2 3 1 0 0,-9 37 44 0 0,9-34-33 0 0,-50 272 1040 0 0,-25 94 365 0 0,71-352-1318 0 0,-1-1 0 0 0,-1 1 0 0 0,-2-1 0 0 0,0 0 0 0 0,-1-1 0 0 0,0-1 0 0 0,-26 33 0 0 0,30-44-34 0 0,1-1 1 0 0,-1 0-1 0 0,0-1 0 0 0,-1 0 0 0 0,0 0 0 0 0,0 0 1 0 0,0-1-1 0 0,0 0 0 0 0,-1-1 0 0 0,0 0 0 0 0,0 0 1 0 0,0-1-1 0 0,0 0 0 0 0,-1 0 0 0 0,1-1 0 0 0,-1 0 1 0 0,1-1-1 0 0,-1 0 0 0 0,0-1 0 0 0,-16-1 0 0 0,1-3-15 0 0,1 0 0 0 0,0-2 0 0 0,1 0 0 0 0,-1-2 0 0 0,2 0 0 0 0,-1-2 0 0 0,-24-14 0 0 0,-142-100 35 0 0,179 117-83 0 0,4 3-259 0 0,1 0 0 0 0,-1 0 0 0 0,1 0 0 0 0,0-1 0 0 0,1 0 0 0 0,-9-10 0 0 0,13 15 195 0 0,0-1 0 0 0,0 1 1 0 0,0-1-1 0 0,-1 1 0 0 0,1-1 0 0 0,0 1 0 0 0,0-1 1 0 0,0 1-1 0 0,0-1 0 0 0,0 1 0 0 0,0-1 1 0 0,1 1-1 0 0,-1-1 0 0 0,0 1 0 0 0,0-1 0 0 0,0 1 1 0 0,0-1-1 0 0,1 1 0 0 0,-1-1 0 0 0,0 1 1 0 0,0-1-1 0 0,1 1 0 0 0,-1 0 0 0 0,0-1 0 0 0,1 1 1 0 0,-1 0-1 0 0,0-1 0 0 0,1 1 0 0 0,-1 0 1 0 0,1-1-1 0 0,-1 1 0 0 0,0 0 0 0 0,1 0 0 0 0,-1-1 1 0 0,1 1-1 0 0,-1 0 0 0 0,1 0 0 0 0,0-1 1 0 0,23-6-1817 0 0,-20 6 1431 0 0,56-11-6915 0 0,-36 7 1519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2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147 138 2640 0 0,'5'-38'4544'0'0,"2"-62"7239"0"0,-6 103-11592 0 0,0 0 0 0 0,0-1-1 0 0,-1 1 1 0 0,1 0 0 0 0,-1 0 0 0 0,0-1-1 0 0,0 4 1 0 0,-3 73 1180 0 0,-22 142 0 0 0,-37 76-800 0 0,56-269-509 0 0,-51 219 276 0 0,51-233-252 0 0,3-22-85 0 0,2-26-47 0 0,5 5-8 0 0,1 0 1 0 0,1 0 0 0 0,2 0-1 0 0,0 1 1 0 0,2 0-1 0 0,2 1 1 0 0,0 0 0 0 0,1 1-1 0 0,19-27 1 0 0,-24 42 29 0 0,1 1 0 0 0,-1-1 0 0 0,2 1 0 0 0,-1 1 1 0 0,1 0-1 0 0,1 0 0 0 0,0 1 0 0 0,0 1 0 0 0,0 0 0 0 0,19-9 1 0 0,-25 14 17 0 0,0 0 0 0 0,0 0 1 0 0,0 0-1 0 0,0 1 0 0 0,1-1 1 0 0,-1 2-1 0 0,0-1 0 0 0,1 0 1 0 0,-1 1-1 0 0,1 0 0 0 0,-1 0 1 0 0,0 1-1 0 0,1-1 0 0 0,-1 1 1 0 0,0 0-1 0 0,1 1 0 0 0,-1-1 0 0 0,0 1 1 0 0,0 0-1 0 0,0 0 0 0 0,0 1 1 0 0,-1 0-1 0 0,1 0 0 0 0,-1 0 1 0 0,1 0-1 0 0,-1 0 0 0 0,0 1 1 0 0,6 7-1 0 0,-6-6 8 0 0,1 0 0 0 0,-2 1-1 0 0,1-1 1 0 0,-1 1 0 0 0,0 0 0 0 0,0 0 0 0 0,0 0-1 0 0,-1 1 1 0 0,0-1 0 0 0,0 0 0 0 0,-1 1 0 0 0,0-1-1 0 0,0 1 1 0 0,0 0 0 0 0,-1-1 0 0 0,0 8 0 0 0,-3 9-116 0 0,0-1 0 0 0,-1 0 0 0 0,-11 32 0 0 0,8-30-1607 0 0,-8 47 1 0 0,14-69 1459 0 0,1 1 0 0 0,0 0 0 0 0,0-1 1 0 0,0 1-1 0 0,0 0 0 0 0,0-1 0 0 0,0 1 1 0 0,1 0-1 0 0,-1-1 0 0 0,1 1 0 0 0,0 0 0 0 0,-1-1 1 0 0,1 1-1 0 0,0-1 0 0 0,1 0 0 0 0,-1 1 1 0 0,0-1-1 0 0,1 0 0 0 0,-1 0 0 0 0,1 0 1 0 0,2 3-1 0 0,-1-3-240 0 0,1 0 1 0 0,-1 0-1 0 0,0 0 0 0 0,1-1 1 0 0,-1 0-1 0 0,1 1 1 0 0,0-1-1 0 0,-1 0 0 0 0,1-1 1 0 0,0 1-1 0 0,-1 0 1 0 0,1-1-1 0 0,0 0 0 0 0,7-1 1 0 0,12 0-3270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3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203 691 1500 0 0,'9'-10'1497'0'0,"-1"0"0"0"0,-1 0 0 0 0,0-1 0 0 0,10-18 0 0 0,-15 25-1132 0 0,0 0-1 0 0,-1 0 0 0 0,1-1 1 0 0,-1 1-1 0 0,1 0 1 0 0,-1-1-1 0 0,-1 1 0 0 0,1-1 1 0 0,-1 1-1 0 0,1-1 1 0 0,-1 1-1 0 0,-1-1 0 0 0,1 1 1 0 0,-1-1-1 0 0,1 1 1 0 0,-3-7-1 0 0,2 10-289 0 0,1 0 0 0 0,-1 0 0 0 0,0 0 0 0 0,1 0 0 0 0,-1 0 0 0 0,0 0 0 0 0,0 0 0 0 0,0 0 0 0 0,0 0 0 0 0,0 0-1 0 0,0 1 1 0 0,0-1 0 0 0,0 0 0 0 0,0 1 0 0 0,0-1 0 0 0,0 1 0 0 0,0-1 0 0 0,0 1 0 0 0,0 0 0 0 0,-1-1 0 0 0,1 1 0 0 0,0 0 0 0 0,0 0 0 0 0,-1 0 0 0 0,1 0 0 0 0,0 0 0 0 0,0 0 0 0 0,0 0 0 0 0,-1 0 0 0 0,1 0-1 0 0,0 1 1 0 0,0-1 0 0 0,-2 1 0 0 0,-3 1 131 0 0,0 0 0 0 0,0 0 0 0 0,0 1-1 0 0,0 0 1 0 0,-7 4 0 0 0,-3 4-80 0 0,1 0 0 0 0,0 1 0 0 0,0 0 0 0 0,1 1 0 0 0,1 1 0 0 0,0 1 0 0 0,1-1 0 0 0,1 2 0 0 0,0 0 0 0 0,1 0 0 0 0,-14 34 0 0 0,22-45-115 0 0,0 0 0 0 0,0 1 0 0 0,1 0 0 0 0,0-1 0 0 0,0 1 0 0 0,1-1 0 0 0,0 1 0 0 0,0 0 0 0 0,0 0 0 0 0,0-1 0 0 0,1 1 1 0 0,0-1-1 0 0,2 7 0 0 0,-2-9-27 0 0,0 0 0 0 0,0-1 0 0 0,1 1 0 0 0,-1-1 0 0 0,1 1 0 0 0,-1-1 0 0 0,1 1 0 0 0,0-1 0 0 0,0 0 1 0 0,0 0-1 0 0,0 0 0 0 0,1 0 0 0 0,-1 0 0 0 0,0-1 0 0 0,1 1 0 0 0,-1 0 0 0 0,1-1 0 0 0,0 0 1 0 0,-1 0-1 0 0,1 0 0 0 0,0 0 0 0 0,0 0 0 0 0,0-1 0 0 0,0 1 0 0 0,-1-1 0 0 0,1 1 0 0 0,0-1 0 0 0,5-1 1 0 0,-1 1-20 0 0,-1 0 1 0 0,1-1 0 0 0,-1 0-1 0 0,1 0 1 0 0,-1-1 0 0 0,1 1-1 0 0,-1-1 1 0 0,0-1 0 0 0,0 1-1 0 0,0-1 1 0 0,0 0 0 0 0,6-5-1 0 0,-4 2 1 0 0,0-1 0 0 0,0 0-1 0 0,-1 0 1 0 0,0 0-1 0 0,0-1 1 0 0,-1 0 0 0 0,6-11-1 0 0,3-7 51 0 0,-2-1 0 0 0,-1 0-1 0 0,-1-1 1 0 0,11-46 0 0 0,-21 70-24 0 0,4-12 112 0 0,-4 16 9 0 0,-2 11 31 0 0,-6 35 234 0 0,3-26-229 0 0,1 0 0 0 0,1 0-1 0 0,1 1 1 0 0,1 28 0 0 0,0-45-200 0 0,1 1 0 0 0,-1-1 0 0 0,1 0 0 0 0,0 0 1 0 0,0 0-1 0 0,1 0 0 0 0,-1 0 0 0 0,1 0 0 0 0,0 0 1 0 0,0 0-1 0 0,0-1 0 0 0,0 1 0 0 0,0-1 0 0 0,1 1 0 0 0,0-1 1 0 0,0 0-1 0 0,0 0 0 0 0,0 0 0 0 0,0-1 0 0 0,1 1 0 0 0,-1-1 1 0 0,1 1-1 0 0,-1-1 0 0 0,1 0 0 0 0,0-1 0 0 0,8 3 0 0 0,-5-1-334 0 0,0-2-1 0 0,1 1 0 0 0,-1-1 0 0 0,0 0 1 0 0,1-1-1 0 0,-1 0 0 0 0,1 0 0 0 0,-1 0 0 0 0,0-1 1 0 0,1 0-1 0 0,-1-1 0 0 0,0 0 0 0 0,12-4 0 0 0,-10 2-65 0 0,1-1-1 0 0,-1 0 1 0 0,1-1-1 0 0,-2 0 1 0 0,1-1-1 0 0,-1 1 1 0 0,0-2-1 0 0,11-11 1 0 0,0-5-53 0 0,-1-1 1 0 0,-1-1-1 0 0,-2 0 0 0 0,0-1 1 0 0,17-47-1 0 0,-3-2 859 0 0,29-130 0 0 0,-3-83 7355 0 0,-56 279-5840 0 0,-4 19-1040 0 0,-8 20 85 0 0,13-29-868 0 0,-112 352 4986 0 0,95-293-4589 0 0,13-45-389 0 0,-40 165 510 0 0,40-154-502 0 0,0 0 0 0 0,2 0 0 0 0,0 0 0 0 0,2 1 0 0 0,4 28 0 0 0,-3-46-57 0 0,0-1 1 0 0,0 0-1 0 0,1 0 1 0 0,0 0-1 0 0,4 7 1 0 0,-5-12-72 0 0,-1 0 0 0 0,1 0 0 0 0,0 0 0 0 0,0-1 0 0 0,1 1 1 0 0,-1 0-1 0 0,0-1 0 0 0,1 1 0 0 0,-1-1 0 0 0,1 0 1 0 0,-1 1-1 0 0,1-1 0 0 0,-1 0 0 0 0,1 0 0 0 0,0 0 0 0 0,0 0 1 0 0,-1 0-1 0 0,1 0 0 0 0,0-1 0 0 0,0 1 0 0 0,0 0 1 0 0,0-1-1 0 0,0 0 0 0 0,0 1 0 0 0,3-1 0 0 0,2-1-315 0 0,1 1 0 0 0,-1-2 0 0 0,1 1 0 0 0,-1-1 0 0 0,1 0 0 0 0,-1 0-1 0 0,0-1 1 0 0,0 0 0 0 0,0 0 0 0 0,-1-1 0 0 0,1 0 0 0 0,-1 0 0 0 0,8-7 0 0 0,-5 4-802 0 0,0-1 0 0 0,-1-1 0 0 0,0 0 0 0 0,0 0 0 0 0,0-1 0 0 0,-2 0 0 0 0,1 0 0 0 0,5-12 0 0 0,-2-4-4507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3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69 2452 0 0,'-47'-13'7409'0'0,"-62"-9"-1"0"0,78 16-5284 0 0,28 6-998 0 0,6-1-986 0 0,100-7-237 0 0,90-7-3621 0 0,-63 11-4192 0 0,-89 4 1380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41 382 1252 0 0,'-2'1'1981'0'0,"-2"1"-1017"0"0,0 0-135 0 0,1-1 0 0 0,0 1-1 0 0,0 0 1 0 0,1-1-1 0 0,-1 1 1 0 0,0 1 0 0 0,-4 3-1 0 0,7-5-638 0 0,-1 0-1 0 0,0 1 0 0 0,0-1 1 0 0,1 0-1 0 0,-1 1 1 0 0,0-1-1 0 0,1 1 1 0 0,0-1-1 0 0,-1 1 1 0 0,1-1-1 0 0,0 1 0 0 0,0 0 1 0 0,0-1-1 0 0,0 1 1 0 0,0-1-1 0 0,0 1 1 0 0,0-1-1 0 0,0 1 1 0 0,1-1-1 0 0,-1 1 0 0 0,0-1 1 0 0,2 3-1 0 0,0 2 84 0 0,0 0 1 0 0,0 0-1 0 0,1-1 0 0 0,0 1 0 0 0,7 9 0 0 0,-9-13-240 0 0,1 0 0 0 0,0 0 0 0 0,-1 0 0 0 0,1-1 0 0 0,0 1 0 0 0,0 0 0 0 0,0-1 0 0 0,0 0 0 0 0,0 1 0 0 0,1-1 0 0 0,-1 0 0 0 0,0 0 1 0 0,1 0-1 0 0,-1-1 0 0 0,0 1 0 0 0,1 0 0 0 0,-1-1 0 0 0,1 0 0 0 0,-1 1 0 0 0,1-1 0 0 0,2-1 0 0 0,6 0-16 0 0,1 0 0 0 0,-1-1 1 0 0,-1-1-1 0 0,1 0 0 0 0,0-1 0 0 0,-1 0 1 0 0,0 0-1 0 0,1-1 0 0 0,-2 0 0 0 0,1-1 1 0 0,-1 0-1 0 0,0-1 0 0 0,0 0 0 0 0,0 0 1 0 0,7-9-1 0 0,2-4-71 0 0,-1-1-1 0 0,-1 0 1 0 0,-1-1-1 0 0,-1-1 1 0 0,16-34-1 0 0,41-118-165 0 0,-49 118 285 0 0,-11 30-92 0 0,-11 25 45 0 0,-12 19 87 0 0,-2 12-205 0 0,2 1 0 0 0,1 0 0 0 0,1 1 0 0 0,2 0 0 0 0,1 0 0 0 0,1 1 0 0 0,2 0 0 0 0,-1 40 0 0 0,5-65-499 0 0,0 1 0 0 0,1-1 0 0 0,0 1 0 0 0,4 11 0 0 0,9 10-5180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4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90 536 0 0,'3'-5'845'0'0,"-1"0"0"0"0,1 0 0 0 0,-1 0 0 0 0,0 0 0 0 0,0 0-1 0 0,0-1 1 0 0,-1 1 0 0 0,0-1 0 0 0,0 1 0 0 0,-1-1 0 0 0,1 1 0 0 0,-2-10 0 0 0,1 14-783 0 0,0 0-1 0 0,0 1 1 0 0,-1-1 0 0 0,1 1 0 0 0,0-1 0 0 0,-1 0-1 0 0,1 1 1 0 0,-1-1 0 0 0,1 1 0 0 0,-1-1 0 0 0,1 1 0 0 0,-1-1-1 0 0,1 1 1 0 0,-1-1 0 0 0,1 1 0 0 0,-1-1 0 0 0,0 1 0 0 0,1 0-1 0 0,-1 0 1 0 0,0-1 0 0 0,1 1 0 0 0,-1 0 0 0 0,0 0 0 0 0,1-1-1 0 0,-1 1 1 0 0,0 0 0 0 0,1 0 0 0 0,-1 0 0 0 0,0 0-1 0 0,0 0 1 0 0,1 0 0 0 0,-1 0 0 0 0,0 1 0 0 0,1-1 0 0 0,-1 0-1 0 0,0 0 1 0 0,1 0 0 0 0,-1 1 0 0 0,0-1 0 0 0,1 0 0 0 0,-1 1-1 0 0,0-1 1 0 0,0 1 0 0 0,-7 4 111 0 0,-1 0 0 0 0,1 0 0 0 0,1 1 0 0 0,-1 0 0 0 0,1 0 0 0 0,0 1 0 0 0,0 0 0 0 0,1 0-1 0 0,0 0 1 0 0,0 1 0 0 0,-4 10 0 0 0,7-14-148 0 0,1 0 1 0 0,0 0-1 0 0,0 0 0 0 0,0 0 0 0 0,1 0 0 0 0,0 1 0 0 0,-1-1 0 0 0,2 1 0 0 0,-1-1 1 0 0,0 1-1 0 0,1 0 0 0 0,0-1 0 0 0,0 1 0 0 0,0-1 0 0 0,1 1 0 0 0,-1-1 0 0 0,1 1 0 0 0,0-1 1 0 0,1 1-1 0 0,-1-1 0 0 0,1 0 0 0 0,0 1 0 0 0,0-1 0 0 0,0 0 0 0 0,0 0 0 0 0,4 4 1 0 0,52 56 798 0 0,-1-1 902 0 0,-56-62-1684 0 0,-1 0-1 0 0,1 0 0 0 0,-1 0 1 0 0,1 0-1 0 0,-1 0 1 0 0,1 0-1 0 0,-1 1 0 0 0,0-1 1 0 0,0 0-1 0 0,0 0 0 0 0,1 0 1 0 0,-1 1-1 0 0,0-1 0 0 0,-1 0 1 0 0,1 0-1 0 0,0 0 0 0 0,0 1 1 0 0,0-1-1 0 0,-1 0 0 0 0,1 0 1 0 0,0 0-1 0 0,-1 1 0 0 0,1-1 1 0 0,-1 0-1 0 0,0 0 0 0 0,1 0 1 0 0,-1 0-1 0 0,0 0 0 0 0,0 0 1 0 0,1 0-1 0 0,-1-1 0 0 0,0 1 1 0 0,0 0-1 0 0,0 0 0 0 0,0-1 1 0 0,0 1-1 0 0,-2 0 0 0 0,-3 4 20 0 0,0-1-1 0 0,-1 0 1 0 0,0-1-1 0 0,-9 4 0 0 0,4-2-245 0 0,-1 0-1 0 0,0-2 0 0 0,0 1 0 0 0,-1-2 1 0 0,1 0-1 0 0,-1 0 0 0 0,1-2 1 0 0,-1 1-1 0 0,-22-4 0 0 0,25 2-1095 0 0,0-2-1 0 0,0 1 1 0 0,0-1 0 0 0,1-1-1 0 0,0 0 1 0 0,-1-1-1 0 0,-14-9 1 0 0,1-1-5624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4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1008 0 0,'0'-17'2480'0'0,"0"5"-612"0"0,0 0-179 0 0,2 2 731 0 0,-2-7-1044 0 0,-2 3-980 0 0,6 3-744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5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50 841 652 0 0,'-5'4'1176'0'0,"0"1"0"0"0,0-1 0 0 0,1 1 0 0 0,-1 0 0 0 0,1 0 1 0 0,0 0-1 0 0,-4 9 0 0 0,6-11-965 0 0,1 0 0 0 0,0 0 0 0 0,-1 0 0 0 0,1 0 0 0 0,1 0 0 0 0,-1 1 0 0 0,0-1 0 0 0,1 0 0 0 0,0 1 0 0 0,-1-1 1 0 0,1 0-1 0 0,1 1 0 0 0,-1-1 0 0 0,0 0 0 0 0,2 7 0 0 0,-1-9-185 0 0,0 0 0 0 0,-1 0 1 0 0,1 0-1 0 0,0 0 0 0 0,0 0 1 0 0,0 0-1 0 0,0 0 0 0 0,0 0 0 0 0,0 0 1 0 0,0 0-1 0 0,0 0 0 0 0,0-1 1 0 0,0 1-1 0 0,0 0 0 0 0,0-1 1 0 0,1 1-1 0 0,-1-1 0 0 0,0 1 0 0 0,0-1 1 0 0,1 0-1 0 0,-1 1 0 0 0,0-1 1 0 0,1 0-1 0 0,-1 0 0 0 0,0 0 0 0 0,1 0 1 0 0,1 0-1 0 0,14-4 18 0 0,-1 0 0 0 0,0-1 0 0 0,1 0 0 0 0,-1-1-1 0 0,-1-1 1 0 0,0-1 0 0 0,0 0 0 0 0,0-1 0 0 0,22-18 0 0 0,-14 9-44 0 0,-2-1 0 0 0,0-1 1 0 0,-2 0-1 0 0,0-2 0 0 0,19-28 1 0 0,-13 9-46 0 0,-1 0 0 0 0,-3-2 0 0 0,-1-1 0 0 0,21-68 0 0 0,-13 12 28 0 0,16-103 1 0 0,-38 167 172 0 0,3-60 0 0 0,-8 96-153 0 0,-1-1-1 0 0,0 1 0 0 0,0-1 1 0 0,0 0-1 0 0,0 1 1 0 0,0-1-1 0 0,0 0 0 0 0,0 1 1 0 0,0-1-1 0 0,-1 1 1 0 0,1-1-1 0 0,0 0 0 0 0,0 1 1 0 0,0-1-1 0 0,-1 1 0 0 0,1-1 1 0 0,0 0-1 0 0,0 1 1 0 0,-1-1-1 0 0,1 1 0 0 0,-1-1 1 0 0,1 1-1 0 0,-1-1 0 0 0,0 1-1 0 0,1 0 0 0 0,-1 0-1 0 0,1 0 1 0 0,-1 0 0 0 0,0 0-1 0 0,1 0 1 0 0,-1 0 0 0 0,1 1-1 0 0,-1-1 1 0 0,1 0 0 0 0,-1 0-1 0 0,1 1 1 0 0,-1-1 0 0 0,1 0-1 0 0,0 0 1 0 0,-1 1 0 0 0,1-1-1 0 0,-1 1 1 0 0,1-1 0 0 0,-1 1-1 0 0,-18 24 19 0 0,-12 34 26 0 0,2 0-1 0 0,3 2 1 0 0,2 1 0 0 0,-24 101-1 0 0,40-132 24 0 0,2 1 0 0 0,-4 42 0 0 0,9-62-165 0 0,1-1 0 0 0,0 1 0 0 0,1-1 0 0 0,0 1-1 0 0,0-1 1 0 0,2 0 0 0 0,-1 1 0 0 0,1-1 0 0 0,10 21 0 0 0,-11-28-59 0 0,1 0 0 0 0,-1 1 1 0 0,1-1-1 0 0,0-1 0 0 0,1 1 1 0 0,-1 0-1 0 0,1-1 0 0 0,-1 1 1 0 0,1-1-1 0 0,0 0 0 0 0,1-1 1 0 0,-1 1-1 0 0,0-1 0 0 0,1 1 1 0 0,-1-1-1 0 0,1 0 0 0 0,0-1 1 0 0,-1 1-1 0 0,9 0 0 0 0,-1 0-565 0 0,0-1-1 0 0,0 0 1 0 0,0-1-1 0 0,0 0 0 0 0,0-1 1 0 0,0-1-1 0 0,12-2 0 0 0,8-3-2202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6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115 260 1248 0 0,'12'-39'2408'0'0,"-2"1"-1"0"0,-2-2 0 0 0,-2 1 1 0 0,3-64-1 0 0,-23 134-1234 0 0,-92 392 1246 0 0,103-408-2376 0 0,-33 208 475 0 0,36-206-357 0 0,0-17-159 0 0,0 0 0 0 0,1 0 0 0 0,-1 0 0 0 0,0 0-1 0 0,0 0 1 0 0,0 0 0 0 0,0 0 0 0 0,0 0 0 0 0,1 0-1 0 0,-1 0 1 0 0,0 0 0 0 0,0 0 0 0 0,0 0 0 0 0,0 0-1 0 0,1 0 1 0 0,-1 0 0 0 0,0 0 0 0 0,0 0 0 0 0,0 0-1 0 0,0 0 1 0 0,0 0 0 0 0,1 0 0 0 0,-1 0 0 0 0,0 0-1 0 0,0 0 1 0 0,0-1 0 0 0,0 1 0 0 0,0 0 0 0 0,0 0-1 0 0,1 0 1 0 0,-1 0 0 0 0,0 0 0 0 0,0 0-1 0 0,0-1 1 0 0,0 1 0 0 0,0 0 0 0 0,0 0 0 0 0,0 0-1 0 0,0 0 1 0 0,0 0 0 0 0,0-1 0 0 0,0 1 0 0 0,0 0-1 0 0,0 0 1 0 0,0 0 0 0 0,16-34 19 0 0,-12 23-34 0 0,1 0 1 0 0,11-25-68 0 0,35-58-1 0 0,-46 86 58 0 0,1 0 0 0 0,-1 1 0 0 0,1 0 0 0 0,0 0 0 0 0,1 0-1 0 0,0 0 1 0 0,0 1 0 0 0,0 0 0 0 0,1 1 0 0 0,0 0 0 0 0,0 0 0 0 0,0 0 0 0 0,9-3 0 0 0,-15 7 19 0 0,1 1-1 0 0,-1-1 1 0 0,1 0 0 0 0,-1 1 0 0 0,1-1 0 0 0,0 1 0 0 0,-1 0 0 0 0,1 0 0 0 0,-1 0 0 0 0,1 0 0 0 0,0 0 0 0 0,-1 1 0 0 0,1-1 0 0 0,-1 1 0 0 0,1 0 0 0 0,-1-1 0 0 0,1 1 0 0 0,-1 0-1 0 0,0 1 1 0 0,3 0 0 0 0,-2 1 9 0 0,0-1 0 0 0,0 1 0 0 0,0 0 0 0 0,0 0 0 0 0,-1 0 0 0 0,1 1 0 0 0,-1-1 0 0 0,0 0 0 0 0,0 1 0 0 0,0 0 0 0 0,2 5 0 0 0,0 7 48 0 0,1 0 1 0 0,-2 0-1 0 0,0 0 0 0 0,1 32 0 0 0,-5 5 79 0 0,0 11-52 0 0,2-58-70 0 0,-1 1-1 0 0,1-1 1 0 0,0 0 0 0 0,1 0 0 0 0,-1 0 0 0 0,1 0 0 0 0,5 9 0 0 0,-6-12-7 0 0,1 0-1 0 0,0 0 1 0 0,0-1-1 0 0,0 1 1 0 0,0-1 0 0 0,0 0-1 0 0,1 1 1 0 0,-1-1-1 0 0,1 0 1 0 0,-1 0 0 0 0,1-1-1 0 0,0 1 1 0 0,0 0-1 0 0,0-1 1 0 0,5 2 0 0 0,-2-1-1 0 0,0-1 1 0 0,0 0-1 0 0,0 0 0 0 0,0 0 1 0 0,0-1-1 0 0,1 0 1 0 0,9-1-1 0 0,0-1-7 0 0,0-1 0 0 0,-1-1-1 0 0,1 0 1 0 0,-1-1 0 0 0,23-11-1 0 0,-16 4 12 0 0,-1 0 0 0 0,0-2-1 0 0,-1 0 1 0 0,-1-1 0 0 0,0-1-1 0 0,-1 0 1 0 0,-1-2 0 0 0,-1 0-1 0 0,0-1 1 0 0,-1 0 0 0 0,-1-1 0 0 0,-1-1-1 0 0,-1 0 1 0 0,-1-1 0 0 0,0 0-1 0 0,9-32 1 0 0,-20 53 1 0 0,0 1 0 0 0,1-1 0 0 0,-1 0 0 0 0,0 0 0 0 0,0 1 0 0 0,0-1 0 0 0,1 0 0 0 0,-1 0 0 0 0,0 1 0 0 0,0-1 0 0 0,0 0 0 0 0,0 0 0 0 0,0 0 0 0 0,-1 1 0 0 0,1-1 0 0 0,0 0 0 0 0,0-1 1 0 0,-1 2-7 0 0,1 0 1 0 0,0 0-1 0 0,-1 0 1 0 0,1 0-1 0 0,0 0 1 0 0,0 0 0 0 0,-1 0-1 0 0,1 0 1 0 0,0-1-1 0 0,-1 1 1 0 0,1 0 0 0 0,0 0-1 0 0,-1 0 1 0 0,1 1-1 0 0,0-1 1 0 0,0 0-1 0 0,-1 0 1 0 0,1 0 0 0 0,0 0-1 0 0,-1 0 1 0 0,1 0-1 0 0,0 0 1 0 0,0 0 0 0 0,-1 1-1 0 0,1-1 1 0 0,0 0-1 0 0,0 0 1 0 0,-1 1-1 0 0,-2 1 12 0 0,0 0 0 0 0,1 0 0 0 0,-1 1 0 0 0,1-1-1 0 0,0 1 1 0 0,-1 0 0 0 0,-1 2 0 0 0,-2 8 76 0 0,0 0 0 0 0,0 0 0 0 0,1 1 0 0 0,1-1 0 0 0,0 1 1 0 0,1 0-1 0 0,1 0 0 0 0,0 0 0 0 0,1 0 0 0 0,0 1 0 0 0,1-1 0 0 0,1 0 1 0 0,3 23-1 0 0,-3-32-78 0 0,0-1 0 0 0,0 0 0 0 0,0 1 0 0 0,1-1 0 0 0,0 0 0 0 0,-1 0 1 0 0,1 0-1 0 0,1-1 0 0 0,-1 1 0 0 0,1 0 0 0 0,-1-1 0 0 0,1 1 0 0 0,0-1 0 0 0,0 0 1 0 0,0 0-1 0 0,8 5 0 0 0,-6-6-129 0 0,-1 1 0 0 0,1-1 1 0 0,0 0-1 0 0,0-1 0 0 0,0 1 1 0 0,1-1-1 0 0,-1 0 0 0 0,0 0 0 0 0,0-1 1 0 0,1 0-1 0 0,-1 0 0 0 0,0 0 1 0 0,10-2-1 0 0,-5 1-516 0 0,-1-1-1 0 0,0-1 1 0 0,0 1-1 0 0,0-2 1 0 0,0 1-1 0 0,15-10 1 0 0,22-19-5347 0 0,-25 14 892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6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43 2180 0 0,'-181'15'12845'0'0,"185"-14"-12505"0"0,22-1-148 0 0,0-1-1 0 0,-1-2 1 0 0,30-5-1 0 0,6-1-167 0 0,162-12-2325 0 0,-85 9-4052 0 0,-81 7 1256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7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6 151 2028 0 0,'-1'-4'538'0'0,"-1"0"1"0"0,1 0-1 0 0,1 0 0 0 0,-1 0 0 0 0,1 0 0 0 0,-1 0 0 0 0,1 0 1 0 0,0 0-1 0 0,1-1 0 0 0,0-5 0 0 0,0 5-369 0 0,1 1 0 0 0,-1 0 0 0 0,1 0 0 0 0,0 0 0 0 0,0 0 0 0 0,1 1 0 0 0,-1-1 0 0 0,1 0 0 0 0,-1 1 0 0 0,1 0 0 0 0,0-1 0 0 0,1 1 0 0 0,-1 0 0 0 0,0 1 0 0 0,6-4 0 0 0,0 0-15 0 0,0 1 1 0 0,0 0 0 0 0,0 1-1 0 0,0 0 1 0 0,1 1 0 0 0,-1 0-1 0 0,1 0 1 0 0,0 1 0 0 0,0 0 0 0 0,0 1-1 0 0,0 0 1 0 0,0 0 0 0 0,0 1-1 0 0,0 1 1 0 0,1 0 0 0 0,-1 0-1 0 0,0 1 1 0 0,12 3 0 0 0,-14-2-86 0 0,-1-1 1 0 0,0 1-1 0 0,0 0 1 0 0,0 1 0 0 0,0 0-1 0 0,-1 0 1 0 0,0 0-1 0 0,1 1 1 0 0,-1 0-1 0 0,-1 0 1 0 0,1 0 0 0 0,-1 1-1 0 0,0 0 1 0 0,0 0-1 0 0,-1 0 1 0 0,0 0-1 0 0,0 1 1 0 0,0 0 0 0 0,-1 0-1 0 0,0 0 1 0 0,0 0-1 0 0,-1 0 1 0 0,0 1-1 0 0,2 11 1 0 0,-2-5-6 0 0,-2 1 0 0 0,1-1 0 0 0,-2 0 0 0 0,0 0 0 0 0,0 0 0 0 0,-2 0 0 0 0,0 0 0 0 0,0 0 0 0 0,-1-1 0 0 0,-7 15 0 0 0,-7 14 152 0 0,-43 68 0 0 0,57-105-191 0 0,-4 5 32 0 0,2-12-20 0 0,6 1-37 0 0,-1 0 0 0 0,1 0 0 0 0,0 0 1 0 0,-1 0-1 0 0,1 0 0 0 0,0 0 0 0 0,0 0 0 0 0,-1 0 0 0 0,1 0 0 0 0,0-1 0 0 0,0 1 0 0 0,0 0 0 0 0,0 0 0 0 0,1-2 0 0 0,5-20-27 0 0,1 0-1 0 0,2 0 1 0 0,0 1-1 0 0,16-28 1 0 0,-2 9 21 0 0,37-46 1 0 0,-40 62 40 0 0,0 0 0 0 0,46-42 0 0 0,-57 59-33 0 0,0 0-1 0 0,1 1 1 0 0,0 1 0 0 0,0-1 0 0 0,0 2-1 0 0,0-1 1 0 0,1 1 0 0 0,0 1-1 0 0,0 0 1 0 0,0 0 0 0 0,17-2 0 0 0,-24 6 5 0 0,0-1 1 0 0,0 1 0 0 0,0 0 0 0 0,0 0 0 0 0,0 0 0 0 0,0 1 0 0 0,0 0 0 0 0,-1-1 0 0 0,1 1 0 0 0,0 1 0 0 0,0-1 0 0 0,-1 0 0 0 0,1 1 0 0 0,0 0 0 0 0,-1 0 0 0 0,0 0 0 0 0,4 2 0 0 0,-3 0 15 0 0,0 0-1 0 0,0 1 1 0 0,0-1-1 0 0,-1 1 1 0 0,0-1-1 0 0,0 1 0 0 0,0 0 1 0 0,0 0-1 0 0,-1 0 1 0 0,3 10-1 0 0,0 3 25 0 0,-1 0-1 0 0,0 1 0 0 0,-2-1 0 0 0,0 1 1 0 0,-2 0-1 0 0,0 20 0 0 0,-2-17-466 0 0,1-4-683 0 0,1 32 1 0 0,1-44-49 0 0,0-1 0 0 0,0 1 0 0 0,0-1 0 0 0,1 1 0 0 0,3 8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7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215 219 2616 0 0,'11'-29'13074'0'0,"-10"28"-12960"0"0,0 0 1 0 0,0 1-1 0 0,-1-1 1 0 0,1 0-1 0 0,0 1 0 0 0,0-1 1 0 0,0 0-1 0 0,0 1 0 0 0,0-1 1 0 0,0 1-1 0 0,0 0 1 0 0,0-1-1 0 0,0 1 0 0 0,0 0 1 0 0,0-1-1 0 0,0 1 0 0 0,0 0 1 0 0,0 0-1 0 0,2 0 1 0 0,24 4 429 0 0,-21-3-496 0 0,0 1 1 0 0,0-2-1 0 0,0 1 0 0 0,11 0 1 0 0,-10-2-18 0 0,0 0 1 0 0,1 0-1 0 0,-1 0 0 0 0,0-1 1 0 0,1 0-1 0 0,6-3 1 0 0,-11 4-36 0 0,-1-1 0 0 0,0 1 1 0 0,1 0-1 0 0,-1-1 1 0 0,0 0-1 0 0,0 1 0 0 0,0-1 1 0 0,0 0-1 0 0,-1 0 1 0 0,1 0-1 0 0,0 0 0 0 0,-1 0 1 0 0,1 0-1 0 0,-1-1 1 0 0,0 1-1 0 0,0-1 0 0 0,0 1 1 0 0,0 0-1 0 0,0-1 1 0 0,0 0-1 0 0,0-4 0 0 0,0 2-18 0 0,-1-1-1 0 0,1 0 0 0 0,-1 0 0 0 0,0 0 1 0 0,-1 1-1 0 0,0-1 0 0 0,0 0 0 0 0,0 0 1 0 0,0 1-1 0 0,-1-1 0 0 0,0 1 0 0 0,0-1 1 0 0,0 1-1 0 0,-4-6 0 0 0,4 8 16 0 0,0 0 1 0 0,0 1-1 0 0,-1-1 0 0 0,1 0 0 0 0,0 1 1 0 0,-1 0-1 0 0,0-1 0 0 0,1 1 0 0 0,-1 0 1 0 0,0 0-1 0 0,0 1 0 0 0,0-1 0 0 0,0 1 1 0 0,0-1-1 0 0,-1 1 0 0 0,1 0 0 0 0,0 0 1 0 0,0 1-1 0 0,-1-1 0 0 0,1 0 0 0 0,-1 1 1 0 0,1 0-1 0 0,-1 0 0 0 0,-5 1 0 0 0,-4 1 17 0 0,1 1 0 0 0,0 0 0 0 0,0 1-1 0 0,0 1 1 0 0,1 0 0 0 0,0 0 0 0 0,0 1-1 0 0,0 0 1 0 0,0 1 0 0 0,-11 10-1 0 0,2 0 120 0 0,0 1-1 0 0,1 1 0 0 0,-29 38 0 0 0,39-47-94 0 0,2 0-1 0 0,0 1 0 0 0,0 0 1 0 0,1 0-1 0 0,0 0 0 0 0,1 1 0 0 0,0 0 1 0 0,1 0-1 0 0,1 0 0 0 0,0 1 0 0 0,-2 13 1 0 0,5-22-24 0 0,0 0 1 0 0,0-1 0 0 0,0 1-1 0 0,0 0 1 0 0,1 0 0 0 0,0 0-1 0 0,-1 0 1 0 0,1 0 0 0 0,1 0-1 0 0,-1 0 1 0 0,1-1 0 0 0,-1 1-1 0 0,1-1 1 0 0,0 1 0 0 0,0-1-1 0 0,1 0 1 0 0,3 5-1 0 0,-2-4-91 0 0,0-1-1 0 0,1 1 0 0 0,0-1 0 0 0,0 1 0 0 0,0-2 0 0 0,0 1 0 0 0,0 0 0 0 0,1-1 0 0 0,-1 0 1 0 0,11 2-1 0 0,0 0-428 0 0,1-2 1 0 0,0 0 0 0 0,0-1 0 0 0,0-1-1 0 0,1 0 1 0 0,-1-2 0 0 0,18-2 0 0 0,-18 0 188 0 0,-1 0 1 0 0,0-2 0 0 0,-1 1-1 0 0,1-2 1 0 0,-1 0 0 0 0,0 0-1 0 0,-1-2 1 0 0,0 0-1 0 0,0 0 1 0 0,-1-2 0 0 0,0 1-1 0 0,18-21 1 0 0,-15 14 533 0 0,-1-1 0 0 0,-1-1 0 0 0,15-26 0 0 0,-17 23 1266 0 0,0-1 1 0 0,14-42 0 0 0,0-6 2616 0 0,-26 69-3326 0 0,0 5-526 0 0,-20 61 1171 0 0,11-35-994 0 0,-10 44-1 0 0,16-55-395 0 0,0-4-20 0 0,0 0 1 0 0,1 0-1 0 0,1 1 1 0 0,0-1-1 0 0,1 0 1 0 0,1 1-1 0 0,0-1 1 0 0,3 17-1 0 0,-3-29-140 0 0,-1-1 0 0 0,1 1 0 0 0,-1 0-1 0 0,1-1 1 0 0,0 1 0 0 0,0 0-1 0 0,0-1 1 0 0,0 1 0 0 0,0-1-1 0 0,0 0 1 0 0,0 1 0 0 0,0-1-1 0 0,0 0 1 0 0,1 0 0 0 0,-1 0-1 0 0,0 1 1 0 0,1-2 0 0 0,-1 1 0 0 0,1 0-1 0 0,-1 0 1 0 0,1 0 0 0 0,0-1-1 0 0,-1 1 1 0 0,1-1 0 0 0,0 1-1 0 0,0-1 1 0 0,-1 1 0 0 0,1-1-1 0 0,0 0 1 0 0,0 0 0 0 0,-1 0-1 0 0,1 0 1 0 0,0 0 0 0 0,0-1 0 0 0,-1 1-1 0 0,1 0 1 0 0,3-2 0 0 0,0 0-785 0 0,1 0-1 0 0,-1 0 1 0 0,0 0 0 0 0,1-1 0 0 0,-1 0 0 0 0,0 0 0 0 0,0 0 0 0 0,-1 0 0 0 0,1-1 0 0 0,6-7 0 0 0,1-4-4611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8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9 1560 0 0,'-17'-5'1296'0'0,"1"1"-240"0"0,2 4-272 0 0,-3 0-132 0 0,3 2-191 0 0,-1 3-97 0 0,1 0-252 0 0,-1 6-432 0 0,4-3-1557 0 0,-2 4 193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9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860 689 1848 0 0,'4'-3'902'0'0,"1"0"0"0"0,-1-1 0 0 0,0 1-1 0 0,0-1 1 0 0,0 0 0 0 0,0 0 0 0 0,0-1-1 0 0,-1 1 1 0 0,5-10 0 0 0,-4 7 9 0 0,0-1 0 0 0,-1 1 0 0 0,0-1 0 0 0,0 0 0 0 0,2-14 0 0 0,-4 21-851 0 0,-1-1 0 0 0,0 1 0 0 0,1-1 1 0 0,-1 1-1 0 0,0-1 0 0 0,0 0 0 0 0,0 1 0 0 0,0-1 0 0 0,0 1 0 0 0,-1-1 0 0 0,1 1 0 0 0,0-1 0 0 0,-1 1 0 0 0,1-1 1 0 0,-1 1-1 0 0,1 0 0 0 0,-1-1 0 0 0,0 1 0 0 0,0 0 0 0 0,1-1 0 0 0,-1 1 0 0 0,0 0 0 0 0,0 0 0 0 0,0 0 0 0 0,-1 0 1 0 0,1 0-1 0 0,0 0 0 0 0,0 0 0 0 0,0 0 0 0 0,-3-1 0 0 0,2 1-30 0 0,-1 0 1 0 0,0 0-1 0 0,0 1 1 0 0,0-1-1 0 0,0 1 1 0 0,0-1-1 0 0,0 1 1 0 0,0 0-1 0 0,0 1 1 0 0,0-1-1 0 0,0 0 1 0 0,0 1-1 0 0,-6 1 1 0 0,-3 3-9 0 0,0 0 0 0 0,0 0 0 0 0,0 1 1 0 0,1 1-1 0 0,0 0 0 0 0,1 0 0 0 0,-1 1 1 0 0,-14 15-1 0 0,3 0 3 0 0,0 1 0 0 0,-23 35 1 0 0,35-45-42 0 0,0 0 0 0 0,2 1 0 0 0,0 1 0 0 0,-7 17 0 0 0,13-28-59 0 0,0 0 1 0 0,0 0-1 0 0,1 0 0 0 0,0 0 0 0 0,0 0 1 0 0,0 1-1 0 0,0-1 0 0 0,1 0 0 0 0,0 1 1 0 0,0-1-1 0 0,1 0 0 0 0,-1 0 1 0 0,1 1-1 0 0,1-1 0 0 0,-1 0 0 0 0,0 0 1 0 0,4 7-1 0 0,-3-10 38 0 0,-1 1 0 0 0,1-1 0 0 0,0 0 0 0 0,0 0 0 0 0,0 0 0 0 0,1 0 0 0 0,-1 0 0 0 0,0 0 1 0 0,1-1-1 0 0,-1 1 0 0 0,1-1 0 0 0,0 0 0 0 0,-1 0 0 0 0,1 1 0 0 0,0-2 0 0 0,0 1 0 0 0,-1 0 0 0 0,1-1 0 0 0,0 1 0 0 0,0-1 0 0 0,0 0 0 0 0,0 0 0 0 0,0 0 1 0 0,0 0-1 0 0,4-1 0 0 0,2 0 0 0 0,-1-1 0 0 0,0 1 0 0 0,0-2 0 0 0,0 1 0 0 0,0-1 0 0 0,0 0 0 0 0,13-8 0 0 0,-11 5 28 0 0,-1-1 1 0 0,0 0-1 0 0,0-1 0 0 0,-1 0 0 0 0,0 0 0 0 0,0-1 0 0 0,-1 0 0 0 0,0 0 0 0 0,6-12 0 0 0,3-9 522 0 0,22-56 0 0 0,-56 168 236 0 0,-75 299 896 0 0,29-106-1020 0 0,-21-6-261 0 0,75-244-319 0 0,0 0-1 0 0,-2-1 1 0 0,-1 0 0 0 0,-1 0-1 0 0,-1-2 1 0 0,-1 1-1 0 0,-29 30 1 0 0,37-45-37 0 0,-1 0-1 0 0,0 0 1 0 0,-1-1-1 0 0,0 0 1 0 0,0 0-1 0 0,0-1 1 0 0,-1-1 0 0 0,0 0-1 0 0,0 0 1 0 0,0-1-1 0 0,-1 0 1 0 0,1-1-1 0 0,-1-1 1 0 0,0 0-1 0 0,0 0 1 0 0,0-1 0 0 0,0-1-1 0 0,0 0 1 0 0,-18-2-1 0 0,13 0 4 0 0,0-2-1 0 0,0 0 0 0 0,1 0 0 0 0,-1-2 1 0 0,1 0-1 0 0,0-1 0 0 0,0 0 1 0 0,1-1-1 0 0,-22-16 0 0 0,30 19-7 0 0,1 0 1 0 0,0 0-1 0 0,0 0 0 0 0,1-1 0 0 0,0 1 0 0 0,-1-1 0 0 0,2-1 1 0 0,-1 1-1 0 0,1-1 0 0 0,0 0 0 0 0,0 0 0 0 0,1 0 0 0 0,0 0 0 0 0,0 0 1 0 0,1-1-1 0 0,0 1 0 0 0,0-1 0 0 0,1 0 0 0 0,0 0 0 0 0,0 1 0 0 0,1-1 1 0 0,0 0-1 0 0,1-11 0 0 0,3 2-21 0 0,0 0-1 0 0,1-1 1 0 0,0 2 0 0 0,2-1 0 0 0,0 1-1 0 0,1-1 1 0 0,19-27 0 0 0,0 5-129 0 0,58-62-1 0 0,126-102-694 0 0,16 16-245 0 0,-65 57 154 0 0,496-471-3180 0 0,-648 590 4068 0 0,103-112-550 0 0,-95 102 559 0 0,-2-2 1 0 0,0 1-1 0 0,24-51 1 0 0,-34 62 191 0 0,-2-1 0 0 0,1 0 0 0 0,3-23 1 0 0,-7 33-87 0 0,-4 4 50 0 0,-2 3-35 0 0,-1 1 0 0 0,1-1 0 0 0,0 1 0 0 0,0 0 0 0 0,1 0 0 0 0,0 1 0 0 0,0-1 0 0 0,-4 10 0 0 0,-25 65 291 0 0,24-55-254 0 0,-61 158 583 0 0,-49 215 0 0 0,113-374-674 0 0,2-15 6 0 0,1 0 1 0 0,1 1 0 0 0,0-1 0 0 0,0 1 0 0 0,1 0 0 0 0,1 0 0 0 0,0 15 0 0 0,1-25-36 0 0,-1-1 0 0 0,0 1 1 0 0,1 0-1 0 0,-1-1 1 0 0,0 1-1 0 0,1-1 1 0 0,-1 1-1 0 0,0-1 1 0 0,1 1-1 0 0,-1-1 1 0 0,1 1-1 0 0,-1-1 1 0 0,1 0-1 0 0,-1 1 1 0 0,1-1-1 0 0,-1 0 1 0 0,1 1-1 0 0,0-1 0 0 0,-1 0 1 0 0,1 0-1 0 0,-1 1 1 0 0,1-1-1 0 0,0 0 1 0 0,-1 0-1 0 0,1 0 1 0 0,0 0-1 0 0,-1 0 1 0 0,1 0-1 0 0,0 0 1 0 0,-1 0-1 0 0,1 0 1 0 0,0 0-1 0 0,22-6 59 0 0,-1-7-64 0 0,0-1 0 0 0,33-27 0 0 0,-32 23 3 0 0,47-29 1 0 0,-60 42 51 0 0,0 0 0 0 0,0 0 0 0 0,1 1 0 0 0,0 0 0 0 0,0 1 0 0 0,19-3 0 0 0,-26 5-8 0 0,-1 1 1 0 0,1 0 0 0 0,-1 1 0 0 0,0-1 0 0 0,1 0 0 0 0,-1 1 0 0 0,0 0 0 0 0,1 0 0 0 0,-1 0-1 0 0,0 0 1 0 0,0 0 0 0 0,0 1 0 0 0,0-1 0 0 0,0 1 0 0 0,0 0 0 0 0,0 0 0 0 0,0 0 0 0 0,-1 0-1 0 0,1 1 1 0 0,-1-1 0 0 0,0 0 0 0 0,0 1 0 0 0,1 0 0 0 0,1 5 0 0 0,4 5 76 0 0,-1 1 1 0 0,0 0-1 0 0,-1 0 1 0 0,4 18-1 0 0,-1-7-82 0 0,-5-13 168 0 0,-2-6-546 0 0,0 1 0 0 0,1-1-1 0 0,0 0 1 0 0,0 0 0 0 0,7 11 0 0 0,-8-15 117 0 0,-1-1-1 0 0,1 1 1 0 0,0-1 0 0 0,-1 0 0 0 0,1 1 0 0 0,0-1 0 0 0,0 0 0 0 0,0 0 0 0 0,0 0 0 0 0,0 0-1 0 0,0-1 1 0 0,0 1 0 0 0,0 0 0 0 0,0-1 0 0 0,0 0 0 0 0,0 1 0 0 0,0-1 0 0 0,1 0 0 0 0,-1 0-1 0 0,0 0 1 0 0,0 0 0 0 0,4-1 0 0 0,-2 0-211 0 0,1-1-1 0 0,-1 1 1 0 0,0-1 0 0 0,0 0-1 0 0,0 0 1 0 0,0 0 0 0 0,0-1 0 0 0,0 1-1 0 0,-1-1 1 0 0,1 0 0 0 0,-1 0-1 0 0,0 0 1 0 0,0 0 0 0 0,4-6-1 0 0,-6 8 255 0 0,17-19-2915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09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105 347 3112 0 0,'88'-337'12053'0'0,"-83"328"-10450"0"0,-3 20-941 0 0,-3 22 76 0 0,-59 255 1896 0 0,13-81-2123 0 0,32-126-193 0 0,15-79-266 0 0,3-2-44 0 0,6-6-9 0 0,0 1-1 0 0,-1-1 0 0 0,1-1 1 0 0,-1 0-1 0 0,0 0 1 0 0,-1 0-1 0 0,12-15 0 0 0,4-3-31 0 0,-16 18 7 0 0,1 0 0 0 0,0 0 0 0 0,0 1 0 0 0,0 0 0 0 0,0 1 0 0 0,1 0 0 0 0,0 0 0 0 0,0 1 0 0 0,17-6 0 0 0,-22 9 19 0 0,-1 1-1 0 0,1-1 1 0 0,-1 0-1 0 0,1 1 1 0 0,-1 0 0 0 0,1 0-1 0 0,0 0 1 0 0,-1 0 0 0 0,1 0-1 0 0,-1 1 1 0 0,1 0-1 0 0,-1-1 1 0 0,1 1 0 0 0,-1 1-1 0 0,1-1 1 0 0,-1 0-1 0 0,0 1 1 0 0,0 0 0 0 0,1 0-1 0 0,-1 0 1 0 0,-1 0-1 0 0,1 0 1 0 0,0 1 0 0 0,0-1-1 0 0,-1 1 1 0 0,0-1 0 0 0,1 1-1 0 0,-1 0 1 0 0,0 0-1 0 0,2 5 1 0 0,-1-4 29 0 0,-1 0 0 0 0,0 0-1 0 0,0 1 1 0 0,0-1 0 0 0,0 1 0 0 0,-1-1 0 0 0,0 1 0 0 0,0 0 0 0 0,0 0-1 0 0,0-1 1 0 0,-1 1 0 0 0,0 0 0 0 0,0 0 0 0 0,0 0 0 0 0,-1-1-1 0 0,-1 8 1 0 0,1-7 31 0 0,-1 1 0 0 0,-1-1 0 0 0,1 0 0 0 0,-1 1 0 0 0,0-1 0 0 0,0 0-1 0 0,0-1 1 0 0,-1 1 0 0 0,0-1 0 0 0,0 1 0 0 0,-8 6 0 0 0,0-2 26 0 0,1-1 0 0 0,-1 0 0 0 0,-1-1 1 0 0,1-1-1 0 0,-1 0 0 0 0,0 0 0 0 0,-1-1 0 0 0,1-1 0 0 0,-1-1 1 0 0,-17 3-1 0 0,17-4-10 0 0,0-1 0 0 0,-1-1 0 0 0,1 0 1 0 0,-24-4-1 0 0,29 3-495 0 0,1-1 0 0 0,0 0 1 0 0,-1-1-1 0 0,1 1 0 0 0,0-1 0 0 0,1-1 0 0 0,-1 0 1 0 0,0 0-1 0 0,-7-6 0 0 0,10 4-2458 0 0,4 5 2472 0 0,1 0 0 0 0,-1-1 0 0 0,1 1 0 0 0,0 0 0 0 0,-1 0 0 0 0,1 0 0 0 0,0 0 0 0 0,0-1-1 0 0,-1 1 1 0 0,1 0 0 0 0,0 0 0 0 0,0 0 0 0 0,0-1 0 0 0,1 1 0 0 0,-1 0 0 0 0,0 0 0 0 0,0 0 0 0 0,1-3 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9 2028 0 0,'5'-8'12290'0'0,"-36"25"-8791"0"0,17-4-3117 0 0,1 0 0 0 0,1 0 0 0 0,1 2 0 0 0,0-1 1 0 0,0 1-1 0 0,2 1 0 0 0,0 0 0 0 0,-10 23 0 0 0,15-28-331 0 0,-1 0 0 0 0,2 1 0 0 0,-1-1 0 0 0,1 1 0 0 0,1 0 0 0 0,0 0 0 0 0,1 0 0 0 0,0 0 0 0 0,1 0 0 0 0,1 1-1 0 0,0-1 1 0 0,0 0 0 0 0,5 19 0 0 0,-5-27-40 0 0,0-1 0 0 0,0 0 0 0 0,1 0-1 0 0,-1-1 1 0 0,1 1 0 0 0,-1 0 0 0 0,1 0-1 0 0,0-1 1 0 0,0 1 0 0 0,0-1 0 0 0,0 0 0 0 0,1 1-1 0 0,-1-1 1 0 0,1 0 0 0 0,-1 0 0 0 0,1 0-1 0 0,0-1 1 0 0,0 1 0 0 0,-1-1 0 0 0,1 0-1 0 0,0 1 1 0 0,0-1 0 0 0,1 0 0 0 0,-1-1-1 0 0,0 1 1 0 0,0-1 0 0 0,0 1 0 0 0,0-1 0 0 0,1 0-1 0 0,-1 0 1 0 0,0 0 0 0 0,0-1 0 0 0,1 1-1 0 0,3-2 1 0 0,1 0 3 0 0,0 0 0 0 0,0 0 1 0 0,-1-1-1 0 0,1 0 0 0 0,-1 0 0 0 0,0-1 0 0 0,0 0 0 0 0,0 0 0 0 0,0-1 1 0 0,-1 0-1 0 0,0 0 0 0 0,0-1 0 0 0,6-6 0 0 0,-3 0-15 0 0,-1-1 0 0 0,0 0 0 0 0,0-1 0 0 0,-2 1-1 0 0,1-2 1 0 0,-2 1 0 0 0,0-1 0 0 0,-1 1 0 0 0,0-1 0 0 0,-1 0 0 0 0,-1-1 0 0 0,0 1-1 0 0,-1 0 1 0 0,-1-1 0 0 0,-2-18 0 0 0,1 28-9 0 0,0 0 1 0 0,0 1-1 0 0,0-1 0 0 0,-1 1 1 0 0,0-1-1 0 0,0 1 0 0 0,-1 0 1 0 0,0-1-1 0 0,1 1 0 0 0,-1 1 1 0 0,-1-1-1 0 0,-4-5 0 0 0,6 8 4 0 0,-1-1-1 0 0,1 1 0 0 0,-1 0 0 0 0,0 0 0 0 0,0 0 0 0 0,1 0 1 0 0,-1 1-1 0 0,-1-1 0 0 0,1 1 0 0 0,0 0 0 0 0,0 0 0 0 0,0 0 1 0 0,-1 0-1 0 0,1 1 0 0 0,-1-1 0 0 0,1 1 0 0 0,0 0 0 0 0,-1 0 1 0 0,1 0-1 0 0,-1 0 0 0 0,-5 2 0 0 0,0 0-35 0 0,1 1 0 0 0,-1 0 0 0 0,1 0 1 0 0,0 1-1 0 0,0 0 0 0 0,0 1 0 0 0,0 0 0 0 0,1 0 0 0 0,0 0 0 0 0,0 1 0 0 0,0 0 0 0 0,1 1 1 0 0,-1-1-1 0 0,-6 11 0 0 0,10-12-194 0 0,0-1 1 0 0,-1 0 0 0 0,2 1 0 0 0,-1 0-1 0 0,1-1 1 0 0,-1 1 0 0 0,1 0-1 0 0,1 0 1 0 0,-1 0 0 0 0,1 1-1 0 0,0-1 1 0 0,0 0 0 0 0,0 0-1 0 0,1 1 1 0 0,0-1 0 0 0,0 0-1 0 0,0 1 1 0 0,1-1 0 0 0,-1 0-1 0 0,1 1 1 0 0,1-1 0 0 0,-1 0-1 0 0,1 0 1 0 0,0 0 0 0 0,3 7-1 0 0,-1-7-178 0 0,0-1-1 0 0,0 1 0 0 0,0-1 0 0 0,0 0 0 0 0,1 0 0 0 0,-1 0 0 0 0,1-1 0 0 0,0 0 0 0 0,0 0 1 0 0,1 0-1 0 0,-1 0 0 0 0,0-1 0 0 0,1 0 0 0 0,0 0 0 0 0,-1 0 0 0 0,11 1 0 0 0,5 0-468 0 0,0 0-1 0 0,0-2 0 0 0,29 0 1 0 0,-31-2 845 0 0,0-1 0 0 0,0-1 0 0 0,0 0 1 0 0,0-2-1 0 0,0 0 0 0 0,-1-1 0 0 0,0-1 0 0 0,0 0 1 0 0,32-19-1 0 0,-25 9 1866 0 0,-1 0 0 0 0,0-2 0 0 0,-1 0 0 0 0,-1-1-1 0 0,32-41 1 0 0,-14 18 1797 0 0,-39 41-3165 0 0,2 9 27 0 0,-3-7-472 0 0,1 0-1 0 0,-1 1 0 0 0,0-1 0 0 0,0 1 0 0 0,1-1 0 0 0,-1 0 0 0 0,0 1 1 0 0,0-1-1 0 0,0 1 0 0 0,1-1 0 0 0,-1 1 0 0 0,0-1 0 0 0,0 1 0 0 0,0-1 1 0 0,0 1-1 0 0,0-1 0 0 0,0 1 0 0 0,0-1 0 0 0,0 1 0 0 0,0-1 0 0 0,-1 1 1 0 0,-24 84 1349 0 0,16-60-1221 0 0,1 1-1 0 0,2 0 1 0 0,0 0 0 0 0,2 1 0 0 0,-2 29-1 0 0,6-51-125 0 0,0-1 0 0 0,0 0 0 0 0,0 1 0 0 0,1-1 0 0 0,0 0 0 0 0,0 0 0 0 0,0 0 0 0 0,0 0 0 0 0,0 0 0 0 0,1 0-1 0 0,0 0 1 0 0,0 0 0 0 0,0 0 0 0 0,0-1 0 0 0,1 1 0 0 0,-1-1 0 0 0,1 0 0 0 0,6 6 0 0 0,-5-6-9 0 0,-1-1 1 0 0,1 0 0 0 0,0 0-1 0 0,0 0 1 0 0,1 0-1 0 0,-1-1 1 0 0,0 1 0 0 0,0-1-1 0 0,1 0 1 0 0,-1-1-1 0 0,1 1 1 0 0,-1-1 0 0 0,0 1-1 0 0,1-2 1 0 0,-1 1-1 0 0,1 0 1 0 0,-1-1 0 0 0,5-1-1 0 0,2 0-4 0 0,-1-2 1 0 0,0 1-1 0 0,1-1 0 0 0,-2-1 1 0 0,1 0-1 0 0,0 0 0 0 0,-1-1 1 0 0,0 0-1 0 0,0-1 0 0 0,-1 1 1 0 0,0-2-1 0 0,14-15 0 0 0,3-8-40 0 0,-1 0 0 0 0,22-40 0 0 0,-40 61 30 0 0,58-107-130 0 0,-63 115 102 0 0,-2 4-53 0 0,-27 63-49 0 0,14-36-675 0 0,-12 37 0 0 0,23-56-46 0 0,1-1-1 0 0,0 0 0 0 0,0 0 1 0 0,1 1-1 0 0,0-1 0 0 0,0 1 1 0 0,1-1-1 0 0,3 17 1 0 0,0-11-3497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0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26 150 512 0 0,'1'-16'2573'0'0,"0"6"-810"0"0,0 0-1 0 0,0 0 1 0 0,0 0-1 0 0,2 1 1 0 0,-1-1-1 0 0,5-11 1 0 0,-6 20-1673 0 0,0 0 1 0 0,0 0-1 0 0,0-1 0 0 0,0 1 1 0 0,0 0-1 0 0,0 0 0 0 0,0 0 1 0 0,0 0-1 0 0,1 0 1 0 0,-1 1-1 0 0,0-1 0 0 0,1 0 1 0 0,-1 0-1 0 0,0 1 0 0 0,1-1 1 0 0,-1 1-1 0 0,1 0 1 0 0,-1-1-1 0 0,1 1 0 0 0,0 0 1 0 0,-1 0-1 0 0,1 0 0 0 0,-1 0 1 0 0,1 0-1 0 0,-1 0 1 0 0,1 0-1 0 0,-1 0 0 0 0,1 1 1 0 0,-1-1-1 0 0,3 1 1 0 0,2 1 79 0 0,1 0 0 0 0,-1 1 0 0 0,0-1 1 0 0,0 1-1 0 0,9 6 0 0 0,-10-6-72 0 0,-1 1 0 0 0,1-1 0 0 0,-1 1 0 0 0,1 0 0 0 0,-1 0 0 0 0,-1 1 0 0 0,1-1 0 0 0,0 1 0 0 0,-1 0 0 0 0,0 0 0 0 0,0 0 0 0 0,-1 0 0 0 0,1 1 0 0 0,-1-1 0 0 0,0 1 0 0 0,-1-1 0 0 0,1 1 0 0 0,-1 0 0 0 0,1 10 0 0 0,-2-8-12 0 0,0 1-1 0 0,-1-1 0 0 0,0 0 0 0 0,0 0 1 0 0,-1 0-1 0 0,0 0 0 0 0,0-1 0 0 0,-1 1 1 0 0,0 0-1 0 0,0-1 0 0 0,-1 0 1 0 0,0 1-1 0 0,-9 10 0 0 0,3-5 5 0 0,0 0 1 0 0,-2-1-1 0 0,0-1 1 0 0,0 0-1 0 0,-1-1 1 0 0,0 0-1 0 0,-24 14 0 0 0,35-23-65 0 0,1 0 0 0 0,0-1 0 0 0,0 1 0 0 0,0 0 0 0 0,-1-1 0 0 0,1 1 0 0 0,0-1 0 0 0,-1 0 0 0 0,1 1 0 0 0,0-1 0 0 0,-1 0 0 0 0,1 0 0 0 0,-1 1 0 0 0,1-1-1 0 0,0 0 1 0 0,-1-1 0 0 0,1 1 0 0 0,-1 0 0 0 0,1 0 0 0 0,-2-1 0 0 0,2 0-12 0 0,0 1 0 0 0,1-1-1 0 0,-1 0 1 0 0,1 0 0 0 0,-1 1 0 0 0,1-1 0 0 0,0 0-1 0 0,-1 0 1 0 0,1 0 0 0 0,0 1 0 0 0,-1-1 0 0 0,1 0-1 0 0,0 0 1 0 0,0 0 0 0 0,0 0 0 0 0,0 0 0 0 0,0 0-1 0 0,0 0 1 0 0,0 1 0 0 0,0-1 0 0 0,0 0-1 0 0,1-2 1 0 0,0-4 11 0 0,1-1 0 0 0,1 1-1 0 0,-1-1 1 0 0,1 1 0 0 0,7-12 0 0 0,6-6-101 0 0,2 0 0 0 0,0 0 1 0 0,2 2-1 0 0,1 1 1 0 0,0 0-1 0 0,34-25 1 0 0,-29 27-1278 0 0,1 2 0 0 0,1 1 0 0 0,36-17 0 0 0,-28 17-1711 0 0,-9 3-2583 0 0,-9 4-1367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91 4 0 0,'-24'-82'16794'0'0,"24"82"-16727"0"0,0-1 0 0 0,0 1 0 0 0,0 0 1 0 0,0-1-1 0 0,0 1 0 0 0,0 0 1 0 0,0-1-1 0 0,0 1 0 0 0,0-1 1 0 0,0 1-1 0 0,0 0 0 0 0,0-1 0 0 0,-1 1 1 0 0,1 0-1 0 0,0 0 0 0 0,0-1 1 0 0,0 1-1 0 0,-1 0 0 0 0,1-1 1 0 0,0 1-1 0 0,0 0 0 0 0,-1 0 0 0 0,1-1 1 0 0,0 1-1 0 0,0 0 0 0 0,-1 0 1 0 0,1 0-1 0 0,-1-1 0 0 0,-4 9 631 0 0,-1 17 4 0 0,-49 336 4155 0 0,-8-13-3604 0 0,60-324-1167 0 0,3-23-78 0 0,0 0 1 0 0,0-1-1 0 0,-1 1 1 0 0,1 0-1 0 0,0 0 1 0 0,0 0-1 0 0,0-1 1 0 0,0 1-1 0 0,0 0 1 0 0,0 0-1 0 0,0 0 1 0 0,0-1-1 0 0,1 1 1 0 0,-1 0-1 0 0,0 0 1 0 0,0-1-1 0 0,1 1 1 0 0,-1 0-1 0 0,0 0 1 0 0,1-1-1 0 0,-1 1 1 0 0,1 0-1 0 0,-1-1 1 0 0,1 1-1 0 0,0 0 1 0 0,4-2-13 0 0,-1 0 0 0 0,1 0 1 0 0,-1-1-1 0 0,1 1 0 0 0,-1-1 1 0 0,0 0-1 0 0,0-1 0 0 0,0 1 1 0 0,0-1-1 0 0,-1 0 0 0 0,5-4 1 0 0,41-42-259 0 0,-30 28 202 0 0,1-1-33 0 0,1 1 0 0 0,0 1 1 0 0,2 1-1 0 0,0 1 0 0 0,30-17 1 0 0,-51 34 81 0 0,0-1 0 0 0,1 1 0 0 0,-1 0 1 0 0,1 0-1 0 0,-1 0 0 0 0,1 1 1 0 0,0-1-1 0 0,-1 1 0 0 0,1-1 0 0 0,0 1 1 0 0,0 0-1 0 0,-1 0 0 0 0,1 0 0 0 0,0 0 1 0 0,-1 0-1 0 0,1 1 0 0 0,0-1 0 0 0,-1 1 1 0 0,4 1-1 0 0,-2 0 21 0 0,-1-1 1 0 0,0 2-1 0 0,0-1 1 0 0,0 0-1 0 0,0 1 0 0 0,0-1 1 0 0,0 1-1 0 0,0 0 1 0 0,-1 0-1 0 0,1 0 1 0 0,-1 0-1 0 0,2 4 0 0 0,2 3 0 0 0,-1 1 0 0 0,-1-1-1 0 0,0 1 1 0 0,0 0 0 0 0,-1 1-1 0 0,0-1 1 0 0,-1 0-1 0 0,0 12 1 0 0,4 13-1904 0 0,-2-15-1277 0 0,-2 0-3936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1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1 208 1516 0 0,'36'-43'13939'0'0,"-33"60"-11426"0"0,-9 27-377 0 0,2-22-1582 0 0,0 1 0 0 0,1 34-1 0 0,3-52-498 0 0,0 0-1 0 0,0 0 0 0 0,1 0 1 0 0,0 0-1 0 0,0 0 0 0 0,0 0 1 0 0,1 0-1 0 0,-1 0 1 0 0,1-1-1 0 0,0 1 0 0 0,0-1 1 0 0,1 1-1 0 0,-1-1 0 0 0,1 0 1 0 0,0 1-1 0 0,6 5 0 0 0,-5-7-17 0 0,1 0-1 0 0,-1-1 1 0 0,0 1 0 0 0,1-1-1 0 0,0 0 1 0 0,-1 0-1 0 0,1 0 1 0 0,0-1-1 0 0,0 1 1 0 0,0-1-1 0 0,0-1 1 0 0,0 1-1 0 0,0-1 1 0 0,1 0-1 0 0,8 0 1 0 0,0-2 3 0 0,-1 1 0 0 0,0-2 0 0 0,1 0 1 0 0,21-8-1 0 0,-20 5-27 0 0,-1-1 0 0 0,-1 0 0 0 0,1-1 0 0 0,-1 0-1 0 0,-1-1 1 0 0,0-1 0 0 0,0 0 0 0 0,-1-1 0 0 0,11-12 0 0 0,-13 12-15 0 0,0 0 0 0 0,0-1 0 0 0,-1 1 0 0 0,-1-1 0 0 0,0-1 0 0 0,-1 0 0 0 0,0 0 0 0 0,-1 0 0 0 0,-1 0 0 0 0,4-17-1 0 0,-7 25 0 0 0,0-1-1 0 0,-1 0 0 0 0,1 1 1 0 0,-1-1-1 0 0,0 0 0 0 0,-1 0 0 0 0,0 1 1 0 0,1-1-1 0 0,-2 1 0 0 0,1-1 0 0 0,-1 1 1 0 0,0-1-1 0 0,0 1 0 0 0,0 0 0 0 0,-1 0 1 0 0,0 0-1 0 0,0 0 0 0 0,0 0 0 0 0,0 0 1 0 0,-1 1-1 0 0,0 0 0 0 0,0 0 0 0 0,0 0 1 0 0,-5-3-1 0 0,3 2-55 0 0,-1 1 0 0 0,0 0 0 0 0,0 0 0 0 0,0 1 0 0 0,-1 0 1 0 0,1 0-1 0 0,-1 1 0 0 0,1 0 0 0 0,-1 0 0 0 0,0 1 0 0 0,0 0 0 0 0,0 0 0 0 0,1 1 0 0 0,-1 0 1 0 0,0 0-1 0 0,-14 3 0 0 0,8 0-540 0 0,0 0 0 0 0,0 1 0 0 0,1 1 0 0 0,0 0 0 0 0,0 1 0 0 0,-13 8 0 0 0,17-9-964 0 0,0 1 1 0 0,1 0 0 0 0,0 1-1 0 0,0 0 1 0 0,-8 9-1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1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215 270 2512 0 0,'1'-4'812'0'0,"1"0"0"0"0,-1-1 0 0 0,0 1 0 0 0,0-1 0 0 0,-1 1 0 0 0,1-1 1 0 0,-1 0-1 0 0,0 1 0 0 0,-1-10 0 0 0,0 11-530 0 0,1 1 0 0 0,-1-1 0 0 0,1 1 0 0 0,-1 0 0 0 0,0-1 1 0 0,0 1-1 0 0,0 0 0 0 0,-1-1 0 0 0,1 1 0 0 0,0 0 0 0 0,-1 0 0 0 0,0 0 1 0 0,1 0-1 0 0,-1 0 0 0 0,0 1 0 0 0,0-1 0 0 0,0 0 0 0 0,-3-1 0 0 0,2 2-165 0 0,0 1-1 0 0,1 0 0 0 0,-1-1 0 0 0,1 1 0 0 0,-1 0 0 0 0,0 1 0 0 0,1-1 1 0 0,-1 0-1 0 0,0 1 0 0 0,1 0 0 0 0,-1-1 0 0 0,1 1 0 0 0,-1 0 0 0 0,1 0 0 0 0,0 0 1 0 0,-3 2-1 0 0,0-1 120 0 0,-5 4-40 0 0,0-1 0 0 0,0 1-1 0 0,1 1 1 0 0,-1 0-1 0 0,1 0 1 0 0,1 1 0 0 0,-15 16-1 0 0,17-17-144 0 0,0 0 0 0 0,1 0-1 0 0,0 0 1 0 0,0 1 0 0 0,1 0-1 0 0,0 0 1 0 0,0 0 0 0 0,1 0-1 0 0,0 1 1 0 0,-3 14 0 0 0,6-20-33 0 0,-1 0 1 0 0,1 0 0 0 0,0 0-1 0 0,0 0 1 0 0,0 0 0 0 0,0 0-1 0 0,1 0 1 0 0,-1 0 0 0 0,1 0-1 0 0,0-1 1 0 0,0 1 0 0 0,0 0-1 0 0,0 0 1 0 0,0-1 0 0 0,0 1-1 0 0,1 0 1 0 0,-1-1 0 0 0,1 0-1 0 0,3 4 1 0 0,-2-3 3 0 0,1 0 0 0 0,-1 0 0 0 0,1 0 0 0 0,0-1 0 0 0,0 0 0 0 0,0 0 0 0 0,1 0 0 0 0,-1 0 1 0 0,0 0-1 0 0,1-1 0 0 0,5 1 0 0 0,4 0 22 0 0,0 0 0 0 0,0-1 1 0 0,0-1-1 0 0,0 0 1 0 0,0-1-1 0 0,-1 0 1 0 0,20-5-1 0 0,-21 3-19 0 0,-1-2 1 0 0,0 1-1 0 0,0-1 1 0 0,0-1-1 0 0,0 0 0 0 0,-1 0 1 0 0,0-1-1 0 0,0-1 1 0 0,-1 1-1 0 0,0-2 1 0 0,0 1-1 0 0,-1-1 0 0 0,0 0 1 0 0,0-1-1 0 0,10-18 1 0 0,-11 16-30 0 0,-1 1 0 0 0,0-1 1 0 0,0 0-1 0 0,-2-1 0 0 0,1 1 1 0 0,-2-1-1 0 0,1 0 0 0 0,-2 0 0 0 0,0 0 1 0 0,0 0-1 0 0,-1 0 0 0 0,-1-1 1 0 0,0 1-1 0 0,-4-20 0 0 0,3 28-14 0 0,0 0-1 0 0,0 0 1 0 0,-1 0-1 0 0,0 0 1 0 0,0 1-1 0 0,0-1 1 0 0,0 1-1 0 0,-1-1 1 0 0,0 1-1 0 0,0 0 1 0 0,0 0-1 0 0,0 0 1 0 0,-1 1-1 0 0,0-1 1 0 0,1 1-1 0 0,-1 0 1 0 0,0 0-1 0 0,-1 0 1 0 0,1 0-1 0 0,0 1 1 0 0,-1 0-1 0 0,0-1 1 0 0,1 2-1 0 0,-1-1 1 0 0,0 1-1 0 0,0-1 1 0 0,0 1-1 0 0,0 1 1 0 0,-10-1-1 0 0,10 1-176 0 0,0 0 0 0 0,-1 0 0 0 0,1 1 0 0 0,0 0 0 0 0,0 0 0 0 0,0 1 0 0 0,0-1 0 0 0,0 1-1 0 0,0 0 1 0 0,0 0 0 0 0,0 1 0 0 0,1 0 0 0 0,-1 0 0 0 0,1 0 0 0 0,0 0 0 0 0,-1 0 0 0 0,2 1 0 0 0,-7 6 0 0 0,4-3-556 0 0,1 0 0 0 0,0 0 0 0 0,0 0 0 0 0,-4 11 0 0 0,7-14-160 0 0,0 0 1 0 0,1 0-1 0 0,0 0 0 0 0,0 1 1 0 0,0-1-1 0 0,0 6 1 0 0,2 6-3967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361 875 1652 0 0,'0'-1'232'0'0,"9"-10"1516"0"0,-1-1 0 0 0,-1 1-1 0 0,11-23 1 0 0,-16 31-1522 0 0,-1 0 0 0 0,0 0-1 0 0,0 0 1 0 0,0 0 0 0 0,0 1 0 0 0,-1-1-1 0 0,1 0 1 0 0,-1-1 0 0 0,0 1 0 0 0,0 0 0 0 0,0 0-1 0 0,0 0 1 0 0,0 0 0 0 0,-1 0 0 0 0,1 0-1 0 0,-1 0 1 0 0,0 0 0 0 0,0 0 0 0 0,0 1-1 0 0,0-1 1 0 0,0 0 0 0 0,-1 0 0 0 0,-3-4-1 0 0,3 5-98 0 0,0 0 0 0 0,0 0-1 0 0,-1 1 1 0 0,1-1 0 0 0,-1 1-1 0 0,0-1 1 0 0,1 1-1 0 0,-1 0 1 0 0,0 0 0 0 0,0 0-1 0 0,0 0 1 0 0,0 0 0 0 0,0 1-1 0 0,0 0 1 0 0,0-1 0 0 0,0 1-1 0 0,0 0 1 0 0,0 0-1 0 0,0 1 1 0 0,1-1 0 0 0,-5 1-1 0 0,-9 2 361 0 0,1 1-1 0 0,-24 8 0 0 0,38-11-460 0 0,-20 6 186 0 0,0 1 0 0 0,1 2 0 0 0,0 0 0 0 0,0 1 1 0 0,1 0-1 0 0,1 2 0 0 0,0 0 0 0 0,0 2 0 0 0,2-1 1 0 0,0 2-1 0 0,-17 20 0 0 0,31-32-196 0 0,-1-1-1 0 0,1 0 1 0 0,0 1 0 0 0,0 0-1 0 0,0-1 1 0 0,1 1 0 0 0,-1 0-1 0 0,1 0 1 0 0,0 0 0 0 0,0 0-1 0 0,0 0 1 0 0,0 0 0 0 0,1 0-1 0 0,0 9 1 0 0,0-11-7 0 0,0 1 1 0 0,1-1-1 0 0,0 1 0 0 0,0-1 0 0 0,-1 1 1 0 0,1-1-1 0 0,1 0 0 0 0,-1 0 0 0 0,0 1 1 0 0,0-1-1 0 0,1 0 0 0 0,-1 0 0 0 0,1 0 1 0 0,0 0-1 0 0,0 0 0 0 0,0-1 1 0 0,0 1-1 0 0,0 0 0 0 0,0-1 0 0 0,0 0 1 0 0,0 1-1 0 0,0-1 0 0 0,1 0 0 0 0,4 1 1 0 0,7 2 12 0 0,-1 0 1 0 0,1-1-1 0 0,0-1 1 0 0,0-1-1 0 0,0 0 1 0 0,0 0-1 0 0,0-2 1 0 0,1 0-1 0 0,-1 0 1 0 0,0-1-1 0 0,0-1 1 0 0,20-7-1 0 0,-7 1-7 0 0,0-1 0 0 0,0-1 0 0 0,-2-2-1 0 0,1 0 1 0 0,28-22 0 0 0,-18 8-32 0 0,-2-1 1 0 0,-1-2-1 0 0,-1-2 1 0 0,-2-1-1 0 0,-1-1 1 0 0,26-40-1 0 0,-15 14-5 0 0,-4-2-1 0 0,-2-2 1 0 0,26-68-1 0 0,-23 31-58 0 0,30-128 1 0 0,-67 218-16 0 0,-7 9 18 0 0,-11 12-4 0 0,6 3 132 0 0,2 0-1 0 0,-1 0 1 0 0,2 1 0 0 0,0 1-1 0 0,-15 29 1 0 0,-25 84 667 0 0,39-97-568 0 0,-120 407 1025 0 0,96-290-4667 0 0,3 1-5819 0 0,23-111 848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80 3624 0 0,'0'-13'8608'0'0,"-3"-27"1297"0"0,-1 14-9341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3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31 580 0 0,'-6'-30'15959'0'0,"2"35"-15593"0"0,1 1 0 0 0,0 0 1 0 0,0-1-1 0 0,1 1 0 0 0,0 0 0 0 0,0 0 1 0 0,-2 11-1 0 0,-3 6 148 0 0,-136 293 1868 0 0,83-194-2122 0 0,5-11-90 0 0,-6 12-423 0 0,25-41-4753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4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1144 0 0,'5'-12'2536'0'0,"-2"6"-888"0"0,-1 0 0 0 0,0 0 0 0 0,0-1 0 0 0,0 1 0 0 0,-1 0 0 0 0,4-8 1382 0 0,-4 14-2989 0 0,-1 0 1 0 0,0 0-1 0 0,1 0 0 0 0,-1 0 0 0 0,0 0 0 0 0,1 0 0 0 0,-1 0 0 0 0,0 0 0 0 0,0 1 0 0 0,1-1 0 0 0,-1 0 1 0 0,0 0-1 0 0,1 0 0 0 0,-1 0 0 0 0,0 0 0 0 0,1 0 0 0 0,-1 1 0 0 0,0-1 0 0 0,0 0 0 0 0,1 0 0 0 0,-1 1 0 0 0,0-1 1 0 0,0 0-1 0 0,0 0 0 0 0,1 1 0 0 0,-1-1 0 0 0,0 0 0 0 0,0 0 0 0 0,0 1 0 0 0,1 0 0 0 0,111 410 4757 0 0,-14-41-5540 0 0,-96-361 540 0 0,21 52-1607 0 0,-20-55 1353 0 0,-1-1 0 0 0,1 0 1 0 0,0 0-1 0 0,0 0 1 0 0,1 0-1 0 0,0 0 1 0 0,0-1-1 0 0,5 6 1 0 0,-8-10 285 0 0,0 1-1 0 0,1 0 1 0 0,-1 0 0 0 0,0-1 0 0 0,0 1 0 0 0,0-1-1 0 0,1 1 1 0 0,-1-1 0 0 0,0 1 0 0 0,1-1 0 0 0,-1 0 0 0 0,0 0-1 0 0,1 0 1 0 0,-1 0 0 0 0,0 0 0 0 0,1 0 0 0 0,-1 0-1 0 0,0 0 1 0 0,1 0 0 0 0,-1 0 0 0 0,0-1 0 0 0,1 1-1 0 0,-1-1 1 0 0,0 1 0 0 0,1-1 0 0 0,-1 1 0 0 0,0-1 0 0 0,0 0-1 0 0,0 0 1 0 0,0 1 0 0 0,0-1 0 0 0,1-1 0 0 0,2-2-609 0 0,0 0 0 0 0,0 0 0 0 0,0 0 0 0 0,-1-1 0 0 0,6-8 0 0 0,0-6-2344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4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234 212 2096 0 0,'8'-40'2114'0'0,"23"-132"11530"0"0,-38 187-12557 0 0,-7 25-554 0 0,-133 451 424 0 0,147-490-983 0 0,-59 212-2954 0 0,22-69-5474 0 0,28-106 1887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5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21 2388 0 0,'-3'-1'2016'0'0,"-64"-8"6332"0"0,-1 2-4144 0 0,34 4-2782 0 0,31 2-894 0 0,3 2-509 0 0,0 0 1 0 0,1 0-1 0 0,-1-1 1 0 0,0 1-1 0 0,1-1 1 0 0,-1 1-1 0 0,1 0 1 0 0,-1-1-1 0 0,1 1 1 0 0,-1-1-1 0 0,1 1 1 0 0,-1-1 0 0 0,1 1-1 0 0,0-1 1 0 0,-1 1-1 0 0,1-1 1 0 0,0 0-1 0 0,-1 1 1 0 0,1-1-1 0 0,0 0 1 0 0,-1 1-1 0 0,1-1 1 0 0,0 0-1 0 0,0 0 1 0 0,1 0-1 0 0,20 4 140 0 0,-21-4-139 0 0,78 3 63 0 0,127-10 1 0 0,-123 2-2179 0 0,-48 6-1301 0 0,-12 0-3943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5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1436 0 0,'-107'44'16740'0'0,"105"-43"-16319"0"0,3-1-388 0 0,-1 1 0 0 0,0-1 0 0 0,0 1-1 0 0,0-1 1 0 0,1 0 0 0 0,-1 1 0 0 0,0-1 0 0 0,1 1 0 0 0,-1-1-1 0 0,0 0 1 0 0,1 1 0 0 0,-1-1 0 0 0,0 0 0 0 0,1 1 0 0 0,-1-1-1 0 0,1 0 1 0 0,-1 0 0 0 0,0 1 0 0 0,1-1 0 0 0,-1 0 0 0 0,1 0-1 0 0,-1 0 1 0 0,1 0 0 0 0,-1 0 0 0 0,1 0 0 0 0,-1 1 0 0 0,1-1-1 0 0,15 1 142 0 0,-14 0-151 0 0,138-1-2 0 0,-42-2-2210 0 0,-29 3-893 0 0,-23-1-2163 0 0,-8 1-1569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6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552 141 1104 0 0,'60'-88'8702'0'0,"-32"52"-5232"0"0,-26 35-2916 0 0,4-7 704 0 0,-5 8-1204 0 0,-1 0 1 0 0,0 0 0 0 0,0 0 0 0 0,0 0-1 0 0,0 0 1 0 0,1 0 0 0 0,-1 0 0 0 0,0-1-1 0 0,0 1 1 0 0,0 0 0 0 0,0 0-1 0 0,1 0 1 0 0,-1 0 0 0 0,0 0 0 0 0,0-1-1 0 0,0 1 1 0 0,0 0 0 0 0,0 0 0 0 0,0 0-1 0 0,0 0 1 0 0,0-1 0 0 0,1 1 0 0 0,-1 0-1 0 0,0 0 1 0 0,0 0 0 0 0,0-1 0 0 0,0 1-1 0 0,0 0 1 0 0,0 0 0 0 0,0 0 0 0 0,0-1-1 0 0,0 1 1 0 0,0 0 0 0 0,0 0-1 0 0,0 0 1 0 0,0-1 0 0 0,-1 1 0 0 0,1 0-1 0 0,0 0 1 0 0,0 0 0 0 0,0 0 0 0 0,0-1-1 0 0,0 1 1 0 0,0 0 0 0 0,-1 0 0 0 0,-7 0 79 0 0,0 1 1 0 0,-1 1 0 0 0,1 0 0 0 0,0 0 0 0 0,0 1 0 0 0,0 0 0 0 0,-10 5-1 0 0,-58 33 309 0 0,67-36-406 0 0,-12 7 34 0 0,-26 16 72 0 0,-84 62-1 0 0,119-81-138 0 0,1 2 0 0 0,-1-1 0 0 0,2 1 0 0 0,0 1 0 0 0,0 0-1 0 0,1 0 1 0 0,0 1 0 0 0,1 1 0 0 0,1-1 0 0 0,0 1 0 0 0,-8 23 0 0 0,13-29 6 0 0,1 0 0 0 0,0 0 0 0 0,0 0 0 0 0,1 0 0 0 0,-1 1-1 0 0,2-1 1 0 0,-1 0 0 0 0,1 0 0 0 0,1 0 0 0 0,0 0 0 0 0,0 0 0 0 0,0 0 0 0 0,1-1 0 0 0,0 1 0 0 0,0-1-1 0 0,1 0 1 0 0,0 0 0 0 0,6 9 0 0 0,11 11 62 0 0,0 0 0 0 0,1-2 0 0 0,29 25-1 0 0,-25-24 4 0 0,18 15 12 0 0,38 42 30 0 0,-73-73-95 0 0,-1 0 1 0 0,-1 1 0 0 0,1-1 0 0 0,-2 2-1 0 0,0-1 1 0 0,9 22 0 0 0,-14-27-11 0 0,0-1-1 0 0,0 1 1 0 0,0-1 0 0 0,-1 0 0 0 0,0 1 0 0 0,0-1 0 0 0,0 1-1 0 0,-1-1 1 0 0,1 1 0 0 0,-1-1 0 0 0,-4 11 0 0 0,1-4 50 0 0,-1 1 0 0 0,0-1 0 0 0,-11 18 1 0 0,-14 6 121 0 0,30-35-209 0 0,-1 1-78 0 0,1 1 104 0 0,0-1-1 0 0,-1 0 0 0 0,1 1 1 0 0,0-1-1 0 0,0 0 0 0 0,0 1 0 0 0,1-1 1 0 0,-1 1-1 0 0,1-1 0 0 0,-1 0 1 0 0,2 3-1 0 0,1 9 8 0 0,-3 24 5 0 0,-2 0 0 0 0,-1 0 0 0 0,-1 0 0 0 0,-3-1 0 0 0,-1 0-1 0 0,-15 44 1 0 0,7-42 11 0 0,-1-1-1 0 0,-2 0 1 0 0,-39 57 0 0 0,-85 96 643 0 0,43-62-180 0 0,91-117-424 0 0,0 1 1 0 0,1 1-1 0 0,1 0 1 0 0,0 0-1 0 0,0 0 1 0 0,2 1-1 0 0,-8 29 0 0 0,11-38-48 0 0,1 0 0 0 0,0 0 0 0 0,1 1 0 0 0,0-1 0 0 0,-1 0 0 0 0,2 0 0 0 0,-1 0 0 0 0,1 0 0 0 0,0 0-1 0 0,0 0 1 0 0,1 0 0 0 0,0 0 0 0 0,0 0 0 0 0,0 0 0 0 0,1-1 0 0 0,-1 1 0 0 0,1-1 0 0 0,1 0 0 0 0,-1 0-1 0 0,1 0 1 0 0,0 0 0 0 0,9 8 0 0 0,-3-5-29 0 0,1-1-1 0 0,0 0 0 0 0,0 0 1 0 0,0-1-1 0 0,1-1 1 0 0,0 0-1 0 0,0-1 1 0 0,1 0-1 0 0,-1-1 1 0 0,1 0-1 0 0,23 2 1 0 0,13-2-1262 0 0,87-4 0 0 0,-113 0 720 0 0,126-13-3303 0 0,-50-2-2511 0 0,-40 3-843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8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71 492 0 0,'7'-12'4150'0'0,"-3"5"-3389"0"0,1 0-1 0 0,0 1 0 0 0,1 0 0 0 0,-1 0 1 0 0,1 1-1 0 0,0-1 0 0 0,10-5 0 0 0,-12 10-645 0 0,0 0 0 0 0,0 0 0 0 0,0 0-1 0 0,0 1 1 0 0,0 0 0 0 0,0 0 0 0 0,1 0-1 0 0,-1 0 1 0 0,0 0 0 0 0,0 1 0 0 0,0 0 0 0 0,0 0-1 0 0,0 0 1 0 0,7 3 0 0 0,-2 1 5 0 0,1 0-1 0 0,-1 0 1 0 0,0 1 0 0 0,-1 1 0 0 0,1-1 0 0 0,-1 1 0 0 0,-1 1 0 0 0,1-1-1 0 0,-1 2 1 0 0,11 15 0 0 0,-14-17-71 0 0,0 0 0 0 0,0 0-1 0 0,-1 0 1 0 0,0 0 0 0 0,0 1-1 0 0,-1 0 1 0 0,0 0 0 0 0,0-1-1 0 0,-1 1 1 0 0,0 0 0 0 0,0 0 0 0 0,-1 0-1 0 0,0 0 1 0 0,0 0 0 0 0,-2 9-1 0 0,-1 0-2 0 0,-2-1 0 0 0,1 1 0 0 0,-2-2 0 0 0,0 1 0 0 0,-1 0 0 0 0,-11 17-1 0 0,-4 2 74 0 0,-37 44 0 0 0,44-62 23 0 0,12-14-66 0 0,12-11-42 0 0,-5 5-35 0 0,176-169-59 0 0,-145 134 39 0 0,-1-2 0 0 0,51-78-1 0 0,-82 114 17 0 0,-1 0-1 0 0,1-1 1 0 0,-1 1-1 0 0,0-1 1 0 0,-1 0-1 0 0,1 0 1 0 0,-1 1-1 0 0,0-1 1 0 0,0 0-1 0 0,0 0 0 0 0,-1 0 1 0 0,0-9-1 0 0,0 13 6 0 0,0 1 0 0 0,0 0 0 0 0,0-1-1 0 0,-1 1 1 0 0,1-1 0 0 0,0 1-1 0 0,-1-1 1 0 0,1 1 0 0 0,0 0 0 0 0,-1-1-1 0 0,1 1 1 0 0,0 0 0 0 0,-1-1-1 0 0,1 1 1 0 0,-1 0 0 0 0,1 0 0 0 0,-1-1-1 0 0,1 1 1 0 0,-1 0 0 0 0,1 0-1 0 0,-1 0 1 0 0,1 0 0 0 0,-1-1 0 0 0,1 1-1 0 0,-1 0 1 0 0,1 0 0 0 0,-1 0-1 0 0,1 0 1 0 0,-1 0 0 0 0,1 0 0 0 0,-1 0-1 0 0,1 1 1 0 0,-1-1 0 0 0,1 0-1 0 0,-1 0 1 0 0,1 0 0 0 0,0 0 0 0 0,-1 1-1 0 0,1-1 1 0 0,-1 1 0 0 0,-19 7 69 0 0,8 1 26 0 0,1 0 0 0 0,1 1 0 0 0,-1 1-1 0 0,2 0 1 0 0,-1 0 0 0 0,2 0 0 0 0,-1 1-1 0 0,2 1 1 0 0,-1-1 0 0 0,2 1 0 0 0,0 1-1 0 0,0-1 1 0 0,1 1 0 0 0,1 0 0 0 0,0 0-1 0 0,1 0 1 0 0,-2 29 0 0 0,5-38-69 0 0,0 1 0 0 0,1-1-1 0 0,-1 0 1 0 0,1 0 0 0 0,0 0 0 0 0,1 0 0 0 0,-1 0-1 0 0,1 0 1 0 0,0 0 0 0 0,0 0 0 0 0,1 0 0 0 0,-1-1 0 0 0,1 0-1 0 0,0 1 1 0 0,1-1 0 0 0,-1 0 0 0 0,0 0 0 0 0,1 0 0 0 0,5 3-1 0 0,-2-1-16 0 0,1-1-1 0 0,0-1 0 0 0,0 0 1 0 0,0 0-1 0 0,0 0 0 0 0,1-1 1 0 0,0 0-1 0 0,-1 0 0 0 0,1-1 1 0 0,10 1-1 0 0,32-1-2132 0 0,-9-6-5950 0 0,-22 1 3147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18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25 1504 0 0,'15'-24'19996'0'0,"-15"38"-18167"0"0,-4 36-414 0 0,0 2-988 0 0,-1-1 0 0 0,-23 88-1 0 0,5-70-1751 0 0,2-10-3253 0 0,10-19-4804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2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86 956 0 0,'12'-7'3810'0'0,"13"-20"284"0"0,-15 15-1900 0 0,2 0 1 0 0,17-14 0 0 0,-28 26-1763 0 0,3-1 470 0 0,0 0 492 0 0,-6 12-866 0 0,-3-1-328 0 0,0 1-1 0 0,0-1 1 0 0,-10 13-1 0 0,-1 1-19 0 0,-61 103-3167 0 0,60-97-243 0 0,6-12-1570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2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0 208 932 0 0,'4'-25'5584'0'0,"-4"20"-5054"0"0,0 1 0 0 0,0-1 0 0 0,1 1-1 0 0,0-1 1 0 0,0 1 0 0 0,0-1 0 0 0,0 1 0 0 0,1 0 0 0 0,-1-1-1 0 0,1 1 1 0 0,0 0 0 0 0,1 0 0 0 0,-1 0 0 0 0,1 1 0 0 0,5-8-1 0 0,-6 10-425 0 0,0 0-1 0 0,0 0 0 0 0,0 0 1 0 0,-1 1-1 0 0,1-1 1 0 0,0 0-1 0 0,0 1 0 0 0,0-1 1 0 0,0 1-1 0 0,1 0 0 0 0,-1 0 1 0 0,0-1-1 0 0,0 1 0 0 0,4 1 1 0 0,24 4 602 0 0,-25-3-650 0 0,0-1 1 0 0,0 1 0 0 0,0 0 0 0 0,0 0 0 0 0,-1 0 0 0 0,1 0 0 0 0,-1 1-1 0 0,0 0 1 0 0,0 0 0 0 0,0 0 0 0 0,0 1 0 0 0,0-1 0 0 0,-1 1 0 0 0,1 0 0 0 0,-1 0-1 0 0,0 0 1 0 0,0 0 0 0 0,-1 0 0 0 0,1 1 0 0 0,-1 0 0 0 0,0-1 0 0 0,3 11-1 0 0,-4-8-27 0 0,1 1-1 0 0,-1-1 1 0 0,-1 1-1 0 0,0 0 1 0 0,0-1-1 0 0,0 1 1 0 0,-1 0-1 0 0,0-1 1 0 0,0 1 0 0 0,-1-1-1 0 0,0 1 1 0 0,0-1-1 0 0,-1 0 1 0 0,-5 10-1 0 0,2-5-57 0 0,-2 0 0 0 0,1 0 0 0 0,-2 0 0 0 0,0-1 0 0 0,0 0 1 0 0,-1 0-1 0 0,-16 13 0 0 0,25-23-168 0 0,-1-3-578 0 0,2 2 758 0 0,0-1-1 0 0,0 1 0 0 0,-1-1 0 0 0,1 0 0 0 0,0 1 1 0 0,0-1-1 0 0,0 1 0 0 0,0-1 0 0 0,0 1 0 0 0,0-1 1 0 0,0 0-1 0 0,0 1 0 0 0,0-1 0 0 0,0 1 0 0 0,0-1 0 0 0,0 0 1 0 0,0 1-1 0 0,0-1 0 0 0,1 1 0 0 0,-1-1 0 0 0,0 1 1 0 0,0-1-1 0 0,1 1 0 0 0,-1-1 0 0 0,0 1 0 0 0,1-2 1 0 0,223-250-932 0 0,-213 242 926 0 0,42-47 59 0 0,-48 51-2 0 0,0 0 1 0 0,-1 0-1 0 0,0 0 1 0 0,0-1-1 0 0,0 0 1 0 0,-1 0-1 0 0,4-12 1 0 0,-7 19-32 0 0,1-1 1 0 0,-1 1 0 0 0,0-1 0 0 0,0 0 0 0 0,0 1-1 0 0,1-1 1 0 0,-1 1 0 0 0,0-1 0 0 0,0 1 0 0 0,0-1 0 0 0,0 0-1 0 0,0 1 1 0 0,0-1 0 0 0,0 1 0 0 0,0-1 0 0 0,-1 0-1 0 0,1 1 1 0 0,0-1 0 0 0,0 1 0 0 0,0-1 0 0 0,-1 1 0 0 0,1-1-1 0 0,0 1 1 0 0,-1-1 0 0 0,1 1 0 0 0,0-1 0 0 0,-1 1-1 0 0,1-1 1 0 0,-1 0 0 0 0,0 1 6 0 0,0 0-1 0 0,0 0 1 0 0,0-1-1 0 0,0 1 1 0 0,0 0-1 0 0,0 0 1 0 0,0 0-1 0 0,0 0 1 0 0,0 0-1 0 0,0 0 1 0 0,0 1-1 0 0,0-1 1 0 0,0 0-1 0 0,-2 1 1 0 0,-32 16 328 0 0,17-5-125 0 0,0 1 0 0 0,1 0 0 0 0,0 2 0 0 0,-21 23 0 0 0,29-28-141 0 0,0 0 1 0 0,1 1-1 0 0,0 0 1 0 0,0 1 0 0 0,2-1-1 0 0,-1 2 1 0 0,2-1-1 0 0,-7 18 1 0 0,11-26-66 0 0,0 0-1 0 0,1 0 1 0 0,-1 0 0 0 0,1 0-1 0 0,-1 0 1 0 0,1 0 0 0 0,0 1-1 0 0,1-1 1 0 0,-1 0 0 0 0,1 0-1 0 0,0 0 1 0 0,0 0 0 0 0,0 0-1 0 0,0 0 1 0 0,3 5 0 0 0,0-4 50 0 0,-1 1 0 0 0,1-1 0 0 0,-1 0 0 0 0,1 0 0 0 0,1-1 0 0 0,-1 1 0 0 0,1-1 0 0 0,0 0 1 0 0,6 5-1 0 0,0-2-613 0 0,1 0 0 0 0,0-1 0 0 0,22 8 0 0 0,-18-8-2203 0 0,0-1 1 0 0,19 3-1 0 0,-17-6-3970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49 3288 0 0,'-4'-16'6827'0'0,"3"13"-6348"0"0,1 3-264 0 0,-1-1-1 0 0,1 0 0 0 0,-1 0 0 0 0,1 1 0 0 0,0-1 0 0 0,0 0 0 0 0,-1 0 0 0 0,1 0 0 0 0,0 0 0 0 0,0 1 0 0 0,0-1 0 0 0,0 0 0 0 0,0 0 0 0 0,0 0 0 0 0,0 0 0 0 0,0 1 0 0 0,0-1 0 0 0,0 0 0 0 0,1 0 0 0 0,-1 0 0 0 0,0 0 0 0 0,1 1 0 0 0,-1-1 0 0 0,0 0 0 0 0,1 0 0 0 0,-1 1 0 0 0,1-1 0 0 0,-1 0 0 0 0,1 1 0 0 0,-1-1 1 0 0,1 0-1 0 0,0 1 0 0 0,0-1 0 0 0,3 0-33 0 0,-1 0 1 0 0,1 1 0 0 0,-1-1 0 0 0,1 1-1 0 0,-1 0 1 0 0,1 0 0 0 0,0 0-1 0 0,-1 0 1 0 0,1 1 0 0 0,-1-1 0 0 0,1 1-1 0 0,-1 0 1 0 0,1 0 0 0 0,-1 0 0 0 0,0 1-1 0 0,1-1 1 0 0,-1 1 0 0 0,0 0-1 0 0,4 3 1 0 0,-1-1-50 0 0,1 1-1 0 0,-1-1 1 0 0,0 1-1 0 0,0 1 1 0 0,-1-1-1 0 0,0 1 1 0 0,0 0 0 0 0,6 9-1 0 0,-9-12-88 0 0,0 1-1 0 0,0 0 1 0 0,-1 0-1 0 0,1 0 1 0 0,-1 0 0 0 0,0 1-1 0 0,0-1 1 0 0,-1 0-1 0 0,1 0 1 0 0,-1 1 0 0 0,0-1-1 0 0,0 9 1 0 0,-2-5-2 0 0,1-1 1 0 0,-1 1-1 0 0,0 0 0 0 0,-1-1 1 0 0,0 1-1 0 0,-6 10 0 0 0,-3 2 20 0 0,0-1 0 0 0,-2 0 0 0 0,-28 30 1 0 0,10-13 51 0 0,-72 59 0 0 0,103-94-110 0 0,1-1 0 0 0,-1 0 0 0 0,1 1 0 0 0,-1-1 0 0 0,1 0 0 0 0,-1 1 0 0 0,1-1 0 0 0,0 0 0 0 0,-1 1 0 0 0,1-1 0 0 0,-1 1 0 0 0,1-1 0 0 0,0 1 0 0 0,-1-1 0 0 0,1 1 0 0 0,0-1 1 0 0,0 1-1 0 0,0-1 0 0 0,-1 1 0 0 0,1-1 0 0 0,0 1 0 0 0,0 0 0 0 0,0 0 0 0 0,9 5 34 0 0,16-4-8 0 0,8-7-949 0 0,-1-1 0 0 0,1-2 0 0 0,-2-2 0 0 0,61-26 0 0 0,-68 26-70 0 0,20-8-3830 0 0,53-31-1 0 0,-52 21-1687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3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638 148 1028 0 0,'-96'-119'12738'0'0,"73"90"-9966"0"0,69 89 2777 0 0,-24-29-5069 0 0,-1 1 1 0 0,-1 1-1 0 0,29 68 1 0 0,-41-76-378 0 0,0 1 1 0 0,-2 0 0 0 0,-1 0-1 0 0,-1 0 1 0 0,-1 1-1 0 0,-1 36 1 0 0,-4-27-51 0 0,-1-1-1 0 0,-1 1 1 0 0,-3-1-1 0 0,-13 45 0 0 0,2-25-498 0 0,-3-1-1 0 0,-3-1 1 0 0,-2-1-1 0 0,-2-1 0 0 0,-62 86 1 0 0,42-76-1069 0 0,-2-2-1 0 0,-71 64 1 0 0,-49 18-6632 0 0,89-84 927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3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769 108 96 0 0,'12'-69'13341'0'0,"-12"67"-13203"0"0,1 1-1 0 0,-1 0 0 0 0,0-1 1 0 0,0 1-1 0 0,0 0 0 0 0,0-1 1 0 0,0 1-1 0 0,0 0 0 0 0,-1-1 0 0 0,1 1 1 0 0,0 0-1 0 0,-1-1 0 0 0,1 1 1 0 0,-1 0-1 0 0,1 0 0 0 0,-1-1 1 0 0,0 1-1 0 0,1 0 0 0 0,-1 0 1 0 0,0 0-1 0 0,0 0 0 0 0,0 0 1 0 0,0 0-1 0 0,0 0 0 0 0,0 0 1 0 0,0 0-1 0 0,0 1 0 0 0,0-1 1 0 0,0 0-1 0 0,0 1 0 0 0,-1-1 1 0 0,1 1-1 0 0,0-1 0 0 0,0 1 1 0 0,-1-1-1 0 0,1 1 0 0 0,0 0 1 0 0,-1 0-1 0 0,1 0 0 0 0,0-1 1 0 0,-2 2-1 0 0,-5-1 124 0 0,1 0-1 0 0,-1 1 1 0 0,1 0 0 0 0,-1 0 0 0 0,-10 4-1 0 0,-10 4 93 0 0,0 2-1 0 0,1 1 1 0 0,1 1-1 0 0,-27 17 1 0 0,-93 74 648 0 0,104-72-772 0 0,2 3 0 0 0,1 1 0 0 0,2 2 0 0 0,1 2 0 0 0,3 1 0 0 0,-36 56 0 0 0,55-74-162 0 0,2 1 1 0 0,0 1-1 0 0,1 0 1 0 0,2 0-1 0 0,-13 53 1 0 0,19-58-39 0 0,0-1 0 0 0,2 1 0 0 0,0 0 0 0 0,1 0 0 0 0,1-1 0 0 0,0 1 0 0 0,2 0 0 0 0,0-1 1 0 0,7 20-1 0 0,-2-15-65 0 0,0 0 1 0 0,2-1 0 0 0,1-1-1 0 0,1 0 1 0 0,0 0 0 0 0,28 35-1 0 0,-17-30-280 0 0,1-1-1 0 0,0-1 0 0 0,2-2 0 0 0,39 28 1 0 0,-22-21-1211 0 0,2-2 1 0 0,63 28 0 0 0,-42-27-3091 0 0,74 22 0 0 0,-44-23-3167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37 3180 0 0,'0'0'3201'0'0,"-12"-10"659"0"0,-1 3-1692 0 0,-3-2-1748 0 0,4 2-1060 0 0,0 4-2480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4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 1796 0 0,'-18'-5'5081'0'0,"26"15"-5497"0"0,4-7-280 0 0,4-1-1121 0 0,-3 2 273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4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24 700 0 0,'0'0'1996'0'0,"-12"-3"480"0"0,-5-2-983 0 0,1 0-705 0 0,3-1-968 0 0,-3 1-2513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5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30 16 0 0,'6'-6'5842'0'0,"-6"6"-5626"0"0,-5-4 515 0 0,1 1-1 0 0,-1 0 1 0 0,0 1 0 0 0,0-1 0 0 0,-9-3-1 0 0,12 6-415 0 0,-7-2-320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8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25 68 0 0,'12'-24'8537'0'0,"-11"43"-7560"0"0,0 1 0 0 0,-1-1 1 0 0,-2 0-1 0 0,0 1 0 0 0,-7 31 1 0 0,1-3-82 0 0,-20 136 913 0 0,-121 931 1600 0 0,128-909-3273 0 0,-34 384 422 0 0,30-4-2721 0 0,36-338-1060 0 0,-2-95-4441 0 0,-9-114 1841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384 195 188 0 0,'3'-14'1362'0'0,"0"0"-1"0"0,-1 0 1 0 0,0 0 0 0 0,-1 0-1 0 0,-1 0 1 0 0,0 0 0 0 0,-1 0-1 0 0,0 0 1 0 0,-1-1 0 0 0,-1 2 0 0 0,-6-20-1 0 0,9 32-1317 0 0,-1 1-1 0 0,1-1 0 0 0,0 1 1 0 0,0-1-1 0 0,-1 1 1 0 0,1-1-1 0 0,-1 1 0 0 0,1 0 1 0 0,0-1-1 0 0,-1 1 0 0 0,1 0 1 0 0,-1-1-1 0 0,1 1 1 0 0,-1 0-1 0 0,1-1 0 0 0,-1 1 1 0 0,1 0-1 0 0,-1 0 1 0 0,1 0-1 0 0,-1 0 0 0 0,1 0 1 0 0,-1-1-1 0 0,1 1 1 0 0,-1 0-1 0 0,0 0 0 0 0,1 0 1 0 0,-1 0-1 0 0,1 0 1 0 0,-1 1-1 0 0,1-1 0 0 0,-1 0 1 0 0,1 0-1 0 0,-1 0 0 0 0,1 0 1 0 0,-1 1-1 0 0,1-1 1 0 0,-2 1-1 0 0,-14 8 430 0 0,6 0-263 0 0,1 1 0 0 0,0 0-1 0 0,1 1 1 0 0,0-1 0 0 0,1 2 0 0 0,0-1 0 0 0,-7 16 0 0 0,7-13-82 0 0,-29 57 417 0 0,3 1 1 0 0,-26 83 0 0 0,-27 159 198 0 0,69-236-470 0 0,-14 147-1 0 0,29-195-580 0 0,1 0 1 0 0,2 0-1 0 0,1 0 0 0 0,1 0 0 0 0,2 0 1 0 0,1-1-1 0 0,1 0 0 0 0,12 32 1 0 0,-15-53-195 0 0,-1 0 1 0 0,2 0 0 0 0,-1 0 0 0 0,1-1-1 0 0,0 1 1 0 0,1-1 0 0 0,8 9 0 0 0,-10-13-360 0 0,0 1 0 0 0,0-1 1 0 0,0 0-1 0 0,0 0 1 0 0,1 0-1 0 0,-1-1 1 0 0,1 0-1 0 0,7 3 1 0 0,12 1-5624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4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9 217 436 0 0,'-8'-112'16120'0'0,"8"111"-16087"0"0,0 1 0 0 0,0-1 1 0 0,0 1-1 0 0,0-1 0 0 0,0 1 1 0 0,0-1-1 0 0,0 1 0 0 0,0-1 1 0 0,0 1-1 0 0,0 0 0 0 0,0-1 1 0 0,1 1-1 0 0,-1-1 0 0 0,0 1 1 0 0,0-1-1 0 0,1 1 0 0 0,-1 0 1 0 0,0-1-1 0 0,0 1 1 0 0,1 0-1 0 0,-1-1 0 0 0,0 1 1 0 0,1 0-1 0 0,-1-1 0 0 0,1 1 1 0 0,-1 0-1 0 0,0 0 0 0 0,1-1 1 0 0,-1 1-1 0 0,1 0 0 0 0,-1 0 1 0 0,1 0-1 0 0,-1 0 0 0 0,0 0 1 0 0,1-1-1 0 0,-1 1 0 0 0,1 0 1 0 0,-1 0-1 0 0,1 0 1 0 0,-1 0-1 0 0,1 0 0 0 0,-1 1 1 0 0,1-1-1 0 0,18 6 446 0 0,-11-2-381 0 0,-1 1 1 0 0,0 0 0 0 0,0 0-1 0 0,0 0 1 0 0,-1 1-1 0 0,1 0 1 0 0,-2 1 0 0 0,1-1-1 0 0,-1 1 1 0 0,0 0-1 0 0,0 0 1 0 0,-1 1 0 0 0,0 0-1 0 0,0-1 1 0 0,0 1-1 0 0,-1 1 1 0 0,-1-1 0 0 0,3 13-1 0 0,-2-10-39 0 0,-2 0 1 0 0,1 0-1 0 0,-2 0 0 0 0,1 1 0 0 0,-2-1 0 0 0,1 0 0 0 0,-1 0 0 0 0,-1 0 1 0 0,0 0-1 0 0,-1 0 0 0 0,0-1 0 0 0,0 1 0 0 0,-11 19 0 0 0,7-15 2 0 0,-1 0-1 0 0,-1-1 1 0 0,-1 0-1 0 0,0-1 0 0 0,0 0 1 0 0,-2 0-1 0 0,-15 13 1 0 0,27-26-59 0 0,0 1 0 0 0,-1-1 0 0 0,1 0 1 0 0,0 1-1 0 0,-1-1 0 0 0,1 0 0 0 0,0 0 0 0 0,0 1 1 0 0,-1-1-1 0 0,1 0 0 0 0,-1 0 0 0 0,1 0 1 0 0,0 1-1 0 0,-1-1 0 0 0,1 0 0 0 0,0 0 1 0 0,-1 0-1 0 0,1 0 0 0 0,-1 0 0 0 0,1 0 0 0 0,0 0 1 0 0,-1 0-1 0 0,1 0 0 0 0,-1 0 0 0 0,1 0 1 0 0,0 0-1 0 0,-1 0 0 0 0,1 0 0 0 0,-1-1 0 0 0,0-10 8 0 0,9-16-18 0 0,15-15-7 0 0,54-76 1 0 0,42-31-32 0 0,-23 29 170 0 0,-42 52 685 0 0,-52 67-794 0 0,-15 18-65 0 0,-17 25 106 0 0,-27 48 1 0 0,47-72-29 0 0,0 1 0 0 0,1 1 0 0 0,2 0 0 0 0,0 0 0 0 0,-6 29 0 0 0,11-39-26 0 0,1-1 0 0 0,0 1 0 0 0,1 0 0 0 0,0-1 0 0 0,0 1 0 0 0,1 0 0 0 0,0 0 0 0 0,1-1 0 0 0,0 1 0 0 0,1-1 0 0 0,6 17 0 0 0,-6-19-343 0 0,1-1-1 0 0,-1 1 1 0 0,1-1 0 0 0,0 0-1 0 0,1-1 1 0 0,-1 1-1 0 0,1-1 1 0 0,0 0-1 0 0,1 0 1 0 0,-1 0 0 0 0,1-1-1 0 0,0 1 1 0 0,0-1-1 0 0,0-1 1 0 0,1 1-1 0 0,10 3 1 0 0,-9-4-1348 0 0,1 0-1 0 0,-1-1 1 0 0,1 0 0 0 0,14 1 0 0 0,-3-2-4540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4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61 1160 0 0,'0'-2'2920'0'0,"0"-9"276"0"0,-1 8-2296 0 0,1-1 0 0 0,0 0 0 0 0,0 1 0 0 0,0-1 1 0 0,1 0-1 0 0,-1 1 0 0 0,2-6 0 0 0,-1 8-788 0 0,-1 1 1 0 0,1-1 0 0 0,-1 0-1 0 0,1 0 1 0 0,-1 0 0 0 0,1 0-1 0 0,0 1 1 0 0,-1-1-1 0 0,1 0 1 0 0,0 0 0 0 0,0 1-1 0 0,0-1 1 0 0,-1 1 0 0 0,1-1-1 0 0,0 1 1 0 0,0-1 0 0 0,0 1-1 0 0,0-1 1 0 0,0 1-1 0 0,0 0 1 0 0,0 0 0 0 0,0-1-1 0 0,0 1 1 0 0,0 0 0 0 0,0 0-1 0 0,0 0 1 0 0,0 0 0 0 0,0 0-1 0 0,0 0 1 0 0,0 0-1 0 0,0 1 1 0 0,0-1 0 0 0,2 1-1 0 0,1 0 22 0 0,1 0-1 0 0,-1 0 0 0 0,1 0 0 0 0,-1 1 0 0 0,0 0 1 0 0,1 0-1 0 0,-1 0 0 0 0,0 0 0 0 0,0 1 0 0 0,-1 0 1 0 0,1 0-1 0 0,0 0 0 0 0,-1 0 0 0 0,0 0 0 0 0,0 1 0 0 0,0-1 1 0 0,0 1-1 0 0,0 0 0 0 0,-1 0 0 0 0,1 0 0 0 0,-1 0 1 0 0,0 0-1 0 0,-1 0 0 0 0,1 1 0 0 0,1 5 0 0 0,-1-1 65 0 0,-1 0 0 0 0,0 0 0 0 0,0 0-1 0 0,-1 1 1 0 0,0-1 0 0 0,0 0 0 0 0,-1 0-1 0 0,0 1 1 0 0,-1-1 0 0 0,0 0 0 0 0,0 0-1 0 0,-5 10 1 0 0,-8 14 248 0 0,-2-1 1 0 0,-2 0-1 0 0,-28 38 0 0 0,1-1-60 0 0,44-67-327 0 0,3-1-52 0 0,-1 0-1 0 0,0-1 1 0 0,0 1 0 0 0,0-1 0 0 0,1 1 0 0 0,-1-1-1 0 0,1 1 1 0 0,-1 0 0 0 0,0-1 0 0 0,1 0 0 0 0,-1 1 0 0 0,1-1-1 0 0,-1 1 1 0 0,1-1 0 0 0,-1 1 0 0 0,1-1 0 0 0,-1 0-1 0 0,1 1 1 0 0,-1-1 0 0 0,1 0 0 0 0,1 1 0 0 0,11-2-339 0 0,1-1 1 0 0,-1 0 0 0 0,0-1-1 0 0,0 0 1 0 0,0-1 0 0 0,24-11-1 0 0,77-43-5037 0 0,-108 55 5050 0 0,79-47-7745 0 0,-40 22-180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4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65 159 1160 0 0,'-34'-38'13272'0'0,"5"5"-6335"0"0,28 32-6426 0 0,1 0-457 0 0,1-1 0 0 0,-1 1 0 0 0,1 0 0 0 0,-1 0 0 0 0,1-1 1 0 0,-1 1-1 0 0,1 0 0 0 0,0 0 0 0 0,-1 0 0 0 0,1 0 0 0 0,0 0 0 0 0,0 0 0 0 0,0 0 0 0 0,0 0 0 0 0,0 1 0 0 0,0-1 1 0 0,0 0-1 0 0,0 0 0 0 0,0 1 0 0 0,1-1 0 0 0,-1 1 0 0 0,0-1 0 0 0,0 1 0 0 0,1-1 0 0 0,-1 1 0 0 0,2 0 0 0 0,45-9 82 0 0,-32 6-156 0 0,101-15-3554 0 0,-39 6-1135 0 0,0-2-3335 0 0,-49 7 3319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5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365 108 3164 0 0,'1'-1'395'0'0,"1"0"-1"0"0,0-1 0 0 0,0 1 1 0 0,0-1-1 0 0,-1 0 0 0 0,1 0 1 0 0,-1 0-1 0 0,1 0 1 0 0,-1 0-1 0 0,0 0 0 0 0,0 0 1 0 0,0 0-1 0 0,0 0 0 0 0,0 0 1 0 0,0-1-1 0 0,-1 1 1 0 0,1 0-1 0 0,-1-1 0 0 0,1 1 1 0 0,-1 0-1 0 0,0-1 0 0 0,0 1 1 0 0,0 0-1 0 0,0-1 0 0 0,-1 1 1 0 0,1-1-1 0 0,-1 1 1 0 0,1 0-1 0 0,-1 0 0 0 0,0-1 1 0 0,0 1-1 0 0,-1-3 0 0 0,0 2-207 0 0,0 1-1 0 0,0-1 0 0 0,0 0 0 0 0,-1 1 0 0 0,1 0 1 0 0,-1-1-1 0 0,1 1 0 0 0,-1 0 0 0 0,0 0 0 0 0,0 1 0 0 0,0-1 1 0 0,0 1-1 0 0,0-1 0 0 0,0 1 0 0 0,0 0 0 0 0,0 0 0 0 0,-1 0 1 0 0,1 0-1 0 0,0 1 0 0 0,-1 0 0 0 0,1-1 0 0 0,-6 2 1 0 0,-3 0-64 0 0,0 1 0 0 0,1 0 1 0 0,-1 1-1 0 0,1 1 1 0 0,0 0-1 0 0,0 0 1 0 0,0 1-1 0 0,0 1 1 0 0,1-1-1 0 0,0 2 1 0 0,0 0-1 0 0,1 0 0 0 0,0 0 1 0 0,-15 17-1 0 0,7-7-52 0 0,1 2 0 0 0,1 0 0 0 0,1 1-1 0 0,1 0 1 0 0,1 1 0 0 0,-13 28-1 0 0,20-37-40 0 0,1 1 0 0 0,0-1 0 0 0,0 1 0 0 0,2-1 0 0 0,-1 1-1 0 0,2 0 1 0 0,0 0 0 0 0,0 0 0 0 0,1 0 0 0 0,3 24 0 0 0,-2-32-25 0 0,0 0 1 0 0,0 0 0 0 0,0 0 0 0 0,1 0 0 0 0,0 0 0 0 0,0-1 0 0 0,0 1-1 0 0,0 0 1 0 0,1-1 0 0 0,-1 0 0 0 0,1 1 0 0 0,1-1 0 0 0,-1 0-1 0 0,0-1 1 0 0,1 1 0 0 0,0-1 0 0 0,0 1 0 0 0,0-1 0 0 0,0 0-1 0 0,0 0 1 0 0,1-1 0 0 0,-1 1 0 0 0,1-1 0 0 0,0 0 0 0 0,0 0-1 0 0,-1-1 1 0 0,1 0 0 0 0,0 1 0 0 0,10-1 0 0 0,-9 0-9 0 0,0-1 0 0 0,1 0 1 0 0,-1 0-1 0 0,0 0 0 0 0,0-1 1 0 0,0 0-1 0 0,0 0 1 0 0,0-1-1 0 0,0 0 0 0 0,0 0 1 0 0,-1 0-1 0 0,9-5 0 0 0,-7 3-11 0 0,1-2 1 0 0,-1 1-1 0 0,0-1 0 0 0,0 0 0 0 0,0 0 0 0 0,-1-1 1 0 0,8-11-1 0 0,3-9-3 0 0,-1 0-1 0 0,-1 0 1 0 0,19-55 0 0 0,-29 69 41 0 0,31-84 276 0 0,-35 95-312 0 0,0 3 24 0 0,-1 1-1 0 0,1-1 0 0 0,-1 0 1 0 0,1 0-1 0 0,-1 1 0 0 0,1-1 1 0 0,-1 1-1 0 0,0-1 0 0 0,0 0 0 0 0,0 1 1 0 0,0-1-1 0 0,0 1 0 0 0,0-1 1 0 0,0 3-1 0 0,-22 241-768 0 0,21-225-231 0 0,2-1 0 0 0,1 1 0 0 0,8 37 1 0 0,-6-38-3302 0 0,15 35 1 0 0,-7-26-3602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5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4 118 492 0 0,'-3'-39'9448'0'0,"3"34"-8540"0"0,0 0-1 0 0,1 0 1 0 0,0 1-1 0 0,0-1 1 0 0,2-7-1 0 0,-2 10-733 0 0,0-1-1 0 0,0 1 1 0 0,1-1-1 0 0,-1 1 1 0 0,1 0-1 0 0,-1-1 1 0 0,1 1-1 0 0,0 0 1 0 0,0 0-1 0 0,0 0 1 0 0,0 0-1 0 0,0 1 1 0 0,0-1-1 0 0,0 0 1 0 0,1 1-1 0 0,-1 0 1 0 0,1-1-1 0 0,-1 1 1 0 0,1 0-1 0 0,-1 0 1 0 0,1 1-1 0 0,0-1 1 0 0,-1 0-1 0 0,1 1 1 0 0,3-1-1 0 0,1 1 8 0 0,-1-1-1 0 0,1 1 0 0 0,-1 0 0 0 0,1 1 0 0 0,-1-1 1 0 0,1 1-1 0 0,-1 0 0 0 0,1 1 0 0 0,-1 0 0 0 0,0 0 1 0 0,0 0-1 0 0,7 4 0 0 0,-10-5-77 0 0,-1 1 1 0 0,0 0-1 0 0,1-1 1 0 0,-1 1-1 0 0,0 0 0 0 0,0 0 1 0 0,0 0-1 0 0,0 1 1 0 0,0-1-1 0 0,-1 0 0 0 0,1 1 1 0 0,-1-1-1 0 0,1 1 1 0 0,-1-1-1 0 0,0 1 0 0 0,0 0 1 0 0,0 0-1 0 0,0-1 1 0 0,-1 1-1 0 0,1 0 0 0 0,-1 0 1 0 0,1 0-1 0 0,-1 0 1 0 0,0 0-1 0 0,0-1 0 0 0,-1 1 1 0 0,1 0-1 0 0,-1 0 1 0 0,0 4-1 0 0,-3 5 171 0 0,-1-1 0 0 0,0 1 1 0 0,0-1-1 0 0,-1 0 0 0 0,-1 0 0 0 0,0 0 0 0 0,0-1 0 0 0,-17 16 1 0 0,15-15-203 0 0,0 0 0 0 0,0 0 0 0 0,1 1 0 0 0,1-1 0 0 0,0 2 0 0 0,-8 17 0 0 0,15-29-70 0 0,0 0 0 0 0,0-1 1 0 0,0 1-1 0 0,0 0 1 0 0,0 0-1 0 0,0 0 1 0 0,0-1-1 0 0,0 1 1 0 0,0 0-1 0 0,0 0 0 0 0,0-1 1 0 0,0 1-1 0 0,1 0 1 0 0,-1 0-1 0 0,0-1 1 0 0,1 1-1 0 0,-1 0 0 0 0,0 0 1 0 0,1-1-1 0 0,-1 1 1 0 0,1 0-1 0 0,-1-1 1 0 0,1 1-1 0 0,-1-1 1 0 0,1 1-1 0 0,0-1 0 0 0,-1 1 1 0 0,1-1-1 0 0,0 1 1 0 0,0 0-1 0 0,24 8-41 0 0,-15-8-232 0 0,-1-1-1 0 0,1 0 0 0 0,0 0 0 0 0,0-1 1 0 0,0 0-1 0 0,-1-1 0 0 0,19-5 1 0 0,-1-1-1278 0 0,38-19-1 0 0,-34 12-346 0 0,-1-2-1 0 0,36-25 1 0 0,10-20-5660 0 0,-38 25 128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5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99 3276 0 0,'-72'-98'13873'0'0,"95"118"-10991"0"0,26 36-1835 0 0,-2 2 0 0 0,-4 1 1 0 0,-1 3-1 0 0,-4 1 1 0 0,-2 2-1 0 0,30 81 1 0 0,-46-96-920 0 0,-3 1 0 0 0,-2 0 0 0 0,-3 1 0 0 0,-1 1 1 0 0,-3 0-1 0 0,-3 1 0 0 0,-1-1 0 0 0,-3 1 0 0 0,-8 68 1 0 0,1-67-331 0 0,-3-1-1 0 0,-2 0 1 0 0,-3 0 0 0 0,-2-1 0 0 0,-44 97 0 0 0,46-122-497 0 0,-2-1 1 0 0,-1-1-1 0 0,-1 0 1 0 0,-40 44-1 0 0,41-53-219 0 0,-1-1 0 0 0,0 0 0 0 0,-1-2 0 0 0,-1 0 0 0 0,0-1 0 0 0,0-1 0 0 0,-26 10 0 0 0,4-7-4629 0 0,0-6-3097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6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48 114 2484 0 0,'-5'-6'1933'0'0,"1"1"0"0"0,-1-1 0 0 0,1 0 0 0 0,0 0 0 0 0,-3-7 0 0 0,-11-35 5301 0 0,18 48-7198 0 0,0-1 0 0 0,0 0 0 0 0,0 1 0 0 0,0-1 0 0 0,0 0 0 0 0,1 0 0 0 0,-1 1 0 0 0,0-1 0 0 0,0 0 0 0 0,1 1 0 0 0,-1-1 0 0 0,0 0 0 0 0,1 1 1 0 0,-1-1-1 0 0,1 1 0 0 0,-1-1 0 0 0,1 1 0 0 0,-1-1 0 0 0,1 1 0 0 0,-1-1 0 0 0,1 1 0 0 0,0-1 0 0 0,-1 1 0 0 0,1 0 0 0 0,-1-1 0 0 0,1 1 0 0 0,0 0 0 0 0,-1 0 0 0 0,1-1 0 0 0,0 1 0 0 0,1 0 0 0 0,22-6 246 0 0,-15 5-215 0 0,0 0 1 0 0,0 1-1 0 0,1 1 1 0 0,-1 0-1 0 0,0 0 0 0 0,0 0 1 0 0,15 5-1 0 0,-20-5-35 0 0,0 1-1 0 0,0-1 0 0 0,0 1 0 0 0,0 0 1 0 0,0 0-1 0 0,-1 0 0 0 0,1 0 0 0 0,-1 1 1 0 0,1-1-1 0 0,-1 1 0 0 0,0 0 0 0 0,0 0 1 0 0,0 0-1 0 0,0 0 0 0 0,-1 1 0 0 0,1-1 1 0 0,-1 1-1 0 0,3 7 0 0 0,-4-8 14 0 0,0 1 0 0 0,-1-1 0 0 0,1 1 0 0 0,-1-1-1 0 0,0 0 1 0 0,0 1 0 0 0,-1-1 0 0 0,1 1 0 0 0,0-1 0 0 0,-1 1-1 0 0,0-1 1 0 0,0 0 0 0 0,0 0 0 0 0,-1 1 0 0 0,1-1 0 0 0,-1 0 0 0 0,1 0-1 0 0,-5 5 1 0 0,-4 6 129 0 0,-1 0 0 0 0,-18 18 0 0 0,19-22-111 0 0,-11 11 21 0 0,11-11-56 0 0,0 1 0 0 0,0-1 0 0 0,1 2 0 0 0,-15 23 0 0 0,24-34-24 0 0,-1 0 0 0 0,1 0 0 0 0,0 1 1 0 0,0-1-1 0 0,0 0 0 0 0,-1 0 0 0 0,1 0 0 0 0,0 0 0 0 0,0 1 0 0 0,1-1 1 0 0,-1 0-1 0 0,0 0 0 0 0,0 0 0 0 0,1 0 0 0 0,-1 1 0 0 0,0-1 0 0 0,1 0 1 0 0,-1 0-1 0 0,1 0 0 0 0,0 0 0 0 0,-1 0 0 0 0,1 0 0 0 0,0 0 0 0 0,-1 0 0 0 0,1-1 1 0 0,0 1-1 0 0,0 0 0 0 0,0 0 0 0 0,0-1 0 0 0,0 1 0 0 0,0 0 0 0 0,0-1 1 0 0,0 1-1 0 0,0-1 0 0 0,1 1 0 0 0,4 2-17 0 0,0 0 0 0 0,0 0 0 0 0,0-1 1 0 0,13 3-1 0 0,42 5-1692 0 0,91 4 0 0 0,65-11-5391 0 0,-176-3 5261 0 0,24-1-2589 0 0,2-3-2037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2:41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2140 400 0 0,'-20'-21'6724'0'0,"19"20"-6199"0"0,-2-8 1702 0 0,3 7-2095 0 0,0 1-1 0 0,0 0 1 0 0,0 0-1 0 0,0 0 1 0 0,0 0 0 0 0,0-1-1 0 0,1 1 1 0 0,-1 0-1 0 0,1 0 1 0 0,-1 0-1 0 0,1 0 1 0 0,-1 0 0 0 0,1 0-1 0 0,-1 0 1 0 0,1 0-1 0 0,0 0 1 0 0,0 0-1 0 0,-1 0 1 0 0,1 0-1 0 0,0 0 1 0 0,0 0 0 0 0,0 1-1 0 0,0-1 1 0 0,0 0-1 0 0,0 1 1 0 0,0-1-1 0 0,0 1 1 0 0,0-1-1 0 0,0 1 1 0 0,2-1 0 0 0,0 1 120 0 0,14 5 400 0 0,1 8-343 0 0,-1 2-1 0 0,-1 0 1 0 0,0 1-1 0 0,-1 1 1 0 0,-1 0 0 0 0,14 23-1 0 0,65 122 52 0 0,-63-107-41 0 0,-5-15 827 0 0,-24-38-960 0 0,1-3-164 0 0,-1 1 0 0 0,1-1 1 0 0,0 1-1 0 0,-1-1 0 0 0,1 0 1 0 0,-1 1-1 0 0,1-1 0 0 0,0 0 1 0 0,-1 0-1 0 0,0 0 0 0 0,1 0 0 0 0,-1-1 1 0 0,0 1-1 0 0,1 0 0 0 0,-1 0 1 0 0,0-1-1 0 0,0 1 0 0 0,0-1 1 0 0,0 1-1 0 0,0-1 0 0 0,-1 1 1 0 0,1-1-1 0 0,0-2 0 0 0,16-48 44 0 0,-13 40-26 0 0,145-696-127 0 0,-140 651 78 0 0,78-382-124 0 0,-51 301 43 0 0,57-139 0 0 0,-74 230 80 0 0,-8 17-6 0 0,1 1 1 0 0,1 1-1 0 0,24-38 0 0 0,-24 48 14 0 0,2-4-9 0 0,24-43 0 0 0,-16 31 0 0 0,-20 28 9 0 0,1 0 1 0 0,0 0 0 0 0,0 0-1 0 0,0 0 1 0 0,1 1 0 0 0,0 0-1 0 0,7-6 1 0 0,-4 6-3 0 0,0 0 1 0 0,0 1-1 0 0,0 0 1 0 0,1 0-1 0 0,0 1 1 0 0,11-3-1 0 0,5 0 2 0 0,2 1-1 0 0,41-2 0 0 0,-24 3 3 0 0,576-41 1 0 0,-290 24-27 0 0,-259 14 23 0 0,498-52-25 0 0,202-15-4 0 0,-225 52 18 0 0,-340 15 14 0 0,124-10 15 0 0,108-4-29 0 0,763 31 91 0 0,-652-6 358 0 0,26 1 106 0 0,-158 23-494 0 0,-207-12-39 0 0,512 4 13 0 0,-438-20-15 0 0,737-6-69 0 0,-277-22 24 0 0,-268 8 23 0 0,21 7 48 0 0,-427 9-76 0 0,145-3 36 0 0,-211 8 12 0 0,-1-1-1 0 0,1 0 1 0 0,0 0-1 0 0,-1-1 0 0 0,1 1 1 0 0,-1-1-1 0 0,7-1 0 0 0,-7 1-7 0 0,0 0 1 0 0,-3 1 1 0 0,1 0 0 0 0,0 0 0 0 0,-1 0 0 0 0,1-1 0 0 0,-1 1 0 0 0,1 0 0 0 0,-1 0 0 0 0,1 0 0 0 0,-1-1 0 0 0,1 1-1 0 0,-1 0 1 0 0,1-1 0 0 0,-1 1 0 0 0,1-1 0 0 0,-1 1 0 0 0,1 0 0 0 0,-1-1 0 0 0,1 1 0 0 0,-1-2 0 0 0,-3 0-201 0 0,0 0 0 0 0,0 0 0 0 0,0 0 1 0 0,0 0-1 0 0,-1 0 0 0 0,1 0 0 0 0,-1 1 0 0 0,1 0 0 0 0,-7-2 0 0 0,-41-6-3692 0 0,19 4-997 0 0,-1-3-1873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625 251 1920 0 0,'-4'12'4285'0'0,"2"-8"-3742"0"0,1 1 0 0 0,0-1-1 0 0,0 1 1 0 0,0 0-1 0 0,1-1 1 0 0,-1 1 0 0 0,1 0-1 0 0,0 0 1 0 0,1-1 0 0 0,-1 1-1 0 0,1 0 1 0 0,0 0 0 0 0,0-1-1 0 0,0 1 1 0 0,1-1-1 0 0,3 8 1 0 0,-4-11-252 0 0,1 0-41 0 0,2-1-193 0 0,-1 1 0 0 0,0-1 1 0 0,0 0-1 0 0,1 0 0 0 0,-1 0 1 0 0,0 0-1 0 0,1-1 0 0 0,-1 0 1 0 0,0 1-1 0 0,1-1 0 0 0,-1 0 1 0 0,5-3-1 0 0,-1 1-12 0 0,0-1 0 0 0,0-1 0 0 0,0 1 1 0 0,0-1-1 0 0,5-6 0 0 0,1-1-18 0 0,0-2 1 0 0,-1 0 0 0 0,-1 0-1 0 0,11-18 1 0 0,-8 9 6 0 0,20-45 0 0 0,-31 61-33 0 0,0 0-1 0 0,0 0 0 0 0,-1 0 0 0 0,0-1 1 0 0,-1 1-1 0 0,0-1 0 0 0,0 1 0 0 0,0-1 1 0 0,-1 1-1 0 0,0-1 0 0 0,-2-10 0 0 0,2 16 0 0 0,-1 1 1 0 0,1-1-1 0 0,-1 0 0 0 0,0 0 0 0 0,0 0 1 0 0,0 0-1 0 0,0 1 0 0 0,0-1 0 0 0,0 0 1 0 0,-1 1-1 0 0,1-1 0 0 0,0 1 0 0 0,-1-1 0 0 0,1 1 1 0 0,-1 0-1 0 0,1 0 0 0 0,-1 0 0 0 0,0 0 1 0 0,0 0-1 0 0,1 0 0 0 0,-1 0 0 0 0,0 0 0 0 0,0 0 1 0 0,0 1-1 0 0,0-1 0 0 0,0 1 0 0 0,0 0 1 0 0,0 0-1 0 0,0-1 0 0 0,0 1 0 0 0,0 0 1 0 0,0 1-1 0 0,0-1 0 0 0,0 0 0 0 0,-2 1 0 0 0,-7 1 4 0 0,1 0-1 0 0,0 1 0 0 0,0 0 0 0 0,0 0 0 0 0,-13 7 1 0 0,-10 7-12 0 0,1 2 0 0 0,1 1 0 0 0,0 2 0 0 0,-38 35 0 0 0,-101 114 16 0 0,68-51-3 0 0,90-103 2 0 0,1-1 1 0 0,0 2-1 0 0,1-1 0 0 0,1 1 1 0 0,-11 34-1 0 0,18-47 0 0 0,1 1 0 0 0,0-1 0 0 0,0 1 0 0 0,0 0 0 0 0,1 0 0 0 0,-1 0 0 0 0,1-1 0 0 0,1 1 0 0 0,-1 0 0 0 0,1 0 0 0 0,3 11 0 0 0,-2-13-1 0 0,-1-1 0 0 0,1 1 1 0 0,0 0-1 0 0,0 0 1 0 0,0-1-1 0 0,0 0 0 0 0,1 1 1 0 0,-1-1-1 0 0,1 0 1 0 0,0 0-1 0 0,0 0 0 0 0,0-1 1 0 0,1 1-1 0 0,-1-1 0 0 0,0 1 1 0 0,1-1-1 0 0,6 3 1 0 0,19 5 58 0 0,0-2 1 0 0,1 0 0 0 0,-1-2 0 0 0,1-1-1 0 0,32 1 1 0 0,41 8 312 0 0,-96-14-297 0 0,-1 2 1 0 0,0-1 0 0 0,0 1 0 0 0,0 0 0 0 0,0 0-1 0 0,0 1 1 0 0,-1-1 0 0 0,1 1 0 0 0,-1 1-1 0 0,1-1 1 0 0,-1 1 0 0 0,0 0 0 0 0,5 5-1 0 0,-9-7-29 0 0,0-1-1 0 0,0 1 0 0 0,-1 0 0 0 0,1 0 0 0 0,0-1 0 0 0,-1 1 0 0 0,0 0 0 0 0,1 0 0 0 0,-1 0 0 0 0,0 0 0 0 0,0 0 1 0 0,0-1-1 0 0,0 1 0 0 0,0 0 0 0 0,0 0 0 0 0,-1 0 0 0 0,1 0 0 0 0,-1 0 0 0 0,1-1 0 0 0,-1 1 0 0 0,1 0 1 0 0,-1 0-1 0 0,0-1 0 0 0,-2 4 0 0 0,-1 2 124 0 0,-1 0 1 0 0,0 0-1 0 0,-10 10 0 0 0,3-5 6 0 0,0-1 0 0 0,-1-1-1 0 0,0 0 1 0 0,0-1 0 0 0,-29 15-1 0 0,16-12 33 0 0,0-1-1 0 0,-42 11 0 0 0,33-15-295 0 0,0-1 0 0 0,0-2 0 0 0,-1-1 0 0 0,1-2 0 0 0,0-1 0 0 0,-1-2 0 0 0,-54-10 0 0 0,61 4-2048 0 0,15 0-914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9 1264 0 0,'9'-8'14297'0'0,"-7"25"-11458"0"0,-5 29-3079 0 0,-8 23 1164 0 0,-19 140-31 0 0,29-199-1037 0 0,1 0 0 0 0,0 0 1 0 0,1 12-1 0 0,7 10-2971 0 0,11-29-5243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66 1444 0 0,'-5'-16'2000'0'0,"0"6"-452"0"0,-2 0-279 0 0,2 1-217 0 0,-2 2-232 0 0,2 2 396 0 0,-7-3-380 0 0,-2 13-956 0 0,11 10-1436 0 0,1-4-1132 0 0,0 2-729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5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42 2028 0 0,'3'23'13703'0'0,"-1"-7"-13496"0"0,0 1-1 0 0,-2 0 1 0 0,0-1-1 0 0,-1 1 1 0 0,0 0-1 0 0,-2-1 0 0 0,0 1 1 0 0,-1-1-1 0 0,0 0 1 0 0,-2 0-1 0 0,1 0 1 0 0,-16 27-1 0 0,1-5 60 0 0,19-37-209 0 0,-1-2-55 0 0,-3-10 6 0 0,5 6-7 0 0,-1-1 0 0 0,1 0 0 0 0,0 1 0 0 0,1-1 0 0 0,-1 1 0 0 0,1 0 0 0 0,3-11 0 0 0,16-38-58 0 0,-15 42 43 0 0,1 0-1 0 0,0 0 1 0 0,1 1-1 0 0,0 0 1 0 0,1 1-1 0 0,0-1 1 0 0,0 1-1 0 0,20-16 1 0 0,-24 22 9 0 0,1 1 0 0 0,0-1 0 0 0,-1 1 0 0 0,2 0 0 0 0,-1 1 0 0 0,0-1 1 0 0,0 1-1 0 0,1 0 0 0 0,0 1 0 0 0,-1-1 0 0 0,1 1 0 0 0,0 0 0 0 0,-1 0 0 0 0,1 1 0 0 0,0 0 1 0 0,0 0-1 0 0,0 0 0 0 0,-1 1 0 0 0,1-1 0 0 0,0 1 0 0 0,0 1 0 0 0,7 2 0 0 0,-8-3 13 0 0,0 1 0 0 0,0 0 0 0 0,0 0 0 0 0,0 1-1 0 0,-1 0 1 0 0,1-1 0 0 0,-1 1 0 0 0,0 1 0 0 0,1-1 0 0 0,-1 1-1 0 0,-1-1 1 0 0,1 1 0 0 0,-1 0 0 0 0,1 0 0 0 0,-1 1-1 0 0,0-1 1 0 0,-1 1 0 0 0,1 0 0 0 0,-1-1 0 0 0,0 1-1 0 0,0 0 1 0 0,0 0 0 0 0,-1 1 0 0 0,0-1 0 0 0,0 0 0 0 0,0 0-1 0 0,0 1 1 0 0,-1 9 0 0 0,-2 34 451 0 0,2-47 180 0 0,0-4-575 0 0,-1-5-48 0 0,0 0-1 0 0,0 1 1 0 0,1-1-1 0 0,0 0 1 0 0,1 0-1 0 0,0 1 1 0 0,2-13-1 0 0,17-50-32 0 0,-18 62 15 0 0,1-2-12 0 0,0 0 0 0 0,1 1 0 0 0,0-1 1 0 0,0 1-1 0 0,1 0 0 0 0,0 0 0 0 0,11-13 1 0 0,-14 18 6 0 0,2 0 0 0 0,-1 0 0 0 0,0 0 0 0 0,1 0 0 0 0,-1 1 0 0 0,1-1 0 0 0,0 1 1 0 0,0 0-1 0 0,-1 0 0 0 0,2 0 0 0 0,-1 1 0 0 0,0-1 0 0 0,0 1 0 0 0,0 0 0 0 0,1 0 1 0 0,-1 1-1 0 0,7-1 0 0 0,-8 1 8 0 0,-1 0 1 0 0,1 1 0 0 0,-1-1-1 0 0,0 1 1 0 0,1 0-1 0 0,-1-1 1 0 0,1 1 0 0 0,-1 0-1 0 0,0 1 1 0 0,0-1-1 0 0,0 0 1 0 0,0 1 0 0 0,1-1-1 0 0,-2 1 1 0 0,1 0-1 0 0,0-1 1 0 0,0 1-1 0 0,-1 0 1 0 0,1 0 0 0 0,-1 0-1 0 0,1 0 1 0 0,-1 0-1 0 0,0 1 1 0 0,0-1 0 0 0,0 0-1 0 0,0 1 1 0 0,1 2-1 0 0,0 3 10 0 0,1 0 0 0 0,-2 0 0 0 0,1 1 0 0 0,-1-1-1 0 0,0 0 1 0 0,-1 14 0 0 0,-5 34-227 0 0,-2 20-2234 0 0,7-67 1393 0 0,0-1 0 0 0,1 1 0 0 0,0-1-1 0 0,1 1 1 0 0,-1-1 0 0 0,6 15 0 0 0,-1-12-2126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6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1 184 852 0 0,'14'-56'8863'0'0,"9"-63"0"0"0,-23 117-8613 0 0,4-4 504 0 0,-3 25-378 0 0,-1 0 0 0 0,-2 1-1 0 0,1-1 1 0 0,-10 38-1 0 0,-2 22-56 0 0,12-70-315 0 0,-1 50 171 0 0,2-54-245 0 0,1-1-1 0 0,-1 1 1 0 0,1-1-1 0 0,0 0 1 0 0,0 1-1 0 0,1-1 1 0 0,-1 0-1 0 0,1 0 1 0 0,0 0-1 0 0,4 8 1 0 0,-4-11-68 0 0,-1 0 0 0 0,0 0 0 0 0,0 0 0 0 0,1 1 0 0 0,-1-1 0 0 0,0-1 0 0 0,1 1 0 0 0,-1 0 0 0 0,1 0 0 0 0,0 0 0 0 0,-1-1 0 0 0,1 1 0 0 0,0-1 0 0 0,-1 1 0 0 0,1-1 0 0 0,0 0 0 0 0,-1 0 0 0 0,1 1 0 0 0,0-1 0 0 0,3-1 0 0 0,-1 1-344 0 0,0-1-1 0 0,1 1 1 0 0,-1-1-1 0 0,1 0 1 0 0,-1-1 0 0 0,0 1-1 0 0,5-3 1 0 0,-4 1-598 0 0,0 0 0 0 0,-1 0 0 0 0,1 0 0 0 0,-1 0-1 0 0,7-7 1 0 0,7-9-4461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33 2144 0 0,'-12'-9'1968'0'0,"0"1"-343"0"0,1 1-301 0 0,1 2 636 0 0,-7 1-804 0 0,0 6-384 0 0,1 5-276 0 0,8 6-336 0 0,4 3-644 0 0,4-7-176 0 0,0 1-460 0 0,4-3-1848 0 0,-1 3-1001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51 2604 0 0,'0'-3'3224'0'0,"0"-5"285"0"0,-1 0 0 0 0,-1-1 0 0 0,-3-13 821 0 0,-2 104 1149 0 0,5 0-3594 0 0,-3 53-882 0 0,-17 49-401 0 0,-7 163-1082 0 0,29-333-476 0 0,1 0 1 0 0,2 16-1 0 0,-2-26 304 0 0,0 0 0 0 0,0 0-1 0 0,0 0 1 0 0,0 0 0 0 0,1 0-1 0 0,0 0 1 0 0,0 0 0 0 0,0-1 0 0 0,0 1-1 0 0,0-1 1 0 0,5 6 0 0 0,13-9-6412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7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251 827 628 0 0,'5'-10'1675'0'0,"1"0"-1"0"0,-1-1 1 0 0,-1 0-1 0 0,0 1 1 0 0,-1-2-1 0 0,0 1 1 0 0,0 0-1 0 0,-1-1 1 0 0,0-17 0 0 0,-1 28-1572 0 0,-1 0 0 0 0,0 0 0 0 0,0 0 0 0 0,0-1 0 0 0,0 1 0 0 0,-1 0 0 0 0,1 0 0 0 0,0 0 0 0 0,0 0 0 0 0,-1 0 0 0 0,1 0 0 0 0,-1-1 0 0 0,1 1 0 0 0,-1 0 0 0 0,1 0 0 0 0,-1 0 0 0 0,0 0 0 0 0,1 1 0 0 0,-1-1 0 0 0,-1-1 0 0 0,1 1-43 0 0,0 1 1 0 0,0 0-1 0 0,0-1 0 0 0,0 1 1 0 0,0 0-1 0 0,0-1 0 0 0,0 1 1 0 0,0 0-1 0 0,0 0 1 0 0,0 0-1 0 0,0 0 0 0 0,0 0 1 0 0,0 0-1 0 0,0 0 0 0 0,0 0 1 0 0,0 1-1 0 0,0-1 0 0 0,-1 1 1 0 0,-4 1 113 0 0,0 0-1 0 0,1 1 1 0 0,-1 0 0 0 0,0 1 0 0 0,-7 5 0 0 0,-7 7-39 0 0,1 1 0 0 0,0 1 1 0 0,1 1-1 0 0,1 0 1 0 0,1 1-1 0 0,1 1 0 0 0,1 0 1 0 0,0 1-1 0 0,2 1 1 0 0,0 0-1 0 0,2 0 0 0 0,1 1 1 0 0,-7 27-1 0 0,14-42-117 0 0,0-1-1 0 0,1 1 1 0 0,0 0-1 0 0,1 0 1 0 0,0 0 0 0 0,0 0-1 0 0,1 0 1 0 0,0-1-1 0 0,3 12 1 0 0,-3-16-14 0 0,0-1 0 0 0,0 1 0 0 0,1 0 1 0 0,-1-1-1 0 0,1 0 0 0 0,0 1 0 0 0,0-1 1 0 0,0 0-1 0 0,1 0 0 0 0,-1 0 0 0 0,1 0 1 0 0,-1-1-1 0 0,1 1 0 0 0,0-1 0 0 0,0 1 1 0 0,0-1-1 0 0,1 0 0 0 0,-1 0 0 0 0,0-1 1 0 0,1 1-1 0 0,-1-1 0 0 0,1 1 0 0 0,3 0 1 0 0,-3-1-3 0 0,1-1 0 0 0,-1 0 1 0 0,0 1-1 0 0,0-1 1 0 0,0-1-1 0 0,0 1 1 0 0,0-1-1 0 0,1 1 1 0 0,-1-1-1 0 0,0 0 1 0 0,0-1-1 0 0,0 1 1 0 0,-1-1-1 0 0,1 1 1 0 0,0-1-1 0 0,-1 0 1 0 0,1-1-1 0 0,-1 1 1 0 0,1-1-1 0 0,-1 1 1 0 0,0-1-1 0 0,0 0 1 0 0,0 0-1 0 0,2-5 0 0 0,6-5 2 0 0,-1-1-1 0 0,0-1 0 0 0,-2 0 0 0 0,9-19 0 0 0,42-105 42 0 0,-58 137-27 0 0,-1 5-40 0 0,-4 18-15 0 0,1 0 0 0 0,1 0 0 0 0,1 1-1 0 0,3 38 1 0 0,-1-51 41 0 0,0 0 0 0 0,1 0 0 0 0,1 0 1 0 0,-1 0-1 0 0,1 0 0 0 0,5 9 0 0 0,-6-14 6 0 0,1 0-1 0 0,-1 0 1 0 0,1 0 0 0 0,0 0-1 0 0,0 0 1 0 0,0-1 0 0 0,0 1-1 0 0,1-1 1 0 0,-1 0 0 0 0,1 0-1 0 0,0 0 1 0 0,7 3 0 0 0,-7-4 4 0 0,0 0 1 0 0,-1 0-1 0 0,1-1 0 0 0,0 0 1 0 0,0 1-1 0 0,0-2 0 0 0,0 1 1 0 0,0 0-1 0 0,0-1 0 0 0,0 0 1 0 0,0 0-1 0 0,0 0 0 0 0,0 0 1 0 0,0-1-1 0 0,0 1 0 0 0,6-3 1 0 0,-5 1-22 0 0,0 0 1 0 0,0 0-1 0 0,-1-1 1 0 0,1 0-1 0 0,-1 0 1 0 0,0 0 0 0 0,0 0-1 0 0,0-1 1 0 0,0 1-1 0 0,0-1 1 0 0,3-5-1 0 0,2-5-63 0 0,0 0 0 0 0,-1 0 0 0 0,0-1 0 0 0,-1 0-1 0 0,-1 0 1 0 0,8-31 0 0 0,-8 20 32 0 0,-1 0 0 0 0,-2 0-1 0 0,-1 0 1 0 0,-1-1 0 0 0,-1 1 0 0 0,-1 0-1 0 0,-1-1 1 0 0,-2 1 0 0 0,-9-35-1 0 0,13 58 35 0 0,-1 0 0 0 0,0 0 0 0 0,1 0 0 0 0,-2 0 0 0 0,1 0 0 0 0,0 0 0 0 0,0 1 0 0 0,-1-1 0 0 0,1 0 0 0 0,-1 1 0 0 0,0-1 0 0 0,0 1 0 0 0,0 0 0 0 0,0 0 0 0 0,0-1 0 0 0,-1 1 0 0 0,-3-2 0 0 0,6 4 4 0 0,-1 0-1 0 0,0 0 1 0 0,1 0-1 0 0,-1-1 1 0 0,0 1-1 0 0,1 1 1 0 0,-1-1-1 0 0,0 0 1 0 0,1 0-1 0 0,-1 0 1 0 0,0 0-1 0 0,1 0 1 0 0,-1 1-1 0 0,0-1 1 0 0,1 0-1 0 0,-1 0 0 0 0,1 1 1 0 0,-1-1-1 0 0,0 0 1 0 0,1 1-1 0 0,-1-1 1 0 0,1 1-1 0 0,-1-1 1 0 0,1 1-1 0 0,0-1 1 0 0,-1 1-1 0 0,1-1 1 0 0,-1 1-1 0 0,1-1 1 0 0,0 1-1 0 0,-1 0 1 0 0,1-1-1 0 0,0 1 0 0 0,0 0 1 0 0,-1 1-1 0 0,-6 22-32 0 0,7-18 32 0 0,0 0 0 0 0,0-1 0 0 0,0 1-1 0 0,0 0 1 0 0,1-1 0 0 0,0 1 0 0 0,1-1 0 0 0,-1 1 0 0 0,1-1 0 0 0,0 1 0 0 0,0-1 0 0 0,1 0 0 0 0,-1 0 0 0 0,1 0-1 0 0,0 0 1 0 0,0 0 0 0 0,1-1 0 0 0,0 0 0 0 0,0 1 0 0 0,0-1 0 0 0,0-1 0 0 0,0 1 0 0 0,6 3 0 0 0,-2-1 5 0 0,1 0 1 0 0,-1-1 0 0 0,1 0 0 0 0,1-1 0 0 0,-1 1 0 0 0,1-2-1 0 0,-1 0 1 0 0,1 0 0 0 0,0 0 0 0 0,0-1 0 0 0,0-1 0 0 0,12 1-1 0 0,-12-2-2 0 0,-1 0 0 0 0,1-1 0 0 0,-1 0-1 0 0,0 0 1 0 0,1-1 0 0 0,-1-1-1 0 0,0 1 1 0 0,0-1 0 0 0,-1-1-1 0 0,1 0 1 0 0,0 0 0 0 0,-1 0-1 0 0,0-1 1 0 0,0-1 0 0 0,-1 1 0 0 0,1-1-1 0 0,-1-1 1 0 0,-1 1 0 0 0,1-1-1 0 0,-1 0 1 0 0,0-1 0 0 0,0 1-1 0 0,-1-1 1 0 0,0 0 0 0 0,5-13-1 0 0,-9 20 2 0 0,-1-1-1 0 0,1 1 0 0 0,-1 0 0 0 0,1 0 0 0 0,-1-1 1 0 0,0 1-1 0 0,1 0 0 0 0,-1-1 0 0 0,0 1 0 0 0,0 0 1 0 0,0-1-1 0 0,0 1 0 0 0,0-1 0 0 0,0-1 0 0 0,-1 3-2 0 0,1 0-1 0 0,0 0 1 0 0,0-1-1 0 0,0 1 0 0 0,-1 0 1 0 0,1 0-1 0 0,0 0 1 0 0,-1-1-1 0 0,1 1 1 0 0,0 0-1 0 0,0 0 0 0 0,-1 0 1 0 0,1 0-1 0 0,0 0 1 0 0,-1 0-1 0 0,1 0 1 0 0,0-1-1 0 0,-1 1 1 0 0,1 0-1 0 0,0 0 0 0 0,-1 0 1 0 0,1 0-1 0 0,0 0 1 0 0,-1 1-1 0 0,1-1 1 0 0,0 0-1 0 0,-1 0 0 0 0,1 0 1 0 0,0 0-1 0 0,-1 0 1 0 0,1 0-1 0 0,0 0 1 0 0,-1 1-1 0 0,-3 1-2 0 0,1 0 0 0 0,-1 0 1 0 0,1 0-1 0 0,0 1 0 0 0,-1-1 0 0 0,1 1 1 0 0,-4 4-1 0 0,-7 11-15 0 0,1 0 1 0 0,0 0-1 0 0,1 1 1 0 0,-11 27-1 0 0,17-33 43 0 0,0 1 0 0 0,1-1-1 0 0,1 2 1 0 0,0-1-1 0 0,1 0 1 0 0,1 1 0 0 0,-2 22-1 0 0,4-32-21 0 0,0-1 0 0 0,1 1-1 0 0,-1-1 1 0 0,1 1 0 0 0,-1-1-1 0 0,1 0 1 0 0,1 1 0 0 0,-1-1-1 0 0,1 0 1 0 0,-1 0 0 0 0,1 0-1 0 0,0 0 1 0 0,1 0 0 0 0,-1 0 0 0 0,1 0-1 0 0,-1-1 1 0 0,1 0 0 0 0,0 1-1 0 0,5 3 1 0 0,-3-4-29 0 0,0 0-1 0 0,0 0 1 0 0,0 0 0 0 0,1-1-1 0 0,-1 1 1 0 0,1-1 0 0 0,-1-1 0 0 0,1 1-1 0 0,0-1 1 0 0,0 0 0 0 0,0 0-1 0 0,0-1 1 0 0,0 0 0 0 0,6 0-1 0 0,6-1-326 0 0,0-1-1 0 0,0 0 0 0 0,0-2 1 0 0,0 0-1 0 0,-1-1 0 0 0,1 0 1 0 0,-1-2-1 0 0,-1 0 0 0 0,1-1 1 0 0,-1-1-1 0 0,-1 0 0 0 0,0-1 1 0 0,0 0-1 0 0,25-25 0 0 0,-21 16-63 0 0,-1-1-1 0 0,-1 0 1 0 0,-1-1 0 0 0,-1-1-1 0 0,-1-1 1 0 0,-1 0-1 0 0,-1-1 1 0 0,-1 0-1 0 0,12-40 1 0 0,-7 9 343 0 0,-4 0 0 0 0,-1-1 0 0 0,5-109 0 0 0,-19-171 5368 0 0,0 277-4176 0 0,3 57-481 0 0,2 21 267 0 0,58 657 4136 0 0,-56-622-4982 0 0,-4-51-52 0 0,15 143-337 0 0,-12-129-338 0 0,1 1-1 0 0,0-1 1 0 0,1 0 0 0 0,1 0 0 0 0,1-1-1 0 0,10 19 1 0 0,-15-31 210 0 0,1-1 0 0 0,-1 1-1 0 0,1-1 1 0 0,-1 0 0 0 0,1 1-1 0 0,0-1 1 0 0,0-1 0 0 0,6 5 0 0 0,-7-6-435 0 0,1 1 0 0 0,-1-1 1 0 0,1 0-1 0 0,0 0 0 0 0,-1 0 1 0 0,1 0-1 0 0,5 1 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365 105 3456 0 0,'33'-62'14037'0'0,"-9"121"-10029"0"0,-17-40-3526 0 0,16 32 0 0 0,-19-45-436 0 0,0 0 1 0 0,0 0 0 0 0,0 0-1 0 0,1-1 1 0 0,-1 1-1 0 0,1-1 1 0 0,1 0-1 0 0,10 7 1 0 0,-10-8-24 0 0,-1-1 0 0 0,1 0 0 0 0,0 0 0 0 0,-1 0 0 0 0,1-1 0 0 0,1 0 0 0 0,-1 0 0 0 0,0 0 0 0 0,0-1 0 0 0,1 0 0 0 0,-1-1 0 0 0,1 1 0 0 0,-1-1 0 0 0,0 0 0 0 0,1-1 0 0 0,-1 1 0 0 0,1-1 0 0 0,-1-1 0 0 0,0 1-1 0 0,0-1 1 0 0,9-3 0 0 0,-5 0-6 0 0,0 0-1 0 0,-1-1 0 0 0,0 0 0 0 0,0 0 0 0 0,0-1 0 0 0,-1 0 1 0 0,0-1-1 0 0,0 1 0 0 0,-1-2 0 0 0,0 1 0 0 0,11-18 0 0 0,61-113-35 0 0,-79 139 18 0 0,0 0 1 0 0,0 0-1 0 0,0-1 0 0 0,0 1 0 0 0,1 0 0 0 0,-1 0 1 0 0,0-1-1 0 0,0 1 0 0 0,0 0 0 0 0,0 0 0 0 0,0 0 1 0 0,0-1-1 0 0,1 1 0 0 0,-1 0 0 0 0,0 0 0 0 0,0 0 1 0 0,0 0-1 0 0,0-1 0 0 0,1 1 0 0 0,-1 0 0 0 0,0 0 1 0 0,0 0-1 0 0,0 0 0 0 0,1 0 0 0 0,-1 0 0 0 0,0 0 1 0 0,0 0-1 0 0,1 0 0 0 0,-1 0 0 0 0,0 0 0 0 0,0-1 1 0 0,0 1-1 0 0,1 0 0 0 0,-1 0 0 0 0,0 1 0 0 0,0-1 1 0 0,1 0-1 0 0,-1 0 0 0 0,0 0 0 0 0,3 10 21 0 0,-4 17 236 0 0,-43 144 2002 0 0,-75 189 1 0 0,86-268-1862 0 0,4-10 456 0 0,-69 133 1 0 0,81-184-628 0 0,-2 0 0 0 0,-1-2-1 0 0,-1 0 1 0 0,-1-1 0 0 0,-1-1 0 0 0,-2-1 0 0 0,-29 23 0 0 0,38-36-100 0 0,-1-2 0 0 0,0 0 0 0 0,0-1 0 0 0,-1-1 0 0 0,-27 11 1 0 0,38-18-309 0 0,0 1 0 0 0,1-1 1 0 0,-1 0-1 0 0,0-1 1 0 0,0 0-1 0 0,0 0 1 0 0,0 0-1 0 0,0-1 1 0 0,-1 0-1 0 0,1 0 1 0 0,0-1-1 0 0,0 0 1 0 0,0 0-1 0 0,0 0 1 0 0,0-1-1 0 0,1 0 0 0 0,-1-1 1 0 0,-11-5-1 0 0,15 6-346 0 0,-1-1-1 0 0,1 0 1 0 0,0 0-1 0 0,0 0 1 0 0,0 0-1 0 0,1 0 1 0 0,-1 0-1 0 0,1-1 1 0 0,-1 1-1 0 0,1-1 1 0 0,1 0-1 0 0,-3-4 1 0 0,-6-30-8996 0 0,6 12-1221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8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91 2524 0 0,'3'-91'22076'0'0,"-12"127"-20988"0"0,3-15-863 0 0,-14 71 345 0 0,-11 49-1988 0 0,13-46-4881 0 0,12-76 2772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8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2836 0 0,'5'-21'2524'0'0,"-4"6"-411"0"0,5 1-265 0 0,-5 2-364 0 0,3 2-292 0 0,-2 0 532 0 0,1-6-688 0 0,0 4-492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8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68 2328 0 0,'10'-13'5160'0'0,"-9"10"-4156"0"0,1 1 0 0 0,-1 0-1 0 0,0-1 1 0 0,1-4 0 0 0,-2 5-767 0 0,1 1 1 0 0,-2 0 0 0 0,1 0 0 0 0,0-1 0 0 0,0 1-1 0 0,0 0 1 0 0,0 0 0 0 0,-1-1 0 0 0,1 1-1 0 0,-1 0 1 0 0,1 0 0 0 0,-1 0 0 0 0,1 0 0 0 0,-1-1-1 0 0,0 1 1 0 0,0 0 0 0 0,1 0 0 0 0,-1 0 0 0 0,0 1-1 0 0,-2-3 1 0 0,1 2-113 0 0,0-1 0 0 0,0 1 0 0 0,0 0 0 0 0,0 0 0 0 0,-1 0 0 0 0,1 0 0 0 0,0 0-1 0 0,-1 1 1 0 0,1-1 0 0 0,0 0 0 0 0,-1 1 0 0 0,1 0 0 0 0,-1 0 0 0 0,1 0 0 0 0,-1 0 0 0 0,1 0 0 0 0,0 0-1 0 0,-1 1 1 0 0,1-1 0 0 0,-1 1 0 0 0,-3 1 0 0 0,0 0 3 0 0,-1 0 1 0 0,0 1-1 0 0,1 0 0 0 0,0 0 1 0 0,-1 0-1 0 0,-10 9 1 0 0,4 0-27 0 0,0 1 0 0 0,1 0 1 0 0,0 1-1 0 0,1 0 1 0 0,0 1-1 0 0,2 0 1 0 0,0 1-1 0 0,0 0 1 0 0,-12 33-1 0 0,5 0 204 0 0,2 0 1 0 0,-10 63-1 0 0,12-32 862 0 0,-3 141 0 0 0,21 80 930 0 0,-1 65-985 0 0,-6-347-1086 0 0,-8 96 250 0 0,7-105-266 0 0,0 1 0 0 0,0-1 1 0 0,-1 0-1 0 0,-1 0 0 0 0,1 0 0 0 0,-2 0 1 0 0,1 0-1 0 0,-10 12 0 0 0,13-20-199 0 0,0 0-1 0 0,0 0 1 0 0,0 0 0 0 0,-1 0 0 0 0,1-1-1 0 0,-1 1 1 0 0,0-1 0 0 0,1 1 0 0 0,-1-1-1 0 0,0 1 1 0 0,0-1 0 0 0,0 0 0 0 0,0 0-1 0 0,0 0 1 0 0,0 0 0 0 0,0 0-1 0 0,0-1 1 0 0,0 1 0 0 0,0 0 0 0 0,-1-1-1 0 0,1 0 1 0 0,0 1 0 0 0,0-1 0 0 0,-1 0-1 0 0,1 0 1 0 0,0-1 0 0 0,0 1 0 0 0,-1 0-1 0 0,1-1 1 0 0,-3 0 0 0 0,0-2-852 0 0,0 1-1 0 0,0-1 1 0 0,1 0 0 0 0,-1 0 0 0 0,1-1 0 0 0,0 1 0 0 0,0-1 0 0 0,0 0 0 0 0,1 0 0 0 0,-1 0-1 0 0,-5-10 1 0 0,-10-15-7280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9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0 290 1812 0 0,'4'-14'2252'0'0,"0"0"-1"0"0,1-1 0 0 0,1 2 1 0 0,8-16-1 0 0,-9 20-1836 0 0,1 0 0 0 0,0 0 1 0 0,1 0-1 0 0,0 1 0 0 0,1 0 1 0 0,-1 1-1 0 0,1 0 0 0 0,1 0 0 0 0,-1 0 1 0 0,17-8-1 0 0,1 1-101 0 0,2 1 0 0 0,-1 1 1 0 0,1 2-1 0 0,40-10 0 0 0,25 0-1868 0 0,3 4-6056 0 0,-65 11-30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29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52 1916 0 0,'0'-3'658'0'0,"0"1"0"0"0,0-1 0 0 0,-1 0 0 0 0,1 0 0 0 0,0 0 0 0 0,-1 1 0 0 0,0-1 0 0 0,0 0 0 0 0,1 0 0 0 0,-2 1 0 0 0,1-1 0 0 0,0 1 0 0 0,-3-4 0 0 0,3 5-581 0 0,0 0 1 0 0,0 0-1 0 0,0 0 1 0 0,0 0-1 0 0,-1 0 1 0 0,1 1-1 0 0,0-1 1 0 0,-1 0-1 0 0,1 1 0 0 0,0-1 1 0 0,-1 1-1 0 0,1-1 1 0 0,-1 1-1 0 0,1 0 1 0 0,-1 0-1 0 0,1 0 1 0 0,-1 0-1 0 0,1 0 0 0 0,-1 0 1 0 0,1 0-1 0 0,-1 0 1 0 0,1 0-1 0 0,0 1 1 0 0,-1-1-1 0 0,1 1 1 0 0,-1-1-1 0 0,-1 2 1 0 0,-6 1 45 0 0,1 1 0 0 0,-1 1 0 0 0,1 0 1 0 0,1 0-1 0 0,-1 0 0 0 0,-13 13 1 0 0,-39 44 184 0 0,49-49-226 0 0,-23 25 105 0 0,2 1 0 0 0,2 1 0 0 0,1 2 0 0 0,3 1 0 0 0,-38 82-1 0 0,61-117-163 0 0,0-1 0 0 0,0 1 0 0 0,1-1 0 0 0,1 1 0 0 0,-1 0 0 0 0,1 0 0 0 0,1-1 0 0 0,-1 14 0 0 0,2-18-18 0 0,-1-1 1 0 0,0 0 0 0 0,1 1-1 0 0,-1-1 1 0 0,1 0 0 0 0,0 0-1 0 0,-1 1 1 0 0,1-1 0 0 0,0 0-1 0 0,0 0 1 0 0,1 0 0 0 0,-1 0-1 0 0,0 0 1 0 0,1 0 0 0 0,-1 0-1 0 0,1-1 1 0 0,0 1 0 0 0,-1 0-1 0 0,1-1 1 0 0,0 1 0 0 0,0-1-1 0 0,0 0 1 0 0,0 0 0 0 0,0 0-1 0 0,0 0 1 0 0,1 0 0 0 0,-1 0-1 0 0,0 0 1 0 0,0-1 0 0 0,1 1-1 0 0,-1-1 1 0 0,4 1 0 0 0,3-1-5 0 0,0 0 1 0 0,0 0-1 0 0,0-1 0 0 0,0 0 1 0 0,0-1-1 0 0,0 0 1 0 0,0 0-1 0 0,0-1 0 0 0,-1 0 1 0 0,1 0-1 0 0,-1-1 1 0 0,0 0-1 0 0,0-1 0 0 0,0 0 1 0 0,0 0-1 0 0,-1 0 0 0 0,0-1 1 0 0,12-13-1 0 0,-1-1 133 0 0,-1 0-1 0 0,-1-1 0 0 0,0-1 1 0 0,-2 0-1 0 0,15-32 1 0 0,44-101 2928 0 0,-72 154-2873 0 0,4 16 159 0 0,-9 21-203 0 0,-1 13 333 0 0,2 68 0 0 0,3-103-697 0 0,1-1-1 0 0,1 0 1 0 0,0 0 0 0 0,1 0 0 0 0,0 0 0 0 0,1 0-1 0 0,0-1 1 0 0,1 1 0 0 0,0-1 0 0 0,10 15-1 0 0,-12-22-265 0 0,1 0-1 0 0,0-1 0 0 0,0 1 0 0 0,0-1 0 0 0,0 0 0 0 0,8 5 0 0 0,20 7-5866 0 0,-10-10-671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223 188 3064 0 0,'87'-179'16090'0'0,"-87"177"-15583"0"0,0 2-483 0 0,0 0-1 0 0,0 0 1 0 0,0-1-1 0 0,0 1 1 0 0,0 0-1 0 0,0 0 1 0 0,0-1 0 0 0,0 1-1 0 0,0 0 1 0 0,0 0-1 0 0,0-1 1 0 0,0 1-1 0 0,0 0 1 0 0,0 0-1 0 0,0 0 1 0 0,0-1 0 0 0,0 1-1 0 0,0 0 1 0 0,-1 0-1 0 0,1 0 1 0 0,0-1-1 0 0,0 1 1 0 0,0 0-1 0 0,0 0 1 0 0,0 0-1 0 0,-1 0 1 0 0,1-1 0 0 0,0 1-1 0 0,0 0 1 0 0,0 0-1 0 0,-1 0 1 0 0,1 0-1 0 0,0 0 1 0 0,0 0-1 0 0,-1 0 1 0 0,1 0 0 0 0,0 0-1 0 0,0 0 1 0 0,0-1-1 0 0,-1 1 1 0 0,1 0-1 0 0,0 0 1 0 0,0 0-1 0 0,-1 1 1 0 0,1-1 0 0 0,-10 7 234 0 0,1 1 1 0 0,0 0 0 0 0,1 1 0 0 0,-15 18 0 0 0,-27 48 450 0 0,28-41-445 0 0,-74 125 592 0 0,80-127-727 0 0,1 0-1 0 0,2 1 1 0 0,-12 41-1 0 0,23-65-99 0 0,0-1-1 0 0,1 1 0 0 0,-1-1 1 0 0,2 1-1 0 0,-1 0 0 0 0,1-1 1 0 0,0 1-1 0 0,3 15 0 0 0,-2-20-25 0 0,0-1-1 0 0,0 1 0 0 0,1-1 0 0 0,-1 0 1 0 0,0 0-1 0 0,1 0 0 0 0,0 0 1 0 0,0 0-1 0 0,0 0 0 0 0,0 0 1 0 0,0 0-1 0 0,1-1 0 0 0,-1 1 1 0 0,1-1-1 0 0,0 0 0 0 0,-1 0 0 0 0,1 0 1 0 0,0 0-1 0 0,0 0 0 0 0,1 0 1 0 0,-1-1-1 0 0,0 0 0 0 0,0 0 1 0 0,5 2-1 0 0,5-1-329 0 0,1 0 0 0 0,0 0 0 0 0,-1-1 0 0 0,1-1 1 0 0,0-1-1 0 0,-1 1 0 0 0,1-2 0 0 0,-1 0 0 0 0,1-1 0 0 0,-1 0 0 0 0,26-10 0 0 0,-28 8-1076 0 0,1 0 0 0 0,0-1 0 0 0,-1 0 0 0 0,0-1 0 0 0,0 0 0 0 0,-1-1 0 0 0,17-16 0 0 0,-10 4-5741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0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98 141 832 0 0,'-98'9'16173'0'0,"106"-18"-15107"0"0,-3 5-946 0 0,1 0 1 0 0,-1 1-1 0 0,1 0 1 0 0,0 0-1 0 0,0 1 0 0 0,0 0 1 0 0,13-3-1 0 0,4-2 51 0 0,197-62-2749 0 0,-136 44-4604 0 0,-45 11 141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27 2116 0 0,'-33'-18'12179'0'0,"17"10"-7586"0"0,14 9-3472 0 0,0 0-959 0 0,0 0-1 0 0,1 0 0 0 0,-1 0 1 0 0,1 1-1 0 0,-1-1 0 0 0,1 0 1 0 0,-1 1-1 0 0,1-1 0 0 0,0 1 1 0 0,0 0-1 0 0,0-1 0 0 0,0 1 1 0 0,0 0-1 0 0,0-1 0 0 0,1 1 1 0 0,-1 0-1 0 0,0 0 0 0 0,1 0 1 0 0,-1 0-1 0 0,1 0 0 0 0,0 0 1 0 0,0 2-1 0 0,-10 46 2626 0 0,-3 83 0 0 0,5-38-1488 0 0,-84 365 698 0 0,60-326-3659 0 0,28-120-2604 0 0,3-50-11230 0 0,4 13 6734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0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0 269 2820 0 0,'2'-11'1093'0'0,"2"-16"1419"0"0,2 1 1 0 0,1 0-1 0 0,16-43 1 0 0,-20 62-2340 0 0,1 0 0 0 0,-1 1 0 0 0,1-1 0 0 0,1 1 0 0 0,-1 0 0 0 0,1 0 0 0 0,0 0 0 0 0,0 1 0 0 0,0 0 0 0 0,1 0 0 0 0,0 0 0 0 0,0 1 0 0 0,0-1 0 0 0,1 1 0 0 0,-1 1 0 0 0,1-1 0 0 0,0 1 0 0 0,8-2 0 0 0,-5 2-77 0 0,0 1 0 0 0,1 0 1 0 0,-1 0-1 0 0,1 1 1 0 0,-1 1-1 0 0,1-1 1 0 0,19 3-1 0 0,-27-1-55 0 0,1-1-1 0 0,-1 1 1 0 0,1 0-1 0 0,-1-1 1 0 0,1 2-1 0 0,-1-1 1 0 0,0 0-1 0 0,1 1 1 0 0,-1-1-1 0 0,0 1 1 0 0,0 0-1 0 0,0 0 1 0 0,0 0-1 0 0,0 0 1 0 0,-1 1-1 0 0,1-1 1 0 0,-1 1-1 0 0,0 0 1 0 0,1-1-1 0 0,-1 1 0 0 0,0 0 1 0 0,-1 1-1 0 0,1-1 1 0 0,0 0-1 0 0,-1 0 1 0 0,2 5-1 0 0,-3-3 5 0 0,1 0-1 0 0,-1 0 0 0 0,0 0 1 0 0,0 1-1 0 0,0-1 1 0 0,-1 0-1 0 0,0 0 0 0 0,0 0 1 0 0,0 0-1 0 0,-1 0 0 0 0,1 0 1 0 0,-1 0-1 0 0,0 0 0 0 0,-5 7 1 0 0,-2 4 29 0 0,-2-1 1 0 0,-19 25 0 0 0,4-11 101 0 0,0 0-1 0 0,-2-2 1 0 0,-1-1 0 0 0,-64 43 0 0 0,78-55 138 0 0,14-13-307 0 0,1-1-1 0 0,0 0 1 0 0,0 1 0 0 0,0-1 0 0 0,0 1-1 0 0,-1-1 1 0 0,1 1 0 0 0,0-1-1 0 0,0 1 1 0 0,0-1 0 0 0,0 1-1 0 0,0-1 1 0 0,0 1 0 0 0,0-1-1 0 0,0 1 1 0 0,0-1 0 0 0,1 1 0 0 0,-1-1-1 0 0,0 1 1 0 0,0-1 0 0 0,0 1-1 0 0,1-1 1 0 0,-1 1 0 0 0,2 1 14 0 0,0 0 0 0 0,1 0 1 0 0,-1 0-1 0 0,0 0 0 0 0,1 0 1 0 0,0 0-1 0 0,-1-1 0 0 0,5 3 1 0 0,6 3 133 0 0,152 104 1105 0 0,49 31-1758 0 0,-187-127-646 0 0,0-1-1 0 0,32 10 0 0 0,-43-18-1807 0 0,0-1 0 0 0,32 5 0 0 0,-16-8-4821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1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62 348 2600 0 0,'-10'-18'1407'0'0,"1"1"-1"0"0,1-1 1 0 0,1 0-1 0 0,0-1 1 0 0,1 1-1 0 0,1-1 1 0 0,-3-30-1 0 0,7 43-1272 0 0,0 0 0 0 0,1-1 0 0 0,0 1 0 0 0,0 0 0 0 0,1 0 0 0 0,0 0 0 0 0,0-1 0 0 0,0 1-1 0 0,1 0 1 0 0,0 0 0 0 0,0 0 0 0 0,0 1 0 0 0,1-1 0 0 0,0 0 0 0 0,0 1 0 0 0,1 0 0 0 0,-1 0 0 0 0,1 0-1 0 0,0 0 1 0 0,0 0 0 0 0,1 1 0 0 0,-1 0 0 0 0,1 0 0 0 0,0 0 0 0 0,0 0 0 0 0,1 1 0 0 0,7-4 0 0 0,-5 3-95 0 0,0 1 0 0 0,0 0 0 0 0,0 1 0 0 0,0-1 0 0 0,1 2 0 0 0,-1-1 1 0 0,1 1-1 0 0,11 0 0 0 0,-17 1-28 0 0,1 0-1 0 0,-1 0 1 0 0,0 0-1 0 0,1 0 1 0 0,-1 1 0 0 0,0 0-1 0 0,1 0 1 0 0,-1-1 0 0 0,0 2-1 0 0,0-1 1 0 0,0 0-1 0 0,0 1 1 0 0,0-1 0 0 0,0 1-1 0 0,0 0 1 0 0,0 0 0 0 0,-1 0-1 0 0,1 0 1 0 0,-1 1-1 0 0,0-1 1 0 0,1 1 0 0 0,-1 0-1 0 0,3 5 1 0 0,-3-4 3 0 0,-1-1 0 0 0,0 1 0 0 0,0 0-1 0 0,-1 0 1 0 0,1-1 0 0 0,-1 1 0 0 0,0 0 0 0 0,0 0 0 0 0,0 0 0 0 0,0 0-1 0 0,0 0 1 0 0,-1-1 0 0 0,0 1 0 0 0,0 0 0 0 0,0 0 0 0 0,0-1 0 0 0,-1 1-1 0 0,0-1 1 0 0,1 1 0 0 0,-1-1 0 0 0,-4 5 0 0 0,-5 8 28 0 0,-1 0 1 0 0,-26 27-1 0 0,29-34-25 0 0,-74 81 396 0 0,82-89-197 0 0,4 0-160 0 0,0 1 0 0 0,0-1 1 0 0,0 0-1 0 0,0-1 0 0 0,1 1 0 0 0,-1-1 0 0 0,0 1 0 0 0,5-1 0 0 0,12 1 42 0 0,1 0-1 0 0,0 2 0 0 0,-1 0 0 0 0,1 2 1 0 0,36 12-1 0 0,-43-12 55 0 0,-1 0 0 0 0,0 2 0 0 0,0-1-1 0 0,-1 1 1 0 0,0 1 0 0 0,0 1 0 0 0,0-1 0 0 0,-1 2 0 0 0,15 15 0 0 0,-24-23-28 0 0,0 1 0 0 0,0 0 0 0 0,0 0 0 0 0,0-1-1 0 0,0 1 1 0 0,0 0 0 0 0,-1 1 0 0 0,1-1 0 0 0,-1 0 0 0 0,0 0 0 0 0,0 1 0 0 0,0-1 0 0 0,-1 0 0 0 0,1 1 0 0 0,-1-1 0 0 0,0 1 0 0 0,0-1 0 0 0,0 1 0 0 0,-1 4 0 0 0,0-4-1 0 0,0 1 1 0 0,-1-1-1 0 0,0 1 1 0 0,0-1-1 0 0,0 0 1 0 0,-1 0-1 0 0,1 0 1 0 0,-1 0-1 0 0,0 0 0 0 0,0 0 1 0 0,0-1-1 0 0,-6 5 1 0 0,-4 2 54 0 0,0 0-1 0 0,0-2 1 0 0,-1 1 0 0 0,0-2 0 0 0,0 0 0 0 0,-1 0-1 0 0,-17 4 1 0 0,16-6-250 0 0,1-1 0 0 0,-1-1 1 0 0,0 0-1 0 0,0-1 0 0 0,0-1 0 0 0,0 0 0 0 0,-1-1 0 0 0,1-1 0 0 0,0-1 1 0 0,0 0-1 0 0,0-1 0 0 0,-19-6 0 0 0,33 8-237 0 0,1 1 0 0 0,-1-1 0 0 0,1 0 0 0 0,-1 1-1 0 0,0-1 1 0 0,1 0 0 0 0,0 0 0 0 0,-1 0 0 0 0,1 0 0 0 0,-1 0 0 0 0,1-1-1 0 0,0 1 1 0 0,0 0 0 0 0,0-1 0 0 0,-2-2 0 0 0,3 3-96 0 0,-1 0 0 0 0,1 0 0 0 0,0 0 0 0 0,0 0 0 0 0,0 0 0 0 0,0 0 0 0 0,0 0 0 0 0,0 0 0 0 0,0 0 0 0 0,0 0 0 0 0,0 0 0 0 0,0 0 0 0 0,1 0 0 0 0,-1 0 0 0 0,0 0 0 0 0,1 0 0 0 0,-1 0-1 0 0,0 0 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1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57 1692 0 0,'0'-3'613'0'0,"0"0"-1"0"0,0 1 1 0 0,0-1 0 0 0,0 1-1 0 0,-1-1 1 0 0,1 1 0 0 0,-1-1-1 0 0,0 1 1 0 0,0 0 0 0 0,0-1-1 0 0,0 1 1 0 0,0 0 0 0 0,0-1-1 0 0,-1 1 1 0 0,1 0 0 0 0,-1 0-1 0 0,1 0 1 0 0,-1 0-1 0 0,0 1 1 0 0,-3-4 0 0 0,3 4-396 0 0,0 0-1 0 0,0 0 1 0 0,0 1 0 0 0,0-1 0 0 0,1 0-1 0 0,-1 1 1 0 0,0 0 0 0 0,-1-1 0 0 0,1 1-1 0 0,0 0 1 0 0,0 0 0 0 0,0 0 0 0 0,0 0 0 0 0,0 0-1 0 0,0 1 1 0 0,0-1 0 0 0,0 1 0 0 0,0-1-1 0 0,0 1 1 0 0,0 0 0 0 0,1 0 0 0 0,-1 0-1 0 0,0 0 1 0 0,0 0 0 0 0,1 0 0 0 0,-4 2 0 0 0,-5 6 221 0 0,0 0 0 0 0,0 0 0 0 0,0 1 0 0 0,1 0 1 0 0,-10 15-1 0 0,-35 61 698 0 0,43-67-889 0 0,-29 56 206 0 0,3 0 0 0 0,4 3 1 0 0,3 1-1 0 0,3 1 0 0 0,4 1 1 0 0,-13 87-1 0 0,29-128-335 0 0,-2 72 1 0 0,9-95-360 0 0,0-1 1 0 0,1 1-1 0 0,1-1 0 0 0,1 0 1 0 0,1 1-1 0 0,0-1 0 0 0,7 17 1 0 0,-8-25-167 0 0,2 0 1 0 0,-1 0 0 0 0,1 0-1 0 0,0 0 1 0 0,1-1-1 0 0,-1 0 1 0 0,1 0-1 0 0,1 0 1 0 0,0-1 0 0 0,12 10-1 0 0,-7-8-994 0 0,0-1 0 0 0,1 0-1 0 0,0-1 1 0 0,0 0 0 0 0,0-1 0 0 0,18 5-1 0 0,28 4-7822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2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31 117 1508 0 0,'-20'-2'14754'0'0,"16"0"-13734"0"0,-3-5 1101 0 0,9 5-2088 0 0,-1 0 0 0 0,1 0-1 0 0,-1 0 1 0 0,1 0 0 0 0,0 1 0 0 0,0-1 0 0 0,-1 1-1 0 0,1-1 1 0 0,0 1 0 0 0,0 0 0 0 0,3-2 0 0 0,-3 2-2 0 0,18-12 19 0 0,0 0-1 0 0,1 2 1 0 0,24-10-1 0 0,-31 16-47 0 0,-1 0 1 0 0,0 1-1 0 0,1 1 0 0 0,0 0 0 0 0,0 1 0 0 0,23-1 0 0 0,-34 2 2 0 0,1 1 0 0 0,-1 0 0 0 0,0 1 0 0 0,1-1 0 0 0,-1 1 0 0 0,0-1 0 0 0,1 1 0 0 0,-1 0 0 0 0,0 0 0 0 0,0 1 0 0 0,0-1 0 0 0,0 1 0 0 0,0-1 0 0 0,0 1 0 0 0,0 0 0 0 0,-1 0 0 0 0,1 0 0 0 0,0 0 0 0 0,-1 1-1 0 0,0-1 1 0 0,4 6 0 0 0,-4-5 1 0 0,0 1-1 0 0,0 0 1 0 0,-1 0-1 0 0,0 0 1 0 0,0 0-1 0 0,0 0 1 0 0,0 0-1 0 0,0 0 1 0 0,-1 1-1 0 0,0-1 1 0 0,0 0-1 0 0,0 0 1 0 0,0 0-1 0 0,-1 1 1 0 0,1-1-1 0 0,-1 0 1 0 0,-2 5-1 0 0,-3 11 9 0 0,-2-1 0 0 0,0 0 1 0 0,-1 0-1 0 0,-18 28 0 0 0,-55 66-3 0 0,57-80-3 0 0,20-27 8 0 0,5-6-15 0 0,0 0 0 0 0,0 0 1 0 0,0 0-1 0 0,0 0 0 0 0,0 0 0 0 0,0 0 1 0 0,0 0-1 0 0,0 0 0 0 0,0 0 0 0 0,0 0 1 0 0,0 0-1 0 0,0 0 0 0 0,0 0 0 0 0,0 0 1 0 0,0 1-1 0 0,1-1 0 0 0,-1 0 0 0 0,0 0 1 0 0,0 0-1 0 0,0 0 0 0 0,0 0 0 0 0,0 0 1 0 0,0 0-1 0 0,0 0 0 0 0,0 0 0 0 0,0 0 1 0 0,0 0-1 0 0,0 0 0 0 0,0 1 0 0 0,0-1 1 0 0,0 0-1 0 0,-1 0 0 0 0,1 0 0 0 0,0 0 0 0 0,0 0 1 0 0,0 0-1 0 0,0 0 0 0 0,0 0 0 0 0,0 0 1 0 0,0 0-1 0 0,0 0 0 0 0,0 0 0 0 0,0 0 1 0 0,0 0-1 0 0,0 0 0 0 0,0 0 0 0 0,0 1 1 0 0,0-1-1 0 0,0 0 0 0 0,0 0 0 0 0,0 0 1 0 0,0 0-1 0 0,-1 0 0 0 0,1 0 0 0 0,0 0 1 0 0,0 0-1 0 0,0 0 0 0 0,0 0 0 0 0,0 0 1 0 0,0 0-1 0 0,20-3-3 0 0,-10 2-2 0 0,1 0 3 0 0,1 1 0 0 0,-1 0-1 0 0,0 0 1 0 0,1 2 0 0 0,-1-1 0 0 0,0 1 0 0 0,0 1 0 0 0,0 0 0 0 0,0 1-1 0 0,0 0 1 0 0,0 0 0 0 0,-1 1 0 0 0,0 1 0 0 0,10 6 0 0 0,-11-6 64 0 0,0 0 0 0 0,-1 1 0 0 0,1 0 0 0 0,-2 0 0 0 0,1 0 0 0 0,-1 1 0 0 0,0 0 0 0 0,0 1 0 0 0,-1 0 0 0 0,-1 0 0 0 0,1 0 0 0 0,-1 0 0 0 0,-1 1 0 0 0,0 0 0 0 0,4 13 0 0 0,-7-17 60 0 0,0 1 0 0 0,0-1 0 0 0,-1 1 0 0 0,1-1 0 0 0,-1 1 0 0 0,-1 0 0 0 0,1-1 0 0 0,-1 1 0 0 0,-1-1 0 0 0,1 1 0 0 0,-1-1 0 0 0,-4 11 0 0 0,1-8 35 0 0,1-1 1 0 0,-1 1 0 0 0,0-1-1 0 0,-1-1 1 0 0,0 1-1 0 0,0-1 1 0 0,-1 0 0 0 0,-9 8-1 0 0,5-6 29 0 0,-1 0-1 0 0,0-1 1 0 0,-1 0-1 0 0,1-1 1 0 0,-2-1-1 0 0,1 0 1 0 0,-1 0-1 0 0,0-1 0 0 0,0-1 1 0 0,0-1-1 0 0,-21 3 1 0 0,21-5-70 0 0,1 0 1 0 0,0-2-1 0 0,-25-3 0 0 0,31 3-145 0 0,0 0-1 0 0,0-1 1 0 0,0 0-1 0 0,1 0 0 0 0,-1-1 1 0 0,1 0-1 0 0,-1 0 1 0 0,-10-8-1 0 0,16 10-87 0 0,0 1 0 0 0,0-1-1 0 0,1 0 1 0 0,-1 1 0 0 0,0-1 0 0 0,0 0 0 0 0,1 0-1 0 0,-1 0 1 0 0,0 0 0 0 0,1 0 0 0 0,-1 0 0 0 0,1 0-1 0 0,-1 0 1 0 0,1 0 0 0 0,0 0 0 0 0,0 0 0 0 0,-1 0-1 0 0,1 0 1 0 0,0 0 0 0 0,0 0 0 0 0,0 0 0 0 0,0-2-1 0 0,0 1-107 0 0,1 0 0 0 0,-1-1 0 0 0,1 1 0 0 0,0 0-1 0 0,0 0 1 0 0,0 0 0 0 0,0 0 0 0 0,0 0 0 0 0,0 0 0 0 0,3-2-1 0 0,0-1-772 0 0,0 0 0 0 0,0 0 0 0 0,1 1 0 0 0,0 0 1 0 0,0 0-1 0 0,0 1 0 0 0,6-4 0 0 0,2 1-3468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3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267 511 1068 0 0,'3'0'2556'0'0,"-1"-1"-2141"0"0,2 1 756 0 0,0-1 1 0 0,1 0-1 0 0,-1 0 0 0 0,0-1 0 0 0,0 1 0 0 0,7-5 0 0 0,-10 6-1016 0 0,0-1 0 0 0,0 0-1 0 0,0 1 1 0 0,0-1 0 0 0,-1 0-1 0 0,1 0 1 0 0,0 1-1 0 0,0-1 1 0 0,-1 0 0 0 0,1 0-1 0 0,-1 0 1 0 0,1 0 0 0 0,-1 0-1 0 0,1 0 1 0 0,-1 0-1 0 0,0 0 1 0 0,1 0 0 0 0,-1-1-1 0 0,0 1 1 0 0,0 0-1 0 0,0 0 1 0 0,1 0 0 0 0,-1 0-1 0 0,-1 0 1 0 0,1 0 0 0 0,0-1-1 0 0,0 1 1 0 0,0 0-1 0 0,-1 0 1 0 0,1 0 0 0 0,0 0-1 0 0,-1 0 1 0 0,1 0 0 0 0,-1 0-1 0 0,1 0 1 0 0,-1 0-1 0 0,-1-2 1 0 0,1 1-87 0 0,0 0 0 0 0,0 1 0 0 0,0-1 0 0 0,-1 0 0 0 0,1 0 0 0 0,-1 1 0 0 0,1-1 0 0 0,-1 1 0 0 0,0-1 0 0 0,1 1 0 0 0,-1 0 0 0 0,0-1 0 0 0,0 1 0 0 0,0 0 0 0 0,0 0 0 0 0,0 0 0 0 0,0 1 0 0 0,0-1 0 0 0,-3 0 0 0 0,2 1-37 0 0,-1-1-1 0 0,1 1 1 0 0,-1 0-1 0 0,1 1 1 0 0,-1-1-1 0 0,1 1 1 0 0,-1 0-1 0 0,1-1 1 0 0,0 1-1 0 0,-1 1 1 0 0,-3 1-1 0 0,-5 3-21 0 0,0 1 0 0 0,1 1-1 0 0,-1 0 1 0 0,1 0 0 0 0,-11 12-1 0 0,5-3 5 0 0,0 1 1 0 0,2 1-1 0 0,0 1 0 0 0,0 0 0 0 0,2 1 1 0 0,1 0-1 0 0,1 1 0 0 0,-16 43 0 0 0,24-57-6 0 0,1 0 0 0 0,0 0 0 0 0,1 0 0 0 0,0-1 0 0 0,0 2-1 0 0,1-1 1 0 0,0 0 0 0 0,0 0 0 0 0,1 0 0 0 0,0 0-1 0 0,0 0 1 0 0,1 0 0 0 0,0-1 0 0 0,4 12 0 0 0,-4-15-1 0 0,0 0 1 0 0,0-1 0 0 0,0 1-1 0 0,1 0 1 0 0,-1-1 0 0 0,1 0-1 0 0,0 1 1 0 0,-1-1 0 0 0,2 0-1 0 0,-1-1 1 0 0,0 1 0 0 0,0 0-1 0 0,1-1 1 0 0,0 0 0 0 0,-1 0-1 0 0,1 0 1 0 0,0 0 0 0 0,0-1-1 0 0,0 1 1 0 0,0-1 0 0 0,0 0-1 0 0,0 0 1 0 0,1-1 0 0 0,-1 1-1 0 0,0-1 1 0 0,0 0 0 0 0,1 0-1 0 0,5-1 1 0 0,-2 0-11 0 0,0-1 0 0 0,-1 0 0 0 0,1 0 0 0 0,-1-1 0 0 0,1 1 0 0 0,-1-2 0 0 0,0 1 0 0 0,0-1 0 0 0,0 0 0 0 0,-1-1 0 0 0,0 0 0 0 0,1 0 0 0 0,-2 0 1 0 0,1 0-1 0 0,0-1 0 0 0,-1 0 0 0 0,0 0 0 0 0,-1-1 0 0 0,8-13 0 0 0,0-3-81 0 0,0-1 0 0 0,-1 0 0 0 0,-2-1 0 0 0,10-41 0 0 0,-5 4-125 0 0,-2 0 0 0 0,3-80 0 0 0,-12-128-123 0 0,-3 234 408 0 0,1 19-35 0 0,-2 1-1 0 0,-2-27 0 0 0,2 42 32 0 0,1 4 48 0 0,-2 15 171 0 0,0 0 0 0 0,2 0 0 0 0,0 0 0 0 0,3 21 0 0 0,0 13 97 0 0,8 207 563 0 0,-4-185-751 0 0,25 108 0 0 0,-28-163-207 0 0,2 0-1 0 0,0-1 1 0 0,1 0-1 0 0,0 0 0 0 0,2-1 1 0 0,19 30-1 0 0,-24-41-93 0 0,0-1-1 0 0,0 0 1 0 0,1 0-1 0 0,0-1 1 0 0,0 1-1 0 0,0-1 1 0 0,0 0-1 0 0,1-1 1 0 0,-1 1-1 0 0,8 2 1 0 0,-8-4-72 0 0,0 0 1 0 0,0-1 0 0 0,0 0 0 0 0,0 0 0 0 0,0 0-1 0 0,0-1 1 0 0,0 1 0 0 0,0-1 0 0 0,1 0 0 0 0,-1-1-1 0 0,0 0 1 0 0,0 1 0 0 0,0-1 0 0 0,9-4 0 0 0,-6 2-93 0 0,0 0 0 0 0,0-1 0 0 0,0 0 0 0 0,-1 0 0 0 0,1-1 0 0 0,-1 1 0 0 0,0-2-1 0 0,0 1 1 0 0,-1-1 0 0 0,8-9 0 0 0,-5 4 97 0 0,-1 1 0 0 0,-1-2 0 0 0,0 1-1 0 0,0-1 1 0 0,-1 0 0 0 0,5-13 0 0 0,1-16 1085 0 0,-1 0 1 0 0,-2-1 0 0 0,5-51-1 0 0,-9 61 516 0 0,-5 30-833 0 0,3 28 473 0 0,-2 21-92 0 0,7 55 0 0 0,-5-81-872 0 0,2 1-1 0 0,0-1 1 0 0,1 0 0 0 0,15 36 0 0 0,-19-54-180 0 0,0 1 0 0 0,-1-1-1 0 0,2 0 1 0 0,-1 0 0 0 0,0 0 0 0 0,1 0 0 0 0,-1-1-1 0 0,1 1 1 0 0,0-1 0 0 0,0 1 0 0 0,0-1 0 0 0,0 0 0 0 0,0 0-1 0 0,0-1 1 0 0,0 1 0 0 0,1 0 0 0 0,-1-1 0 0 0,7 2 0 0 0,-8-3-252 0 0,1 1 0 0 0,0-1 0 0 0,0 0 0 0 0,-1 0 0 0 0,1 0 1 0 0,0 0-1 0 0,0 0 0 0 0,-1-1 0 0 0,1 1 0 0 0,0-1 0 0 0,2-1 1 0 0,-2 1-336 0 0,-1 0 1 0 0,1 0 0 0 0,-1-1 0 0 0,1 1-1 0 0,-1-1 1 0 0,0 1 0 0 0,0-1 0 0 0,0 0-1 0 0,0 0 1 0 0,0 0 0 0 0,0 0-1 0 0,2-4 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3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128 120 2576 0 0,'-21'-26'4277'0'0,"0"1"-1"0"0,-41-36 1 0 0,61 60-4207 0 0,0 0 1 0 0,0 0-1 0 0,0 1 0 0 0,0-1 0 0 0,0 0 0 0 0,0 1 1 0 0,0-1-1 0 0,0 1 0 0 0,0 0 0 0 0,0-1 0 0 0,0 1 1 0 0,0 0-1 0 0,0 0 0 0 0,-2-1 0 0 0,2 1-146 0 0,1 1-1 0 0,-1-1 1 0 0,1 0-1 0 0,0 0 1 0 0,-1 1-1 0 0,1-1 1 0 0,0 0-1 0 0,-1 0 1 0 0,1 1-1 0 0,0-1 1 0 0,0 0-1 0 0,-1 1 1 0 0,1-1-1 0 0,0 1 1 0 0,0-1-1 0 0,-1 0 1 0 0,1 1-1 0 0,0-1 1 0 0,0 1-1 0 0,0-1 1 0 0,0 0-1 0 0,0 1 1 0 0,0-1-1 0 0,0 1 1 0 0,0-1-1 0 0,0 1 1 0 0,0-1-1 0 0,0 0 0 0 0,0 1 1 0 0,0-1-1 0 0,0 1 1 0 0,0-1-1 0 0,0 1 1 0 0,0-1-1 0 0,0 0 1 0 0,0 1-1 0 0,1-1 1 0 0,-1 1-1 0 0,0-1 1 0 0,0 0-1 0 0,1 1 1 0 0,7 24-5911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4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 1772 0 0,'-7'34'9829'0'0,"5"-4"-5412"0"0,3-18-3964 0 0,0 0-1 0 0,0 0 1 0 0,2 0 0 0 0,-1 0 0 0 0,8 19 0 0 0,4 10 137 0 0,16 51 116 0 0,-27-83-634 0 0,-1 1-1 0 0,0-1 0 0 0,-1 1 0 0 0,0 0 0 0 0,-1-1 1 0 0,0 1-1 0 0,-2 11 0 0 0,2-20-62 0 0,0 1 1 0 0,0-1-1 0 0,0 0 0 0 0,0 0 0 0 0,-1 0 1 0 0,1 0-1 0 0,0 0 0 0 0,-1 0 0 0 0,1 0 1 0 0,-1 0-1 0 0,1 0 0 0 0,-1-1 0 0 0,1 1 1 0 0,-1 0-1 0 0,0 0 0 0 0,0 1 0 0 0,0-2-6 0 0,1 0 0 0 0,-1 0 1 0 0,1 0-1 0 0,0 0 0 0 0,-1 1 0 0 0,1-1 0 0 0,-1 0 0 0 0,1 0 0 0 0,0 0 0 0 0,-1 0 1 0 0,1 0-1 0 0,-1 0 0 0 0,1 0 0 0 0,-1 0 0 0 0,1-1 0 0 0,0 1 0 0 0,-1 0 0 0 0,1 0 0 0 0,-1 0 1 0 0,1 0-1 0 0,0 0 0 0 0,-1-1 0 0 0,1 1 0 0 0,0 0 0 0 0,-1 0 0 0 0,0-1 0 0 0,0-1-4 0 0,-1 1 0 0 0,1-1 0 0 0,0 1 0 0 0,-1-1 0 0 0,1 0 0 0 0,0 1 0 0 0,0-1 0 0 0,0 0 0 0 0,0 0 0 0 0,0 0-1 0 0,1 0 1 0 0,-1 0 0 0 0,0-3 0 0 0,0-11-69 0 0,0-1 1 0 0,2 1-1 0 0,-1 0 0 0 0,2-1 0 0 0,1 1 0 0 0,0 0 0 0 0,1 0 1 0 0,6-19-1 0 0,-6 24 44 0 0,1 0 0 0 0,0 1 0 0 0,0-1 1 0 0,1 1-1 0 0,0 0 0 0 0,1 0 0 0 0,0 1 1 0 0,0 0-1 0 0,1 0 0 0 0,0 1 0 0 0,1 0 1 0 0,11-9-1 0 0,-16 15 22 0 0,-1-1 1 0 0,1 1-1 0 0,-1 0 0 0 0,1 1 1 0 0,0-1-1 0 0,0 0 0 0 0,0 1 1 0 0,0 0-1 0 0,0 0 0 0 0,0 0 1 0 0,0 1-1 0 0,0-1 0 0 0,0 1 1 0 0,0 0-1 0 0,1 0 1 0 0,6 2-1 0 0,-7-1 4 0 0,1 0-1 0 0,0 1 1 0 0,0 0 0 0 0,-1 0-1 0 0,1 0 1 0 0,-1 1 0 0 0,0 0-1 0 0,0 0 1 0 0,0 0 0 0 0,0 0 0 0 0,0 0-1 0 0,3 5 1 0 0,2 2 7 0 0,-1 1 1 0 0,0 1-1 0 0,-1-1 1 0 0,0 1-1 0 0,-1 0 1 0 0,0 1-1 0 0,-1 0 1 0 0,-1-1-1 0 0,4 17 0 0 0,-4-11 24 0 0,-1-1 0 0 0,2 33-1 0 0,-5-42-4 0 0,0 0-1 0 0,-1-1 1 0 0,0 1 0 0 0,0 0-1 0 0,0-1 1 0 0,-1 1 0 0 0,0-1-1 0 0,-6 14 1 0 0,7-20-5 0 0,-1 0-6 0 0,1-1-15 0 0,0 0 1 0 0,0 0 0 0 0,1 0 0 0 0,-1 0 0 0 0,0 0-1 0 0,0 0 1 0 0,0-1 0 0 0,0 1 0 0 0,1 0 0 0 0,-1 0-1 0 0,0-1 1 0 0,0 1 0 0 0,0 0 0 0 0,1-1 0 0 0,-1 1 0 0 0,0-1-1 0 0,1 1 1 0 0,-1-1 0 0 0,0 1 0 0 0,1-1 0 0 0,-1 0-1 0 0,1 1 1 0 0,-1-1 0 0 0,1 0 0 0 0,-1 1 0 0 0,1-1-1 0 0,-1 0 1 0 0,1 0 0 0 0,0 1 0 0 0,-1-1 0 0 0,1 0 0 0 0,0 0-1 0 0,0 0 1 0 0,0 1 0 0 0,-1-1 0 0 0,1 0 0 0 0,0 0-1 0 0,0 0 1 0 0,0 0 0 0 0,1-1 0 0 0,-2 0 1 0 0,0-12-8 0 0,-1 1 0 0 0,2-1 0 0 0,0 0 0 0 0,1 0 0 0 0,0 0 0 0 0,1 0 0 0 0,0 0 0 0 0,1 0 0 0 0,1 1 0 0 0,0-1 0 0 0,1 1 0 0 0,0 0 0 0 0,1 1 0 0 0,13-21 0 0 0,-11 21 0 0 0,0 0 0 0 0,1 0 1 0 0,0 0-1 0 0,1 2 0 0 0,0-1 0 0 0,1 1 0 0 0,0 0 0 0 0,0 1 0 0 0,1 1 0 0 0,0 0 0 0 0,1 0 1 0 0,0 1-1 0 0,27-10 0 0 0,-36 16 10 0 0,1-1 0 0 0,-1 1 1 0 0,1 0-1 0 0,0 1 0 0 0,0-1 1 0 0,-1 1-1 0 0,1 0 0 0 0,0 0 1 0 0,0 0-1 0 0,-1 1 0 0 0,1-1 1 0 0,0 1-1 0 0,-1 0 0 0 0,1 1 1 0 0,-1-1-1 0 0,1 1 0 0 0,-1 0 1 0 0,0 0-1 0 0,0 0 0 0 0,0 1 1 0 0,0-1-1 0 0,7 7 0 0 0,-7-5 31 0 0,0 1-1 0 0,0 0 1 0 0,0 0 0 0 0,0 0-1 0 0,-1 0 1 0 0,0 1-1 0 0,0-1 1 0 0,0 1 0 0 0,-1 0-1 0 0,0 0 1 0 0,0 0-1 0 0,0 0 1 0 0,-1 0 0 0 0,0 0-1 0 0,0 1 1 0 0,0-1-1 0 0,-1 6 1 0 0,-1 14 158 0 0,-9 49 1 0 0,-1 8-917 0 0,11-81 506 0 0,0 1 0 0 0,0 0-1 0 0,0 0 1 0 0,0 0 0 0 0,0 0 0 0 0,1-1 0 0 0,0 1 0 0 0,-1 0-1 0 0,1-1 1 0 0,0 1 0 0 0,0 0 0 0 0,1-1 0 0 0,-1 1 0 0 0,3 3 0 0 0,-2-4-346 0 0,-1-1 0 0 0,1 1 0 0 0,-1-1 0 0 0,1 1 0 0 0,0-1 0 0 0,-1 0 0 0 0,1 0 0 0 0,0 0 1 0 0,0 0-1 0 0,0 0 0 0 0,0 0 0 0 0,0 0 0 0 0,3 0 0 0 0,11 1-6375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4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179 161 580 0 0,'3'-12'5452'0'0,"-3"9"-4362"0"0,0 1 1 0 0,0-1-1 0 0,0-3 1 0 0,0 4-715 0 0,-1 1 0 0 0,1-1 0 0 0,-1 0 0 0 0,1 0 0 0 0,-1 1 0 0 0,1-1 0 0 0,-1 1 0 0 0,0-1 0 0 0,0 0 0 0 0,0 1 0 0 0,0 0 0 0 0,0-1 0 0 0,0 1 0 0 0,0 0 0 0 0,0-1 0 0 0,-1 1 0 0 0,1 0 0 0 0,-2-2 0 0 0,1 3 236 0 0,-2 1 72 0 0,4-1-670 0 0,0 0 0 0 0,-1 0 0 0 0,1 0 0 0 0,0 0 0 0 0,0 0 0 0 0,-1 0 0 0 0,1 0 0 0 0,0 0 0 0 0,0 0 0 0 0,-1 0 0 0 0,1 0 0 0 0,0 0-1 0 0,0 0 1 0 0,0 0 0 0 0,-1 0 0 0 0,1 0 0 0 0,0 0 0 0 0,0 1 0 0 0,0-1 0 0 0,-1 0 0 0 0,1 0 0 0 0,0 0 0 0 0,0 0 0 0 0,0 0 0 0 0,0 1 0 0 0,-1-1-1 0 0,1 0 1 0 0,0 0 0 0 0,0 0 0 0 0,0 1 0 0 0,0-1 0 0 0,0 0 0 0 0,0 0 0 0 0,-1 0 0 0 0,1 1 0 0 0,0-1 0 0 0,-1 4 51 0 0,1 0 0 0 0,-1 1-1 0 0,1-1 1 0 0,0 0 0 0 0,0 0 0 0 0,0 0 0 0 0,1 1 0 0 0,-1-1 0 0 0,1 0-1 0 0,0 0 1 0 0,0 0 0 0 0,1 0 0 0 0,-1 0 0 0 0,1 0 0 0 0,0-1 0 0 0,0 1 0 0 0,0 0-1 0 0,4 4 1 0 0,-2-3-26 0 0,0 0-1 0 0,1 0 1 0 0,0 0-1 0 0,0 0 1 0 0,0-1-1 0 0,1 0 0 0 0,-1 0 1 0 0,1 0-1 0 0,0-1 1 0 0,10 5-1 0 0,-15-8-34 0 0,0 1-1 0 0,0-1 1 0 0,0 1 0 0 0,0-1-1 0 0,1 0 1 0 0,-1 1-1 0 0,0-1 1 0 0,0 0-1 0 0,1 0 1 0 0,-1 0 0 0 0,0 1-1 0 0,0-2 1 0 0,1 1-1 0 0,-1 0 1 0 0,0 0-1 0 0,0 0 1 0 0,1 0-1 0 0,-1-1 1 0 0,0 1 0 0 0,0-1-1 0 0,1 1 1 0 0,-1-1-1 0 0,0 1 1 0 0,0-1-1 0 0,0 0 1 0 0,0 1 0 0 0,0-1-1 0 0,0 0 1 0 0,0 0-1 0 0,0 0 1 0 0,0 0-1 0 0,-1 0 1 0 0,1 0 0 0 0,0 0-1 0 0,0 0 1 0 0,-1 0-1 0 0,1 0 1 0 0,-1 0-1 0 0,1-1 1 0 0,-1 1 0 0 0,1-2-1 0 0,0-1-17 0 0,0-2 0 0 0,0 1 0 0 0,0 0 0 0 0,0 0 0 0 0,-1 0 0 0 0,0 0 0 0 0,0 0 0 0 0,-1-7 0 0 0,-1 0-11 0 0,-1 1 1 0 0,0-1-1 0 0,-1 0 1 0 0,0 1 0 0 0,-1 0-1 0 0,0 0 1 0 0,-1 0-1 0 0,0 1 1 0 0,-15-20-1 0 0,18 27 23 0 0,1 0-1 0 0,-1 0 0 0 0,0 0 1 0 0,0 0-1 0 0,0 0 0 0 0,0 1 1 0 0,-1-1-1 0 0,1 1 0 0 0,-1 0 0 0 0,1 0 1 0 0,-1 0-1 0 0,0 0 0 0 0,0 1 1 0 0,0 0-1 0 0,0-1 0 0 0,0 1 0 0 0,0 1 1 0 0,0-1-1 0 0,0 1 0 0 0,0-1 1 0 0,0 1-1 0 0,-1 0 0 0 0,1 1 1 0 0,0-1-1 0 0,0 1 0 0 0,0 0 0 0 0,0 0 1 0 0,0 0-1 0 0,0 0 0 0 0,0 1 1 0 0,0 0-1 0 0,-3 2 0 0 0,-1 1 16 0 0,1 0-1 0 0,-1 0 1 0 0,2 1 0 0 0,-1 0-1 0 0,1 1 1 0 0,0-1-1 0 0,0 1 1 0 0,0 1-1 0 0,1-1 1 0 0,0 1 0 0 0,1 0-1 0 0,0 0 1 0 0,0 0-1 0 0,1 0 1 0 0,0 1-1 0 0,0-1 1 0 0,1 1-1 0 0,0 0 1 0 0,0 0 0 0 0,1 0-1 0 0,1 0 1 0 0,-1 0-1 0 0,1 0 1 0 0,2 12-1 0 0,-1-12-39 0 0,-1 0-1 0 0,2 0 0 0 0,-1 0 0 0 0,1 0 0 0 0,1-1 0 0 0,0 1 0 0 0,0-1 0 0 0,1 1 0 0 0,-1-1 0 0 0,2 0 0 0 0,-1 0 0 0 0,1-1 0 0 0,1 0 0 0 0,-1 0 0 0 0,1 0 0 0 0,0 0 0 0 0,1-1 0 0 0,-1 0 0 0 0,1 0 0 0 0,1-1 0 0 0,-1 0 0 0 0,1 0 0 0 0,0-1 0 0 0,11 5 1 0 0,-6-4-507 0 0,-1-2 0 0 0,1 0 0 0 0,0 0 0 0 0,0-1 0 0 0,0-1 0 0 0,16 0 0 0 0,-19-1-737 0 0,0-1 0 0 0,0 0 1 0 0,0-1-1 0 0,-1 0 0 0 0,13-4 1 0 0,4-4-5275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5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1572 0 0,'4'-51'14145'0'0,"-2"91"-12275"0"0,12 66-1 0 0,-4-43-1272 0 0,-1-10 249 0 0,-9-51-430 0 0,2-3-405 0 0,-1-1 1 0 0,0 1 0 0 0,0-1 0 0 0,0 1-1 0 0,0-1 1 0 0,0 1 0 0 0,0-1-1 0 0,0 1 1 0 0,-1-1 0 0 0,2-3 0 0 0,-2 4-7 0 0,19-48-124 0 0,-3 7 11 0 0,30-58 1 0 0,-39 88 92 0 0,1 0 1 0 0,0 0-1 0 0,0 1 1 0 0,1 0-1 0 0,0 0 1 0 0,1 1-1 0 0,0 0 0 0 0,23-16 1 0 0,-28 23 8 0 0,0-1 0 0 0,1 1-1 0 0,0 0 1 0 0,0 0 0 0 0,0 0 0 0 0,0 1 0 0 0,0 0-1 0 0,12-2 1 0 0,-16 4 18 0 0,1 0 0 0 0,-1 0 0 0 0,1 0-1 0 0,0 0 1 0 0,-1 0 0 0 0,1 1 0 0 0,-1-1-1 0 0,1 1 1 0 0,-1 0 0 0 0,1 0 0 0 0,-1 0 0 0 0,0 0-1 0 0,1 0 1 0 0,-1 0 0 0 0,0 1 0 0 0,0-1 0 0 0,0 1-1 0 0,0-1 1 0 0,0 1 0 0 0,0 0 0 0 0,0 0-1 0 0,0 0 1 0 0,-1 0 0 0 0,1 0 0 0 0,1 3 0 0 0,0 1 74 0 0,0 0 1 0 0,-1 0 0 0 0,1 0 0 0 0,-1 0-1 0 0,0 0 1 0 0,-1 1 0 0 0,0-1 0 0 0,0 0-1 0 0,0 1 1 0 0,-1 0 0 0 0,0-1 0 0 0,-1 10 0 0 0,-2 10 141 0 0,-10 45 0 0 0,7-46-152 0 0,-2 5 34 0 0,-4 16-989 0 0,12-43 640 0 0,-1 0 0 0 0,1 0 0 0 0,-1 1 0 0 0,1-1 0 0 0,0 0-1 0 0,0 1 1 0 0,1-1 0 0 0,-1 0 0 0 0,1 0 0 0 0,0 4 0 0 0,0-5-33 0 0,0 0 1 0 0,0-1 0 0 0,1 1 0 0 0,-1 0-1 0 0,0-1 1 0 0,1 1 0 0 0,-1-1-1 0 0,1 0 1 0 0,-1 1 0 0 0,1-1-1 0 0,0 0 1 0 0,-1 0 0 0 0,1 0-1 0 0,0 0 1 0 0,0 0 0 0 0,0 0 0 0 0,0-1-1 0 0,0 1 1 0 0,0-1 0 0 0,0 1-1 0 0,0-1 1 0 0,0 0 0 0 0,0 0-1 0 0,0 0 1 0 0,0 0 0 0 0,0 0-1 0 0,0 0 1 0 0,3-1 0 0 0,4 0-852 0 0,0-1 0 0 0,0 0 0 0 0,0 0 0 0 0,15-7 0 0 0,3-2-2486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5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140 242 756 0 0,'17'-20'3030'0'0,"-1"1"-1"0"0,22-38 1 0 0,-34 51-2547 0 0,-1 0 1 0 0,0-1-1 0 0,0 1 0 0 0,0-1 1 0 0,-1 0-1 0 0,0 0 0 0 0,0 0 1 0 0,-1 0-1 0 0,0 0 1 0 0,0 0-1 0 0,-1 0 0 0 0,0 0 1 0 0,0 0-1 0 0,-2-12 1 0 0,2 17-427 0 0,-1 1 1 0 0,1-1 0 0 0,0 1 0 0 0,-1-1 0 0 0,0 1 0 0 0,1-1 0 0 0,-1 1 0 0 0,0 0 0 0 0,0-1 0 0 0,1 1 0 0 0,-1 0 0 0 0,0-1 0 0 0,0 1 0 0 0,-1 0-1 0 0,1 0 1 0 0,0 0 0 0 0,0 0 0 0 0,0 0 0 0 0,-1 0 0 0 0,-2-1 0 0 0,2 1-10 0 0,0 1 0 0 0,-1-1 0 0 0,1 1 0 0 0,-1-1-1 0 0,0 1 1 0 0,1 0 0 0 0,-1 0 0 0 0,1 0 0 0 0,-1 0 0 0 0,1 0 0 0 0,-5 1 0 0 0,0 1-17 0 0,1 0 0 0 0,-1 0 0 0 0,1 0 0 0 0,0 1 0 0 0,0 0 0 0 0,0 0 0 0 0,1 0 1 0 0,-1 1-1 0 0,-6 5 0 0 0,8-5-22 0 0,0 0 0 0 0,0 0 0 0 0,1 0 1 0 0,-1 1-1 0 0,1-1 0 0 0,0 1 0 0 0,0 0 0 0 0,0 0 1 0 0,1 0-1 0 0,0 0 0 0 0,0 1 0 0 0,0-1 1 0 0,0 1-1 0 0,0 5 0 0 0,1-3-1 0 0,1-1 0 0 0,0 0 0 0 0,0 0-1 0 0,1 1 1 0 0,0-1 0 0 0,0 0 0 0 0,1 0 0 0 0,0 0 0 0 0,5 12-1 0 0,6 7 124 0 0,1-1 0 0 0,1 0-1 0 0,1-2 1 0 0,29 35-1 0 0,-20-26 258 0 0,-18-24 113 0 0,-1 0-1 0 0,0 1 1 0 0,0 0-1 0 0,-1 1 1 0 0,6 13-1 0 0,-11-23-453 0 0,0 1 0 0 0,0 0 1 0 0,0 0-1 0 0,0-1 0 0 0,0 1 0 0 0,0 0 0 0 0,0 0 0 0 0,-1-1 1 0 0,1 1-1 0 0,0 0 0 0 0,0 0 0 0 0,-1-1 0 0 0,1 1 0 0 0,-1 0 1 0 0,1-1-1 0 0,0 1 0 0 0,-1-1 0 0 0,1 1 0 0 0,-1 0 0 0 0,1-1 0 0 0,-1 1 1 0 0,0-1-1 0 0,1 1 0 0 0,-1-1 0 0 0,1 1 0 0 0,-1-1 0 0 0,0 0 1 0 0,1 1-1 0 0,-1-1 0 0 0,0 0 0 0 0,0 0 0 0 0,-1 1 0 0 0,-24 6 605 0 0,-3-4-175 0 0,-37 0 0 0 0,56-3-757 0 0,0-1 0 0 0,0 0 1 0 0,0 0-1 0 0,0-1 0 0 0,0-1 0 0 0,0 1 0 0 0,-12-6 0 0 0,21 7 73 0 0,0 1 1 0 0,-1-1-1 0 0,1 0 0 0 0,0 1 0 0 0,0-1 1 0 0,-1 0-1 0 0,1 0 0 0 0,0 1 1 0 0,0-1-1 0 0,0 0 0 0 0,0 0 1 0 0,0 0-1 0 0,0-1 0 0 0,0 1 0 0 0,1 0 1 0 0,-1 0-1 0 0,0 0 0 0 0,1-1 1 0 0,-1 1-1 0 0,0 0 0 0 0,1-1 1 0 0,0 1-1 0 0,-1 0 0 0 0,1-1 1 0 0,0 1-1 0 0,0-1 0 0 0,0 1 0 0 0,-1 0 1 0 0,1-1-1 0 0,1 1 0 0 0,-1-1 1 0 0,0-1-1 0 0,2-2-906 0 0,0 0 0 0 0,0 0 1 0 0,0 0-1 0 0,0 0 0 0 0,1 1 0 0 0,0-1 0 0 0,3-4 0 0 0,6-9-5140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1976 0 0,'10'-8'2987'0'0,"0"1"0"0"0,-1-1 1 0 0,0-1-1 0 0,-1 0 0 0 0,1 0 0 0 0,7-12 2323 0 0,-16 24-4900 0 0,-1 1 0 0 0,1-1 1 0 0,-1 0-1 0 0,1 0 0 0 0,-1 0 0 0 0,0 0 0 0 0,-2 4 1 0 0,-7 25 301 0 0,0 0 1 0 0,3 1 0 0 0,0 0 0 0 0,2 0-1 0 0,-1 62 1 0 0,6-82-994 0 0,0 0-1 0 0,1 0 1 0 0,0 0 0 0 0,4 18-1 0 0,-4-28 186 0 0,-1 0-1 0 0,1 0 0 0 0,0 0 0 0 0,0 0 0 0 0,0 0 0 0 0,1 0 0 0 0,-1 0 1 0 0,1 0-1 0 0,-1 0 0 0 0,1 0 0 0 0,0-1 0 0 0,0 1 0 0 0,0-1 0 0 0,0 1 1 0 0,1-1-1 0 0,-1 0 0 0 0,1 0 0 0 0,-1 0 0 0 0,1 0 0 0 0,0 0 0 0 0,0-1 1 0 0,3 2-1 0 0,-3-2-341 0 0,0-1 1 0 0,-1 0 0 0 0,1 1 0 0 0,0-1-1 0 0,0 0 1 0 0,0 0 0 0 0,-1-1 0 0 0,1 1-1 0 0,0-1 1 0 0,0 1 0 0 0,-1-1 0 0 0,1 0-1 0 0,0 0 1 0 0,-1 0 0 0 0,1 0 0 0 0,-1-1-1 0 0,1 1 1 0 0,3-4 0 0 0,0 1-1249 0 0,0-1 0 0 0,-1 0 0 0 0,1 0 0 0 0,-1-1 1 0 0,7-9-1 0 0,2-7-6620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5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162 225 3028 0 0,'-44'-103'8868'0'0,"-11"6"-3390"0"0,52 92-5275 0 0,3 4-136 0 0,-1-1 0 0 0,0 1 1 0 0,0 0-1 0 0,0-1 0 0 0,0 1 0 0 0,0 0 0 0 0,0 0 0 0 0,-1 0 0 0 0,1 0 0 0 0,0 0 0 0 0,-3-2 0 0 0,3 3-129 0 0,0-1 0 0 0,1 1-1 0 0,-1-1 1 0 0,0 1 0 0 0,-1 0 0 0 0,1-1-1 0 0,0 1 1 0 0,0 0 0 0 0,0 0-1 0 0,0 0 1 0 0,0 0 0 0 0,0 0 0 0 0,0 0-1 0 0,0 0 1 0 0,0 0 0 0 0,0 0-1 0 0,0 1 1 0 0,0-1 0 0 0,0 0 0 0 0,0 1-1 0 0,0-1 1 0 0,0 0 0 0 0,0 1-1 0 0,0 0 1 0 0,0-1 0 0 0,0 1 0 0 0,1-1-1 0 0,-1 1 1 0 0,0 0 0 0 0,0 0-1 0 0,0-1 1 0 0,1 1 0 0 0,-1 0 0 0 0,1 0-1 0 0,-1 0 1 0 0,0 0 0 0 0,1 0-1 0 0,0 0 1 0 0,-1 0 0 0 0,1 0-1 0 0,0 0 1 0 0,-1 0 0 0 0,1 0 0 0 0,0 2-1 0 0,-1-2-212 0 0,-6 25-6091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6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3884 0 0,'23'22'13861'0'0,"-21"-19"-13131"0"0,-2 13 3488 0 0,-3 4-3289 0 0,2-12-1456 0 0,-5 25 1760 0 0,-3 65 0 0 0,9-83-1140 0 0,0-1 0 0 0,1 1 0 0 0,1 0 0 0 0,0-1 0 0 0,1 1 0 0 0,10 26 0 0 0,-11-36-69 0 0,0 0-1 0 0,1 0 1 0 0,0 0-1 0 0,0 0 1 0 0,0 0 0 0 0,1-1-1 0 0,-1 0 1 0 0,1 0-1 0 0,0 0 1 0 0,0 0-1 0 0,1 0 1 0 0,-1-1-1 0 0,1 0 1 0 0,0 0-1 0 0,0 0 1 0 0,0-1-1 0 0,0 1 1 0 0,0-1-1 0 0,0 0 1 0 0,1-1-1 0 0,-1 1 1 0 0,1-1-1 0 0,11 1 1 0 0,-11-2-52 0 0,1 1 1 0 0,-1-2-1 0 0,1 1 1 0 0,-1-1-1 0 0,1 0 1 0 0,-1 0-1 0 0,1-1 1 0 0,-1 1-1 0 0,0-2 0 0 0,0 1 1 0 0,0-1-1 0 0,0 1 1 0 0,0-2-1 0 0,0 1 1 0 0,-1-1-1 0 0,0 0 1 0 0,1 0-1 0 0,-1 0 1 0 0,-1-1-1 0 0,7-6 0 0 0,-4 1-33 0 0,-1 0 0 0 0,0 0 0 0 0,0 0-1 0 0,-1 0 1 0 0,-1-1 0 0 0,1 0 0 0 0,-2 0-1 0 0,0 0 1 0 0,0 0 0 0 0,-1-1 0 0 0,0 1-1 0 0,-1-1 1 0 0,0 1 0 0 0,-1-1-1 0 0,0 0 1 0 0,-1 1 0 0 0,0-1 0 0 0,-1 1-1 0 0,0-1 1 0 0,-1 1 0 0 0,-1 0 0 0 0,1 0-1 0 0,-2 0 1 0 0,1 0 0 0 0,-2 1 0 0 0,1 0-1 0 0,-1 0 1 0 0,-1 0 0 0 0,0 1-1 0 0,0 0 1 0 0,-1 0 0 0 0,0 1 0 0 0,0 0-1 0 0,-13-9 1 0 0,1 4 33 0 0,-2 0 0 0 0,-26-11 0 0 0,-16-9-92 0 0,51 29-3 0 0,27 8-53 0 0,75 5 158 0 0,-25-4-5 0 0,64 15 0 0 0,-110-16 17 0 0,0 1 0 0 0,0 0 0 0 0,0 1 0 0 0,-1 2 0 0 0,1-1 0 0 0,-2 2 0 0 0,1 0 0 0 0,15 13 0 0 0,-26-18 13 0 0,0 1-1 0 0,0 0 1 0 0,0 0 0 0 0,-1 0 0 0 0,0 1-1 0 0,0 0 1 0 0,-1 0 0 0 0,0 0-1 0 0,0 0 1 0 0,0 1 0 0 0,0-1 0 0 0,-1 1-1 0 0,0 0 1 0 0,-1 0 0 0 0,0 1 0 0 0,0-1-1 0 0,0 0 1 0 0,-1 1 0 0 0,0-1 0 0 0,0 1-1 0 0,-1-1 1 0 0,0 1 0 0 0,-1-1 0 0 0,1 1-1 0 0,-1-1 1 0 0,-1 1 0 0 0,-3 12-1 0 0,0-2 30 0 0,3-10 16 0 0,-1 0-1 0 0,1-1 1 0 0,-8 15 0 0 0,9-20-58 0 0,2-10-21 0 0,1 1 8 0 0,0 0 0 0 0,0 0 0 0 0,0-1 0 0 0,1 1 0 0 0,0 1 0 0 0,1-1 0 0 0,6-10 0 0 0,-1 0-57 0 0,9-17-72 0 0,1 1 1 0 0,42-52-1 0 0,-49 70 105 0 0,1 1 0 0 0,0 0-1 0 0,1 1 1 0 0,0 1 0 0 0,1 1 0 0 0,0 0-1 0 0,26-14 1 0 0,-35 22 38 0 0,0 0 0 0 0,0 1 0 0 0,0 0-1 0 0,0 0 1 0 0,0 1 0 0 0,1 0 0 0 0,-1 0 0 0 0,0 0-1 0 0,1 1 1 0 0,-1-1 0 0 0,0 2 0 0 0,1-1 0 0 0,-1 1-1 0 0,8 1 1 0 0,-10-1 18 0 0,-1 0 0 0 0,0 0-1 0 0,0 1 1 0 0,-1-1 0 0 0,1 1 0 0 0,0-1-1 0 0,0 1 1 0 0,-1 0 0 0 0,1 0 0 0 0,-1 0-1 0 0,1 0 1 0 0,-1 1 0 0 0,0-1 0 0 0,0 0-1 0 0,0 1 1 0 0,0 0 0 0 0,-1-1 0 0 0,1 1-1 0 0,-1 0 1 0 0,1 0 0 0 0,-1 0 0 0 0,0 0-1 0 0,0 0 1 0 0,0 0 0 0 0,-1 0 0 0 0,1 0-1 0 0,-1 1 1 0 0,0-1 0 0 0,0 0 0 0 0,0 4-1 0 0,-1 6 67 0 0,0 1-1 0 0,-2-1 1 0 0,1 0-1 0 0,-2 0 1 0 0,0 0-1 0 0,-7 16 0 0 0,4-12-773 0 0,2 0-1 0 0,-7 29 1 0 0,12-43 387 0 0,-1 1 0 0 0,1-1-1 0 0,0 0 1 0 0,1 0 0 0 0,-1 0 0 0 0,0 0-1 0 0,1 1 1 0 0,0-1 0 0 0,0 0 0 0 0,0 0-1 0 0,0 0 1 0 0,0 0 0 0 0,0 0 0 0 0,3 3-1 0 0,-2-3-625 0 0,0 0-1 0 0,1 0 0 0 0,-1 0 1 0 0,1-1-1 0 0,-1 1 0 0 0,1-1 1 0 0,5 4-1 0 0,10 5-6154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292 595 936 0 0,'4'-13'1755'0'0,"-1"-1"-1"0"0,0 1 1 0 0,-1-1-1 0 0,0 0 1 0 0,-1-19 0 0 0,-1 28-1473 0 0,0 0 1 0 0,-1 0 0 0 0,1 0 0 0 0,-1 0 0 0 0,0-1-1 0 0,0 1 1 0 0,-1 0 0 0 0,1 1 0 0 0,-1-1 0 0 0,0 0-1 0 0,-1 0 1 0 0,1 1 0 0 0,-1-1 0 0 0,0 1 0 0 0,0 0 0 0 0,0 0-1 0 0,-7-6 1 0 0,9 9-236 0 0,-1 0-1 0 0,1 0 1 0 0,-1 0-1 0 0,0 0 1 0 0,0 0-1 0 0,0 0 1 0 0,0 0-1 0 0,1 1 1 0 0,-1-1-1 0 0,0 1 1 0 0,0-1-1 0 0,0 1 1 0 0,0 0-1 0 0,0 0 1 0 0,0 0-1 0 0,0 0 0 0 0,-4 0 1 0 0,2 1-6 0 0,0 0 1 0 0,-1 0-1 0 0,1 1 1 0 0,0-1-1 0 0,0 1 0 0 0,0 0 1 0 0,-7 5-1 0 0,-1 2 13 0 0,1 0 0 0 0,0 1 0 0 0,-18 21 0 0 0,11-10 16 0 0,1 0 0 0 0,2 2 0 0 0,-17 30 0 0 0,24-38-29 0 0,1 0 1 0 0,0 0 0 0 0,2 1 0 0 0,-1 0-1 0 0,2 0 1 0 0,-4 26 0 0 0,7-39-17 0 0,1 0 1 0 0,0 0 0 0 0,0 0 0 0 0,0 0-1 0 0,0 0 1 0 0,0 0 0 0 0,1 0-1 0 0,-1 0 1 0 0,1 0 0 0 0,0 0-1 0 0,0 0 1 0 0,0-1 0 0 0,0 1 0 0 0,0 0-1 0 0,1-1 1 0 0,-1 1 0 0 0,1 0-1 0 0,0-1 1 0 0,2 3 0 0 0,-1-2-5 0 0,0-1 0 0 0,-1-1 1 0 0,1 1-1 0 0,0 0 0 0 0,0-1 1 0 0,1 1-1 0 0,-1-1 0 0 0,0 0 0 0 0,0 0 1 0 0,1 0-1 0 0,-1 0 0 0 0,0-1 1 0 0,1 1-1 0 0,-1-1 0 0 0,0 0 0 0 0,7 0 1 0 0,-2-1-8 0 0,-1 0 0 0 0,1 0 0 0 0,-1-1 0 0 0,1 0-1 0 0,-1 0 1 0 0,0-1 0 0 0,0 0 0 0 0,0 0 0 0 0,0 0 0 0 0,8-7 0 0 0,-4 2-6 0 0,0 0 0 0 0,-1-1 0 0 0,-1 0 0 0 0,1 0 0 0 0,10-15-1 0 0,3-10 26 0 0,-2 0 0 0 0,32-68-1 0 0,-16 14 19 0 0,-35 81-59 0 0,-5 6-10 0 0,-7 12 2 0 0,4 6 227 0 0,0 0 0 0 0,2 1 0 0 0,0-1 0 0 0,0 1 0 0 0,2 0 0 0 0,0 0 0 0 0,2 0 0 0 0,0 0 1 0 0,0 0-1 0 0,2 0 0 0 0,0 0 0 0 0,9 32 0 0 0,-10-46-119 0 0,1 1 0 0 0,-1-1 1 0 0,1 0-1 0 0,0 0 1 0 0,0-1-1 0 0,0 1 0 0 0,1 0 1 0 0,0-1-1 0 0,-1 1 1 0 0,1-1-1 0 0,0 0 0 0 0,1 0 1 0 0,-1 0-1 0 0,7 4 0 0 0,-5-4-2 0 0,1 0-1 0 0,0 0 0 0 0,0-1 1 0 0,0 0-1 0 0,0 0 0 0 0,0 0 1 0 0,0-1-1 0 0,0 0 0 0 0,9 0 0 0 0,2 0 10 0 0,-1-2 0 0 0,1 0 0 0 0,0-1 0 0 0,0-1-1 0 0,-1 0 1 0 0,30-11 0 0 0,-19 3-104 0 0,-1-1 0 0 0,0-1 0 0 0,-1-1-1 0 0,-1-1 1 0 0,0-1 0 0 0,-1-1 0 0 0,-1-1 0 0 0,0-2 0 0 0,-2 0-1 0 0,28-33 1 0 0,-24 21-179 0 0,0-1 0 0 0,-3-1 0 0 0,0 0 0 0 0,-2-2 0 0 0,-2 0 0 0 0,24-74 0 0 0,-33 83 60 0 0,7-49 0 0 0,-13 66 97 0 0,-1-1 0 0 0,-1 0 0 0 0,0 0 0 0 0,0 0 0 0 0,-1 0 0 0 0,0 0 0 0 0,-5-15-1 0 0,6 24 26 0 0,0 1-1 0 0,-1-1 0 0 0,1 0 0 0 0,-1 1 0 0 0,1-1 0 0 0,-1 0 0 0 0,0 1 0 0 0,1-1 0 0 0,-1 1 0 0 0,0-1 0 0 0,0 1 0 0 0,0 0 0 0 0,0-1 0 0 0,0 1 0 0 0,0 0 0 0 0,-1 0 0 0 0,1-1 0 0 0,0 1 0 0 0,-1 0 0 0 0,1 0 0 0 0,-1 1 0 0 0,1-1 0 0 0,-1 0 1 0 0,1 0-1 0 0,-1 1 0 0 0,0-1 0 0 0,1 1 0 0 0,-1-1 0 0 0,0 1 0 0 0,1 0 0 0 0,-1 0 0 0 0,0 0 0 0 0,1 0 0 0 0,-1 0 0 0 0,0 0 0 0 0,1 0 0 0 0,-1 0 0 0 0,0 1 0 0 0,1-1 0 0 0,-1 1 0 0 0,0-1 0 0 0,1 1 0 0 0,-1-1 0 0 0,-2 3 0 0 0,-2 0 0 0 0,-1 1-1 0 0,1 0 0 0 0,0 1 0 0 0,0-1 1 0 0,0 1-1 0 0,1 0 0 0 0,-1 1 0 0 0,1-1 1 0 0,-4 8-1 0 0,-3 5 44 0 0,1 0 0 0 0,1 1 0 0 0,1 1-1 0 0,1 0 1 0 0,1 0 0 0 0,0 0 0 0 0,1 1 0 0 0,2 0 0 0 0,0 0 0 0 0,1 1 0 0 0,1-1 0 0 0,2 40 0 0 0,1-44-213 0 0,1 0 0 0 0,0-1 1 0 0,1 0-1 0 0,2 1 0 0 0,-1-1 1 0 0,2 0-1 0 0,10 21 0 0 0,-10-25-436 0 0,1-1 0 0 0,0 0-1 0 0,0-1 1 0 0,1 1 0 0 0,1-1-1 0 0,-1-1 1 0 0,2 0 0 0 0,-1 0-1 0 0,1-1 1 0 0,15 9-1 0 0,3-1-4687 0 0,1-7-2863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8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119 460 2924 0 0,'-31'2'5659'0'0,"-44"-2"0"0"0,75 0-5627 0 0,-1 0-1 0 0,1 0 1 0 0,0 0 0 0 0,-1 1-1 0 0,1-1 1 0 0,-1 0 0 0 0,1 0-1 0 0,0 0 1 0 0,-1 0 0 0 0,1 0-1 0 0,0 0 1 0 0,-1-1 0 0 0,1 1-1 0 0,-1 0 1 0 0,1 0 0 0 0,0 0-1 0 0,-1 0 1 0 0,1 0 0 0 0,0 0-1 0 0,-1-1 1 0 0,1 1 0 0 0,0 0-1 0 0,-1 0 1 0 0,1-1 0 0 0,0 1-1 0 0,-1 0 1 0 0,1 0 0 0 0,0-1-1 0 0,0 1 1 0 0,-1 0 0 0 0,1-1-1 0 0,0 1 1 0 0,0 0 0 0 0,0-1-1 0 0,-1 1 1 0 0,1-1 0 0 0,0 1-1 0 0,0 0 1 0 0,0-1-1 0 0,0 1 1 0 0,0 0 0 0 0,0-1-1 0 0,0 1 1 0 0,0-1 0 0 0,0 1-1 0 0,0 0 1 0 0,0-1 0 0 0,0 1-1 0 0,0-1 1 0 0,0 1 0 0 0,0 0-1 0 0,0-1 1 0 0,1 1 0 0 0,-1 0-1 0 0,0-1 1 0 0,0 1 0 0 0,0 0-1 0 0,1-1 1 0 0,-1 1 0 0 0,0 0-1 0 0,0-1 1 0 0,1 1 0 0 0,18-18 423 0 0,34-14-24 0 0,114-49-1 0 0,-16 10-259 0 0,-135 63-158 0 0,120-71 85 0 0,-119 68-67 0 0,0-1 0 0 0,-1-1 1 0 0,0-1-1 0 0,-1 0 1 0 0,19-24-1 0 0,-31 35-27 0 0,0-1 0 0 0,-1 0 0 0 0,1 0 0 0 0,-1 1-1 0 0,2-8 1 0 0,-3 10-4 0 0,-1 0-1 0 0,0 1 1 0 0,0-1 0 0 0,1 0-1 0 0,-1 0 1 0 0,0 0-1 0 0,0 1 1 0 0,0-1-1 0 0,0 0 1 0 0,0 0 0 0 0,0 1-1 0 0,0-1 1 0 0,0 0-1 0 0,0 0 1 0 0,-1 0-1 0 0,1 1 1 0 0,0-1 0 0 0,0 0-1 0 0,-1 0 1 0 0,1 1-1 0 0,0-1 1 0 0,-1 0-1 0 0,1 1 1 0 0,-1-1-1 0 0,1 1 1 0 0,-1-1 0 0 0,1 0-1 0 0,-1 1 1 0 0,0-1-1 0 0,1 1 1 0 0,-1-1-1 0 0,0 1 1 0 0,1 0 0 0 0,-1-1-1 0 0,0 1 1 0 0,0-1-1 0 0,-2 1 0 0 0,0-1-1 0 0,0 1 1 0 0,1 0 0 0 0,-1-1-1 0 0,0 1 1 0 0,0 1-1 0 0,0-1 1 0 0,1 0-1 0 0,-1 1 1 0 0,0-1-1 0 0,0 1 1 0 0,1 0-1 0 0,-1 0 1 0 0,1 0 0 0 0,-5 3-1 0 0,0-1-4 0 0,0 1 0 0 0,0 0 0 0 0,1 0 0 0 0,-8 7 0 0 0,11-8 6 0 0,0 0-1 0 0,0 0 1 0 0,0 0 0 0 0,1 1-1 0 0,-1-1 1 0 0,1 1-1 0 0,0-1 1 0 0,0 1 0 0 0,0 0-1 0 0,1 0 1 0 0,-1 0 0 0 0,1 0-1 0 0,0 0 1 0 0,0 0 0 0 0,0 0-1 0 0,1 0 1 0 0,-1 0-1 0 0,1 1 1 0 0,0-1 0 0 0,1 8-1 0 0,3 4-5 0 0,-1 0 0 0 0,2 0-1 0 0,0-1 1 0 0,9 19 0 0 0,-8-19 28 0 0,0 1 1 0 0,8 30 0 0 0,-13-40 114 0 0,-1 1 0 0 0,1 0 0 0 0,-1-1 1 0 0,0 1-1 0 0,0-1 0 0 0,-1 1 0 0 0,0 0 1 0 0,0-1-1 0 0,-1 0 0 0 0,1 1 0 0 0,-1-1 1 0 0,-1 0-1 0 0,1 0 0 0 0,-6 9 0 0 0,1-5-8 0 0,1-1 0 0 0,-1 0-1 0 0,-1 0 1 0 0,0-1-1 0 0,0 0 1 0 0,-1-1 0 0 0,-16 12-1 0 0,11-11-76 0 0,0 0 0 0 0,-1 0 0 0 0,1-2 0 0 0,-2 0 0 0 0,-23 7 0 0 0,37-13-178 0 0,0 1-1 0 0,0-1 0 0 0,0 0 0 0 0,0 1 1 0 0,0-1-1 0 0,1 0 0 0 0,-1 0 1 0 0,0 0-1 0 0,0-1 0 0 0,0 1 0 0 0,0 0 1 0 0,0-1-1 0 0,0 1 0 0 0,1-1 1 0 0,-1 0-1 0 0,0 1 0 0 0,0-1 0 0 0,1 0 1 0 0,-3-2-1 0 0,3 2-190 0 0,0 0 0 0 0,0 0 1 0 0,0 0-1 0 0,0 0 0 0 0,1 0 0 0 0,-1 0 1 0 0,0 0-1 0 0,1 0 0 0 0,-1 0 0 0 0,1 0 1 0 0,-1 0-1 0 0,1-1 0 0 0,-1 1 0 0 0,1 0 1 0 0,0 0-1 0 0,0-1 0 0 0,0 1 0 0 0,0 0 1 0 0,0 0-1 0 0,0-1 0 0 0,0 1 0 0 0,0 0 1 0 0,0 0-1 0 0,0-1 0 0 0,1 1 0 0 0,-1 0 1 0 0,0 0-1 0 0,1 0 0 0 0,-1-1 0 0 0,2-1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8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40 3564 0 0,'81'-39'12705'0'0,"-79"38"-11865"0"0,2 21 1636 0 0,-27 152 1967 0 0,-52 405 2319 0 0,18 2-9971 0 0,56-571 2109 0 0,-3 31-1332 0 0,2-26-1883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1 292 1516 0 0,'0'-23'1744'0'0,"2"-1"0"0"0,1 1-1 0 0,1 0 1 0 0,0 0 0 0 0,13-34 0 0 0,-15 50-1556 0 0,1 0 1 0 0,0 1 0 0 0,1-1 0 0 0,-1 1-1 0 0,1-1 1 0 0,0 1 0 0 0,1 0 0 0 0,0 1 0 0 0,0-1-1 0 0,0 1 1 0 0,1 0 0 0 0,-1 0 0 0 0,1 0-1 0 0,0 1 1 0 0,0 0 0 0 0,1 0 0 0 0,-1 1-1 0 0,1 0 1 0 0,0 0 0 0 0,0 0 0 0 0,10-1-1 0 0,-2 1-3 0 0,0 1-1 0 0,1 1 1 0 0,-1 0-1 0 0,0 1 0 0 0,0 1 1 0 0,1 0-1 0 0,-1 1 1 0 0,0 1-1 0 0,0 0 0 0 0,18 7 1 0 0,-16-4 8 0 0,0 0 0 0 0,-1 2 1 0 0,1 0-1 0 0,-2 1 0 0 0,1 0 0 0 0,-1 1 1 0 0,-1 1-1 0 0,20 18 0 0 0,-29-24-89 0 0,0 1 0 0 0,-1-1 0 0 0,1 0 0 0 0,-1 1 0 0 0,0 0 0 0 0,-1 0 1 0 0,1 1-1 0 0,-1-1 0 0 0,-1 1 0 0 0,1-1 0 0 0,1 8 0 0 0,-3-10-48 0 0,0 0 1 0 0,-1 1-1 0 0,0-1 1 0 0,0 0 0 0 0,0 1-1 0 0,0-1 1 0 0,-1 0-1 0 0,1 1 1 0 0,-1-1-1 0 0,0 0 1 0 0,0 0-1 0 0,-1 0 1 0 0,1 0-1 0 0,-1 0 1 0 0,0 0 0 0 0,0 0-1 0 0,-1 0 1 0 0,1-1-1 0 0,-4 6 1 0 0,-5 2 2 0 0,0 1 0 0 0,0-1-1 0 0,-1-1 1 0 0,-1 0 0 0 0,1-1 0 0 0,-2 0 0 0 0,-17 8 0 0 0,16-9-820 0 0,0-2 0 0 0,0 0-1 0 0,-30 7 1 0 0,26-13-1991 0 0,9-2 309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210 137 1068 0 0,'19'-7'2778'0'0,"0"-2"0"0"0,26-16 0 0 0,-40 21-2136 0 0,1 1 0 0 0,-1-1 0 0 0,0-1 0 0 0,0 1 0 0 0,-1-1 0 0 0,1 1-1 0 0,-1-1 1 0 0,0-1 0 0 0,0 1 0 0 0,-1-1 0 0 0,6-10 0 0 0,-9 15-589 0 0,0 1 1 0 0,1-1 0 0 0,-1 0-1 0 0,0 0 1 0 0,0 1-1 0 0,0-1 1 0 0,0 0-1 0 0,0 1 1 0 0,0-1-1 0 0,0 0 1 0 0,0 0-1 0 0,0 1 1 0 0,0-1-1 0 0,-1 0 1 0 0,1 1-1 0 0,0-1 1 0 0,0 0-1 0 0,-1 1 1 0 0,1-1 0 0 0,0 0-1 0 0,-1 1 1 0 0,1-1-1 0 0,-1 1 1 0 0,1-1-1 0 0,0 1 1 0 0,-1-1-1 0 0,0 1 1 0 0,1-1-1 0 0,-1 1 1 0 0,1-1-1 0 0,-1 1 1 0 0,1 0-1 0 0,-1-1 1 0 0,0 1 0 0 0,0-1-1 0 0,-24-5 817 0 0,19 6-773 0 0,1 1 0 0 0,-1-1-1 0 0,0 1 1 0 0,1 1 0 0 0,-1-1 0 0 0,1 1 0 0 0,-1 0 0 0 0,-4 2 0 0 0,-40 23 336 0 0,25-11-306 0 0,1 1 0 0 0,1 1 0 0 0,-22 21-1 0 0,33-27-94 0 0,0 1-1 0 0,1 0 0 0 0,1 1 1 0 0,0 0-1 0 0,0 1 1 0 0,-10 22-1 0 0,18-34-22 0 0,1 1 0 0 0,0-1 0 0 0,-1 1 0 0 0,1-1 0 0 0,0 1 0 0 0,1 0 0 0 0,-1-1 0 0 0,0 1 0 0 0,1 0 0 0 0,0-1 0 0 0,0 1 0 0 0,0 0 1 0 0,1-1-1 0 0,-1 1 0 0 0,1 0 0 0 0,0-1 0 0 0,0 1 0 0 0,0 0 0 0 0,0-1 0 0 0,1 0 0 0 0,1 4 0 0 0,-1-3-4 0 0,1-1 0 0 0,0 0 1 0 0,-1 0-1 0 0,1-1 0 0 0,0 1 0 0 0,0 0 1 0 0,1-1-1 0 0,-1 0 0 0 0,0 0 0 0 0,1 0 1 0 0,-1 0-1 0 0,1 0 0 0 0,0-1 0 0 0,0 1 1 0 0,-1-1-1 0 0,1 0 0 0 0,0 0 1 0 0,0-1-1 0 0,5 1 0 0 0,-2 0 4 0 0,1-1 0 0 0,0 0 1 0 0,-1 0-1 0 0,1 0 0 0 0,-1-1 0 0 0,1-1 0 0 0,-1 1 1 0 0,1-1-1 0 0,-1 0 0 0 0,0-1 0 0 0,0 1 0 0 0,0-2 1 0 0,0 1-1 0 0,0-1 0 0 0,-1 0 0 0 0,0 0 0 0 0,11-9 1 0 0,-5 1-18 0 0,0-1 0 0 0,-1-1 0 0 0,-1 1 0 0 0,0-2 0 0 0,-1 1 1 0 0,13-28-1 0 0,11-28-40 0 0,-32 68 22 0 0,-3 26 91 0 0,0-13-169 0 0,-28 119 418 0 0,26-104-1018 0 0,1-1-1 0 0,1 1 1 0 0,1 30-1 0 0,1-52 141 0 0,1 1 1 0 0,-1-1-1 0 0,1 1 0 0 0,1 0 0 0 0,1 5 0 0 0,10 9-6623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315 143 1988 0 0,'4'-16'2872'0'0,"-1"5"-1080"0"0,0-1-1 0 0,-1 1 0 0 0,0-1 1 0 0,0-20-1 0 0,-1 30-1654 0 0,-1 0 0 0 0,0 0 1 0 0,-1 0-1 0 0,1 0 0 0 0,0 1 0 0 0,0-1 0 0 0,-1 0 1 0 0,1 0-1 0 0,-1 0 0 0 0,0 0 0 0 0,0 0 0 0 0,1 1 1 0 0,-1-1-1 0 0,0 0 0 0 0,0 1 0 0 0,-1-1 0 0 0,1 1 0 0 0,0-1 1 0 0,0 1-1 0 0,-1 0 0 0 0,1-1 0 0 0,-1 1 0 0 0,1 0 1 0 0,-1 0-1 0 0,0 0 0 0 0,1 0 0 0 0,-1 0 0 0 0,0 0 1 0 0,0 1-1 0 0,1-1 0 0 0,-1 0 0 0 0,0 1 0 0 0,0 0 0 0 0,0-1 1 0 0,0 1-1 0 0,-2 0 0 0 0,-2 0 31 0 0,1 1 0 0 0,-1-1 1 0 0,0 1-1 0 0,1 0 0 0 0,-1 1 0 0 0,0-1 0 0 0,1 1 0 0 0,0 0 0 0 0,-1 1 1 0 0,1-1-1 0 0,-9 8 0 0 0,1-2 41 0 0,0 2 0 0 0,1 0 0 0 0,-14 14 0 0 0,8-4-22 0 0,1 1 0 0 0,0 0 1 0 0,2 1-1 0 0,-19 36 1 0 0,26-43-121 0 0,1 0 0 0 0,1 0 0 0 0,0 0 0 0 0,1 1 0 0 0,1 0 0 0 0,1 0 0 0 0,0 0 0 0 0,-1 28 0 0 0,4-39-55 0 0,0-1 1 0 0,0 1-1 0 0,0 0 1 0 0,1 0-1 0 0,0-1 1 0 0,0 1-1 0 0,0-1 0 0 0,1 1 1 0 0,-1-1-1 0 0,1 1 1 0 0,0-1-1 0 0,0 0 1 0 0,1 0-1 0 0,-1 0 1 0 0,1 0-1 0 0,0 0 1 0 0,0-1-1 0 0,0 1 0 0 0,1-1 1 0 0,-1 0-1 0 0,1 0 1 0 0,4 3-1 0 0,-1-3-189 0 0,0 1-1 0 0,0-1 0 0 0,1 0 0 0 0,-1 0 0 0 0,1-1 1 0 0,0 0-1 0 0,0-1 0 0 0,0 1 0 0 0,0-2 0 0 0,0 1 1 0 0,0-1-1 0 0,11-1 0 0 0,-5 0-765 0 0,0-1-1 0 0,0-1 1 0 0,0 0-1 0 0,17-6 1 0 0,-20 5-796 0 0,0-1 0 0 0,-1 0-1 0 0,11-7 1 0 0,9-9-5445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9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2756 0 0,'-10'29'12963'0'0,"11"-24"-12607"0"0,0-1 0 0 0,0 1 0 0 0,1 0 0 0 0,-1-1 0 0 0,1 0 0 0 0,1 1 0 0 0,-1-1 0 0 0,0 0 0 0 0,1 0 0 0 0,0 0 0 0 0,0-1 1 0 0,0 1-1 0 0,0-1 0 0 0,1 1 0 0 0,-1-1 0 0 0,1 0 0 0 0,0 0 0 0 0,6 3 0 0 0,-5-3-272 0 0,1 0 0 0 0,0 0 1 0 0,1-1-1 0 0,-1 1 0 0 0,0-1 1 0 0,1-1-1 0 0,-1 1 0 0 0,1-1 0 0 0,-1 0 1 0 0,1 0-1 0 0,0-1 0 0 0,12-1 1 0 0,-18 1-79 0 0,0 0 1 0 0,1-1 0 0 0,-1 1 0 0 0,0-1 0 0 0,0 1 0 0 0,0-1-1 0 0,0 1 1 0 0,0-1 0 0 0,0 1 0 0 0,0-1 0 0 0,0 0 0 0 0,0 0-1 0 0,0 1 1 0 0,0-1 0 0 0,-1 0 0 0 0,1 0 0 0 0,0 0 0 0 0,0 0 0 0 0,-1 0-1 0 0,1 0 1 0 0,-1 0 0 0 0,1 0 0 0 0,-1 0 0 0 0,1-1 0 0 0,-1 1-1 0 0,0 0 1 0 0,1 0 0 0 0,-1 0 0 0 0,0 0 0 0 0,0-1 0 0 0,0 1-1 0 0,0 0 1 0 0,0 0 0 0 0,0 0 0 0 0,0-1 0 0 0,0 1 0 0 0,-1 0 0 0 0,1 0-1 0 0,0 0 1 0 0,-2-2 0 0 0,2-1-11 0 0,-1 1 1 0 0,0-1-1 0 0,-1 1 1 0 0,1 0-1 0 0,0-1 0 0 0,-1 1 1 0 0,0 0-1 0 0,0 0 0 0 0,0 0 1 0 0,0 0-1 0 0,0 0 0 0 0,-5-3 1 0 0,4 4-2 0 0,0 0-1 0 0,0 0 1 0 0,-1 0 0 0 0,1 1 0 0 0,-1-1-1 0 0,0 1 1 0 0,1 0 0 0 0,-1 0 0 0 0,0 0-1 0 0,0 1 1 0 0,0-1 0 0 0,0 1 0 0 0,-7 0-1 0 0,4 1-1 0 0,0 0 0 0 0,1 0 0 0 0,-1 1-1 0 0,0 0 1 0 0,1 0 0 0 0,-1 1 0 0 0,-7 4-1 0 0,-1 1-5 0 0,1 2 0 0 0,0 0-1 0 0,0 0 1 0 0,1 1 0 0 0,-17 19-1 0 0,21-19 23 0 0,0 0-1 0 0,0 0 0 0 0,1 1 1 0 0,1 0-1 0 0,0 0 0 0 0,0 1 1 0 0,2 0-1 0 0,-1 0 0 0 0,2 1 1 0 0,-6 24-1 0 0,9-33 4 0 0,0 1-1 0 0,0-1 1 0 0,1 1 0 0 0,-1 0-1 0 0,1-1 1 0 0,1 1 0 0 0,-1-1 0 0 0,1 1-1 0 0,0 0 1 0 0,0-1 0 0 0,1 0-1 0 0,-1 1 1 0 0,1-1 0 0 0,0 0-1 0 0,1 0 1 0 0,-1 0 0 0 0,1 0-1 0 0,0 0 1 0 0,1 0 0 0 0,-1-1-1 0 0,1 0 1 0 0,-1 1 0 0 0,1-1-1 0 0,1-1 1 0 0,-1 1 0 0 0,0-1-1 0 0,1 1 1 0 0,0-1 0 0 0,7 3 0 0 0,-3-2-255 0 0,0-1 0 0 0,0 1 1 0 0,1-2-1 0 0,-1 1 1 0 0,1-1-1 0 0,0-1 1 0 0,-1 0-1 0 0,1 0 1 0 0,0-1-1 0 0,16-2 0 0 0,-11 1-962 0 0,-1-2-1 0 0,20-4 0 0 0,23-16-5856 0 0,-20 2-1230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3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37 3008 0 0,'-4'-37'11069'0'0,"12"47"-10371"0"0,-1 0 0 0 0,-1 1 1 0 0,0-1-1 0 0,0 1 0 0 0,-1 0 1 0 0,4 13-1 0 0,3 3-13 0 0,23 52 313 0 0,-3 2 1 0 0,-4 1 0 0 0,20 95-1 0 0,-40-137-864 0 0,-1 1-1 0 0,-3 0 0 0 0,-1 1 0 0 0,-2-1 0 0 0,-2 0 0 0 0,-2 1 0 0 0,-1-1 0 0 0,-17 69 0 0 0,9-71-35 0 0,-1 0 0 0 0,-3-2 0 0 0,0 0 0 0 0,-2 0 0 0 0,-2-2 0 0 0,-36 49 0 0 0,23-42-682 0 0,-1-2 0 0 0,-2-1 0 0 0,-2-2 0 0 0,-62 48 0 0 0,78-68-1001 0 0,0 1-1679 0 0,7-8-2359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0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11 4360 0 0,'26'-7'9931'0'0,"-12"3"-5534"0"0,-14 5-4176 0 0,1 0 0 0 0,-1 0 0 0 0,0 0 1 0 0,1 0-1 0 0,-1 0 0 0 0,0 0 0 0 0,1 0 1 0 0,-1 0-1 0 0,0 0 0 0 0,0 0 0 0 0,0 0 0 0 0,0 0 1 0 0,0 0-1 0 0,0 0 0 0 0,-1 2 0 0 0,-88 148 2922 0 0,22-53-4052 0 0,8-19-3220 0 0,-3-4-4180 0 0,29-39-1310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1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245 144 60 0 0,'4'-5'1085'0'0,"1"0"-1"0"0,-1 0 1 0 0,0-1-1 0 0,0 0 1 0 0,-1 0-1 0 0,0 0 1 0 0,0 0-1 0 0,0 0 1 0 0,2-8-1 0 0,-5 11-907 0 0,1 1 0 0 0,0-1 0 0 0,-1 1 0 0 0,1-1-1 0 0,-1 1 1 0 0,0-1 0 0 0,0 1 0 0 0,0-1-1 0 0,0 1 1 0 0,0-1 0 0 0,0 1 0 0 0,-1-1 0 0 0,1 1-1 0 0,-1 0 1 0 0,0-1 0 0 0,1 1 0 0 0,-1-1 0 0 0,0 1-1 0 0,-1 0 1 0 0,1 0 0 0 0,0 0 0 0 0,-1 0-1 0 0,1 0 1 0 0,-1 0 0 0 0,1 0 0 0 0,-1 0 0 0 0,0 0-1 0 0,-2-1 1 0 0,1 1-120 0 0,1 1 0 0 0,0 0-1 0 0,-1 0 1 0 0,1 0 0 0 0,-1 0 0 0 0,1 0-1 0 0,-1 0 1 0 0,1 1 0 0 0,-1-1 0 0 0,0 1-1 0 0,1 0 1 0 0,-1-1 0 0 0,0 1 0 0 0,1 1-1 0 0,-1-1 1 0 0,-4 1 0 0 0,1 0-18 0 0,1 1 1 0 0,-1 0-1 0 0,1 0 0 0 0,0 1 0 0 0,0-1 1 0 0,0 1-1 0 0,-7 5 0 0 0,-2 4-15 0 0,0 0 0 0 0,1 1 0 0 0,-22 27 0 0 0,21-23-1 0 0,1 2 0 0 0,1-1-1 0 0,-19 40 1 0 0,28-51-14 0 0,0 0 0 0 0,0 1 1 0 0,1-1-1 0 0,-1 1 0 0 0,2 0 0 0 0,-1 0 0 0 0,1-1 0 0 0,0 1 0 0 0,1 0 0 0 0,0 0 0 0 0,0 0 0 0 0,0 0 0 0 0,1 0 0 0 0,3 12 0 0 0,-3-18-5 0 0,0 0 1 0 0,-1 0-1 0 0,1 0 0 0 0,0 0 0 0 0,1 0 0 0 0,-1 0 1 0 0,0 0-1 0 0,1-1 0 0 0,-1 1 0 0 0,1 0 0 0 0,-1-1 0 0 0,1 1 1 0 0,0-1-1 0 0,-1 1 0 0 0,1-1 0 0 0,0 0 0 0 0,0 0 1 0 0,0 0-1 0 0,3 2 0 0 0,-1-2 1 0 0,1 0 0 0 0,-1 0 1 0 0,1 0-1 0 0,-1-1 0 0 0,1 0 0 0 0,-1 0 1 0 0,1 0-1 0 0,-1 0 0 0 0,7-1 0 0 0,3-2 6 0 0,1-1-1 0 0,0 0 0 0 0,-1-1 0 0 0,26-13 1 0 0,-27 11-18 0 0,1 0 1 0 0,-2-1-1 0 0,1-1 1 0 0,-1 0-1 0 0,0-1 0 0 0,-1 0 1 0 0,16-19-1 0 0,-15 13 157 0 0,-1 0 0 0 0,0 0 0 0 0,-1-1-1 0 0,-1 0 1 0 0,11-32 0 0 0,-19 47-143 0 0,4-12 202 0 0,-5 11-104 0 0,-4 10-84 0 0,-6 15 6 0 0,2 1-1 0 0,0 0 0 0 0,2 0 0 0 0,0 1 0 0 0,-3 39 0 0 0,8-53-121 0 0,0 0 0 0 0,0 0 0 0 0,1 0-1 0 0,1 0 1 0 0,0 0 0 0 0,0 0 0 0 0,1 0 0 0 0,3 10 0 0 0,-4-14-285 0 0,1-1 0 0 0,1 0 1 0 0,-1 0-1 0 0,1-1 0 0 0,-1 1 1 0 0,1 0-1 0 0,4 4 0 0 0,-4-6-325 0 0,0 0-1 0 0,0 0 0 0 0,1 0 0 0 0,-1-1 1 0 0,1 1-1 0 0,-1-1 0 0 0,1 0 1 0 0,0 0-1 0 0,7 3 0 0 0,8 1-5106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1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26 122 2900 0 0,'-8'-21'6782'0'0,"-3"-8"-1933"0"0,5 14-2616 0 0,5 13-1836 0 0,8-12 546 0 0,1 10-862 0 0,1 0 0 0 0,-1 1 0 0 0,1 1 0 0 0,-1-1 0 0 0,1 1 0 0 0,9-1 0 0 0,11-2-69 0 0,-8 0-1186 0 0,37-3-1 0 0,-5 6-6780 0 0,-36 2 1980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1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33 512 0 0,'-98'52'14689'0'0,"98"-52"-14655"0"0,0 1-1 0 0,1-1 1 0 0,-1 1-1 0 0,0-1 0 0 0,0 1 1 0 0,0-1-1 0 0,1 0 0 0 0,-1 1 1 0 0,0-1-1 0 0,1 0 0 0 0,-1 1 1 0 0,0-1-1 0 0,1 0 1 0 0,-1 1-1 0 0,1-1 0 0 0,-1 0 1 0 0,0 1-1 0 0,1-1 0 0 0,-1 0 1 0 0,1 0-1 0 0,-1 0 1 0 0,1 0-1 0 0,-1 1 0 0 0,1-1 1 0 0,-1 0-1 0 0,1 0 0 0 0,-1 0 1 0 0,1 0-1 0 0,-1 0 0 0 0,1 0 1 0 0,-1 0-1 0 0,1 0 1 0 0,0-1-1 0 0,18-1 202 0 0,-17 2-210 0 0,201-40-821 0 0,-72 6-6165 0 0,-72 19 526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499 151 1100 0 0,'8'-28'5352'0'0,"5"-35"-1"0"0,-1 3 219 0 0,-30 72-5353 0 0,7-1-126 0 0,0 1 0 0 0,1 0 0 0 0,1 1 0 0 0,-15 24 0 0 0,5-8 82 0 0,-53 89 300 0 0,5 3-1 0 0,5 2 0 0 0,-64 185 0 0 0,97-227-323 0 0,-23 111 0 0 0,44-150-114 0 0,2 0 0 0 0,1 0 0 0 0,2 0 0 0 0,5 73 0 0 0,-1-97-108 0 0,1-1 1 0 0,1 0-1 0 0,1 0 0 0 0,1 0 0 0 0,0 0 1 0 0,1 0-1 0 0,1-1 0 0 0,14 27 1 0 0,-16-36-301 0 0,-1-1 0 0 0,1 1 0 0 0,1-1 0 0 0,-1 0 0 0 0,1 0 0 0 0,0 0 0 0 0,0-1 0 0 0,1 0 0 0 0,-1 0 0 0 0,1-1 0 0 0,0 0 0 0 0,0 0 0 0 0,1-1 0 0 0,-1 1 0 0 0,1-2 0 0 0,0 1-1 0 0,-1-1 1 0 0,1 0 0 0 0,0-1 0 0 0,15 1 0 0 0,12-2-3600 0 0,-1-2-1742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3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361 194 2648 0 0,'0'-16'1268'0'0,"-1"-1"0"0"0,0 1 0 0 0,-2-1 0 0 0,-4-19 0 0 0,6 31-1015 0 0,-1-1 0 0 0,0 0 0 0 0,0 1 1 0 0,0 0-1 0 0,-1-1 0 0 0,0 1 0 0 0,0 0 1 0 0,0 0-1 0 0,-1 1 0 0 0,1-1 0 0 0,-1 1 1 0 0,0 0-1 0 0,-1-1 0 0 0,1 2 1 0 0,-8-6-1 0 0,8 7-171 0 0,1 1 0 0 0,-1-1-1 0 0,0 1 1 0 0,1 0 0 0 0,-1 0 0 0 0,0 1 0 0 0,0-1 0 0 0,1 1 0 0 0,-1 0-1 0 0,0 0 1 0 0,0 0 0 0 0,0 0 0 0 0,0 0 0 0 0,1 1 0 0 0,-1 0 0 0 0,0 0-1 0 0,0 0 1 0 0,1 0 0 0 0,-1 1 0 0 0,1-1 0 0 0,-1 1 0 0 0,1 0 0 0 0,0 0-1 0 0,-5 4 1 0 0,-8 6 148 0 0,0 0 0 0 0,1 2 1 0 0,-18 19-1 0 0,27-27-134 0 0,-8 10 62 0 0,0 1 0 0 0,1 0 0 0 0,-20 33 0 0 0,27-40-121 0 0,1 0 1 0 0,1 0 0 0 0,0 0-1 0 0,0 0 1 0 0,1 0-1 0 0,0 1 1 0 0,1 0-1 0 0,0 0 1 0 0,0 14-1 0 0,1-22-26 0 0,1 1-1 0 0,1-1 1 0 0,-1 1-1 0 0,0-1 1 0 0,1 0 0 0 0,0 1-1 0 0,0-1 1 0 0,0 0-1 0 0,0 0 1 0 0,0 1-1 0 0,1-1 1 0 0,-1 0 0 0 0,1 0-1 0 0,0 0 1 0 0,0-1-1 0 0,0 1 1 0 0,0 0-1 0 0,1-1 1 0 0,-1 1-1 0 0,1-1 1 0 0,-1 0 0 0 0,1 0-1 0 0,0 0 1 0 0,0 0-1 0 0,0 0 1 0 0,0-1-1 0 0,0 1 1 0 0,0-1 0 0 0,0 0-1 0 0,1 0 1 0 0,-1 0-1 0 0,0 0 1 0 0,1-1-1 0 0,5 1 1 0 0,0 0-12 0 0,0-1 0 0 0,0 0 0 0 0,0 0 0 0 0,1-1 0 0 0,-1-1 0 0 0,-1 1 0 0 0,1-1 0 0 0,0-1 0 0 0,0 1 0 0 0,-1-2 0 0 0,1 1 0 0 0,8-6 0 0 0,-9 4-11 0 0,-1 0 0 0 0,0 0 0 0 0,0-1 0 0 0,-1 0 1 0 0,1-1-1 0 0,-1 1 0 0 0,-1-1 0 0 0,1 0 0 0 0,-1-1 0 0 0,0 1 0 0 0,-1-1 1 0 0,0 0-1 0 0,5-12 0 0 0,0-8 320 0 0,-1 0 0 0 0,7-52 0 0 0,-9 44 551 0 0,-6 35-839 0 0,0 1-1 0 0,0-1 0 0 0,0 0 0 0 0,0 0 0 0 0,0 0 0 0 0,0 0 0 0 0,1 1 0 0 0,-1-1 0 0 0,0 0 0 0 0,0 0 0 0 0,1 0 1 0 0,-1 1-1 0 0,0-1 0 0 0,1 0 0 0 0,-1 0 0 0 0,1 1 0 0 0,-1-1 0 0 0,1 0 0 0 0,-1 1 0 0 0,1-1 0 0 0,0 0 1 0 0,5 15 155 0 0,0 33 3 0 0,-6-38-257 0 0,14 133 537 0 0,-10-122-1402 0 0,9 30 0 0 0,-9-38-584 0 0,0 0-1 0 0,2-1 1 0 0,9 17 0 0 0,-4-14-2528 0 0,4 0-1720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3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37 372 0 0,'19'-30'17167'0'0,"-17"24"-15564"0"0,1 10-793 0 0,-3-4-788 0 0,0 0-1 0 0,1 0 0 0 0,-1 0 1 0 0,0 0-1 0 0,0 0 1 0 0,0 1-1 0 0,1-1 0 0 0,-1 0 1 0 0,0 0-1 0 0,0 0 1 0 0,0 0-1 0 0,1 1 0 0 0,-1-1 1 0 0,0 0-1 0 0,0 0 0 0 0,0 1 1 0 0,0-1-1 0 0,0 0 1 0 0,1 0-1 0 0,-1 1 0 0 0,0-1 1 0 0,0 0-1 0 0,0 0 0 0 0,0 1 1 0 0,0-1-1 0 0,0 0 1 0 0,0 0-1 0 0,0 1 0 0 0,0-1 1 0 0,0 0-1 0 0,0 0 0 0 0,0 1 1 0 0,-5 85 1706 0 0,2-54-2513 0 0,1 0 1 0 0,4 40-1 0 0,5-39-3229 0 0,4-15-2894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4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393 173 1904 0 0,'2'-9'1564'0'0,"0"1"0"0"0,-1 0-1 0 0,0 0 1 0 0,-1-1 0 0 0,0 1-1 0 0,-2-15 1 0 0,2 19-1144 0 0,0 0-1 0 0,-1 0 1 0 0,0 0 0 0 0,0 0-1 0 0,0 0 1 0 0,-1 1 0 0 0,1-1 0 0 0,-1 0-1 0 0,0 1 1 0 0,0-1 0 0 0,0 1-1 0 0,0-1 1 0 0,-1 1 0 0 0,0 0-1 0 0,-4-4 1 0 0,5 6-347 0 0,0-1 0 0 0,0 2 0 0 0,0-1-1 0 0,0 0 1 0 0,0 0 0 0 0,0 0 0 0 0,0 1 0 0 0,0 0-1 0 0,0-1 1 0 0,0 1 0 0 0,0 0 0 0 0,-1 0 0 0 0,1 0-1 0 0,0 0 1 0 0,0 0 0 0 0,0 0 0 0 0,0 1 0 0 0,-1-1-1 0 0,1 1 1 0 0,0 0 0 0 0,0-1 0 0 0,0 1 0 0 0,0 0 0 0 0,0 0-1 0 0,1 0 1 0 0,-3 2 0 0 0,-6 4 15 0 0,0 0 0 0 0,0 1 1 0 0,-11 12-1 0 0,14-14 12 0 0,-124 129 366 0 0,107-107-427 0 0,2 0 1 0 0,1 1-1 0 0,-21 39 1 0 0,40-65-40 0 0,1 0 1 0 0,-1 1-1 0 0,1-1 1 0 0,-1 0-1 0 0,1 1 1 0 0,0-1-1 0 0,-1 6 0 0 0,2-8-8 0 0,0 1 0 0 0,1-1 0 0 0,-1 0 0 0 0,0 1 0 0 0,0-1 0 0 0,1 0 0 0 0,-1 1 0 0 0,0-1 0 0 0,1 0 0 0 0,-1 0-1 0 0,1 1 1 0 0,0-1 0 0 0,-1 0 0 0 0,1 0 0 0 0,0 0 0 0 0,0 0 0 0 0,-1 0 0 0 0,1 0 0 0 0,0 0 0 0 0,0 0 0 0 0,0 0-1 0 0,2 0 1 0 0,0 1-48 0 0,1-1 0 0 0,-1 0-1 0 0,1-1 1 0 0,-1 1-1 0 0,1-1 1 0 0,0 1-1 0 0,-1-1 1 0 0,1 0-1 0 0,0 0 1 0 0,-1-1 0 0 0,6 0-1 0 0,-6 0 28 0 0,13-1-188 0 0,0-2 1 0 0,-1 1 0 0 0,1-2 0 0 0,-1 0-1 0 0,0-1 1 0 0,-1-1 0 0 0,1 0 0 0 0,-1-1-1 0 0,-1 0 1 0 0,17-14 0 0 0,-16 11 181 0 0,-1 0-1 0 0,0-1 1 0 0,-1 0 0 0 0,-1-1-1 0 0,0-1 1 0 0,-1 0 0 0 0,0 0 0 0 0,-1-1-1 0 0,0 0 1 0 0,-2-1 0 0 0,0 1 0 0 0,0-1-1 0 0,-2-1 1 0 0,0 0 0 0 0,-1 1 0 0 0,4-32-1 0 0,-1-36 2015 0 0,-16 95-1901 0 0,5 6 52 0 0,0 0 0 0 0,1 0 1 0 0,1 0-1 0 0,1 0 1 0 0,1 1-1 0 0,0-1 0 0 0,1 0 1 0 0,1 0-1 0 0,0 0 1 0 0,7 22-1 0 0,-6-27-304 0 0,1 1 0 0 0,1-1 0 0 0,0 0 0 0 0,1-1 0 0 0,0 1 0 0 0,1-1 0 0 0,0 0 0 0 0,1 0 0 0 0,0-1 0 0 0,1 0 0 0 0,0-1 0 0 0,0 0 0 0 0,1 0 0 0 0,15 9 0 0 0,1-1-3005 0 0,-7-8-2935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58 1380 0 0,'6'-13'5921'0'0,"27"-31"3720"0"0,-33 46-9592 0 0,1 0 1 0 0,-1 1-1 0 0,0-1 1 0 0,0 0-1 0 0,0 0 1 0 0,-1 1-1 0 0,1-1 1 0 0,-2 4 0 0 0,-11 36 93 0 0,-14 50-1735 0 0,24-76-970 0 0,0-1 0 0 0,0 18 0 0 0,3-15-3287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49 920 0 0,'23'-23'12653'0'0,"-20"20"-12151"0"0,0 1 1 0 0,0-1-1 0 0,0 1 1 0 0,0 0-1 0 0,0 0 1 0 0,7-3-1 0 0,-7 4-391 0 0,0 0 0 0 0,0 0 0 0 0,0 0 0 0 0,0 0 0 0 0,0 0 0 0 0,1 1 0 0 0,-1 0 0 0 0,0-1 0 0 0,0 1 0 0 0,0 0 0 0 0,1 1 0 0 0,-1-1 0 0 0,0 0 0 0 0,0 1 0 0 0,0 0 0 0 0,0 0 0 0 0,0 0 0 0 0,0 0 0 0 0,0 0 0 0 0,5 4 0 0 0,-7-4-55 0 0,0 0 0 0 0,0 0 1 0 0,0 0-1 0 0,0 0 0 0 0,-1 0 0 0 0,1 1 0 0 0,0-1 0 0 0,-1 0 1 0 0,1 0-1 0 0,-1 1 0 0 0,0-1 0 0 0,1 0 0 0 0,-1 1 0 0 0,0-1 1 0 0,0 0-1 0 0,0 1 0 0 0,0-1 0 0 0,0 1 0 0 0,0-1 1 0 0,0 0-1 0 0,0 1 0 0 0,0-1 0 0 0,-1 3 0 0 0,-10 28 892 0 0,0-13-613 0 0,-1 1-1 0 0,0-2 1 0 0,-2 0-1 0 0,0 0 1 0 0,-25 23 0 0 0,0 2-114 0 0,39-43-212 0 0,-1 0 1 0 0,1 1 0 0 0,0-1 0 0 0,-1 0-1 0 0,1 1 1 0 0,-1-1 0 0 0,1 1 0 0 0,0-1 0 0 0,-1 1-1 0 0,1-1 1 0 0,0 1 0 0 0,-1-1 0 0 0,1 1 0 0 0,0-1-1 0 0,0 1 1 0 0,0-1 0 0 0,0 1 0 0 0,-1-1 0 0 0,1 1-1 0 0,0-1 1 0 0,0 1 0 0 0,0 0 0 0 0,0-1 0 0 0,0 1-1 0 0,0-1 1 0 0,0 1 0 0 0,1-1 0 0 0,-1 1-1 0 0,0 0 1 0 0,0-1 0 0 0,0 1 0 0 0,1 0 0 0 0,0 0 1 0 0,0-1 0 0 0,0 1-1 0 0,0-1 1 0 0,0 1-1 0 0,0-1 1 0 0,0 0-1 0 0,0 1 1 0 0,0-1 0 0 0,0 0-1 0 0,1 0 1 0 0,-1 1-1 0 0,0-1 1 0 0,2 0-1 0 0,38-4-138 0 0,-41 4 127 0 0,113-27-4565 0 0,-39 3-4880 0 0,-43 12 1574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5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8 2616 0 0,'0'-8'21278'0'0,"-2"22"-20804"0"0,-1 0 0 0 0,0 0 1 0 0,-1-1-1 0 0,-1 0 0 0 0,-11 25 0 0 0,-42 65-206 0 0,14-26-2145 0 0,25-38-812 0 0,5-8-1936 0 0,4-13-2742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5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350 232 1872 0 0,'3'-14'1746'0'0,"-1"0"-1"0"0,0-1 0 0 0,-1 1 1 0 0,-1-1-1 0 0,-2-20 0 0 0,0 25-1116 0 0,1 1 0 0 0,-1 0-1 0 0,0 0 1 0 0,-1-1 0 0 0,0 2-1 0 0,-1-1 1 0 0,0 0 0 0 0,0 1-1 0 0,-8-11 1 0 0,11 17-553 0 0,0 0 0 0 0,-1 0 0 0 0,1 0 0 0 0,-1 1 0 0 0,1-1 0 0 0,-1 1 0 0 0,0-1 0 0 0,0 1 1 0 0,0 0-1 0 0,0-1 0 0 0,0 1 0 0 0,0 0 0 0 0,0 0 0 0 0,0 1 0 0 0,0-1 0 0 0,0 0 0 0 0,-1 1 0 0 0,1-1 0 0 0,-4 0 0 0 0,2 2-19 0 0,0-1-1 0 0,0 0 1 0 0,0 1-1 0 0,0 0 1 0 0,-1 0 0 0 0,2 0-1 0 0,-1 0 1 0 0,0 1-1 0 0,0 0 1 0 0,-4 2 0 0 0,-7 5 42 0 0,0 1 0 0 0,1 1 0 0 0,-25 24 0 0 0,39-35-93 0 0,-20 20 63 0 0,1 1 1 0 0,-30 41 0 0 0,40-49-45 0 0,1 1-1 0 0,1-1 1 0 0,0 1 0 0 0,1 1 0 0 0,0-1 0 0 0,-6 27 0 0 0,11-38-13 0 0,0 0 0 0 0,1 1 0 0 0,-1-1 1 0 0,1 1-1 0 0,0-1 0 0 0,0 1 0 0 0,0-1 0 0 0,0 1 0 0 0,1-1 1 0 0,-1 1-1 0 0,1-1 0 0 0,0 1 0 0 0,0-1 0 0 0,0 0 0 0 0,1 1 0 0 0,-1-1 1 0 0,1 0-1 0 0,3 5 0 0 0,-2-4-2 0 0,0-1 0 0 0,1 0 0 0 0,-1 0 0 0 0,0-1 0 0 0,1 1 0 0 0,0-1 0 0 0,0 0 1 0 0,-1 0-1 0 0,1 0 0 0 0,1 0 0 0 0,-1-1 0 0 0,0 1 0 0 0,6 0 0 0 0,1 0-5 0 0,0-1 1 0 0,1 0 0 0 0,-1 0-1 0 0,1-1 1 0 0,-1-1-1 0 0,1 0 1 0 0,-1 0-1 0 0,1-1 1 0 0,-1 0-1 0 0,17-7 1 0 0,-15 3-12 0 0,0 0 0 0 0,-1-1-1 0 0,0-1 1 0 0,0 0 0 0 0,-1 0 0 0 0,0-1 0 0 0,0-1 0 0 0,-1 0 0 0 0,17-21 0 0 0,0-7 19 0 0,37-67 1 0 0,-51 82 27 0 0,-12 21 22 0 0,3 4 52 0 0,-4-2-107 0 0,0 0 0 0 0,0 0-1 0 0,0 0 1 0 0,1 0-1 0 0,-1 0 1 0 0,0 0 0 0 0,0 0-1 0 0,0 0 1 0 0,1 0-1 0 0,-1 0 1 0 0,0 0-1 0 0,0 0 1 0 0,0 0 0 0 0,1 0-1 0 0,-1 0 1 0 0,0 1-1 0 0,0-1 1 0 0,0 0 0 0 0,0 0-1 0 0,1 0 1 0 0,-1 0-1 0 0,0 1 1 0 0,0-1 0 0 0,0 0-1 0 0,0 0 1 0 0,0 0-1 0 0,0 0 1 0 0,1 1-1 0 0,-1-1 1 0 0,0 0 0 0 0,0 0-1 0 0,0 0 1 0 0,0 1-1 0 0,0-1 1 0 0,0 0 0 0 0,0 0-1 0 0,0 0 1 0 0,0 1-1 0 0,0-1 1 0 0,0 0 0 0 0,0 0-1 0 0,0 1 1 0 0,-14 78 913 0 0,8-47-624 0 0,-4 39 0 0 0,10-61-740 0 0,-1-1 1 0 0,2 0-1 0 0,-1 0 1 0 0,1 1-1 0 0,0-1 1 0 0,1 0 0 0 0,0 0-1 0 0,7 16 1 0 0,3-4-2753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6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96 2500 0 0,'4'-17'4027'0'0,"8"-26"5409"0"0,3 21-7497 0 0,-13 20-1853 0 0,0 1 0 0 0,0-1-1 0 0,0 1 1 0 0,0 0 0 0 0,0 0-1 0 0,0 0 1 0 0,1 0 0 0 0,-1 0-1 0 0,0 0 1 0 0,1 1 0 0 0,-1-1-1 0 0,1 1 1 0 0,-1 0 0 0 0,1 0-1 0 0,-1 0 1 0 0,0 0 0 0 0,1 0-1 0 0,-1 0 1 0 0,4 1-1 0 0,-1 0-28 0 0,1 0-1 0 0,-1 1 0 0 0,0-1 1 0 0,0 1-1 0 0,0 0 0 0 0,0 1 1 0 0,8 4-1 0 0,-12-6-32 0 0,0 0 0 0 0,1 0 0 0 0,-1 0 0 0 0,0 1 0 0 0,1-1 1 0 0,-1 0-1 0 0,0 1 0 0 0,0-1 0 0 0,0 1 0 0 0,0-1 0 0 0,0 1 0 0 0,-1 0 0 0 0,1-1 0 0 0,0 1 1 0 0,-1 0-1 0 0,1-1 0 0 0,-1 1 0 0 0,0 0 0 0 0,1 0 0 0 0,-1 0 0 0 0,0-1 0 0 0,0 1 0 0 0,0 0 0 0 0,0 0 1 0 0,0-1-1 0 0,-1 1 0 0 0,1 0 0 0 0,-1 0 0 0 0,1-1 0 0 0,-1 1 0 0 0,1 0 0 0 0,-1-1 0 0 0,-2 4 1 0 0,-2 4 63 0 0,-1 1 1 0 0,0-1 0 0 0,-1 0 0 0 0,-10 11 0 0 0,6-7-37 0 0,-28 29 51 0 0,38-41-87 0 0,2 0-15 0 0,0 0 0 0 0,0 0 0 0 0,0 0 0 0 0,1-1 0 0 0,-1 1 0 0 0,0 0 0 0 0,0 0 1 0 0,0-1-1 0 0,1 1 0 0 0,-1-1 0 0 0,0 1 0 0 0,1-1 0 0 0,-1 1 0 0 0,0-1 0 0 0,1 0 0 0 0,-1 0 1 0 0,0 1-1 0 0,1-1 0 0 0,-1 0 0 0 0,2-1 0 0 0,35 5-61 0 0,69 13 0 0 0,-94-13 186 0 0,0-1 1 0 0,-1 1-1 0 0,1 1 0 0 0,-1 0 1 0 0,1 1-1 0 0,-2 1 0 0 0,1-1 1 0 0,-1 2-1 0 0,12 9 0 0 0,-22-16-29 0 0,1 0-1 0 0,-1 1 0 0 0,0-1 0 0 0,0 0 0 0 0,1 1 0 0 0,-1-1 0 0 0,0 1 1 0 0,0-1-1 0 0,-1 1 0 0 0,1-1 0 0 0,0 1 0 0 0,0 0 0 0 0,-1-1 0 0 0,1 1 1 0 0,-1 0-1 0 0,1 0 0 0 0,-1-1 0 0 0,0 1 0 0 0,0 0 0 0 0,0 0 0 0 0,0 0 1 0 0,0 2-1 0 0,-1 0 5 0 0,0-1 1 0 0,-1 0-1 0 0,1 1 1 0 0,0-1-1 0 0,-1 0 1 0 0,0 0 0 0 0,0 0-1 0 0,0-1 1 0 0,0 1-1 0 0,0 0 1 0 0,-3 2-1 0 0,-8 6 108 0 0,1-1-1 0 0,-1 0 0 0 0,-26 15 0 0 0,18-14-92 0 0,0 0-1 0 0,0-1 1 0 0,-1-1 0 0 0,-30 7-1 0 0,39-12-727 0 0,-1-2 0 0 0,1 1-1 0 0,-1-2 1 0 0,0 0 0 0 0,0 0-1 0 0,0-1 1 0 0,0-1 0 0 0,-22-4-1 0 0,3-7-4369 0 0,15-2-1359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54 2328 0 0,'29'-47'8938'0'0,"-29"46"-8824"0"0,0 1 0 0 0,1-1 1 0 0,-1 1-1 0 0,1-1 0 0 0,-1 1 1 0 0,1 0-1 0 0,0-1 0 0 0,-1 1 1 0 0,1-1-1 0 0,-1 1 0 0 0,1 0 1 0 0,0 0-1 0 0,-1-1 0 0 0,1 1 1 0 0,0 0-1 0 0,-1 0 0 0 0,1 0 1 0 0,0 0-1 0 0,0 0 0 0 0,-1 0 1 0 0,1 0-1 0 0,0 0 0 0 0,-1 0 1 0 0,1 0-1 0 0,0 0 0 0 0,-1 0 1 0 0,1 0-1 0 0,0 1 0 0 0,-1-1 1 0 0,1 0-1 0 0,0 0 0 0 0,-1 1 1 0 0,1-1-1 0 0,-1 0 0 0 0,1 1 1 0 0,0-1-1 0 0,-1 1 0 0 0,1-1 1 0 0,-1 1-1 0 0,1-1 0 0 0,-1 2 1 0 0,20 23 1555 0 0,-19-24-1442 0 0,17 29 826 0 0,-2 1 1 0 0,-1 1-1 0 0,-2 0 0 0 0,12 43 1 0 0,-8-13 13 0 0,12 91 0 0 0,-21-75-918 0 0,-3-1 0 0 0,-3 1-1 0 0,-4 0 1 0 0,-3-1 0 0 0,-4 1 0 0 0,-3-2-1 0 0,-3 1 1 0 0,-4-2 0 0 0,-2 0-1 0 0,-35 76 1 0 0,34-103-718 0 0,-2-1 0 0 0,-2-1 1 0 0,-2-1-1 0 0,-45 56 0 0 0,30-51-2679 0 0,-67 63 1 0 0,96-100 526 0 0,0-2 0 0 0,-20 14 1 0 0,10-11-4407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12 4056 0 0,'3'-1'712'0'0,"0"-1"-1"0"0,0 1 0 0 0,0-1 0 0 0,1 1 0 0 0,-1 0 0 0 0,0 0 1 0 0,1 0-1 0 0,-1 1 0 0 0,0-1 0 0 0,1 1 0 0 0,-1 0 0 0 0,1 0 0 0 0,-1 0 1 0 0,0 0-1 0 0,1 0 0 0 0,3 2 0 0 0,-6-2-626 0 0,-1 1 0 0 0,1-1 0 0 0,-1 1 0 0 0,1 0-1 0 0,-1-1 1 0 0,0 1 0 0 0,1-1 0 0 0,-1 1 0 0 0,1 0 0 0 0,-1-1-1 0 0,0 1 1 0 0,0 0 0 0 0,1-1 0 0 0,-1 1 0 0 0,0 0 0 0 0,0 0 0 0 0,0-1-1 0 0,0 1 1 0 0,0 0 0 0 0,0 0 0 0 0,0-1 0 0 0,0 1 0 0 0,0 0-1 0 0,0 0 1 0 0,0-1 0 0 0,-1 1 0 0 0,1 1 0 0 0,-7 19 883 0 0,-14 19-793 0 0,-1 0 0 0 0,-2-2 0 0 0,-31 38 0 0 0,-44 40-10331 0 0,65-80 2526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8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37 617 2672 0 0,'-12'-10'5479'0'0,"-2"-3"-1602"0"0,14 13-3808 0 0,0 0-1 0 0,0-1 1 0 0,-1 1 0 0 0,1 0 0 0 0,0 0 0 0 0,0-1 0 0 0,-1 1-1 0 0,1 0 1 0 0,0 0 0 0 0,-1 0 0 0 0,1 0 0 0 0,0-1-1 0 0,-1 1 1 0 0,1 0 0 0 0,0 0 0 0 0,-1 0 0 0 0,1 0 0 0 0,0 0-1 0 0,-1 0 1 0 0,1 0 0 0 0,0 0 0 0 0,-1 0 0 0 0,1 0-1 0 0,0 0 1 0 0,-1 0 0 0 0,0 0 0 0 0,0 6 132 0 0,1-1 0 0 0,-1 1 1 0 0,1-1-1 0 0,0 1 0 0 0,1-1 0 0 0,-1 1 1 0 0,1-1-1 0 0,0 0 0 0 0,1 1 1 0 0,2 6-1 0 0,-1-1-83 0 0,2 0 0 0 0,-1 0 1 0 0,2 0-1 0 0,6 10 1 0 0,-10-18-100 0 0,0 0 0 0 0,0 0 0 0 0,0-1 0 0 0,0 1 0 0 0,1-1 0 0 0,0 1 0 0 0,-1-1 0 0 0,1 0 0 0 0,0 0 0 0 0,0 0 0 0 0,0-1 0 0 0,0 1 0 0 0,0-1 0 0 0,0 1 0 0 0,0-1 0 0 0,1 0 0 0 0,4 1 0 0 0,-3-2-5 0 0,1 1 1 0 0,-1-1 0 0 0,1 0 0 0 0,-1-1 0 0 0,0 1-1 0 0,1-1 1 0 0,-1 0 0 0 0,0-1 0 0 0,0 1 0 0 0,7-4-1 0 0,0 0-28 0 0,0-1-1 0 0,-1 0 0 0 0,1-1 0 0 0,-1-1 0 0 0,-1 0 0 0 0,0 0 1 0 0,0-1-1 0 0,13-14 0 0 0,-5-1-54 0 0,-1-1 1 0 0,-1 0-1 0 0,-1-1 0 0 0,-1 0 0 0 0,-1-1 1 0 0,-2-1-1 0 0,12-42 0 0 0,-6 5-7 0 0,-4 0-1 0 0,7-85 0 0 0,-20 144 77 0 0,3-18-3 0 0,-1-1 1 0 0,-3-47 0 0 0,1 72 2 0 0,0-1 0 0 0,0 1 0 0 0,0 0 0 0 0,0-1-1 0 0,0 1 1 0 0,0-1 0 0 0,0 1 0 0 0,0-1 0 0 0,0 1 0 0 0,0 0 0 0 0,0-1-1 0 0,0 1 1 0 0,-1-1 0 0 0,1 1 0 0 0,0 0 0 0 0,0-1 0 0 0,0 1 0 0 0,0 0-1 0 0,-1-1 1 0 0,1 1 0 0 0,0 0 0 0 0,0-1 0 0 0,-1 1 0 0 0,1 0 0 0 0,0-1-1 0 0,-1 1 1 0 0,1 0 0 0 0,0 0 0 0 0,-1-1 0 0 0,1 1 0 0 0,0 0 0 0 0,-1 0-1 0 0,1 0 1 0 0,-1 0 0 0 0,1 0 0 0 0,0-1 0 0 0,-1 1 0 0 0,1 0 0 0 0,-1 0-1 0 0,1 0 1 0 0,-1 0 0 0 0,1 0 0 0 0,0 0 0 0 0,-1 0 0 0 0,1 0 0 0 0,-1 0-1 0 0,1 1 1 0 0,0-1 0 0 0,-1 0 0 0 0,1 0 0 0 0,-1 0 0 0 0,1 0 0 0 0,0 1-1 0 0,-1-1 1 0 0,1 0 0 0 0,-1 1 0 0 0,-16 17-11 0 0,7-1 11 0 0,0 1-1 0 0,2 0 1 0 0,0 0 0 0 0,1 1-1 0 0,-5 23 1 0 0,-16 102 58 0 0,24-118-46 0 0,-1 3 17 0 0,2 1 0 0 0,2 0 0 0 0,1 31-1 0 0,1-43-17 0 0,1 0 0 0 0,1-1-1 0 0,0 1 1 0 0,1-1 0 0 0,1 0-1 0 0,10 24 1 0 0,-11-33-81 0 0,0-1 0 0 0,0-1-1 0 0,0 1 1 0 0,1-1 0 0 0,0 1 0 0 0,0-2 0 0 0,1 1 0 0 0,-1 0 0 0 0,1-1-1 0 0,1 0 1 0 0,-1 0 0 0 0,1-1 0 0 0,-1 0 0 0 0,1 0 0 0 0,0-1 0 0 0,1 1-1 0 0,-1-1 1 0 0,1-1 0 0 0,-1 0 0 0 0,1 0 0 0 0,0 0 0 0 0,0-1-1 0 0,-1 0 1 0 0,1-1 0 0 0,11 0 0 0 0,-10 0-31 0 0,1-1-1 0 0,-1 0 0 0 0,0-1 1 0 0,1 0-1 0 0,-1 0 1 0 0,0-1-1 0 0,0 0 1 0 0,-1-1-1 0 0,1 0 1 0 0,-1 0-1 0 0,0-1 1 0 0,0 0-1 0 0,0 0 0 0 0,0-1 1 0 0,-1 0-1 0 0,0-1 1 0 0,-1 1-1 0 0,1-1 1 0 0,-1 0-1 0 0,0-1 1 0 0,5-9-1 0 0,0-5 81 0 0,0-1 0 0 0,-2-1 0 0 0,0 1 0 0 0,-2-1 0 0 0,-1-1 0 0 0,-1 1 0 0 0,4-51 0 0 0,-8-180 1934 0 0,-3 228-1472 0 0,2 7-174 0 0,-4-33 325 0 0,3 51-537 0 0,-3 20 23 0 0,-6 73 37 0 0,2 96-1 0 0,7-155-87 0 0,0 262 1486 0 0,12-320-1385 0 0,-7 8-132 0 0,1 0 1 0 0,0 0-1 0 0,1 0 0 0 0,1 1 0 0 0,1 0 1 0 0,0 0-1 0 0,18-25 0 0 0,-21 34 1 0 0,1 1 1 0 0,0-1 0 0 0,0 1-1 0 0,0 1 1 0 0,1-1-1 0 0,0 1 1 0 0,0 1-1 0 0,0-1 1 0 0,1 1-1 0 0,0 0 1 0 0,0 1-1 0 0,0 0 1 0 0,0 0-1 0 0,1 1 1 0 0,0 0 0 0 0,0 0-1 0 0,13-1 1 0 0,-18 3 5 0 0,0 1 0 0 0,1 0 1 0 0,-1 0-1 0 0,1 0 0 0 0,-1 0 1 0 0,0 1-1 0 0,1 0 1 0 0,-1 0-1 0 0,0 0 0 0 0,1 0 1 0 0,-1 1-1 0 0,0-1 0 0 0,0 1 1 0 0,0 0-1 0 0,0 0 1 0 0,-1 1-1 0 0,1-1 0 0 0,-1 1 1 0 0,1 0-1 0 0,-1 0 0 0 0,0 0 1 0 0,0 0-1 0 0,0 1 1 0 0,0-1-1 0 0,-1 1 0 0 0,1 0 1 0 0,-1-1-1 0 0,0 1 0 0 0,2 6 1 0 0,3 10 23 0 0,0 1 0 0 0,-1 0 0 0 0,-1 0 0 0 0,3 38 0 0 0,-4-28-17 0 0,-3-27-4 0 0,-1-1-1 0 0,1 1 1 0 0,0-1-1 0 0,0 1 1 0 0,0-1-1 0 0,0 0 1 0 0,1 1-1 0 0,-1-1 1 0 0,1 0-1 0 0,0 0 1 0 0,0 0-1 0 0,0 0 1 0 0,0 0-1 0 0,1-1 1 0 0,3 4 0 0 0,-4-4-4 0 0,1-1 1 0 0,-1 1 0 0 0,1-1-1 0 0,-1 0 1 0 0,1 0 0 0 0,0 0 0 0 0,-1 0-1 0 0,1-1 1 0 0,0 1 0 0 0,0-1-1 0 0,0 1 1 0 0,-1-1 0 0 0,1 0 0 0 0,0 0-1 0 0,0 0 1 0 0,0-1 0 0 0,0 1-1 0 0,-1-1 1 0 0,1 1 0 0 0,3-2 0 0 0,7-3-5 0 0,-1 0-1 0 0,0 0 1 0 0,0-1 0 0 0,0 0 0 0 0,-1-1 0 0 0,1-1 0 0 0,-2 0 0 0 0,1 0 0 0 0,-1-1-1 0 0,-1 0 1 0 0,1-1 0 0 0,-2 0 0 0 0,14-19 0 0 0,-11 11 2 0 0,1-1-1 0 0,-2-1 1 0 0,-1 0-1 0 0,0 0 1 0 0,-2-1 0 0 0,0 0-1 0 0,6-35 1 0 0,-11 49 74 0 0,-1-1-1 0 0,0 0 1 0 0,0 0 0 0 0,-1 0 0 0 0,0 0-1 0 0,0 0 1 0 0,-1 0 0 0 0,0 0 0 0 0,-3-10-1 0 0,4 17-70 0 0,-1 1 0 0 0,1-1-1 0 0,0 1 1 0 0,0-1 0 0 0,-1 1-1 0 0,1-1 1 0 0,-1 1 0 0 0,1-1-1 0 0,0 1 1 0 0,-1 0 0 0 0,1-1-1 0 0,-1 1 1 0 0,1 0-1 0 0,-1-1 1 0 0,1 1 0 0 0,-1 0-1 0 0,1 0 1 0 0,-1-1 0 0 0,1 1-1 0 0,-1 0 1 0 0,0 0 0 0 0,1 0-1 0 0,-1 0 1 0 0,1 0 0 0 0,-1 0-1 0 0,1 0 1 0 0,-1 0 0 0 0,0 0-1 0 0,1 0 1 0 0,-1 0 0 0 0,1 0-1 0 0,-1 0 1 0 0,1 0 0 0 0,-1 0-1 0 0,0 1 1 0 0,1-1 0 0 0,-1 0-1 0 0,1 0 1 0 0,-1 1-1 0 0,1-1 1 0 0,-1 0 0 0 0,1 1-1 0 0,0-1 1 0 0,-1 1 0 0 0,0 0-1 0 0,-20 20 23 0 0,13-8-11 0 0,1 1 1 0 0,0-1-1 0 0,1 1 0 0 0,1 1 1 0 0,0-1-1 0 0,1 1 0 0 0,0 0 1 0 0,-2 29-1 0 0,4-33 8 0 0,2 0 0 0 0,-1 1 0 0 0,2-1 0 0 0,-1 1 1 0 0,2-1-1 0 0,-1 0 0 0 0,2 0 0 0 0,-1 0 0 0 0,1 0 0 0 0,1 0 0 0 0,0 0 1 0 0,10 16-1 0 0,-10-21-43 0 0,0-1-1 0 0,0-1 1 0 0,1 1 0 0 0,-1 0 0 0 0,1-1-1 0 0,0 0 1 0 0,1 0 0 0 0,-1-1 0 0 0,1 0-1 0 0,-1 1 1 0 0,1-2 0 0 0,0 1 0 0 0,0-1-1 0 0,1 0 1 0 0,-1 0 0 0 0,0-1 0 0 0,1 1-1 0 0,-1-1 1 0 0,11 0 0 0 0,-7-1-489 0 0,-1 0 1 0 0,1 0-1 0 0,0-1 0 0 0,-1-1 0 0 0,15-3 1 0 0,-17 3-463 0 0,0 0 1 0 0,0-1-1 0 0,0 0 1 0 0,0 0-1 0 0,0-1 1 0 0,-1 1-1 0 0,7-6 1 0 0,3-6-4488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8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89 164 0 0,'-215'35'11849'0'0,"213"-34"-10979"0"0,14-7-354 0 0,18-5-419 0 0,47-10 0 0 0,-28 9-538 0 0,166-40-5956 0 0,-127 30 2046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49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19 250 2904 0 0,'-2'-2'450'0'0,"0"0"0"0"0,1 0 0 0 0,-1 0 0 0 0,0 0 0 0 0,1-1 0 0 0,0 1 0 0 0,-1 0-1 0 0,1-1 1 0 0,0 1 0 0 0,0 0 0 0 0,1-1 0 0 0,-1 1 0 0 0,0-1 0 0 0,1 0 0 0 0,0 1 0 0 0,-1-1 0 0 0,1-3-1 0 0,0 3-200 0 0,1-1-1 0 0,0 0 1 0 0,-1 1-1 0 0,1-1 1 0 0,0 1-1 0 0,0-1 1 0 0,1 1-1 0 0,-1 0 1 0 0,1-1-1 0 0,0 1 1 0 0,3-5-1 0 0,-2 4-185 0 0,0 0-1 0 0,1 1 1 0 0,-1-1 0 0 0,1 1-1 0 0,-1 0 1 0 0,1 0-1 0 0,0 0 1 0 0,0 0 0 0 0,0 1-1 0 0,1-1 1 0 0,-1 1-1 0 0,1 0 1 0 0,-1 0 0 0 0,1 1-1 0 0,0-1 1 0 0,-1 1-1 0 0,1 0 1 0 0,0 1 0 0 0,0-1-1 0 0,5 1 1 0 0,-6 0-48 0 0,1 0-1 0 0,-1 1 1 0 0,1 0 0 0 0,-1 0 0 0 0,1 0 0 0 0,-1 1 0 0 0,1-1 0 0 0,-1 1 0 0 0,0 0-1 0 0,0 0 1 0 0,0 1 0 0 0,0-1 0 0 0,-1 1 0 0 0,1 0 0 0 0,0 0 0 0 0,-1 0-1 0 0,0 0 1 0 0,0 1 0 0 0,0-1 0 0 0,0 1 0 0 0,-1 0 0 0 0,1 0 0 0 0,-1 0 0 0 0,0 0-1 0 0,0 0 1 0 0,0 0 0 0 0,-1 1 0 0 0,1-1 0 0 0,0 8 0 0 0,-1-4 3 0 0,0 1 0 0 0,0-1 1 0 0,-1 1-1 0 0,0 0 0 0 0,-1-1 1 0 0,0 1-1 0 0,0-1 0 0 0,-1 1 0 0 0,0-1 1 0 0,-5 13-1 0 0,-3 3 36 0 0,-2-1 0 0 0,-15 24-1 0 0,-4 9 115 0 0,30-53-110 0 0,2-7-30 0 0,7-13-35 0 0,13-26-41 0 0,0 7 31 0 0,75-112-32 0 0,-84 133 42 0 0,0 0-1 0 0,1 2 1 0 0,0 0-1 0 0,1 0 1 0 0,0 1 0 0 0,1 1-1 0 0,22-14 1 0 0,-33 23 7 0 0,-1 0 0 0 0,1 1 0 0 0,0-1-1 0 0,-1 1 1 0 0,1 0 0 0 0,0 0 0 0 0,0 0 0 0 0,0 0 0 0 0,0 1 0 0 0,0 0 0 0 0,0-1 0 0 0,0 2 0 0 0,0-1-1 0 0,0 0 1 0 0,0 1 0 0 0,0 0 0 0 0,0-1 0 0 0,0 2 0 0 0,0-1 0 0 0,0 0 0 0 0,-1 1 0 0 0,1 0 0 0 0,-1 0 0 0 0,1 0-1 0 0,-1 0 1 0 0,1 0 0 0 0,-1 1 0 0 0,0-1 0 0 0,0 1 0 0 0,0 0 0 0 0,-1 0 0 0 0,1 0 0 0 0,-1 0 0 0 0,0 1-1 0 0,1-1 1 0 0,-2 1 0 0 0,1-1 0 0 0,0 1 0 0 0,-1 0 0 0 0,1-1 0 0 0,0 7 0 0 0,3 11 24 0 0,-1 1 1 0 0,-1 0-1 0 0,-1 25 0 0 0,0-20 27 0 0,5 37-1 0 0,-6-62-45 0 0,0 0 1 0 0,-1-1-1 0 0,1 1 1 0 0,0 0 0 0 0,0 0-1 0 0,-1-1 1 0 0,1 1-1 0 0,1 0 1 0 0,-1-1-1 0 0,0 1 1 0 0,0-1-1 0 0,1 1 1 0 0,-1-1-1 0 0,0 0 1 0 0,1 0-1 0 0,0 1 1 0 0,-1-1-1 0 0,1 0 1 0 0,0 0 0 0 0,-1-1-1 0 0,1 1 1 0 0,4 1-1 0 0,21 1 11 0 0,-19-6-17 0 0,-3 1 2 0 0,5-1-2 0 0,-1 0-1 0 0,0-1 0 0 0,0 0 1 0 0,-1 0-1 0 0,1-1 1 0 0,-1 0-1 0 0,0-1 1 0 0,0 1-1 0 0,-1-2 1 0 0,1 1-1 0 0,-1-1 0 0 0,-1 0 1 0 0,9-12-1 0 0,1-3-7 0 0,-1-1 0 0 0,-1 0 0 0 0,16-37 0 0 0,-22 42 60 0 0,10-32 0 0 0,-16 43 45 0 0,-1 0 1 0 0,1 0-1 0 0,-1 0 0 0 0,0 1 1 0 0,-1-1-1 0 0,0 0 0 0 0,0 0 1 0 0,-1-8-1 0 0,1 14-88 0 0,0 0 0 0 0,0 1 1 0 0,0-1-1 0 0,0 0 0 0 0,-1 0 0 0 0,1 1 1 0 0,0-1-1 0 0,0 0 0 0 0,-1 0 0 0 0,1 1 0 0 0,0-1 1 0 0,-1 0-1 0 0,1 1 0 0 0,-1-1 0 0 0,1 0 1 0 0,-1 1-1 0 0,1-1 0 0 0,-1 1 0 0 0,1-1 1 0 0,-1 1-1 0 0,0-1 0 0 0,1 1 0 0 0,-1-1 0 0 0,1 1 1 0 0,-1 0-1 0 0,0-1 0 0 0,0 1 0 0 0,1 0 1 0 0,-2-1-1 0 0,0 1-1 0 0,1 0 0 0 0,-1 1 0 0 0,1-1 0 0 0,-1 0-1 0 0,1 1 1 0 0,-1-1 0 0 0,1 1 0 0 0,0 0 0 0 0,-1-1 0 0 0,1 1 0 0 0,-1 0 0 0 0,1 0 0 0 0,-2 1 0 0 0,-4 4 3 0 0,0 1 1 0 0,1-1 0 0 0,-11 14 0 0 0,6-4 0 0 0,0 1 1 0 0,1 0 0 0 0,0 0 0 0 0,-10 28 0 0 0,17-37-5 0 0,1 0-1 0 0,-1 0 1 0 0,2 0 0 0 0,-1 0 0 0 0,1 0-1 0 0,0 0 1 0 0,0 1 0 0 0,1-1 0 0 0,0 0 0 0 0,1 0-1 0 0,0 1 1 0 0,0-1 0 0 0,4 13 0 0 0,-3-17-5 0 0,0 0 1 0 0,0 0 0 0 0,1-1 0 0 0,-1 1 0 0 0,1 0-1 0 0,0-1 1 0 0,0 0 0 0 0,1 0 0 0 0,-1 0 0 0 0,1 0 0 0 0,-1 0-1 0 0,1 0 1 0 0,0-1 0 0 0,0 0 0 0 0,0 0 0 0 0,0 0-1 0 0,0 0 1 0 0,1-1 0 0 0,-1 0 0 0 0,0 1 0 0 0,8 0-1 0 0,5 0-107 0 0,0 0 0 0 0,0 0 0 0 0,0-2 0 0 0,26-2 0 0 0,-23 0-158 0 0,0 0 1 0 0,0-2 0 0 0,0 0-1 0 0,-1-2 1 0 0,0 0 0 0 0,23-10-1 0 0,-30 10 174 0 0,0-1 0 0 0,-1 0-1 0 0,0 0 1 0 0,0-1-1 0 0,-1 0 1 0 0,0-1 0 0 0,0 0-1 0 0,-1-1 1 0 0,0 0-1 0 0,11-16 1 0 0,-8 6 509 0 0,-2 0-1 0 0,0 0 1 0 0,-1-1 0 0 0,-1 0-1 0 0,0 0 1 0 0,6-36 0 0 0,-5 16 986 0 0,-8 38-984 0 0,-8 28-261 0 0,0 6 116 0 0,2 1 0 0 0,1 0-1 0 0,1 55 1 0 0,3-75-222 0 0,0 0-1 0 0,1 0 1 0 0,0 0 0 0 0,1 0 0 0 0,0 0-1 0 0,1-1 1 0 0,6 15 0 0 0,-8-22-97 0 0,1 0 0 0 0,0-1 0 0 0,0 1 1 0 0,0-1-1 0 0,1 0 0 0 0,-1 1 0 0 0,1-1 1 0 0,0 0-1 0 0,-1-1 0 0 0,1 1 0 0 0,1 0 1 0 0,-1-1-1 0 0,0 0 0 0 0,1 1 0 0 0,-1-1 0 0 0,1-1 1 0 0,-1 1-1 0 0,1 0 0 0 0,0-1 0 0 0,0 0 1 0 0,0 0-1 0 0,0 0 0 0 0,0 0 0 0 0,0-1 1 0 0,4 1-1 0 0,-1-1-523 0 0,0 0 0 0 0,0 0 1 0 0,0-1-1 0 0,0 0 0 0 0,0 0 1 0 0,11-3-1 0 0,-14 2-461 0 0,1 0-1 0 0,-1 0 1 0 0,1 0-1 0 0,-1 0 1 0 0,0-1 0 0 0,5-4-1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87 1080 0 0,'-8'-10'1679'0'0,"-1"1"0"0"0,-1 0 1 0 0,0 1-1 0 0,-13-9 0 0 0,13 11-839 0 0,0 0-1 0 0,0 1 1 0 0,-1 0 0 0 0,-17-6 0 0 0,27 11-824 0 0,0 0 1 0 0,0 0 0 0 0,0 0 0 0 0,0-1 0 0 0,0 1 0 0 0,0 0 0 0 0,0 0 0 0 0,0 0 0 0 0,0 0 0 0 0,0 1-1 0 0,0-1 1 0 0,0 0 0 0 0,0 0 0 0 0,0 1 0 0 0,0-1 0 0 0,0 0 0 0 0,1 1 0 0 0,-1-1 0 0 0,0 1 0 0 0,0-1-1 0 0,0 1 1 0 0,0-1 0 0 0,1 1 0 0 0,-1 0 0 0 0,0-1 0 0 0,0 1 0 0 0,0 1 0 0 0,0 0-186 0 0,0 0-1 0 0,0-1 1 0 0,0 1 0 0 0,0 0 0 0 0,0 0 0 0 0,0 0-1 0 0,1 0 1 0 0,-1 0 0 0 0,1 0 0 0 0,0 0 0 0 0,-1 0 0 0 0,1 2-1 0 0,3 19-5058 0 0,0-10 912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1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701 638 2936 0 0,'12'-7'6839'0'0,"-11"4"-6386"0"0,0 0 1 0 0,-1 0-1 0 0,0 0 1 0 0,1 0-1 0 0,-1 0 1 0 0,0 0-1 0 0,0 0 1 0 0,0 0-1 0 0,-1 0 1 0 0,1 0-1 0 0,-1 0 1 0 0,0 1-1 0 0,0-1 1 0 0,0 0-1 0 0,0 0 1 0 0,0 0-1 0 0,0 1 1 0 0,-4-5-1 0 0,3 4-379 0 0,0 0 0 0 0,0 0 1 0 0,0 1-1 0 0,0 0 0 0 0,-1-1 0 0 0,1 1 0 0 0,-1 0 1 0 0,1 0-1 0 0,-1 0 0 0 0,0 0 0 0 0,0 1 0 0 0,0-1 1 0 0,0 1-1 0 0,0-1 0 0 0,0 1 0 0 0,0 0 0 0 0,0 0 1 0 0,-1 1-1 0 0,1-1 0 0 0,0 1 0 0 0,-1 0 0 0 0,1-1 1 0 0,0 1-1 0 0,-1 1 0 0 0,1-1 0 0 0,0 0 0 0 0,-6 2 1 0 0,-2 2-47 0 0,0 1 1 0 0,1 0 0 0 0,-1 1-1 0 0,1 0 1 0 0,0 0 0 0 0,0 1-1 0 0,1 0 1 0 0,-11 11 0 0 0,14-13-24 0 0,0 1 0 0 0,1 0 1 0 0,-1 1-1 0 0,1 0 1 0 0,1-1-1 0 0,-1 2 1 0 0,1-1-1 0 0,0 0 0 0 0,1 1 1 0 0,0 0-1 0 0,0 0 1 0 0,-3 11-1 0 0,6-17-13 0 0,0 0 1 0 0,0-1-1 0 0,0 1 0 0 0,0 0 0 0 0,0 0 1 0 0,0-1-1 0 0,0 1 0 0 0,0 0 0 0 0,1 0 1 0 0,-1-1-1 0 0,1 1 0 0 0,-1-1 0 0 0,1 1 1 0 0,-1 0-1 0 0,1-1 0 0 0,0 1 0 0 0,0-1 0 0 0,0 1 1 0 0,0-1-1 0 0,2 2 0 0 0,-1-1-41 0 0,0 0-1 0 0,1 0 1 0 0,-1 0-1 0 0,1-1 1 0 0,0 0-1 0 0,-1 1 1 0 0,1-1-1 0 0,0 0 1 0 0,0 0-1 0 0,0 0 1 0 0,3 0-1 0 0,1 0-45 0 0,0 0 0 0 0,0 0 0 0 0,0-1 0 0 0,0 0 0 0 0,0 0 0 0 0,0-1-1 0 0,0 0 1 0 0,0 0 0 0 0,10-3 0 0 0,-10 1 68 0 0,-1 0 0 0 0,1 0 1 0 0,-1 0-1 0 0,0-1 0 0 0,0 0 0 0 0,0 0 0 0 0,-1-1 1 0 0,0 0-1 0 0,0 1 0 0 0,0-2 0 0 0,0 1 0 0 0,-1-1 1 0 0,5-6-1 0 0,1-6 11 0 0,-1 0 0 0 0,0-1 0 0 0,6-21 0 0 0,-2 5 7 0 0,-4 19-9 0 0,-9 25 77 0 0,-7 31 177 0 0,-53 330 2683 0 0,32 5-718 0 0,12-146-897 0 0,15-212-1215 0 0,-2 32 362 0 0,-15 69 0 0 0,15-105-335 0 0,0 1 0 0 0,-1-2 0 0 0,-1 1-1 0 0,0 0 1 0 0,-1-1 0 0 0,0 0 0 0 0,0 0-1 0 0,-1-1 1 0 0,-1 1 0 0 0,-11 12 0 0 0,14-20-73 0 0,0 1 1 0 0,0-1 0 0 0,0 1 0 0 0,-1-1 0 0 0,1-1 0 0 0,-1 1 0 0 0,0-1 0 0 0,0 0-1 0 0,0-1 1 0 0,-1 1 0 0 0,1-1 0 0 0,-1 0 0 0 0,1-1 0 0 0,-8 2 0 0 0,4-3-15 0 0,-1 1 1 0 0,1-1 0 0 0,-1-1 0 0 0,1 0 0 0 0,0 0 0 0 0,-1-1-1 0 0,1-1 1 0 0,-13-4 0 0 0,-1-3-11 0 0,0-1 0 0 0,0-1 1 0 0,1 0-1 0 0,1-2 0 0 0,0-1 0 0 0,-27-24 0 0 0,35 26-11 0 0,0 0 0 0 0,0-1-1 0 0,1-1 1 0 0,1 0 0 0 0,1 0-1 0 0,-15-26 1 0 0,21 32-18 0 0,1 0 0 0 0,0 0 0 0 0,1 0 0 0 0,0-1 0 0 0,0 1 0 0 0,1-1-1 0 0,0 1 1 0 0,1-1 0 0 0,0 0 0 0 0,0 0 0 0 0,1 0 0 0 0,0 1 0 0 0,1-1 0 0 0,3-17 0 0 0,3 6-150 0 0,0 0-1 0 0,1 0 1 0 0,1 1 0 0 0,1 0-1 0 0,1 1 1 0 0,1 0 0 0 0,0 0-1 0 0,16-17 1 0 0,17-15-715 0 0,67-60-1 0 0,203-149-2345 0 0,48-46-707 0 0,-320 264 3495 0 0,-2-1-1 0 0,-3-3 1 0 0,-1-1 0 0 0,-2-2 0 0 0,53-100-1 0 0,-81 134 369 0 0,-1-1-1 0 0,0 0 0 0 0,-1 0 0 0 0,5-22 0 0 0,-9 31 57 0 0,0 1 0 0 0,0-1 0 0 0,-1 0-1 0 0,0 1 1 0 0,0-1 0 0 0,0 0 0 0 0,-1 0 0 0 0,0 1-1 0 0,0-1 1 0 0,-1 0 0 0 0,0 1 0 0 0,0-1 0 0 0,-4-8-1 0 0,5 13 11 0 0,0 0 0 0 0,1 1-1 0 0,-1-1 1 0 0,0 1 0 0 0,0-1-1 0 0,0 1 1 0 0,0 0 0 0 0,0-1-1 0 0,0 1 1 0 0,0 0 0 0 0,0 0-1 0 0,-1 0 1 0 0,1 0 0 0 0,0 0-1 0 0,-1 0 1 0 0,1 0 0 0 0,-1 0-1 0 0,1 0 1 0 0,-1 1 0 0 0,1-1-1 0 0,-1 1 1 0 0,1-1 0 0 0,-1 1-1 0 0,0 0 1 0 0,1-1 0 0 0,-1 1-1 0 0,0 0 1 0 0,1 0-1 0 0,-1 0 1 0 0,0 0 0 0 0,1 0-1 0 0,-1 1 1 0 0,0-1 0 0 0,1 0-1 0 0,-1 1 1 0 0,1 0 0 0 0,-1-1-1 0 0,0 1 1 0 0,1 0 0 0 0,0-1-1 0 0,-1 1 1 0 0,1 0 0 0 0,-3 2-1 0 0,-1 2 15 0 0,-1 0 0 0 0,1 0 0 0 0,0 1 0 0 0,0-1 0 0 0,1 1-1 0 0,-1 0 1 0 0,1 0 0 0 0,-4 11 0 0 0,-8 21 199 0 0,2 0 1 0 0,2 1-1 0 0,1 0 0 0 0,-8 68 0 0 0,-3 164 1004 0 0,21-257-1170 0 0,-2 112 224 0 0,4-105-185 0 0,1 1 1 0 0,0-1 0 0 0,10 37 0 0 0,-11-55-70 0 0,0 0 1 0 0,1 0-1 0 0,-1 0 0 0 0,1 0 1 0 0,0 0-1 0 0,3 5 1 0 0,-4-7-15 0 0,0 0 0 0 0,0 0 0 0 0,0 0 0 0 0,0-1 0 0 0,0 1 1 0 0,0 0-1 0 0,0 0 0 0 0,0 0 0 0 0,0-1 0 0 0,0 1 0 0 0,0 0 0 0 0,1-1 0 0 0,-1 1 1 0 0,0-1-1 0 0,0 0 0 0 0,1 1 0 0 0,-1-1 0 0 0,0 0 0 0 0,0 0 0 0 0,1 0 1 0 0,1 0-1 0 0,2-1-3 0 0,0-1 0 0 0,0 1 0 0 0,0-1 0 0 0,0-1 0 0 0,-1 1 1 0 0,1-1-1 0 0,-1 1 0 0 0,1-1 0 0 0,-1-1 0 0 0,0 1 0 0 0,0 0 0 0 0,-1-1 1 0 0,7-8-1 0 0,6-8-8 0 0,20-37 0 0 0,-18 29-15 0 0,4-11-18 0 0,-16 29 28 0 0,-1-1 1 0 0,1 1-1 0 0,1 0 1 0 0,0 0 0 0 0,1 0-1 0 0,0 1 1 0 0,0 1-1 0 0,11-10 1 0 0,-15 16 4 0 0,-2 2 8 0 0,0 0-1 0 0,-1-1 0 0 0,1 1 0 0 0,0 0 1 0 0,0 0-1 0 0,0 0 0 0 0,-1 0 0 0 0,1 0 0 0 0,0 0 1 0 0,0 1-1 0 0,0-1 0 0 0,-1 0 0 0 0,1 1 1 0 0,0 0-1 0 0,-1-1 0 0 0,1 1 0 0 0,0 0 1 0 0,-1 0-1 0 0,1 0 0 0 0,-1 0 0 0 0,3 2 1 0 0,-2 0 3 0 0,1 0 1 0 0,-1 0 0 0 0,1 0 0 0 0,-1 0-1 0 0,0 1 1 0 0,3 5 0 0 0,-2-1 8 0 0,14 23-48 0 0,-11-20 83 0 0,0 1 0 0 0,14 17 0 0 0,-17-25-105 0 0,0-1 0 0 0,0 0 0 0 0,0 0 0 0 0,1 0 0 0 0,0 0 0 0 0,-1 0 0 0 0,1-1 0 0 0,0 1 0 0 0,0-1 0 0 0,0 0 0 0 0,7 2 0 0 0,-8-4-105 0 0,1 1 0 0 0,0 0 0 0 0,0-1 0 0 0,-1 0 1 0 0,1 1-1 0 0,0-1 0 0 0,0-1 0 0 0,-1 1 0 0 0,1-1 0 0 0,0 1 0 0 0,0-1 0 0 0,-1 0 1 0 0,1-1-1 0 0,-1 1 0 0 0,1 0 0 0 0,-1-1 0 0 0,0 0 0 0 0,6-3 0 0 0,-2 0-156 0 0,0-1-1 0 0,0 0 0 0 0,0 1 1 0 0,-1-2-1 0 0,0 1 0 0 0,9-13 0 0 0,-2-2-4 0 0,-1 0 0 0 0,-1-1-1 0 0,-1 0 1 0 0,-1-1-1 0 0,10-34 1 0 0,19-123 500 0 0,-37 178-170 0 0,31-278 4886 0 0,-35 341-2597 0 0,-9 114-838 0 0,2-96-1063 0 0,-18 231 561 0 0,28-308-911 0 0,2-2-44 0 0,-1 0 1 0 0,1-1 0 0 0,0 1 0 0 0,-1-1 0 0 0,1 1 0 0 0,-1-1-1 0 0,0 0 1 0 0,1 1 0 0 0,-1-1 0 0 0,1 0 0 0 0,-1 0 0 0 0,0 0-1 0 0,0 0 1 0 0,0 0 0 0 0,0-1 0 0 0,2-1 0 0 0,19-27 11 0 0,-12 13-17 0 0,4 0-17 0 0,0 0 1 0 0,1 1-1 0 0,0 0 0 0 0,1 1 1 0 0,1 1-1 0 0,31-20 1 0 0,-43 31 16 0 0,0 1 1 0 0,-1-1 0 0 0,1 1-1 0 0,1 0 1 0 0,-1 0 0 0 0,0 0-1 0 0,0 1 1 0 0,1-1 0 0 0,-1 1-1 0 0,1 1 1 0 0,-1-1-1 0 0,1 1 1 0 0,-1 0 0 0 0,1 0-1 0 0,-1 1 1 0 0,1-1 0 0 0,-1 1-1 0 0,1 1 1 0 0,-1-1 0 0 0,0 1-1 0 0,1 0 1 0 0,-1 0-1 0 0,0 0 1 0 0,0 1 0 0 0,-1-1-1 0 0,1 1 1 0 0,0 1 0 0 0,-1-1-1 0 0,0 0 1 0 0,0 1 0 0 0,7 7-1 0 0,-7-6 17 0 0,1 0-1 0 0,-1 1 0 0 0,0-1 1 0 0,0 1-1 0 0,-1 0 1 0 0,1 0-1 0 0,-1 0 0 0 0,-1 0 1 0 0,1 1-1 0 0,-1-1 0 0 0,0 1 1 0 0,-1-1-1 0 0,1 1 1 0 0,-1 0-1 0 0,-1 0 0 0 0,1 0 1 0 0,-1 8-1 0 0,-1-8 53 0 0,-1 1 0 0 0,1-1 0 0 0,-1 1 0 0 0,0-1 0 0 0,-1 0 0 0 0,1 0 0 0 0,-2 0 0 0 0,1-1 0 0 0,-1 1 0 0 0,0-1 1 0 0,0 0-1 0 0,0 0 0 0 0,-1 0 0 0 0,0 0 0 0 0,-11 8 0 0 0,8-7 27 0 0,-1 0 0 0 0,0-1 1 0 0,-1 0-1 0 0,1-1 0 0 0,-1 0 1 0 0,0-1-1 0 0,0 0 0 0 0,-1 0 0 0 0,-18 3 1 0 0,21-5-89 0 0,0-1 1 0 0,1 0 0 0 0,-1 0-1 0 0,0-1 1 0 0,0 0-1 0 0,0 0 1 0 0,0-1 0 0 0,0 0-1 0 0,1-1 1 0 0,-1 0-1 0 0,0 0 1 0 0,1 0 0 0 0,-1-1-1 0 0,-9-5 1 0 0,16 8-163 0 0,-1-1-1 0 0,1 0 1 0 0,0 0 0 0 0,-1 0 0 0 0,1 0-1 0 0,0 0 1 0 0,0 0 0 0 0,-1 0 0 0 0,1 0-1 0 0,0-1 1 0 0,0 1 0 0 0,0 0 0 0 0,1-1-1 0 0,-1 1 1 0 0,0-1 0 0 0,0 1 0 0 0,1-1 0 0 0,-1 1-1 0 0,1-1 1 0 0,-1 1 0 0 0,1-1 0 0 0,0 0-1 0 0,-1 1 1 0 0,1-1 0 0 0,0-2 0 0 0,1 1-597 0 0,0 0 1 0 0,-1 0 0 0 0,1 0 0 0 0,0 0-1 0 0,1 0 1 0 0,-1 0 0 0 0,1 0 0 0 0,-1 0-1 0 0,1 0 1 0 0,0 1 0 0 0,0-1 0 0 0,3-3-1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2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78 1820 0 0,'4'-14'5324'0'0,"-4"13"-5100"0"0,1 0 0 0 0,-1 0 0 0 0,0 0-1 0 0,0 0 1 0 0,0 0 0 0 0,0 0 0 0 0,0 0-1 0 0,0 0 1 0 0,0 0 0 0 0,0 0 0 0 0,-1 0-1 0 0,1 0 1 0 0,0 0 0 0 0,-1 0 0 0 0,1 0-1 0 0,0 0 1 0 0,-1 0 0 0 0,1 1 0 0 0,-1-1-1 0 0,0 0 1 0 0,1 0 0 0 0,-1 0 0 0 0,1 1-1 0 0,-1-1 1 0 0,0 0 0 0 0,0 1 0 0 0,1-1 0 0 0,-3 0-1 0 0,2 0-116 0 0,0 1 0 0 0,0 0 0 0 0,0 0-1 0 0,0 0 1 0 0,0 0 0 0 0,0 0 0 0 0,0 0 0 0 0,0 0-1 0 0,0 0 1 0 0,0 0 0 0 0,0 1 0 0 0,0-1-1 0 0,0 0 1 0 0,0 1 0 0 0,0-1 0 0 0,0 0 0 0 0,0 1-1 0 0,0 0 1 0 0,0-1 0 0 0,1 1 0 0 0,-1-1-1 0 0,0 1 1 0 0,0 1 0 0 0,-18 16 1090 0 0,18-17-1105 0 0,-11 14 238 0 0,2 0 0 0 0,-1 0 0 0 0,2 0 0 0 0,0 2 0 0 0,1-1 0 0 0,0 1 0 0 0,-9 34-1 0 0,13-40-282 0 0,1 1 0 0 0,1 0-1 0 0,0 0 1 0 0,1 0-1 0 0,0 0 1 0 0,1 0 0 0 0,0 0-1 0 0,1 0 1 0 0,0 0-1 0 0,1 0 1 0 0,1 0-1 0 0,0 0 1 0 0,4 11 0 0 0,-5-18-34 0 0,0-1 0 0 0,0 0 0 0 0,0 0 0 0 0,0 0 1 0 0,1 0-1 0 0,0-1 0 0 0,-1 1 0 0 0,1-1 1 0 0,1 0-1 0 0,-1 0 0 0 0,0 0 0 0 0,1 0 1 0 0,0 0-1 0 0,-1-1 0 0 0,1 1 0 0 0,0-1 0 0 0,0 0 1 0 0,0 0-1 0 0,1-1 0 0 0,-1 1 0 0 0,0-1 1 0 0,1 0-1 0 0,-1 0 0 0 0,1 0 0 0 0,-1-1 1 0 0,1 0-1 0 0,-1 1 0 0 0,1-2 0 0 0,-1 1 0 0 0,1 0 1 0 0,4-2-1 0 0,-1 0-6 0 0,1 0 0 0 0,-1 0 0 0 0,0-1 1 0 0,0 0-1 0 0,-1-1 0 0 0,1 1 0 0 0,-1-1 0 0 0,0-1 0 0 0,0 0 1 0 0,0 0-1 0 0,0 0 0 0 0,-1-1 0 0 0,0 1 0 0 0,0-2 0 0 0,9-11 1 0 0,-7 5-10 0 0,-1-1 1 0 0,0 0-1 0 0,-1 0 1 0 0,0-1-1 0 0,-1 1 1 0 0,-1-1-1 0 0,0-1 1 0 0,-1 1-1 0 0,-1 0 0 0 0,0-1 1 0 0,-1-19-1 0 0,-1 25 1 0 0,-1 0 0 0 0,0 0 0 0 0,-1 0 0 0 0,0 0 0 0 0,0 0 0 0 0,-1 1 0 0 0,0-1 0 0 0,-6-10 0 0 0,6 14 2 0 0,0 0 1 0 0,-1 0-1 0 0,0 0 0 0 0,0 1 1 0 0,-1-1-1 0 0,0 1 0 0 0,0 0 0 0 0,0 0 1 0 0,0 1-1 0 0,-1 0 0 0 0,1 0 1 0 0,-11-6-1 0 0,8 7 16 0 0,0 0 1 0 0,0 0-1 0 0,0 1 0 0 0,0 0 1 0 0,0 1-1 0 0,-1-1 0 0 0,1 2 1 0 0,-1-1-1 0 0,1 1 0 0 0,-1 0 1 0 0,1 1-1 0 0,-1 0 0 0 0,1 0 1 0 0,0 1-1 0 0,-1 0 0 0 0,1 0 1 0 0,0 1-1 0 0,-10 5 0 0 0,-2 2 61 0 0,0 0-1 0 0,0 1 1 0 0,1 1-1 0 0,1 1 1 0 0,-30 28-1 0 0,40-35-57 0 0,1 2 0 0 0,0-1-1 0 0,1 1 1 0 0,0 0 0 0 0,0 0-1 0 0,0 1 1 0 0,1-1 0 0 0,0 1 0 0 0,1 1-1 0 0,-6 17 1 0 0,9-22-15 0 0,0 0-1 0 0,0-1 1 0 0,1 1-1 0 0,-1 0 1 0 0,1 0 0 0 0,0 0-1 0 0,0 0 1 0 0,1-1-1 0 0,0 1 1 0 0,-1 0-1 0 0,2 0 1 0 0,-1-1 0 0 0,0 1-1 0 0,1-1 1 0 0,0 1-1 0 0,0-1 1 0 0,0 0-1 0 0,1 1 1 0 0,0-1 0 0 0,-1 0-1 0 0,1-1 1 0 0,1 1-1 0 0,-1-1 1 0 0,7 6-1 0 0,5 3-310 0 0,1 0-1 0 0,1-2 0 0 0,0 0 0 0 0,1-1 0 0 0,-1-1 0 0 0,2 0 0 0 0,-1-2 1 0 0,1 0-1 0 0,0-1 0 0 0,0 0 0 0 0,1-2 0 0 0,-1 0 0 0 0,1-2 1 0 0,-1 0-1 0 0,1-1 0 0 0,0-1 0 0 0,34-6 0 0 0,-42 4 214 0 0,-1-1 0 0 0,0 0 0 0 0,0-1-1 0 0,-1 0 1 0 0,1 0 0 0 0,-1-1 0 0 0,0-1 0 0 0,-1 0 0 0 0,0 0-1 0 0,0-1 1 0 0,0 0 0 0 0,-1 0 0 0 0,0-1 0 0 0,-1 0 0 0 0,0-1-1 0 0,10-16 1 0 0,4-13 641 0 0,-2-1-1 0 0,-1-1 1 0 0,12-45 0 0 0,-20 58 212 0 0,14-43 1038 0 0,-24 70-1698 0 0,1 15 178 0 0,-6 23 230 0 0,-7 38 110 0 0,4 0 0 0 0,1 91 0 0 0,8-159-591 0 0,-1-1 0 0 0,1 1 0 0 0,0 0 0 0 0,1 0 0 0 0,0 0 0 0 0,0-1 0 0 0,0 1 0 0 0,1-1 0 0 0,0 0 0 0 0,0 0 0 0 0,0 0 0 0 0,6 8 0 0 0,-7-12-19 0 0,0 0-1 0 0,0 1 0 0 0,1-1 1 0 0,-1 0-1 0 0,1 0 0 0 0,-1 0 1 0 0,1 0-1 0 0,0-1 1 0 0,0 1-1 0 0,0-1 0 0 0,0 0 1 0 0,0 1-1 0 0,0-1 0 0 0,0-1 1 0 0,0 1-1 0 0,0 0 1 0 0,0-1-1 0 0,1 1 0 0 0,-1-1 1 0 0,0 0-1 0 0,0 0 0 0 0,0-1 1 0 0,1 1-1 0 0,-1-1 1 0 0,0 1-1 0 0,0-1 0 0 0,0 0 1 0 0,4-1-1 0 0,1-2 3 0 0,-1 0-1 0 0,1-1 0 0 0,0 1 1 0 0,-1-1-1 0 0,0-1 0 0 0,0 1 1 0 0,-1-1-1 0 0,0 0 1 0 0,0-1-1 0 0,0 0 0 0 0,0 0 1 0 0,-1 0-1 0 0,-1 0 0 0 0,1-1 1 0 0,3-9-1 0 0,8-16-22 0 0,-3-1 1 0 0,13-43-1 0 0,-26 77 13 0 0,12-41-59 0 0,30-109 39 0 0,-42 150 17 0 0,0 0 0 0 0,0 0 0 0 0,0 0 1 0 0,1 0-1 0 0,-1 0 0 0 0,0 0 0 0 0,0 0 0 0 0,0 0 1 0 0,0 0-1 0 0,0 0 0 0 0,0 0 0 0 0,0 0 0 0 0,0 0 0 0 0,0 0 1 0 0,0 0-1 0 0,0 0 0 0 0,0 0 0 0 0,0 0 0 0 0,1 0 1 0 0,-1 0-1 0 0,0 0 0 0 0,0 0 0 0 0,0 0 0 0 0,0 0 1 0 0,0 0-1 0 0,0-1 0 0 0,0 1 0 0 0,0 0 0 0 0,0 0 1 0 0,0 0-1 0 0,0 0 0 0 0,0 0 0 0 0,2 16-2 0 0,-2 21 17 0 0,-1-25-113 0 0,-4 24-287 0 0,2 0 1 0 0,1 0-1 0 0,2 0 1 0 0,6 44-1 0 0,-5-76-16 0 0,0 0 1 0 0,0 0-1 0 0,1 0 1 0 0,-1 0-1 0 0,1 0 1 0 0,0 0-1 0 0,0 0 1 0 0,4 4-1 0 0,14 10-7928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3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0 680 1416 0 0,'8'-22'3517'0'0,"6"-28"0"0"0,-10 34-2129 0 0,0 0 0 0 0,1 1 0 0 0,1-1 0 0 0,10-18 0 0 0,-15 33-1328 0 0,0-1 0 0 0,0 1 0 0 0,0-1 0 0 0,0 1 0 0 0,0 0 0 0 0,0-1 0 0 0,0 1 0 0 0,1 0 0 0 0,-1 0 0 0 0,1 0 0 0 0,-1 0 0 0 0,1 0 0 0 0,-1 0 0 0 0,1 0 0 0 0,0 0 0 0 0,-1 1 0 0 0,1-1 0 0 0,0 0 0 0 0,-1 1 0 0 0,1 0 0 0 0,0-1 0 0 0,0 1 0 0 0,0 0 0 0 0,-1 0 0 0 0,1 0 0 0 0,0 0 0 0 0,0 0 0 0 0,0 1 0 0 0,-1-1 0 0 0,1 0 0 0 0,0 1 0 0 0,0-1 0 0 0,-1 1 0 0 0,1 0 0 0 0,0 0 0 0 0,-1-1 0 0 0,1 1 0 0 0,-1 0 0 0 0,2 2 0 0 0,3 0 82 0 0,-1 1 1 0 0,1 0 0 0 0,-1 1-1 0 0,0 0 1 0 0,-1-1 0 0 0,1 1-1 0 0,-1 1 1 0 0,0-1 0 0 0,6 10-1 0 0,-6-7 27 0 0,0 0-1 0 0,-1 1 1 0 0,0 0-1 0 0,0 0 0 0 0,-1 0 1 0 0,0 0-1 0 0,-1 0 0 0 0,1 1 1 0 0,-2-1-1 0 0,1 0 1 0 0,-2 0-1 0 0,1 1 0 0 0,-1-1 1 0 0,0 0-1 0 0,-5 15 0 0 0,3-13-58 0 0,-1-1 1 0 0,0 1-1 0 0,-1-1 0 0 0,0 0 0 0 0,-1-1 0 0 0,0 1 0 0 0,-1-1 0 0 0,1 0 0 0 0,-2-1 0 0 0,1 1 0 0 0,-1-1 0 0 0,-14 10 0 0 0,-19 9 271 0 0,38-26-311 0 0,1-1-48 0 0,1 0-19 0 0,1 0-1 0 0,-1 0 1 0 0,1 0 0 0 0,0 0-1 0 0,-1 0 1 0 0,1 0 0 0 0,-1 0-1 0 0,1 0 1 0 0,-1 0 0 0 0,1-1-1 0 0,0 1 1 0 0,-1 0 0 0 0,1 0-1 0 0,-1 0 1 0 0,1 0 0 0 0,0-1-1 0 0,-1 1 1 0 0,1 0 0 0 0,0 0-1 0 0,-1-1 1 0 0,1 1 0 0 0,0 0-1 0 0,-1-1 1 0 0,1 1 0 0 0,0 0-1 0 0,0-1 1 0 0,-1 1 0 0 0,1 0-1 0 0,0-1 1 0 0,0 1 0 0 0,0 0-1 0 0,0-1 1 0 0,-1 1-1 0 0,1-1 1 0 0,0 1 0 0 0,0-1-1 0 0,0 1 1 0 0,0-1 0 0 0,1-1-1 0 0,-1 1 0 0 0,1-1 1 0 0,-1 0-1 0 0,1 1 1 0 0,0-1-1 0 0,0 1 0 0 0,0-1 1 0 0,0 1-1 0 0,0 0 0 0 0,2-3 1 0 0,38-34-49 0 0,-36 34 40 0 0,188-140-1108 0 0,4-3-472 0 0,-170 124 1296 0 0,-1-2 0 0 0,-1 0 0 0 0,-2-1 0 0 0,39-56 0 0 0,-55 71 269 0 0,0-1-1 0 0,-1 1 0 0 0,-1-2 0 0 0,1 1 0 0 0,-2-1 0 0 0,0 1 1 0 0,0-1-1 0 0,-1 0 0 0 0,-1 0 0 0 0,0-1 0 0 0,-1 1 0 0 0,-1 0 0 0 0,0-1 1 0 0,0 1-1 0 0,-1-1 0 0 0,-1 1 0 0 0,0 0 0 0 0,-1 0 0 0 0,-1 0 0 0 0,0 0 1 0 0,-10-21-1 0 0,13 32 28 0 0,1 0 0 0 0,-1 1 1 0 0,0-1-1 0 0,0 0 0 0 0,0 1 0 0 0,0 0 1 0 0,0-1-1 0 0,0 1 0 0 0,0-1 0 0 0,0 1 1 0 0,-1 0-1 0 0,1 0 0 0 0,-1 0 0 0 0,1 0 1 0 0,-1 0-1 0 0,1 0 0 0 0,-1 0 1 0 0,1 0-1 0 0,-1 1 0 0 0,0-1 0 0 0,1 1 1 0 0,-1-1-1 0 0,0 1 0 0 0,-2-1 0 0 0,1 2 12 0 0,1-1 0 0 0,0 0 0 0 0,0 1-1 0 0,0 0 1 0 0,0 0 0 0 0,0-1 0 0 0,0 1-1 0 0,0 0 1 0 0,0 1 0 0 0,0-1-1 0 0,0 0 1 0 0,1 0 0 0 0,-1 1 0 0 0,0-1-1 0 0,1 1 1 0 0,-1 0 0 0 0,1-1 0 0 0,0 1-1 0 0,-3 3 1 0 0,-3 8 142 0 0,-1 0 0 0 0,2 0 1 0 0,-1 1-1 0 0,2 0 0 0 0,-5 17 0 0 0,-14 77 570 0 0,17-76-515 0 0,-13 87 448 0 0,-7 138 0 0 0,19-92-323 0 0,8-164-334 0 0,0 0 0 0 0,0 0-1 0 0,0 0 1 0 0,0 0 0 0 0,0 0-1 0 0,0 0 1 0 0,0-1-1 0 0,0 1 1 0 0,0 0 0 0 0,1 0-1 0 0,-1 0 1 0 0,0 0 0 0 0,1 0-1 0 0,-1 0 1 0 0,0 0-1 0 0,1-1 1 0 0,-1 1 0 0 0,1 0-1 0 0,-1 0 1 0 0,1 0 0 0 0,0-1-1 0 0,-1 1 1 0 0,1 0-1 0 0,1 0 1 0 0,-2-1 1 0 0,1 0 1 0 0,0 0-1 0 0,0 0 0 0 0,0 0 1 0 0,0 0-1 0 0,0 0 0 0 0,0 0 1 0 0,0 0-1 0 0,0 0 0 0 0,0 0 1 0 0,0 0-1 0 0,0-1 0 0 0,0 1 1 0 0,0 0-1 0 0,0-1 0 0 0,-1 1 1 0 0,1-1-1 0 0,1 0 0 0 0,5-4 10 0 0,0 0-1 0 0,-1 0 0 0 0,0-1 1 0 0,5-6-1 0 0,47-57 44 0 0,-37 42-63 0 0,0 1 1 0 0,2 1 0 0 0,1 1-1 0 0,40-32 1 0 0,-62 55 0 0 0,-1 0 0 0 0,1-1 0 0 0,0 1 0 0 0,-1 0 0 0 0,1 0 0 0 0,0 0 0 0 0,0 0 0 0 0,0 1 0 0 0,0-1 0 0 0,0 1 0 0 0,0-1 0 0 0,0 1 0 0 0,0-1 0 0 0,0 1 0 0 0,0 0 0 0 0,0 0 0 0 0,0 0 0 0 0,0 0 0 0 0,0 0 0 0 0,1 1 0 0 0,-1-1 0 0 0,0 1 0 0 0,0-1 0 0 0,0 1 0 0 0,-1 0 0 0 0,1 0 0 0 0,0 0 0 0 0,0 0 0 0 0,0 0 0 0 0,0 0 0 0 0,-1 0 0 0 0,3 2 0 0 0,0 2 4 0 0,0 0-1 0 0,0 0 0 0 0,0 0 1 0 0,-1 1-1 0 0,0-1 0 0 0,0 1 0 0 0,0-1 1 0 0,-1 1-1 0 0,3 11 0 0 0,5 20 38 0 0,-5-19-296 0 0,0 0 1 0 0,0 0 0 0 0,2 0-1 0 0,11 20 1 0 0,-16-33-198 0 0,1 0-1 0 0,1-1 1 0 0,-1 1 0 0 0,0-1 0 0 0,1 0-1 0 0,0 0 1 0 0,0 0 0 0 0,0-1 0 0 0,1 1-1 0 0,-1-1 1 0 0,1 0 0 0 0,0 0 0 0 0,-1-1-1 0 0,1 0 1 0 0,0 1 0 0 0,1-1 0 0 0,-1-1-1 0 0,0 1 1 0 0,7 0 0 0 0,17-2-5629 0 0,-16-3 1196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3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0 421 1812 0 0,'8'-43'3721'0'0,"-2"-1"-1"0"0,1-62 1 0 0,-3 28 698 0 0,-2 59-3510 0 0,-1 22-29 0 0,0 33 373 0 0,0-22-1088 0 0,1 40 561 0 0,-2-12-401 0 0,2 0 0 0 0,3-1 0 0 0,10 48-1 0 0,-14-83-271 0 0,1-1 0 0 0,-1 0 0 0 0,1 0-1 0 0,1 1 1 0 0,-1-1 0 0 0,1-1 0 0 0,0 1-1 0 0,0 0 1 0 0,0-1 0 0 0,1 1-1 0 0,-1-1 1 0 0,1 0 0 0 0,0 0 0 0 0,0 0-1 0 0,1-1 1 0 0,-1 0 0 0 0,1 1 0 0 0,0-2-1 0 0,0 1 1 0 0,0 0 0 0 0,0-1-1 0 0,9 3 1 0 0,-11-4-40 0 0,0-1 0 0 0,-1 0 0 0 0,1 0 0 0 0,-1 0 0 0 0,1 0 0 0 0,0 0 0 0 0,-1 0 0 0 0,1-1 0 0 0,0 1 0 0 0,-1-1 0 0 0,1 1-1 0 0,-1-1 1 0 0,1 0 0 0 0,-1 0 0 0 0,0-1 0 0 0,1 1 0 0 0,-1 0 0 0 0,0-1 0 0 0,0 1 0 0 0,0-1 0 0 0,4-3 0 0 0,0-1-5 0 0,-1 0 1 0 0,1 0-1 0 0,-1-1 0 0 0,0 0 1 0 0,5-10-1 0 0,-2-1-16 0 0,0-1 1 0 0,-1 0-1 0 0,-1-1 1 0 0,-1 0 0 0 0,-1 1-1 0 0,0-1 1 0 0,-2-1-1 0 0,0 1 1 0 0,-1 0-1 0 0,-1-1 1 0 0,-1 1-1 0 0,-1 0 1 0 0,-1 0-1 0 0,-1 0 1 0 0,0 0-1 0 0,-1 0 1 0 0,-2 1-1 0 0,0 0 1 0 0,-14-27 0 0 0,19 41-49 0 0,-1 0 0 0 0,0 1 1 0 0,-1 0-1 0 0,1-1 1 0 0,-1 1-1 0 0,1 0 1 0 0,-1 1-1 0 0,-1-1 1 0 0,1 1-1 0 0,0-1 1 0 0,-1 1-1 0 0,-9-4 0 0 0,12 6-62 0 0,-1 0-1 0 0,1 1 1 0 0,0-1-1 0 0,-1 1 1 0 0,1-1-1 0 0,-1 1 0 0 0,1 0 1 0 0,-1 0-1 0 0,1 0 1 0 0,-1 0-1 0 0,1 0 1 0 0,0 1-1 0 0,-1-1 0 0 0,1 1 1 0 0,-1 0-1 0 0,1-1 1 0 0,0 1-1 0 0,0 0 1 0 0,-1 0-1 0 0,1 1 0 0 0,0-1 1 0 0,0 0-1 0 0,0 1 1 0 0,0-1-1 0 0,0 1 0 0 0,1 0 1 0 0,-1 0-1 0 0,-2 3 1 0 0,0-1-397 0 0,1 1 0 0 0,0-1 0 0 0,0 1 0 0 0,1-1 1 0 0,-1 1-1 0 0,1 0 0 0 0,0 0 0 0 0,0 0 0 0 0,1 0 0 0 0,-1 1 0 0 0,0 8 1 0 0,5 18-5366 0 0,-1-20 479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3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116 224 2608 0 0,'5'-3'751'0'0,"0"-1"0"0"0,0 1 0 0 0,-1-1-1 0 0,1 0 1 0 0,-1 0 0 0 0,0-1 0 0 0,0 1-1 0 0,-1-1 1 0 0,1 0 0 0 0,-1 0 0 0 0,0 0-1 0 0,-1 0 1 0 0,1-1 0 0 0,-1 1 0 0 0,0-1 0 0 0,0 0-1 0 0,0 1 1 0 0,-1-1 0 0 0,0 0 0 0 0,0-11-1 0 0,-1 16-721 0 0,0 1 0 0 0,0-1-1 0 0,0 1 1 0 0,0-1-1 0 0,-1 1 1 0 0,1-1 0 0 0,0 1-1 0 0,0-1 1 0 0,0 1-1 0 0,-1 0 1 0 0,1-1 0 0 0,0 1-1 0 0,-1-1 1 0 0,1 1-1 0 0,0 0 1 0 0,-1-1 0 0 0,1 1-1 0 0,-1 0 1 0 0,1-1-1 0 0,-1 1 1 0 0,1 0 0 0 0,-1-1-1 0 0,1 1 1 0 0,0 0 0 0 0,-1 0-1 0 0,1 0 1 0 0,-1 0-1 0 0,0-1 1 0 0,1 1 0 0 0,-1 0-1 0 0,1 0 1 0 0,-1 0-1 0 0,1 0 1 0 0,-1 0 0 0 0,1 0-1 0 0,-1 0 1 0 0,1 0-1 0 0,-1 1 1 0 0,1-1 0 0 0,-1 0-1 0 0,0 0 1 0 0,-23 8 427 0 0,16-3-361 0 0,0 1 0 0 0,1-1 0 0 0,-1 2 0 0 0,2-1 0 0 0,-1 1 0 0 0,1 0 1 0 0,0 0-1 0 0,-10 15 0 0 0,5-5-21 0 0,2 0 1 0 0,0 0-1 0 0,-8 25 0 0 0,12-30-36 0 0,1 0-1 0 0,1 0 0 0 0,0 0 0 0 0,0 1 0 0 0,2 0 1 0 0,-1-1-1 0 0,2 27 0 0 0,0-35-22 0 0,1 0 0 0 0,-1 0 0 0 0,1 0-1 0 0,0 0 1 0 0,1 0 0 0 0,-1 0 0 0 0,1 0-1 0 0,-1 0 1 0 0,1 0 0 0 0,1-1 0 0 0,-1 1-1 0 0,0-1 1 0 0,1 1 0 0 0,-1-1 0 0 0,1 0-1 0 0,0 0 1 0 0,0 0 0 0 0,1-1 0 0 0,-1 1-1 0 0,0-1 1 0 0,1 1 0 0 0,0-1 0 0 0,-1 0 0 0 0,1-1-1 0 0,0 1 1 0 0,0-1 0 0 0,0 1 0 0 0,4 0-1 0 0,0 0 0 0 0,0-1-1 0 0,-1 0 0 0 0,1 0 1 0 0,-1 0-1 0 0,1-1 1 0 0,0 0-1 0 0,0-1 0 0 0,-1 1 1 0 0,1-1-1 0 0,-1-1 0 0 0,1 0 1 0 0,13-4-1 0 0,-12 1-6 0 0,1 0 0 0 0,0 0 0 0 0,-1-1 0 0 0,0 0 0 0 0,0 0 0 0 0,-1-1-1 0 0,0 0 1 0 0,10-11 0 0 0,-4 1-1 0 0,-1-1 0 0 0,0 0 0 0 0,-2-1 0 0 0,0 0 0 0 0,-1 0-1 0 0,0-1 1 0 0,-2-1 0 0 0,8-28 0 0 0,-13 38-5 0 0,0 0 1 0 0,-2 0-1 0 0,1 0 1 0 0,-1 0-1 0 0,-1-1 0 0 0,0 1 1 0 0,0 0-1 0 0,-1 0 0 0 0,0-1 1 0 0,-4-11-1 0 0,4 19-5 0 0,-1-1 0 0 0,1 1 0 0 0,-1 0 0 0 0,0 0 0 0 0,0 0-1 0 0,0 0 1 0 0,0 0 0 0 0,-1 0 0 0 0,0 0 0 0 0,0 1 0 0 0,0 0 0 0 0,0-1 0 0 0,0 1 0 0 0,-1 0-1 0 0,1 1 1 0 0,-1-1 0 0 0,0 1 0 0 0,0-1 0 0 0,0 1 0 0 0,0 0 0 0 0,0 0 0 0 0,0 1 0 0 0,0-1-1 0 0,-1 1 1 0 0,1 0 0 0 0,-1 0 0 0 0,-5 0 0 0 0,2 1-229 0 0,0 0 1 0 0,0 0-1 0 0,0 1 0 0 0,0 0 1 0 0,0 1-1 0 0,0 0 0 0 0,0 0 0 0 0,0 0 1 0 0,1 1-1 0 0,-9 4 0 0 0,11-4-189 0 0,1-1-1 0 0,-1 1 1 0 0,1 0-1 0 0,0 0 1 0 0,0 0-1 0 0,0 1 0 0 0,-5 6 1 0 0,7-8-128 0 0,0 1 0 0 0,1-1 0 0 0,-1 1 0 0 0,1-1 0 0 0,-1 1 0 0 0,1 0 0 0 0,0 0 0 0 0,0-1 0 0 0,0 1 0 0 0,1 0 0 0 0,-1 0 0 0 0,1 0-1 0 0,-1 5 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4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251 711 1884 0 0,'7'-9'1547'0'0,"0"0"1"0"0,0 0-1 0 0,0 0 0 0 0,-1-1 0 0 0,7-17 1 0 0,-11 23-1224 0 0,0 0 0 0 0,-1-1 1 0 0,1 1-1 0 0,-1-1 0 0 0,-1 1 1 0 0,1-1-1 0 0,0 1 0 0 0,-1-1 1 0 0,0 1-1 0 0,0-1 0 0 0,0 1 1 0 0,-1-1-1 0 0,1 1 1 0 0,-1-1-1 0 0,0 1 0 0 0,-4-9 1 0 0,5 12-285 0 0,-1-1 1 0 0,0 1-1 0 0,0 0 1 0 0,1 0-1 0 0,-1 0 1 0 0,0 0-1 0 0,0 0 1 0 0,0 0-1 0 0,0 1 1 0 0,0-1-1 0 0,0 0 1 0 0,0 0 0 0 0,-1 1-1 0 0,1-1 1 0 0,0 0-1 0 0,0 1 1 0 0,0 0-1 0 0,-1-1 1 0 0,1 1-1 0 0,0 0 1 0 0,-1-1-1 0 0,1 1 1 0 0,0 0-1 0 0,-1 0 1 0 0,1 0 0 0 0,0 0-1 0 0,-1 0 1 0 0,1 0-1 0 0,0 1 1 0 0,-1-1-1 0 0,1 0 1 0 0,0 1-1 0 0,-2 0 1 0 0,-5 2 11 0 0,0 0 1 0 0,1 0 0 0 0,-14 9-1 0 0,19-11-25 0 0,-16 11 11 0 0,1 0-1 0 0,0 2 1 0 0,1 0-1 0 0,0 1 1 0 0,1 0 0 0 0,1 1-1 0 0,0 1 1 0 0,1 0-1 0 0,1 1 1 0 0,1 1 0 0 0,1 0-1 0 0,0 0 1 0 0,1 0-1 0 0,-7 27 1 0 0,15-43 5 0 0,0 0 1 0 0,0 0-1 0 0,0 0 0 0 0,1 1 0 0 0,-1-1 0 0 0,1 0 1 0 0,0 1-1 0 0,0-1 0 0 0,0 0 0 0 0,1 0 1 0 0,-1 1-1 0 0,1-1 0 0 0,-1 0 0 0 0,1 0 1 0 0,0 0-1 0 0,1 0 0 0 0,-1 0 0 0 0,0 0 0 0 0,1 0 1 0 0,0 0-1 0 0,-1 0 0 0 0,1-1 0 0 0,0 1 1 0 0,0-1-1 0 0,1 1 0 0 0,4 3 0 0 0,-4-4 4 0 0,1 1-1 0 0,0-1 1 0 0,0 0-1 0 0,0-1 0 0 0,0 1 1 0 0,0-1-1 0 0,0 0 1 0 0,0 0-1 0 0,0 0 1 0 0,0 0-1 0 0,1-1 0 0 0,-1 1 1 0 0,0-1-1 0 0,0 0 1 0 0,1-1-1 0 0,-1 1 1 0 0,0-1-1 0 0,0 0 0 0 0,1 0 1 0 0,3-1-1 0 0,6-4-7 0 0,1-1 0 0 0,-1 0-1 0 0,-1-1 1 0 0,1 0 0 0 0,-1-1 0 0 0,-1-1-1 0 0,0 0 1 0 0,0-1 0 0 0,-1 0-1 0 0,0 0 1 0 0,-1-1 0 0 0,14-21 0 0 0,1-6-19 0 0,-2-1 0 0 0,36-85 0 0 0,-31 50 128 0 0,-3 0 1 0 0,-3-1 0 0 0,-4-1 0 0 0,-3-1 0 0 0,7-105-1 0 0,-22 181-138 0 0,1 1-1 0 0,-1 0 1 0 0,0 0 0 0 0,0 0-1 0 0,0 0 1 0 0,0-1-1 0 0,0 1 1 0 0,-1 0-1 0 0,1 0 1 0 0,0 0-1 0 0,0 0 1 0 0,-1 0-1 0 0,1-1 1 0 0,-1 0 0 0 0,0 2-9 0 0,1 0 1 0 0,0 0 0 0 0,0 0 0 0 0,-1 0 0 0 0,1-1 0 0 0,0 1 0 0 0,0 0-1 0 0,-1 0 1 0 0,1 0 0 0 0,0 0 0 0 0,-1 0 0 0 0,1 0 0 0 0,0 0 0 0 0,0 0-1 0 0,-1 0 1 0 0,1 0 0 0 0,0 0 0 0 0,-1 0 0 0 0,1 0 0 0 0,0 1 0 0 0,0-1-1 0 0,-1 0 1 0 0,1 0 0 0 0,0 0 0 0 0,0 0 0 0 0,-1 0 0 0 0,1 1 0 0 0,0-1-1 0 0,0 0 1 0 0,0 0 0 0 0,-1 0 0 0 0,1 1 0 0 0,0-1 0 0 0,-3 3 1 0 0,0 0 1 0 0,1 1 0 0 0,-1-1-1 0 0,1 0 1 0 0,0 1 0 0 0,-2 5-1 0 0,-7 18 41 0 0,1 1 0 0 0,2 1 1 0 0,-8 49-1 0 0,-3 93 26 0 0,12-95-19 0 0,3-40-451 0 0,2 57-1 0 0,3-80-505 0 0,1 0 0 0 0,0 0 0 0 0,4 13-1 0 0,-4-19-452 0 0,0-1 0 0 0,0 1-1 0 0,1 0 1 0 0,0-1-1 0 0,1 0 1 0 0,7 10-1 0 0,2 0-5283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6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183 725 784 0 0,'6'-11'1945'0'0,"-1"0"-1"0"0,-1 0 1 0 0,0-1-1 0 0,-1 0 1 0 0,3-21-1 0 0,-5 25-1466 0 0,0 0 0 0 0,-1 0 0 0 0,0 0 0 0 0,-1 0 0 0 0,1 0 0 0 0,-1 0-1 0 0,-1 0 1 0 0,0 1 0 0 0,-4-12 0 0 0,6 18-461 0 0,0 0 0 0 0,-1 1 0 0 0,1-1 0 0 0,-1 0 0 0 0,1 1 0 0 0,-1-1 0 0 0,1 0 0 0 0,-1 1 0 0 0,1-1 0 0 0,-1 1 0 0 0,0-1 0 0 0,1 1 0 0 0,-1-1 0 0 0,0 1 0 0 0,1-1 0 0 0,-1 1 0 0 0,0 0 0 0 0,0-1 0 0 0,1 1 0 0 0,-1 0 0 0 0,0 0 0 0 0,0 0 0 0 0,0-1 0 0 0,1 1 0 0 0,-1 0 0 0 0,0 0 0 0 0,0 0 0 0 0,-1 1 0 0 0,-22 5 135 0 0,15 0-129 0 0,1-1 0 0 0,-1 1 0 0 0,1 1 0 0 0,1-1 0 0 0,-1 1 0 0 0,1 1 0 0 0,0-1 0 0 0,1 1 0 0 0,-7 10 0 0 0,-2 5 2 0 0,1 1 0 0 0,-13 31 0 0 0,24-47-19 0 0,-1 1 0 0 0,2-1 0 0 0,-1 1 0 0 0,1-1 0 0 0,0 1-1 0 0,1 0 1 0 0,0 0 0 0 0,1 0 0 0 0,-1 0 0 0 0,2 0 0 0 0,1 13-1 0 0,-1-19 0 0 0,-1 1-1 0 0,1-1 0 0 0,0 1 0 0 0,0-1 0 0 0,1 0 0 0 0,-1 1 0 0 0,1-1 1 0 0,0 0-1 0 0,0 0 0 0 0,0 0 0 0 0,0 0 0 0 0,0-1 0 0 0,1 1 0 0 0,-1-1 1 0 0,1 1-1 0 0,-1-1 0 0 0,1 0 0 0 0,0 0 0 0 0,0 0 0 0 0,0 0 0 0 0,0 0 1 0 0,1-1-1 0 0,-1 1 0 0 0,0-1 0 0 0,1 0 0 0 0,-1 0 0 0 0,1 0 0 0 0,-1-1 1 0 0,1 1-1 0 0,-1-1 0 0 0,5 0 0 0 0,1 1 5 0 0,1-2-1 0 0,0 1 1 0 0,-1-1-1 0 0,1 0 1 0 0,-1-1-1 0 0,0 0 1 0 0,1-1-1 0 0,-1 0 1 0 0,0 0-1 0 0,0-1 1 0 0,-1 0 0 0 0,12-7-1 0 0,-9 3 2 0 0,0-1-1 0 0,0 1 1 0 0,-1-2 0 0 0,-1 1-1 0 0,1-2 1 0 0,-1 1 0 0 0,14-23-1 0 0,-10 11-3 0 0,-1-1 0 0 0,-1-1 0 0 0,-1 0 0 0 0,-1 0 0 0 0,-2-1 0 0 0,0 0 0 0 0,-1 0 0 0 0,4-45 0 0 0,-10 66-3 0 0,3-81-10 0 0,-3 78 8 0 0,-1 0-1 0 0,0-1 0 0 0,0 1 0 0 0,0 0 1 0 0,-1 0-1 0 0,0 0 0 0 0,0 1 1 0 0,-1-1-1 0 0,-5-10 0 0 0,7 15 0 0 0,0 0 0 0 0,-1 0 0 0 0,1 0-1 0 0,-1 1 1 0 0,0-1 0 0 0,1 0 0 0 0,-1 1-1 0 0,0-1 1 0 0,0 1 0 0 0,0 0 0 0 0,0-1 0 0 0,0 1-1 0 0,0 0 1 0 0,-1 0 0 0 0,1 1 0 0 0,0-1-1 0 0,-1 0 1 0 0,1 1 0 0 0,0-1 0 0 0,-1 1-1 0 0,1 0 1 0 0,0 0 0 0 0,-1 0 0 0 0,1 0-1 0 0,-1 0 1 0 0,1 0 0 0 0,0 1 0 0 0,-1-1 0 0 0,1 1-1 0 0,0 0 1 0 0,-1-1 0 0 0,1 1 0 0 0,-3 2-1 0 0,-4 1-1 0 0,1 1 1 0 0,0 0-1 0 0,1 0 0 0 0,-1 0 0 0 0,1 1 0 0 0,0 0 1 0 0,-10 12-1 0 0,7-6 1 0 0,0 1 1 0 0,1 1 0 0 0,0 0-1 0 0,1 0 1 0 0,0 0 0 0 0,-8 25-1 0 0,13-31 1 0 0,0-1 0 0 0,1 1 0 0 0,0 1 0 0 0,1-1 0 0 0,-1 0 0 0 0,2 0 0 0 0,-1 1 0 0 0,1-1 0 0 0,0 0 0 0 0,1 1 0 0 0,0-1 0 0 0,0 0 0 0 0,1 0-1 0 0,4 15 1 0 0,-4-19 3 0 0,0 0-1 0 0,0-1 0 0 0,0 1 0 0 0,1 0 1 0 0,-1-1-1 0 0,1 1 0 0 0,0-1 0 0 0,0 0 1 0 0,0 0-1 0 0,1 0 0 0 0,-1 0 0 0 0,0-1 1 0 0,8 5-1 0 0,-5-4-3 0 0,0-1 0 0 0,1 1 0 0 0,0-1 0 0 0,-1 0 1 0 0,1-1-1 0 0,0 1 0 0 0,-1-1 0 0 0,9 0 0 0 0,1-1-2 0 0,1-1-1 0 0,-1-1 0 0 0,1 0 1 0 0,-1-1-1 0 0,0 0 1 0 0,25-10-1 0 0,-22 5 9 0 0,0-1 0 0 0,-1-1 0 0 0,0 0-1 0 0,-1-1 1 0 0,0-1 0 0 0,-1-1 0 0 0,0 0 0 0 0,-1-1 0 0 0,0-1 0 0 0,-1 0-1 0 0,-1-1 1 0 0,-1-1 0 0 0,15-24 0 0 0,-3-1-3 0 0,-2-1 0 0 0,-2-2 0 0 0,-1 0 0 0 0,19-74-1 0 0,6-51-41 0 0,-42 159 36 0 0,-7 16 4 0 0,-6 18 6 0 0,-20 76 74 0 0,-28 144-1 0 0,1 110 45 0 0,30-169 17 0 0,17-111-95 0 0,-51 277 91 0 0,41-258-53 0 0,-57 155-1 0 0,67-218-8 0 0,-2 0 0 0 0,-24 39 0 0 0,33-61 26 0 0,-1 0 0 0 0,0 0 1 0 0,0 0-1 0 0,0-1 0 0 0,-1 1 0 0 0,0-1 0 0 0,0-1 0 0 0,-1 1 0 0 0,0-1 0 0 0,1-1 0 0 0,-2 1 0 0 0,1-1 0 0 0,0 0 0 0 0,-10 3 0 0 0,14-6-60 0 0,1 0-1 0 0,-1-1 1 0 0,0 1-1 0 0,0-1 1 0 0,1 1-1 0 0,-1-1 0 0 0,0 0 1 0 0,0 0-1 0 0,1-1 1 0 0,-1 1-1 0 0,0 0 1 0 0,0-1-1 0 0,1 0 1 0 0,-1 1-1 0 0,1-1 1 0 0,-1 0-1 0 0,0-1 0 0 0,1 1 1 0 0,-3-2-1 0 0,1 0-9 0 0,1 0 0 0 0,0 0 0 0 0,0 0 0 0 0,0 0 0 0 0,0 0 0 0 0,1-1 0 0 0,-1 0 0 0 0,1 1 0 0 0,0-1 0 0 0,0 0 0 0 0,-1-5 0 0 0,-2-4 8 0 0,1-1 1 0 0,1 0-1 0 0,0 0 1 0 0,1 0-1 0 0,1-1 1 0 0,0-20-1 0 0,2 12-3 0 0,1 0 1 0 0,1 0-1 0 0,1 0 0 0 0,1 1 0 0 0,1-1 1 0 0,14-32-1 0 0,-7 25-32 0 0,2 0-1 0 0,2 1 1 0 0,38-53 0 0 0,-14 33-17 0 0,1 2 1 0 0,3 2 0 0 0,1 2-1 0 0,69-48 1 0 0,-63 54-181 0 0,1 2 0 0 0,76-35-1 0 0,-84 49-1492 0 0,77-24-1 0 0,-64 30-1820 0 0,-19 8-3273 0 0,-23 5 609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6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384 218 312 0 0,'3'-14'2007'0'0,"15"-70"5078"0"0,-17 76-6537 0 0,0-1 0 0 0,0 0 0 0 0,-1 0-1 0 0,0 0 1 0 0,-1 1 0 0 0,0-1 0 0 0,-3-12 0 0 0,4 19-478 0 0,0 0-1 0 0,-1 0 1 0 0,0 0 0 0 0,1 0-1 0 0,-1 0 1 0 0,0 1 0 0 0,0-1-1 0 0,0 0 1 0 0,0 0-1 0 0,-1 0 1 0 0,1 1 0 0 0,0-1-1 0 0,-1 1 1 0 0,1-1-1 0 0,-1 1 1 0 0,0 0 0 0 0,1-1-1 0 0,-1 1 1 0 0,0 0-1 0 0,-3-2 1 0 0,2 3-29 0 0,1-1 1 0 0,-1 1-1 0 0,0 0 1 0 0,1-1-1 0 0,-1 1 1 0 0,0 0-1 0 0,0 1 1 0 0,1-1-1 0 0,-1 0 0 0 0,0 1 1 0 0,1 0-1 0 0,-1-1 1 0 0,-4 3-1 0 0,-6 3 12 0 0,1 1 1 0 0,1 0-1 0 0,-1 0 0 0 0,1 1 1 0 0,-12 11-1 0 0,-7 9 48 0 0,0 1 0 0 0,2 1 0 0 0,-35 48 0 0 0,49-58-67 0 0,1 1-1 0 0,0 0 1 0 0,2 0 0 0 0,1 1 0 0 0,0 0-1 0 0,2 1 1 0 0,-8 31 0 0 0,15-49-19 0 0,0-1 1 0 0,0 1-1 0 0,1 0 1 0 0,0 0-1 0 0,-1 0 1 0 0,2 0-1 0 0,-1 0 0 0 0,1-1 1 0 0,-1 1-1 0 0,1 0 1 0 0,0 0-1 0 0,1-1 1 0 0,2 8-1 0 0,-2-10-4 0 0,-1 1 0 0 0,1-1-1 0 0,0 0 1 0 0,-1 0 0 0 0,1 0 0 0 0,0 0-1 0 0,0 0 1 0 0,1 0 0 0 0,-1 0 0 0 0,0-1-1 0 0,1 1 1 0 0,-1-1 0 0 0,1 0 0 0 0,-1 1 0 0 0,1-1-1 0 0,-1 0 1 0 0,1-1 0 0 0,0 1 0 0 0,0 0-1 0 0,-1-1 1 0 0,1 0 0 0 0,0 1 0 0 0,0-1-1 0 0,3-1 1 0 0,0 1-2 0 0,0-1-1 0 0,0 0 0 0 0,0 0 0 0 0,0-1 0 0 0,-1 1 1 0 0,1-1-1 0 0,-1-1 0 0 0,1 1 0 0 0,-1-1 1 0 0,0 0-1 0 0,0 0 0 0 0,0-1 0 0 0,0 1 1 0 0,-1-1-1 0 0,1 0 0 0 0,-1 0 0 0 0,0-1 1 0 0,0 1-1 0 0,4-8 0 0 0,7-9 97 0 0,-2-1-1 0 0,0 0 1 0 0,9-26 0 0 0,-19 43-55 0 0,45-96 859 0 0,-48 101-906 0 0,0-1 1 0 0,0 1-1 0 0,0 0 0 0 0,0 0 1 0 0,0-1-1 0 0,0 1 0 0 0,0 0 1 0 0,0-1-1 0 0,1 1 0 0 0,-1 0 1 0 0,0 0-1 0 0,0-1 1 0 0,0 1-1 0 0,0 0 0 0 0,1 0 1 0 0,-1-1-1 0 0,0 1 0 0 0,0 0 1 0 0,0 0-1 0 0,1 0 0 0 0,-1-1 1 0 0,0 1-1 0 0,0 0 0 0 0,1 0 1 0 0,-1 0-1 0 0,0 0 0 0 0,0 0 1 0 0,1 0-1 0 0,-1-1 0 0 0,0 1 1 0 0,1 0-1 0 0,-1 0 0 0 0,0 0 1 0 0,1 0-1 0 0,5 9 25 0 0,0 16 2 0 0,-4 24 29 0 0,2 32-24 0 0,-3-71-25 0 0,0 0 0 0 0,1-1 1 0 0,0 1-1 0 0,1-1 1 0 0,7 18-1 0 0,-8-25-16 0 0,-1 1 0 0 0,1-1 0 0 0,-1 1 0 0 0,1-1 0 0 0,0 1 0 0 0,0-1 0 0 0,0 0 0 0 0,0 0 0 0 0,1 0 0 0 0,-1 0 0 0 0,0-1 0 0 0,1 1-1 0 0,-1 0 1 0 0,1-1 0 0 0,0 0 0 0 0,3 2 0 0 0,0-2-176 0 0,-1 0 0 0 0,0 0 1 0 0,0 0-1 0 0,0 0 0 0 0,1-1 0 0 0,-1 0 0 0 0,0 0 0 0 0,10-2 1 0 0,-3 0-1017 0 0,0-1 0 0 0,0 0 0 0 0,-1-1 0 0 0,1 0 0 0 0,-1-1 0 0 0,0 0 0 0 0,13-9 0 0 0,2-4-4257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1836 0 0,'20'-44'13680'0'0,"-12"29"-11403"0"0,-7 14-1889 0 0,2 0 1 0 0,52-5 825 0 0,57-2-1105 0 0,-61 13-6783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7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48 3248 0 0,'-21'14'5335'0'0,"-25"20"1"0"0,44-32-4543 0 0,4 2 150 0 0,-2-3-921 0 0,0-1-1 0 0,0 0 0 0 0,0 1 0 0 0,0-1 0 0 0,0 0 1 0 0,0 1-1 0 0,0-1 0 0 0,0 0 0 0 0,0 0 0 0 0,0 1 1 0 0,0-1-1 0 0,1 0 0 0 0,-1 1 0 0 0,0-1 1 0 0,0 0-1 0 0,0 1 0 0 0,1-1 0 0 0,-1 0 0 0 0,0 0 1 0 0,0 1-1 0 0,1-1 0 0 0,-1 0 0 0 0,0 0 0 0 0,0 0 1 0 0,1 0-1 0 0,-1 1 0 0 0,0-1 0 0 0,1 0 1 0 0,-1 0-1 0 0,0 0 0 0 0,1 0 0 0 0,-1 0 0 0 0,0 0 1 0 0,1 0-1 0 0,-1 0 0 0 0,0 0 0 0 0,1 0 1 0 0,25 1 274 0 0,-1-2 0 0 0,0-1 0 0 0,44-8 0 0 0,78-27-2040 0 0,-112 27 690 0 0,72-22-5588 0 0,-51 13 840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7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658 131 2672 0 0,'2'-4'582'0'0,"1"0"0"0"0,-1 0 0 0 0,0 0 0 0 0,0 0 0 0 0,0 0 0 0 0,-1-1 0 0 0,1 1 0 0 0,-1 0-1 0 0,0-1 1 0 0,0 1 0 0 0,-1-1 0 0 0,1 1 0 0 0,-1-6 0 0 0,-1 5-229 0 0,1 0-1 0 0,-1 0 1 0 0,0 0 0 0 0,0 1-1 0 0,0-1 1 0 0,-1 1 0 0 0,0-1 0 0 0,0 1-1 0 0,0-1 1 0 0,0 1 0 0 0,-6-8-1 0 0,7 12-322 0 0,-1-1 0 0 0,1 1-1 0 0,0-1 1 0 0,0 1-1 0 0,-1 0 1 0 0,1 0-1 0 0,0-1 1 0 0,-1 1-1 0 0,1 0 1 0 0,0 0 0 0 0,-1 1-1 0 0,1-1 1 0 0,0 0-1 0 0,-1 0 1 0 0,1 1-1 0 0,0-1 1 0 0,0 0 0 0 0,-1 1-1 0 0,1-1 1 0 0,0 1-1 0 0,0 0 1 0 0,-2 0-1 0 0,-11 11 159 0 0,0 0-1 0 0,0 1 0 0 0,2 0 0 0 0,-1 0 0 0 0,2 2 0 0 0,0-1 1 0 0,-10 18-1 0 0,4-7-15 0 0,-50 75 300 0 0,5 3-1 0 0,-62 141 1 0 0,62-98-189 0 0,-54 191 0 0 0,99-277-206 0 0,2 0 0 0 0,3 1 0 0 0,2 0 0 0 0,-1 65 0 0 0,11-99-112 0 0,1 1 0 0 0,1-1 1 0 0,2 1-1 0 0,11 45 0 0 0,-10-55-159 0 0,2 0 0 0 0,0 0 0 0 0,1-1 0 0 0,0 0 0 0 0,1 0 0 0 0,1-1 0 0 0,21 25 0 0 0,-22-31-332 0 0,0 0 0 0 0,1 0 0 0 0,0-1 0 0 0,1 0 0 0 0,20 12 0 0 0,-19-14-1486 0 0,1-1 1 0 0,26 10-1 0 0,-1-5-4434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460 171 1772 0 0,'-1'-11'881'0'0,"0"0"-1"0"0,-1-1 1 0 0,0 1-1 0 0,-1 0 1 0 0,0 0-1 0 0,-1 0 1 0 0,0 1 0 0 0,-1-1-1 0 0,-11-17 1 0 0,14 25-764 0 0,0-1 0 0 0,-1 1 1 0 0,0 0-1 0 0,1 0 1 0 0,-1 0-1 0 0,0 1 0 0 0,0-1 1 0 0,-1 1-1 0 0,1-1 1 0 0,0 1-1 0 0,-1 0 0 0 0,1 0 1 0 0,-1 1-1 0 0,0-1 0 0 0,0 1 1 0 0,1 0-1 0 0,-1 0 1 0 0,0 0-1 0 0,0 0 0 0 0,0 1 1 0 0,0 0-1 0 0,0-1 1 0 0,0 2-1 0 0,0-1 0 0 0,0 0 1 0 0,0 1-1 0 0,0-1 0 0 0,0 1 1 0 0,0 1-1 0 0,-7 2 1 0 0,-5 3 73 0 0,0 0 0 0 0,0 2 1 0 0,1 0-1 0 0,0 1 1 0 0,1 0-1 0 0,0 1 0 0 0,0 1 1 0 0,-19 22-1 0 0,10-7-25 0 0,1 0-1 0 0,1 2 0 0 0,-24 45 1 0 0,39-62-133 0 0,0 1-1 0 0,1 0 1 0 0,0 0 0 0 0,1 1 0 0 0,1-1-1 0 0,0 1 1 0 0,0 0 0 0 0,1 0-1 0 0,1 16 1 0 0,1-24-27 0 0,0-1 1 0 0,1 1-1 0 0,0-1 0 0 0,0 1 0 0 0,0-1 0 0 0,0 0 1 0 0,1 1-1 0 0,0-1 0 0 0,0 0 0 0 0,1 0 0 0 0,3 6 1 0 0,-3-7-18 0 0,-1-1 0 0 0,1 0 0 0 0,0 0 0 0 0,0 0 0 0 0,0-1 0 0 0,1 1 0 0 0,-1-1 0 0 0,1 0 0 0 0,-1 0 0 0 0,1 0 0 0 0,0 0 0 0 0,0 0 0 0 0,-1-1 0 0 0,1 0 0 0 0,0 0 0 0 0,9 2 0 0 0,-7-3-20 0 0,0 1 1 0 0,1 0-1 0 0,0-1 1 0 0,-1-1 0 0 0,1 1-1 0 0,-1-1 1 0 0,0 0-1 0 0,1 0 1 0 0,-1-1 0 0 0,0 0-1 0 0,1 0 1 0 0,8-5 0 0 0,-6 2-7 0 0,0 0 1 0 0,-1-1-1 0 0,0 0 1 0 0,0 0 0 0 0,-1-1-1 0 0,0 0 1 0 0,10-11 0 0 0,3-11 159 0 0,-1-1-1 0 0,-1 0 1 0 0,23-56 0 0 0,-28 60 187 0 0,27-59 1729 0 0,-39 83-1971 0 0,-1 2-61 0 0,1 0-1 0 0,-1 0 1 0 0,1-1-1 0 0,-1 1 1 0 0,0 0-1 0 0,1 0 1 0 0,-1 0-1 0 0,1-1 0 0 0,-1 1 1 0 0,1 0-1 0 0,-1 0 1 0 0,0 0-1 0 0,1 0 1 0 0,-1 0-1 0 0,1 0 1 0 0,-1 0-1 0 0,1 0 0 0 0,-1 0 1 0 0,1 0-1 0 0,0 0 1 0 0,1 4 0 0 0,0 0 1 0 0,0 0 0 0 0,0 0-1 0 0,0 0 1 0 0,-1 1 0 0 0,1-1-1 0 0,-1 0 1 0 0,0 1 0 0 0,0-1-1 0 0,0 7 1 0 0,0 53 44 0 0,-1-45-33 0 0,-1 30-559 0 0,1 42-2615 0 0,7-31-4092 0 0,-3-38 1264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8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72 1624 0 0,'8'-37'11633'0'0,"-3"9"-7106"0"0,-4 26-3955 0 0,-2-3 280 0 0,1 8-312 0 0,3 13-204 0 0,-5-2-249 0 0,0 0-1 0 0,0 0 1 0 0,-2-1 0 0 0,1 1 0 0 0,-10 21 0 0 0,-1 4-40 0 0,0 5-732 0 0,-5 14-2256 0 0,9-20-4409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8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71 3412 0 0,'3'-71'11914'0'0,"-4"71"-11888"0"0,0 1 1 0 0,0-1-1 0 0,0 1 1 0 0,0-1-1 0 0,0 0 1 0 0,0 1-1 0 0,1 0 0 0 0,-1-1 1 0 0,0 1-1 0 0,0-1 1 0 0,0 1-1 0 0,1 0 1 0 0,-1 0-1 0 0,0-1 0 0 0,1 1 1 0 0,-1 0-1 0 0,0 0 1 0 0,1 0-1 0 0,-1 1 1 0 0,-12 24 161 0 0,8-17-100 0 0,-68 113 422 0 0,35-61-2435 0 0,3 1-5106 0 0,28-48 1750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441 162 2488 0 0,'1'-4'1878'0'0,"-1"-3"-1184"0"0,0 0-1 0 0,0 0 0 0 0,0 0 1 0 0,-1 0-1 0 0,0 0 0 0 0,0 1 0 0 0,-1-1 1 0 0,0 0-1 0 0,0 0 0 0 0,0 1 1 0 0,-1 0-1 0 0,0-1 0 0 0,-1 1 1 0 0,-5-8-1 0 0,6 10-582 0 0,0 0 1 0 0,-1 0-1 0 0,0 0 1 0 0,0 0-1 0 0,0 1 1 0 0,0 0-1 0 0,-1 0 1 0 0,1 0-1 0 0,-1 0 1 0 0,0 1 0 0 0,0-1-1 0 0,0 1 1 0 0,0 0-1 0 0,0 1 1 0 0,0-1-1 0 0,0 1 1 0 0,-1 0-1 0 0,1 1 1 0 0,-11-1-1 0 0,8 2-85 0 0,-1 0 0 0 0,1 0 0 0 0,0 1 0 0 0,-1 0 0 0 0,1 1 0 0 0,0 0 0 0 0,0 0 0 0 0,1 0 0 0 0,-1 1 0 0 0,1 0 0 0 0,0 1 0 0 0,-13 10 0 0 0,1 1-5 0 0,1 0 0 0 0,1 2 0 0 0,-19 23 0 0 0,21-23-10 0 0,1 2-1 0 0,1 0 1 0 0,1 1 0 0 0,-12 26 0 0 0,19-36-2 0 0,0 1 0 0 0,1 0 0 0 0,1 1 0 0 0,0-1 0 0 0,0 1-1 0 0,1-1 1 0 0,1 1 0 0 0,0 0 0 0 0,1 19 0 0 0,1-28 5 0 0,-1 0-1 0 0,0 1 1 0 0,1-1 0 0 0,0 0 0 0 0,0 0-1 0 0,0-1 1 0 0,1 1 0 0 0,-1 0-1 0 0,1 0 1 0 0,0-1 0 0 0,0 1 0 0 0,0 0-1 0 0,1-1 1 0 0,-1 0 0 0 0,1 0 0 0 0,0 0-1 0 0,0 0 1 0 0,0 0 0 0 0,0 0-1 0 0,0-1 1 0 0,0 0 0 0 0,1 1 0 0 0,-1-1-1 0 0,1 0 1 0 0,0-1 0 0 0,0 1 0 0 0,-1-1-1 0 0,1 1 1 0 0,0-1 0 0 0,0-1-1 0 0,0 1 1 0 0,0 0 0 0 0,7-1 0 0 0,0 0 22 0 0,-1 0 1 0 0,0-1 0 0 0,1 0-1 0 0,-1-1 1 0 0,0 0 0 0 0,0-1-1 0 0,0 0 1 0 0,-1 0 0 0 0,1-1-1 0 0,-1 0 1 0 0,0-1 0 0 0,14-9-1 0 0,-8 3-7 0 0,-1-1-1 0 0,0-1 1 0 0,-1 0 0 0 0,13-17-1 0 0,42-63 629 0 0,-22 29 606 0 0,-42 58-1172 0 0,-4 5-84 0 0,0 1 0 0 0,0-1 1 0 0,1 1-1 0 0,-1-1 1 0 0,0 1-1 0 0,0-1 0 0 0,1 1 1 0 0,-1-1-1 0 0,0 1 0 0 0,1-1 1 0 0,-1 1-1 0 0,0-1 1 0 0,1 1-1 0 0,-1 0 0 0 0,1-1 1 0 0,-1 1-1 0 0,0-1 0 0 0,1 1 1 0 0,-1 0-1 0 0,1 0 1 0 0,-1-1-1 0 0,1 1 0 0 0,-1 0 1 0 0,1 0-1 0 0,0 0 0 0 0,-1 0 1 0 0,1-1-1 0 0,-1 1 0 0 0,1 0 1 0 0,-1 0-1 0 0,1 0 1 0 0,0 0-1 0 0,-1 0 0 0 0,1 0 1 0 0,-1 0-1 0 0,1 1 0 0 0,-1-1 1 0 0,1 0-1 0 0,0 0 1 0 0,0 2-4 0 0,-1 0 0 0 0,1-1 0 0 0,-1 1 0 0 0,0 0 0 0 0,1-1 0 0 0,-1 1 0 0 0,0 0 0 0 0,0-1 1 0 0,0 1-1 0 0,0 0 0 0 0,0 0 0 0 0,-1 2 0 0 0,1-2 4 0 0,-11 84 134 0 0,0 16-1590 0 0,10-84-895 0 0,3 32 1 0 0,5-24-4074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9:5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 2912 0 0,'9'-30'4314'0'0,"-5"14"-2312"0"0,1-1-1 0 0,0 1 1 0 0,15-29 0 0 0,-18 41-1862 0 0,1 0 1 0 0,-1 0-1 0 0,1 0 0 0 0,0 0 1 0 0,1 1-1 0 0,-1-1 0 0 0,0 1 1 0 0,1 0-1 0 0,0 0 0 0 0,0 0 0 0 0,0 0 1 0 0,0 1-1 0 0,0-1 0 0 0,1 1 1 0 0,-1 0-1 0 0,0 1 0 0 0,1-1 1 0 0,6-1-1 0 0,-7 2-89 0 0,0 1 0 0 0,-1-1 0 0 0,1 1-1 0 0,0 0 1 0 0,0 0 0 0 0,0 0 0 0 0,-1 0 0 0 0,1 0 0 0 0,0 1 0 0 0,-1 0-1 0 0,1 0 1 0 0,0 0 0 0 0,-1 0 0 0 0,1 0 0 0 0,-1 1 0 0 0,1 0 0 0 0,-1 0 0 0 0,0-1-1 0 0,0 2 1 0 0,0-1 0 0 0,0 0 0 0 0,4 4 0 0 0,-4-1 73 0 0,0-1 0 0 0,1 1 1 0 0,-2 0-1 0 0,1-1 0 0 0,0 1 1 0 0,-1 0-1 0 0,0 1 0 0 0,0-1 0 0 0,-1 0 1 0 0,1 0-1 0 0,-1 1 0 0 0,0-1 1 0 0,-1 1-1 0 0,1 10 0 0 0,-2-5 90 0 0,0 0 0 0 0,0-1-1 0 0,-1 1 1 0 0,-1-1 0 0 0,0 1-1 0 0,-5 13 1 0 0,-32 60 761 0 0,26-56-757 0 0,6-14-95 0 0,6-11-88 0 0,0 0 0 0 0,0 0 0 0 0,0 0 0 0 0,0 0 0 0 0,1 1 0 0 0,0-1 1 0 0,0 0-1 0 0,0 1 0 0 0,0-1 0 0 0,0 1 0 0 0,0 5 0 0 0,1-8-28 0 0,1-1 0 0 0,-1 1 0 0 0,1-1 0 0 0,0 1 0 0 0,-1-1 0 0 0,1 0 0 0 0,-1 1 0 0 0,1-1 0 0 0,0 0 0 0 0,-1 0 0 0 0,1 1 0 0 0,0-1 0 0 0,-1 0 0 0 0,1 0 0 0 0,0 0 0 0 0,-1 0 0 0 0,1 0 0 0 0,0 0 0 0 0,-1 0 0 0 0,1 0 0 0 0,0 0 0 0 0,-1 0 0 0 0,1 0 0 0 0,0 0 0 0 0,1-1-1 0 0,18-3 34 0 0,-19 4-35 0 0,32-9-541 0 0,0-2 0 0 0,47-21 1 0 0,-8 2-1499 0 0,42-13-2494 0 0,-40 14-2114 0 0,-33 13-535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0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5 1760 0 0,'8'-4'6642'0'0,"-7"4"-6463"0"0,1 4 225 0 0,-1-2-266 0 0,-1 2 66 0 0,0 0 0 0 0,-1 0 0 0 0,0 1 0 0 0,0-1 0 0 0,0 0-1 0 0,-1 0 1 0 0,1 0 0 0 0,-1 0 0 0 0,0 0 0 0 0,0 0 0 0 0,0-1 0 0 0,0 1 0 0 0,-1-1 0 0 0,0 1 0 0 0,1-1 0 0 0,-1 0 0 0 0,0 0 0 0 0,-1 0 0 0 0,1 0 0 0 0,-1-1 0 0 0,1 0-1 0 0,-1 1 1 0 0,0-1 0 0 0,1 0 0 0 0,-1-1 0 0 0,0 1 0 0 0,0-1 0 0 0,-1 1 0 0 0,1-1 0 0 0,0 0 0 0 0,0-1 0 0 0,-7 1 0 0 0,10-1-188 0 0,0 0 0 0 0,0 0 0 0 0,0 1 0 0 0,0-1 0 0 0,0 0 0 0 0,0-1-1 0 0,0 1 1 0 0,0 0 0 0 0,0 0 0 0 0,0 0 0 0 0,0-1 0 0 0,0 1 0 0 0,0 0 0 0 0,0-1 0 0 0,0 1 0 0 0,0-1 0 0 0,0 1 0 0 0,1-1 0 0 0,-1 1 0 0 0,0-1 0 0 0,0 0 0 0 0,0 1 0 0 0,1-1 0 0 0,-1 0 0 0 0,0 0 0 0 0,1 0 0 0 0,-1 1 0 0 0,1-1 0 0 0,-1 0-1 0 0,1 0 1 0 0,-1 0 0 0 0,1 0 0 0 0,0 0 0 0 0,0 0 0 0 0,-1 0 0 0 0,1 0 0 0 0,0 0 0 0 0,0 0 0 0 0,0 0 0 0 0,0 0 0 0 0,0 0 0 0 0,0 0 0 0 0,0 0 0 0 0,0 0 0 0 0,0 0 0 0 0,1 0 0 0 0,-1 0 0 0 0,0 0 0 0 0,1 0 0 0 0,0-1 0 0 0,1-4 1 0 0,0 0 0 0 0,1 0 1 0 0,0 1-1 0 0,0-1 0 0 0,0 1 1 0 0,6-7-1 0 0,-8 10-15 0 0,0 1-1 0 0,0 0 1 0 0,1 0-1 0 0,-1 0 1 0 0,0 0-1 0 0,1 0 0 0 0,-1 0 1 0 0,1 0-1 0 0,-1 0 1 0 0,1 1-1 0 0,-1-1 1 0 0,1 1-1 0 0,-1-1 1 0 0,1 1-1 0 0,0-1 1 0 0,-1 1-1 0 0,1 0 1 0 0,0 0-1 0 0,2 0 1 0 0,-2 0-1 0 0,0 1 0 0 0,0-1 0 0 0,1 1 1 0 0,-1-1-1 0 0,0 1 0 0 0,0 0 0 0 0,0 0 1 0 0,0 0-1 0 0,0 0 0 0 0,0 1 0 0 0,0-1 1 0 0,0 0-1 0 0,-1 1 0 0 0,1-1 0 0 0,-1 1 1 0 0,1 0-1 0 0,-1-1 0 0 0,1 1 0 0 0,-1 0 1 0 0,0 0-1 0 0,0 0 0 0 0,0 0 0 0 0,0 0 1 0 0,0 0-1 0 0,0 0 0 0 0,0 0 1 0 0,-1 1-1 0 0,1-1 0 0 0,-1 0 0 0 0,0 0 1 0 0,0 1-1 0 0,0-1 0 0 0,0 0 0 0 0,0 3 1 0 0,0 5-26 0 0,0 0 0 0 0,-1 0 1 0 0,-1 0-1 0 0,1-1 1 0 0,-2 1-1 0 0,1 0 0 0 0,-1-1 1 0 0,-5 10-1 0 0,-38 74-2836 0 0,23-51-49 0 0,6-9-665 0 0,1 1-1328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25 680 0 0,'13'-24'10532'0'0,"-13"25"-10419"0"0,1 1 0 0 0,-1 0-1 0 0,0 0 1 0 0,1 0 0 0 0,-1 0-1 0 0,0 0 1 0 0,0 0 0 0 0,0 0-1 0 0,0 0 1 0 0,0 0 0 0 0,-1 0-1 0 0,1 0 1 0 0,-1 0 0 0 0,1-1-1 0 0,-1 1 1 0 0,0 0 0 0 0,1 0-1 0 0,-2 1 1 0 0,-18 36 953 0 0,-102 136 1086 0 0,69-103-3865 0 0,2 1-5175 0 0,44-60 1322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1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396 198 1660 0 0,'6'-16'1444'0'0,"-1"-1"0"0"0,-1 1-1 0 0,-1-1 1 0 0,2-20 0 0 0,-5 32-1124 0 0,0-1 0 0 0,0 1 0 0 0,-1 0 0 0 0,0-1 1 0 0,1 1-1 0 0,-2 0 0 0 0,-2-10 0 0 0,3 13-218 0 0,0-1 0 0 0,-1 1 0 0 0,1-1-1 0 0,-1 1 1 0 0,1-1 0 0 0,-1 1 0 0 0,0 0-1 0 0,0 0 1 0 0,0 0 0 0 0,0 0 0 0 0,0 0-1 0 0,0 0 1 0 0,-1 1 0 0 0,1-1 0 0 0,-5-1 0 0 0,-16-4 442 0 0,18 7-450 0 0,0 0 0 0 0,-1 0 0 0 0,1 0 0 0 0,0 1-1 0 0,-6 1 1 0 0,0 1 32 0 0,1 0-1 0 0,0 0 1 0 0,-16 9-1 0 0,8-2-44 0 0,1 0 1 0 0,1 2-1 0 0,0 0 0 0 0,0 0 0 0 0,1 2 1 0 0,1 0-1 0 0,0 0 0 0 0,-12 18 0 0 0,9-10-41 0 0,2 1-1 0 0,0 1 0 0 0,1 0 0 0 0,2 2 1 0 0,-11 28-1 0 0,20-47-24 0 0,1 0-1 0 0,0 0 1 0 0,1 0 0 0 0,-1 0 0 0 0,2 0-1 0 0,-1 0 1 0 0,1 0 0 0 0,0 0 0 0 0,0 1-1 0 0,2 11 1 0 0,-1-16-6 0 0,0 0-1 0 0,0 0 1 0 0,0 1 0 0 0,0-1 0 0 0,1 0-1 0 0,-1 0 1 0 0,1 0 0 0 0,0 0 0 0 0,0-1-1 0 0,0 1 1 0 0,0 0 0 0 0,0-1 0 0 0,1 1-1 0 0,-1-1 1 0 0,1 0 0 0 0,0 0 0 0 0,-1 0-1 0 0,1 0 1 0 0,0 0 0 0 0,0-1 0 0 0,0 1-1 0 0,1-1 1 0 0,-1 0 0 0 0,3 1-1 0 0,0-1-3 0 0,-1 0 0 0 0,0-1-1 0 0,0 1 1 0 0,0-1 0 0 0,1 0-1 0 0,-1-1 1 0 0,0 1 0 0 0,0-1-1 0 0,1 0 1 0 0,-1-1 0 0 0,0 1-1 0 0,0-1 1 0 0,0 0 0 0 0,-1 0-1 0 0,1 0 1 0 0,0-1 0 0 0,-1 0-1 0 0,0 0 1 0 0,1 0 0 0 0,-1 0-1 0 0,6-7 1 0 0,6-6-2 0 0,0-1 0 0 0,-1-1 0 0 0,18-29-1 0 0,32-62 295 0 0,-16 24 1191 0 0,-49 84-1477 0 0,1 1 0 0 0,-1-1 0 0 0,0 1 0 0 0,0-1 0 0 0,1 1 0 0 0,-1-1 1 0 0,0 1-1 0 0,1-1 0 0 0,-1 1 0 0 0,0-1 0 0 0,1 1 0 0 0,-1-1 0 0 0,1 1 1 0 0,-1 0-1 0 0,1-1 0 0 0,-1 1 0 0 0,1 0 0 0 0,-1-1 0 0 0,1 1 0 0 0,-1 0 1 0 0,1 0-1 0 0,-1-1 0 0 0,1 1 0 0 0,0 0 0 0 0,-1 0 0 0 0,1 0 0 0 0,0 0 1 0 0,0 0-4 0 0,0 1 1 0 0,-1-1-1 0 0,1 1 1 0 0,-1 0-1 0 0,1-1 1 0 0,-1 1-1 0 0,1 0 1 0 0,-1-1-1 0 0,1 1 1 0 0,-1 0-1 0 0,0 0 1 0 0,0-1-1 0 0,1 1 1 0 0,-1 0-1 0 0,0 0 1 0 0,0-1-1 0 0,1 2 1 0 0,3 47 99 0 0,-4-42-75 0 0,2 96 183 0 0,-2-19-3237 0 0,4-28-4570 0 0,-2-40 1861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1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0 141 712 0 0,'6'-33'4325'0'0,"-6"23"-3309"0"0,2 1 1 0 0,-1 0-1 0 0,1 0 1 0 0,1 0-1 0 0,0 0 1 0 0,0 0-1 0 0,0 0 1 0 0,10-15-1 0 0,-12 23-981 0 0,0 0 1 0 0,1 0-1 0 0,-1 0 0 0 0,0 0 0 0 0,1 0 0 0 0,-1 0 0 0 0,0 1 0 0 0,1-1 1 0 0,-1 0-1 0 0,1 1 0 0 0,-1-1 0 0 0,1 1 0 0 0,-1 0 0 0 0,1-1 0 0 0,-1 1 1 0 0,1 0-1 0 0,-1 0 0 0 0,2 0 0 0 0,24 3 181 0 0,-24-2-203 0 0,0 0 0 0 0,0 0 0 0 0,0 0-1 0 0,0 0 1 0 0,0 1 0 0 0,0-1-1 0 0,0 1 1 0 0,-1-1 0 0 0,1 1 0 0 0,-1 0-1 0 0,1 0 1 0 0,-1 0 0 0 0,0 1 0 0 0,0-1-1 0 0,0 0 1 0 0,0 1 0 0 0,0 0-1 0 0,0-1 1 0 0,-1 1 0 0 0,1 0 0 0 0,-1 0-1 0 0,0 0 1 0 0,0 0 0 0 0,0 0 0 0 0,0 0-1 0 0,0 0 1 0 0,-1 0 0 0 0,0 0-1 0 0,1 6 1 0 0,-1-2 5 0 0,-1 0-1 0 0,0 0 1 0 0,0 0-1 0 0,-1-1 1 0 0,1 1-1 0 0,-1 0 1 0 0,-1-1-1 0 0,1 0 1 0 0,-1 1-1 0 0,0-1 1 0 0,-1 0-1 0 0,-5 7 1 0 0,-14 13 104 0 0,17-21-90 0 0,1 0 1 0 0,0 0 0 0 0,0 1 0 0 0,1 0 0 0 0,-5 6-1 0 0,29-16-49 0 0,-8 3 4 0 0,0-1-1 0 0,1 2 1 0 0,-1-1 0 0 0,0 2-1 0 0,0 0 1 0 0,0 0-1 0 0,0 1 1 0 0,0 0 0 0 0,14 6-1 0 0,-17-6 122 0 0,-1 1-1 0 0,0 0 1 0 0,-1 1 0 0 0,1-1-1 0 0,-1 2 1 0 0,1-1 0 0 0,-1 1-1 0 0,-1 0 1 0 0,1 0 0 0 0,-1 1-1 0 0,0 0 1 0 0,0 0 0 0 0,0 1-1 0 0,6 10 1 0 0,-10-15 15 0 0,-1 0 0 0 0,0 1 0 0 0,0-1 0 0 0,0 0 0 0 0,0 0-1 0 0,-1 1 1 0 0,1-1 0 0 0,0 1 0 0 0,-1-1 0 0 0,0 1 0 0 0,1-1 0 0 0,-1 1 0 0 0,0-1 0 0 0,-1 1 0 0 0,1-1 0 0 0,0 0 0 0 0,-1 1 0 0 0,1-1-1 0 0,-2 3 1 0 0,1-1-19 0 0,-1 0 0 0 0,0-1 0 0 0,0 1 0 0 0,-1 0 0 0 0,1-1-1 0 0,-1 0 1 0 0,0 0 0 0 0,0 0 0 0 0,0 0 0 0 0,-5 4 0 0 0,-5 2 43 0 0,-2 0 1 0 0,1-1-1 0 0,-1-1 0 0 0,-25 10 1 0 0,27-13-276 0 0,0 0 1 0 0,-1 0-1 0 0,1-2 1 0 0,-22 3 0 0 0,26-5-691 0 0,1 0 1 0 0,-1 0-1 0 0,-11-2 1 0 0,15 1-390 0 0,0 0 1 0 0,0 0-1 0 0,0-1 0 0 0,0 0 1 0 0,0 0-1 0 0,-6-4 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1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129 119 2236 0 0,'-3'-112'13359'0'0,"3"109"-12989"0"0,9-1 549 0 0,-7 4-828 0 0,0 0 0 0 0,0 1 1 0 0,0-1-1 0 0,0 1 0 0 0,0-1 0 0 0,0 1 0 0 0,0-1 0 0 0,0 1 0 0 0,0 0 0 0 0,0 0 0 0 0,0 0 0 0 0,-1 0 0 0 0,1 0 1 0 0,2 3-1 0 0,27 22 528 0 0,-21-17-398 0 0,22 22 50 0 0,-1 1 1 0 0,-2 2-1 0 0,-1 1 1 0 0,-2 1-1 0 0,-1 1 0 0 0,-2 1 1 0 0,-2 1-1 0 0,-1 2 0 0 0,23 67 1 0 0,-34-78-212 0 0,0 1 1 0 0,-3 0 0 0 0,0 0-1 0 0,-2 1 1 0 0,-2 0 0 0 0,0-1-1 0 0,-5 51 1 0 0,-2-41-117 0 0,-2-1 0 0 0,-1-1 0 0 0,-2 1 0 0 0,-2-2 0 0 0,-24 54 0 0 0,12-41-827 0 0,-2-2 0 0 0,-2 0 1 0 0,-51 65-1 0 0,38-63-2149 0 0,-2-2 1 0 0,-78 68-1 0 0,41-50-3892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2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80 4564 0 0,'-4'-9'6841'0'0,"-3"-3"-2265"0"0,2-1-1471 0 0,3-1-1181 0 0,4 0-884 0 0,0 4-1184 0 0,8 3-2360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3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6 567 1260 0 0,'1'-5'1169'0'0,"-1"0"-1"0"0,1 0 0 0 0,-1 0 1 0 0,0 0-1 0 0,0 0 1 0 0,-1 0-1 0 0,1 0 1 0 0,-2-6-1 0 0,-3-20 3279 0 0,7 58-4197 0 0,-1 2-84 0 0,8 44 0 0 0,-8-66-150 0 0,1 0 0 0 0,0 0 0 0 0,0 0 0 0 0,1 0 0 0 0,0 0 0 0 0,0 0 0 0 0,0-1 0 0 0,1 1 0 0 0,0-1 0 0 0,0 0 0 0 0,7 7 0 0 0,-9-11-7 0 0,1 0-1 0 0,0 0 1 0 0,0 0-1 0 0,0 0 1 0 0,0 0 0 0 0,0-1-1 0 0,0 1 1 0 0,0-1-1 0 0,1 0 1 0 0,-1 0 0 0 0,1 0-1 0 0,-1 0 1 0 0,0-1-1 0 0,1 1 1 0 0,-1-1 0 0 0,1 0-1 0 0,-1 0 1 0 0,1 0 0 0 0,-1-1-1 0 0,1 1 1 0 0,-1-1-1 0 0,1 0 1 0 0,-1 0 0 0 0,0 0-1 0 0,7-3 1 0 0,2-2-5 0 0,0 0 0 0 0,-1 0 0 0 0,1-1 0 0 0,-1-1 0 0 0,15-13 0 0 0,-7 3-5 0 0,-2-1-1 0 0,0 0 1 0 0,-2-1 0 0 0,0 0-1 0 0,-1-1 1 0 0,-1-1 0 0 0,-1 0-1 0 0,14-36 1 0 0,-6 4 7 0 0,-2 0 0 0 0,17-95 0 0 0,-28 114 5 0 0,0 4-24 0 0,-2 0 0 0 0,2-43 0 0 0,-6 74 11 0 0,-1-1 0 0 0,0 1 0 0 0,0-1 0 0 0,0 1 0 0 0,0-1 0 0 0,0 1 0 0 0,0-1 0 0 0,0 1 0 0 0,0 0 0 0 0,0-1-1 0 0,0 1 1 0 0,0-1 0 0 0,-1 1 0 0 0,1-1 0 0 0,0 1 0 0 0,0-1 0 0 0,0 1 0 0 0,-1-1 0 0 0,1 1 0 0 0,0 0 0 0 0,0-1 0 0 0,-1 1 0 0 0,1-1 0 0 0,-1 1 0 0 0,-6 6-17 0 0,-5 18 5 0 0,-26 88 118 0 0,-31 161 1 0 0,68-270-103 0 0,-4 19-46 0 0,0 0 1 0 0,2 1 0 0 0,1-1-1 0 0,0 42 1 0 0,2-60-139 0 0,1 0 0 0 0,-1 0-1 0 0,1 0 1 0 0,0 1 0 0 0,0-2 0 0 0,0 1 0 0 0,1 0-1 0 0,0 0 1 0 0,-1 0 0 0 0,1-1 0 0 0,0 1 0 0 0,1 0-1 0 0,-1-1 1 0 0,1 0 0 0 0,3 4 0 0 0,-4-5-58 0 0,1 0 0 0 0,0 0 0 0 0,0-1 0 0 0,0 1 0 0 0,0-1 0 0 0,0 0 0 0 0,0 0 0 0 0,0 0 1 0 0,0 0-1 0 0,0 0 0 0 0,1-1 0 0 0,-1 1 0 0 0,0-1 0 0 0,1 0 0 0 0,-1 0 0 0 0,0 0 0 0 0,0 0 0 0 0,1-1 0 0 0,3-1 1 0 0,4 0-427 0 0,-1-1 1 0 0,0-1-1 0 0,-1 0 1 0 0,1 0 0 0 0,-1-1-1 0 0,0 0 1 0 0,9-7-1 0 0,6-5-1026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4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112 365 3628 0 0,'23'-43'1791'0'0,"-1"-1"0"0"0,-2 0 0 0 0,-2-1 0 0 0,-2-1 0 0 0,13-63 0 0 0,-27 83-735 0 0,-3 25-1045 0 0,1 1 0 0 0,0 0 1 0 0,0-1-1 0 0,0 1 1 0 0,0 0-1 0 0,0-1 0 0 0,0 1 1 0 0,-1 0-1 0 0,1-1 0 0 0,0 1 1 0 0,0 0-1 0 0,0 0 0 0 0,-1-1 1 0 0,1 1-1 0 0,0 0 0 0 0,-1 0 1 0 0,1-1-1 0 0,0 1 0 0 0,0 0 1 0 0,-1 0-1 0 0,1 0 1 0 0,0-1-1 0 0,-1 1 0 0 0,1 0 1 0 0,0 0-1 0 0,-1 0 0 0 0,1 0 1 0 0,0 0-1 0 0,-1 0 0 0 0,1 0 1 0 0,0 0-1 0 0,-1 0 0 0 0,1 0 1 0 0,-1 0-1 0 0,1 0 0 0 0,0 0 1 0 0,-1 0-1 0 0,1 0 1 0 0,0 0-1 0 0,-1 0 0 0 0,1 1 1 0 0,0-1-1 0 0,-1 0 0 0 0,1 0 1 0 0,0 0-1 0 0,0 0 0 0 0,-1 1 1 0 0,1-1-1 0 0,0 0 0 0 0,0 0 1 0 0,-1 1-1 0 0,-2 2 5 0 0,0 0 1 0 0,1 0-1 0 0,-1 1 0 0 0,1-1 0 0 0,0 1 1 0 0,-1-1-1 0 0,2 1 0 0 0,-1 0 0 0 0,0 0 1 0 0,1 0-1 0 0,-1 4 0 0 0,-1 0 1 0 0,-1 2-7 0 0,1 0-1 0 0,1 0 1 0 0,-1 0-1 0 0,2 0 1 0 0,-1 0-1 0 0,1 1 1 0 0,1-1 0 0 0,0 0-1 0 0,1 0 1 0 0,0 1-1 0 0,0-1 1 0 0,1 0-1 0 0,0 0 1 0 0,1 0-1 0 0,0 0 1 0 0,0-1-1 0 0,1 1 1 0 0,7 11 0 0 0,26 27-6 0 0,-27-37 31 0 0,-1 1 1 0 0,12 19-1 0 0,-20-29 40 0 0,0 0 1 0 0,0-1-1 0 0,0 1 0 0 0,-1 0 0 0 0,1 0 0 0 0,-1 0 1 0 0,1-1-1 0 0,-1 1 0 0 0,1 0 0 0 0,-1 0 1 0 0,0 0-1 0 0,0 0 0 0 0,0 0 0 0 0,0 0 0 0 0,-1 0 1 0 0,1 0-1 0 0,0 0 0 0 0,-1-1 0 0 0,1 1 1 0 0,-1 0-1 0 0,-1 2 0 0 0,0 0 6 0 0,0-1 1 0 0,0 0-1 0 0,-1 1 1 0 0,0-1-1 0 0,1 0 1 0 0,-1-1 0 0 0,0 1-1 0 0,0 0 1 0 0,-7 3-1 0 0,-2 1-1 0 0,0 0-1 0 0,-1-2 1 0 0,1 1 0 0 0,-1-1-1 0 0,-15 3 1 0 0,21-6-249 0 0,0-1 1 0 0,0 0 0 0 0,0 0-1 0 0,0 0 1 0 0,0-1-1 0 0,0 0 1 0 0,-1 0-1 0 0,1-1 1 0 0,0 0 0 0 0,0 0-1 0 0,-11-4 1 0 0,12 2-779 0 0,1 1 1 0 0,-1-1 0 0 0,1 0 0 0 0,0 0-1 0 0,0 0 1 0 0,0-1 0 0 0,0 0-1 0 0,-7-7 1 0 0,-7-9-5584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4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9 212 1248 0 0,'0'-28'3036'0'0,"-1"6"-707"0"0,-1 1-325 0 0,0 2-304 0 0,2 2-228 0 0,-1 0-292 0 0,1 2-216 0 0,-2 1-204 0 0,2 2-136 0 0,0 0-152 0 0,0 2-80 0 0,0-1-256 0 0,2-3-936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47 827 888 0 0,'-12'6'7685'0'0,"9"-3"-7260"0"0,0 0-1 0 0,0 0 1 0 0,0 0-1 0 0,1 0 1 0 0,-1 0-1 0 0,1 1 1 0 0,0-1-1 0 0,-1 1 1 0 0,2 0-1 0 0,-1 0 1 0 0,0-1-1 0 0,1 1 1 0 0,0 0-1 0 0,-2 8 1 0 0,3-11-391 0 0,0 0 1 0 0,0 0 0 0 0,-1 1 0 0 0,1-1-1 0 0,0 0 1 0 0,0 0 0 0 0,0 0 0 0 0,0 0-1 0 0,1 1 1 0 0,-1-1 0 0 0,0 0-1 0 0,0 0 1 0 0,1 0 0 0 0,-1 0 0 0 0,1 0-1 0 0,-1 0 1 0 0,1 1 0 0 0,-1-1 0 0 0,1 0-1 0 0,-1 0 1 0 0,1-1 0 0 0,0 1-1 0 0,0 0 1 0 0,-1 0 0 0 0,1 0 0 0 0,0 0-1 0 0,0-1 1 0 0,0 1 0 0 0,0 0 0 0 0,0-1-1 0 0,0 1 1 0 0,0-1 0 0 0,0 1-1 0 0,2 0 1 0 0,0 0 6 0 0,0 0-1 0 0,0 0 1 0 0,1-1-1 0 0,-1 1 1 0 0,1-1-1 0 0,-1 1 0 0 0,0-1 1 0 0,1 0-1 0 0,6-1 1 0 0,4-2-5 0 0,1-2 1 0 0,0 1 0 0 0,-1-2-1 0 0,0 0 1 0 0,0-1 0 0 0,-1 0-1 0 0,0-1 1 0 0,0 0-1 0 0,-1-1 1 0 0,15-13 0 0 0,-5 1-60 0 0,-1-1 1 0 0,0 0-1 0 0,-2-2 0 0 0,20-29 1 0 0,-12 8-39 0 0,-2 0 0 0 0,-2-2 0 0 0,-2 0 0 0 0,24-78 0 0 0,-22 41 25 0 0,23-166 0 0 0,-42 202 12 0 0,-4 36 5 0 0,-7 17-13 0 0,-9 20-10 0 0,-19 62 139 0 0,5 2-1 0 0,4 2 1 0 0,-22 130-1 0 0,42-187-50 0 0,2 1 1 0 0,0 57-1 0 0,4-80-49 0 0,1 1 1 0 0,0-1-1 0 0,1 0 1 0 0,0 0-1 0 0,0-1 1 0 0,2 1-1 0 0,-1 0 1 0 0,2-1-1 0 0,-1 0 1 0 0,2 0-1 0 0,7 13 1 0 0,-8-19-115 0 0,-1 0 1 0 0,1 0-1 0 0,0 0 1 0 0,0 0-1 0 0,0-1 1 0 0,1 0 0 0 0,0 0-1 0 0,0-1 1 0 0,0 1-1 0 0,0-1 1 0 0,0-1 0 0 0,1 1-1 0 0,-1-1 1 0 0,1 0-1 0 0,-1 0 1 0 0,1-1 0 0 0,0 0-1 0 0,0 0 1 0 0,0-1-1 0 0,0 0 1 0 0,10-1-1 0 0,2 0-377 0 0,0-2 0 0 0,0 0 0 0 0,0-2 0 0 0,-1 0 0 0 0,0 0 0 0 0,29-14 0 0 0,-31 10 344 0 0,0-1-1 0 0,-1 0 1 0 0,0 0-1 0 0,0-2 1 0 0,-1 0-1 0 0,-1 0 1 0 0,0-1-1 0 0,-1-1 1 0 0,0 0-1 0 0,-1-1 1 0 0,0 0-1 0 0,-2-1 1 0 0,15-30-1 0 0,-5 1 368 0 0,-2 0-1 0 0,-1-1 0 0 0,-3-1 1 0 0,7-48-1 0 0,-10 38 1053 0 0,-3 0-1 0 0,-3-1 1 0 0,-4-92 0 0 0,1 148-1238 0 0,-1 1 0 0 0,0 0 0 0 0,0-1-1 0 0,-1 1 1 0 0,1 0 0 0 0,0-1 0 0 0,0 1 0 0 0,-1 0 0 0 0,1-1-1 0 0,0 1 1 0 0,-1 0 0 0 0,0 0 0 0 0,1-1 0 0 0,-2 0 0 0 0,2 2-23 0 0,-1 0-1 0 0,1 0 1 0 0,0 0 0 0 0,-1 0 0 0 0,1 0 0 0 0,-1 0 0 0 0,1 0-1 0 0,0 0 1 0 0,-1 0 0 0 0,1 0 0 0 0,0 0 0 0 0,-1 1 0 0 0,1-1 0 0 0,0 0-1 0 0,-1 0 1 0 0,1 0 0 0 0,0 1 0 0 0,0-1 0 0 0,-1 0 0 0 0,1 0-1 0 0,0 1 1 0 0,0-1 0 0 0,-1 0 0 0 0,1 1 0 0 0,0-1 0 0 0,0 0-1 0 0,0 1 1 0 0,-1-1 0 0 0,1 0 0 0 0,0 1 0 0 0,-16 40 134 0 0,-53 287 303 0 0,62-288-374 0 0,-6 49 207 0 0,-3 169 0 0 0,16-256-267 0 0,0 0-1 0 0,0 0 1 0 0,0-1-1 0 0,0 1 1 0 0,0 0-1 0 0,0 0 0 0 0,0-1 1 0 0,1 1-1 0 0,-1 0 1 0 0,1-1-1 0 0,-1 1 1 0 0,1 0-1 0 0,0-1 1 0 0,0 1-1 0 0,-1-1 1 0 0,1 1-1 0 0,0-1 1 0 0,1 1-1 0 0,1 1 1 0 0,-2-2-8 0 0,0-1 1 0 0,1 0 0 0 0,-1 0 0 0 0,0 1 0 0 0,0-1 0 0 0,1 0 0 0 0,-1 0 0 0 0,0 0 0 0 0,1 0-1 0 0,-1 0 1 0 0,0-1 0 0 0,0 1 0 0 0,1 0 0 0 0,-1-1 0 0 0,0 1 0 0 0,0-1 0 0 0,1 1-1 0 0,-1-1 1 0 0,0 1 0 0 0,0-1 0 0 0,0 0 0 0 0,0 0 0 0 0,0 1 0 0 0,0-1 0 0 0,0 0-1 0 0,0 0 1 0 0,1-1 0 0 0,8-9-6 0 0,-1 0 0 0 0,0 0 1 0 0,0 0-1 0 0,-1-1 0 0 0,9-18 0 0 0,12-17-15 0 0,-21 36 6 0 0,1 0 1 0 0,-1 0-1 0 0,2 0 0 0 0,0 1 0 0 0,0 1 0 0 0,1-1 0 0 0,15-9 1 0 0,-25 19 9 0 0,0-1 1 0 0,0 0 0 0 0,0 1 0 0 0,0-1 0 0 0,0 1 0 0 0,1-1 0 0 0,-1 1 0 0 0,0 0 0 0 0,0-1 0 0 0,0 1 0 0 0,1 0 0 0 0,-1 0 0 0 0,0 0 0 0 0,0 0 0 0 0,1 0-1 0 0,-1 0 1 0 0,0 0 0 0 0,0 0 0 0 0,1 1 0 0 0,-1-1 0 0 0,2 1 0 0 0,-1 0 1 0 0,0 1 0 0 0,0-1 0 0 0,-1 0-1 0 0,1 1 1 0 0,0-1 0 0 0,-1 1 0 0 0,1-1 0 0 0,-1 1 0 0 0,0 0-1 0 0,1 0 1 0 0,0 2 0 0 0,3 6 6 0 0,-1-1 1 0 0,0 1-1 0 0,-1 0 0 0 0,2 10 1 0 0,-4-17-5 0 0,4 20 0 0 0,-3-14 23 0 0,0 0-1 0 0,0 1 1 0 0,1-1 0 0 0,8 17 0 0 0,-9-23-19 0 0,-1-1 0 0 0,1 0 0 0 0,0 1 0 0 0,0-1 0 0 0,-1 0 0 0 0,2 0 0 0 0,-1 0 0 0 0,0 0 0 0 0,0 0 0 0 0,1-1 0 0 0,-1 1-1 0 0,0-1 1 0 0,1 1 0 0 0,0-1 0 0 0,-1 0 0 0 0,1 0 0 0 0,0 0 0 0 0,0 0 0 0 0,-1-1 0 0 0,7 1 0 0 0,6 1 1 0 0,-1-1-1 0 0,1-1 1 0 0,0 0-1 0 0,0-1 1 0 0,0-1 0 0 0,-1 0-1 0 0,1-1 1 0 0,-1 0-1 0 0,0-2 1 0 0,21-8-1 0 0,-23 7-8 0 0,-1 0 0 0 0,0-1-1 0 0,0 0 1 0 0,-1-1 0 0 0,0 0-1 0 0,0 0 1 0 0,-1-1 0 0 0,0 0-1 0 0,0-1 1 0 0,-1 0 0 0 0,-1-1 0 0 0,9-15-1 0 0,0-4 278 0 0,13-39 0 0 0,-26 63-102 0 0,-2-5 122 0 0,-9 10-56 0 0,7 1-228 0 0,-1 1 0 0 0,1-1 0 0 0,0 1 0 0 0,-1-1 0 0 0,1 1 0 0 0,0 0 0 0 0,-1 0 0 0 0,1 0-1 0 0,0 0 1 0 0,0 0 0 0 0,0 0 0 0 0,0 0 0 0 0,-1 2 0 0 0,-8 13 73 0 0,1 1 0 0 0,1 0 0 0 0,-10 30 0 0 0,15-39-62 0 0,0 1 1 0 0,1 0-1 0 0,1-1 1 0 0,0 1-1 0 0,0 0 0 0 0,0 0 1 0 0,1 0-1 0 0,1 0 1 0 0,2 17-1 0 0,-2-22-15 0 0,0 0 0 0 0,0 0 0 0 0,1-1 0 0 0,-1 1 0 0 0,1-1 0 0 0,0 1 0 0 0,0-1 0 0 0,0 0 0 0 0,0 0 0 0 0,0 0 0 0 0,1 0 0 0 0,-1 0 0 0 0,1 0 0 0 0,0-1 0 0 0,0 1 0 0 0,4 2 0 0 0,-1-2 16 0 0,0 0 1 0 0,0 0-1 0 0,1-1 0 0 0,-1 0 0 0 0,0 0 0 0 0,1 0 0 0 0,-1-1 0 0 0,13 2 0 0 0,1-3-232 0 0,-1 0-1 0 0,1-1 1 0 0,0-1 0 0 0,0-1 0 0 0,27-7-1 0 0,-29 5-968 0 0,0-1 1 0 0,25-11-1 0 0,-33 12-479 0 0,-1 0 0 0 0,0 0 1 0 0,10-8-1 0 0,-1-3-4291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59 1648 0 0,'-228'45'12389'0'0,"226"-45"-12243"0"0,0 1 0 0 0,0-1 0 0 0,0 0 0 0 0,0 1 0 0 0,0 0 0 0 0,1-1 1 0 0,-1 1-1 0 0,0 0 0 0 0,0 0 0 0 0,0 0 0 0 0,1 0 0 0 0,-1 0 0 0 0,0 1 1 0 0,1-1-1 0 0,-3 3 0 0 0,26-3 537 0 0,14-5-482 0 0,1 0 0 0 0,49-14 1 0 0,-8 1-513 0 0,154-23-3448 0 0,-110 20-1309 0 0,-26 3-1052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6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139 493 996 0 0,'-88'8'10640'0'0,"85"-8"-9847"0"0,-1 1-89 0 0,-10 0-82 0 0,10-1-73 0 0,-16 0 1761 0 0,20 0-2294 0 0,0 0 0 0 0,0 0 0 0 0,0 0 0 0 0,0 0 0 0 0,-1 0 0 0 0,1 0 0 0 0,0 1 0 0 0,0-1 0 0 0,0 0 0 0 0,0 0 1 0 0,-1 0-1 0 0,1 0 0 0 0,0 0 0 0 0,0 0 0 0 0,0 0 0 0 0,-1 0 0 0 0,1 0 0 0 0,0-1 0 0 0,0 1 0 0 0,0 0 0 0 0,0 0 0 0 0,-1 0 0 0 0,1 0 0 0 0,0 0 0 0 0,0 0 0 0 0,0 0 0 0 0,0 0 0 0 0,-1 0 0 0 0,1 0 0 0 0,0-1 0 0 0,0 1 0 0 0,0 0 0 0 0,0 0 0 0 0,0 0 0 0 0,0 0 0 0 0,0 0 0 0 0,-1-1 0 0 0,1 1 0 0 0,0 0 0 0 0,0 0 0 0 0,0 0 0 0 0,0 0 1 0 0,0-1-1 0 0,0 1 0 0 0,0 0 0 0 0,0 0 0 0 0,0 0 0 0 0,0-1 0 0 0,0 1 0 0 0,0 0 0 0 0,0 0 0 0 0,0 0 0 0 0,0 0 0 0 0,0-1 0 0 0,0 1 0 0 0,0 0 0 0 0,0 0 0 0 0,0 0 0 0 0,0 0 0 0 0,1-1 0 0 0,-1 1 0 0 0,0 0 0 0 0,0 0 0 0 0,15-15 337 0 0,25-12-200 0 0,120-67 77 0 0,45-27-217 0 0,-167 95 213 0 0,-2-1 0 0 0,-1-1-1 0 0,39-42 1 0 0,-70 66-166 0 0,-1 0 0 0 0,0 0 0 0 0,0 0 0 0 0,0 0 0 0 0,-1 0 0 0 0,0 0-1 0 0,1-1 1 0 0,-1 0 0 0 0,2-8 0 0 0,-4 12-48 0 0,0 0 1 0 0,1-1-1 0 0,-1 1 1 0 0,0 0-1 0 0,0-1 1 0 0,0 1-1 0 0,0 0 0 0 0,0 0 1 0 0,-1-1-1 0 0,1 1 1 0 0,0 0-1 0 0,-1 0 1 0 0,1-1-1 0 0,-1 1 0 0 0,1 0 1 0 0,-1 0-1 0 0,0-2 1 0 0,-1 2-7 0 0,1 0 0 0 0,0 0 0 0 0,-1 0 0 0 0,1 0 0 0 0,0 0 0 0 0,-1 0 0 0 0,1 0 1 0 0,-1 0-1 0 0,0 0 0 0 0,1 1 0 0 0,-1-1 0 0 0,0 1 0 0 0,1-1 0 0 0,-1 1 0 0 0,0 0 0 0 0,-2-1 1 0 0,-6 1 10 0 0,0 0 1 0 0,0 1-1 0 0,0-1 1 0 0,0 2 0 0 0,0 0-1 0 0,0 0 1 0 0,0 1 0 0 0,1 0-1 0 0,0 0 1 0 0,-14 7 0 0 0,-7 6 17 0 0,-49 34 0 0 0,71-45-33 0 0,1 1 1 0 0,0-1 0 0 0,0 1 0 0 0,0 1 0 0 0,1-1 0 0 0,0 1 0 0 0,0 1 0 0 0,1-1 0 0 0,0 1 0 0 0,-6 12-1 0 0,9-16 3 0 0,1 0 0 0 0,-1 0 0 0 0,1 0 0 0 0,0 1-1 0 0,0-1 1 0 0,1 0 0 0 0,-1 0 0 0 0,1 1-1 0 0,0-1 1 0 0,0 1 0 0 0,1-1 0 0 0,-1 0 0 0 0,1 0-1 0 0,0 1 1 0 0,0-1 0 0 0,0 0 0 0 0,0 0 0 0 0,1 0-1 0 0,0 0 1 0 0,0 0 0 0 0,0 0 0 0 0,0 0-1 0 0,6 6 1 0 0,8 7 8 0 0,0 0 0 0 0,2-1 0 0 0,0-1-1 0 0,1-1 1 0 0,32 20 0 0 0,30 22-4 0 0,-20-10 169 0 0,-60-45-100 0 0,0 0 1 0 0,0 0-1 0 0,0 0 1 0 0,0 0 0 0 0,-1 1-1 0 0,1-1 1 0 0,0 0-1 0 0,-1 1 1 0 0,1-1-1 0 0,-1 0 1 0 0,0 1 0 0 0,1-1-1 0 0,-1 1 1 0 0,0-1-1 0 0,0 1 1 0 0,0-1 0 0 0,0 0-1 0 0,0 1 1 0 0,0-1-1 0 0,0 1 1 0 0,0-1-1 0 0,-1 1 1 0 0,1-1 0 0 0,-1 0-1 0 0,1 1 1 0 0,-1-1-1 0 0,1 0 1 0 0,-1 1 0 0 0,0-1-1 0 0,1 0 1 0 0,-1 0-1 0 0,0 0 1 0 0,0 1-1 0 0,0-1 1 0 0,0 0 0 0 0,0 0-1 0 0,-2 1 1 0 0,-2 2 90 0 0,1 0 1 0 0,-1 0 0 0 0,1-1-1 0 0,-1 0 1 0 0,0 0-1 0 0,-1 0 1 0 0,-9 4 0 0 0,-10-1-117 0 0,0-2 0 0 0,0-1 1 0 0,0 0-1 0 0,-1-2 0 0 0,1-1 1 0 0,-35-4-1 0 0,58 4-198 0 0,1 0 1 0 0,0 0-1 0 0,0-1 1 0 0,-1 1-1 0 0,1 0 1 0 0,0 0-1 0 0,-1-1 0 0 0,1 1 1 0 0,0 0-1 0 0,0-1 1 0 0,-1 1-1 0 0,1-1 1 0 0,0 0-1 0 0,0 1 1 0 0,0-1-1 0 0,0 0 0 0 0,0 0 1 0 0,0 0-1 0 0,-2-1 1 0 0,3 1-38 0 0,0 0 0 0 0,-1 0 0 0 0,1 0 1 0 0,0 0-1 0 0,0 0 0 0 0,0 0 0 0 0,0 0 0 0 0,0 0 1 0 0,0 0-1 0 0,0 0 0 0 0,0 0 0 0 0,0 0 0 0 0,0 0 1 0 0,0 0-1 0 0,0 0 0 0 0,1 0 0 0 0,-1 0 0 0 0,0 0 1 0 0,2-1-1 0 0,1-5-1554 0 0,1 1-1 0 0,1-1 1 0 0,-1 1 0 0 0,11-10 0 0 0,-13 13 963 0 0,16-17-6451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7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73 2120 0 0,'13'-4'8742'0'0,"-12"4"-8562"0"0,0 1 0 0 0,0 0 0 0 0,0 0 1 0 0,0 0-1 0 0,0 0 0 0 0,-1 0 0 0 0,1 0 0 0 0,0 0 0 0 0,-1 0 0 0 0,1 0 0 0 0,-1 0 0 0 0,1 0 0 0 0,-1 0 0 0 0,0 0 0 0 0,1 1 0 0 0,-1-1 0 0 0,0 0 0 0 0,0 0 0 0 0,0 0 0 0 0,0 1 0 0 0,0-1 0 0 0,0 0 0 0 0,0 2 0 0 0,0-1-91 0 0,0 0 0 0 0,0 1 0 0 0,0-1 0 0 0,0 1 0 0 0,1-1-1 0 0,-1 0 1 0 0,1 1 0 0 0,0-1 0 0 0,-1 0 0 0 0,1 1-1 0 0,0-1 1 0 0,0 0 0 0 0,1 0 0 0 0,-1 0 0 0 0,0 0-1 0 0,1 0 1 0 0,-1 0 0 0 0,3 2 0 0 0,0-2-28 0 0,0 0 0 0 0,-1 0 0 0 0,1 0 0 0 0,0-1 0 0 0,0 1 0 0 0,0-1 0 0 0,0 0 0 0 0,0-1 0 0 0,1 1 0 0 0,6 0 1 0 0,-1-1 12 0 0,-1 0 1 0 0,1-1 0 0 0,12-2 0 0 0,-20 2-67 0 0,0 1-1 0 0,0-1 0 0 0,0 0 0 0 0,-1-1 0 0 0,1 1 1 0 0,0 0-1 0 0,0 0 0 0 0,-1-1 0 0 0,1 1 0 0 0,-1-1 1 0 0,1 1-1 0 0,-1-1 0 0 0,1 0 0 0 0,-1 0 1 0 0,0 0-1 0 0,0 1 0 0 0,0-1 0 0 0,0 0 0 0 0,0 0 1 0 0,-1 0-1 0 0,1-1 0 0 0,0-2 0 0 0,0 1-5 0 0,0 0-1 0 0,-1 0 0 0 0,0-1 1 0 0,0 1-1 0 0,0 0 0 0 0,0 0 1 0 0,-1-1-1 0 0,1 1 0 0 0,-1 0 1 0 0,0 0-1 0 0,-1 0 0 0 0,1 0 1 0 0,-1 0-1 0 0,1 0 0 0 0,-1 0 1 0 0,0 1-1 0 0,-1-1 0 0 0,1 0 1 0 0,0 1-1 0 0,-1 0 0 0 0,0 0 1 0 0,0 0-1 0 0,0 0 0 0 0,0 0 1 0 0,-1 0-1 0 0,1 1 0 0 0,-1-1 1 0 0,1 1-1 0 0,-8-3 0 0 0,8 4 11 0 0,0 1 0 0 0,0-1 0 0 0,0 1 0 0 0,0 0 0 0 0,0 0 0 0 0,0 0 0 0 0,-1 0 0 0 0,1 1-1 0 0,0-1 1 0 0,0 1 0 0 0,0 0 0 0 0,1 0 0 0 0,-1 0 0 0 0,0 0 0 0 0,-5 3 0 0 0,-38 24 252 0 0,32-17-168 0 0,0 1 0 0 0,1 1-1 0 0,0 0 1 0 0,1 1 0 0 0,0 0 0 0 0,2 1 0 0 0,-1 1 0 0 0,2-1-1 0 0,0 1 1 0 0,1 1 0 0 0,0 0 0 0 0,2 0 0 0 0,0 0-1 0 0,1 1 1 0 0,0 0 0 0 0,-2 25 0 0 0,6-37-88 0 0,1 0 1 0 0,0-1-1 0 0,0 1 1 0 0,0 0-1 0 0,1 0 1 0 0,0-1 0 0 0,0 1-1 0 0,0-1 1 0 0,1 1-1 0 0,0-1 1 0 0,0 1-1 0 0,0-1 1 0 0,1 0-1 0 0,-1 0 1 0 0,1 0-1 0 0,1 0 1 0 0,-1-1-1 0 0,1 1 1 0 0,-1-1-1 0 0,1 0 1 0 0,0 0-1 0 0,1 0 1 0 0,-1 0-1 0 0,1-1 1 0 0,0 0-1 0 0,0 0 1 0 0,0 0-1 0 0,0 0 1 0 0,0-1 0 0 0,0 0-1 0 0,1 0 1 0 0,-1 0-1 0 0,1-1 1 0 0,0 0-1 0 0,-1 0 1 0 0,12 0-1 0 0,9 0-506 0 0,-1-2 0 0 0,1-1 1 0 0,0 0-1 0 0,-1-2 0 0 0,0-1 0 0 0,0-1 0 0 0,30-12 0 0 0,-27 7-1147 0 0,0-1 0 0 0,0-2 0 0 0,-1 0 0 0 0,-1-2 0 0 0,41-33 0 0 0,-30 17-2545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7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82 504 1012 0 0,'23'-112'7189'0'0,"18"-223"0"0"0,-40 284-5149 0 0,-1 49-1764 0 0,-2 1 34 0 0,2 1-301 0 0,0 0 1 0 0,0-1-1 0 0,0 1 1 0 0,0 0-1 0 0,-1 0 0 0 0,1 0 1 0 0,0 0-1 0 0,0-1 1 0 0,0 1-1 0 0,0 0 1 0 0,0 0-1 0 0,-1 0 1 0 0,1 0-1 0 0,0 0 1 0 0,0 0-1 0 0,0 0 1 0 0,-1 0-1 0 0,1 0 1 0 0,0-1-1 0 0,0 1 1 0 0,0 0-1 0 0,0 0 1 0 0,-1 0-1 0 0,1 0 1 0 0,0 0-1 0 0,0 0 0 0 0,0 0 1 0 0,-1 0-1 0 0,1 0 1 0 0,0 0-1 0 0,0 1 1 0 0,0-1-1 0 0,-1 0 1 0 0,1 0-1 0 0,0 0 1 0 0,0 0-1 0 0,0 0 1 0 0,-1 0-1 0 0,1 0 1 0 0,0 0-1 0 0,0 0 1 0 0,0 1-1 0 0,0-1 1 0 0,0 0-1 0 0,-1 0 1 0 0,1 0-1 0 0,-15 46 761 0 0,2-1-1 0 0,2 2 1 0 0,-7 75-1 0 0,6-47-182 0 0,-2 14 26 0 0,-38 311 944 0 0,51-385-1518 0 0,1 0 0 0 0,0 0 0 0 0,1 0 0 0 0,0 0 1 0 0,1-1-1 0 0,6 21 0 0 0,-7-31-165 0 0,1 0 1 0 0,-1 0-1 0 0,1 0 1 0 0,0 0-1 0 0,0 0 1 0 0,1 0-1 0 0,-1-1 0 0 0,1 1 1 0 0,0-1-1 0 0,0 1 1 0 0,0-1-1 0 0,0 0 1 0 0,0 0-1 0 0,1-1 0 0 0,-1 1 1 0 0,1-1-1 0 0,0 0 1 0 0,0 0-1 0 0,0 0 1 0 0,0 0-1 0 0,0 0 1 0 0,0-1-1 0 0,1 0 0 0 0,-1 0 1 0 0,7 1-1 0 0,-4-2-536 0 0,0 1-1 0 0,0-1 0 0 0,0 0 1 0 0,0-1-1 0 0,0 0 1 0 0,0 0-1 0 0,13-4 0 0 0,22-13-6076 0 0,-17 3-122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7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169 140 2856 0 0,'-78'-15'7544'0'0,"-9"1"312"0"0,84 13-7036 0 0,25-14-50 0 0,188-30-466 0 0,-68 24-2894 0 0,-1 0-5926 0 0,-93 13 1876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08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132 640 1660 0 0,'-22'-22'6599'0'0,"2"4"-3501"0"0,19 17-2657 0 0,1 0-403 0 0,-1 1 0 0 0,1-1 0 0 0,-1 1 0 0 0,1-1-1 0 0,-1 1 1 0 0,1 0 0 0 0,-1-1 0 0 0,1 1 0 0 0,-1 0-1 0 0,0-1 1 0 0,1 1 0 0 0,-1 0 0 0 0,0 0 0 0 0,1-1-1 0 0,-1 1 1 0 0,0 0 0 0 0,1 0 0 0 0,-1 0-1 0 0,0 0 1 0 0,1 0 0 0 0,-1 0 0 0 0,0 0 0 0 0,1 0-1 0 0,-1 0 1 0 0,0 0 0 0 0,1 0 0 0 0,-1 1 0 0 0,0-1-1 0 0,1 0 1 0 0,-1 0 0 0 0,1 1 0 0 0,-1-1 0 0 0,0 0-1 0 0,1 1 1 0 0,-1-1 0 0 0,1 1 0 0 0,-1 0 0 0 0,-12 23 384 0 0,2-4-85 0 0,-14 39 0 0 0,23-54-294 0 0,0 1 0 0 0,0 0 0 0 0,1 0-1 0 0,0 0 1 0 0,0 0 0 0 0,1-1-1 0 0,0 1 1 0 0,0 0 0 0 0,0 0 0 0 0,0 0-1 0 0,1 0 1 0 0,2 7 0 0 0,-2-10-14 0 0,0-1 1 0 0,0 0 0 0 0,0 1-1 0 0,0-1 1 0 0,0 0-1 0 0,0 1 1 0 0,1-1 0 0 0,-1 0-1 0 0,1 0 1 0 0,0 0-1 0 0,0 0 1 0 0,0-1 0 0 0,0 1-1 0 0,0 0 1 0 0,0-1-1 0 0,0 1 1 0 0,0-1 0 0 0,4 2-1 0 0,-1-1-2 0 0,0-1-1 0 0,0 0 1 0 0,-1 0-1 0 0,1 0 1 0 0,0 0-1 0 0,0-1 1 0 0,0 1-1 0 0,0-2 1 0 0,7 1-1 0 0,-1-2 3 0 0,-1 0 0 0 0,0 0 0 0 0,1-1 0 0 0,-1 0 0 0 0,0-1-1 0 0,0 0 1 0 0,-1 0 0 0 0,18-12 0 0 0,-19 10-18 0 0,0-2 1 0 0,0 1-1 0 0,-1-1 1 0 0,0 0-1 0 0,0-1 0 0 0,0 0 1 0 0,-2 0-1 0 0,1 0 0 0 0,-1-1 1 0 0,0 1-1 0 0,-1-1 0 0 0,0 0 1 0 0,0-1-1 0 0,-1 1 0 0 0,-1-1 1 0 0,0 1-1 0 0,0-1 0 0 0,0-21 1 0 0,-2 11-5 0 0,-1 0 1 0 0,0 0-1 0 0,-2 0 1 0 0,0 0-1 0 0,-2 0 1 0 0,0 1-1 0 0,-1 0 1 0 0,-17-38-1 0 0,21 54-6 0 0,0 0-1 0 0,-1 0 1 0 0,1 0-1 0 0,-1 0 1 0 0,1 0 0 0 0,-1 0-1 0 0,-1 0 1 0 0,1 1-1 0 0,0 0 1 0 0,-1 0-1 0 0,0 0 1 0 0,1 0-1 0 0,-1 0 1 0 0,0 1-1 0 0,-1-1 1 0 0,1 1-1 0 0,-9-3 1 0 0,9 4-3 0 0,-1 1 1 0 0,1-1-1 0 0,-1 1 1 0 0,1 0-1 0 0,-1 0 1 0 0,1 0-1 0 0,-1 0 1 0 0,1 1-1 0 0,-1 0 1 0 0,1 0-1 0 0,-1 0 1 0 0,1 1-1 0 0,0-1 1 0 0,0 1-1 0 0,0 0 1 0 0,0 0-1 0 0,0 1 1 0 0,-6 4-1 0 0,0 0 1 0 0,1 0 0 0 0,1 1-1 0 0,0 1 1 0 0,0-1 0 0 0,0 1 0 0 0,1 0-1 0 0,0 1 1 0 0,1 0 0 0 0,0 0 0 0 0,1 0 0 0 0,-7 18-1 0 0,11-24 4 0 0,-1 1 0 0 0,1-1 0 0 0,-1 1 0 0 0,1-1 0 0 0,1 1 0 0 0,-1 0 0 0 0,1-1 0 0 0,-1 1 0 0 0,1 0 0 0 0,1 0 0 0 0,-1-1 0 0 0,1 1 0 0 0,0 0 0 0 0,0-1 0 0 0,0 1 0 0 0,0-1 0 0 0,1 1 0 0 0,0-1 0 0 0,0 0 0 0 0,0 1 0 0 0,1-1 0 0 0,-1 0 0 0 0,1 0 0 0 0,0-1 0 0 0,0 1 0 0 0,0-1 0 0 0,0 1 0 0 0,1-1 0 0 0,0 0 0 0 0,7 4 0 0 0,0 0 5 0 0,1-1 0 0 0,1 0-1 0 0,-1-1 1 0 0,1-1-1 0 0,0 0 1 0 0,0-1-1 0 0,0 0 1 0 0,21 1-1 0 0,1-1 12 0 0,72-5-1 0 0,-76-1-6 0 0,-1 0 0 0 0,0-3-1 0 0,0 0 1 0 0,0-2-1 0 0,-1-1 1 0 0,0-1-1 0 0,-1-1 1 0 0,28-17-1 0 0,-34 16-2 0 0,-1-2-1 0 0,0-1 1 0 0,-1 0-1 0 0,0-2 1 0 0,-2 0-1 0 0,0-1 0 0 0,0-1 1 0 0,-2-1-1 0 0,-1 0 1 0 0,14-23-1 0 0,-15 18 0 0 0,-1-2-1 0 0,-1 1 1 0 0,13-43 0 0 0,15-87 656 0 0,-32 122-260 0 0,-98 465 1836 0 0,13-60-230 0 0,3-11-765 0 0,-53 225-160 0 0,111-522-941 0 0,-2-2 0 0 0,-38 87 1 0 0,45-125 23 0 0,0-1 1 0 0,-1 0-1 0 0,-2-1 1 0 0,0 0 0 0 0,-1-2-1 0 0,-1 1 1 0 0,-1-2 0 0 0,-1 0-1 0 0,-27 21 1 0 0,40-35-87 0 0,-1 0 0 0 0,0 0 0 0 0,0-1 0 0 0,0 1 0 0 0,-1-2 0 0 0,1 1 0 0 0,-1-1 0 0 0,0 1 0 0 0,0-2 0 0 0,0 1 0 0 0,0-1 0 0 0,-10 1 0 0 0,13-2-58 0 0,0-1 0 0 0,1 1 0 0 0,-1-1 0 0 0,0 1 0 0 0,1-1 0 0 0,-1 0 0 0 0,1-1 0 0 0,-1 1 0 0 0,1 0 0 0 0,0-1 0 0 0,-1 0 0 0 0,1 0 0 0 0,0 0 0 0 0,0 0 0 0 0,0 0 0 0 0,0-1 0 0 0,1 1 0 0 0,-1-1 0 0 0,1 0 0 0 0,-1 0 0 0 0,1 0 0 0 0,0 0 0 0 0,0 0 1 0 0,1 0-1 0 0,-3-5 0 0 0,-1-6-13 0 0,0 0 1 0 0,1 0-1 0 0,0 0 1 0 0,2 0-1 0 0,-1-1 1 0 0,2 0-1 0 0,0 1 1 0 0,1-1-1 0 0,0 0 0 0 0,1 1 1 0 0,4-24-1 0 0,4-2-3 0 0,1 0-1 0 0,29-75 0 0 0,-18 69-2 0 0,1 1 1 0 0,2 2-1 0 0,2 0 1 0 0,2 1-1 0 0,2 2 1 0 0,60-63-1 0 0,-29 43-13 0 0,3 2 0 0 0,2 4 0 0 0,81-52 0 0 0,-76 62-1042 0 0,130-60 0 0 0,-9 27-6163 0 0,-142 61-904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0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267 832 528 0 0,'13'-33'3943'0'0,"15"-49"2302"0"0,-26 74-5768 0 0,0-1-1 0 0,0 1 0 0 0,-1-1 0 0 0,0 0 0 0 0,-1 0 1 0 0,0 1-1 0 0,-2-14 0 0 0,2 21-449 0 0,0 0-1 0 0,0 0 1 0 0,0 0 0 0 0,-1 0 0 0 0,1 0-1 0 0,0 0 1 0 0,0 0 0 0 0,-1 0 0 0 0,1 0-1 0 0,-1 0 1 0 0,1 0 0 0 0,-1 0 0 0 0,1 1-1 0 0,-1-1 1 0 0,0 0 0 0 0,1 0 0 0 0,-1 1-1 0 0,0-1 1 0 0,1 0 0 0 0,-1 1-1 0 0,0-1 1 0 0,0 1 0 0 0,0-1 0 0 0,0 1-1 0 0,0-1 1 0 0,0 1 0 0 0,-1-1 0 0 0,0 1-4 0 0,0 0 0 0 0,0 0 1 0 0,-1 0-1 0 0,1 0 1 0 0,0 0-1 0 0,0 1 1 0 0,-1-1-1 0 0,1 1 1 0 0,0-1-1 0 0,0 1 0 0 0,-4 1 1 0 0,-4 4 4 0 0,-1 0 1 0 0,1 1-1 0 0,-13 9 1 0 0,22-15-20 0 0,-27 22 21 0 0,1 1-1 0 0,1 2 1 0 0,1 1 0 0 0,1 0 0 0 0,-20 32-1 0 0,38-50-17 0 0,1-1 0 0 0,0 1 0 0 0,1 0 0 0 0,0 0 0 0 0,0 0 0 0 0,-3 13-1 0 0,7-21-9 0 0,-1 1 0 0 0,1 0 0 0 0,-1 0 0 0 0,1-1 0 0 0,0 1 0 0 0,0 0 0 0 0,0 0 0 0 0,0-1 0 0 0,0 1 0 0 0,0 0 0 0 0,0-1 0 0 0,1 1 0 0 0,-1 0 0 0 0,1 0 0 0 0,-1-1 0 0 0,1 1 0 0 0,0-1 0 0 0,0 1 0 0 0,-1-1 0 0 0,1 1 0 0 0,0-1 0 0 0,0 1 0 0 0,0-1 0 0 0,1 0-1 0 0,-1 1 1 0 0,0-1 0 0 0,0 0 0 0 0,1 0 0 0 0,-1 0 0 0 0,1 0 0 0 0,-1 0 0 0 0,1 0 0 0 0,-1-1 0 0 0,1 1 0 0 0,-1 0 0 0 0,1-1 0 0 0,0 1 0 0 0,0-1 0 0 0,-1 1 0 0 0,1-1 0 0 0,0 0 0 0 0,3 0 0 0 0,3 0-3 0 0,0 1 0 0 0,0-2 0 0 0,0 1 0 0 0,0-1 0 0 0,0-1 0 0 0,0 1 0 0 0,0-1 0 0 0,0-1 0 0 0,0 1 1 0 0,-1-1-1 0 0,0-1 0 0 0,1 1 0 0 0,-1-1 0 0 0,0-1 0 0 0,-1 1 0 0 0,1-1 0 0 0,10-11 0 0 0,-2 2 9 0 0,-1-1 0 0 0,-1 0 0 0 0,-1-1 0 0 0,0-1 0 0 0,19-35-1 0 0,-14 17 153 0 0,-12 21 12 0 0,2 1 0 0 0,0 0 0 0 0,14-20 0 0 0,-19 31-109 0 0,1 8-47 0 0,-1-1 1 0 0,1 1 0 0 0,-1 0 0 0 0,0 0-1 0 0,2 9 1 0 0,1 41 27 0 0,-4-36-17 0 0,7 36-1 0 0,-7-51-17 0 0,0 0-1 0 0,1 0 1 0 0,0 0 0 0 0,0 0 0 0 0,0-1-1 0 0,0 1 1 0 0,1 0 0 0 0,0-1-1 0 0,0 0 1 0 0,0 1 0 0 0,7 5 0 0 0,-5-6-4 0 0,0 0 1 0 0,0-1-1 0 0,0 0 1 0 0,1 0-1 0 0,-1 0 1 0 0,1-1 0 0 0,0 0-1 0 0,0 0 1 0 0,0-1-1 0 0,0 1 1 0 0,0-1-1 0 0,0-1 1 0 0,0 1-1 0 0,1-1 1 0 0,-1 0 0 0 0,10-1-1 0 0,5-2 15 0 0,1 0 0 0 0,-1-1 0 0 0,28-10 0 0 0,-27 6-21 0 0,0 0 1 0 0,-1-2 0 0 0,0 0-1 0 0,-1-1 1 0 0,0-1 0 0 0,-1-2 0 0 0,22-17-1 0 0,-18 11 0 0 0,-1-2 0 0 0,-1-1 0 0 0,-1 0 0 0 0,32-50 0 0 0,-27 31 0 0 0,-2-1-1 0 0,-3-1 1 0 0,-1-1-1 0 0,-2-1 1 0 0,-2 0 0 0 0,16-87-1 0 0,-29 118-8 0 0,1 0 0 0 0,-2 0 0 0 0,0-1 0 0 0,-1 1 0 0 0,0 0 0 0 0,-4-18 0 0 0,4 32 9 0 0,0 0-1 0 0,0 0 1 0 0,0 0-1 0 0,0 0 0 0 0,0 1 1 0 0,-1-1-1 0 0,1 0 1 0 0,0 0-1 0 0,-1 0 1 0 0,1 0-1 0 0,-1 1 1 0 0,1-1-1 0 0,-1 0 0 0 0,1 0 1 0 0,-1 1-1 0 0,1-1 1 0 0,-1 0-1 0 0,1 1 1 0 0,-1-1-1 0 0,0 1 1 0 0,0-1-1 0 0,1 1 0 0 0,-1-1 1 0 0,0 1-1 0 0,0-1 1 0 0,0 1-1 0 0,1 0 1 0 0,-1-1-1 0 0,0 1 0 0 0,0 0 1 0 0,0 0-1 0 0,0 0 1 0 0,0 0-1 0 0,1 0 1 0 0,-1 0-1 0 0,0 0 1 0 0,0 0-1 0 0,0 0 0 0 0,0 0 1 0 0,0 0-1 0 0,0 0 1 0 0,0 1-1 0 0,1-1 1 0 0,-1 0-1 0 0,0 1 1 0 0,0-1-1 0 0,0 0 0 0 0,1 1 1 0 0,-1-1-1 0 0,-1 2 1 0 0,-3 1 4 0 0,0 1 0 0 0,0-1 0 0 0,0 1-1 0 0,0 0 1 0 0,-7 9 0 0 0,-11 16 1 0 0,2 0 0 0 0,2 2 0 0 0,0 0-1 0 0,-19 46 1 0 0,18-27 2 0 0,1 0 0 0 0,-14 69-1 0 0,29-102 0 0 0,1 0 0 0 0,0 0 0 0 0,1 0-1 0 0,2 0 1 0 0,-1 1 0 0 0,2-1 0 0 0,4 26 0 0 0,-4-37-4 0 0,0 0 1 0 0,0 0 0 0 0,1 0 0 0 0,0 0-1 0 0,0-1 1 0 0,1 1 0 0 0,0-1 0 0 0,-1 1 0 0 0,2-1-1 0 0,-1 0 1 0 0,1 0 0 0 0,-1 0 0 0 0,1-1-1 0 0,1 1 1 0 0,-1-1 0 0 0,1 0 0 0 0,-1-1 0 0 0,1 1-1 0 0,0-1 1 0 0,1 1 0 0 0,-1-2 0 0 0,0 1-1 0 0,1 0 1 0 0,8 2 0 0 0,3-1 1 0 0,-1-1 0 0 0,1 0 0 0 0,-1-1 0 0 0,1 0 0 0 0,0-2 0 0 0,0 0 0 0 0,-1-1 0 0 0,1 0 1 0 0,0-1-1 0 0,16-5 0 0 0,-12 0-1 0 0,1 0 1 0 0,-1-1 0 0 0,0-1-1 0 0,0-1 1 0 0,-1-1-1 0 0,31-22 1 0 0,-15 4-1 0 0,0-2 1 0 0,-3-1-1 0 0,0-2 1 0 0,-2-1-1 0 0,-2-2 1 0 0,39-62-1 0 0,54-108-69 0 0,-102 167 243 0 0,-1-1 0 0 0,-3-1 0 0 0,16-56 0 0 0,-32 97-163 0 0,1 0 0 0 0,-1-1-1 0 0,1 1 1 0 0,-1 0 0 0 0,0 0 0 0 0,0-1-1 0 0,1 1 1 0 0,-1 0 0 0 0,0 0 0 0 0,0-1-1 0 0,0 1 1 0 0,0 0 0 0 0,-1-1 0 0 0,1 1 0 0 0,0 0-1 0 0,0 0 1 0 0,-1-1 0 0 0,1 1 0 0 0,-1 0-1 0 0,1 0 1 0 0,-1 0 0 0 0,1 0 0 0 0,-1-1-1 0 0,0 1 1 0 0,-1-2 0 0 0,-3 4 34 0 0,-6 5-19 0 0,1 1-1 0 0,0 0 0 0 0,1 0 0 0 0,0 1 1 0 0,0 1-1 0 0,0 0 0 0 0,1 0 0 0 0,1 0 1 0 0,-8 13-1 0 0,-57 102 132 0 0,62-106-111 0 0,-16 33 138 0 0,-36 102 1 0 0,54-128-145 0 0,1 1-1 0 0,1 0 1 0 0,1 0-1 0 0,1 0 1 0 0,2 1-1 0 0,1 36 1 0 0,1-54-79 0 0,1 0 1 0 0,0 0-1 0 0,1-1 1 0 0,0 1-1 0 0,0 0 1 0 0,1-1-1 0 0,0 1 1 0 0,1-1-1 0 0,0 0 1 0 0,9 15-1 0 0,-9-17-414 0 0,1-1 1 0 0,0 1-1 0 0,0-1 0 0 0,0 0 1 0 0,10 7-1 0 0,-8-7-730 0 0,0-1-1 0 0,0 0 1 0 0,0-1-1 0 0,1 0 0 0 0,11 4 1 0 0,14 1-5860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45 1652 0 0,'5'-44'11663'0'0,"-7"72"-8961"0"0,-64 491 4230 0 0,-53 258-4127 0 0,92-636-2467 0 0,-45 139 0 0 0,71-277-530 0 0,0 0 0 0 0,0 1 0 0 0,-1-1 0 0 0,1 0 0 0 0,-1 0 0 0 0,0 0 0 0 0,1 0 0 0 0,-1 0 0 0 0,0-1 0 0 0,-1 1 0 0 0,-3 4 0 0 0,5-7 98 0 0,0 1 1 0 0,1-1-1 0 0,-1 0 0 0 0,0 1 0 0 0,0-1 0 0 0,0 1 0 0 0,1-1 0 0 0,-1 0 0 0 0,0 0 0 0 0,0 0 0 0 0,0 1 0 0 0,0-1 0 0 0,0 0 0 0 0,1 0 0 0 0,-1 0 1 0 0,0 0-1 0 0,0-1 0 0 0,-1 1 0 0 0,0-1-1 0 0,0 1 0 0 0,1-1 0 0 0,-1 0 1 0 0,1 0-1 0 0,-1 0 0 0 0,1 0 0 0 0,0 0 0 0 0,-1 0 1 0 0,1 0-1 0 0,0-1 0 0 0,0 1 0 0 0,-2-2 0 0 0,-6-10-1480 0 0,1-1-1 0 0,1 1 1 0 0,0-1-1 0 0,1 0 1 0 0,0-1-1 0 0,1 0 1 0 0,-4-17-1 0 0,1-13-4525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1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1 308 828 0 0,'7'-29'1547'0'0,"2"0"0"0"0,1 0 0 0 0,1 2 0 0 0,1-1-1 0 0,27-42 1 0 0,-34 62-1267 0 0,2 0-1 0 0,-1 0 1 0 0,1 1-1 0 0,0-1 1 0 0,1 1-1 0 0,0 1 1 0 0,0 0-1 0 0,15-10 0 0 0,-16 13-168 0 0,1-1 0 0 0,0 1-1 0 0,-1 1 1 0 0,1-1 0 0 0,0 1 0 0 0,0 1-1 0 0,0-1 1 0 0,0 2 0 0 0,1-1-1 0 0,-1 1 1 0 0,0 0 0 0 0,11 2-1 0 0,-3 0 8 0 0,0 1 1 0 0,1 1-1 0 0,-1 0 0 0 0,0 2 0 0 0,-1-1 0 0 0,0 2 0 0 0,26 14 0 0 0,-30-13-76 0 0,0-1-1 0 0,0 1 0 0 0,0 1 0 0 0,-1 0 1 0 0,0 0-1 0 0,-1 1 0 0 0,0 1 0 0 0,-1-1 1 0 0,0 1-1 0 0,6 12 0 0 0,-11-18-27 0 0,0 0 0 0 0,-1 0 0 0 0,0 0 0 0 0,0 1 0 0 0,-1-1 1 0 0,0 0-1 0 0,1 1 0 0 0,-2-1 0 0 0,1 1 0 0 0,-1 0 0 0 0,0-1 0 0 0,0 1 0 0 0,0-1 0 0 0,-1 1 0 0 0,-1 6 0 0 0,0-4 26 0 0,-1-1 0 0 0,0 0 0 0 0,0 1-1 0 0,0-1 1 0 0,-1 0 0 0 0,0-1 0 0 0,-1 1-1 0 0,1-1 1 0 0,-11 11 0 0 0,4-6-135 0 0,-1-1-1 0 0,0 0 1 0 0,-1 0 0 0 0,1-2 0 0 0,-2 1-1 0 0,1-2 1 0 0,-1 0 0 0 0,-1 0 0 0 0,1-1 0 0 0,-18 4-1 0 0,15-10-1590 0 0,17 0 1487 0 0,-1 0 1 0 0,1 0 0 0 0,-1 0 0 0 0,1 0-1 0 0,-1 0 1 0 0,1 0 0 0 0,-1-1-1 0 0,1 1 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9 139 744 0 0,'8'-7'1308'0'0,"0"-1"0"0"0,0 0 0 0 0,-1 0 0 0 0,0 0 0 0 0,-1-1 0 0 0,0 0 0 0 0,0 0 1 0 0,-1 0-1 0 0,0-1 0 0 0,4-11 0 0 0,-9 21-1230 0 0,0-1 0 0 0,1 1 0 0 0,-1 0 0 0 0,0-1 1 0 0,0 1-1 0 0,0 0 0 0 0,0-1 0 0 0,0 1 0 0 0,1 0 1 0 0,-1-1-1 0 0,0 1 0 0 0,0-1 0 0 0,0 1 0 0 0,0 0 1 0 0,0-1-1 0 0,0 1 0 0 0,0 0 0 0 0,0-1 0 0 0,-1 1 1 0 0,1-1-1 0 0,0 1 0 0 0,0 0 0 0 0,0-1 0 0 0,0 1 1 0 0,0 0-1 0 0,-1-1 0 0 0,-7 4 446 0 0,-9 12-282 0 0,9-2-102 0 0,0 1 0 0 0,1 0 0 0 0,0 0 0 0 0,1 1-1 0 0,1 0 1 0 0,0 0 0 0 0,-3 19 0 0 0,7-27-119 0 0,-1 0 1 0 0,1 1 0 0 0,1-1 0 0 0,0 0-1 0 0,0 1 1 0 0,0-1 0 0 0,1 0 0 0 0,0 1-1 0 0,0-1 1 0 0,1 0 0 0 0,0 0-1 0 0,0 0 1 0 0,0 0 0 0 0,1 0 0 0 0,0-1-1 0 0,1 1 1 0 0,6 9 0 0 0,-6-12-9 0 0,1 1 1 0 0,0-1-1 0 0,0 0 1 0 0,0 0-1 0 0,0-1 1 0 0,1 1-1 0 0,0-1 0 0 0,-1-1 1 0 0,1 1-1 0 0,0-1 1 0 0,0 0-1 0 0,1 0 1 0 0,-1-1-1 0 0,0 1 1 0 0,1-1-1 0 0,9 0 0 0 0,-3-1 10 0 0,0 0 0 0 0,0 0 0 0 0,0-1 0 0 0,-1-1 0 0 0,1 0 0 0 0,0-1 0 0 0,16-5 0 0 0,-23 5-19 0 0,1 0 0 0 0,-1-1-1 0 0,0 1 1 0 0,0-1 0 0 0,0 0 0 0 0,-1-1 0 0 0,1 1 0 0 0,-1-1 0 0 0,0 0 0 0 0,0 0-1 0 0,-1-1 1 0 0,1 0 0 0 0,-1 0 0 0 0,0 0 0 0 0,-1 0 0 0 0,0 0 0 0 0,0-1 0 0 0,0 1-1 0 0,-1-1 1 0 0,0 0 0 0 0,0 0 0 0 0,0 0 0 0 0,-1 0 0 0 0,0 0 0 0 0,-1 0-1 0 0,0-11 1 0 0,0 10 0 0 0,0 0-1 0 0,0-1 1 0 0,-1 1 0 0 0,-1 0-1 0 0,1 0 1 0 0,-2 0-1 0 0,1 0 1 0 0,-1 1-1 0 0,0-1 1 0 0,0 1 0 0 0,-1-1-1 0 0,0 1 1 0 0,0 0-1 0 0,-1 1 1 0 0,0-1-1 0 0,0 1 1 0 0,0 0-1 0 0,-1 0 1 0 0,0 0 0 0 0,0 1-1 0 0,-1 0 1 0 0,1 0-1 0 0,-8-4 1 0 0,9 7-6 0 0,0 0 1 0 0,0 0-1 0 0,0 1 1 0 0,0 0 0 0 0,0 0-1 0 0,0 0 1 0 0,0 0-1 0 0,0 1 1 0 0,0 0-1 0 0,-1 0 1 0 0,1 0-1 0 0,-6 1 1 0 0,1 1-3 0 0,0 1 1 0 0,0 0-1 0 0,1 0 0 0 0,-1 0 1 0 0,-10 7-1 0 0,18-9-14 0 0,-1 0-1 0 0,0 1 0 0 0,1-1 1 0 0,-1 1-1 0 0,1 0 1 0 0,0 0-1 0 0,-1-1 1 0 0,1 2-1 0 0,0-1 1 0 0,0 0-1 0 0,1 0 0 0 0,-1 1 1 0 0,0-1-1 0 0,1 1 1 0 0,-1-1-1 0 0,1 1 1 0 0,0 0-1 0 0,0-1 0 0 0,0 1 1 0 0,0 0-1 0 0,0 0 1 0 0,0 4-1 0 0,1-4-96 0 0,1-1 0 0 0,-1 1-1 0 0,0-1 1 0 0,1 1 0 0 0,-1-1-1 0 0,1 0 1 0 0,0 1 0 0 0,0-1 0 0 0,0 0-1 0 0,0 1 1 0 0,0-1 0 0 0,0 0-1 0 0,1 0 1 0 0,-1 0 0 0 0,1 0 0 0 0,-1 0-1 0 0,1 0 1 0 0,0-1 0 0 0,0 1 0 0 0,0 0-1 0 0,0-1 1 0 0,0 0 0 0 0,0 1-1 0 0,0-1 1 0 0,0 0 0 0 0,5 2 0 0 0,8 2-660 0 0,1 0 1 0 0,0 0-1 0 0,0-2 1 0 0,0 0 0 0 0,25 2-1 0 0,-1-4-2403 0 0,45-3 0 0 0,-46-1 43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1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3372 0 0,'8'-6'810'0'0,"1"-2"0"0"0,-1 1 0 0 0,0-1 0 0 0,-1 0-1 0 0,0 0 1 0 0,0-1 0 0 0,9-16 0 0 0,-2-2 2516 0 0,15-41 0 0 0,-26 62-2783 0 0,0-1 664 0 0,-3 9-476 0 0,-3 19-252 0 0,-9 30-302 0 0,5-25-134 0 0,-24 106 393 0 0,28-111-376 0 0,0 0 1 0 0,1 0 0 0 0,1 0-1 0 0,2 27 1 0 0,0-44-455 0 0,0 1 0 0 0,0 0-1 0 0,0 0 1 0 0,1-1 0 0 0,-1 1 0 0 0,1-1 0 0 0,0 1 0 0 0,0-1 0 0 0,6 8 0 0 0,-7-10 76 0 0,1 0 1 0 0,0 0-1 0 0,-1 0 1 0 0,1 0-1 0 0,0 0 1 0 0,0-1-1 0 0,1 1 1 0 0,-1-1 0 0 0,0 1-1 0 0,0-1 1 0 0,1 0-1 0 0,-1 0 1 0 0,0 0-1 0 0,1 0 1 0 0,-1 0 0 0 0,1 0-1 0 0,0-1 1 0 0,-1 1-1 0 0,1-1 1 0 0,-1 0-1 0 0,6 0 1 0 0,13-1-6776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1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167 114 1264 0 0,'-8'-21'2156'0'0,"-1"2"-476"0"0,-3 2-371 0 0,0 2-265 0 0,0 1-204 0 0,-2 4-164 0 0,2 1-156 0 0,0 2-100 0 0,0 5 144 0 0,-8 4-368 0 0,9 3-192 0 0,1 4-524 0 0,1 1-1076 0 0,2-1-1112 0 0,1 4-737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2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23 1896 0 0,'4'9'6521'0'0,"19"78"1799"0"0,-17-59-7650 0 0,-1 1 0 0 0,1 52 0 0 0,-6-72-589 0 0,0 0 0 0 0,-1 0 1 0 0,0 0-1 0 0,-1 0 0 0 0,0 0 0 0 0,0 0 0 0 0,-7 16 1 0 0,7-20-54 0 0,-1 0 1 0 0,0 0 0 0 0,0 0-1 0 0,0-1 1 0 0,-1 1 0 0 0,1-1-1 0 0,-1 0 1 0 0,0 0 0 0 0,0-1-1 0 0,0 1 1 0 0,-1-1-1 0 0,1 0 1 0 0,-10 5 0 0 0,12-7 1 0 0,-3-3 5 0 0,4 2-35 0 0,1 0 0 0 0,-1 0 1 0 0,1 0-1 0 0,0 0 1 0 0,-1 0-1 0 0,1 0 0 0 0,0 0 1 0 0,-1 0-1 0 0,1 0 0 0 0,-1 0 1 0 0,1 0-1 0 0,0 0 0 0 0,-1-1 1 0 0,1 1-1 0 0,0 0 0 0 0,-1 0 1 0 0,1 0-1 0 0,0 0 1 0 0,-1-1-1 0 0,1 1 0 0 0,0 0 1 0 0,-1 0-1 0 0,1-1 0 0 0,0 1 1 0 0,0 0-1 0 0,-1 0 0 0 0,1-1 1 0 0,0 1-1 0 0,0 0 0 0 0,0-1 1 0 0,0 1-1 0 0,-1-1 0 0 0,1-4-6 0 0,-1-1-1 0 0,1 1 0 0 0,1-1 0 0 0,-1 1 0 0 0,1 0 0 0 0,0-1 0 0 0,0 1 0 0 0,0 0 0 0 0,1 0 0 0 0,0 0 0 0 0,3-7 0 0 0,6-12-43 0 0,16-22 0 0 0,-19 33 35 0 0,7-10-12 0 0,1 0 1 0 0,0 1 0 0 0,2 1 0 0 0,37-35-1 0 0,-40 43 17 0 0,0 1 1 0 0,1 0-1 0 0,1 1 0 0 0,0 0 0 0 0,0 2 0 0 0,1 0 1 0 0,27-10-1 0 0,-42 18 13 0 0,1 0-1 0 0,-1 0 1 0 0,1 0 0 0 0,0 0 0 0 0,-1 1 0 0 0,1 0 0 0 0,0 0 0 0 0,0 0-1 0 0,-1 0 1 0 0,1 0 0 0 0,0 1 0 0 0,-1-1 0 0 0,1 1 0 0 0,0 0 0 0 0,-1 0-1 0 0,1 0 1 0 0,-1 1 0 0 0,1-1 0 0 0,-1 1 0 0 0,0 0 0 0 0,0 0-1 0 0,0 0 1 0 0,0 0 0 0 0,3 4 0 0 0,-2-2 28 0 0,0 0 0 0 0,-1 1-1 0 0,0-1 1 0 0,0 1 0 0 0,-1 0 0 0 0,1 0 0 0 0,-1 0-1 0 0,0 0 1 0 0,0 0 0 0 0,-1 0 0 0 0,1 1 0 0 0,-1-1-1 0 0,0 1 1 0 0,-1-1 0 0 0,1 10 0 0 0,-2 3 66 0 0,-1-1 0 0 0,0 0 0 0 0,-8 24 0 0 0,6-24-389 0 0,0 0 1 0 0,1 0-1 0 0,0 25 1 0 0,3-40-6 0 0,0 0 1 0 0,0 0-1 0 0,0 1 1 0 0,1-1-1 0 0,-1 0 0 0 0,1 0 1 0 0,-1 0-1 0 0,3 4 1 0 0,-3-5-68 0 0,1-1 1 0 0,-1 1 0 0 0,1 0 0 0 0,0 0-1 0 0,7 6-3268 0 0,-7-7 3269 0 0,0 0-1 0 0,0 1 1 0 0,0-1 0 0 0,0 0 0 0 0,0 0-1 0 0,0 1 1 0 0,0-1 0 0 0,0 0 0 0 0,2 0-1 0 0,17 0-4733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2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156 219 3256 0 0,'27'-217'15832'0'0,"-27"215"-15516"0"0,-5 32 494 0 0,-12 54-251 0 0,-3-2 0 0 0,-34 91 0 0 0,-25 95-521 0 0,77-257-343 0 0,0 1 0 0 0,0-1 0 0 0,1 0 0 0 0,0 1 0 0 0,1-1 0 0 0,1 1 0 0 0,1 12 0 0 0,-1-20-17 0 0,0 0 1 0 0,0 0-1 0 0,0 1 1 0 0,1-1-1 0 0,0 0 1 0 0,-1 0-1 0 0,2-1 1 0 0,-1 1 0 0 0,0 0-1 0 0,1-1 1 0 0,-1 1-1 0 0,1-1 1 0 0,0 0-1 0 0,0 0 1 0 0,1 0-1 0 0,-1 0 1 0 0,0-1-1 0 0,1 1 1 0 0,0-1-1 0 0,-1 0 1 0 0,7 3-1 0 0,-3-3 14 0 0,0 1-1 0 0,-1-1 0 0 0,1 0 0 0 0,0-1 0 0 0,0 1 0 0 0,0-2 0 0 0,0 1 0 0 0,0-1 0 0 0,0 0 0 0 0,0 0 0 0 0,0-1 0 0 0,10-1 0 0 0,-8-1 377 0 0,-1 1 0 0 0,0-1 0 0 0,0 0-1 0 0,0-1 1 0 0,0 0 0 0 0,0 0 0 0 0,-1-1-1 0 0,0 0 1 0 0,9-7 0 0 0,-8 5 342 0 0,0 0 0 0 0,-1-1 1 0 0,0 0-1 0 0,-1 0 0 0 0,0-1 0 0 0,0 1 0 0 0,-1-1 1 0 0,1-1-1 0 0,-2 1 0 0 0,0-1 0 0 0,0 1 0 0 0,-1-1 1 0 0,0 0-1 0 0,0-1 0 0 0,-1 1 0 0 0,-1 0 0 0 0,1-12 1 0 0,-2 21-382 0 0,0 0 0 0 0,1 1 0 0 0,-1-1 0 0 0,0 0 0 0 0,0 1 0 0 0,0-1 0 0 0,0 0 0 0 0,0 0 0 0 0,0 1 1 0 0,0-1-1 0 0,-1 0 0 0 0,1 0 0 0 0,0 1 0 0 0,0-1 0 0 0,-1 0 0 0 0,1 1 0 0 0,0-1 0 0 0,-1 0 1 0 0,1 1-1 0 0,0-1 0 0 0,-1 1 0 0 0,1-1 0 0 0,-1 1 0 0 0,1-1 0 0 0,-1 1 0 0 0,1-1 0 0 0,-1 1 1 0 0,1-1-1 0 0,-1 1 0 0 0,0-1 0 0 0,1 1 0 0 0,-1 0 0 0 0,0-1 0 0 0,1 1 0 0 0,-1 0 0 0 0,0 0 1 0 0,0 0-1 0 0,1-1 0 0 0,-1 1 0 0 0,0 0 0 0 0,1 0 0 0 0,-1 0 0 0 0,0 0 0 0 0,0 0 0 0 0,1 0 0 0 0,-2 1 1 0 0,1-1-25 0 0,1 1 1 0 0,-1-1-1 0 0,1 0 1 0 0,-1 1-1 0 0,1-1 1 0 0,0 1 0 0 0,-1 0-1 0 0,1-1 1 0 0,-1 1-1 0 0,1-1 1 0 0,0 1-1 0 0,-1 0 1 0 0,1-1-1 0 0,0 1 1 0 0,0-1 0 0 0,0 1-1 0 0,-1 0 1 0 0,1 0-1 0 0,0-1 1 0 0,0 1-1 0 0,0 0 1 0 0,0-1-1 0 0,0 1 1 0 0,0 0 0 0 0,1 0-1 0 0,1 21 33 0 0,-2-20-30 0 0,5 20 101 0 0,0 0-1 0 0,16 38 1 0 0,-11-35 468 0 0,12 51 1 0 0,-20-69-501 0 0,-1 0 1 0 0,0 0-1 0 0,-1 1 1 0 0,1-1-1 0 0,-2 0 0 0 0,1 1 1 0 0,-1-1-1 0 0,0 0 1 0 0,0 1-1 0 0,-1-1 0 0 0,-4 12 1 0 0,2-11-63 0 0,-1 1 0 0 0,0-1 0 0 0,0 0 0 0 0,-1 0 0 0 0,0 0 0 0 0,0-1 0 0 0,-1 1 1 0 0,0-2-1 0 0,0 1 0 0 0,-14 9 0 0 0,14-12-299 0 0,0 0 1 0 0,0 0 0 0 0,-1 0-1 0 0,1-1 1 0 0,-14 4 0 0 0,16-5-217 0 0,0-1 0 0 0,-1 0 0 0 0,1-1 0 0 0,-1 1 1 0 0,1-1-1 0 0,0 0 0 0 0,-1 0 0 0 0,1-1 0 0 0,-6-1 0 0 0,7 1-283 0 0,0 0-1 0 0,1-1 0 0 0,-1 1 1 0 0,0-1-1 0 0,1 0 0 0 0,-1 0 1 0 0,-3-3-1 0 0,-10-7-4440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2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15 213 980 0 0,'-5'-15'3011'0'0,"3"9"-1712"0"0,1 1 0 0 0,-1-1 0 0 0,1 1 0 0 0,0-1 0 0 0,-1-9 0 0 0,2 13-1126 0 0,0 0 0 0 0,0 0 0 0 0,1 0 0 0 0,-1 0 0 0 0,1 0 0 0 0,-1 0 0 0 0,1 0 0 0 0,0 0 0 0 0,-1 0-1 0 0,1 1 1 0 0,0-1 0 0 0,0 0 0 0 0,1 1 0 0 0,-1-1 0 0 0,0 0 0 0 0,0 1 0 0 0,1-1 0 0 0,-1 1 0 0 0,1 0 0 0 0,2-2 0 0 0,9-6 74 0 0,0 2 0 0 0,0-1-1 0 0,1 1 1 0 0,0 1 0 0 0,0 1 0 0 0,23-6 0 0 0,95-16-505 0 0,-88 20-337 0 0,130-19-7494 0 0,-114 22 2290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37 968 0 0,'-17'-12'5368'0'0,"17"12"-5275"0"0,0-1 0 0 0,-1 1 1 0 0,1 0-1 0 0,0 0 0 0 0,0 0 0 0 0,0-1 1 0 0,-1 1-1 0 0,1 0 0 0 0,0-1 0 0 0,0 1 1 0 0,0 0-1 0 0,0 0 0 0 0,0-1 0 0 0,-1 1 1 0 0,1 0-1 0 0,0-1 0 0 0,0 1 0 0 0,0 0 1 0 0,0 0-1 0 0,0-1 0 0 0,0 1 0 0 0,0 0 1 0 0,0-1-1 0 0,0 1 0 0 0,0 0 0 0 0,0-1 1 0 0,0 1-1 0 0,0 0 0 0 0,1-1 0 0 0,-1 1 1 0 0,0 0-1 0 0,0 0 0 0 0,0-1 0 0 0,0 1 1 0 0,0 0-1 0 0,1 0 0 0 0,-1-1 0 0 0,0 1 0 0 0,0 0 1 0 0,1 0-1 0 0,-1-1 0 0 0,0 1 0 0 0,0 0 1 0 0,1 0-1 0 0,-1 0 0 0 0,0 0 0 0 0,1-1 1 0 0,0 1-37 0 0,0 0 0 0 0,0-1 0 0 0,0 1 0 0 0,0 0 0 0 0,0 0 0 0 0,1 0 0 0 0,-1 0 0 0 0,0 0 0 0 0,0 0 0 0 0,0 0 0 0 0,0 1 1 0 0,0-1-1 0 0,0 0 0 0 0,0 1 0 0 0,0-1 0 0 0,2 1 0 0 0,0 0 86 0 0,10 3 30 0 0,1 1 0 0 0,0 0 0 0 0,-1 1-1 0 0,0 1 1 0 0,-1 0 0 0 0,1 1 0 0 0,-1 0 0 0 0,-1 0 0 0 0,1 1-1 0 0,-2 1 1 0 0,1 0 0 0 0,-1 1 0 0 0,-1 0 0 0 0,0 0 0 0 0,0 1-1 0 0,-1 0 1 0 0,7 16 0 0 0,-12-22-101 0 0,-1 1 0 0 0,0-1 0 0 0,0 1 0 0 0,0 0 0 0 0,-1 0 1 0 0,0 0-1 0 0,-1 0 0 0 0,0-1 0 0 0,0 1 0 0 0,0 0 0 0 0,-1 0 0 0 0,0 0 0 0 0,0 0 0 0 0,0 0 0 0 0,-1 0 0 0 0,-5 11 0 0 0,-2 3 97 0 0,-2 0 0 0 0,0-1 0 0 0,-23 31-1 0 0,26-38 20 0 0,18-18-126 0 0,1-3-71 0 0,28-20 7 0 0,-1-1-1 0 0,62-62 1 0 0,57-80 93 0 0,-143 155-72 0 0,66-74 1408 0 0,-79 89-1219 0 0,-3 3-82 0 0,-11 9-41 0 0,-18 20-34 0 0,0 6-9 0 0,1 1 0 0 0,1 2 0 0 0,3 1 0 0 0,-23 47-1 0 0,46-82-35 0 0,0 0-1 0 0,0 0 1 0 0,1 1-1 0 0,0-1 1 0 0,0 0-1 0 0,0 1 1 0 0,1 0-1 0 0,0-1 0 0 0,1 1 1 0 0,-1 0-1 0 0,1-1 1 0 0,2 11-1 0 0,-2-13-16 0 0,1 0 0 0 0,0-1 1 0 0,1 1-1 0 0,-1 0 0 0 0,1-1 0 0 0,0 1 0 0 0,0-1 0 0 0,0 0 0 0 0,0 0 0 0 0,0 0 0 0 0,1 0 0 0 0,-1 0 0 0 0,1 0 1 0 0,0 0-1 0 0,0-1 0 0 0,0 0 0 0 0,0 1 0 0 0,0-1 0 0 0,1 0 0 0 0,-1-1 0 0 0,1 1 0 0 0,6 2 0 0 0,0-1-440 0 0,1 1 0 0 0,-1-2-1 0 0,1 0 1 0 0,0 0 0 0 0,0-1-1 0 0,17 0 1 0 0,-10-2-1650 0 0,1-1 1 0 0,-1 0 0 0 0,21-6-1 0 0,-2-1-3140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3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0 129 452 0 0,'7'-41'9920'0'0,"-1"7"-2162"0"0,-1 13-5319 0 0,-4 20-2372 0 0,0 0 0 0 0,-1 0 0 0 0,1 0 0 0 0,0 0 0 0 0,-1 0 0 0 0,1 0 0 0 0,0 0 0 0 0,0 0 0 0 0,0 0 0 0 0,0 0 0 0 0,0 1 0 0 0,0-1 0 0 0,0 1 0 0 0,0-1 0 0 0,0 0 0 0 0,1 1 0 0 0,-1 0 1 0 0,0-1-1 0 0,0 1 0 0 0,2-1 0 0 0,28-3 76 0 0,-21 3-24 0 0,102-10 257 0 0,-40 13-3487 0 0,-64-1 818 0 0,0 0 1525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3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1 556 0 0,'-129'59'14949'0'0,"127"-58"-14278"0"0,2 0-615 0 0,1-1 0 0 0,-1 1 1 0 0,0 0-1 0 0,1-1 0 0 0,-1 1 0 0 0,0-1 0 0 0,1 1 0 0 0,-1-1 0 0 0,1 1 1 0 0,-1-1-1 0 0,1 1 0 0 0,-1-1 0 0 0,1 1 0 0 0,-1-1 0 0 0,1 0 0 0 0,0 1 1 0 0,-1-1-1 0 0,1 0 0 0 0,0 1 0 0 0,-1-1 0 0 0,1 0 0 0 0,-1 0 0 0 0,1 0 0 0 0,1 0 1 0 0,46-2-477 0 0,92-16 0 0 0,-13-7-7315 0 0,-68 10 1134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4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86 2416 0 0,'-7'-11'1773'0'0,"0"-1"0"0"0,0 2-1 0 0,-1-1 1 0 0,-1 1 0 0 0,0 0 0 0 0,-11-9-1 0 0,19 19-1717 0 0,0-1-1 0 0,0 1 1 0 0,-1-1-1 0 0,1 1 1 0 0,0 0-1 0 0,0-1 1 0 0,-1 1-1 0 0,1 0 1 0 0,0 0-1 0 0,-1 0 1 0 0,1 0-1 0 0,0 0 0 0 0,-1 0 1 0 0,1 1-1 0 0,0-1 1 0 0,0 0-1 0 0,-1 1 1 0 0,1-1-1 0 0,0 1 1 0 0,0-1-1 0 0,0 1 1 0 0,-2 0-1 0 0,-22 16 529 0 0,25-17-582 0 0,-18 15 255 0 0,1 1 0 0 0,1 0-1 0 0,1 2 1 0 0,0 0 0 0 0,1 0-1 0 0,1 2 1 0 0,1-1 0 0 0,-10 24-1 0 0,-9 23 149 0 0,-26 86-1 0 0,22-44-215 0 0,5 1 0 0 0,-16 119 0 0 0,32-94-11 0 0,14-116-370 0 0,0 1 1 0 0,1-1-1 0 0,1 0 1 0 0,1 0-1 0 0,6 24 1 0 0,-7-37-95 0 0,0 0 0 0 0,0 0 0 0 0,0-1 1 0 0,0 1-1 0 0,1-1 0 0 0,-1 0 0 0 0,1 1 0 0 0,1-1 1 0 0,-1 0-1 0 0,0-1 0 0 0,1 1 0 0 0,5 4 0 0 0,-6-6-419 0 0,0 0-1 0 0,1 0 1 0 0,-1 0-1 0 0,1 0 1 0 0,-1-1-1 0 0,1 1 1 0 0,0-1-1 0 0,0 0 0 0 0,0 0 1 0 0,5 0-1 0 0,10 0-4744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4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0 478 1984 0 0,'1'-2'84'0'0,"3"-54"2828"0"0,3-1-1 0 0,20-76 1 0 0,-22 116-2648 0 0,0 2 0 0 0,0-1 0 0 0,2 0 0 0 0,0 1 0 0 0,1 0 0 0 0,0 1 0 0 0,1 0 0 0 0,1 0 0 0 0,0 1 0 0 0,1 0 0 0 0,0 1 0 0 0,25-20 0 0 0,-33 29-237 0 0,1 0-1 0 0,-1 1 1 0 0,1 0 0 0 0,0 0 0 0 0,0 0 0 0 0,0 0 0 0 0,0 0 0 0 0,0 1 0 0 0,0 0 0 0 0,1 0 0 0 0,-1 0 0 0 0,0 0 0 0 0,0 1 0 0 0,1-1-1 0 0,-1 1 1 0 0,1 0 0 0 0,-1 1 0 0 0,0-1 0 0 0,1 1 0 0 0,4 1 0 0 0,-5-1-17 0 0,0 1 0 0 0,0 0 1 0 0,-1 0-1 0 0,1 0 0 0 0,-1 0 0 0 0,0 1 1 0 0,1-1-1 0 0,-1 1 0 0 0,0 0 0 0 0,-1 0 1 0 0,1 0-1 0 0,0 0 0 0 0,-1 0 0 0 0,1 0 1 0 0,-1 1-1 0 0,0-1 0 0 0,0 1 0 0 0,-1 0 1 0 0,1 0-1 0 0,-1 0 0 0 0,2 7 0 0 0,-1 2 5 0 0,0 0 1 0 0,0 0-1 0 0,-1 0 0 0 0,-1 0 0 0 0,-1 0 0 0 0,1 1 0 0 0,-2-1 0 0 0,0 0 0 0 0,-1 0 0 0 0,-4 13 0 0 0,-8 18 61 0 0,-31 64 0 0 0,20-51 20 0 0,25-55-78 0 0,11-8-4 0 0,-3-2-15 0 0,0-1 1 0 0,-1 0 0 0 0,0 0-1 0 0,6-14 1 0 0,8-11-12 0 0,90-146 290 0 0,-82 133 702 0 0,4-9 1613 0 0,-31 54-2290 0 0,-14 13-95 0 0,3 4-151 0 0,0 0 0 0 0,0 0 0 0 0,2 1 0 0 0,0 0 0 0 0,0 1 0 0 0,-9 33 0 0 0,7-21-20 0 0,0-1 27 0 0,1 0 1 0 0,1 1 0 0 0,-4 34 0 0 0,10-55-149 0 0,1 1 0 0 0,1-1-1 0 0,-1 0 1 0 0,1 0-1 0 0,1 0 1 0 0,0 1 0 0 0,0-1-1 0 0,0 0 1 0 0,1 0-1 0 0,0 0 1 0 0,1 0 0 0 0,-1-1-1 0 0,2 1 1 0 0,-1-1 0 0 0,1 1-1 0 0,6 8 1 0 0,-6-11-373 0 0,1-1 0 0 0,-1 1 1 0 0,1-1-1 0 0,0-1 0 0 0,0 1 0 0 0,0 0 1 0 0,0-1-1 0 0,1 0 0 0 0,0-1 0 0 0,-1 1 1 0 0,1-1-1 0 0,8 2 0 0 0,-7-2-556 0 0,0-1 1 0 0,1 0-1 0 0,-1 0 1 0 0,0 0-1 0 0,1-1 0 0 0,7-1 1 0 0,2-2-2638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4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5849 0 0,'12'-13'2393'0'0,"0"0"1"0"0,0 0 0 0 0,12-21-1 0 0,2 0 3122 0 0,-26 35-5451 0 0,1 0-1 0 0,0-1 1 0 0,0 1 0 0 0,0 0 0 0 0,-1 0-1 0 0,1 0 1 0 0,-1 0 0 0 0,1 0 0 0 0,0 0-1 0 0,-1 0 1 0 0,0 0 0 0 0,1 1 0 0 0,-3 26 298 0 0,-1-1-1 0 0,-13 50 1 0 0,8-41-184 0 0,0-1-180 0 0,1-10-807 0 0,-2 30 1 0 0,8-47-279 0 0,0 1 0 0 0,1-1 0 0 0,1 0 0 0 0,1 12 0 0 0,2-7-4230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62 836 0 0,'32'-62'15030'0'0,"-51"115"-13449"0"0,-19 17-1605 0 0,-58 82-1 0 0,90-142-309 0 0,-8 9-696 0 0,-2 5-1362 0 0,6-7-2033 0 0,0-1-2388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5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45 232 2636 0 0,'3'-15'2004'0'0,"-1"2"207"0"0,0 0 0 0 0,7-17 0 0 0,-8 27-1980 0 0,0 0-1 0 0,0 0 1 0 0,0 0 0 0 0,1 0 0 0 0,-1 1 0 0 0,1-1 0 0 0,0 1 0 0 0,0-1 0 0 0,0 1 0 0 0,0 0 0 0 0,0 0 0 0 0,0 0 0 0 0,0 0 0 0 0,1 0-1 0 0,3-2 1 0 0,-4 3-181 0 0,1 0-1 0 0,-1 0 1 0 0,0 0 0 0 0,0 0-1 0 0,1 0 1 0 0,-1 1-1 0 0,1-1 1 0 0,-1 1-1 0 0,0 0 1 0 0,1 0-1 0 0,-1 0 1 0 0,1 0-1 0 0,-1 0 1 0 0,0 0-1 0 0,1 1 1 0 0,-1-1 0 0 0,1 1-1 0 0,-1 0 1 0 0,0-1-1 0 0,0 1 1 0 0,1 0-1 0 0,-1 0 1 0 0,0 1-1 0 0,0-1 1 0 0,0 0-1 0 0,0 1 1 0 0,0-1-1 0 0,-1 1 1 0 0,1 0 0 0 0,0 0-1 0 0,1 2 1 0 0,1 0 32 0 0,-1 1 1 0 0,0-1 0 0 0,-1 1-1 0 0,1 0 1 0 0,-1-1 0 0 0,0 1-1 0 0,0 0 1 0 0,0 1 0 0 0,-1-1 0 0 0,0 0-1 0 0,0 0 1 0 0,0 11 0 0 0,-2 1 57 0 0,0 0-1 0 0,-2 0 1 0 0,0 0 0 0 0,-1 0 0 0 0,0 0 0 0 0,-1-1 0 0 0,-1 0 0 0 0,-14 25 0 0 0,6-15-50 0 0,-1 0 0 0 0,-2-1 0 0 0,0-1 0 0 0,-25 25-1 0 0,29-33-21 0 0,10-11-46 0 0,0-2 0 0 0,0 1 0 0 0,0 0 0 0 0,-1 0 0 0 0,-5 3 0 0 0,8-6 14 0 0,1-2-34 0 0,0 0 0 0 0,0-1 0 0 0,0 1 0 0 0,0 0 0 0 0,1 0 0 0 0,-1 0 0 0 0,1-1 0 0 0,-1 1 0 0 0,1 0 0 0 0,-1 0 0 0 0,1 0 0 0 0,0 0 0 0 0,1-2 0 0 0,366-452-44 0 0,-350 432 41 0 0,41-53 20 0 0,-58 74-9 0 0,-1 2-9 0 0,0 0-1 0 0,0 0 0 0 0,0 0 0 0 0,0 0 1 0 0,0-1-1 0 0,0 1 0 0 0,0 0 0 0 0,0 0 0 0 0,0 0 1 0 0,0 0-1 0 0,0-1 0 0 0,0 1 0 0 0,0 0 1 0 0,0 0-1 0 0,0 0 0 0 0,0 0 0 0 0,0 0 1 0 0,0-1-1 0 0,0 1 0 0 0,0 0 0 0 0,-1 0 0 0 0,1 0 1 0 0,0 0-1 0 0,0 0 0 0 0,0 0 0 0 0,0-1 1 0 0,0 1-1 0 0,0 0 0 0 0,-1 0 0 0 0,1 0 0 0 0,0 0 1 0 0,0 0-1 0 0,0 0 0 0 0,0 0 0 0 0,0 0 1 0 0,-1 0-1 0 0,1 0 0 0 0,0 0 0 0 0,0 0 0 0 0,0 0 1 0 0,0 0-1 0 0,-1 0 0 0 0,1 0 0 0 0,0 0 1 0 0,0 0-1 0 0,-11 5 11 0 0,-12 14 17 0 0,20-16-18 0 0,-15 15 59 0 0,0 1 1 0 0,2 1 0 0 0,0 0-1 0 0,1 1 1 0 0,1 1 0 0 0,2 1 0 0 0,0-1-1 0 0,1 2 1 0 0,-10 29 0 0 0,19-47-79 0 0,0 0 0 0 0,0 1 0 0 0,1-1 0 0 0,-1 1 0 0 0,1-1 0 0 0,1 1 0 0 0,-1-1 0 0 0,1 1 0 0 0,0 0 0 0 0,1-1 0 0 0,0 1 0 0 0,0-1 0 0 0,0 1 0 0 0,1-1 0 0 0,0 0 0 0 0,0 1 0 0 0,0-1 0 0 0,1 0 0 0 0,0 0 0 0 0,6 9 0 0 0,-5-10-516 0 0,1 0 0 0 0,-1 0 0 0 0,1 0 0 0 0,0-1 0 0 0,8 6 0 0 0,-6-5-968 0 0,0-1 1 0 0,0 0-1 0 0,0-1 0 0 0,13 5 1 0 0,2-1-5645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82 120 0 0,'-10'-20'4497'0'0,"-16"-34"6361"0"0,26 54-10820 0 0,0-1-1 0 0,0 1 1 0 0,0 0 0 0 0,0-1 0 0 0,0 1-1 0 0,1 0 1 0 0,-1-1 0 0 0,0 1 0 0 0,0 0 0 0 0,0-1-1 0 0,0 1 1 0 0,0 0 0 0 0,0 0 0 0 0,1-1 0 0 0,-1 1-1 0 0,0 0 1 0 0,0 0 0 0 0,0-1 0 0 0,1 1 0 0 0,-1 0-1 0 0,0 0 1 0 0,0-1 0 0 0,1 1 0 0 0,-1 0 0 0 0,0 0-1 0 0,1 0 1 0 0,-1 0 0 0 0,0 0 0 0 0,1-1-1 0 0,-1 1 1 0 0,0 0 0 0 0,0 0 0 0 0,1 0 0 0 0,-1 0-1 0 0,0 0 1 0 0,1 0 0 0 0,-1 0 0 0 0,0 0 0 0 0,1 0-1 0 0,-1 0 1 0 0,0 0 0 0 0,1 0 0 0 0,-1 0 0 0 0,1 1-1 0 0,18 2 685 0 0,-15-1-561 0 0,0 1 1 0 0,-1-1-1 0 0,1 0 0 0 0,-1 1 0 0 0,1 0 1 0 0,-1 0-1 0 0,0 0 0 0 0,0 0 0 0 0,0 1 1 0 0,-1-1-1 0 0,1 1 0 0 0,-1-1 0 0 0,0 1 1 0 0,0 0-1 0 0,0 0 0 0 0,0 0 1 0 0,-1 0-1 0 0,1 0 0 0 0,-1 1 0 0 0,0-1 1 0 0,0 0-1 0 0,-1 1 0 0 0,0-1 0 0 0,1 0 1 0 0,-1 1-1 0 0,-1-1 0 0 0,1 0 0 0 0,-1 1 1 0 0,1-1-1 0 0,-1 0 0 0 0,0 0 1 0 0,-4 8-1 0 0,-6 14 718 0 0,-2 0 1 0 0,-1-1-1 0 0,0 0 1 0 0,-34 41 0 0 0,10-16-258 0 0,37-50-615 0 0,1 1 0 0 0,0-1 0 0 0,0 0 0 0 0,-1 0 1 0 0,1 1-1 0 0,0-1 0 0 0,-1 0 0 0 0,1 1 1 0 0,0-1-1 0 0,0 0 0 0 0,0 0 0 0 0,-1 1 0 0 0,1-1 1 0 0,0 1-1 0 0,0-1 0 0 0,0 0 0 0 0,0 1 1 0 0,0-1-1 0 0,0 0 0 0 0,0 1 0 0 0,0-1 0 0 0,0 1 1 0 0,0-1-1 0 0,0 0 0 0 0,0 1 0 0 0,0-1 1 0 0,0 0-1 0 0,0 1 0 0 0,0-1 0 0 0,0 1 0 0 0,0-1 1 0 0,0 0-1 0 0,1 1 0 0 0,-1-1 0 0 0,0 0 1 0 0,0 1-1 0 0,0-1 0 0 0,1 0 0 0 0,-1 1 0 0 0,0-1 1 0 0,0 0-1 0 0,1 0 0 0 0,-1 1 0 0 0,0-1 1 0 0,1 0-1 0 0,-1 0 0 0 0,0 0 0 0 0,1 1 0 0 0,-1-1 1 0 0,0 0-1 0 0,1 0 0 0 0,-1 0 0 0 0,0 0 0 0 0,1 0 1 0 0,-1 0-1 0 0,0 0 0 0 0,1 0 0 0 0,0 0 1 0 0,20 1 111 0 0,6-6-726 0 0,1-2 1 0 0,-1 0-1 0 0,-1-2 1 0 0,0-1-1 0 0,44-23 0 0 0,-37 18-677 0 0,75-41-4410 0 0,-29 15-2259 0 0,-32 19 144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6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 2248 0 0,'1'6'10468'0'0,"-10"12"-5790"0"0,-19 29-2811 0 0,17-30-134 0 0,-45 80 763 0 0,0 0-2257 0 0,17-34-3743 0 0,27-48 433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6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81 252 1296 0 0,'19'-54'5913'0'0,"24"-58"4251"0"0,-42 111-10102 0 0,0-1 0 0 0,0 1-1 0 0,-1 0 1 0 0,1-1 0 0 0,0 1 0 0 0,0 0-1 0 0,0-1 1 0 0,1 1 0 0 0,-1 0 0 0 0,0 0 0 0 0,0 0-1 0 0,1 0 1 0 0,-1 0 0 0 0,0 0 0 0 0,1 1-1 0 0,-1-1 1 0 0,1 0 0 0 0,-1 1 0 0 0,1-1 0 0 0,0 1-1 0 0,-1-1 1 0 0,1 1 0 0 0,-1 0 0 0 0,1 0 0 0 0,0 0-1 0 0,-1 0 1 0 0,1 0 0 0 0,0 0 0 0 0,-1 0-1 0 0,1 0 1 0 0,2 1 0 0 0,-1 0-20 0 0,1 0 1 0 0,-1 0-1 0 0,1 1 0 0 0,-1-1 0 0 0,0 1 0 0 0,0 0 1 0 0,0 0-1 0 0,0 0 0 0 0,0 0 0 0 0,0 0 0 0 0,0 0 1 0 0,-1 1-1 0 0,4 3 0 0 0,-2 0 25 0 0,0 1-1 0 0,0-1 1 0 0,-1 1-1 0 0,1 0 0 0 0,-2 0 1 0 0,1 0-1 0 0,-1 0 1 0 0,0 0-1 0 0,0 0 1 0 0,-1 1-1 0 0,0-1 1 0 0,-1 1-1 0 0,1-1 1 0 0,-1 1-1 0 0,-1-1 1 0 0,1 1-1 0 0,-1-1 1 0 0,-1 1-1 0 0,1-1 0 0 0,-1 0 1 0 0,-1 0-1 0 0,-3 10 1 0 0,-2-1 44 0 0,0 1 0 0 0,-1-2-1 0 0,0 1 1 0 0,-2-1 0 0 0,0 0 0 0 0,0-1 0 0 0,-1-1 0 0 0,-15 13-1 0 0,-117 88 1277 0 0,142-113-1231 0 0,19-9-76 0 0,23-14-52 0 0,-1-1 1 0 0,-1-2 0 0 0,50-45-1 0 0,92-99-69 0 0,-153 142-2 0 0,5-3 6 0 0,-3-1-1 0 0,0-1 1 0 0,35-53-1 0 0,-63 83 16 0 0,-1 2 22 0 0,0 0 0 0 0,0 0 0 0 0,0 0 0 0 0,0-1 0 0 0,0 1 0 0 0,0 0 0 0 0,0 0 0 0 0,0 0-1 0 0,0-1 1 0 0,0 1 0 0 0,0 0 0 0 0,0 0 0 0 0,0-1 0 0 0,0 1 0 0 0,0 0 0 0 0,0 0 0 0 0,0 0 0 0 0,0-1 0 0 0,0 1 0 0 0,-1 0-1 0 0,1 0 1 0 0,0 0 0 0 0,0 0 0 0 0,0-1 0 0 0,0 1 0 0 0,-1 0 0 0 0,1 0 0 0 0,0 0 0 0 0,0 0 0 0 0,0 0 0 0 0,0 0 0 0 0,-1 0-1 0 0,1-1 1 0 0,0 1 0 0 0,0 0 0 0 0,0 0 0 0 0,-1 0 0 0 0,1 0 0 0 0,0 0 0 0 0,0 0 0 0 0,-1 0 0 0 0,1 0 0 0 0,0 0 0 0 0,0 0 0 0 0,0 0-1 0 0,-1 0 1 0 0,-13 7 43 0 0,-10 13 9 0 0,5-2-35 0 0,0 2 1 0 0,2 0-1 0 0,0 0 0 0 0,1 2 1 0 0,1 0-1 0 0,1 0 0 0 0,2 2 1 0 0,0-1-1 0 0,-10 30 0 0 0,20-46-40 0 0,0 0 1 0 0,0 1-1 0 0,1-1 0 0 0,0 0 0 0 0,0 1 0 0 0,1-1 1 0 0,0 0-1 0 0,0 1 0 0 0,1-1 0 0 0,1 8 0 0 0,0-10-248 0 0,-1-1 0 0 0,0 0 0 0 0,1 0 0 0 0,0 0 0 0 0,0 0 0 0 0,0 0 0 0 0,0 0 0 0 0,1-1-1 0 0,-1 1 1 0 0,1-1 0 0 0,0 1 0 0 0,0-1 0 0 0,0 0 0 0 0,0 0 0 0 0,1 0 0 0 0,0-1 0 0 0,-1 1 0 0 0,6 1-1 0 0,-4-1-252 0 0,0 0-1021 0 0,1 0 1 0 0,0 0 0 0 0,1 0-1 0 0,-1-1 1 0 0,9 2 0 0 0,5-1-5072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95 2684 0 0,'2'-37'9256'0'0,"-1"5"-4691"0"0,-1 31-4495 0 0,1 0 0 0 0,-1 0-1 0 0,0 0 1 0 0,0 0 0 0 0,1 0 0 0 0,-1 0 0 0 0,0 0 0 0 0,1 1 0 0 0,-1-1-1 0 0,1 0 1 0 0,0 0 0 0 0,-1 0 0 0 0,1 0 0 0 0,-1 1 0 0 0,1-1 0 0 0,0 0-1 0 0,0 0 1 0 0,0 1 0 0 0,-1-1 0 0 0,1 1 0 0 0,0-1 0 0 0,0 1 0 0 0,0-1-1 0 0,0 1 1 0 0,0-1 0 0 0,0 1 0 0 0,2-1 0 0 0,23-3 271 0 0,-25 4-283 0 0,2 0-39 0 0,0 0-1 0 0,0 0 1 0 0,0 0 0 0 0,0 1-1 0 0,0-1 1 0 0,0 1-1 0 0,0 0 1 0 0,0 0-1 0 0,0 0 1 0 0,0 0-1 0 0,-1 1 1 0 0,1-1-1 0 0,0 1 1 0 0,-1-1 0 0 0,1 1-1 0 0,-1 0 1 0 0,0 0-1 0 0,0 0 1 0 0,0 0-1 0 0,3 3 1 0 0,-5-4-15 0 0,0 0 1 0 0,1 0 0 0 0,-1 0-1 0 0,0 0 1 0 0,1 1 0 0 0,-1-1-1 0 0,0 0 1 0 0,0 0-1 0 0,0 0 1 0 0,0 0 0 0 0,0 0-1 0 0,0 1 1 0 0,0-1 0 0 0,-1 0-1 0 0,1 0 1 0 0,0 0 0 0 0,-1 0-1 0 0,1 0 1 0 0,0 0-1 0 0,-1 0 1 0 0,-1 2 0 0 0,-13 19 26 0 0,12-20-29 0 0,-10 11 32 0 0,-20 25-1 0 0,33-37-32 0 0,-1 0 0 0 0,1-1 0 0 0,-1 1 0 0 0,1 0 0 0 0,-1 0 0 0 0,1 0 0 0 0,-1-1 0 0 0,1 1 0 0 0,0 0 0 0 0,0 0 0 0 0,-1 0 0 0 0,1 0 0 0 0,0 0 0 0 0,0 0 0 0 0,0 0 0 0 0,0 0 0 0 0,0 0 0 0 0,0-1 0 0 0,0 1 0 0 0,0 0 0 0 0,0 0 1 0 0,0 0-1 0 0,1 0 0 0 0,-1 0 0 0 0,0 0 0 0 0,1 0 0 0 0,-1-1 0 0 0,1 1 0 0 0,-1 0 0 0 0,1 0 0 0 0,-1 0 0 0 0,1-1 0 0 0,-1 1 0 0 0,1 0 0 0 0,0-1 0 0 0,-1 1 0 0 0,1 0 0 0 0,0-1 0 0 0,0 1 0 0 0,-1-1 0 0 0,1 1 0 0 0,0-1 0 0 0,0 0 0 0 0,0 1 0 0 0,0-1 0 0 0,0 0 0 0 0,1 1 0 0 0,6 2 44 0 0,0-1-1 0 0,1 1 1 0 0,16 1-1 0 0,-19-3 66 0 0,25 4 357 0 0,-1 1 0 0 0,29 11 0 0 0,-51-14-266 0 0,1 0 0 0 0,-1 0-1 0 0,1 1 1 0 0,-1 1 0 0 0,0-1 0 0 0,-1 1-1 0 0,1 1 1 0 0,-1-1 0 0 0,0 1-1 0 0,-1 1 1 0 0,9 9 0 0 0,-14-15-43 0 0,1 1 0 0 0,-1-1 0 0 0,0 1 0 0 0,0 0 1 0 0,0 0-1 0 0,0 0 0 0 0,0-1 0 0 0,-1 1 0 0 0,1 0 0 0 0,0 0 0 0 0,-1 0 1 0 0,0 0-1 0 0,1 0 0 0 0,-1 0 0 0 0,0 0 0 0 0,0 0 0 0 0,0 0 0 0 0,0 1 0 0 0,-1-1 1 0 0,0 3-1 0 0,0-3-22 0 0,0 1 0 0 0,0 0 1 0 0,-1 0-1 0 0,0 0 0 0 0,1-1 0 0 0,-1 1 1 0 0,0-1-1 0 0,0 0 0 0 0,-1 1 1 0 0,1-1-1 0 0,0 0 0 0 0,-4 2 0 0 0,-7 4 92 0 0,0 0 0 0 0,-1 0 0 0 0,-1-1 0 0 0,-17 5 0 0 0,26-10-170 0 0,-23 8 54 0 0,0-1 0 0 0,0-2 0 0 0,-1 0 0 0 0,1-3-1 0 0,-40 2 1 0 0,42-5-1403 0 0,0-1-1 0 0,1-2 1 0 0,-38-7-1 0 0,59 8 667 0 0,0 0 0 0 0,1 0 0 0 0,0-1-1 0 0,-1 1 1 0 0,1-1 0 0 0,0 0 0 0 0,-7-4-1 0 0,9 4-319 0 0,-15-18-6616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7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842 59 3076 0 0,'53'-59'12323'0'0,"-41"66"-10499"0"0,-11-7-1748 0 0,0 0 0 0 0,0 0 0 0 0,0 1 0 0 0,0-1 0 0 0,0 1 0 0 0,0-1-1 0 0,0 1 1 0 0,0-1 0 0 0,0 1 0 0 0,0 0 0 0 0,0 0 0 0 0,0-1 0 0 0,0 1 0 0 0,-1 0 0 0 0,2 1 0 0 0,9 15 634 0 0,-1 1 0 0 0,0 0 0 0 0,-2 0-1 0 0,0 1 1 0 0,-1 0 0 0 0,-1 0 0 0 0,-1 1 0 0 0,5 31 0 0 0,-5-10-160 0 0,-2 0 0 0 0,-1 1 0 0 0,-5 49-1 0 0,-5-21-175 0 0,-2 0 0 0 0,-4 0 0 0 0,-2-1 0 0 0,-47 122-1 0 0,20-90-251 0 0,-5-2-1 0 0,-83 132 1 0 0,83-158-492 0 0,-3-2 1 0 0,-111 118-1 0 0,118-145-1780 0 0,-71 53 0 0 0,74-68-1398 0 0,0-2 0 0 0,-56 28 0 0 0,24-22-7255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386 101 2076 0 0,'8'-27'4184'0'0,"8"-32"2297"0"0,-16 59-6449 0 0,0-1 1 0 0,0 1 0 0 0,0-1 0 0 0,0 0 0 0 0,0 1 0 0 0,0-1 0 0 0,0 1 0 0 0,-1-1 0 0 0,1 1 0 0 0,0-1 0 0 0,0 0 0 0 0,0 1 0 0 0,-1-1 0 0 0,1 1 0 0 0,0-1 0 0 0,-1 1 0 0 0,1-1 0 0 0,0 1 0 0 0,-1-1 0 0 0,1 1 0 0 0,-1 0 0 0 0,1-1 0 0 0,-1 1 0 0 0,1-1 0 0 0,-1 1 0 0 0,1 0 0 0 0,-1-1 0 0 0,1 1 0 0 0,-1 0 0 0 0,1 0 0 0 0,-1 0-1 0 0,0-1 1 0 0,1 1 0 0 0,-1 0 0 0 0,1 0 0 0 0,-1 0 0 0 0,0 0 0 0 0,1 0 0 0 0,-2 0 0 0 0,-18 1 74 0 0,19-1-82 0 0,-12 4 23 0 0,0 0 0 0 0,0 0 1 0 0,1 1-1 0 0,-1 1 0 0 0,1 0 0 0 0,0 1 0 0 0,1 0 0 0 0,-16 13 0 0 0,5-5 6 0 0,-8 5 17 0 0,-44 39 1 0 0,64-49-62 0 0,0-1 1 0 0,1 2 0 0 0,0 0-1 0 0,0 0 1 0 0,1 0 0 0 0,0 1-1 0 0,-6 15 1 0 0,12-24-3 0 0,1-1 1 0 0,1 1-1 0 0,-1-1 1 0 0,0 1-1 0 0,1 0 0 0 0,-1-1 1 0 0,1 1-1 0 0,0 0 0 0 0,0-1 1 0 0,0 1-1 0 0,0 0 1 0 0,0-1-1 0 0,0 1 0 0 0,1 0 1 0 0,-1-1-1 0 0,1 1 0 0 0,0 0 1 0 0,0-1-1 0 0,0 1 1 0 0,0-1-1 0 0,1 1 0 0 0,-1-1 1 0 0,0 0-1 0 0,1 0 0 0 0,0 1 1 0 0,-1-1-1 0 0,1 0 1 0 0,0-1-1 0 0,0 1 0 0 0,0 0 1 0 0,1 0-1 0 0,2 1 0 0 0,8 5 119 0 0,1 0 0 0 0,0-1 0 0 0,0 0 0 0 0,22 6 0 0 0,-16-6 55 0 0,10 4 156 0 0,30 11-172 0 0,-57-20-58 0 0,1 0 0 0 0,-1 0-1 0 0,0 0 1 0 0,1 0-1 0 0,-1 0 1 0 0,0 0 0 0 0,0 1-1 0 0,-1 0 1 0 0,1-1-1 0 0,0 1 1 0 0,-1 0 0 0 0,4 5-1 0 0,-6-6-56 0 0,1 0 0 0 0,-1-1 1 0 0,0 1-1 0 0,0 0 0 0 0,1 0 0 0 0,-1-1 0 0 0,0 1 0 0 0,-1 0 0 0 0,1-1 0 0 0,0 1 0 0 0,0 0 0 0 0,-1-1 0 0 0,1 1 0 0 0,-1 0 0 0 0,1-1 0 0 0,-1 1 0 0 0,0 0 1 0 0,0-1-1 0 0,1 1 0 0 0,-1-1 0 0 0,-2 3 0 0 0,-23 26 404 0 0,11-18-452 0 0,0-1-1 0 0,-1 0 1 0 0,0-2 0 0 0,0 1-1 0 0,-1-2 1 0 0,0 0 0 0 0,-1-1-1 0 0,0-1 1 0 0,0 0 0 0 0,0-2-1 0 0,-31 5 1 0 0,46-9-400 0 0,0 0 0 0 0,0 0 1 0 0,0 0-1 0 0,0 0 0 0 0,0 0 0 0 0,0-1 0 0 0,0 1 1 0 0,0-1-1 0 0,0 0 0 0 0,-5-2 0 0 0,7 2 26 0 0,1 0 0 0 0,-1 0-1 0 0,0 0 1 0 0,1-1 0 0 0,-1 1 0 0 0,1 0-1 0 0,-1-1 1 0 0,1 1 0 0 0,0 0 0 0 0,-1-1-1 0 0,1 1 1 0 0,0 0 0 0 0,0-1 0 0 0,0 1-1 0 0,0 0 1 0 0,0-1 0 0 0,0 1 0 0 0,0-1-1 0 0,1 1 1 0 0,-1-2 0 0 0,6-8-4577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8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2476 0 0,'18'-18'6093'0'0,"34"-26"1"0"0,-50 43-5483 0 0,-4 21 332 0 0,0 1 0 0 0,-1-1 0 0 0,-9 30 0 0 0,-4 23-334 0 0,15-65-566 0 0,-2 12 87 0 0,0 1 0 0 0,2-1 1 0 0,0 1-1 0 0,3 25 0 0 0,-2-42-115 0 0,1 0 0 0 0,-1 0 0 0 0,1 0 1 0 0,0 1-1 0 0,0-1 0 0 0,0 0 0 0 0,1 0 0 0 0,0 0 0 0 0,-1 0 0 0 0,1-1 0 0 0,1 1 0 0 0,-1 0 0 0 0,0-1 0 0 0,1 0 0 0 0,0 1 0 0 0,0-1 0 0 0,0 0 0 0 0,0 0 0 0 0,0-1 0 0 0,1 1 1 0 0,-1-1-1 0 0,1 0 0 0 0,0 1 0 0 0,-1-2 0 0 0,1 1 0 0 0,8 2 0 0 0,-7-2-27 0 0,0-2 1 0 0,-1 1-1 0 0,1 0 0 0 0,0-1 1 0 0,-1 0-1 0 0,1 0 0 0 0,0 0 1 0 0,0-1-1 0 0,-1 1 0 0 0,1-1 1 0 0,0 0-1 0 0,-1-1 0 0 0,8-2 1 0 0,-4 0-2 0 0,-1 0 1 0 0,0 0-1 0 0,0-1 1 0 0,0 0 0 0 0,0 0-1 0 0,-1-1 1 0 0,7-7-1 0 0,5-8-13 0 0,-1-2 0 0 0,-1 0-1 0 0,20-37 1 0 0,-36 60 26 0 0,39-84-43 0 0,-4 7 135 0 0,-72 152-52 0 0,-48 141 0 0 0,82-207-343 0 0,1 0 1 0 0,0 0-1 0 0,0 0 1 0 0,1 0 0 0 0,-1 12-1 0 0,2-18-46 0 0,1 0-1 0 0,-1 0 1 0 0,1 0 0 0 0,-1 1-1 0 0,1-1 1 0 0,0 0-1 0 0,0 0 1 0 0,2 3 0 0 0,-2-4-181 0 0,0 0 0 0 0,0 0 0 0 0,1 0 1 0 0,-1 0-1 0 0,1-1 0 0 0,-1 1 1 0 0,1 0-1 0 0,0-1 0 0 0,-1 1 1 0 0,1-1-1 0 0,0 0 0 0 0,3 2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1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249 561 212 0 0,'3'-16'1794'0'0,"9"-61"4298"0"0,-12 70-5498 0 0,1-1 0 0 0,-2 0 1 0 0,1 0-1 0 0,-1 0 0 0 0,0 1 0 0 0,-1-1 1 0 0,-4-13-1 0 0,6 19-534 0 0,-1 1 1 0 0,1 0 0 0 0,-1-1-1 0 0,1 1 1 0 0,-1-1 0 0 0,0 1-1 0 0,0 0 1 0 0,0 0 0 0 0,0-1-1 0 0,0 1 1 0 0,0 0 0 0 0,0 0-1 0 0,0 0 1 0 0,0 0 0 0 0,0 0-1 0 0,-1 1 1 0 0,1-1 0 0 0,0 0-1 0 0,-1 0 1 0 0,1 1 0 0 0,-1-1-1 0 0,1 1 1 0 0,-1-1 0 0 0,1 1-1 0 0,0 0 1 0 0,-1-1-1 0 0,0 1 1 0 0,1 0 0 0 0,-1 0-1 0 0,1 0 1 0 0,-1 0 0 0 0,1 0-1 0 0,-1 1 1 0 0,1-1 0 0 0,-1 0-1 0 0,1 1 1 0 0,0-1 0 0 0,-1 1-1 0 0,1-1 1 0 0,-3 2 0 0 0,-2 2 67 0 0,-1-1 0 0 0,0 1 1 0 0,1 0-1 0 0,0 1 1 0 0,0 0-1 0 0,-10 10 0 0 0,-1 4 64 0 0,0 1-1 0 0,2 1 0 0 0,0 0 0 0 0,1 1 1 0 0,-13 29-1 0 0,20-35-139 0 0,0 0 0 0 0,1 0 0 0 0,0 1 0 0 0,2-1 0 0 0,0 1 0 0 0,1 1 0 0 0,0-1 0 0 0,1 30 0 0 0,2-41-54 0 0,0 0 0 0 0,1-1 0 0 0,0 1 0 0 0,0 0 0 0 0,1-1 0 0 0,0 1 0 0 0,0-1 0 0 0,0 1 0 0 0,0-1 0 0 0,1 0 0 0 0,0 0 0 0 0,0 0 0 0 0,0 0 0 0 0,1-1 0 0 0,-1 1 0 0 0,1-1 0 0 0,0 0 0 0 0,1 0 0 0 0,-1 0 0 0 0,1-1 0 0 0,-1 0 0 0 0,1 1 0 0 0,0-2 0 0 0,8 5 0 0 0,-6-4-196 0 0,1-1-1 0 0,-1 1 1 0 0,1-1 0 0 0,0-1 0 0 0,0 1 0 0 0,-1-1-1 0 0,1-1 1 0 0,0 0 0 0 0,0 0 0 0 0,0 0 0 0 0,0-1-1 0 0,0 0 1 0 0,-1 0 0 0 0,1-1 0 0 0,0 0 0 0 0,-1-1-1 0 0,12-4 1 0 0,-5-1-184 0 0,0-1 0 0 0,0 0 0 0 0,-1-1-1 0 0,0 0 1 0 0,-1-1 0 0 0,0-1 0 0 0,-1 1-1 0 0,0-2 1 0 0,-1 0 0 0 0,17-28 0 0 0,1-9-228 0 0,38-94 1 0 0,-64 138 576 0 0,53-144 1473 0 0,50-216-1 0 0,-143 464 1422 0 0,20-35-1795 0 0,-19 117 0 0 0,33-145-901 0 0,1 0 0 0 0,2 0-1 0 0,1 0 1 0 0,2 0-1 0 0,6 39 1 0 0,-7-70-117 0 0,0 1 1 0 0,0 0-1 0 0,1-1 1 0 0,-1 1-1 0 0,1-1 1 0 0,0 1-1 0 0,0-1 1 0 0,1 0-1 0 0,-1 0 0 0 0,1 0 1 0 0,5 7-1 0 0,-7-10-39 0 0,0-1 0 0 0,0 1 0 0 0,0 0-1 0 0,0-1 1 0 0,0 1 0 0 0,0-1 0 0 0,1 0 0 0 0,-1 1-1 0 0,0-1 1 0 0,0 0 0 0 0,0 0 0 0 0,0 0-1 0 0,0 0 1 0 0,0 0 0 0 0,1 0 0 0 0,-1 0-1 0 0,0 0 1 0 0,0 0 0 0 0,0 0 0 0 0,0-1 0 0 0,0 1-1 0 0,0 0 1 0 0,0-1 0 0 0,1 1 0 0 0,-1-1-1 0 0,0 1 1 0 0,0-2 0 0 0,27-17 87 0 0,120-138 1047 0 0,-87 89-21 0 0,-60 66-1104 0 0,0 1 0 0 0,0 0 0 0 0,1-1 0 0 0,-1 1 0 0 0,0 0 1 0 0,0 0-1 0 0,1 0 0 0 0,-1 0 0 0 0,1 0 0 0 0,-1 0 1 0 0,1 0-1 0 0,-1 0 0 0 0,1 1 0 0 0,-1-1 0 0 0,1 1 0 0 0,0-1 1 0 0,-1 1-1 0 0,1 0 0 0 0,0-1 0 0 0,0 1 0 0 0,-1 0 0 0 0,1 0 1 0 0,0 0-1 0 0,-1 0 0 0 0,1 1 0 0 0,0-1 0 0 0,0 0 0 0 0,-1 1 1 0 0,4 1-1 0 0,-2-1 39 0 0,-1 1 0 0 0,1 0 0 0 0,-1 0 1 0 0,1 0-1 0 0,-1 1 0 0 0,0-1 0 0 0,0 1 1 0 0,0-1-1 0 0,0 1 0 0 0,0 0 0 0 0,0 0 0 0 0,-1-1 1 0 0,1 1-1 0 0,-1 0 0 0 0,1 4 0 0 0,2 9 308 0 0,-1 0 0 0 0,0 1 0 0 0,-1-1 0 0 0,-1 1 0 0 0,-1 0 0 0 0,0-1-1 0 0,-4 24 1 0 0,1 26 329 0 0,1-42-520 0 0,1-18-105 0 0,0 0 0 0 0,1 0 1 0 0,0-1-1 0 0,0 1 1 0 0,2 10-1 0 0,-2-14-60 0 0,0-1 1 0 0,1 1-1 0 0,-1-1 1 0 0,1 0-1 0 0,-1 0 1 0 0,1 1-1 0 0,0-1 1 0 0,0 0-1 0 0,0 0 0 0 0,-1 0 1 0 0,1 0-1 0 0,0 0 1 0 0,0 0-1 0 0,0 0 1 0 0,1 0-1 0 0,-1 0 1 0 0,0-1-1 0 0,0 1 0 0 0,0 0 1 0 0,1-1-1 0 0,-1 1 1 0 0,0 0-1 0 0,0-1 1 0 0,1 0-1 0 0,-1 1 0 0 0,1-1 1 0 0,-1 0-1 0 0,3 0 1 0 0,18 1-507 0 0,1-2 1 0 0,-1-1 0 0 0,0 0 0 0 0,0-2-1 0 0,0-1 1 0 0,32-10 0 0 0,14-3-1591 0 0,149-31-8774 0 0,-127 32 2923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123 191 2400 0 0,'9'-18'1979'0'0,"0"0"0"0"0,-1 0-1 0 0,-1-1 1 0 0,-1 0 0 0 0,7-39-1 0 0,-4 19 370 0 0,-8 37-1627 0 0,-2 18-73 0 0,-5 25-169 0 0,-3-1 0 0 0,-13 41-1 0 0,15-55-341 0 0,-39 121 325 0 0,18-65-304 0 0,5 1 1 0 0,-16 97 0 0 0,38-168-209 0 0,0 0 1 0 0,0 0-1 0 0,1 1 1 0 0,0-1-1 0 0,5 24 1 0 0,-4-31-273 0 0,1 0-1 0 0,-1 0 1 0 0,1 0 0 0 0,0 0-1 0 0,1 0 1 0 0,4 8 0 0 0,-4-10-273 0 0,-1 0 1 0 0,0 0-1 0 0,1-1 0 0 0,0 1 1 0 0,0-1-1 0 0,-1 0 0 0 0,1 1 1 0 0,1-1-1 0 0,-1 0 0 0 0,6 2 1 0 0,12-5-8408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0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131 362 2544 0 0,'-30'-3'3458'0'0,"-32"1"-1"0"0,24 2-600 0 0,62 1-2125 0 0,-15 0-638 0 0,1 0 0 0 0,0-1 0 0 0,12-2 0 0 0,179-30 349 0 0,278-81-1 0 0,-469 110-449 0 0,34-10-67 0 0,45-20 0 0 0,-77 28 56 0 0,0-1 1 0 0,-1 0-1 0 0,0 0 1 0 0,0-2-1 0 0,0 1 1 0 0,-1-1-1 0 0,0-1 0 0 0,13-15 1 0 0,-20 21 16 0 0,-1 0 0 0 0,0 0 0 0 0,0 0 1 0 0,0-1-1 0 0,0 1 0 0 0,-1 0 0 0 0,1-1 0 0 0,-1 1 0 0 0,0-1 0 0 0,1-4 1 0 0,-2 6-1 0 0,1 0 0 0 0,-1 0 0 0 0,0 0 1 0 0,0 0-1 0 0,0 0 0 0 0,-1 0 0 0 0,1 0 1 0 0,0 1-1 0 0,-1-1 0 0 0,1 0 1 0 0,-1 0-1 0 0,0 0 0 0 0,1 0 0 0 0,-1 1 1 0 0,0-1-1 0 0,0 0 0 0 0,0 1 0 0 0,0-1 1 0 0,-1 1-1 0 0,0-2 0 0 0,1 2 1 0 0,0 0-1 0 0,0 1 0 0 0,0-1 0 0 0,0 1 1 0 0,0 0-1 0 0,0-1 0 0 0,0 1 1 0 0,-1 0-1 0 0,1 0 0 0 0,0-1 0 0 0,0 1 1 0 0,0 0-1 0 0,0 0 0 0 0,0 0 1 0 0,0 0-1 0 0,0 1 0 0 0,-1-1 0 0 0,1 0 1 0 0,0 0-1 0 0,0 1 0 0 0,0-1 1 0 0,0 1-1 0 0,0-1 0 0 0,0 1 0 0 0,-1 0 1 0 0,-25 16-34 0 0,17-7 27 0 0,0-1 0 0 0,1 1 1 0 0,0 1-1 0 0,-13 19 0 0 0,-26 53-16 0 0,28-47 28 0 0,-144 318 265 0 0,153-325-246 0 0,-20 43 305 0 0,31-70-236 0 0,3-4-84 0 0,-1 1 0 0 0,1-1 0 0 0,0 1 1 0 0,-1-1-1 0 0,1 0 0 0 0,-1 0 0 0 0,1-1 1 0 0,-1 1-1 0 0,0 0 0 0 0,0-1 1 0 0,3-4-1 0 0,0 1 5 0 0,10-11-5 0 0,1 2-1 0 0,0-1 1 0 0,1 2 0 0 0,1 0 0 0 0,0 2-1 0 0,35-20 1 0 0,-42 27 60 0 0,0 0 0 0 0,0 0 0 0 0,0 1-1 0 0,1 0 1 0 0,-1 1 0 0 0,1 1 0 0 0,0 0 0 0 0,0 0-1 0 0,0 1 1 0 0,0 1 0 0 0,0 0 0 0 0,0 0 0 0 0,0 2 0 0 0,14 2-1 0 0,-21-3 61 0 0,0 1-1 0 0,0-1 1 0 0,-1 1 0 0 0,1 0-1 0 0,-1 1 1 0 0,0-1-1 0 0,1 1 1 0 0,-1 0-1 0 0,0 0 1 0 0,-1 0-1 0 0,1 0 1 0 0,0 1-1 0 0,-1-1 1 0 0,0 1-1 0 0,0 0 1 0 0,0 0-1 0 0,0 0 1 0 0,2 6-1 0 0,-1-1-8 0 0,-1-1-1 0 0,0 1 1 0 0,0 0-1 0 0,-1 0 1 0 0,0 0-1 0 0,0 0 1 0 0,-1 0 0 0 0,0 15-1 0 0,-2-22-249 0 0,1-1 0 0 0,0 1 1 0 0,0 0-1 0 0,0-1 0 0 0,0 1 0 0 0,1 0 1 0 0,-1-1-1 0 0,0 1 0 0 0,1-1 0 0 0,-1 1 0 0 0,1-1 1 0 0,-1 1-1 0 0,1-1 0 0 0,0 1 0 0 0,0-1 0 0 0,-1 0 1 0 0,1 1-1 0 0,0-1 0 0 0,0 0 0 0 0,1 0 0 0 0,-1 1 1 0 0,0-1-1 0 0,0 0 0 0 0,0 0 0 0 0,1 0 0 0 0,-1-1 1 0 0,0 1-1 0 0,1 0 0 0 0,-1 0 0 0 0,3 0 0 0 0,1 0-635 0 0,-1 0 0 0 0,1-1 0 0 0,0 0 0 0 0,-1 0 0 0 0,1 0 0 0 0,-1 0 0 0 0,1-1 0 0 0,-1 0 0 0 0,6-1 0 0 0,13-4-4476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78 1304 0 0,'1'-2'332'0'0,"11"-33"4753"0"0,-11 33-4874 0 0,-1 0 1 0 0,0 1-1 0 0,0-1 0 0 0,1 1 1 0 0,-1-1-1 0 0,0 1 0 0 0,-1-1 1 0 0,1 0-1 0 0,0 1 1 0 0,0-1-1 0 0,-1 1 0 0 0,1-1 1 0 0,-1 1-1 0 0,1-1 0 0 0,-1 1 1 0 0,0-1-1 0 0,1 1 1 0 0,-1 0-1 0 0,0-1 0 0 0,-2-1 1 0 0,1 2-93 0 0,1 0 1 0 0,-1 0-1 0 0,1 1 1 0 0,-1-1-1 0 0,0 1 0 0 0,1-1 1 0 0,-1 1-1 0 0,0-1 1 0 0,1 1-1 0 0,-1 0 1 0 0,0 0-1 0 0,0 0 1 0 0,1 0-1 0 0,-1 0 1 0 0,0 0-1 0 0,1 1 0 0 0,-3-1 1 0 0,-29 10 761 0 0,13-1-487 0 0,0 1-1 0 0,1 1 1 0 0,1 1 0 0 0,-28 22-1 0 0,16-8 16 0 0,-45 49-1 0 0,66-64-347 0 0,-41 49 164 0 0,46-54-196 0 0,0 1-1 0 0,0-1 1 0 0,1 0 0 0 0,0 1-1 0 0,0 0 1 0 0,0 0-1 0 0,1 0 1 0 0,-2 10 0 0 0,4-15-22 0 0,-1-1 1 0 0,1 1 0 0 0,0-1 0 0 0,0 0-1 0 0,0 1 1 0 0,0-1 0 0 0,0 1-1 0 0,1-1 1 0 0,-1 1 0 0 0,0-1 0 0 0,1 0-1 0 0,-1 1 1 0 0,1-1 0 0 0,-1 0 0 0 0,1 1-1 0 0,-1-1 1 0 0,1 0 0 0 0,0 0-1 0 0,0 0 1 0 0,0 1 0 0 0,0-1 0 0 0,0 0-1 0 0,1 1 1 0 0,1 0 1 0 0,0-1 0 0 0,-1 1-1 0 0,1-1 1 0 0,0 0 0 0 0,0 0 0 0 0,0 0 0 0 0,0 0-1 0 0,0 0 1 0 0,0-1 0 0 0,5 1 0 0 0,4 0 1 0 0,0-1 1 0 0,0-1-1 0 0,0 0 1 0 0,18-4-1 0 0,-15 2-8 0 0,0-1-1 0 0,-1-1 0 0 0,1 0 1 0 0,-1-1-1 0 0,-1 0 0 0 0,1-1 1 0 0,-1-1-1 0 0,0 0 0 0 0,-1-1 1 0 0,0 0-1 0 0,0-1 0 0 0,-1 0 1 0 0,-1-1-1 0 0,1 0 0 0 0,-2-1 1 0 0,1 0-1 0 0,-2-1 0 0 0,0 1 1 0 0,0-2-1 0 0,8-19 0 0 0,17-48 560 0 0,-32 79-362 0 0,-2 2-175 0 0,1 0-1 0 0,-1 0 0 0 0,0 1 0 0 0,0-1 0 0 0,0 0 0 0 0,0 1 1 0 0,1-1-1 0 0,-1 1 0 0 0,0-1 0 0 0,1 1 0 0 0,-1-1 0 0 0,0 1 1 0 0,1 0-1 0 0,-1-1 0 0 0,0 1 0 0 0,1 0 0 0 0,-1-1 0 0 0,1 1 1 0 0,-1 0-1 0 0,1 0 0 0 0,-1 1 0 0 0,-9 21 470 0 0,6-13-269 0 0,-5 12-49 0 0,0 0 0 0 0,2 1 0 0 0,0 0-1 0 0,2 0 1 0 0,-4 31 0 0 0,9-50-321 0 0,0 0 1 0 0,0 0-1 0 0,0 0 1 0 0,0 1-1 0 0,0-1 1 0 0,1 0-1 0 0,0 0 1 0 0,0 0-1 0 0,0 0 0 0 0,1 0 1 0 0,-1 0-1 0 0,1 0 1 0 0,0 0-1 0 0,0 0 1 0 0,0-1-1 0 0,0 1 1 0 0,1-1-1 0 0,0 1 0 0 0,4 4 1 0 0,-3-5-715 0 0,-1-1 0 0 0,1 1 1 0 0,0 0-1 0 0,-1-1 0 0 0,1 1 0 0 0,0-1 0 0 0,1-1 1 0 0,-1 1-1 0 0,0 0 0 0 0,1-1 0 0 0,5 1 0 0 0,5 0-4425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1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72 147 1512 0 0,'39'-146'18720'0'0,"-42"174"-16862"0"0,-37 193 2171 0 0,-14 91-2363 0 0,51-295-1641 0 0,-1 13 119 0 0,-2 47-1 0 0,6-70-164 0 0,0 0 0 0 0,0 0 0 0 0,1 0 0 0 0,0 0 0 0 0,0 0 0 0 0,1 0 0 0 0,0 0 0 0 0,0-1 0 0 0,1 1-1 0 0,-1-1 1 0 0,1 0 0 0 0,7 10 0 0 0,-8-13-148 0 0,1 0-1 0 0,-1-1 1 0 0,1 1-1 0 0,0-1 0 0 0,0 0 1 0 0,0 0-1 0 0,0 0 1 0 0,0-1-1 0 0,1 1 1 0 0,-1-1-1 0 0,1 1 0 0 0,-1-1 1 0 0,1 0-1 0 0,-1 0 1 0 0,1-1-1 0 0,-1 1 1 0 0,1-1-1 0 0,0 0 0 0 0,-1 0 1 0 0,1 0-1 0 0,-1 0 1 0 0,1-1-1 0 0,0 1 1 0 0,-1-1-1 0 0,6-1 0 0 0,-2 0-664 0 0,-1-1 0 0 0,1 1-1 0 0,0-1 1 0 0,-1 0-1 0 0,9-5 1 0 0,-10 4-423 0 0,-1 1 0 0 0,1 0 0 0 0,-1-1 1 0 0,0 0-1 0 0,0 0 0 0 0,5-6 0 0 0,2-7-5949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1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293 240 1680 0 0,'-40'-19'4667'0'0,"-1"2"0"0"0,-64-17 0 0 0,11 4 2163 0 0,94 30-6776 0 0,-1-1 0 0 0,0 1 0 0 0,1 0 0 0 0,-1 0 0 0 0,1 0-1 0 0,-1 0 1 0 0,1-1 0 0 0,-1 1 0 0 0,0 0 0 0 0,1 0 0 0 0,-1-1 0 0 0,1 1-1 0 0,-1 0 1 0 0,1-1 0 0 0,0 1 0 0 0,-1-1 0 0 0,1 1 0 0 0,-1-1-1 0 0,1 1 1 0 0,0-1 0 0 0,-1 1 0 0 0,1-1 0 0 0,0 1 0 0 0,-1-1 0 0 0,1 1-1 0 0,0-1 1 0 0,0 0 0 0 0,0 1 0 0 0,-1-1 0 0 0,2 0-11 0 0,-1 0 1 0 0,1 0 0 0 0,-1 0-1 0 0,0 0 1 0 0,1 0 0 0 0,0 0-1 0 0,-1 0 1 0 0,1 1 0 0 0,-1-1-1 0 0,1 0 1 0 0,0 1 0 0 0,0-1-1 0 0,-1 0 1 0 0,1 1 0 0 0,1-2-1 0 0,36-16 388 0 0,13 2-549 0 0,0 2 1 0 0,87-11-1 0 0,108 2-3732 0 0,-185 18 2449 0 0,97-3-6935 0 0,-78 4-576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197 111 3060 0 0,'5'-41'5556'0'0,"2"-26"3032"0"0,-7 65-8010 0 0,-1 3-449 0 0,0-1 0 0 0,0 1 1 0 0,1 0-1 0 0,-1 0 1 0 0,1 0-1 0 0,-1 1 0 0 0,1-1 1 0 0,-1 0-1 0 0,1 0 1 0 0,0 0-1 0 0,-1 0 0 0 0,1 0 1 0 0,0 1-1 0 0,0-1 1 0 0,0 2-1 0 0,-1-1 91 0 0,-55 328 3635 0 0,-39 208-3066 0 0,54-328-2240 0 0,37-195 448 0 0,-1 6-1182 0 0,5-20 1938 0 0,0-1 0 0 0,0 1 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2512 0 0,'5'-8'1266'0'0,"1"1"-1"0"0,-1 0 0 0 0,1 0 0 0 0,1 1 1 0 0,12-11-1 0 0,-13 13-759 0 0,0 0 1 0 0,0 1-1 0 0,1-1 0 0 0,-1 1 0 0 0,1 0 1 0 0,-1 1-1 0 0,9-3 0 0 0,-9 4-327 0 0,1 0-1 0 0,-1 0 1 0 0,1 0 0 0 0,-1 1-1 0 0,0 0 1 0 0,1 1 0 0 0,-1-1-1 0 0,0 1 1 0 0,1 0 0 0 0,-1 1 0 0 0,0-1-1 0 0,0 1 1 0 0,0 1 0 0 0,0-1-1 0 0,0 1 1 0 0,0 0 0 0 0,-1 0-1 0 0,0 1 1 0 0,7 4 0 0 0,-4-1-65 0 0,-1 0 0 0 0,1 0 1 0 0,-2 0-1 0 0,1 1 1 0 0,-1 0-1 0 0,0 0 1 0 0,-1 1-1 0 0,1-1 0 0 0,-2 1 1 0 0,1 0-1 0 0,-2 1 1 0 0,1-1-1 0 0,-1 1 1 0 0,0 0-1 0 0,-1-1 0 0 0,0 1 1 0 0,-1 0-1 0 0,1 19 1 0 0,-3-13-52 0 0,0 1 0 0 0,0 0 0 0 0,-2-1 1 0 0,0 1-1 0 0,-1-1 0 0 0,-1 0 0 0 0,0 0 1 0 0,-1-1-1 0 0,-1 1 0 0 0,-13 22 0 0 0,-7 11 279 0 0,26-47-298 0 0,2-5-39 0 0,0 1 1 0 0,0 0 0 0 0,0 0 0 0 0,1 0 0 0 0,-1 1 0 0 0,1-1 0 0 0,-1 0 0 0 0,1 1-1 0 0,0-1 1 0 0,2-1 0 0 0,1-2 2 0 0,51-57 21 0 0,78-112-1 0 0,-83 104-21 0 0,-34 47 0 0 0,68-97 24 0 0,-83 118-35 0 0,-5 2 8 0 0,-1 1-1 0 0,1 0 1 0 0,0 0-1 0 0,1 0 1 0 0,-1 0-1 0 0,0 0 1 0 0,0 0-1 0 0,0 1 1 0 0,1-1-1 0 0,-1 1 0 0 0,0 0 1 0 0,1 0-1 0 0,0 0 1 0 0,-1 0-1 0 0,1 0 1 0 0,0 0-1 0 0,-2 3 1 0 0,-6 9 140 0 0,-17 27-1 0 0,19-29-52 0 0,0 0-34 0 0,1 1-1 0 0,0-1 1 0 0,0 2 0 0 0,2-1-1 0 0,-1 0 1 0 0,-5 29 0 0 0,10-38-50 0 0,0 0 0 0 0,1 1 0 0 0,-1-1 0 0 0,1 0-1 0 0,0 1 1 0 0,1-1 0 0 0,-1 0 0 0 0,1 0 0 0 0,0 1 0 0 0,0-1 0 0 0,0 0 0 0 0,0 0 0 0 0,1 0 0 0 0,-1 0 0 0 0,1 0 0 0 0,0 0 0 0 0,1-1-1 0 0,-1 1 1 0 0,1-1 0 0 0,-1 1 0 0 0,1-1 0 0 0,0 0 0 0 0,0 0 0 0 0,1 0 0 0 0,-1 0 0 0 0,0-1 0 0 0,7 4 0 0 0,4 2-385 0 0,1-1 1 0 0,1 0-1 0 0,-1-1 1 0 0,1-1-1 0 0,1-1 1 0 0,29 5-1 0 0,30-1-3112 0 0,-4-7-3378 0 0,-34-3 88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29 143 1396 0 0,'-10'-12'6991'0'0,"5"6"-4333"0"0,-7-12 3000 0 0,12 17-5535 0 0,0 1 0 0 0,-1-1 0 0 0,1 0 0 0 0,0 1 0 0 0,0-1 0 0 0,0 0 0 0 0,0 1 1 0 0,0-1-1 0 0,0 1 0 0 0,0-1 0 0 0,0 0 0 0 0,0 1 0 0 0,0-1 0 0 0,0 0 0 0 0,1 1 0 0 0,-1-1 0 0 0,0 1 0 0 0,0-1 0 0 0,1 0 1 0 0,-1 1-1 0 0,0-1 0 0 0,1 1 0 0 0,-1-1 0 0 0,0 1 0 0 0,1-1 0 0 0,-1 1 0 0 0,1-1 0 0 0,-1 1 0 0 0,1 0 0 0 0,-1-1 0 0 0,1 1 1 0 0,0-1-1 0 0,16-8 260 0 0,-1 0 0 0 0,2 1 1 0 0,-1 0-1 0 0,1 2 0 0 0,29-7 1 0 0,28-2-1020 0 0,-6 4-3443 0 0,-22 5-6330 0 0,-33 4 4872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3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88 2556 0 0,'2'-4'998'0'0,"0"0"0"0"0,0 0 1 0 0,-1-1-1 0 0,1 1 0 0 0,-1-1 0 0 0,0 1 0 0 0,0-1 0 0 0,-1 1 0 0 0,1-10 0 0 0,-1 13-829 0 0,0-1 0 0 0,0 1 0 0 0,0-1 1 0 0,-1 1-1 0 0,1-1 0 0 0,0 1 0 0 0,-1-1 0 0 0,1 1 0 0 0,-1-1 0 0 0,0 1 0 0 0,1 0 0 0 0,-1-1 0 0 0,0 1 0 0 0,0 0 0 0 0,0 0 0 0 0,0 0 0 0 0,0-1 0 0 0,0 1 0 0 0,0 0 0 0 0,0 0 0 0 0,0 0 0 0 0,-1 1 0 0 0,1-1 0 0 0,0 0 0 0 0,-1 0 1 0 0,1 1-1 0 0,0-1 0 0 0,-1 1 0 0 0,1-1 0 0 0,-1 1 0 0 0,1 0 0 0 0,-1-1 0 0 0,1 1 0 0 0,-1 0 0 0 0,1 0 0 0 0,-1 0 0 0 0,-2 1 0 0 0,-6 0 42 0 0,-1 0-1 0 0,1 1 1 0 0,0 0 0 0 0,0 1-1 0 0,0 0 1 0 0,0 1 0 0 0,0 0-1 0 0,1 1 1 0 0,0 0 0 0 0,0 0-1 0 0,0 1 1 0 0,0 0 0 0 0,-7 7-1 0 0,-8 8-11 0 0,0 2 0 0 0,2 0 0 0 0,-22 28-1 0 0,30-33-105 0 0,-17 28-1 0 0,28-40-64 0 0,0-1 1 0 0,0 1-1 0 0,0 0 1 0 0,1 0 0 0 0,0 0-1 0 0,0 1 1 0 0,0-1-1 0 0,1 0 1 0 0,-1 10-1 0 0,2-15-27 0 0,0 1 0 0 0,0-1-1 0 0,0 0 1 0 0,0 0-1 0 0,1 1 1 0 0,-1-1-1 0 0,0 0 1 0 0,1 0-1 0 0,-1 0 1 0 0,1 1-1 0 0,-1-1 1 0 0,1 0-1 0 0,-1 0 1 0 0,1 0-1 0 0,0 0 1 0 0,-1 0-1 0 0,1 0 1 0 0,0 0 0 0 0,0 0-1 0 0,0 0 1 0 0,0-1-1 0 0,0 1 1 0 0,0 0-1 0 0,0-1 1 0 0,0 1-1 0 0,0 0 1 0 0,0-1-1 0 0,1 1 1 0 0,-1-1-1 0 0,0 0 1 0 0,0 1-1 0 0,2-1 1 0 0,0 1-8 0 0,1-1 0 0 0,0 1-1 0 0,0-1 1 0 0,0 0 0 0 0,0-1 0 0 0,-1 1 0 0 0,1-1 0 0 0,0 1 0 0 0,5-3-1 0 0,2-1-3 0 0,-1 0-1 0 0,1-1 1 0 0,-1-1-1 0 0,0 0 1 0 0,0 0 0 0 0,16-14-1 0 0,49-53-52 0 0,-50 48 48 0 0,-25 25 25 0 0,0-1 0 0 0,1 1 0 0 0,-1-1 0 0 0,1 1 0 0 0,-1 0 0 0 0,1-1 0 0 0,-1 1-1 0 0,1-1 1 0 0,-1 1 0 0 0,1 0 0 0 0,-1-1 0 0 0,1 1 0 0 0,-1 0 0 0 0,1-1 0 0 0,0 1-1 0 0,-1 0 1 0 0,1 0 0 0 0,-1 0 0 0 0,1 0 0 0 0,0-1 0 0 0,-1 1 0 0 0,1 0 0 0 0,0 0-1 0 0,-1 0 1 0 0,1 0 0 0 0,-1 1 0 0 0,1-1 0 0 0,0 0 0 0 0,-1 0 0 0 0,1 0 0 0 0,-1 0-1 0 0,2 1 1 0 0,-1 0 24 0 0,0 0-1 0 0,0 0 1 0 0,0 1-1 0 0,0-1 1 0 0,0 0-1 0 0,0 0 1 0 0,-1 1-1 0 0,1-1 1 0 0,0 1 0 0 0,-1-1-1 0 0,1 1 1 0 0,0 2-1 0 0,1 4 99 0 0,0 1 0 0 0,-1 0-1 0 0,0 12 1 0 0,-3 34 140 0 0,1 26-1436 0 0,8-29-3231 0 0,-7-50 3679 0 0,3 8-734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143 211 788 0 0,'35'-193'16002'0'0,"-35"192"-15838"0"0,0 0 0 0 0,0 0 1 0 0,0 0-1 0 0,0 0 0 0 0,1 0 1 0 0,-1 0-1 0 0,0 0 1 0 0,1 0-1 0 0,-1 0 0 0 0,1 0 1 0 0,-1 0-1 0 0,1 0 1 0 0,-1 0-1 0 0,1 0 0 0 0,-1 1 1 0 0,2-2-1 0 0,-1 2-62 0 0,-1 0 1 0 0,1 0-1 0 0,-1 0 0 0 0,0 0 1 0 0,1 0-1 0 0,-1 1 1 0 0,0-1-1 0 0,1 0 0 0 0,-1 0 1 0 0,0 0-1 0 0,1 1 0 0 0,-1-1 1 0 0,0 0-1 0 0,1 1 0 0 0,-1-1 1 0 0,0 0-1 0 0,0 1 0 0 0,1-1 1 0 0,-1 0-1 0 0,0 1 0 0 0,0-1 1 0 0,0 0-1 0 0,0 1 1 0 0,1-1-1 0 0,-1 0 0 0 0,0 2 1 0 0,9 34 2863 0 0,-5 10-1161 0 0,-3 0 0 0 0,-6 84 0 0 0,-27 91 82 0 0,-104 320-2543 0 0,105-431-1737 0 0,29-100-745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4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85 512 0 0,'156'-85'24528'0'0,"-173"89"-23486"0"0,6 0-778 0 0,0 1 0 0 0,1 0 0 0 0,-1 1 0 0 0,1 0-1 0 0,-10 8 1 0 0,-5 2 73 0 0,-3 1-108 0 0,0 0 0 0 0,2 2 0 0 0,0 1 0 0 0,1 1 0 0 0,1 1 0 0 0,-41 50 0 0 0,61-66-182 0 0,0 0 1 0 0,0 0-1 0 0,1 0 1 0 0,-1 1-1 0 0,1-1 1 0 0,0 1-1 0 0,1 0 1 0 0,0 0-1 0 0,-2 13 1 0 0,3-17-32 0 0,1 0 0 0 0,0-1 0 0 0,0 1 0 0 0,1 0 0 0 0,-1 0 0 0 0,1-1 0 0 0,-1 1 0 0 0,1 0 0 0 0,0-1 0 0 0,0 1 0 0 0,0-1 0 0 0,0 1 0 0 0,0-1 0 0 0,1 1 0 0 0,-1-1 0 0 0,1 0 0 0 0,-1 0 0 0 0,1 0 0 0 0,0 0 0 0 0,0 0 0 0 0,0 0 0 0 0,0 0 0 0 0,0-1 0 0 0,1 1 0 0 0,-1-1 0 0 0,0 1 0 0 0,1-1 0 0 0,-1 0 0 0 0,3 1 0 0 0,21 7-387 0 0,0-1-1 0 0,0-2 1 0 0,1 0-1 0 0,0-2 1 0 0,40 1 0 0 0,-32-2-927 0 0,93 4-4971 0 0,-44-9-2825 0 0,-39-3-173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290 216 628 0 0,'-37'-49'19397'0'0,"37"49"-19282"0"0,0 0 1 0 0,0 0 0 0 0,0-1 0 0 0,0 1-1 0 0,0 0 1 0 0,-1 0 0 0 0,1-1 0 0 0,0 1-1 0 0,0 0 1 0 0,0-1 0 0 0,1 1 0 0 0,-1 0 0 0 0,0-1-1 0 0,7-1 140 0 0,1 0 0 0 0,0 0 0 0 0,0 1 0 0 0,0 0-1 0 0,0 0 1 0 0,16 1 0 0 0,11-2 18 0 0,-25 1-224 0 0,17-1 107 0 0,0-1 0 0 0,34-9 0 0 0,-55 10-140 0 0,1 0 0 0 0,-1 0 0 0 0,1 0 0 0 0,-1-1 0 0 0,0 0 0 0 0,0 0 0 0 0,0-1 0 0 0,-1 1 0 0 0,1-1 0 0 0,-1-1 0 0 0,0 1 0 0 0,0-1 0 0 0,0 0 1 0 0,7-9-1 0 0,-11 12-18 0 0,0 0 0 0 0,0-1 0 0 0,1 1 0 0 0,-1-1 0 0 0,-1 1 0 0 0,1-1 0 0 0,0 1 0 0 0,-1-1 0 0 0,1 1 0 0 0,-1-1 0 0 0,0 0 0 0 0,0 1 0 0 0,0-1 0 0 0,0 1 0 0 0,0-1 0 0 0,0 0 0 0 0,-1 1 0 0 0,1-1 0 0 0,-1 1 0 0 0,0-1 0 0 0,-1-2 0 0 0,1 3 1 0 0,0 1-1 0 0,0 0 0 0 0,0 0 1 0 0,0 0-1 0 0,0 0 0 0 0,0 0 1 0 0,-1 0-1 0 0,1 0 0 0 0,0 1 1 0 0,0-1-1 0 0,-1 0 0 0 0,1 1 1 0 0,0-1-1 0 0,-1 1 0 0 0,1-1 1 0 0,-1 1-1 0 0,1 0 0 0 0,-1-1 1 0 0,1 1-1 0 0,-3 0 1 0 0,-30 0-3 0 0,15 3-5 0 0,1 0 1 0 0,-1 2 0 0 0,1 0 0 0 0,0 0 0 0 0,1 2-1 0 0,-31 16 1 0 0,22-9 16 0 0,1 2 0 0 0,0 1-1 0 0,-35 30 1 0 0,53-40-12 0 0,0-1 1 0 0,1 1-1 0 0,0 0 0 0 0,0 1 1 0 0,0 0-1 0 0,1-1 0 0 0,1 2 1 0 0,-1-1-1 0 0,1 0 0 0 0,-5 15 1 0 0,8-19 6 0 0,0 0 1 0 0,0 0-1 0 0,1 0 1 0 0,-1 0 0 0 0,1 0-1 0 0,0 0 1 0 0,0 0-1 0 0,0 0 1 0 0,1 0 0 0 0,-1 0-1 0 0,1 0 1 0 0,0 0-1 0 0,0-1 1 0 0,0 1 0 0 0,1 0-1 0 0,0 0 1 0 0,-1-1 0 0 0,1 1-1 0 0,0-1 1 0 0,1 0-1 0 0,-1 1 1 0 0,0-1 0 0 0,1 0-1 0 0,0 0 1 0 0,0-1-1 0 0,0 1 1 0 0,4 2 0 0 0,12 8 9 0 0,1-1 0 0 0,1-1 0 0 0,0-1 0 0 0,1-1 0 0 0,0 0 0 0 0,0-2 0 0 0,35 7 0 0 0,-48-12 12 0 0,0 0 0 0 0,0-1-1 0 0,1 0 1 0 0,-1 0 0 0 0,1-1-1 0 0,-1-1 1 0 0,16-1 0 0 0,-22 1 45 0 0,2-1-24 0 0,-5 2-45 0 0,-1 0 0 0 0,1 0-1 0 0,0 0 1 0 0,0 0-1 0 0,0-1 1 0 0,0 1-1 0 0,0 0 1 0 0,0 0-1 0 0,0 0 1 0 0,0 0-1 0 0,0 0 1 0 0,0 0-1 0 0,0 0 1 0 0,0 0-1 0 0,0 0 1 0 0,0 0-1 0 0,0 0 1 0 0,0 0-1 0 0,0 0 1 0 0,0 0-1 0 0,0 0 1 0 0,-1-1-1 0 0,1 1 1 0 0,0 0-1 0 0,0 0 1 0 0,0 0-1 0 0,0 0 1 0 0,0 0-1 0 0,0 0 1 0 0,0 0-1 0 0,0 0 1 0 0,1 0-1 0 0,-1 0 1 0 0,0 0-1 0 0,0-1 1 0 0,0 1-1 0 0,0 0 1 0 0,0 0-1 0 0,0 0 1 0 0,0 0-1 0 0,0 0 1 0 0,0 0-1 0 0,0 0 1 0 0,0 0-1 0 0,0 0 1 0 0,0 0-1 0 0,0 0 1 0 0,0 0-1 0 0,0 0 1 0 0,0 0-1 0 0,0 0 1 0 0,0 0 0 0 0,0-1-1 0 0,1 1 1 0 0,-1 0-1 0 0,0 0 1 0 0,0 0-1 0 0,0 0 1 0 0,0 0-1 0 0,0 0 1 0 0,0 0-1 0 0,0 0 1 0 0,0 0-1 0 0,0 0 1 0 0,0 0-1 0 0,0 0 1 0 0,1 0-1 0 0,-1 0 1 0 0,-8 0-13 0 0,0-1 0 0 0,0 1 0 0 0,0 0 0 0 0,0 1 0 0 0,0-1 0 0 0,0 2 0 0 0,0-1 0 0 0,0 1 0 0 0,1 0 0 0 0,-13 6 0 0 0,-75 37-48 0 0,53-22 154 0 0,1 1 1 0 0,-40 32 0 0 0,66-44 45 0 0,0 1-1 0 0,1 0 1 0 0,0 1 0 0 0,1 0-1 0 0,1 1 1 0 0,0 0 0 0 0,1 1-1 0 0,-9 17 1 0 0,18-29-60 0 0,0 1 0 0 0,0-1 1 0 0,1 0-1 0 0,-1 0 0 0 0,1 1 0 0 0,0-1 1 0 0,0 1-1 0 0,0-1 0 0 0,0 1 0 0 0,1-1 0 0 0,0 1 1 0 0,0 6-1 0 0,1-8-33 0 0,0 0 0 0 0,0 0 1 0 0,0 0-1 0 0,1 0 0 0 0,-1 0 1 0 0,0-1-1 0 0,1 1 1 0 0,0 0-1 0 0,0-1 0 0 0,0 0 1 0 0,0 1-1 0 0,0-1 0 0 0,0 0 1 0 0,0 0-1 0 0,1 0 0 0 0,-1 0 1 0 0,1 0-1 0 0,5 2 0 0 0,3 2 1 0 0,0-1-1 0 0,0-1 0 0 0,1 0 0 0 0,0-1 1 0 0,-1 0-1 0 0,15 2 0 0 0,72 4 210 0 0,34-8-7355 0 0,-111-2 4952 0 0,0-2 1 0 0,-1 0-1 0 0,0-1 1 0 0,27-9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5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4800 0 0,'3'1'3625'0'0,"39"7"13890"0"0,-24-8-12882 0 0,-12-1-2655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7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0 996 0 0,'3'0'2464'0'0,"16"1"3941"0"0,7 2 143 0 0,-21 4-5547 0 0,-7 27-866 0 0,-2 0 0 0 0,-1-1-1 0 0,-2 1 1 0 0,-12 36 0 0 0,1-6-1648 0 0,13-49 140 0 0,3-13 323 0 0,1 1 1 0 0,0 0-1 0 0,0-1 0 0 0,0 1 0 0 0,0 0 0 0 0,1 0 0 0 0,-1 3 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7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44 133 108 0 0,'-1'-17'3402'0'0,"0"1"-1"0"0,-6-28 1 0 0,-5-7-358 0 0,11 46-3068 0 0,-11 14-2538 0 0,6 1-872 0 0,3 2-1499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7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1460 0 0,'0'16'15140'0'0,"-1"-8"-14698"0"0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9 124 3304 0 0,'0'-11'8448'0'0,"0"10"-8040"0"0,0 0-1 0 0,0 0 0 0 0,0 0 0 0 0,0-1 0 0 0,0 1 0 0 0,0 0 0 0 0,0 0 0 0 0,1 0 0 0 0,-1 0 0 0 0,0 0 0 0 0,1-1 1 0 0,-1 1-1 0 0,1 0 0 0 0,0-1 0 0 0,10-2 3134 0 0,1 5-4062 0 0,42 10 1357 0 0,-23-7-728 0 0,1-1 1 0 0,-1-2-1 0 0,1 0 0 0 0,52-8 0 0 0,-69 6-101 0 0,-10 1-1 0 0,1-1-1 0 0,-1 1 1 0 0,1-1 0 0 0,-1 0 0 0 0,0-1-1 0 0,0 1 1 0 0,1-1 0 0 0,5-3 0 0 0,-10 4-6 0 0,0 0-1 0 0,0 0 1 0 0,0 0 0 0 0,0 1 0 0 0,0-1 0 0 0,0 0 0 0 0,-1 0 0 0 0,1 0 0 0 0,0 0-1 0 0,-1-1 1 0 0,1 1 0 0 0,-1 0 0 0 0,1 0 0 0 0,-1 0 0 0 0,0 0 0 0 0,1 0 0 0 0,-1-1 0 0 0,0 1-1 0 0,0 0 1 0 0,0 0 0 0 0,0-1 0 0 0,0 1 0 0 0,0 0 0 0 0,0 0 0 0 0,-1-2 0 0 0,1 1-2 0 0,0-1 1 0 0,-1 1 0 0 0,1-1 0 0 0,-1 1 0 0 0,0-1 0 0 0,0 1-1 0 0,0-1 1 0 0,0 1 0 0 0,0 0 0 0 0,-2-3 0 0 0,0 3-5 0 0,1-1 1 0 0,-1 0-1 0 0,0 0 1 0 0,0 1-1 0 0,0 0 1 0 0,0-1-1 0 0,-1 1 1 0 0,1 1-1 0 0,-1-1 1 0 0,1 0-1 0 0,-1 1 1 0 0,1-1-1 0 0,-1 1 1 0 0,0 0 0 0 0,0 1-1 0 0,-6-2 1 0 0,4 2 2 0 0,-1 0 1 0 0,0 1 0 0 0,0-1-1 0 0,1 2 1 0 0,-1-1 0 0 0,1 1-1 0 0,-1-1 1 0 0,-12 7 0 0 0,2 0 9 0 0,1 1 0 0 0,0 1 1 0 0,0 1-1 0 0,1 0 0 0 0,0 1 1 0 0,-14 16-1 0 0,15-14 2 0 0,1 1 1 0 0,0 1-1 0 0,-20 33 0 0 0,27-39 2 0 0,1 0-1 0 0,0 0 1 0 0,1 0-1 0 0,0 1 1 0 0,1 0-1 0 0,0 0 1 0 0,0 0 0 0 0,-1 17-1 0 0,4-25-1 0 0,0 0 1 0 0,0 0-1 0 0,0 0 0 0 0,0 0 0 0 0,1 0 1 0 0,-1 0-1 0 0,1 0 0 0 0,0 0 0 0 0,0 0 1 0 0,0 0-1 0 0,0 0 0 0 0,1 0 1 0 0,-1 0-1 0 0,1-1 0 0 0,-1 1 0 0 0,1 0 1 0 0,0-1-1 0 0,3 3 0 0 0,-1-1 5 0 0,0-1 0 0 0,0 0 0 0 0,0 0 0 0 0,1-1-1 0 0,0 1 1 0 0,-1-1 0 0 0,1 0 0 0 0,0 0 0 0 0,0-1 0 0 0,6 2 0 0 0,5 0 14 0 0,0-1 0 0 0,1 0 0 0 0,-1-2 1 0 0,1 0-1 0 0,31-4 0 0 0,-10 0-292 0 0,15-3-2584 0 0,-20 0-6406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8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54 592 0 0,'19'-27'22530'0'0,"-10"11"-20288"0"0,-8 14-1878 0 0,7-7-3504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9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61 2028 0 0,'-7'-22'4596'0'0,"6"18"-3990"0"0,1 0 0 0 0,-2 1 0 0 0,1-1 0 0 0,0 0 1 0 0,-1 1-1 0 0,0-1 0 0 0,0 1 0 0 0,-2-4 0 0 0,2 5-162 0 0,-2 3-35 0 0,-3 1-233 0 0,0 0-1 0 0,0 1 1 0 0,1 0 0 0 0,-1 1 0 0 0,1-1 0 0 0,0 1-1 0 0,0 0 1 0 0,0 1 0 0 0,1-1 0 0 0,-1 1-1 0 0,1 0 1 0 0,0 1 0 0 0,-5 7 0 0 0,-11 16 648 0 0,-25 42 0 0 0,43-66-754 0 0,-33 58 253 0 0,3 2 0 0 0,2 1 0 0 0,4 2 0 0 0,2 0-1 0 0,4 2 1 0 0,2 0 0 0 0,4 1 0 0 0,-11 136 0 0 0,24-172-264 0 0,2-1 0 0 0,1 0-1 0 0,1 0 1 0 0,11 47 0 0 0,-10-67-72 0 0,1 0 0 0 0,1 0 0 0 0,0-1 0 0 0,1 0 1 0 0,12 21-1 0 0,-13-27-72 0 0,0 0 0 0 0,0 0 0 0 0,1-1-1 0 0,0 1 1 0 0,0-1 0 0 0,1 0 0 0 0,-1-1 0 0 0,1 1 0 0 0,1-1 0 0 0,8 4 0 0 0,-8-5-446 0 0,-1-1 0 0 0,1 0 0 0 0,0 0 0 0 0,1-1 0 0 0,15 2 1 0 0,20-2-5847 0 0,-17-3-955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2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33 118 2196 0 0,'-9'-19'2507'0'0,"4"10"-1090"0"0,1-1 0 0 0,0 1 0 0 0,0 0-1 0 0,-2-14 1 0 0,6 22-1341 0 0,0-1-1 0 0,0 1 1 0 0,-1 0 0 0 0,2-1-1 0 0,-1 1 1 0 0,0-1 0 0 0,0 1 0 0 0,0 0-1 0 0,1-1 1 0 0,-1 1 0 0 0,1 0-1 0 0,-1 0 1 0 0,1-1 0 0 0,-1 1-1 0 0,1 0 1 0 0,0 0 0 0 0,-1 0-1 0 0,1 0 1 0 0,0 0 0 0 0,0 0-1 0 0,0 0 1 0 0,0 0 0 0 0,0 0-1 0 0,0 0 1 0 0,0 0 0 0 0,0 1-1 0 0,1-1 1 0 0,-1 0 0 0 0,0 1-1 0 0,0-1 1 0 0,1 1 0 0 0,-1-1-1 0 0,0 1 1 0 0,0 0 0 0 0,1-1 0 0 0,-1 1-1 0 0,3 0 1 0 0,2-1 32 0 0,0 0 0 0 0,0 1 0 0 0,1 0 0 0 0,-1 0 0 0 0,0 0 0 0 0,10 3 0 0 0,-7-1-65 0 0,0 0 1 0 0,0 1-1 0 0,0 1 1 0 0,0-1-1 0 0,0 1 1 0 0,-1 1-1 0 0,0 0 1 0 0,0 0-1 0 0,0 0 1 0 0,-1 1-1 0 0,0 0 1 0 0,0 1-1 0 0,0 0 1 0 0,-1 0 0 0 0,9 12-1 0 0,-11-12-4 0 0,0-1-1 0 0,0 1 0 0 0,-1 0 1 0 0,0 0-1 0 0,0 1 1 0 0,-1-1-1 0 0,0 1 1 0 0,0-1-1 0 0,-1 1 1 0 0,0 0-1 0 0,0-1 1 0 0,-1 1-1 0 0,0 0 0 0 0,0 0 1 0 0,0-1-1 0 0,-1 1 1 0 0,-1 0-1 0 0,1-1 1 0 0,-5 12-1 0 0,1-6 103 0 0,0 0 1 0 0,-1-1-1 0 0,-1 0 0 0 0,0 0 1 0 0,-1 0-1 0 0,0-1 0 0 0,-17 18 0 0 0,-4 0 642 0 0,-43 32 1 0 0,67-57-686 0 0,-9 4 314 0 0,16-15-177 0 0,17-20-120 0 0,55-55-29 0 0,130-152-26 0 0,-128 139 551 0 0,-75 93-551 0 0,-4 4-56 0 0,1 0 0 0 0,0-1 0 0 0,0 1 1 0 0,-1 0-1 0 0,1 0 0 0 0,0 0 0 0 0,1 0 0 0 0,-1 1 0 0 0,0-1 1 0 0,1 0-1 0 0,-1 1 0 0 0,-1 4 0 0 0,0-3 5 0 0,-9 17 70 0 0,0 0 0 0 0,1 0-1 0 0,2 1 1 0 0,0 1 0 0 0,1 0-1 0 0,1 0 1 0 0,2 0 0 0 0,-5 32-1 0 0,9-44-224 0 0,1 0-1 0 0,0 1 1 0 0,0-1-1 0 0,1 0 1 0 0,1 0-1 0 0,0 0 1 0 0,0-1-1 0 0,8 21 1 0 0,-7-23-395 0 0,1-1 0 0 0,0 0 0 0 0,0 0-1 0 0,1 0 1 0 0,0 0 0 0 0,0-1 0 0 0,0 1 0 0 0,1-1 0 0 0,0-1 0 0 0,0 1 0 0 0,1-1 0 0 0,0 0 0 0 0,8 4 0 0 0,0-1-3741 0 0,0-1-2168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0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74 1080 0 0,'17'-42'12346'0'0,"-4"10"-4086"0"0,-13 32-8234 0 0,0 0 0 0 0,1 0 0 0 0,-1 1 1 0 0,0-1-1 0 0,1 0 0 0 0,-1 0 0 0 0,0 0 0 0 0,1 1 0 0 0,-1-1 0 0 0,0 0 1 0 0,0 0-1 0 0,1 1 0 0 0,-1-1 0 0 0,0 0 0 0 0,0 0 0 0 0,1 1 0 0 0,-1-1 1 0 0,0 0-1 0 0,0 1 0 0 0,0-1 0 0 0,0 0 0 0 0,1 1 0 0 0,-1-1 0 0 0,0 0 1 0 0,0 1-1 0 0,0-1 0 0 0,0 1 0 0 0,0-1 0 0 0,0 0 0 0 0,0 1 1 0 0,0-1-1 0 0,0 1 0 0 0,-1 12 252 0 0,1-11-265 0 0,-4 40 521 0 0,-12 50 0 0 0,9-58-1174 0 0,2 0 1 0 0,-3 51-1 0 0,8-80 145 0 0,1 0 0 0 0,-1 0-1 0 0,1-1 1 0 0,-1 1 0 0 0,3 6-1 0 0,9 9-8179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11 201 3468 0 0,'-10'-60'14115'0'0,"10"59"-14019"0"0,0 0-1 0 0,0 0 1 0 0,0 0-1 0 0,1 0 1 0 0,-1 0-1 0 0,0 0 1 0 0,1 0 0 0 0,-1 0-1 0 0,1 0 1 0 0,0 0-1 0 0,-1 1 1 0 0,1-1-1 0 0,-1 0 1 0 0,1 0 0 0 0,0 1-1 0 0,0-1 1 0 0,-1 0-1 0 0,1 1 1 0 0,0-1-1 0 0,0 1 1 0 0,0-1 0 0 0,0 1-1 0 0,1-1 1 0 0,25-12 722 0 0,-23 12-673 0 0,70-25 695 0 0,96-21 0 0 0,-77 23-652 0 0,-49 13-3735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336 126 512 0 0,'0'-6'1272'0'0,"0"-1"-1"0"0,-1 0 1 0 0,0 0-1 0 0,0 0 1 0 0,0 1-1 0 0,-1-1 1 0 0,0 0 0 0 0,-6-11-1 0 0,6 14-834 0 0,-1-1 0 0 0,0 1 0 0 0,0 0 0 0 0,0 0 0 0 0,0 0 0 0 0,-1 0 0 0 0,1 1 0 0 0,-1-1 0 0 0,0 1 0 0 0,0 0 0 0 0,-8-5 0 0 0,10 7-398 0 0,0 1 1 0 0,0-1 0 0 0,0 1 0 0 0,0-1-1 0 0,0 1 1 0 0,0 0 0 0 0,0-1 0 0 0,0 1-1 0 0,0 0 1 0 0,-1 1 0 0 0,1-1 0 0 0,0 0 0 0 0,0 0-1 0 0,0 1 1 0 0,0 0 0 0 0,0-1 0 0 0,0 1-1 0 0,0 0 1 0 0,-2 1 0 0 0,-35 23 156 0 0,35-23-161 0 0,-15 14 16 0 0,0 0-1 0 0,1 1 1 0 0,0 1 0 0 0,2 0 0 0 0,0 2 0 0 0,1 0 0 0 0,1 0 0 0 0,1 1 0 0 0,-12 27-1 0 0,23-43-38 0 0,0-1 0 0 0,0 0 0 0 0,0 0 0 0 0,1 1 0 0 0,0-1 0 0 0,0 1 0 0 0,0-1-1 0 0,1 1 1 0 0,0 0 0 0 0,0-1 0 0 0,0 1 0 0 0,0-1 0 0 0,0 1 0 0 0,1-1 0 0 0,0 1 0 0 0,0-1-1 0 0,2 6 1 0 0,-1-7-2 0 0,0 0 0 0 0,0 0-1 0 0,0 0 1 0 0,0 0 0 0 0,0-1 0 0 0,0 1-1 0 0,1-1 1 0 0,-1 0 0 0 0,1 0-1 0 0,-1 0 1 0 0,1 0 0 0 0,0 0-1 0 0,0 0 1 0 0,0-1 0 0 0,0 1 0 0 0,0-1-1 0 0,0 0 1 0 0,1 0 0 0 0,-1 0-1 0 0,0 0 1 0 0,1-1 0 0 0,-1 1-1 0 0,7-1 1 0 0,0 0-2 0 0,1 0 0 0 0,-1-1-1 0 0,0 0 1 0 0,1-1 0 0 0,-1 0-1 0 0,0 0 1 0 0,0-1 0 0 0,0-1 0 0 0,-1 1-1 0 0,1-2 1 0 0,-1 1 0 0 0,0-1-1 0 0,0-1 1 0 0,-1 0 0 0 0,12-9-1 0 0,7-9 643 0 0,-2-2-1 0 0,0 0 0 0 0,21-31 0 0 0,-32 39 154 0 0,-14 18-792 0 0,0 0 1 0 0,0-1-1 0 0,0 1 1 0 0,1-1-1 0 0,-1 1 1 0 0,0 0-1 0 0,0-1 0 0 0,1 1 1 0 0,-1 0-1 0 0,0-1 1 0 0,1 1-1 0 0,-1 0 0 0 0,0-1 1 0 0,1 1-1 0 0,-1 0 1 0 0,1 0-1 0 0,-1 0 1 0 0,0-1-1 0 0,1 1 0 0 0,-1 0 1 0 0,1 0-1 0 0,-1 0 1 0 0,1 0-1 0 0,-1 0 0 0 0,1 0 1 0 0,-1 0-1 0 0,0 0 1 0 0,1 0-1 0 0,-1 0 1 0 0,1 0-1 0 0,-1 0 0 0 0,1 0 1 0 0,6 14 320 0 0,-5 22 123 0 0,-8 26 73 0 0,-16 66 0 0 0,2-13-4735 0 0,14-91-113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1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1960 0 0,'0'-14'4135'0'0,"0"12"-3924"0"0,0-1 0 0 0,0 1 1 0 0,0 0-1 0 0,0-1 0 0 0,1 1 1 0 0,-1 0-1 0 0,1-1 0 0 0,-1 1 1 0 0,1 0-1 0 0,0 0 0 0 0,0 0 1 0 0,0-1-1 0 0,0 1 0 0 0,0 0 1 0 0,0 0-1 0 0,0 0 0 0 0,1 1 1 0 0,-1-1-1 0 0,1 0 0 0 0,0 0 1 0 0,-1 1-1 0 0,1-1 0 0 0,0 1 1 0 0,0-1-1 0 0,0 1 0 0 0,0 0 1 0 0,0 0-1 0 0,0 0 0 0 0,0 0 1 0 0,0 0-1 0 0,1 1 0 0 0,2-2 1 0 0,0 2-86 0 0,1-1 0 0 0,-1 1 1 0 0,1 0-1 0 0,0 1 0 0 0,-1-1 1 0 0,1 1-1 0 0,-1 0 1 0 0,1 0-1 0 0,-1 1 0 0 0,1 0 1 0 0,6 3-1 0 0,-2 0 91 0 0,0 0 0 0 0,-1 1-1 0 0,0 0 1 0 0,0 1 0 0 0,11 10 0 0 0,3 7 394 0 0,-1 2 0 0 0,36 51 0 0 0,-36-43-434 0 0,-2 0 1 0 0,-1 1 0 0 0,-1 1-1 0 0,-3 0 1 0 0,0 1-1 0 0,-3 1 1 0 0,-1 0-1 0 0,-2 1 1 0 0,-1 0-1 0 0,2 41 1 0 0,-8-43-156 0 0,-1 0 1 0 0,-3-1-1 0 0,0 1 1 0 0,-2 0-1 0 0,-2-1 1 0 0,-2 0-1 0 0,-1 0 1 0 0,-1-1-1 0 0,-2 0 1 0 0,-33 65-1 0 0,29-72-443 0 0,0-1 0 0 0,-33 40 0 0 0,36-51-1069 0 0,-24 21-1 0 0,25-27-925 0 0,0 0-1 0 0,-22 13 1 0 0,15-14-3606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2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0 194 1192 0 0,'13'-50'4099'0'0,"-9"31"-2303"0"0,1 0 0 0 0,0 0 1 0 0,15-30-1 0 0,-19 47-1706 0 0,0-1 0 0 0,0 1-1 0 0,1 0 1 0 0,-1 0 0 0 0,1-1 0 0 0,0 1 0 0 0,0 0 0 0 0,-1 0 0 0 0,1 1 0 0 0,1-1 0 0 0,-1 0 0 0 0,0 1-1 0 0,0-1 1 0 0,0 1 0 0 0,1-1 0 0 0,-1 1 0 0 0,1 0 0 0 0,-1 0 0 0 0,1 1 0 0 0,-1-1 0 0 0,1 0-1 0 0,0 1 1 0 0,-1-1 0 0 0,1 1 0 0 0,0 0 0 0 0,-1 0 0 0 0,1 0 0 0 0,0 0 0 0 0,-1 1 0 0 0,1-1 0 0 0,0 1-1 0 0,-1-1 1 0 0,1 1 0 0 0,0 0 0 0 0,-1 0 0 0 0,0 0 0 0 0,1 0 0 0 0,2 2 0 0 0,2 1-22 0 0,0 1 1 0 0,-1-1-1 0 0,0 1 1 0 0,0 0 0 0 0,0 0-1 0 0,0 1 1 0 0,-1 0 0 0 0,0 0-1 0 0,0 0 1 0 0,0 0-1 0 0,-1 1 1 0 0,4 8 0 0 0,-5-8 92 0 0,-1 0 1 0 0,0 0 0 0 0,0 0 0 0 0,-1 1-1 0 0,0-1 1 0 0,0 0 0 0 0,0 1 0 0 0,-1-1-1 0 0,-1 0 1 0 0,1 1 0 0 0,-1-1 0 0 0,0 0 0 0 0,-1 1-1 0 0,1-1 1 0 0,-2 0 0 0 0,1 0 0 0 0,-1 0-1 0 0,0-1 1 0 0,0 1 0 0 0,-5 7 0 0 0,-8 9 324 0 0,0 0 1 0 0,-1-2-1 0 0,0 0 1 0 0,-23 20-1 0 0,10-9 375 0 0,29-31-757 0 0,3 0-86 0 0,-1 0 1 0 0,1 0 0 0 0,0-1 0 0 0,-1 1 0 0 0,1 0 0 0 0,0-1 0 0 0,0 1 0 0 0,-1-1 0 0 0,1 0 0 0 0,0 0 0 0 0,0 0 0 0 0,0 0 0 0 0,0 0 0 0 0,0 0 0 0 0,2-1 0 0 0,-2 1-10 0 0,185-16 149 0 0,-63 3-206 0 0,148-14 206 0 0,-269 27-152 0 0,85-7 223 0 0,-83 6-226 0 0,3-1 2 0 0,-6 1-13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3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183 211 2120 0 0,'-17'-7'2312'0'0,"-101"-48"9388"0"0,73 32-7988 0 0,43 22-3354 0 0,2 1-348 0 0,0 0 1 0 0,0-1 0 0 0,0 1-1 0 0,0-1 1 0 0,0 1 0 0 0,0-1-1 0 0,0 1 1 0 0,0-1 0 0 0,0 1-1 0 0,1 0 1 0 0,-1-1 0 0 0,0 1-1 0 0,0-1 1 0 0,0 1 0 0 0,1 0-1 0 0,-1-1 1 0 0,0 1-1 0 0,0 0 1 0 0,1-1 0 0 0,-1 1-1 0 0,0 0 1 0 0,1-1 0 0 0,-1 1-1 0 0,0 0 1 0 0,1-1 0 0 0,-1 1-1 0 0,1 0 1 0 0,-1 0 0 0 0,0 0-1 0 0,1 0 1 0 0,0-1 0 0 0,369-61 762 0 0,-98 19-4947 0 0,-243 34-2580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21 1380 0 0,'-48'-20'10495'0'0,"46"20"-9822"0"0,-2 1 307 0 0,3-1-919 0 0,1 0 0 0 0,-1 0 0 0 0,1 0 0 0 0,-1 0-1 0 0,1 0 1 0 0,-1 0 0 0 0,0 0 0 0 0,1 1 0 0 0,-1-1 0 0 0,1 0-1 0 0,-1 0 1 0 0,1 0 0 0 0,-1 1 0 0 0,1-1 0 0 0,0 0-1 0 0,-1 0 1 0 0,1 1 0 0 0,-1-1 0 0 0,1 0 0 0 0,-1 2-1 0 0,-8 16 604 0 0,0 1 0 0 0,2 1 0 0 0,0-1 1 0 0,2 1-1 0 0,-6 31 0 0 0,0-1-326 0 0,-5 16 100 0 0,-9 82 0 0 0,22-115-1440 0 0,2 44 1 0 0,2-55-1726 0 0,1 1 0 0 0,10 39 0 0 0,-4-31-4689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60 135 244 0 0,'0'-2'1474'0'0,"0"-9"-249"0"0,0 9-180 0 0,1-14 1767 0 0,17-58 7184 0 0,-13 53-6280 0 0,-5 12-1918 0 0,-2 20-1278 0 0,-13 73 806 0 0,-28 114 130 0 0,34-166-2585 0 0,-6 36 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5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70 108 0 0,'3'-33'8041'0'0,"-1"11"-4826"0"0,-3 7-600 0 0,-4 18-1453 0 0,-8 20-513 0 0,13-22-550 0 0,-42 92 545 0 0,4 1 0 0 0,4 3 0 0 0,4 0 1 0 0,-18 109-1 0 0,40-163-579 0 0,1 1-1 0 0,3-1 1 0 0,1 1 0 0 0,3 45 0 0 0,2-69-254 0 0,1-1 1 0 0,0 1 0 0 0,1 0-1 0 0,12 30 1 0 0,-12-38-228 0 0,1-1 0 0 0,1 1 0 0 0,0-1 0 0 0,1 0-1 0 0,0-1 1 0 0,1 0 0 0 0,0 0 0 0 0,10 11 0 0 0,-11-15-829 0 0,0-1 1 0 0,0 1-1 0 0,0-1 1 0 0,13 7-1 0 0,4-1-4875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5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19 134 212 0 0,'-18'-76'10611'0'0,"17"75"-10542"0"0,1 0 0 0 0,0-1-1 0 0,0 1 1 0 0,1 0 0 0 0,-1 0 0 0 0,0-1 0 0 0,0 1-1 0 0,1 0 1 0 0,-1 0 0 0 0,0 0 0 0 0,1 0-1 0 0,-1 0 1 0 0,1-1 0 0 0,0 1 0 0 0,-1 0 0 0 0,1 0-1 0 0,0 0 1 0 0,0 0 0 0 0,-1 1 0 0 0,1-1 0 0 0,0 0-1 0 0,0 0 1 0 0,0 0 0 0 0,0 1 0 0 0,0-1 0 0 0,0 0-1 0 0,0 1 1 0 0,2-1 0 0 0,30-11 664 0 0,-23 11-664 0 0,1 0 0 0 0,0 0 0 0 0,-1 1 0 0 0,1 0 0 0 0,0 1 0 0 0,-1 1 0 0 0,1-1 0 0 0,-1 1 0 0 0,1 1 0 0 0,-1 0 0 0 0,0 1 0 0 0,15 7 0 0 0,-17-8-59 0 0,0 1 0 0 0,-1 1 0 0 0,1-1 0 0 0,-1 1 0 0 0,0 1 0 0 0,0-1 0 0 0,-1 1 0 0 0,1 0 0 0 0,-1 1 0 0 0,-1 0 0 0 0,1-1 0 0 0,-1 2 1 0 0,0-1-1 0 0,-1 1 0 0 0,6 12 0 0 0,-8-14 14 0 0,-1 0 0 0 0,1 1 1 0 0,-2-1-1 0 0,1 0 0 0 0,0 1 0 0 0,-1-1 1 0 0,0 0-1 0 0,-1 1 0 0 0,1-1 1 0 0,-1 1-1 0 0,-1-1 0 0 0,1 0 0 0 0,-1 0 1 0 0,0 0-1 0 0,0 0 0 0 0,-1 0 1 0 0,0 0-1 0 0,-5 8 0 0 0,2-5 166 0 0,-1 0 0 0 0,1 0 0 0 0,-2 0-1 0 0,1-1 1 0 0,-2 0 0 0 0,1 0 0 0 0,-1-1 0 0 0,0-1-1 0 0,-15 10 1 0 0,22-15-58 0 0,1-1-124 0 0,1 0 0 0 0,-1 0 0 0 0,1 0 1 0 0,-1 0-1 0 0,0 0 0 0 0,1 0 0 0 0,-1 0 1 0 0,1 0-1 0 0,-1 0 0 0 0,1 0 0 0 0,-1 0 1 0 0,1-1-1 0 0,-1 1 0 0 0,1 0 0 0 0,-1 0 1 0 0,1-1-1 0 0,-1 1 0 0 0,1 0 0 0 0,0-1 1 0 0,-1 1-1 0 0,1 0 0 0 0,-1-1 1 0 0,1 1-1 0 0,0-1 0 0 0,-1 1 0 0 0,1-1 1 0 0,0 1-1 0 0,0-1 0 0 0,-1 1 0 0 0,1-1 1 0 0,0 1-1 0 0,0-1 0 0 0,-1 0 0 0 0,1-2 4 0 0,0 1-1 0 0,0 0 1 0 0,0-1-1 0 0,1 1 0 0 0,-1 0 1 0 0,0-1-1 0 0,1 1 1 0 0,0 0-1 0 0,0-3 0 0 0,6-9 17 0 0,14-27 0 0 0,-17 34-1 0 0,84-132 85 0 0,-39 64 1 0 0,-16 24 442 0 0,-32 50-556 0 0,-2 11 7 0 0,0 0-1 0 0,-1 0 0 0 0,0 0 1 0 0,-1 0-1 0 0,-5 11 0 0 0,-4 20 12 0 0,8-23 9 0 0,0-1 0 0 0,2 1 0 0 0,0 0 0 0 0,1 0 0 0 0,0 0 0 0 0,4 21 0 0 0,-3-31-124 0 0,2-1 1 0 0,-1 0 0 0 0,1 0 0 0 0,0 0 0 0 0,1 0-1 0 0,0 0 1 0 0,0-1 0 0 0,0 1 0 0 0,1-1-1 0 0,0 0 1 0 0,0 0 0 0 0,0 0 0 0 0,1 0 0 0 0,0-1-1 0 0,0 0 1 0 0,0 0 0 0 0,1 0 0 0 0,6 4 0 0 0,-5-5-623 0 0,-1-1 1 0 0,1 1-1 0 0,-1-1 1 0 0,9 3-1 0 0,15 1-4783 0 0,-12-3 268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6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41 820 0 0,'-12'-20'8445'0'0,"2"-1"-938"0"0,16 29-6825 0 0,5 19-709 0 0,-11-16 163 0 0,1-1 0 0 0,-2 1-1 0 0,1-1 1 0 0,-2 1 0 0 0,1-1 0 0 0,-1 1 0 0 0,-1-1 0 0 0,0 0 0 0 0,-7 17-1 0 0,-6 7 537 0 0,-27 44-1 0 0,13-30-234 0 0,-15 29-3 0 0,43-75-384 0 0,3 1 36 0 0,-1-3-84 0 0,0 1 0 0 0,0-1 0 0 0,0 0 1 0 0,0 0-1 0 0,0 0 0 0 0,0 1 0 0 0,0-1 0 0 0,0 0 1 0 0,0 0-1 0 0,0 1 0 0 0,0-1 0 0 0,0 0 0 0 0,0 0 1 0 0,0 1-1 0 0,0-1 0 0 0,0 0 0 0 0,0 0 0 0 0,0 0 0 0 0,0 1 1 0 0,0-1-1 0 0,0 0 0 0 0,1 0 0 0 0,-1 0 0 0 0,0 1 1 0 0,0-1-1 0 0,0 0 0 0 0,0 0 0 0 0,0 0 0 0 0,1 0 1 0 0,-1 0-1 0 0,0 1 0 0 0,0-1 0 0 0,0 0 0 0 0,1 0 1 0 0,-1 0-1 0 0,0 0 0 0 0,0 0 0 0 0,0 0 0 0 0,1 0 1 0 0,9 0 22 0 0,-1-1-1 0 0,1-1 1 0 0,-1 0 0 0 0,1 0 0 0 0,16-7 0 0 0,50-24-383 0 0,-53 22-19 0 0,99-49-3718 0 0,-43 13-3094 0 0,-37 20 240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31 2692 0 0,'-58'-25'10987'0'0,"56"24"-10377"0"0,-5-4 1100 0 0,67 11-1192 0 0,64 4-2297 0 0,-41-9-5975 0 0,-56-3 3174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76 2752 0 0,'-3'-7'1722'0'0,"0"0"0"0"0,0 0 0 0 0,0 0 0 0 0,-1 0 0 0 0,-9-11 0 0 0,11 16-1531 0 0,0 0 0 0 0,0 0 0 0 0,0 0 0 0 0,-1 1 0 0 0,1-1 0 0 0,-1 0 0 0 0,1 1 1 0 0,-1-1-1 0 0,1 1 0 0 0,-1 0 0 0 0,0 0 0 0 0,0 0 0 0 0,1 0 0 0 0,-1 1 0 0 0,0-1 0 0 0,0 1 0 0 0,0 0 0 0 0,-4 0 0 0 0,-2 0 30 0 0,0 1 0 0 0,0 1 0 0 0,0 0 0 0 0,0 0 0 0 0,0 1 0 0 0,0 0 0 0 0,0 0 0 0 0,1 1 0 0 0,0 0 0 0 0,-16 11 0 0 0,0 2 84 0 0,0 1 0 0 0,-21 22 1 0 0,25-21-191 0 0,1 1 0 0 0,0 0 0 0 0,-26 40 0 0 0,40-52-99 0 0,0-1-1 0 0,0 1 0 0 0,1 0 0 0 0,1 0 0 0 0,-1 1 1 0 0,1-1-1 0 0,1 1 0 0 0,-1-1 0 0 0,1 1 0 0 0,1 0 1 0 0,0 0-1 0 0,0 0 0 0 0,1 0 0 0 0,0 0 0 0 0,2 13 1 0 0,-1-18-12 0 0,0 0 0 0 0,0 1 0 0 0,0-1 0 0 0,1 0 0 0 0,0-1 0 0 0,-1 1 1 0 0,1 0-1 0 0,1 0 0 0 0,-1-1 0 0 0,1 1 0 0 0,-1-1 0 0 0,1 0 1 0 0,0 0-1 0 0,0 0 0 0 0,6 4 0 0 0,-4-4-2 0 0,1 1 1 0 0,0-1-1 0 0,0 0 0 0 0,0-1 1 0 0,0 1-1 0 0,0-1 0 0 0,1 0 1 0 0,-1-1-1 0 0,9 1 0 0 0,-1 0-11 0 0,-1-2 0 0 0,1 0 0 0 0,0 0 0 0 0,-1-1 0 0 0,1-1 0 0 0,-1-1 0 0 0,1 1-1 0 0,-1-2 1 0 0,16-6 0 0 0,-20 6 3 0 0,0-1 0 0 0,0 0 1 0 0,0-1-1 0 0,0 0 0 0 0,-1 0 0 0 0,0-1 0 0 0,0 0 0 0 0,-1 0 0 0 0,0-1 0 0 0,0 0 0 0 0,-1 0 0 0 0,1 0 1 0 0,-2-1-1 0 0,8-16 0 0 0,-4 6 13 0 0,-2 0 0 0 0,0 0 0 0 0,-1-1-1 0 0,-1 0 1 0 0,-1 0 0 0 0,2-32 0 0 0,0 16 4 0 0,-6 34 80 0 0,-1 4-29 0 0,-4 7-14 0 0,0 0 0 0 0,1 0 0 0 0,0 1 0 0 0,1-1 0 0 0,-4 14 0 0 0,-9 56 65 0 0,14-63-94 0 0,-2 5-53 0 0,2-1 1 0 0,0 1 0 0 0,1 0-1 0 0,1 0 1 0 0,5 33 0 0 0,-3-42-553 0 0,1 0-1 0 0,0-1 1 0 0,1 1 0 0 0,7 16 0 0 0,-7-20-668 0 0,0 0 1 0 0,1-1-1 0 0,0 0 1 0 0,0 1-1 0 0,0-2 0 0 0,13 13 1 0 0,2-2-5744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7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71 3532 0 0,'-15'-58'12032'0'0,"15"57"-11987"0"0,0 1-1 0 0,0 0 1 0 0,0-1-1 0 0,0 1 1 0 0,0-1-1 0 0,0 1 1 0 0,0-1-1 0 0,0 1 1 0 0,0-1-1 0 0,0 1 1 0 0,0-1-1 0 0,0 1 0 0 0,1-1 1 0 0,-1 1-1 0 0,0 0 1 0 0,0-1-1 0 0,1 1 1 0 0,-1-1-1 0 0,0 1 1 0 0,0 0-1 0 0,1-1 1 0 0,-1 1-1 0 0,1 0 1 0 0,-1-1-1 0 0,0 1 1 0 0,1 0-1 0 0,-1 0 1 0 0,0-1-1 0 0,1 1 1 0 0,-1 0-1 0 0,1 0 1 0 0,-1 0-1 0 0,1 0 1 0 0,-1 0-1 0 0,1-1 1 0 0,-1 1-1 0 0,1 0 1 0 0,-1 0-1 0 0,0 0 1 0 0,1 0-1 0 0,-1 0 1 0 0,1 0-1 0 0,-1 0 1 0 0,2 1-1 0 0,18 1 630 0 0,-16-1-609 0 0,0 1 0 0 0,0 0-1 0 0,0 0 1 0 0,0 0 0 0 0,-1 0-1 0 0,1 0 1 0 0,-1 1 0 0 0,1 0-1 0 0,-1 0 1 0 0,0 0 0 0 0,0 0-1 0 0,-1 0 1 0 0,1 0 0 0 0,2 6-1 0 0,-2-4 40 0 0,0 1-1 0 0,0 0 0 0 0,-1 0 0 0 0,0 0 1 0 0,0 0-1 0 0,-1 0 0 0 0,0 1 0 0 0,1 10 1 0 0,-2-2 180 0 0,0 0 1 0 0,-1 0 0 0 0,-1 0 0 0 0,0 0 0 0 0,-1-1 0 0 0,-1 1 0 0 0,-7 18 0 0 0,-2-5 622 0 0,-1 0 1 0 0,-1-1-1 0 0,-20 27 1 0 0,-8 15 752 0 0,41-67-1553 0 0,2-2-99 0 0,0 0 0 0 0,0 1 0 0 0,0-1 0 0 0,0 0 0 0 0,0 1 0 0 0,0-1 0 0 0,0 0 0 0 0,0 0 0 0 0,1 1 0 0 0,-1-1 0 0 0,0 0 0 0 0,0 1 0 0 0,0-1 0 0 0,0 0 0 0 0,0 0 0 0 0,0 1 0 0 0,1-1 0 0 0,-1 0 0 0 0,0 0 0 0 0,0 0 0 0 0,0 1 0 0 0,0-1 0 0 0,1 0 0 0 0,-1 0 0 0 0,0 0 0 0 0,0 1 0 0 0,1-1 0 0 0,-1 0 0 0 0,0 0 0 0 0,0 0 0 0 0,1 0 0 0 0,-1 0 0 0 0,0 0 0 0 0,0 0 0 0 0,1 0 0 0 0,-1 1 0 0 0,0-1 0 0 0,1 0 0 0 0,-1 0 0 0 0,12-1 47 0 0,-11 0-54 0 0,29-6-674 0 0,-1-2-1 0 0,-1-1 1 0 0,0-2-1 0 0,45-24 1 0 0,-64 31 254 0 0,40-19-1809 0 0,18-10-1916 0 0,-24 10-1808 0 0,-1-3-3726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7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78 2520 0 0,'-11'-23'3575'0'0,"8"18"-2638"0"0,1 1-1 0 0,-1-1 1 0 0,1 0 0 0 0,0-1 0 0 0,0 1 0 0 0,1 0 0 0 0,-2-9 0 0 0,3 14-896 0 0,0 0-1 0 0,0 0 1 0 0,0-1 0 0 0,0 1 0 0 0,0 0 0 0 0,0 0-1 0 0,0 0 1 0 0,0-1 0 0 0,0 1 0 0 0,0 0 0 0 0,0 0-1 0 0,0 0 1 0 0,0-1 0 0 0,0 1 0 0 0,1 0 0 0 0,-1 0-1 0 0,0 0 1 0 0,0-1 0 0 0,0 1 0 0 0,0 0-1 0 0,0 0 1 0 0,0 0 0 0 0,1 0 0 0 0,-1 0 0 0 0,0-1-1 0 0,0 1 1 0 0,0 0 0 0 0,1 0 0 0 0,-1 0 0 0 0,0 0-1 0 0,0 0 1 0 0,0 0 0 0 0,1 0 0 0 0,-1 0-1 0 0,0 0 1 0 0,0 0 0 0 0,1 0 0 0 0,10 2 787 0 0,8 9 104 0 0,6 10-567 0 0,0 1 0 0 0,-2 1 1 0 0,-1 1-1 0 0,-1 1 0 0 0,-1 1 1 0 0,-1 1-1 0 0,-1 0 0 0 0,-1 1 1 0 0,-2 1-1 0 0,-1 1 0 0 0,-1 0 1 0 0,-2 1-1 0 0,9 36 0 0 0,-8-16-243 0 0,-3 0 1 0 0,-1 1-1 0 0,-3-1 0 0 0,-2 1 0 0 0,-3 0 1 0 0,-2 0-1 0 0,-12 81 0 0 0,-1-53 4 0 0,-2-2 0 0 0,-5 0 0 0 0,-49 120 0 0 0,49-146-609 0 0,-4-2 1 0 0,-1-1 0 0 0,-2-1 0 0 0,-3-1-1 0 0,-1-1 1 0 0,-40 40 0 0 0,26-42-2931 0 0,14-19-2926 0 0,11-10-1625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0 207 1260 0 0,'26'-64'4869'0'0,"-13"31"-577"0"0,29-53 0 0 0,-42 85-4245 0 0,1-1 0 0 0,0 1-1 0 0,0 0 1 0 0,0-1 0 0 0,-1 1 0 0 0,1 0-1 0 0,0-1 1 0 0,0 1 0 0 0,1 0-1 0 0,-1 0 1 0 0,0 0 0 0 0,0 0-1 0 0,1 0 1 0 0,-1 0 0 0 0,0 0 0 0 0,1 0-1 0 0,-1 1 1 0 0,1-1 0 0 0,-1 1-1 0 0,1-1 1 0 0,-1 1 0 0 0,1-1 0 0 0,-1 1-1 0 0,1 0 1 0 0,0 0 0 0 0,-1-1-1 0 0,1 1 1 0 0,-1 0 0 0 0,1 1-1 0 0,0-1 1 0 0,-1 0 0 0 0,1 0 0 0 0,-1 1-1 0 0,1-1 1 0 0,-1 1 0 0 0,1-1-1 0 0,-1 1 1 0 0,1 0 0 0 0,-1 0-1 0 0,1-1 1 0 0,-1 1 0 0 0,0 0 0 0 0,2 2-1 0 0,1 0-4 0 0,-1 0-1 0 0,-1 0 0 0 0,1 0 1 0 0,0 0-1 0 0,-1 1 0 0 0,0-1 1 0 0,1 1-1 0 0,-1 0 0 0 0,-1 0 1 0 0,1-1-1 0 0,0 1 0 0 0,-1 0 1 0 0,0 0-1 0 0,0 0 0 0 0,0 1 1 0 0,0 6-1 0 0,-2 1 114 0 0,0 0 0 0 0,0-1 0 0 0,-2 1 0 0 0,1 0 0 0 0,-1-1 1 0 0,-1 0-1 0 0,0 0 0 0 0,-1 0 0 0 0,-6 11 0 0 0,-9 14 952 0 0,-34 42-1 0 0,8-12 695 0 0,44-63-1664 0 0,-12 19 876 0 0,13-22-1001 0 0,1 0 0 0 0,0 0 0 0 0,0 1 0 0 0,0-1 0 0 0,-1 0 0 0 0,1 1 0 0 0,0-1 0 0 0,0 0 0 0 0,0 1-1 0 0,0-1 1 0 0,0 0 0 0 0,0 1 0 0 0,0-1 0 0 0,0 1 0 0 0,0-1 0 0 0,0 0 0 0 0,0 1 0 0 0,0-1 0 0 0,0 0 0 0 0,0 1 0 0 0,0-1 0 0 0,0 0-1 0 0,0 1 1 0 0,0-1 0 0 0,0 0 0 0 0,0 1 0 0 0,1-1 0 0 0,-1 0 0 0 0,0 1 0 0 0,0-1 0 0 0,0 0 0 0 0,1 1 0 0 0,-1-1 0 0 0,0 0 0 0 0,0 0 0 0 0,1 1-1 0 0,-1-1 1 0 0,0 0 0 0 0,1 0 0 0 0,-1 0 0 0 0,0 1 0 0 0,1-1 0 0 0,-1 0 0 0 0,0 0 0 0 0,1 0 0 0 0,-1 0 0 0 0,0 0 0 0 0,1 0 0 0 0,-1 0-1 0 0,0 0 1 0 0,1 0 0 0 0,-1 0 0 0 0,0 0 0 0 0,1 0 0 0 0,-1 0 0 0 0,1 0 0 0 0,-1 0 0 0 0,0 0 0 0 0,1 0 0 0 0,-1 0 0 0 0,55-7 218 0 0,-1-2 1 0 0,71-22-1 0 0,3-1-395 0 0,-36 12-1029 0 0,4-2-3365 0 0,-31 11-5738 0 0,-47 9 3311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8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77 105 2344 0 0,'-72'-42'16293'0'0,"70"41"-15815"0"0,2 1-448 0 0,0 0 0 0 0,0 0 0 0 0,-1-1 1 0 0,1 1-1 0 0,0 0 0 0 0,0 0 0 0 0,-1-1 0 0 0,1 1 0 0 0,0 0 0 0 0,0 0 0 0 0,0-1 0 0 0,0 1 0 0 0,0 0 1 0 0,-1-1-1 0 0,1 1 0 0 0,0 0 0 0 0,0-1 0 0 0,0 1 0 0 0,0 0 0 0 0,0-1 0 0 0,0 1 0 0 0,0 0 1 0 0,0-1-1 0 0,0 1 0 0 0,0 0 0 0 0,0 0 0 0 0,0-1 0 0 0,0 1 0 0 0,1 0 0 0 0,-1-1 0 0 0,0 1 1 0 0,22-7 133 0 0,1 2 1 0 0,0 1 0 0 0,0 1 0 0 0,38-1 0 0 0,-13 1-89 0 0,138-11-13 0 0,-20 3-6534 0 0,-148 9 1658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8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31 476 0 0,'-55'-30'12373'0'0,"55"30"-12303"0"0,0 0 0 0 0,-1 0 1 0 0,1 0-1 0 0,-1 0 1 0 0,1 0-1 0 0,0 0 1 0 0,-1 0-1 0 0,1 0 0 0 0,-1 0 1 0 0,1 0-1 0 0,0 0 1 0 0,-1 1-1 0 0,1-1 1 0 0,-1 0-1 0 0,1 0 0 0 0,0 0 1 0 0,-1 1-1 0 0,1-1 1 0 0,0 0-1 0 0,0 0 1 0 0,-1 1-1 0 0,1-1 0 0 0,0 0 1 0 0,-1 1-1 0 0,1-1 1 0 0,0 0-1 0 0,0 1 1 0 0,0-1-1 0 0,-1 0 0 0 0,1 1 1 0 0,0-1-1 0 0,0 0 1 0 0,0 1-1 0 0,0-1 1 0 0,0 1-1 0 0,0-1 0 0 0,0 0 1 0 0,0 1-1 0 0,0 0 1 0 0,-3 18 1188 0 0,2-18-997 0 0,-4 201 3465 0 0,5-140-3393 0 0,7 152-661 0 0,-1-143-2605 0 0,2 0-3610 0 0,0-25-2501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8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460 109 1464 0 0,'-4'-13'2187'0'0,"-1"1"1"0"0,0-1-1 0 0,-10-15 0 0 0,13 25-1926 0 0,0-1 0 0 0,0 1 0 0 0,-1 0 0 0 0,1 0-1 0 0,-1 0 1 0 0,0 0 0 0 0,0 1 0 0 0,0-1 0 0 0,0 1 0 0 0,0 0-1 0 0,-1 0 1 0 0,1 0 0 0 0,-1 0 0 0 0,1 0 0 0 0,-6-1 0 0 0,7 3-192 0 0,1 0 0 0 0,-1 0 0 0 0,0 0 0 0 0,0 0-1 0 0,1 0 1 0 0,-1 0 0 0 0,0 0 0 0 0,0 1 0 0 0,1-1 0 0 0,-1 1 0 0 0,0-1 0 0 0,1 1 0 0 0,-1 0 0 0 0,0-1 0 0 0,1 1 0 0 0,-1 0 0 0 0,-1 1 0 0 0,-24 21 656 0 0,22-19-532 0 0,-7 9 141 0 0,-1 0 0 0 0,2 1 0 0 0,0 0 0 0 0,-10 18 0 0 0,-33 65 590 0 0,17-21-490 0 0,4 0 1 0 0,-28 91-1 0 0,45-110-328 0 0,2 1 1 0 0,2 0-1 0 0,-7 107 0 0 0,19-146-166 0 0,-1 0 1 0 0,2 0-1 0 0,1 1 0 0 0,0-1 0 0 0,2 0 1 0 0,8 29-1 0 0,-9-41-259 0 0,0 0-1 0 0,0 0 1 0 0,0 0-1 0 0,1 0 1 0 0,0-1-1 0 0,1 0 1 0 0,-1 1 0 0 0,8 6-1 0 0,-8-9-383 0 0,1 0-1 0 0,0-1 1 0 0,-1 1-1 0 0,1-1 1 0 0,1 0-1 0 0,-1 0 0 0 0,0-1 1 0 0,1 1-1 0 0,-1-1 1 0 0,1-1-1 0 0,11 3 1 0 0,7-1-6026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9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88 2292 0 0,'-5'-10'1193'0'0,"-6"-8"3632"0"0,-12-32 1 0 0,22 49-4454 0 0,6-2 121 0 0,-5 2-480 0 0,0 1 0 0 0,0 0 0 0 0,0 0 0 0 0,1-1-1 0 0,-1 1 1 0 0,0 0 0 0 0,0 0 0 0 0,0-1 0 0 0,1 1 0 0 0,-1 0 0 0 0,0 0 0 0 0,0 0 0 0 0,0 0 0 0 0,1-1 0 0 0,-1 1 0 0 0,0 0 0 0 0,0 0 0 0 0,1 0-1 0 0,-1 0 1 0 0,0 0 0 0 0,1 0 0 0 0,-1 0 0 0 0,0 0 0 0 0,0 0 0 0 0,1 0 0 0 0,-1 0 0 0 0,0 0 0 0 0,0 0 0 0 0,1 0 0 0 0,-1 0 0 0 0,0 0 0 0 0,1 0-1 0 0,-1 0 1 0 0,1 0 0 0 0,5 2 73 0 0,0-1 0 0 0,0 1 0 0 0,0 0 0 0 0,0 0 0 0 0,0 1 0 0 0,0 0 0 0 0,-1 0 0 0 0,1 0 0 0 0,-1 1 0 0 0,0 0 0 0 0,0 0-1 0 0,0 0 1 0 0,-1 1 0 0 0,1-1 0 0 0,-1 1 0 0 0,0 0 0 0 0,0 0 0 0 0,-1 1 0 0 0,0-1 0 0 0,1 1 0 0 0,3 10 0 0 0,-4-7 11 0 0,-1 0-1 0 0,1 1 1 0 0,-2-1 0 0 0,1 0 0 0 0,-1 0 0 0 0,-1 1 0 0 0,0-1 0 0 0,0 0 0 0 0,0 1 0 0 0,-1-1-1 0 0,-1 0 1 0 0,0 1 0 0 0,0-1 0 0 0,-6 14 0 0 0,1-5 93 0 0,-2-1-1 0 0,0 0 1 0 0,-1 0 0 0 0,-1-1-1 0 0,0 0 1 0 0,-1 0 0 0 0,-1-2-1 0 0,-1 1 1 0 0,-21 17 0 0 0,35-32-173 0 0,-1 1 0 0 0,1-1 1 0 0,0 1-1 0 0,-1-1 0 0 0,1 1 1 0 0,-1-1-1 0 0,1 0 0 0 0,-1 1 1 0 0,1-1-1 0 0,-1 0 0 0 0,1 1 1 0 0,-1-1-1 0 0,0 0 0 0 0,1 0 1 0 0,-1 1-1 0 0,1-1 0 0 0,-1 0 0 0 0,0 0 1 0 0,1 0-1 0 0,-1 0 0 0 0,1 0 1 0 0,-1 0-1 0 0,0 0 0 0 0,1 0 1 0 0,-1 0-1 0 0,0 0 0 0 0,0-1-9 0 0,1 0-1 0 0,0 0 0 0 0,0 1 1 0 0,0-1-1 0 0,0 0 0 0 0,0 0 0 0 0,-1 1 1 0 0,1-1-1 0 0,1 0 0 0 0,-1 0 1 0 0,0 1-1 0 0,0-1 0 0 0,0 0 1 0 0,0 0-1 0 0,0 1 0 0 0,1-1 1 0 0,-1 0-1 0 0,16-35 9 0 0,143-183 95 0 0,-47 72-110 0 0,-103 131-13 0 0,-18 20 12 0 0,-20 24-7 0 0,11-7 8 0 0,2 0-1 0 0,0 1 1 0 0,-17 33 0 0 0,26-41 2 0 0,0 0 0 0 0,1 1 1 0 0,0 0-1 0 0,1 0 0 0 0,1 0 1 0 0,1 0-1 0 0,-3 18 0 0 0,6-27-24 0 0,0 1 1 0 0,0-1-1 0 0,1 1 0 0 0,0-1 0 0 0,0 1 0 0 0,0-1 0 0 0,1 0 1 0 0,0 0-1 0 0,0 0 0 0 0,0 0 0 0 0,1 0 0 0 0,0 0 0 0 0,0-1 1 0 0,1 1-1 0 0,-1-1 0 0 0,1 0 0 0 0,0 0 0 0 0,1 0 0 0 0,-1 0 1 0 0,1-1-1 0 0,0 0 0 0 0,0 0 0 0 0,0 0 0 0 0,10 5 0 0 0,-2-2-611 0 0,-1-1-1 0 0,1 0 0 0 0,0-1 1 0 0,18 5-1 0 0,-13-5-2077 0 0,0-1 1 0 0,30 2-1 0 0,-21-6-3504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3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63 2212 0 0,'-11'-12'3134'0'0,"6"7"-1373"0"0,0-1-1 0 0,1 1 1 0 0,0-1-1 0 0,-5-8 1 0 0,9 14-1743 0 0,0 0 1 0 0,0-1-1 0 0,0 1 1 0 0,0 0-1 0 0,-1 0 1 0 0,1-1-1 0 0,0 1 1 0 0,0 0-1 0 0,0-1 1 0 0,0 1-1 0 0,0 0 1 0 0,0-1-1 0 0,0 1 1 0 0,0 0-1 0 0,0 0 1 0 0,0-1-1 0 0,0 1 0 0 0,0 0 1 0 0,0-1-1 0 0,0 1 1 0 0,1 0-1 0 0,-1-1 1 0 0,0 1-1 0 0,0 0 1 0 0,0 0-1 0 0,0-1 1 0 0,0 1-1 0 0,1 0 1 0 0,-1 0-1 0 0,0-1 1 0 0,0 1-1 0 0,0 0 1 0 0,1-1-1 0 0,12-3 514 0 0,12 3-44 0 0,-25 1-488 0 0,6 0 48 0 0,-1 1 0 0 0,1-1-1 0 0,-1 1 1 0 0,0 0-1 0 0,0 1 1 0 0,1-1-1 0 0,-1 1 1 0 0,0 0 0 0 0,0 1-1 0 0,-1-1 1 0 0,1 1-1 0 0,0 0 1 0 0,-1 0-1 0 0,8 6 1 0 0,-10-6-18 0 0,0-1-1 0 0,0 1 1 0 0,0-1-1 0 0,0 1 1 0 0,-1-1-1 0 0,1 1 1 0 0,-1 0-1 0 0,0 0 1 0 0,0 0 0 0 0,0 0-1 0 0,0 0 1 0 0,0 0-1 0 0,-1 0 1 0 0,1 0-1 0 0,-1 0 1 0 0,0 0-1 0 0,0 0 1 0 0,0 0-1 0 0,0 0 1 0 0,-1 0 0 0 0,1 1-1 0 0,-1-1 1 0 0,0 0-1 0 0,1 0 1 0 0,-2-1-1 0 0,0 5 1 0 0,-4 5 44 0 0,0 0-1 0 0,-1 0 1 0 0,0-1-1 0 0,-1 0 1 0 0,-16 18-1 0 0,2-7 101 0 0,-30 26-1 0 0,50-47-157 0 0,2-1-16 0 0,0 0 1 0 0,0 1-1 0 0,-1-1 0 0 0,1 0 1 0 0,0 0-1 0 0,0 0 1 0 0,0 1-1 0 0,0-1 0 0 0,0 0 1 0 0,0 0-1 0 0,0 1 0 0 0,0-1 1 0 0,0 0-1 0 0,-1 0 0 0 0,1 1 1 0 0,0-1-1 0 0,0 0 0 0 0,0 0 1 0 0,0 1-1 0 0,1-1 1 0 0,-1 0-1 0 0,0 0 0 0 0,0 1 1 0 0,0-1-1 0 0,0 0 0 0 0,0 0 1 0 0,0 1-1 0 0,0-1 0 0 0,0 0 1 0 0,0 0-1 0 0,1 0 0 0 0,-1 1 1 0 0,0-1-1 0 0,0 0 1 0 0,0 0-1 0 0,0 0 0 0 0,1 0 1 0 0,-1 1-1 0 0,36 2 17 0 0,-12-2-29 0 0,0 1-1 0 0,38 8 1 0 0,-50-7 48 0 0,-1 0 0 0 0,1 1-1 0 0,-1 1 1 0 0,0 0 0 0 0,0 0 0 0 0,-1 1-1 0 0,12 8 1 0 0,-21-13 44 0 0,1 0 0 0 0,-1 0 0 0 0,0 0 0 0 0,0 0-1 0 0,0 0 1 0 0,0 0 0 0 0,0 0 0 0 0,0 1 0 0 0,0-1 0 0 0,0 0 0 0 0,0 0 0 0 0,-1 1 0 0 0,1-1 0 0 0,0 1-1 0 0,-1-1 1 0 0,1 0 0 0 0,-1 1 0 0 0,0-1 0 0 0,1 1 0 0 0,-1-1 0 0 0,0 1 0 0 0,0 1 0 0 0,0 0 17 0 0,-1-1 1 0 0,1 1-1 0 0,-1-1 1 0 0,0 1-1 0 0,0-1 1 0 0,0 0-1 0 0,0 1 1 0 0,0-1-1 0 0,-1 0 1 0 0,1 0-1 0 0,-4 4 1 0 0,0 1 42 0 0,-1-1 1 0 0,0-1-1 0 0,0 1 0 0 0,-1-1 1 0 0,1 0-1 0 0,-1-1 1 0 0,-9 5-1 0 0,-5 1-134 0 0,-1-1 1 0 0,-1-1-1 0 0,1-1 1 0 0,-2-1-1 0 0,1-1 1 0 0,0 0-1 0 0,-38 0 0 0 0,60-5-136 0 0,0 0 0 0 0,0 0 0 0 0,-1 0 0 0 0,1 0 0 0 0,0 0 0 0 0,0 0 0 0 0,0 0-1 0 0,0-1 1 0 0,0 1 0 0 0,0 0 0 0 0,0-1 0 0 0,0 1 0 0 0,0-1 0 0 0,-1 0 0 0 0,1 0 2 0 0,1 1 0 0 0,0 0 1 0 0,-1-1-1 0 0,1 1 1 0 0,0-1-1 0 0,-1 1 1 0 0,1-1-1 0 0,0 1 1 0 0,0-1-1 0 0,0 1 1 0 0,0-1-1 0 0,-1 1 1 0 0,1-1-1 0 0,0 1 1 0 0,0-1-1 0 0,0 1 0 0 0,0-1 1 0 0,0 1-1 0 0,0-1 1 0 0,0 1-1 0 0,0-1 1 0 0,1-2-749 0 0,0 0 0 0 0,0 1 0 0 0,0-1 0 0 0,1 1 0 0 0,-1-1 1 0 0,0 1-1 0 0,1-1 0 0 0,3-2 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40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1248 0 0,'9'-11'3202'0'0,"40"-41"8592"0"0,-43 46-11394 0 0,1 1-1 0 0,0 0 0 0 0,1 0 1 0 0,-1 0-1 0 0,1 1 1 0 0,12-4-1 0 0,0 1-275 0 0,1 1 0 0 0,0 1 0 0 0,0 1 0 0 0,32-2 0 0 0,7 2-2208 0 0,18-1-6783 0 0,-52 2 2562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40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369 156 2196 0 0,'1'-8'1363'0'0,"1"-1"0"0"0,-1 0 0 0 0,-1 1 0 0 0,0-1 0 0 0,0 0 0 0 0,-2-14 0 0 0,1 18-1014 0 0,0 0 0 0 0,0 0 0 0 0,-1 0 1 0 0,1 1-1 0 0,-1-1 0 0 0,0 0 0 0 0,0 1 0 0 0,-1 0 1 0 0,1-1-1 0 0,-1 1 0 0 0,0 0 0 0 0,0 0 0 0 0,-4-4 1 0 0,4 7-262 0 0,0-1 1 0 0,1 0 0 0 0,-1 1 0 0 0,0-1 0 0 0,0 1 0 0 0,0 0 0 0 0,0 0 0 0 0,0 0-1 0 0,0 1 1 0 0,0-1 0 0 0,0 1 0 0 0,-1-1 0 0 0,1 1 0 0 0,0 0 0 0 0,0 0 0 0 0,0 0-1 0 0,0 1 1 0 0,-1-1 0 0 0,1 1 0 0 0,-4 1 0 0 0,-5 2 166 0 0,0 0 1 0 0,0 1-1 0 0,-18 9 0 0 0,9-2-59 0 0,1 0-1 0 0,0 2 1 0 0,1 0-1 0 0,-25 24 1 0 0,36-31-162 0 0,0 1 0 0 0,1 1 0 0 0,0 0 0 0 0,0 0 0 0 0,1 0 0 0 0,0 1 1 0 0,0 0-1 0 0,1 0 0 0 0,1 0 0 0 0,0 0 0 0 0,-5 17 0 0 0,9-23-22 0 0,-1 0 0 0 0,0-1 0 0 0,1 1 1 0 0,0 0-1 0 0,0 0 0 0 0,0 0 0 0 0,0 0 0 0 0,1-1 1 0 0,0 1-1 0 0,0 0 0 0 0,0 0 0 0 0,0-1 0 0 0,0 1 0 0 0,0-1 1 0 0,1 1-1 0 0,0-1 0 0 0,0 0 0 0 0,4 6 0 0 0,-2-5-11 0 0,0 0 0 0 0,0 1 0 0 0,1-2 0 0 0,-1 1 0 0 0,1 0 0 0 0,0-1 0 0 0,0 0 0 0 0,1 0 0 0 0,-1-1 0 0 0,0 1 0 0 0,8 1 0 0 0,-4-1-12 0 0,0-1 0 0 0,1 0 0 0 0,0 0 0 0 0,-1-1 0 0 0,1 0 0 0 0,0 0 0 0 0,-1-1-1 0 0,1-1 1 0 0,0 1 0 0 0,-1-2 0 0 0,1 1 0 0 0,0-1 0 0 0,-1-1 0 0 0,15-5 0 0 0,-15 2 4 0 0,0 0 1 0 0,0 0-1 0 0,-1 0 1 0 0,0-1 0 0 0,0-1-1 0 0,0 1 1 0 0,-1-1-1 0 0,-1 0 1 0 0,10-15-1 0 0,2-7 238 0 0,22-50 0 0 0,-18 35 629 0 0,-20 41-698 0 0,-1 6-57 0 0,-2 14-11 0 0,-7 22-9 0 0,8-37-97 0 0,-17 55 157 0 0,-14 98 0 0 0,28-133-1191 0 0,2 1 0 0 0,3 42 0 0 0,0-49-695 0 0,0 1 1 0 0,1-1 0 0 0,1 0 0 0 0,0-1 0 0 0,7 16 0 0 0,1-7-5235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4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162 117 1444 0 0,'-9'-24'3612'0'0,"5"18"-2546"0"0,1 0 0 0 0,1-1 0 0 0,-1 0 0 0 0,1 1 0 0 0,1-1 0 0 0,-1 0 0 0 0,1 0 0 0 0,0-9 0 0 0,1 14-990 0 0,1 1 0 0 0,-1 0 0 0 0,1 0 0 0 0,-1-1 0 0 0,1 1-1 0 0,0 0 1 0 0,-1 0 0 0 0,1 0 0 0 0,0 0 0 0 0,0 0 0 0 0,0 0 0 0 0,0 0 0 0 0,0 0 0 0 0,0 0 0 0 0,0 1 0 0 0,0-1 0 0 0,0 0-1 0 0,0 1 1 0 0,0-1 0 0 0,1 1 0 0 0,-1-1 0 0 0,0 1 0 0 0,0-1 0 0 0,1 1 0 0 0,-1 0 0 0 0,0 0 0 0 0,1 0 0 0 0,1-1-1 0 0,37 0 587 0 0,-38 1-639 0 0,3 0 13 0 0,0 1 0 0 0,0-1 0 0 0,0 1 0 0 0,0 0 0 0 0,-1 0 0 0 0,1 1-1 0 0,0-1 1 0 0,0 1 0 0 0,-1 0 0 0 0,1 0 0 0 0,-1 1 0 0 0,0-1 0 0 0,0 1 0 0 0,0 0-1 0 0,5 4 1 0 0,-8-5-22 0 0,1 0 0 0 0,0 0 0 0 0,-1 0-1 0 0,1 1 1 0 0,-1-1 0 0 0,0 0 0 0 0,1 1-1 0 0,-1-1 1 0 0,-1 1 0 0 0,1 0 0 0 0,0-1-1 0 0,0 1 1 0 0,-1-1 0 0 0,0 1 0 0 0,1 0-1 0 0,-1 0 1 0 0,0-1 0 0 0,0 1 0 0 0,-1 0-1 0 0,1-1 1 0 0,0 1 0 0 0,-1 0 0 0 0,0-1-1 0 0,1 1 1 0 0,-1-1 0 0 0,0 1 0 0 0,-1-1-1 0 0,0 3 1 0 0,-3 4 13 0 0,0-1 1 0 0,0 0-1 0 0,-1-1 0 0 0,0 1 1 0 0,0-1-1 0 0,0 0 1 0 0,-1-1-1 0 0,-9 7 0 0 0,-7 4 69 0 0,-34 18 1 0 0,8-5 77 0 0,39-21-126 0 0,26-8-33 0 0,-2 0-4 0 0,1-1-1 0 0,-1 2 0 0 0,1 0 1 0 0,-1 1-1 0 0,0 0 1 0 0,0 2-1 0 0,27 10 0 0 0,-35-12 78 0 0,1 0-1 0 0,-1 0 0 0 0,0 1 1 0 0,-1 0-1 0 0,1 0 0 0 0,-1 0 1 0 0,0 1-1 0 0,0 0 1 0 0,0 0-1 0 0,0 0 0 0 0,-1 0 1 0 0,0 1-1 0 0,0 0 0 0 0,-1 0 1 0 0,1 0-1 0 0,-1 0 0 0 0,-1 0 1 0 0,1 1-1 0 0,2 10 0 0 0,-4-13 14 0 0,-1-1-1 0 0,0 1 0 0 0,1-1 1 0 0,-1 1-1 0 0,-1-1 1 0 0,1 1-1 0 0,0-1 0 0 0,-1 1 1 0 0,0-1-1 0 0,0 0 1 0 0,0 1-1 0 0,0-1 0 0 0,0 0 1 0 0,-1 1-1 0 0,-1 3 1 0 0,-1-2-8 0 0,0 1 1 0 0,0-1-1 0 0,-1 0 1 0 0,0 0 0 0 0,1-1-1 0 0,-1 1 1 0 0,-9 5-1 0 0,-1-1 10 0 0,1 0 0 0 0,-2-2 0 0 0,1 1-1 0 0,-1-2 1 0 0,-25 7 0 0 0,30-10-143 0 0,-1 0 1 0 0,0 0 0 0 0,0-2-1 0 0,0 1 1 0 0,0-2 0 0 0,-21 0-1 0 0,30-1-260 0 0,-1 1 0 0 0,1-1 0 0 0,0 0 0 0 0,-1 0 0 0 0,1 0 0 0 0,0-1 0 0 0,0 1 0 0 0,0-1 0 0 0,0 1 0 0 0,0-1 0 0 0,-5-4-1 0 0,6 4-317 0 0,0 0-1 0 0,0-1 1 0 0,0 1-1 0 0,0-1 1 0 0,1 1-1 0 0,-1-1 1 0 0,1 0-1 0 0,0 1 0 0 0,-1-1 1 0 0,1 0-1 0 0,1 0 1 0 0,-1 0-1 0 0,0 0 1 0 0,1 0-1 0 0,-1-5 1 0 0,1-16-7192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41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131 135 1116 0 0,'-83'-134'20546'0'0,"83"134"-20451"0"0,0 0-7 0 0,-1 0-1 0 0,1 0 0 0 0,0 1 0 0 0,0-1 0 0 0,-1 0 1 0 0,1 0-1 0 0,0 1 0 0 0,0-1 0 0 0,-1 0 1 0 0,1 0-1 0 0,0 1 0 0 0,0-1 0 0 0,0 0 0 0 0,0 1 1 0 0,0-1-1 0 0,-1 0 0 0 0,1 1 0 0 0,0-1 1 0 0,0 0-1 0 0,0 1 0 0 0,0-1 0 0 0,0 0 0 0 0,0 1 1 0 0,0-1-1 0 0,0 0 0 0 0,0 1 0 0 0,0-1 1 0 0,0 0-1 0 0,0 1 0 0 0,0-1 0 0 0,1 0 0 0 0,-1 1 1 0 0,0-1-1 0 0,1 2 458 0 0,15 22 1926 0 0,12 19-1767 0 0,54 64 0 0 0,-16-23-204 0 0,-25-28-356 0 0,-2 2 0 0 0,34 72 1 0 0,-57-98-117 0 0,-3 1 1 0 0,0 0-1 0 0,-2 1 1 0 0,-2 1-1 0 0,-1-1 1 0 0,4 42-1 0 0,-10-34-75 0 0,-1 1-1 0 0,-2 0 0 0 0,-1 0 0 0 0,-3 0 1 0 0,-1-1-1 0 0,-3 0 0 0 0,-1 0 0 0 0,-2-1 0 0 0,-2 0 1 0 0,-24 49-1 0 0,15-43-1089 0 0,-2-1 0 0 0,-2-1 0 0 0,-36 44 0 0 0,31-49-1976 0 0,-2-1 0 0 0,-1-2 0 0 0,-46 36 0 0 0,23-26-7237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42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4 163 2360 0 0,'-2'-8'1228'0'0,"1"-1"-1"0"0,1 1 0 0 0,0-1 1 0 0,0 1-1 0 0,0-1 1 0 0,1 1-1 0 0,1-1 0 0 0,-1 1 1 0 0,6-14-1 0 0,-6 18-1068 0 0,1 0 1 0 0,0 1-1 0 0,0-1 1 0 0,0 0-1 0 0,0 1 0 0 0,1-1 1 0 0,0 1-1 0 0,-1 0 0 0 0,1 0 1 0 0,0 0-1 0 0,1 0 1 0 0,-1 1-1 0 0,0-1 0 0 0,1 1 1 0 0,0 0-1 0 0,-1 0 0 0 0,1 0 1 0 0,0 0-1 0 0,0 1 1 0 0,0-1-1 0 0,6 0 0 0 0,-3 0-70 0 0,0 2-1 0 0,-1-1 0 0 0,1 1 0 0 0,0 0 0 0 0,0 0 1 0 0,0 1-1 0 0,-1 0 0 0 0,1 0 0 0 0,0 1 1 0 0,-1-1-1 0 0,1 1 0 0 0,-1 1 0 0 0,0 0 1 0 0,0-1-1 0 0,10 7 0 0 0,-13-7-19 0 0,0 0 1 0 0,0 1-1 0 0,0-1 0 0 0,0 1 1 0 0,0-1-1 0 0,0 1 1 0 0,-1 0-1 0 0,1 0 0 0 0,-1 0 1 0 0,0 1-1 0 0,0-1 0 0 0,0 0 1 0 0,0 1-1 0 0,0-1 0 0 0,-1 1 1 0 0,0 0-1 0 0,0-1 0 0 0,0 1 1 0 0,0 0-1 0 0,0 0 0 0 0,-1 0 1 0 0,0 0-1 0 0,0 0 1 0 0,0-1-1 0 0,0 1 0 0 0,0 0 1 0 0,-1 0-1 0 0,-1 5 0 0 0,-1-1 131 0 0,0 0 0 0 0,0 0 0 0 0,-1 0 0 0 0,0-1 0 0 0,0 1 0 0 0,-1-1-1 0 0,-10 12 1 0 0,-48 44 1544 0 0,32-33-851 0 0,24-23-721 0 0,4-5-96 0 0,1 0-1 0 0,0 0 0 0 0,0 0 0 0 0,0 1 0 0 0,0-1 0 0 0,0 0 0 0 0,0 1 1 0 0,-1 3-1 0 0,3-6-68 0 0,0 1 1 0 0,1-1-1 0 0,-1 0 0 0 0,0 1 1 0 0,1-1-1 0 0,-1 1 1 0 0,0-1-1 0 0,1 0 0 0 0,-1 1 1 0 0,1-1-1 0 0,-1 0 1 0 0,0 1-1 0 0,1-1 0 0 0,-1 0 1 0 0,1 0-1 0 0,-1 0 1 0 0,1 1-1 0 0,-1-1 0 0 0,1 0 1 0 0,-1 0-1 0 0,1 0 1 0 0,-1 0-1 0 0,1 0 1 0 0,-1 0-1 0 0,1 0 0 0 0,0 0 1 0 0,14 2-2 0 0,225-6-1917 0 0,-93-2-1045 0 0,-43 5-377 0 0,3-1-4141 0 0,-37 2-1302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42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585 80 1580 0 0,'1'-6'1383'0'0,"-1"1"-834"0"0,1 1 0 0 0,-1 0 0 0 0,1-1 0 0 0,0 1 0 0 0,0 0 0 0 0,1 0 0 0 0,-1 0 0 0 0,1 0 0 0 0,0 0 0 0 0,0 0 0 0 0,0 1 0 0 0,0-1 0 0 0,1 0 0 0 0,0 1 0 0 0,4-5 386 0 0,-7 8-806 0 0,0-1 0 0 0,1 1 0 0 0,-1 0 0 0 0,1-1 0 0 0,-1 1 0 0 0,1-1 0 0 0,-1 1 0 0 0,1 0 0 0 0,-1-1 0 0 0,1 1 0 0 0,-1 0 0 0 0,1 0 0 0 0,0-1 0 0 0,-1 1 0 0 0,1 0 0 0 0,0 0 0 0 0,0 0-61 0 0,-1 1-1 0 0,1-1 1 0 0,-1 1 0 0 0,0-1-1 0 0,1 1 1 0 0,-1 0 0 0 0,0-1-1 0 0,1 1 1 0 0,-1 0 0 0 0,0-1-1 0 0,0 1 1 0 0,0 0 0 0 0,0-1-1 0 0,1 1 1 0 0,-1 0 0 0 0,0-1-1 0 0,0 1 1 0 0,0 0 0 0 0,-1-1-1 0 0,1 1 1 0 0,0 0 0 0 0,0-1-1 0 0,-1 2 1 0 0,-10 19 1101 0 0,-25 18 186 0 0,31-34-1171 0 0,-55 49 592 0 0,-2-4 0 0 0,-113 71 0 0 0,146-102-660 0 0,-69 41 217 0 0,-22 15 16 0 0,117-73-344 0 0,1-1 0 0 0,0 1 0 0 0,0 0 0 0 0,0 0 0 0 0,0-1 0 0 0,0 2 0 0 0,0-1 0 0 0,0 0 0 0 0,0 0 0 0 0,1 0 0 0 0,-1 1 0 0 0,1-1 0 0 0,0 1 0 0 0,0-1 0 0 0,0 1 0 0 0,0-1 0 0 0,0 1 0 0 0,0 4 0 0 0,1-5 1 0 0,0 0 0 0 0,0 1 0 0 0,1-1 0 0 0,-1 1 0 0 0,1-1 0 0 0,-1 1 1 0 0,1-1-1 0 0,0 0 0 0 0,0 0 0 0 0,0 1 0 0 0,0-1 0 0 0,0 0 0 0 0,1 0 0 0 0,-1 0 1 0 0,1 0-1 0 0,-1 0 0 0 0,1-1 0 0 0,0 1 0 0 0,0 0 0 0 0,0-1 0 0 0,2 2 0 0 0,8 6 16 0 0,1-1 0 0 0,0 0 0 0 0,0-1 0 0 0,1-1 0 0 0,25 9 0 0 0,79 15 101 0 0,-67-18-92 0 0,325 72 143 0 0,-374-83-167 0 0,1-1 0 0 0,0 1 0 0 0,-1 0 0 0 0,1 0 0 0 0,0 0-1 0 0,-1 0 1 0 0,1 0 0 0 0,-1 0 0 0 0,0 1 0 0 0,1-1 0 0 0,-1 1 0 0 0,0 0 0 0 0,0 0 0 0 0,0-1 0 0 0,2 4 0 0 0,-3-4-26 0 0,2 10-539 0 0,-3-10 227 0 0,0 0 1 0 0,1 0-1 0 0,-1-1 1 0 0,0 1-1 0 0,26 8-10817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43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590 254 1464 0 0,'1'-3'1381'0'0,"1"-2"-878"0"0,0 0 1 0 0,0-1-1 0 0,1 1 0 0 0,0 0 1 0 0,0 0-1 0 0,0 1 1 0 0,1-1-1 0 0,-1 1 0 0 0,1-1 1 0 0,0 1-1 0 0,1 0 0 0 0,-1 1 1 0 0,7-5-1 0 0,-10 7-4 0 0,2-2 686 0 0,0 0 0 0 0,-1 0 0 0 0,1 0 0 0 0,0 0 0 0 0,1 1 0 0 0,-1-1 0 0 0,7-3 0 0 0,40 4-509 0 0,-40 3-632 0 0,1-1-1 0 0,0-1 1 0 0,-1 0 0 0 0,15-3-1 0 0,-10 1 11 0 0,0-1-1 0 0,0-1 1 0 0,0 0-1 0 0,22-12 1 0 0,-33 15-51 0 0,0 0 1 0 0,-1 0 0 0 0,0-1 0 0 0,1 1 0 0 0,-1-1 0 0 0,0 1 0 0 0,0-1 0 0 0,-1 0 0 0 0,1 0 0 0 0,-1 0 0 0 0,1 0 0 0 0,-1-1-1 0 0,0 1 1 0 0,0-1 0 0 0,0 0 0 0 0,-1 1 0 0 0,1-1 0 0 0,-1 0 0 0 0,0 0 0 0 0,0 0 0 0 0,0 0 0 0 0,-1 0 0 0 0,1-4 0 0 0,-1 6-6 0 0,0 1 0 0 0,-1-1 1 0 0,1 1-1 0 0,0-1 1 0 0,-1 1-1 0 0,1-1 1 0 0,-1 1-1 0 0,1 0 1 0 0,-1-1-1 0 0,0 1 0 0 0,0 0 1 0 0,0 0-1 0 0,0-1 1 0 0,1 1-1 0 0,-2 0 1 0 0,1 0-1 0 0,0 0 0 0 0,0 0 1 0 0,0 0-1 0 0,0 0 1 0 0,-1 1-1 0 0,1-1 1 0 0,0 0-1 0 0,0 1 1 0 0,-1-1-1 0 0,1 0 0 0 0,-1 1 1 0 0,1 0-1 0 0,-1-1 1 0 0,1 1-1 0 0,-1 0 1 0 0,1 0-1 0 0,-3 0 1 0 0,-4-1-3 0 0,1 1 0 0 0,-1 0 0 0 0,0 0 0 0 0,-13 2 0 0 0,-22 7 9 0 0,1 1-1 0 0,0 2 1 0 0,1 2 0 0 0,0 1 0 0 0,1 3-1 0 0,1 1 1 0 0,-40 27 0 0 0,71-41-7 0 0,0 0 0 0 0,1 1 0 0 0,-1 0 0 0 0,1 1 0 0 0,1 0 0 0 0,-1 0 0 0 0,1 0 0 0 0,1 1 1 0 0,-1 0-1 0 0,-6 13 0 0 0,10-17 2 0 0,0 0 0 0 0,1 0 0 0 0,0 0 0 0 0,0 1 0 0 0,0-1 0 0 0,0 0 0 0 0,0 0 0 0 0,1 0 1 0 0,0 1-1 0 0,0-1 0 0 0,0 0 0 0 0,0 0 0 0 0,1 1 0 0 0,0-1 0 0 0,0 0 0 0 0,0 0 0 0 0,0 0 0 0 0,1 0 1 0 0,-1 0-1 0 0,1 0 0 0 0,0 0 0 0 0,0 0 0 0 0,1-1 0 0 0,-1 1 0 0 0,5 5 0 0 0,0-2 0 0 0,0 0 0 0 0,1-1 0 0 0,-1 1 0 0 0,1-2 0 0 0,0 1 0 0 0,1-1 0 0 0,12 6 0 0 0,68 23-1 0 0,-24-11 22 0 0,-29-10 17 0 0,-33-12-28 0 0,-39 6-24 0 0,-16 4 3 0 0,0 2 1 0 0,-97 40 0 0 0,-86 64 22 0 0,212-103-16 0 0,0 0 0 0 0,-33 27 0 0 0,50-36 9 0 0,0 1-1 0 0,0-1 1 0 0,1 1 0 0 0,0 0 0 0 0,0 0-1 0 0,0 0 1 0 0,1 1 0 0 0,0 0-1 0 0,0 0 1 0 0,1 0 0 0 0,0 0 0 0 0,0 0-1 0 0,-3 12 1 0 0,6-15 0 0 0,-1 1 1 0 0,1-1-1 0 0,0 1 1 0 0,0-1-1 0 0,1 1 1 0 0,-1-1-1 0 0,1 1 1 0 0,0-1-1 0 0,0 0 1 0 0,0 1-1 0 0,1-1 1 0 0,0 0-1 0 0,0 0 1 0 0,0 0-1 0 0,0 0 1 0 0,0 0-1 0 0,1 0 1 0 0,0-1-1 0 0,-1 1 1 0 0,2-1-1 0 0,-1 0 1 0 0,0 0-1 0 0,1 0 1 0 0,-1 0-1 0 0,1 0 1 0 0,4 2-1 0 0,10 5 11 0 0,1 0 0 0 0,0-1 0 0 0,1-1-1 0 0,23 7 1 0 0,-38-13-15 0 0,68 18 21 0 0,1-3 0 0 0,125 11 1 0 0,-185-26-103 0 0,49 2-2030 0 0,-19-10-8576 0 0,-27 2 4509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5 548 1440 0 0,'-4'25'6417'0'0,"4"-11"-5151"0"0,0-3-488 0 0,0 0 0 0 0,0-1 0 0 0,1 1 0 0 0,3 13 0 0 0,-4-23-740 0 0,1-1 0 0 0,-1 1 0 0 0,1 0 0 0 0,-1-1 0 0 0,0 1 0 0 0,1-1 0 0 0,-1 1 0 0 0,1-1 0 0 0,0 1 0 0 0,-1-1 0 0 0,1 1 0 0 0,-1-1 0 0 0,1 0 0 0 0,0 1 0 0 0,-1-1 0 0 0,1 0 0 0 0,0 1 0 0 0,-1-1 0 0 0,1 0 0 0 0,0 0 0 0 0,0 0 0 0 0,-1 0 0 0 0,1 1 0 0 0,0-1 0 0 0,-1 0 0 0 0,1 0 0 0 0,0 0 0 0 0,1-1 0 0 0,20-2 299 0 0,-21 2-328 0 0,15-3 51 0 0,0-2 1 0 0,-1 0-1 0 0,0-1 1 0 0,0-1 0 0 0,-1 0-1 0 0,1-1 1 0 0,-2-1-1 0 0,1 0 1 0 0,-2 0 0 0 0,1-2-1 0 0,-1 1 1 0 0,-1-2-1 0 0,0 1 1 0 0,17-28 0 0 0,-7 6-125 0 0,-2 0 1 0 0,-1-1 0 0 0,-2-1 0 0 0,-2-1 0 0 0,12-44 0 0 0,-14 38-4 0 0,-2 0-1 0 0,6-75 1 0 0,-15 117 61 0 0,-1 0-1 0 0,0 0 0 0 0,0 0 1 0 0,0-1-1 0 0,1 1 0 0 0,-1 0 1 0 0,0 0-1 0 0,-1 0 1 0 0,1 0-1 0 0,0 0 0 0 0,0 0 1 0 0,0 0-1 0 0,-1 0 0 0 0,1 0 1 0 0,0 0-1 0 0,-1 0 0 0 0,1 0 1 0 0,-2-2-1 0 0,2 4 3 0 0,-1-1 0 0 0,0 0 0 0 0,1 0 0 0 0,-1 1 0 0 0,1-1-1 0 0,-1 0 1 0 0,0 1 0 0 0,1-1 0 0 0,-1 0 0 0 0,1 1 0 0 0,-1-1 0 0 0,1 1 0 0 0,-1-1 0 0 0,1 1 0 0 0,0-1 0 0 0,-1 1-1 0 0,1-1 1 0 0,0 1 0 0 0,-1 0 0 0 0,1 0 0 0 0,-23 45-61 0 0,22-44 65 0 0,-33 83 10 0 0,-23 90-1 0 0,48-143-5 0 0,1 1 0 0 0,-6 56 0 0 0,13-76-9 0 0,0-1 0 0 0,1 0-1 0 0,0 1 1 0 0,1-1 0 0 0,1 0 0 0 0,0 0 0 0 0,0 0 0 0 0,1 0-1 0 0,1 0 1 0 0,8 19 0 0 0,-10-27-85 0 0,1 0 0 0 0,-1 0 0 0 0,1 0 0 0 0,0-1 0 0 0,0 1 0 0 0,0-1 1 0 0,0 1-1 0 0,0-1 0 0 0,1 0 0 0 0,0 0 0 0 0,-1-1 0 0 0,1 1 0 0 0,0-1 0 0 0,0 1 0 0 0,7 1 0 0 0,-5-2-104 0 0,0 0 0 0 0,0-1-1 0 0,0 0 1 0 0,0 0 0 0 0,1-1 0 0 0,-1 0-1 0 0,0 0 1 0 0,0 0 0 0 0,0-1 0 0 0,10-2-1 0 0,-3 0-144 0 0,1-1-1 0 0,-1-1 1 0 0,0 0-1 0 0,-1-1 1 0 0,1-1-1 0 0,-1 1 1 0 0,0-2-1 0 0,-1 0 1 0 0,18-15-1 0 0,-11 5 134 0 0,-2-1 0 0 0,0-1-1 0 0,-1 0 1 0 0,0-1 0 0 0,-2 0-1 0 0,-1-1 1 0 0,13-31-1 0 0,-6 6 488 0 0,-3 0 0 0 0,18-85 0 0 0,-26 92 735 0 0,-1 0 0 0 0,1-62 1 0 0,-8 101-998 0 0,0 1 1 0 0,0-1 0 0 0,0 1-1 0 0,0-1 1 0 0,0 0 0 0 0,0 1 0 0 0,0-1-1 0 0,0 0 1 0 0,0 1 0 0 0,0-1 0 0 0,0 1-1 0 0,0-1 1 0 0,0 0 0 0 0,-1 1 0 0 0,1-1-1 0 0,0 1 1 0 0,-1-1 0 0 0,1 0 0 0 0,0 1-1 0 0,-1-1 1 0 0,0 0 0 0 0,-7 7 185 0 0,-8 22 36 0 0,-114 285 669 0 0,108-244-886 0 0,3 1-1 0 0,-17 122 0 0 0,34-183-23 0 0,1-1-1 0 0,1 1 0 0 0,0-1 0 0 0,0 1 0 0 0,0-1 0 0 0,1 1 1 0 0,3 14-1 0 0,-3-22 1 0 0,-1-1 0 0 0,0 0 1 0 0,0 1-1 0 0,0-1 0 0 0,0 0 1 0 0,1 1-1 0 0,-1-1 0 0 0,0 1 1 0 0,0-1-1 0 0,1 0 0 0 0,-1 1 1 0 0,0-1-1 0 0,0 0 0 0 0,1 0 1 0 0,-1 1-1 0 0,1-1 0 0 0,-1 0 1 0 0,0 0-1 0 0,1 1 0 0 0,-1-1 1 0 0,0 0-1 0 0,1 0 0 0 0,-1 0 1 0 0,1 0-1 0 0,-1 0 0 0 0,0 0 1 0 0,1 0-1 0 0,-1 1 0 0 0,2-1 1 0 0,11-7-14 0 0,9-16 23 0 0,16-37 97 0 0,-11 15-135 0 0,2 2-1 0 0,1 1 0 0 0,43-45 1 0 0,-71 85 26 0 0,0 0 0 0 0,0-1 0 0 0,0 1 0 0 0,0 0 0 0 0,1 1 0 0 0,-1-1 1 0 0,1 0-1 0 0,-1 1 0 0 0,1-1 0 0 0,0 1 0 0 0,-1 0 0 0 0,1 0 0 0 0,0 0 1 0 0,0 0-1 0 0,0 0 0 0 0,0 1 0 0 0,0-1 0 0 0,0 1 0 0 0,0 0 0 0 0,5 0 0 0 0,-7 0 5 0 0,1 1 0 0 0,-1-1 0 0 0,0 1-1 0 0,1 0 1 0 0,-1-1 0 0 0,0 1-1 0 0,0 0 1 0 0,1 0 0 0 0,-1 0-1 0 0,0 0 1 0 0,0 0 0 0 0,0 0 0 0 0,0 0-1 0 0,0 0 1 0 0,0 1 0 0 0,1 1-1 0 0,11 24 77 0 0,-11-23-86 0 0,14 34-38 0 0,-12-25 41 0 0,1-1-1 0 0,1 0 1 0 0,0 0 0 0 0,9 14-1 0 0,-12-23 9 0 0,-1 0 0 0 0,1 0-1 0 0,0 1 1 0 0,0-2 0 0 0,1 1 0 0 0,-1 0 0 0 0,1-1-1 0 0,-1 1 1 0 0,1-1 0 0 0,0 0 0 0 0,0 0-1 0 0,-1-1 1 0 0,1 1 0 0 0,1-1 0 0 0,-1 0 0 0 0,0 0-1 0 0,7 1 1 0 0,-2-1 2 0 0,0-1 1 0 0,0 0-1 0 0,0 0 0 0 0,0-1 0 0 0,0-1 1 0 0,0 1-1 0 0,0-1 0 0 0,0-1 1 0 0,-1 0-1 0 0,1 0 0 0 0,-1 0 0 0 0,0-1 1 0 0,0 0-1 0 0,0-1 0 0 0,0 0 1 0 0,-1 0-1 0 0,1-1 0 0 0,-2 0 0 0 0,1 0 1 0 0,6-8-1 0 0,-2 1 121 0 0,-1 0-1 0 0,0 0 1 0 0,-1-1-1 0 0,-1 0 1 0 0,0-1 0 0 0,-1 0-1 0 0,0 0 1 0 0,-1 0 0 0 0,-1-1-1 0 0,4-20 1 0 0,-9 36-119 0 0,0-1 1 0 0,0 1 0 0 0,1 0-1 0 0,-1 0 1 0 0,0-1-1 0 0,0 1 1 0 0,0 0-1 0 0,0-1 1 0 0,1 1-1 0 0,-1 0 1 0 0,0-1 0 0 0,0 1-1 0 0,0 0 1 0 0,0-1-1 0 0,0 1 1 0 0,0 0-1 0 0,0-1 1 0 0,0 1-1 0 0,0 0 1 0 0,0-1 0 0 0,0 1-1 0 0,0 0 1 0 0,-1-1-1 0 0,1 1 1 0 0,0 0-1 0 0,0-1 1 0 0,0 1-1 0 0,0 0 1 0 0,0 0 0 0 0,-1-1-1 0 0,1 1 1 0 0,0 0-1 0 0,0-1 1 0 0,0 1-1 0 0,-1 0 1 0 0,1 0-1 0 0,0 0 1 0 0,-1-1 0 0 0,1 1-1 0 0,0 0 1 0 0,0 0-1 0 0,-1 0 1 0 0,1 0-1 0 0,0-1 1 0 0,-1 1-1 0 0,1 0 1 0 0,0 0-1 0 0,-1 0 1 0 0,1 0 0 0 0,0 0-1 0 0,-1 0 1 0 0,1 0-1 0 0,0 0 1 0 0,-1 0-1 0 0,1 0 1 0 0,0 0-1 0 0,-1 0 1 0 0,1 0 0 0 0,0 0-1 0 0,-1 0 1 0 0,1 1-1 0 0,0-1 1 0 0,-1 0-1 0 0,1 0 1 0 0,-18 12 130 0 0,9-2-22 0 0,1 0 0 0 0,1 0 0 0 0,0 1 0 0 0,0 0 0 0 0,1 0 0 0 0,1 1 0 0 0,0-1 0 0 0,0 1 0 0 0,1 0 0 0 0,0 1 0 0 0,1-1 0 0 0,1 1 0 0 0,0 0 0 0 0,1-1 0 0 0,0 15 0 0 0,1-24-101 0 0,0 1 0 0 0,0 0 0 0 0,1 0 0 0 0,-1 0 0 0 0,1 0 0 0 0,0 0 0 0 0,0 0 0 0 0,0-1-1 0 0,1 1 1 0 0,-1-1 0 0 0,1 1 0 0 0,0-1 0 0 0,0 1 0 0 0,0-1 0 0 0,0 0 0 0 0,1 0 0 0 0,-1 0 0 0 0,1 0 0 0 0,0 0 0 0 0,0-1 0 0 0,0 1 0 0 0,0-1 0 0 0,0 0 0 0 0,0 0 0 0 0,1 0 0 0 0,-1 0 0 0 0,1 0 0 0 0,0-1 0 0 0,-1 0 0 0 0,7 2 0 0 0,-4-2-194 0 0,1 0 0 0 0,-1 0 0 0 0,1 0 1 0 0,0-1-1 0 0,0 0 0 0 0,-1 0 0 0 0,12-2 0 0 0,-12 1-412 0 0,1-1-1 0 0,0 0 0 0 0,-1 0 0 0 0,1 0 1 0 0,-1-1-1 0 0,0 0 0 0 0,9-5 1 0 0,6-9-2723 0 0,0-1-1098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4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0 2252 0 0,'-47'8'1777'0'0,"-40"7"993"0"0,76-12-2039 0 0,-1 0 0 0 0,0 1 0 0 0,1 0-1 0 0,-20 11 1 0 0,31-14-693 0 0,-1-1 0 0 0,1 1 0 0 0,0-1 0 0 0,0 1 1 0 0,0-1-1 0 0,0 1 0 0 0,0-1 0 0 0,0 1 0 0 0,0-1 0 0 0,0 0 0 0 0,1 1 1 0 0,-1-1-1 0 0,0 1 0 0 0,0-1 0 0 0,0 1 0 0 0,0-1 0 0 0,0 0 0 0 0,1 1 1 0 0,-1-1-1 0 0,0 1 0 0 0,0-1 0 0 0,1 0 0 0 0,-1 1 0 0 0,0-1 0 0 0,1 0 0 0 0,-1 1 37 0 0,4 1-9 0 0,0-1 0 0 0,0 1 1 0 0,0-1-1 0 0,0 0 0 0 0,0 0 0 0 0,1 0 0 0 0,-1-1 0 0 0,0 1 0 0 0,0-1 1 0 0,0 0-1 0 0,1 0 0 0 0,6-2 0 0 0,1 2 36 0 0,209-14-482 0 0,-1-15-5142 0 0,-129 16 1347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4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27 2412 0 0,'-9'-26'12337'0'0,"-13"161"-9544"0"0,9-81-2619 0 0,-9 40-96 0 0,17-31-3337 0 0,7-49-2859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5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78 1884 0 0,'-4'-16'1900'0'0,"-1"2"-244"0"0,3 2-495 0 0,1 2 559 0 0,-1-5-620 0 0,-2 4-200 0 0,11 22-1628 0 0,0 2-3124 0 0,-2-2 515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5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67 2036 0 0,'-14'20'7194'0'0,"9"-8"-6595"0"0,0 1 1 0 0,1-1 0 0 0,0 1 0 0 0,1 0-1 0 0,1 1 1 0 0,0-1 0 0 0,-1 14 0 0 0,2-9-479 0 0,-2 0 0 0 0,0 0 0 0 0,-8 27 1 0 0,6-34-83 0 0,4-5 21 0 0,-1 0 0 0 0,-1 0-1 0 0,1-1 1 0 0,-1 1 0 0 0,0-1 0 0 0,0 1-1 0 0,-5 5 1 0 0,7-10-42 0 0,0-1-14 0 0,1 0 1 0 0,-1 0-1 0 0,1 0 0 0 0,0 0 1 0 0,-1-1-1 0 0,1 1 0 0 0,0 0 1 0 0,-1 0-1 0 0,1 0 0 0 0,0-1 1 0 0,0 1-1 0 0,-1 0 0 0 0,1-1 1 0 0,0 1-1 0 0,0 0 0 0 0,-1-1 1 0 0,1 1-1 0 0,0 0 0 0 0,0-1 0 0 0,0 1 1 0 0,0 0-1 0 0,-1-1 0 0 0,1 1 1 0 0,0 0-1 0 0,0-1 0 0 0,0 0 1 0 0,3-15-3 0 0,0 1 1 0 0,1-1-1 0 0,1 1 0 0 0,0 0 1 0 0,1 0-1 0 0,1 0 1 0 0,0 1-1 0 0,1 0 1 0 0,0 0-1 0 0,1 1 0 0 0,19-22 1 0 0,-11 17-23 0 0,1-1-1 0 0,0 2 1 0 0,2 1 0 0 0,0 0 0 0 0,0 1 0 0 0,43-22 0 0 0,-55 33 14 0 0,0 1 0 0 0,0-1 0 0 0,0 2 0 0 0,0-1 0 0 0,1 1 0 0 0,-1 0 0 0 0,1 1 0 0 0,12-1 0 0 0,-18 2 11 0 0,-1 0 0 0 0,0 0 1 0 0,0 1-1 0 0,0-1 0 0 0,0 0 1 0 0,0 1-1 0 0,0-1 0 0 0,1 1 1 0 0,-1 0-1 0 0,0 0 0 0 0,-1 0 1 0 0,1 0-1 0 0,0 0 0 0 0,0 0 1 0 0,0 0-1 0 0,-1 0 0 0 0,1 1 1 0 0,0-1-1 0 0,-1 1 0 0 0,1-1 1 0 0,-1 1-1 0 0,0 0 0 0 0,1 0 1 0 0,-1-1-1 0 0,0 1 0 0 0,0 0 1 0 0,0 0-1 0 0,-1 0 0 0 0,1 0 1 0 0,0 0-1 0 0,-1 0 0 0 0,1 0 1 0 0,-1 1-1 0 0,0-1 0 0 0,0 0 1 0 0,1 0-1 0 0,-1 0 0 0 0,-1 4 1 0 0,0 9 40 0 0,-1 0 0 0 0,0 1 1 0 0,-9 27-1 0 0,7-32-148 0 0,1 1 0 0 0,1-1 1 0 0,0 1-1 0 0,0 0 0 0 0,1 0 0 0 0,0 0 1 0 0,2 12-1 0 0,-1-22-96 0 0,0 0-1 0 0,1 0 1 0 0,-1 0 0 0 0,1 0-1 0 0,0 0 1 0 0,-1 0 0 0 0,1 0 0 0 0,0-1-1 0 0,0 1 1 0 0,2 2 0 0 0,10 6-4615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5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164 176 1744 0 0,'14'-84'6390'0'0,"1"-5"-380"0"0,-15 86-5429 0 0,2 26 1756 0 0,-22 89 983 0 0,-63 200 0 0 0,1-3-2279 0 0,79-295-1034 0 0,0 0 0 0 0,2 0 0 0 0,-1 0 0 0 0,2 0 0 0 0,2 26 0 0 0,-2-37-133 0 0,1 0-1 0 0,-1 1 1 0 0,1-1 0 0 0,0 0-1 0 0,1 0 1 0 0,-1 0-1 0 0,0 0 1 0 0,1 0-1 0 0,-1 0 1 0 0,1 0-1 0 0,0 0 1 0 0,0-1-1 0 0,3 3 1 0 0,-3-3-111 0 0,0 0 0 0 0,0-1-1 0 0,0 0 1 0 0,0 1 0 0 0,1-1 0 0 0,-1 0 0 0 0,1 0 0 0 0,-1 0-1 0 0,1-1 1 0 0,-1 1 0 0 0,1-1 0 0 0,-1 1 0 0 0,1-1 0 0 0,-1 0-1 0 0,1 0 1 0 0,0 0 0 0 0,-1 0 0 0 0,1 0 0 0 0,2-1 0 0 0,1 0-711 0 0,-1-1 0 0 0,1 1-1 0 0,-1-1 1 0 0,1 0 0 0 0,-1-1 0 0 0,0 1 0 0 0,0-1 0 0 0,0 0 0 0 0,7-6 0 0 0,10-8-5439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5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14 1856 0 0,'-10'-1'713'0'0,"-142"-11"7914"0"0,149 12-7847 0 0,30 6 11 0 0,181 1-1444 0 0,-69-4-5360 0 0,-92-2 2316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147 105 1216 0 0,'-23'17'4648'0'0,"17"-13"-3505"0"0,0 1 1 0 0,0 0-1 0 0,0 0 0 0 0,1 0 0 0 0,-7 8 606 0 0,19-10-446 0 0,-7-3-1267 0 0,1 1-1 0 0,-1-1 1 0 0,1 1 0 0 0,-1-1 0 0 0,1 1 0 0 0,0-1 0 0 0,-1 0 0 0 0,1 1 0 0 0,0-1 0 0 0,-1 0 0 0 0,1 0 0 0 0,0 1 0 0 0,0-1 0 0 0,-1 0 0 0 0,1 0 0 0 0,0 0 0 0 0,-1 0 0 0 0,1 0 0 0 0,0 0 0 0 0,0 0 0 0 0,0 0 0 0 0,10-2 146 0 0,6 0-15 0 0,0-1 0 0 0,-1-1-1 0 0,1-1 1 0 0,28-11 0 0 0,-42 14-156 0 0,0 1 0 0 0,0-1 0 0 0,0 0 0 0 0,0 0 0 0 0,0 0 0 0 0,0-1 0 0 0,-1 1 0 0 0,1 0 1 0 0,-1-1-1 0 0,0 0 0 0 0,0 0 0 0 0,4-5 0 0 0,-5 5-8 0 0,0 0 0 0 0,0 1-1 0 0,-1-1 1 0 0,1 0 0 0 0,-1 0 0 0 0,1 1 0 0 0,-1-1 0 0 0,0 0 0 0 0,0 0-1 0 0,0 0 1 0 0,-1 0 0 0 0,1 1 0 0 0,-1-1 0 0 0,1 0 0 0 0,-1 0-1 0 0,0 1 1 0 0,0-1 0 0 0,-2-4 0 0 0,2 5-7 0 0,-1-1 0 0 0,1 0 1 0 0,-1 1-1 0 0,1 0 0 0 0,-1-1 1 0 0,0 1-1 0 0,1 0 0 0 0,-1 0 1 0 0,0 0-1 0 0,-1 0 0 0 0,1 0 0 0 0,0 0 1 0 0,-1 0-1 0 0,1 1 0 0 0,-1-1 1 0 0,1 1-1 0 0,-6-2 0 0 0,-20-1-34 0 0,19 7 36 0 0,5-1-2 0 0,-5 2 6 0 0,0 0-1 0 0,0 0 1 0 0,0 1 0 0 0,1 0-1 0 0,-1 1 1 0 0,1 0-1 0 0,1 0 1 0 0,-1 1 0 0 0,1 0-1 0 0,0 0 1 0 0,1 0-1 0 0,-10 15 1 0 0,6-6 2 0 0,0 0 0 0 0,1 0 0 0 0,1 1-1 0 0,1 0 1 0 0,-10 32 0 0 0,15-41 8 0 0,0 0 0 0 0,1 0 0 0 0,0 0-1 0 0,0 0 1 0 0,1 0 0 0 0,0 0 0 0 0,0 0 0 0 0,1 0 0 0 0,0 0-1 0 0,1 0 1 0 0,0 0 0 0 0,0 0 0 0 0,6 14 0 0 0,-6-17-82 0 0,1 0 1 0 0,0 0 0 0 0,0 0-1 0 0,1-1 1 0 0,-1 1-1 0 0,1-1 1 0 0,0 0 0 0 0,0 0-1 0 0,0 0 1 0 0,1 0 0 0 0,-1-1-1 0 0,1 0 1 0 0,0 0-1 0 0,0 0 1 0 0,0 0 0 0 0,0-1-1 0 0,0 0 1 0 0,1 0-1 0 0,-1 0 1 0 0,8 1 0 0 0,-1-1-872 0 0,0-1 1 0 0,0 0-1 0 0,0-1 1 0 0,0 0-1 0 0,0 0 1 0 0,0-2-1 0 0,0 1 0 0 0,17-6 1 0 0,-3-2-3470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6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1464 0 0,'3'-13'1497'0'0,"0"-3"882"0"0,0 0-1 0 0,8-20 1 0 0,-11 36-2337 0 0,1-1 1 0 0,-1 0-1 0 0,1 1 1 0 0,-1-1-1 0 0,1 1 0 0 0,-1 0 1 0 0,1-1-1 0 0,-1 1 1 0 0,1-1-1 0 0,-1 1 0 0 0,1 0 1 0 0,-1-1-1 0 0,1 1 1 0 0,0 0-1 0 0,-1 0 1 0 0,1 0-1 0 0,0-1 0 0 0,-1 1 1 0 0,1 0-1 0 0,0 0 1 0 0,-1 0-1 0 0,1 0 0 0 0,-1 0 1 0 0,1 0-1 0 0,0 0 1 0 0,-1 0-1 0 0,1 0 1 0 0,0 0-1 0 0,-1 1 0 0 0,1-1 1 0 0,0 0-1 0 0,-1 0 1 0 0,2 1-1 0 0,18 9 834 0 0,-20-10-874 0 0,5 4 113 0 0,1 0-1 0 0,-1 0 1 0 0,0 1-1 0 0,0 0 1 0 0,0 0 0 0 0,-1 0-1 0 0,1 1 1 0 0,-1-1-1 0 0,-1 1 1 0 0,1 0-1 0 0,-1 0 1 0 0,0 1-1 0 0,0-1 1 0 0,-1 0 0 0 0,0 1-1 0 0,0 0 1 0 0,-1-1-1 0 0,2 8 1 0 0,-2-2-6 0 0,0 0-1 0 0,0 0 1 0 0,-1 0 0 0 0,0 0 0 0 0,-1 0 0 0 0,-1 0 0 0 0,0 0-1 0 0,-1 0 1 0 0,-4 15 0 0 0,4-21 41 0 0,0 1 1 0 0,0 0-1 0 0,0-1 0 0 0,-1 0 1 0 0,0 0-1 0 0,0 0 0 0 0,0 0 0 0 0,-1-1 1 0 0,0 0-1 0 0,0 0 0 0 0,0 0 0 0 0,-1 0 1 0 0,1-1-1 0 0,-13 7 0 0 0,18-11-130 0 0,-1 1 0 0 0,0-1-1 0 0,0 0 1 0 0,0 1 0 0 0,1-1 0 0 0,-1 0-1 0 0,0 0 1 0 0,0 0 0 0 0,0 0-1 0 0,0 0 1 0 0,0 0 0 0 0,0 0-1 0 0,1 0 1 0 0,-1 0 0 0 0,0 0 0 0 0,0 0-1 0 0,0-1 1 0 0,0 1 0 0 0,1 0-1 0 0,-1 0 1 0 0,0-1 0 0 0,0 1 0 0 0,0-1-1 0 0,1 1 1 0 0,-1-1 0 0 0,-1 0-1 0 0,1 0-31 0 0,1 0 13 0 0,-1 1 1 0 0,1-1-1 0 0,0 1 1 0 0,0-1 0 0 0,0 1-1 0 0,0-1 1 0 0,0 0-1 0 0,0 1 1 0 0,0-1 0 0 0,0 1-1 0 0,0-1 1 0 0,0 1-1 0 0,0-1 1 0 0,0 1 0 0 0,0-1-1 0 0,0 0 1 0 0,0 1-1 0 0,0-1 1 0 0,1 1 0 0 0,-1-1-1 0 0,0 1 1 0 0,0-1-1 0 0,1 1 1 0 0,-1-1 0 0 0,0 1-1 0 0,1 0 1 0 0,-1-1-1 0 0,1 1 1 0 0,0-1 0 0 0,10-13-138 0 0,21-13-1330 0 0,1 1 0 0 0,1 1 1 0 0,62-34-1 0 0,28-20-5542 0 0,-99 62 3915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6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78 2228 0 0,'6'-10'1973'0'0,"-1"-2"-1"0"0,0 1 1 0 0,6-21-1 0 0,-11 30-1420 0 0,0 1-271 0 0,-4-8 862 0 0,1 8-366 0 0,-1 8 161 0 0,-10 33 1066 0 0,-13 54 0 0 0,23-75-1792 0 0,1 1 0 0 0,0-1 0 0 0,2 1 0 0 0,0 0 0 0 0,2 24 0 0 0,0-40-264 0 0,-1 0 1 0 0,0 0-1 0 0,1 0 0 0 0,0 0 0 0 0,0 1 1 0 0,0-1-1 0 0,0 0 0 0 0,1-1 0 0 0,-1 1 1 0 0,1 0-1 0 0,0 0 0 0 0,0-1 0 0 0,1 1 1 0 0,-1-1-1 0 0,1 1 0 0 0,-1-1 0 0 0,1 0 1 0 0,0 0-1 0 0,1 0 0 0 0,-1-1 0 0 0,0 1 1 0 0,1-1-1 0 0,-1 0 0 0 0,1 0 1 0 0,0 0-1 0 0,0 0 0 0 0,4 1 0 0 0,-6-2-142 0 0,-1-1-1 0 0,1 0 1 0 0,0 0-1 0 0,-1 0 0 0 0,1 1 1 0 0,0-1-1 0 0,-1-1 1 0 0,1 1-1 0 0,-1 0 0 0 0,1 0 1 0 0,0 0-1 0 0,-1-1 1 0 0,3 0-1 0 0,2-1-658 0 0,13-2-3754 0 0,-1-4-2445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6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40 1216 0 0,'-14'-14'1836'0'0,"2"4"-492"0"0,1 3-239 0 0,1 2 379 0 0,-10 2-520 0 0,-1 11-680 0 0,16 1 16 0 0,-4 3-316 0 0,2 0-548 0 0,2 3-1937 0 0,0-1-547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7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360 100 2472 0 0,'-3'2'1020'0'0,"-1"0"1"0"0,1 0-1 0 0,-1 0 0 0 0,0 0 1 0 0,0-1-1 0 0,0 1 0 0 0,-8 0 0 0 0,-9 5 390 0 0,13-2-1059 0 0,-1 1 0 0 0,1 0 0 0 0,0 1 0 0 0,1-1 0 0 0,-1 1 0 0 0,2 1 0 0 0,-1-1 0 0 0,1 1 0 0 0,-9 15 0 0 0,9-13-224 0 0,0 0 0 0 0,1 1 0 0 0,0 0 1 0 0,0 0-1 0 0,2 0 0 0 0,-1 0 0 0 0,-3 22 1 0 0,7-29-100 0 0,-1 1 1 0 0,1-1 0 0 0,0 0-1 0 0,0 1 1 0 0,1-1 0 0 0,-1 0-1 0 0,1 1 1 0 0,0-1 0 0 0,0 0 0 0 0,3 8-1 0 0,-3-10-15 0 0,1 0 0 0 0,-1 0-1 0 0,0 0 1 0 0,1 0 0 0 0,-1-1-1 0 0,1 1 1 0 0,-1-1 0 0 0,1 1-1 0 0,0-1 1 0 0,0 1 0 0 0,0-1-1 0 0,0 0 1 0 0,0 0 0 0 0,0 0-1 0 0,0 0 1 0 0,0 0 0 0 0,0 0-1 0 0,0-1 1 0 0,1 1 0 0 0,-1-1 0 0 0,0 0-1 0 0,0 1 1 0 0,1-1 0 0 0,-1 0-1 0 0,2 0 1 0 0,6-1 0 0 0,0 0 1 0 0,-1 0-1 0 0,0 0 0 0 0,1-1 1 0 0,-1-1-1 0 0,0 1 0 0 0,0-2 1 0 0,0 1-1 0 0,0-1 0 0 0,-1-1 1 0 0,1 1-1 0 0,-1-1 1 0 0,0-1-1 0 0,13-11 0 0 0,-15 11-14 0 0,-1 1 0 0 0,0 0 0 0 0,-1-1 0 0 0,1 0 0 0 0,-1 0 0 0 0,0-1 0 0 0,0 1 0 0 0,-1-1 0 0 0,0 0 0 0 0,0 1 0 0 0,-1-1 0 0 0,1-1 0 0 0,-2 1 0 0 0,1 0 0 0 0,-1 0 0 0 0,0-1 0 0 0,0 1 0 0 0,-1-1 0 0 0,0 1 0 0 0,-2-11 0 0 0,1 7-3 0 0,-2 1-1 0 0,1-1 1 0 0,-1 1 0 0 0,-1-1 0 0 0,0 1 0 0 0,0 0 0 0 0,-1 0 0 0 0,0 1 0 0 0,-1 0 0 0 0,-11-15 0 0 0,13 19-1 0 0,-1 0 1 0 0,0 0-1 0 0,0 0 0 0 0,-1 0 1 0 0,1 1-1 0 0,-1 0 0 0 0,0 0 0 0 0,0 1 1 0 0,0-1-1 0 0,0 1 0 0 0,-1 1 1 0 0,1-1-1 0 0,-1 1 0 0 0,0 0 0 0 0,0 1 1 0 0,0-1-1 0 0,-10 1 0 0 0,3 1 1 0 0,0 1 0 0 0,0 0 0 0 0,0 1 0 0 0,0 0 0 0 0,0 2-1 0 0,1-1 1 0 0,-1 2 0 0 0,-22 10 0 0 0,27-11 4 0 0,0 1 1 0 0,1 0-1 0 0,0 0 0 0 0,0 0 1 0 0,0 1-1 0 0,1 1 0 0 0,-1-1 1 0 0,2 1-1 0 0,-1 0 0 0 0,1 1 1 0 0,0 0-1 0 0,0 0 0 0 0,-7 14 1 0 0,12-19-121 0 0,-1 1 1 0 0,1-1-1 0 0,-1 1 1 0 0,1-1 0 0 0,1 1-1 0 0,-1 0 1 0 0,0-1 0 0 0,1 1-1 0 0,0 0 1 0 0,0 0 0 0 0,0 0-1 0 0,0-1 1 0 0,0 1-1 0 0,1 0 1 0 0,0 0 0 0 0,0-1-1 0 0,0 1 1 0 0,2 6 0 0 0,-1-7-478 0 0,1 1 1 0 0,-1-1-1 0 0,0 0 1 0 0,1 0-1 0 0,0 0 1 0 0,-1 0-1 0 0,1 0 1 0 0,0 0-1 0 0,1-1 1 0 0,-1 1 0 0 0,5 2-1 0 0,9 4-4807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7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79 244 0 0,'2'-4'1469'0'0,"0"0"0"0"0,1 0 1 0 0,-1 0-1 0 0,1 0 0 0 0,0 0 0 0 0,6-6 0 0 0,-8 10-1391 0 0,-1 0-1 0 0,0 0 0 0 0,1 0 0 0 0,-1 1 1 0 0,1-1-1 0 0,-1 0 0 0 0,1 0 0 0 0,-1 0 1 0 0,0 1-1 0 0,1-1 0 0 0,-1 0 0 0 0,0 0 1 0 0,1 1-1 0 0,-1-1 0 0 0,0 0 1 0 0,1 1-1 0 0,-1-1 0 0 0,0 0 0 0 0,1 1 1 0 0,-1-1-1 0 0,0 0 0 0 0,0 1 0 0 0,0-1 1 0 0,1 1-1 0 0,-1-1 0 0 0,0 1 0 0 0,8 15 865 0 0,-7-14-850 0 0,2 9 316 0 0,-2 1-1 0 0,1 0 1 0 0,-1 0 0 0 0,-1-1 0 0 0,0 1-1 0 0,-1 0 1 0 0,0 0 0 0 0,-4 13 0 0 0,-2 6 225 0 0,-19 54 0 0 0,-32 50 2003 0 0,54-129-1922 0 0,3-10-227 0 0,6-15-281 0 0,27-38-67 0 0,3 2 1 0 0,49-61 0 0 0,-65 94-493 0 0,1 1 0 0 0,0 0 0 0 0,2 2 0 0 0,0 0-1 0 0,1 1 1 0 0,1 1 0 0 0,37-19 0 0 0,-52 32-401 0 0,0 0-1 0 0,0 0 1 0 0,14-3 0 0 0,11 3-7655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8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228 473 1952 0 0,'-96'-42'11976'0'0,"94"41"-11593"0"0,-3 2-284 0 0,0 0-1 0 0,0 0 1 0 0,0 0 0 0 0,0 1-1 0 0,1-1 1 0 0,-1 1-1 0 0,0 0 1 0 0,1 1 0 0 0,0-1-1 0 0,-1 1 1 0 0,1 0-1 0 0,0 0 1 0 0,0 0 0 0 0,0 0-1 0 0,1 1 1 0 0,-1-1-1 0 0,-4 8 1 0 0,3-4-54 0 0,-1 0 0 0 0,1 0 0 0 0,0 1 0 0 0,1 0 0 0 0,0 0 0 0 0,0 0 0 0 0,1 1 0 0 0,0-1 0 0 0,-2 11 0 0 0,4-16-35 0 0,1 0-1 0 0,-1 0 1 0 0,1 0 0 0 0,0 0-1 0 0,0 0 1 0 0,0 0 0 0 0,0 1-1 0 0,1-1 1 0 0,-1 0 0 0 0,1 0-1 0 0,0 0 1 0 0,0 0 0 0 0,0 0-1 0 0,0 0 1 0 0,0 0 0 0 0,1 0-1 0 0,-1-1 1 0 0,4 5 0 0 0,-2-4 0 0 0,0 0 0 0 0,0 0 1 0 0,1 0-1 0 0,-1-1 0 0 0,1 0 1 0 0,-1 1-1 0 0,1-1 0 0 0,0 0 1 0 0,0-1-1 0 0,0 1 0 0 0,0-1 1 0 0,5 1-1 0 0,8 1 17 0 0,0 0-1 0 0,0-2 1 0 0,1 0-1 0 0,-1-1 1 0 0,26-4 0 0 0,-28 3-18 0 0,-1-1 1 0 0,1-1 0 0 0,-1 0 0 0 0,0-1 0 0 0,0-1 0 0 0,-1 0 0 0 0,1-1 0 0 0,-1 0 0 0 0,20-14 0 0 0,-25 15-12 0 0,-2-1 0 0 0,1 1 1 0 0,-1-1-1 0 0,1-1 0 0 0,-2 1 1 0 0,1-1-1 0 0,-1 0 0 0 0,0 0 1 0 0,0-1-1 0 0,-1 1 0 0 0,0-1 0 0 0,-1 0 1 0 0,1 0-1 0 0,-1-1 0 0 0,-1 1 1 0 0,0 0-1 0 0,2-13 0 0 0,-3 4 1 0 0,0 0 0 0 0,-1 0 0 0 0,0 0 0 0 0,-2 0 0 0 0,0 0-1 0 0,-5-22 1 0 0,4 28-1 0 0,0 1 1 0 0,-1-1-1 0 0,0 0 0 0 0,0 1 0 0 0,-1 0 0 0 0,0 0 0 0 0,-1 1 1 0 0,0-1-1 0 0,-1 1 0 0 0,-12-14 0 0 0,16 21-2 0 0,0-1 0 0 0,0 1 0 0 0,0-1 0 0 0,0 1 0 0 0,-1 0 0 0 0,1 0 0 0 0,-1 0 0 0 0,1 1 0 0 0,-1-1 0 0 0,1 1 0 0 0,-1 0 0 0 0,0 0 0 0 0,0 0 0 0 0,0 0 0 0 0,0 1-1 0 0,-6-1 1 0 0,4 2 0 0 0,0 0-1 0 0,1 0 1 0 0,-1 0-1 0 0,0 1 1 0 0,1-1-1 0 0,-1 1 0 0 0,1 1 1 0 0,0-1-1 0 0,0 1 1 0 0,-7 4-1 0 0,-1 2-1 0 0,0 1 0 0 0,1 1-1 0 0,0 1 1 0 0,1-1 0 0 0,0 2-1 0 0,1-1 1 0 0,-9 15 0 0 0,13-18 7 0 0,1 0 0 0 0,0 0-1 0 0,0 0 1 0 0,1 1 0 0 0,1 0 0 0 0,-1-1 0 0 0,-1 13 0 0 0,4-19 1 0 0,1 1 1 0 0,-1-1-1 0 0,1 1 0 0 0,0-1 1 0 0,0 1-1 0 0,0-1 0 0 0,0 1 1 0 0,1-1-1 0 0,-1 1 1 0 0,1-1-1 0 0,0 0 0 0 0,0 1 1 0 0,0-1-1 0 0,1 0 1 0 0,-1 0-1 0 0,1 1 0 0 0,0-1 1 0 0,-1 0-1 0 0,1-1 1 0 0,1 1-1 0 0,-1 0 0 0 0,0-1 1 0 0,1 1-1 0 0,5 3 1 0 0,1 0-4 0 0,0-1 0 0 0,0 0 0 0 0,1-1 0 0 0,0 0 0 0 0,0 0 0 0 0,0-1 0 0 0,1 0 0 0 0,-1-1 0 0 0,1 0 0 0 0,19 0 1 0 0,6-1-19 0 0,68-8 0 0 0,-65 2 9 0 0,1-2 0 0 0,-1-1 0 0 0,0-2 1 0 0,-1-2-1 0 0,0-1 0 0 0,62-32 1 0 0,-76 32 9 0 0,-2-1 0 0 0,0 0 0 0 0,0-2 0 0 0,-2 0 0 0 0,0-2 0 0 0,-1 0 0 0 0,0-1 0 0 0,-2-1 1 0 0,0 0-1 0 0,-1-2 0 0 0,15-27 0 0 0,45-117 22 0 0,-76 165-24 0 0,-5 14-23 0 0,-24 73 44 0 0,-20 101-1 0 0,17-58 137 0 0,-139 446 351 0 0,104-388-344 0 0,-91 181 0 0 0,98-256-88 0 0,50-94 87 0 0,-2-1 1 0 0,0 0-1 0 0,-1-1 0 0 0,-16 16 0 0 0,26-30-122 0 0,1 0 0 0 0,-1 1 0 0 0,1-1 0 0 0,-1 0 0 0 0,0 0 0 0 0,0 0 0 0 0,0-1-1 0 0,0 1 1 0 0,0-1 0 0 0,0 0 0 0 0,0 0 0 0 0,-1 0 0 0 0,1 0 0 0 0,0 0 0 0 0,-1-1 0 0 0,-4 1-1 0 0,5-1-24 0 0,1-1-1 0 0,0 1 0 0 0,-1-1 0 0 0,1 0 1 0 0,0 0-1 0 0,0 0 0 0 0,0 0 0 0 0,-1 0 1 0 0,1 0-1 0 0,0 0 0 0 0,0-1 0 0 0,1 1 1 0 0,-1-1-1 0 0,0 1 0 0 0,0-1 0 0 0,1 0 1 0 0,-1 0-1 0 0,1 0 0 0 0,-1 0 0 0 0,1 0 1 0 0,0 0-1 0 0,0 0 0 0 0,0 0 0 0 0,-1-3 0 0 0,-2-6 9 0 0,0-1 0 0 0,1 1-1 0 0,1-1 1 0 0,0 0 0 0 0,0 0-1 0 0,1 0 1 0 0,0-16 0 0 0,3-8 4 0 0,6-40 0 0 0,-2 36-52 0 0,2 1-1 0 0,2 0 1 0 0,1 1 0 0 0,2 0-1 0 0,2 1 1 0 0,1 1 0 0 0,2 0-1 0 0,2 1 1 0 0,1 1 0 0 0,1 1 0 0 0,2 1-1 0 0,1 1 1 0 0,2 1 0 0 0,0 1-1 0 0,2 2 1 0 0,2 0 0 0 0,40-26-1 0 0,-19 19-942 0 0,1 2-1 0 0,84-36 1 0 0,35 3-7002 0 0,-117 48 1776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9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455 156 688 0 0,'5'-13'1341'0'0,"-1"-1"-1"0"0,0 1 1 0 0,-1-1-1 0 0,-1 0 1 0 0,0 1-1 0 0,0-28 1 0 0,-2 39-1281 0 0,0 1 1 0 0,0-1 0 0 0,0 1 0 0 0,0 0 0 0 0,0-1 0 0 0,-1 1-1 0 0,1-1 1 0 0,-1 1 0 0 0,1 0 0 0 0,-1-1 0 0 0,1 1 0 0 0,-1 0-1 0 0,0 0 1 0 0,0-1 0 0 0,0 1 0 0 0,1 0 0 0 0,-1 0 0 0 0,0 0-1 0 0,0 0 1 0 0,0 0 0 0 0,-1 0 0 0 0,1 0 0 0 0,0 0 0 0 0,-2 0-1 0 0,1 0-13 0 0,0 1-1 0 0,-1-1 0 0 0,1 1 0 0 0,0-1 0 0 0,-1 1 0 0 0,1 0 0 0 0,-1 0 0 0 0,1 0 0 0 0,-1 1 0 0 0,1-1 0 0 0,0 0 0 0 0,-1 1 0 0 0,-2 0 0 0 0,-6 3 73 0 0,-1 1-1 0 0,1 0 1 0 0,0 0-1 0 0,-14 11 1 0 0,-13 10 72 0 0,2 2 0 0 0,0 1 1 0 0,3 2-1 0 0,0 2 0 0 0,2 1 0 0 0,1 1 1 0 0,-32 51-1 0 0,52-71-151 0 0,1 1-1 0 0,-13 31 1 0 0,19-41-29 0 0,1 0-1 0 0,0 1 1 0 0,0-1 0 0 0,1 1-1 0 0,0-1 1 0 0,0 1 0 0 0,0 0 0 0 0,1-1-1 0 0,0 1 1 0 0,1 0 0 0 0,0 7-1 0 0,0-12-2 0 0,0 1-1 0 0,0-1 0 0 0,0 1 0 0 0,0-1 0 0 0,1 1 1 0 0,-1-1-1 0 0,1 0 0 0 0,-1 0 0 0 0,1 0 0 0 0,0 0 1 0 0,0 0-1 0 0,0 0 0 0 0,0 0 0 0 0,0-1 0 0 0,0 1 1 0 0,0-1-1 0 0,1 0 0 0 0,-1 1 0 0 0,1-1 0 0 0,-1 0 1 0 0,1 0-1 0 0,-1 0 0 0 0,1-1 0 0 0,-1 1 1 0 0,1-1-1 0 0,0 1 0 0 0,3-1 0 0 0,4 1 17 0 0,-1-1-1 0 0,1 0 0 0 0,-1 0 1 0 0,1-1-1 0 0,-1 0 0 0 0,14-4 1 0 0,-7 0-13 0 0,0 0-1 0 0,-1-1 1 0 0,0-1 0 0 0,0 0 0 0 0,-1-1 0 0 0,0-1 0 0 0,0 0 0 0 0,-1-1-1 0 0,18-17 1 0 0,-6 2 10 0 0,-1-2-1 0 0,-2-1 0 0 0,26-39 1 0 0,-48 66-21 0 0,36-47-57 0 0,-35 47 51 0 0,3 14 5 0 0,-11 45-7 0 0,5-46 50 0 0,0-1 0 0 0,1 1 0 0 0,0 0 1 0 0,1 0-1 0 0,2 18 0 0 0,-2-26-95 0 0,1 0 1 0 0,0-1 0 0 0,0 1 0 0 0,1-1 0 0 0,-1 1 0 0 0,1-1 0 0 0,-1 0 0 0 0,1 0-1 0 0,0 0 1 0 0,1 0 0 0 0,-1 0 0 0 0,0 0 0 0 0,1 0 0 0 0,-1-1 0 0 0,1 1 0 0 0,0-1-1 0 0,0 0 1 0 0,0 0 0 0 0,0 0 0 0 0,0 0 0 0 0,1 0 0 0 0,5 1 0 0 0,-1 0-1065 0 0,0 0 1 0 0,0-1 0 0 0,0-1 0 0 0,0 1 0 0 0,17-1-1 0 0,1 0-3926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0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60 608 980 0 0,'0'0'1178'0'0,"-3"0"-190"0"0,-53 2 9015 0 0,71-18-9779 0 0,1 0 0 0 0,0 1 0 0 0,31-20 0 0 0,-10 6-115 0 0,52-42-83 0 0,-3-5-1 0 0,121-138 1 0 0,-196 201-35 0 0,0-1 1 0 0,-1 0-1 0 0,-1-1 1 0 0,0 1-1 0 0,11-28 1 0 0,-19 41 7 0 0,-1 1 0 0 0,0-1 0 0 0,0 0 0 0 0,1 0 0 0 0,-1 1 0 0 0,0-1 0 0 0,0 0 0 0 0,0 0 0 0 0,0 0 0 0 0,0 1 0 0 0,0-1 0 0 0,0 0 0 0 0,-1 0 0 0 0,1 1 0 0 0,0-1 0 0 0,0 0 0 0 0,-1 0 0 0 0,1 1 0 0 0,0-1 0 0 0,-1 0 0 0 0,1 0 0 0 0,0 1 0 0 0,-1-1 0 0 0,1 1 0 0 0,-1-1 0 0 0,1 0 0 0 0,-1 1 0 0 0,0-1 0 0 0,1 1 0 0 0,-1-1 0 0 0,0 1 0 0 0,1-1 0 0 0,-1 1 0 0 0,0 0 0 0 0,1-1 0 0 0,-1 1 0 0 0,0 0 0 0 0,0 0 0 0 0,1-1 0 0 0,-1 1 0 0 0,0 0 0 0 0,0 0 0 0 0,1 0 0 0 0,-3 0 0 0 0,-32-1-10 0 0,18 4 5 0 0,0 1 0 0 0,0 0 0 0 0,0 1 0 0 0,-27 13 0 0 0,-57 35-18 0 0,89-46 20 0 0,1 0-1 0 0,0 0 1 0 0,0 1-1 0 0,0 1 1 0 0,-11 12-1 0 0,20-19 7 0 0,0 0 0 0 0,0 0 1 0 0,0 0-1 0 0,1 0 0 0 0,-1 0 0 0 0,1 1 0 0 0,-1-1 0 0 0,1 1 0 0 0,0-1 0 0 0,0 1 0 0 0,0-1 0 0 0,0 1 0 0 0,0 0 0 0 0,1-1 0 0 0,-1 1 0 0 0,1 0 0 0 0,0 0 0 0 0,0-1 0 0 0,0 1 0 0 0,0 0 0 0 0,0 0 0 0 0,1-1 0 0 0,-1 1 0 0 0,1 0 0 0 0,0 0 0 0 0,-1-1 0 0 0,1 1 0 0 0,1-1 0 0 0,-1 1 0 0 0,0-1 0 0 0,0 1 0 0 0,3 2 0 0 0,11 12 6 0 0,1 0-1 0 0,1-2 1 0 0,0 0 0 0 0,1 0-1 0 0,1-2 1 0 0,19 12 0 0 0,10 7-33 0 0,-26-17-12 0 0,32 24-25 0 0,-50-36 59 0 0,0 0 0 0 0,-1 0 0 0 0,0 1 0 0 0,0-1 0 0 0,0 1 0 0 0,0 0 0 0 0,-1 0 0 0 0,1 0 0 0 0,-1 0 1 0 0,0 0-1 0 0,2 6 0 0 0,-4-9 2 0 0,0 0 0 0 0,1 0 0 0 0,-1 1 1 0 0,0-1-1 0 0,0 0 0 0 0,0 1 0 0 0,0-1 0 0 0,0 0 1 0 0,0 1-1 0 0,0-1 0 0 0,-1 0 0 0 0,1 1 1 0 0,0-1-1 0 0,-1 0 0 0 0,1 0 0 0 0,-1 0 0 0 0,0 1 1 0 0,1-1-1 0 0,-1 0 0 0 0,-1 2 0 0 0,0-1 3 0 0,0 0 0 0 0,0 0-1 0 0,0 0 1 0 0,-1 0 0 0 0,1 0 0 0 0,-1-1-1 0 0,0 1 1 0 0,-4 1 0 0 0,-2 1 6 0 0,0-1 1 0 0,-1 0-1 0 0,1-1 0 0 0,-16 3 1 0 0,-1-3 4 0 0,0-1-1 0 0,0-1 1 0 0,0-1 0 0 0,0-1-1 0 0,0-2 1 0 0,1 0 0 0 0,-33-11-1 0 0,57 15-35 0 0,0 0-1 0 0,0 0 1 0 0,0 0-1 0 0,-1-1 1 0 0,1 1-1 0 0,0-1 1 0 0,0 1-1 0 0,0 0 1 0 0,0-1 0 0 0,0 0-1 0 0,0 1 1 0 0,0-1-1 0 0,1 0 1 0 0,-1 1-1 0 0,0-1 1 0 0,0 0-1 0 0,0 0 1 0 0,1 0-1 0 0,-1 1 1 0 0,0-1-1 0 0,1 0 1 0 0,-1 0-1 0 0,1 0 1 0 0,-1 0-1 0 0,1 0 1 0 0,-1 0-1 0 0,1-1 1 0 0,0 1-1 0 0,-1 0 1 0 0,1-1 0 0 0,1 0-72 0 0,-1 0 0 0 0,1 0 0 0 0,0-1 0 0 0,0 1 0 0 0,0 1 0 0 0,1-1 0 0 0,-1 0 0 0 0,0 0 0 0 0,1 0 1 0 0,-1 1-1 0 0,1-1 0 0 0,0 0 0 0 0,-1 1 0 0 0,1 0 0 0 0,2-2 0 0 0,42-29-2475 0 0,66-33-1 0 0,-59 35 384 0 0,-4 3 18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0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358 182 2900 0 0,'28'-17'1574'0'0,"47"-36"-1"0"0,-69 48-1227 0 0,0-1-1 0 0,0 1 1 0 0,0-1 0 0 0,0 0-1 0 0,-1-1 1 0 0,0 1 0 0 0,-1-1-1 0 0,1 0 1 0 0,-1 0 0 0 0,0-1 0 0 0,-1 1-1 0 0,5-16 1 0 0,-8 12 1157 0 0,-7 16-984 0 0,-6 19 37 0 0,5 11 172 0 0,2 0 0 0 0,-2 47 1 0 0,1-7-86 0 0,-21 115 173 0 0,-7 0 0 0 0,-86 261 1 0 0,57-269-597 0 0,46-138-161 0 0,-2-2 0 0 0,-28 45 0 0 0,45-82-90 0 0,-1 1 0 0 0,1-1 1 0 0,-1 0-1 0 0,-1 0 0 0 0,1-1 0 0 0,-1 1 0 0 0,0-1 0 0 0,0 0 1 0 0,0 0-1 0 0,0-1 0 0 0,-10 5 0 0 0,14-7-70 0 0,-1-1 1 0 0,0 0-1 0 0,1 1 1 0 0,-1-1-1 0 0,0 0 0 0 0,0 0 1 0 0,1 0-1 0 0,-1 0 1 0 0,0 0-1 0 0,1 0 1 0 0,-1-1-1 0 0,0 1 0 0 0,1-1 1 0 0,-1 1-1 0 0,0-1 1 0 0,1 1-1 0 0,-1-1 0 0 0,1 0 1 0 0,-1 0-1 0 0,1 0 1 0 0,0 0-1 0 0,-1 0 0 0 0,1 0 1 0 0,0 0-1 0 0,-1 0 1 0 0,1 0-1 0 0,0-1 0 0 0,0 1 1 0 0,0 0-1 0 0,0-1 1 0 0,0 1-1 0 0,-1-4 0 0 0,-2-2-419 0 0,1-1-1 0 0,0 0 1 0 0,0 0-1 0 0,0 0 0 0 0,-1-9 1 0 0,0-12-2107 0 0,-2-41-1 0 0,5 60 1853 0 0,-2-38-2771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1 616 252 0 0,'17'-28'1126'0'0,"1"1"-1"0"0,2 1 1 0 0,0 1 0 0 0,2 0-1 0 0,1 2 1 0 0,41-33-1 0 0,-52 47-856 0 0,0 1-1 0 0,0 1 1 0 0,1 0-1 0 0,0 0 0 0 0,1 2 1 0 0,-1-1-1 0 0,21-4 0 0 0,-23 8-172 0 0,-1 1-1 0 0,1 0 0 0 0,-1 0 0 0 0,1 1 0 0 0,0 0 1 0 0,-1 0-1 0 0,1 2 0 0 0,-1-1 0 0 0,1 1 1 0 0,-1 1-1 0 0,13 4 0 0 0,-17-5-36 0 0,0 1-1 0 0,0 0 1 0 0,0 0-1 0 0,-1 0 1 0 0,1 0-1 0 0,-1 1 1 0 0,0 0-1 0 0,0 0 1 0 0,0 1-1 0 0,0-1 1 0 0,-1 1-1 0 0,0 0 1 0 0,0 0-1 0 0,5 9 1 0 0,-6-10 18 0 0,-1 1 1 0 0,-1-1-1 0 0,1 1 1 0 0,-1 0-1 0 0,1-1 1 0 0,-1 1-1 0 0,-1 0 1 0 0,1 0-1 0 0,-1 0 1 0 0,0 0-1 0 0,0 0 1 0 0,0-1-1 0 0,-1 1 1 0 0,1 0-1 0 0,-1 0 0 0 0,0 0 1 0 0,-1-1-1 0 0,1 1 1 0 0,-1-1-1 0 0,-3 6 1 0 0,-2 3 20 0 0,0-1 0 0 0,-2 0 1 0 0,1 0-1 0 0,-2-1 0 0 0,1 0 0 0 0,-2-1 1 0 0,1 0-1 0 0,-1-1 0 0 0,-1 0 0 0 0,-12 8 1 0 0,0-2 0 0 0,0-2 1 0 0,0 0-1 0 0,-1-2 1 0 0,-38 12-1 0 0,4-6 56 0 0,34-13-136 0 0,20-6-51 0 0,1 1 0 0 0,3 1 1 0 0,1-1 0 0 0,-1 1 0 0 0,1 0 0 0 0,-1 0 1 0 0,1 0-1 0 0,-1 0 0 0 0,1 0 0 0 0,-1-1 0 0 0,0 1 0 0 0,1 0 0 0 0,-1-1 0 0 0,1 1 0 0 0,0 0 0 0 0,-1-1 1 0 0,1 1-1 0 0,-1 0 0 0 0,1-1 0 0 0,-1 1 0 0 0,1-1 0 0 0,0 1 0 0 0,-1-1 0 0 0,1 1 0 0 0,0-1 0 0 0,0 1 0 0 0,-1-1 1 0 0,1 1-1 0 0,0-1 0 0 0,0 1 0 0 0,0-1 0 0 0,0 0 0 0 0,0 1 0 0 0,-1-1 0 0 0,1 1 0 0 0,0-1 0 0 0,0 1 1 0 0,0-1-1 0 0,1 0 0 0 0,-1 1 0 0 0,0-1 0 0 0,0 1 0 0 0,0-1 0 0 0,0 1 0 0 0,0-1 0 0 0,1 0 0 0 0,11-23-1226 0 0,19-10-559 0 0,2 1 0 0 0,59-45 1 0 0,-24 22 652 0 0,143-135-386 0 0,-164 144 2571 0 0,-2-3 1 0 0,48-68-1 0 0,-82 102-397 0 0,-2-1 0 0 0,0 0 0 0 0,8-25 0 0 0,-16 39 77 0 0,-15 33-201 0 0,-75 279 1039 0 0,70-222-1326 0 0,-13 144 0 0 0,29-204-177 0 0,1-18 20 0 0,1 0 0 0 0,0 0 1 0 0,1-1-1 0 0,1 19 1 0 0,-1-27-54 0 0,1 0 0 0 0,-1 1 0 0 0,0-1 0 0 0,0 1 0 0 0,0-1 0 0 0,1 1 0 0 0,-1-1 0 0 0,0 0 0 0 0,0 1 0 0 0,1-1 0 0 0,-1 1 0 0 0,0-1 0 0 0,1 0 0 0 0,-1 1 0 0 0,0-1 0 0 0,1 0 0 0 0,-1 0 0 0 0,1 1 0 0 0,-1-1 0 0 0,1 0 0 0 0,-1 0 0 0 0,0 0 0 0 0,1 0 0 0 0,-1 1 0 0 0,1-1 0 0 0,-1 0 0 0 0,1 0 0 0 0,-1 0 0 0 0,1 0 0 0 0,-1 0 0 0 0,1 0 0 0 0,-1 0 0 0 0,1 0 1 0 0,-1 0-1 0 0,1 0 0 0 0,-1-1 0 0 0,0 1 0 0 0,2 0 0 0 0,15-8 67 0 0,-2-7-26 0 0,-1 1 0 0 0,-1-2-1 0 0,0 0 1 0 0,18-31 0 0 0,14-17-65 0 0,-28 43 3 0 0,29-27 0 0 0,-40 42 12 0 0,0 1 0 0 0,0 0 0 0 0,1 0 0 0 0,0 0 0 0 0,0 1 0 0 0,0 0 0 0 0,1 0 0 0 0,-1 1 0 0 0,9-3 0 0 0,-14 6 5 0 0,0-1 0 0 0,0 1 1 0 0,0 0-1 0 0,0-1 1 0 0,0 1-1 0 0,0 0 0 0 0,0 0 1 0 0,0 1-1 0 0,0-1 1 0 0,0 0-1 0 0,0 1 0 0 0,0-1 1 0 0,0 1-1 0 0,0-1 1 0 0,0 1-1 0 0,0 0 0 0 0,-1 0 1 0 0,1 0-1 0 0,0 0 1 0 0,0 0-1 0 0,-1 0 0 0 0,1 1 1 0 0,-1-1-1 0 0,1 0 1 0 0,-1 1-1 0 0,0-1 0 0 0,1 1 1 0 0,-1 0-1 0 0,0-1 1 0 0,0 1-1 0 0,0 0 0 0 0,0 0 1 0 0,-1 0-1 0 0,1-1 1 0 0,0 1-1 0 0,0 4 0 0 0,2 3 43 0 0,-1 1 0 0 0,-1-1 0 0 0,1 1 0 0 0,-2 0 0 0 0,0 18 0 0 0,-4 22 25 0 0,2-37-51 0 0,0 0 1 0 0,1 1 0 0 0,0-1 0 0 0,1 1-1 0 0,1-1 1 0 0,0 1 0 0 0,5 19 0 0 0,-5-31-11 0 0,0 1 1 0 0,0-1-1 0 0,0 0 1 0 0,0 0 0 0 0,0 1-1 0 0,1-1 1 0 0,-1 0-1 0 0,1 0 1 0 0,0 0 0 0 0,-1 0-1 0 0,1-1 1 0 0,0 1-1 0 0,0 0 1 0 0,0-1 0 0 0,0 1-1 0 0,0-1 1 0 0,1 0-1 0 0,2 2 1 0 0,-1-2-3 0 0,1 1 0 0 0,0-1 0 0 0,0 0 0 0 0,-1 0 0 0 0,1-1 0 0 0,0 1 0 0 0,0-1 0 0 0,0 0 0 0 0,5-1 0 0 0,3-1 7 0 0,0 0-1 0 0,0-1 1 0 0,0-1-1 0 0,0 0 1 0 0,-1 0 0 0 0,14-8-1 0 0,-9 3-15 0 0,-2-1-1 0 0,1-1 1 0 0,-1 0-1 0 0,-1-1 1 0 0,0-1-1 0 0,24-27 1 0 0,-21 19-3 0 0,-2 0-1 0 0,0-1 1 0 0,-2 0 0 0 0,16-35 0 0 0,-27 54 4 0 0,-1-1 1 0 0,1-1 0 0 0,-1 1 0 0 0,1 0 0 0 0,-1 0-1 0 0,-1-1 1 0 0,1 1 0 0 0,0 0 0 0 0,-1-1-1 0 0,0 1 1 0 0,0 0 0 0 0,0-1 0 0 0,-2-5-1 0 0,2 10 2 0 0,0-1 0 0 0,0 0 0 0 0,-1 0 1 0 0,1 0-1 0 0,0 1 0 0 0,-1-1 0 0 0,1 0 0 0 0,0 0 0 0 0,-1 1 0 0 0,1-1 0 0 0,-1 0 0 0 0,0 1 0 0 0,1-1 0 0 0,-1 1 0 0 0,1-1 0 0 0,-1 1 0 0 0,0-1 0 0 0,1 1 0 0 0,-1-1 0 0 0,0 1 0 0 0,0-1 0 0 0,1 1 0 0 0,-1 0 0 0 0,0 0 0 0 0,0-1 1 0 0,0 1-1 0 0,1 0 0 0 0,-1 0 0 0 0,0 0 0 0 0,0 0 0 0 0,0 0 0 0 0,0 0 0 0 0,1 0 0 0 0,-1 0 0 0 0,0 0 0 0 0,0 0 0 0 0,0 0 0 0 0,0 1 0 0 0,-1-1 0 0 0,-1 1-2 0 0,-1 1 0 0 0,1-1-1 0 0,-1 1 1 0 0,1-1 0 0 0,-1 1-1 0 0,-4 3 1 0 0,0 2 9 0 0,1 1 1 0 0,-1 0-1 0 0,1 0 0 0 0,1 0 1 0 0,-1 1-1 0 0,1 0 0 0 0,1 0 1 0 0,0 1-1 0 0,0 0 0 0 0,1 0 1 0 0,0 0-1 0 0,-3 13 0 0 0,3-10-10 0 0,2-1 0 0 0,-1 0 0 0 0,2 1 0 0 0,-1-1 1 0 0,2 1-1 0 0,0 0 0 0 0,0-1 0 0 0,1 1 0 0 0,1-1 0 0 0,3 17 0 0 0,-3-24 6 0 0,0 1 1 0 0,-1-1 0 0 0,2 0 0 0 0,-1 0-1 0 0,0 0 1 0 0,1-1 0 0 0,0 1 0 0 0,0 0-1 0 0,1-1 1 0 0,-1 0 0 0 0,1 0-1 0 0,0 0 1 0 0,0 0 0 0 0,0-1 0 0 0,1 1-1 0 0,-1-1 1 0 0,1 0 0 0 0,-1-1 0 0 0,1 1-1 0 0,0-1 1 0 0,0 0 0 0 0,1 0 0 0 0,-1 0-1 0 0,0-1 1 0 0,1 0 0 0 0,-1 0-1 0 0,0 0 1 0 0,1-1 0 0 0,-1 1 0 0 0,7-2-1 0 0,1 1 7 0 0,0-2 0 0 0,0 0 0 0 0,0 0 0 0 0,0-1 0 0 0,-1-1-1 0 0,1 0 1 0 0,-1-1 0 0 0,0 0 0 0 0,0-1 0 0 0,0 0 0 0 0,17-13-1 0 0,-9 4 0 0 0,-1-2 0 0 0,0 0 0 0 0,-2-1 0 0 0,0-1-1 0 0,23-33 1 0 0,-18 19-35 0 0,-3-1 0 0 0,31-68 0 0 0,-49 98 25 0 0,0 1 0 0 0,1-1 0 0 0,-1 1 0 0 0,0-1 0 0 0,-1 1-1 0 0,1-1 1 0 0,-1 1 0 0 0,1-1 0 0 0,-1 0 0 0 0,0 1 0 0 0,0-1-1 0 0,-1 1 1 0 0,1-1 0 0 0,-1 0 0 0 0,0 1 0 0 0,-2-6 0 0 0,3 8-1 0 0,0 1 1 0 0,0-1-1 0 0,0 1 1 0 0,0 0 0 0 0,-1-1-1 0 0,1 1 1 0 0,0-1-1 0 0,-1 1 1 0 0,1-1 0 0 0,0 1-1 0 0,-1 0 1 0 0,1-1-1 0 0,0 1 1 0 0,-1 0-1 0 0,1-1 1 0 0,-1 1 0 0 0,1 0-1 0 0,0 0 1 0 0,-1-1-1 0 0,1 1 1 0 0,-1 0 0 0 0,1 0-1 0 0,-1 0 1 0 0,1 0-1 0 0,-1 0 1 0 0,1-1 0 0 0,-1 1-1 0 0,0 0 1 0 0,0 1 1 0 0,0-1 0 0 0,1 0 1 0 0,-1 1-1 0 0,0-1 0 0 0,1 1 0 0 0,-1-1 1 0 0,0 1-1 0 0,1-1 0 0 0,-1 1 0 0 0,1-1 1 0 0,-1 1-1 0 0,1-1 0 0 0,-1 1 1 0 0,1 0-1 0 0,-1-1 0 0 0,1 1 0 0 0,-1 0 1 0 0,1 0-1 0 0,0-1 0 0 0,-1 1 0 0 0,1 0 1 0 0,0 0-1 0 0,0 0 0 0 0,0-1 1 0 0,0 1-1 0 0,0 0 0 0 0,0 0 0 0 0,0 0 1 0 0,0-1-1 0 0,0 1 0 0 0,0 0 1 0 0,0 0-1 0 0,0 0 0 0 0,0-1 0 0 0,1 1 1 0 0,-1 0-1 0 0,0 0 0 0 0,1 0 0 0 0,-1-1 1 0 0,0 1-1 0 0,1 0 0 0 0,-1-1 1 0 0,1 1-1 0 0,0 0 0 0 0,0 0 4 0 0,2 5 3 0 0,1-1 0 0 0,-1 0 0 0 0,1 0 0 0 0,1-1 0 0 0,-1 1 0 0 0,1-1 0 0 0,-1 0 0 0 0,1 0 0 0 0,0-1-1 0 0,1 1 1 0 0,-1-1 0 0 0,0 0 0 0 0,1 0 0 0 0,0-1 0 0 0,0 0 0 0 0,0 0 0 0 0,10 2 0 0 0,9 1-20 0 0,0-1 1 0 0,48 2 0 0 0,-59-7 1 0 0,0 1 1 0 0,0-2-1 0 0,-1 0 0 0 0,1 0 1 0 0,0-2-1 0 0,-1 1 0 0 0,1-2 1 0 0,-1 0-1 0 0,23-12 0 0 0,-35 17 12 0 0,-1 0-1 0 0,1-1 0 0 0,0 1 1 0 0,0 0-1 0 0,0-1 0 0 0,0 1 1 0 0,-1-1-1 0 0,1 1 0 0 0,0-1 1 0 0,-1 1-1 0 0,1-1 0 0 0,0 0 0 0 0,-1 1 1 0 0,1-1-1 0 0,0 0 0 0 0,-1 1 1 0 0,1-1-1 0 0,-1 0 0 0 0,0 0 1 0 0,1 0-1 0 0,-1 1 0 0 0,1-1 1 0 0,-1 0-1 0 0,0 0 0 0 0,0 0 1 0 0,0 0-1 0 0,1 0 0 0 0,-1 1 1 0 0,0-1-1 0 0,0 0 0 0 0,0 0 0 0 0,0 0 1 0 0,-1 0-1 0 0,1 0 0 0 0,0 0 1 0 0,0 0-1 0 0,-1-1 0 0 0,0 0-10 0 0,-13 8 21 0 0,2 1 38 0 0,1 1 0 0 0,0 0 0 0 0,0 1 0 0 0,1 0 0 0 0,0 1 0 0 0,1 0 0 0 0,0 1 0 0 0,-9 15 0 0 0,-1-1 67 0 0,-25 45 0 0 0,39-61-104 0 0,0 1 1 0 0,1-1-1 0 0,0 1 1 0 0,1 0-1 0 0,0-1 1 0 0,1 2-1 0 0,0-1 1 0 0,0 0-1 0 0,1 11 1 0 0,1-19-5 0 0,0 0 1 0 0,0 0-1 0 0,0 1 0 0 0,1-1 1 0 0,-1 0-1 0 0,1 0 0 0 0,-1 0 1 0 0,1 0-1 0 0,0 0 0 0 0,0 0 1 0 0,0 0-1 0 0,0 0 1 0 0,0 0-1 0 0,0 0 0 0 0,1 0 1 0 0,-1 0-1 0 0,1-1 0 0 0,-1 1 1 0 0,1-1-1 0 0,0 1 1 0 0,-1-1-1 0 0,1 0 0 0 0,0 1 1 0 0,0-1-1 0 0,0 0 0 0 0,0 0 1 0 0,0 0-1 0 0,0-1 1 0 0,0 1-1 0 0,0 0 0 0 0,1-1 1 0 0,-1 1-1 0 0,0-1 0 0 0,0 0 1 0 0,0 0-1 0 0,3 0 1 0 0,7 1 12 0 0,0-2 0 0 0,0 1 0 0 0,0-1 0 0 0,0-1 1 0 0,15-4-1 0 0,13-5 12 0 0,-1-2-1 0 0,0-2 1 0 0,-1-1 0 0 0,44-27 0 0 0,-15 3-29 0 0,81-64 1 0 0,-138 96 10 0 0,86-70-28 0 0,-79 62 228 0 0,0 0 0 0 0,-1-1 0 0 0,18-25 1 0 0,-34 41-210 0 0,13-21 365 0 0,-12 21-365 0 0,-1 1 1 0 0,0 0-1 0 0,0-1 1 0 0,0 1-1 0 0,0-1 0 0 0,0 1 1 0 0,0 0-1 0 0,0-1 0 0 0,0 1 1 0 0,1-1-1 0 0,-1 1 1 0 0,-1-1-1 0 0,1 1 0 0 0,0 0 1 0 0,0-1-1 0 0,0 1 1 0 0,0-1-1 0 0,0 1 0 0 0,0 0 1 0 0,0-1-1 0 0,-1 1 0 0 0,1-1 1 0 0,0 1-1 0 0,0 0 1 0 0,0-1-1 0 0,-1 1 0 0 0,1 0 1 0 0,0-1-1 0 0,-1 1 0 0 0,1 0 1 0 0,0-1-1 0 0,-1 1 1 0 0,1 0-1 0 0,0 0 0 0 0,-1 0 1 0 0,1-1-1 0 0,0 1 1 0 0,-1 0-1 0 0,0 0-1 0 0,0 0 0 0 0,0 0 0 0 0,0 0-1 0 0,0 0 1 0 0,0 0 0 0 0,0 0 0 0 0,0 0 0 0 0,0 1 0 0 0,0-1 0 0 0,1 0 0 0 0,-1 1-1 0 0,0-1 1 0 0,0 1 0 0 0,0-1 0 0 0,1 1 0 0 0,-1-1 0 0 0,0 1 0 0 0,0 0 0 0 0,-1 0 9 0 0,-11 7 54 0 0,1 0 1 0 0,0 0-1 0 0,0 1 1 0 0,1 0-1 0 0,0 1 1 0 0,-11 13-1 0 0,16-16-46 0 0,1 0 0 0 0,-1 0 0 0 0,1 0-1 0 0,1 1 1 0 0,-1-1 0 0 0,1 1 0 0 0,1 0 0 0 0,-1 0-1 0 0,1 1 1 0 0,1-1 0 0 0,-3 12 0 0 0,5-17-10 0 0,-1 0 1 0 0,1 0-1 0 0,0 0 1 0 0,0 0 0 0 0,0 0-1 0 0,1 0 1 0 0,-1 0-1 0 0,1-1 1 0 0,0 1-1 0 0,-1 0 1 0 0,1 0 0 0 0,1 0-1 0 0,-1-1 1 0 0,0 1-1 0 0,1 0 1 0 0,-1-1 0 0 0,1 1-1 0 0,2 2 1 0 0,-1-2-20 0 0,1 0 1 0 0,0 0 0 0 0,-1 0-1 0 0,1 0 1 0 0,0-1 0 0 0,0 0-1 0 0,0 0 1 0 0,1 0-1 0 0,-1 0 1 0 0,8 2 0 0 0,2-1-751 0 0,-1-1-1 0 0,1 0 1 0 0,-1-1 0 0 0,1-1 0 0 0,-1 0 0 0 0,1-1-1 0 0,17-2 1 0 0,-5-3-3308 0 0,2-1-1921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4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96 129 1320 0 0,'11'-18'3344'0'0,"-3"6"-833"0"0,-1 1-1 0 0,10-23 1142 0 0,-18 37-3518 0 0,0 1 0 0 0,0-1-1 0 0,-1 0 1 0 0,1 1 0 0 0,-1-1 0 0 0,1 0-1 0 0,-4 4 1 0 0,-3 7 108 0 0,-67 160 656 0 0,66-147-851 0 0,0 0 0 0 0,2 1 0 0 0,1 0 0 0 0,-4 47 0 0 0,10-72-45 0 0,0 1-1 0 0,0-1 1 0 0,0 1 0 0 0,0-1-1 0 0,0 0 1 0 0,1 1-1 0 0,-1-1 1 0 0,1 0 0 0 0,0 1-1 0 0,0-1 1 0 0,1 0-1 0 0,-1 0 1 0 0,0 0 0 0 0,1 0-1 0 0,0 0 1 0 0,0 0-1 0 0,0 0 1 0 0,0-1 0 0 0,0 1-1 0 0,5 4 1 0 0,-4-5-3 0 0,1 0 0 0 0,0 0-1 0 0,0 0 1 0 0,0-1 0 0 0,0 1 0 0 0,0-1 0 0 0,0 0 0 0 0,0 0 0 0 0,0 0 0 0 0,0 0 0 0 0,1-1 0 0 0,-1 0-1 0 0,0 0 1 0 0,0 0 0 0 0,9-1 0 0 0,0-2 1 0 0,0 1 0 0 0,0-2 0 0 0,0 0 0 0 0,-1 0 0 0 0,1-1 0 0 0,-1 0 0 0 0,0-2 0 0 0,-1 1 0 0 0,1-1 0 0 0,-1-1 0 0 0,-1 0 0 0 0,1 0 0 0 0,-1-1 0 0 0,-1 0 0 0 0,12-15 0 0 0,1-5-25 0 0,-1-1-1 0 0,-1-1 0 0 0,-2 0 1 0 0,19-45-1 0 0,-30 64-17 0 0,-7 12 42 0 0,0 0 0 0 0,0 0 0 0 0,0 1 0 0 0,0-1 0 0 0,0 0 0 0 0,0 0 0 0 0,0 0 0 0 0,1 0 0 0 0,-1 0 0 0 0,0 1 0 0 0,0-1 0 0 0,0 0-1 0 0,0 0 1 0 0,0 0 0 0 0,0 0 0 0 0,0 0 0 0 0,0 0 0 0 0,0 0 0 0 0,1 1 0 0 0,-1-1 0 0 0,0 0 0 0 0,0 0 0 0 0,0 0 0 0 0,0 0-1 0 0,0 0 1 0 0,0 0 0 0 0,1 0 0 0 0,-1 0 0 0 0,0 0 0 0 0,0 0 0 0 0,0 0 0 0 0,0 0 0 0 0,0 0 0 0 0,1 0 0 0 0,-1 0 0 0 0,0 0 0 0 0,0 0-1 0 0,0 0 1 0 0,0 0 0 0 0,0 0 0 0 0,1 0 0 0 0,-1 0 0 0 0,0 0 0 0 0,0 0 0 0 0,0 0 0 0 0,0 0 0 0 0,0 0 0 0 0,1 0 0 0 0,-1 0-1 0 0,0 0 1 0 0,0-1 0 0 0,0 1 0 0 0,0 0 0 0 0,0 0 0 0 0,-13 94 49 0 0,12-86-46 0 0,1-1-1 0 0,0 1 1 0 0,0-1 0 0 0,1 0-1 0 0,0 1 1 0 0,0-1 0 0 0,0 0-1 0 0,1 0 1 0 0,4 10-1 0 0,-4-13 0 0 0,0-1 0 0 0,0 0 0 0 0,0 0 0 0 0,0 0 0 0 0,1 0 0 0 0,-1 0 0 0 0,1-1-1 0 0,0 1 1 0 0,0-1 0 0 0,0 0 0 0 0,0 0 0 0 0,0 0 0 0 0,0 0 0 0 0,0 0 0 0 0,1-1-1 0 0,-1 1 1 0 0,1-1 0 0 0,-1 0 0 0 0,1 0 0 0 0,6 1 0 0 0,2 0-19 0 0,1-1 0 0 0,-1 0 1 0 0,0 0-1 0 0,1-1 0 0 0,-1-1 1 0 0,0 0-1 0 0,1-1 0 0 0,-1 0 1 0 0,0-1-1 0 0,0 0 1 0 0,0-1-1 0 0,-1 0 0 0 0,1-1 1 0 0,-1 0-1 0 0,14-9 0 0 0,-17 9-2 0 0,-1-1 1 0 0,0 0-1 0 0,0 0 0 0 0,-1 0 0 0 0,1-1 0 0 0,-1 0 0 0 0,-1 0 1 0 0,1-1-1 0 0,-1 1 0 0 0,0-1 0 0 0,-1 0 0 0 0,0-1 0 0 0,0 1 1 0 0,-1-1-1 0 0,0 1 0 0 0,-1-1 0 0 0,0 0 0 0 0,0 0 1 0 0,-1 0-1 0 0,0-1 0 0 0,0-11 0 0 0,-1 9 11 0 0,0 0 0 0 0,-1 0 1 0 0,0 1-1 0 0,-1-1 0 0 0,-1 0 0 0 0,0 0 1 0 0,0 1-1 0 0,-1 0 0 0 0,0-1 0 0 0,-1 1 0 0 0,-7-11 1 0 0,11 21 7 0 0,1 1 0 0 0,0-1 0 0 0,-1 1 0 0 0,1 0 0 0 0,0-1 0 0 0,-1 1 0 0 0,1-1-1 0 0,-1 1 1 0 0,1 0 0 0 0,0-1 0 0 0,-1 1 0 0 0,1 0 0 0 0,-1 0 0 0 0,1-1 0 0 0,-1 1 0 0 0,0 0 0 0 0,1 0 0 0 0,-1 0 0 0 0,1 0 0 0 0,-1 0 0 0 0,1 0 0 0 0,-1 0 0 0 0,1 0 0 0 0,-1 0 0 0 0,1 0 0 0 0,-1 0 0 0 0,0 0 0 0 0,1 0 0 0 0,-1 0 0 0 0,1 0 0 0 0,-1 0 0 0 0,1 1 0 0 0,-1-1 0 0 0,1 0 0 0 0,-1 0 0 0 0,1 1 0 0 0,-1-1 0 0 0,1 0 0 0 0,-1 1 0 0 0,1-1 0 0 0,0 0 0 0 0,-1 1 0 0 0,1-1-1 0 0,0 1 1 0 0,-1-1 0 0 0,1 1 0 0 0,0-1 0 0 0,-1 1 0 0 0,0 1 0 0 0,-1 0 0 0 0,1 0 1 0 0,0 0-1 0 0,0 0 0 0 0,0 0 0 0 0,0 0 0 0 0,0 0 0 0 0,0 0 0 0 0,1 0 0 0 0,-1 3 0 0 0,1-2 6 0 0,0 0 1 0 0,0 0-1 0 0,0 0 1 0 0,1 0-1 0 0,-1 0 1 0 0,1 0-1 0 0,0-1 1 0 0,0 1-1 0 0,0 0 1 0 0,0 0-1 0 0,0-1 1 0 0,1 1-1 0 0,-1-1 1 0 0,1 1-1 0 0,-1-1 0 0 0,1 0 1 0 0,0 1-1 0 0,0-1 1 0 0,4 3-1 0 0,-2-2-52 0 0,0-1-1 0 0,1 1 0 0 0,0-1 1 0 0,-1 1-1 0 0,1-1 1 0 0,0-1-1 0 0,0 1 0 0 0,1-1 1 0 0,-1 0-1 0 0,6 1 1 0 0,4-1-278 0 0,0 0 1 0 0,0-1 0 0 0,0-1 0 0 0,0 0 0 0 0,0-1 0 0 0,29-8 0 0 0,-30 5 91 0 0,1 0 0 0 0,-1-1 0 0 0,0-1 0 0 0,0-1 0 0 0,-1 1 0 0 0,17-14 0 0 0,-25 17 326 0 0,0 0 1 0 0,-1 0 0 0 0,1 0 0 0 0,-1 0-1 0 0,0-1 1 0 0,0 0 0 0 0,0 0 0 0 0,-1 0-1 0 0,1 0 1 0 0,-1 0 0 0 0,0-1-1 0 0,-1 0 1 0 0,0 1 0 0 0,0-1 0 0 0,0 0-1 0 0,0 0 1 0 0,-1 0 0 0 0,1-10-1 0 0,-14 21 467 0 0,8-1-452 0 0,0 0 0 0 0,1 0-1 0 0,0 1 1 0 0,0-1 0 0 0,0 1 0 0 0,1 0 0 0 0,0-1 0 0 0,-1 1 0 0 0,-1 8-1 0 0,-1-1 61 0 0,-39 107 633 0 0,40-108-768 0 0,2 1 0 0 0,-1-1 0 0 0,1 1 0 0 0,1 0 0 0 0,0 0 0 0 0,1 0 0 0 0,0 0-1 0 0,3 19 1 0 0,-2-28-41 0 0,-1 0-1 0 0,1 0 1 0 0,0 0-1 0 0,0 0 0 0 0,1 0 1 0 0,-1 0-1 0 0,1 0 1 0 0,-1 0-1 0 0,1 0 1 0 0,0-1-1 0 0,0 1 0 0 0,0-1 1 0 0,0 1-1 0 0,1-1 1 0 0,-1 0-1 0 0,1 0 0 0 0,-1 0 1 0 0,1 0-1 0 0,0 0 1 0 0,0-1-1 0 0,0 1 1 0 0,0-1-1 0 0,5 2 0 0 0,-5-2-256 0 0,1 0 0 0 0,0 0 0 0 0,0-1 0 0 0,0 0 0 0 0,0 1 0 0 0,0-1 0 0 0,0 0 0 0 0,6-1 1 0 0,-6 0-526 0 0,1 0 1 0 0,-1-1-1 0 0,1 1 1 0 0,-1-1-1 0 0,0 1 1 0 0,1-1-1 0 0,5-4 1 0 0,5-6-3036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76 1836 0 0,'-9'-11'1774'0'0,"0"0"-315"0"0,0 1 1 0 0,0 0-1 0 0,-1 1 1 0 0,-20-15-1 0 0,29 23-1248 0 0,0 2-212 0 0,1 0 1 0 0,-1-1-1 0 0,1 1 1 0 0,-1 0 0 0 0,0-1-1 0 0,1 1 1 0 0,-1 0-1 0 0,1 0 1 0 0,0-1 0 0 0,-1 1-1 0 0,1 0 1 0 0,0 0-1 0 0,-1 0 1 0 0,1 0-1 0 0,0-1 1 0 0,0 1 0 0 0,0 0-1 0 0,0 0 1 0 0,0 0-1 0 0,0 0 1 0 0,0 0 0 0 0,0 0-1 0 0,0-1 1 0 0,0 3-1 0 0,13 17-3327 0 0,-10-15 1752 0 0,5 5-2223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5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28 2152 0 0,'11'-28'12331'0'0,"-11"28"-12268"0"0,5 14 1389 0 0,1 23-641 0 0,-5 37 29 0 0,-9 89 1 0 0,-22 74-1973 0 0,13-106-4690 0 0,14-112 2072 0 0,0-3-1632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5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53 403 1744 0 0,'-49'-51'7685'0'0,"49"50"-7640"0"0,-1 0 0 0 0,1 0 0 0 0,0 1 0 0 0,-1-1 0 0 0,1 0 0 0 0,0 0 0 0 0,-1 0 0 0 0,1 1 0 0 0,0-1 0 0 0,0 0 0 0 0,0 0 0 0 0,0 0 0 0 0,0 0 0 0 0,0 1 1 0 0,0-1-1 0 0,0 0 0 0 0,0 0 0 0 0,0 0 0 0 0,0 1 0 0 0,1-1 0 0 0,-1 0 0 0 0,0 0 0 0 0,0 0 0 0 0,1 1 0 0 0,-1-1 0 0 0,1 0 0 0 0,-1 0 0 0 0,1 1 0 0 0,-1-1 0 0 0,1 0 0 0 0,-1 1 0 0 0,1-1 0 0 0,0 1 0 0 0,-1-1 0 0 0,1 1 0 0 0,0-1 1 0 0,-1 1-1 0 0,1-1 0 0 0,0 1 0 0 0,0 0 0 0 0,1-1 0 0 0,36-16 123 0 0,-33 16-71 0 0,76-24 170 0 0,130-22-1 0 0,-128 31-214 0 0,133-42-1 0 0,-204 53-42 0 0,-1 0 0 0 0,1 0 0 0 0,-1-1-1 0 0,0 0 1 0 0,-1-1 0 0 0,13-10-1 0 0,-18 12 3 0 0,0 1 0 0 0,-1-1-1 0 0,1 0 1 0 0,-1 0 0 0 0,0 0 0 0 0,0-1-1 0 0,-1 1 1 0 0,1-1 0 0 0,-1 0-1 0 0,0 0 1 0 0,-1 0 0 0 0,0-1-1 0 0,2-7 1 0 0,-4 10 0 0 0,-5-12-10 0 0,5 16-2 0 0,0 0-1 0 0,-1 0 1 0 0,1 0 0 0 0,0-1-1 0 0,0 1 1 0 0,0 0 0 0 0,-1 0-1 0 0,1 0 1 0 0,0 0 0 0 0,0 0 0 0 0,0 0-1 0 0,-1 0 1 0 0,1 0 0 0 0,0 0-1 0 0,0 0 1 0 0,-1 0 0 0 0,1 0-1 0 0,0 0 1 0 0,0 0 0 0 0,-1 0-1 0 0,1 0 1 0 0,0 0 0 0 0,0 0-1 0 0,-1 0 1 0 0,1 0 0 0 0,0 1-1 0 0,0-1 1 0 0,0 0 0 0 0,-1 0-1 0 0,1 0 1 0 0,0 0 0 0 0,0 1-1 0 0,-11 13-54 0 0,11-14 57 0 0,-12 27-7 0 0,1 0 0 0 0,2 1 0 0 0,0 0 0 0 0,-7 49 0 0 0,4-20 48 0 0,-1 15 55 0 0,4 1-1 0 0,-1 90 0 0 0,4-52 101 0 0,9-87-59 0 0,-3-24-137 0 0,0 1 1 0 0,0-1 0 0 0,0 0 0 0 0,0 0-1 0 0,0 0 1 0 0,0 0 0 0 0,1 1 0 0 0,-1-1 0 0 0,0 0-1 0 0,0 0 1 0 0,0 0 0 0 0,0 0 0 0 0,0 0-1 0 0,0 0 1 0 0,1 1 0 0 0,-1-1 0 0 0,0 0 0 0 0,0 0-1 0 0,0 0 1 0 0,0 0 0 0 0,0 0 0 0 0,1 0-1 0 0,-1 0 1 0 0,0 0 0 0 0,0 0 0 0 0,0 0 0 0 0,1 0-1 0 0,-1 0 1 0 0,0 0 0 0 0,0 0 0 0 0,0 0-1 0 0,0 0 1 0 0,1 0 0 0 0,-1 0 0 0 0,0 0-1 0 0,0 0 1 0 0,10-10 18 0 0,4-18-43 0 0,14-37 1 0 0,8-17-4 0 0,-25 61 25 0 0,1 1 0 0 0,20-26 1 0 0,-28 40-1 0 0,1 1 0 0 0,0-1 1 0 0,0 1-1 0 0,1 0 0 0 0,-1 1 1 0 0,1 0-1 0 0,0-1 0 0 0,0 2 1 0 0,0-1-1 0 0,1 1 0 0 0,-1 0 1 0 0,8-3-1 0 0,-12 6 2 0 0,0-1 0 0 0,1 1 0 0 0,-1-1-1 0 0,0 1 1 0 0,1 0 0 0 0,-1 0 0 0 0,0 0-1 0 0,1 0 1 0 0,-1 0 0 0 0,0 1 0 0 0,0-1 0 0 0,1 0-1 0 0,-1 1 1 0 0,0 0 0 0 0,0 0 0 0 0,0 0 0 0 0,0 0-1 0 0,2 1 1 0 0,0 0 18 0 0,-1 1 0 0 0,0-1 0 0 0,-1 1 0 0 0,1 0 0 0 0,0 0 0 0 0,-1 0 0 0 0,0 0 0 0 0,1 0 0 0 0,2 7 0 0 0,0-1 34 0 0,-2 1 1 0 0,1 0-1 0 0,-1 0 0 0 0,0 0 1 0 0,-1 0-1 0 0,0 0 0 0 0,0 12 1 0 0,-3 29 110 0 0,0-39-136 0 0,1 0 1 0 0,0 1-1 0 0,0-1 0 0 0,1 0 1 0 0,1 0-1 0 0,0 1 1 0 0,6 18-1 0 0,-7-29-51 0 0,0 0 1 0 0,1 1 0 0 0,-1-1-1 0 0,1 0 1 0 0,0 0-1 0 0,-1 0 1 0 0,1-1-1 0 0,0 1 1 0 0,0 0-1 0 0,0-1 1 0 0,0 1 0 0 0,1-1-1 0 0,-1 0 1 0 0,0 0-1 0 0,0 1 1 0 0,1-1-1 0 0,-1-1 1 0 0,1 1-1 0 0,-1 0 1 0 0,1-1-1 0 0,4 1 1 0 0,2 0-945 0 0,-1 0 1 0 0,1-1-1 0 0,0 0 0 0 0,0-1 1 0 0,10-2-1 0 0,14-4-4343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6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34 771 304 0 0,'-29'20'10957'0'0,"29"-20"-10916"0"0,0 0 0 0 0,-1 0 0 0 0,1 0 0 0 0,0 1 0 0 0,0-1 0 0 0,-1 0 0 0 0,1 0 1 0 0,0 1-1 0 0,-1-1 0 0 0,1 0 0 0 0,0 1 0 0 0,0-1 0 0 0,0 0 0 0 0,-1 1 0 0 0,1-1 0 0 0,0 0 0 0 0,0 1 0 0 0,0-1 0 0 0,0 0 0 0 0,0 1 0 0 0,0-1 0 0 0,0 1 0 0 0,0-1 1 0 0,0 0-1 0 0,0 1 0 0 0,0-1 0 0 0,0 1 0 0 0,0-1 0 0 0,0 0 0 0 0,0 1 0 0 0,0-1 0 0 0,0 0 0 0 0,0 1 0 0 0,0-1 0 0 0,0 0 0 0 0,1 1 0 0 0,-1-1 0 0 0,0 0 0 0 0,0 1 1 0 0,0-1-1 0 0,1 0 0 0 0,-1 1 0 0 0,0-1 0 0 0,1 0 0 0 0,-1 0 0 0 0,0 1 0 0 0,0-1 0 0 0,1 0 0 0 0,-1 0 0 0 0,0 0 0 0 0,1 1 0 0 0,-1-1 0 0 0,1 0 0 0 0,-1 0 1 0 0,0 0-1 0 0,1 0 0 0 0,0 0 0 0 0,23 5 430 0 0,-5-5-383 0 0,-1-1 1 0 0,0-1-1 0 0,0 0 0 0 0,1-1 0 0 0,-2-1 1 0 0,20-7-1 0 0,-12 2-44 0 0,-1 0 0 0 0,0-2 0 0 0,36-22 0 0 0,-41 21-32 0 0,-1-1-1 0 0,-1-1 1 0 0,0-1-1 0 0,-1 0 1 0 0,-1-2-1 0 0,14-17 1 0 0,-9 7 1 0 0,-2 0 0 0 0,-1-1 0 0 0,19-45 0 0 0,-7 0 37 0 0,-4-1 0 0 0,26-125 0 0 0,-33 103-127 0 0,-19 86 9 0 0,-5 14 42 0 0,-6 16-14 0 0,-14 49-1 0 0,4 0-1 0 0,2 2 1 0 0,3 0 0 0 0,3 1-1 0 0,-4 80 1 0 0,17-131 44 0 0,0 1-1 0 0,1 0 1 0 0,4 27 0 0 0,-3-43 2 0 0,-1 0 0 0 0,2 0 0 0 0,-1 0 0 0 0,1 0 0 0 0,0 0 0 0 0,0 0 0 0 0,0 0 0 0 0,1-1 0 0 0,0 1 0 0 0,0-1 0 0 0,0 0-1 0 0,1 0 1 0 0,0 0 0 0 0,0 0 0 0 0,0-1 0 0 0,5 5 0 0 0,-5-7-5 0 0,0 0 0 0 0,0 0 0 0 0,0 0 0 0 0,0 0 0 0 0,0-1-1 0 0,1 0 1 0 0,-1 0 0 0 0,0 0 0 0 0,1 0 0 0 0,-1-1 0 0 0,0 0-1 0 0,1 0 1 0 0,-1 0 0 0 0,1 0 0 0 0,-1-1 0 0 0,0 1 0 0 0,1-1-1 0 0,-1 0 1 0 0,0-1 0 0 0,0 1 0 0 0,0-1 0 0 0,0 0 0 0 0,6-3 0 0 0,1-1-6 0 0,0-1 1 0 0,-1 0-1 0 0,1 0 1 0 0,-2-1 0 0 0,1 0-1 0 0,-1-1 1 0 0,9-11 0 0 0,3-8-102 0 0,-1-1 1 0 0,-1-1 0 0 0,-1-1 0 0 0,23-58-1 0 0,36-137-220 0 0,-64 182 336 0 0,26-87-59 0 0,-32 116-30 0 0,-7 31 24 0 0,-6 30-1 0 0,-16 64-22 0 0,-13 90-25 0 0,30-157 117 0 0,2 0 0 0 0,3 72 1 0 0,0-114-10 0 0,0 1 1 0 0,0-1-1 0 0,0 0 1 0 0,0 0 0 0 0,0 0-1 0 0,0 0 1 0 0,1 1 0 0 0,-1-1-1 0 0,1 0 1 0 0,-1 0 0 0 0,0 0-1 0 0,1 0 1 0 0,0 0 0 0 0,-1 0-1 0 0,1 0 1 0 0,0 0-1 0 0,-1 0 1 0 0,1 0 0 0 0,2 1-1 0 0,-3-2-2 0 0,1 1 1 0 0,0-1-1 0 0,0 0 0 0 0,0 0 0 0 0,0 1 0 0 0,0-1 0 0 0,-1 0 1 0 0,1 0-1 0 0,0 0 0 0 0,0 0 0 0 0,0 0 0 0 0,0 0 0 0 0,0 0 0 0 0,0 0 1 0 0,0-1-1 0 0,-1 1 0 0 0,1 0 0 0 0,0-1 0 0 0,1 1 0 0 0,2-2 1 0 0,0-1 0 0 0,0 1 0 0 0,0-1 0 0 0,0 1-1 0 0,-1-1 1 0 0,5-5 0 0 0,59-74 54 0 0,2-1-29 0 0,-59 72-30 0 0,1 0 1 0 0,0 1-1 0 0,1 1 0 0 0,0 0 0 0 0,15-8 1 0 0,-23 14 1 0 0,-1 1 1 0 0,1 0-1 0 0,0 1 1 0 0,0-1-1 0 0,0 1 1 0 0,0-1-1 0 0,0 1 1 0 0,1 1-1 0 0,-1-1 1 0 0,0 0-1 0 0,0 1 1 0 0,1 0-1 0 0,7 1 1 0 0,-9-1 14 0 0,-1 1 1 0 0,1 0 0 0 0,-1 0-1 0 0,1 0 1 0 0,-1 0-1 0 0,1 1 1 0 0,-1-1 0 0 0,0 1-1 0 0,0-1 1 0 0,0 1-1 0 0,0 0 1 0 0,0 0 0 0 0,0 0-1 0 0,0 0 1 0 0,-1 0 0 0 0,1 0-1 0 0,-1 1 1 0 0,1-1-1 0 0,-1 0 1 0 0,0 1 0 0 0,2 4-1 0 0,2 9 124 0 0,0 1 0 0 0,4 32 0 0 0,-7-35-95 0 0,0 0 0 0 0,2 1 0 0 0,-1-1 1 0 0,11 23-1 0 0,-12-33-34 0 0,0 0 1 0 0,1 0 0 0 0,-1 0 0 0 0,1 0-1 0 0,0-1 1 0 0,0 1 0 0 0,0-1 0 0 0,1 0-1 0 0,-1 0 1 0 0,1 0 0 0 0,0 0 0 0 0,0 0-1 0 0,0-1 1 0 0,0 0 0 0 0,0 0-1 0 0,0 0 1 0 0,1 0 0 0 0,-1-1 0 0 0,5 2-1 0 0,0-1 0 0 0,-1-1 1 0 0,1 0-1 0 0,-1 0 0 0 0,1 0 0 0 0,0-1 0 0 0,-1-1 0 0 0,1 1 0 0 0,-1-1 0 0 0,1-1 0 0 0,-1 1 0 0 0,1-2 0 0 0,-1 1 0 0 0,0-1 0 0 0,0 0 0 0 0,0-1 1 0 0,0 0-1 0 0,-1 0 0 0 0,1-1 0 0 0,-1 1 0 0 0,0-2 0 0 0,-1 1 0 0 0,12-12 0 0 0,-7 5-6 0 0,-1 0 0 0 0,-1-1 0 0 0,0 0-1 0 0,-1 0 1 0 0,0-1 0 0 0,-1 0 0 0 0,0 0 0 0 0,-2-1 0 0 0,1 0 0 0 0,-2 0 0 0 0,5-27-1 0 0,-8 38-3 0 0,0 0-1 0 0,0 0 0 0 0,0 1 1 0 0,-1-1-1 0 0,0 0 0 0 0,0 0 1 0 0,0 0-1 0 0,0 0 0 0 0,-1 0 1 0 0,1 1-1 0 0,-1-1 0 0 0,0 0 1 0 0,0 0-1 0 0,0 1 0 0 0,-1-1 1 0 0,1 0-1 0 0,-1 1 0 0 0,-2-4 1 0 0,3 6-1 0 0,1 1 1 0 0,-1-1-1 0 0,1 1 1 0 0,-1-1-1 0 0,0 1 1 0 0,1 0-1 0 0,-1-1 1 0 0,0 1-1 0 0,1 0 1 0 0,-1 0-1 0 0,0-1 1 0 0,1 1-1 0 0,-1 0 1 0 0,0 0-1 0 0,0 0 1 0 0,1 0-1 0 0,-1 0 1 0 0,0 0-1 0 0,0 0 1 0 0,1 0-1 0 0,-1 0 1 0 0,0 0-1 0 0,1 0 1 0 0,-1 0-1 0 0,0 1 1 0 0,1-1-1 0 0,-1 0 1 0 0,-1 1-1 0 0,-15 11 1 0 0,12-5-3 0 0,0 0-1 0 0,0 0 1 0 0,0 0 0 0 0,1 1-1 0 0,1 0 1 0 0,-1-1 0 0 0,1 2 0 0 0,1-1-1 0 0,-1 0 1 0 0,1 0 0 0 0,1 1-1 0 0,-2 15 1 0 0,2-13 4 0 0,1 0 0 0 0,0 0 0 0 0,1 0 1 0 0,0-1-1 0 0,1 1 0 0 0,0 0 0 0 0,1-1 0 0 0,0 1 1 0 0,7 16-1 0 0,-5-17 35 0 0,1 0 0 0 0,1-1 1 0 0,-1 0-1 0 0,1 0 1 0 0,1 0-1 0 0,0-1 0 0 0,0 0 1 0 0,1-1-1 0 0,-1 1 0 0 0,2-2 1 0 0,-1 1-1 0 0,19 8 0 0 0,-19-10-263 0 0,2-1-1 0 0,-1 0 0 0 0,0-1 1 0 0,1 0-1 0 0,19 3 0 0 0,-22-6-488 0 0,0 1-1 0 0,0-1 0 0 0,0 0 0 0 0,1-1 0 0 0,-1 0 0 0 0,0 0 0 0 0,0 0 0 0 0,9-4 0 0 0,3-3-4730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7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40 444 0 0,'-223'16'7796'0'0,"168"-5"-5648"0"0,100-6-1375 0 0,369-41-582 0 0,-125 9-5134 0 0,-174 18 938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7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18 1280 0 0,'-10'-10'4563'0'0,"9"9"-4388"0"0,0 0 0 0 0,0 1-1 0 0,1-1 1 0 0,-1 1 0 0 0,0-1 0 0 0,0 0-1 0 0,0 1 1 0 0,0 0 0 0 0,0-1 0 0 0,0 1-1 0 0,0-1 1 0 0,0 1 0 0 0,0 0 0 0 0,0 0-1 0 0,0 0 1 0 0,0 0 0 0 0,0-1 0 0 0,0 1-1 0 0,0 0 1 0 0,0 1 0 0 0,0-1-1 0 0,-1 0 1 0 0,-1 1 32 0 0,1 0 0 0 0,-1 0 0 0 0,1 0-1 0 0,-1 0 1 0 0,1 1 0 0 0,0-1 0 0 0,0 1 0 0 0,-4 2 0 0 0,-4 6 149 0 0,-1 1 0 0 0,-13 19 0 0 0,15-18 177 0 0,-18 21 227 0 0,-39 66 0 0 0,56-82-692 0 0,2-1 0 0 0,0 1 0 0 0,1 0-1 0 0,1 1 1 0 0,0 0 0 0 0,-5 30 0 0 0,10-43-56 0 0,1 0 0 0 0,0 0 1 0 0,-1 0-1 0 0,1 0 0 0 0,1 0 0 0 0,-1 0 0 0 0,1 0 0 0 0,0 0 0 0 0,0 0 1 0 0,1 0-1 0 0,-1-1 0 0 0,1 1 0 0 0,0 0 0 0 0,0-1 0 0 0,0 1 0 0 0,4 4 1 0 0,-2-5-66 0 0,-1 0 1 0 0,1 0 0 0 0,0 0 0 0 0,1-1-1 0 0,-1 0 1 0 0,1 1 0 0 0,-1-1 0 0 0,1-1-1 0 0,0 1 1 0 0,0-1 0 0 0,0 0-1 0 0,0 0 1 0 0,0 0 0 0 0,9 1 0 0 0,4 0-917 0 0,0 0 1 0 0,0-1-1 0 0,0-2 1 0 0,0 1-1 0 0,0-2 1 0 0,0-1-1 0 0,0 0 1 0 0,20-5 0 0 0,0-3-2655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7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110 144 908 0 0,'12'-45'8422'0'0,"-11"43"-7717"0"0,1-8 1928 0 0,-1 16-2550 0 0,1 0 0 0 0,1 0 0 0 0,-1 0 1 0 0,1 0-1 0 0,0-1 0 0 0,0 1 0 0 0,1-1 1 0 0,-1 0-1 0 0,1 0 0 0 0,0 0 0 0 0,1 0 1 0 0,-1-1-1 0 0,1 1 0 0 0,0-1 0 0 0,0-1 0 0 0,9 6 1 0 0,-7-5-48 0 0,0 0 1 0 0,1 0 0 0 0,-1-1-1 0 0,1 0 1 0 0,0 0 0 0 0,0-1-1 0 0,0 0 1 0 0,0 0 0 0 0,13 0-1 0 0,-20-2-33 0 0,0 0 1 0 0,0 0-1 0 0,0 0 0 0 0,0 0 0 0 0,0 0 0 0 0,0 0 0 0 0,0-1 0 0 0,0 1 0 0 0,0 0 0 0 0,0-1 0 0 0,0 1 1 0 0,0 0-1 0 0,-1-1 0 0 0,1 1 0 0 0,0-1 0 0 0,0 0 0 0 0,0 1 0 0 0,-1-1 0 0 0,1 0 0 0 0,0 1 0 0 0,-1-1 1 0 0,1 0-1 0 0,0 0 0 0 0,0-1 0 0 0,0 0 3 0 0,0 0 0 0 0,0-1 0 0 0,-1 1 1 0 0,1-1-1 0 0,-1 1 0 0 0,1-1 0 0 0,-1 1 1 0 0,0-1-1 0 0,0-3 0 0 0,-1-4 9 0 0,0 1-1 0 0,-1 0 1 0 0,1 0 0 0 0,-5-10 0 0 0,3 10-10 0 0,-1-1 1 0 0,0 1-1 0 0,0 0 1 0 0,-1 0-1 0 0,-9-13 1 0 0,11 19-7 0 0,0-1 1 0 0,0 0 0 0 0,-1 1-1 0 0,1-1 1 0 0,-1 1 0 0 0,0 0-1 0 0,0 0 1 0 0,0 1 0 0 0,0-1-1 0 0,-1 1 1 0 0,1 0 0 0 0,-9-3-1 0 0,9 4 2 0 0,0 1 0 0 0,0-1-1 0 0,0 1 1 0 0,0 0-1 0 0,0 0 1 0 0,1 1 0 0 0,-1-1-1 0 0,0 1 1 0 0,0 0-1 0 0,0 0 1 0 0,1 0 0 0 0,-1 0-1 0 0,0 1 1 0 0,1 0-1 0 0,-4 1 1 0 0,-3 3-1 0 0,0 1 0 0 0,0-1 1 0 0,-13 14-1 0 0,14-12-1 0 0,0 1 1 0 0,1 0-1 0 0,0 1 1 0 0,1 0-1 0 0,0 0 1 0 0,1 0-1 0 0,0 1 0 0 0,0 0 1 0 0,1 1-1 0 0,1-1 1 0 0,0 1-1 0 0,0 0 0 0 0,-2 17 1 0 0,5-23-27 0 0,0 0 0 0 0,1 0 0 0 0,0 1-1 0 0,0-1 1 0 0,0 0 0 0 0,1 0 0 0 0,0 1 0 0 0,0-1 0 0 0,0 0 0 0 0,1 0 0 0 0,0 0 0 0 0,0 0 0 0 0,0 0 0 0 0,1-1-1 0 0,0 1 1 0 0,0-1 0 0 0,1 1 0 0 0,-1-1 0 0 0,1 0 0 0 0,0-1 0 0 0,1 1 0 0 0,-1 0 0 0 0,1-1 0 0 0,0 0 0 0 0,0-1-1 0 0,0 1 1 0 0,11 5 0 0 0,-7-4-522 0 0,0-1 0 0 0,1 0 0 0 0,-1-1 1 0 0,1 1-1 0 0,0-2 0 0 0,0 0 0 0 0,0 0 0 0 0,1-1 0 0 0,-1 0 0 0 0,0 0 0 0 0,1-1 0 0 0,-1-1 0 0 0,0 0 0 0 0,0 0 0 0 0,14-4 0 0 0,2-2-2199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8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92 0 0,'18'-28'3038'0'0,"-5"9"-574"0"0,0 0 1 0 0,18-18-1 0 0,-30 36-2432 0 0,-1 1-1 0 0,1-1 1 0 0,-1 1 0 0 0,1-1-1 0 0,-1 1 1 0 0,1-1 0 0 0,0 1-1 0 0,-1-1 1 0 0,1 1 0 0 0,0 0-1 0 0,-1-1 1 0 0,1 1 0 0 0,0 0-1 0 0,0 0 1 0 0,-1 0 0 0 0,1-1-1 0 0,0 1 1 0 0,0 0 0 0 0,-1 0-1 0 0,1 0 1 0 0,0 0 0 0 0,0 0-1 0 0,-1 0 1 0 0,1 1 0 0 0,0-1-1 0 0,0 0 1 0 0,-1 0 0 0 0,1 0-1 0 0,0 1 1 0 0,-1-1 0 0 0,1 0-1 0 0,0 1 1 0 0,-1-1 0 0 0,1 1-1 0 0,0-1 1 0 0,-1 1 0 0 0,1-1-1 0 0,-1 1 1 0 0,1-1 0 0 0,-1 1-1 0 0,1-1 1 0 0,-1 1 0 0 0,1 0-1 0 0,-1-1 1 0 0,0 1 0 0 0,1 0-1 0 0,-1-1 1 0 0,0 1 0 0 0,0 0-1 0 0,1 1 1 0 0,2 5 30 0 0,0 1 1 0 0,0 0-1 0 0,2 11 1 0 0,-3-14 27 0 0,1 11-29 0 0,-1-1 0 0 0,0 1 0 0 0,-1 23 0 0 0,2 17 210 0 0,-2-54-149 0 0,0-2-121 0 0,1-1 0 0 0,-1 1 1 0 0,1 0-1 0 0,-1-1 1 0 0,1 1-1 0 0,-1-1 1 0 0,1 0-1 0 0,-1 1 1 0 0,1-1-1 0 0,-1 0 1 0 0,0 0-1 0 0,0 0 0 0 0,1 0 1 0 0,-1 0-1 0 0,0 0 1 0 0,2-3-1 0 0,17-24 17 0 0,-12 15-20 0 0,9-10-1 0 0,65-83 94 0 0,-71 94-63 0 0,0 1 1 0 0,0 0-1 0 0,1 1 0 0 0,0 1 1 0 0,1 0-1 0 0,20-12 0 0 0,-29 19 31 0 0,0 0 0 0 0,0 0 0 0 0,1 1 0 0 0,-1-1-1 0 0,0 1 1 0 0,1 0 0 0 0,-1 0 0 0 0,1 0 0 0 0,-1 1 0 0 0,1-1 0 0 0,-1 1-1 0 0,1 0 1 0 0,0 1 0 0 0,-1-1 0 0 0,1 1 0 0 0,-1 0 0 0 0,0 0-1 0 0,1 0 1 0 0,-1 1 0 0 0,0-1 0 0 0,7 4 0 0 0,-7-2-11 0 0,0 0-1 0 0,-1 0 1 0 0,1 0 0 0 0,-1 0 0 0 0,0 1 0 0 0,0-1-1 0 0,0 1 1 0 0,0 0 0 0 0,0 0 0 0 0,-1 0 0 0 0,0 0-1 0 0,0 0 1 0 0,0 1 0 0 0,0-1 0 0 0,-1 1-1 0 0,0-1 1 0 0,0 1 0 0 0,0-1 0 0 0,0 1 0 0 0,0 7-1 0 0,-1 14 121 0 0,-5 33-1 0 0,0 18-464 0 0,6-69-551 0 0,-1 1 0 0 0,1-1 0 0 0,0 1 0 0 0,1-1 1 0 0,-1 0-1 0 0,6 13 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8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49 210 1872 0 0,'16'-74'4467'0'0,"12"-45"2033"0"0,-19 104-5640 0 0,-8 15-827 0 0,-1-1-1 0 0,0 1 1 0 0,1 0-1 0 0,-1 0 0 0 0,0 0 1 0 0,0 0-1 0 0,1 0 1 0 0,-1 0-1 0 0,0 0 0 0 0,1-1 1 0 0,-1 1-1 0 0,0 0 0 0 0,1 0 1 0 0,-1 0-1 0 0,0 0 1 0 0,1 0-1 0 0,-1 1 0 0 0,0-1 1 0 0,1 0-1 0 0,-1 0 1 0 0,0 0-1 0 0,1 0 0 0 0,-1 0 1 0 0,0 0-1 0 0,0 0 0 0 0,1 1 1 0 0,-1-1-1 0 0,0 0 1 0 0,1 0-1 0 0,0 2 20 0 0,0-1 0 0 0,0 1 0 0 0,0 0 0 0 0,0-1 0 0 0,0 1 0 0 0,0 0 1 0 0,0-1-1 0 0,0 1 0 0 0,-1 0 0 0 0,1 0 0 0 0,-1 0 0 0 0,1 0 0 0 0,-1 0 0 0 0,1 2 0 0 0,1 40 254 0 0,-1-1 0 0 0,-9 74 0 0 0,-23 85-111 0 0,30-201-193 0 0,-43 219-552 0 0,9-76-7406 0 0,27-115 2299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1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55 252 2360 0 0,'-8'-15'1251'0'0,"-25"-58"3215"0"0,30 66-4106 0 0,1 0 0 0 0,0 0 1 0 0,0 0-1 0 0,0-1 0 0 0,1 1 0 0 0,0-1 1 0 0,1 1-1 0 0,0-10 0 0 0,1 14-300 0 0,-1-1 0 0 0,1 1 0 0 0,1 0 0 0 0,-1-1-1 0 0,0 1 1 0 0,1 0 0 0 0,0 0 0 0 0,0 0 0 0 0,0 0 0 0 0,0 0 0 0 0,0 1 0 0 0,0-1-1 0 0,1 1 1 0 0,-1-1 0 0 0,1 1 0 0 0,0 0 0 0 0,0 0 0 0 0,0 0 0 0 0,0 0 0 0 0,0 1-1 0 0,0-1 1 0 0,0 1 0 0 0,4-2 0 0 0,6-1 7 0 0,1-1 0 0 0,0 2 0 0 0,0 0 0 0 0,20-2 0 0 0,14 1 15 0 0,0 2 1 0 0,-1 2 0 0 0,90 12-1 0 0,-102-7-87 0 0,-1 3-1 0 0,0 0 1 0 0,0 2-1 0 0,-1 2 1 0 0,-1 1-1 0 0,32 18 1 0 0,-55-27 39 0 0,0 1 0 0 0,-1 1 1 0 0,0 0-1 0 0,0 0 0 0 0,0 1 1 0 0,-1 0-1 0 0,0 0 0 0 0,0 0 1 0 0,-1 1-1 0 0,0 0 1 0 0,8 15-1 0 0,-11-16 53 0 0,0 0 1 0 0,0-1-1 0 0,-1 1 1 0 0,0 0-1 0 0,-1 0 1 0 0,0 0-1 0 0,0 1 1 0 0,0-1-1 0 0,-1 0 1 0 0,0 0-1 0 0,0 0 1 0 0,0 1-1 0 0,-1-1 1 0 0,-1 0-1 0 0,1 0 0 0 0,-1 0 1 0 0,-3 7-1 0 0,-2 3 53 0 0,0 0-1 0 0,-1-1 1 0 0,-1 0-1 0 0,-15 21 0 0 0,-49 52 183 0 0,8-11 30 0 0,58-70-104 0 0,8-15-187 0 0,11-18-67 0 0,5 0-17 0 0,1 0-1 0 0,1 1 1 0 0,1 2 0 0 0,2-1 0 0 0,0 2-1 0 0,1 1 1 0 0,1 1 0 0 0,1 1 0 0 0,0 1 0 0 0,1 2-1 0 0,1 0 1 0 0,42-16 0 0 0,-57 27 37 0 0,-1 0 0 0 0,1 1 0 0 0,1 1 1 0 0,-1 0-1 0 0,0 1 0 0 0,0 0 0 0 0,1 0 0 0 0,-1 1 0 0 0,0 1 0 0 0,16 3 1 0 0,-18-2-16 0 0,0 1 0 0 0,0 0-1 0 0,-1 1 1 0 0,1 0 0 0 0,-1 0 0 0 0,0 1 0 0 0,0 0 0 0 0,-1 1 0 0 0,1 0 0 0 0,-1 0 0 0 0,0 1 0 0 0,11 12 0 0 0,-15-14-11 0 0,6 6 17 0 0,1 0 0 0 0,-1-1 0 0 0,14 9 0 0 0,-20-16 7 0 0,-1 0 0 0 0,1-1 1 0 0,0 0-1 0 0,0 0 0 0 0,0 0 1 0 0,0-1-1 0 0,0 1 0 0 0,1-1 0 0 0,-1 0 1 0 0,0 0-1 0 0,1 0 0 0 0,-1-1 1 0 0,1 1-1 0 0,-1-1 0 0 0,8-1 1 0 0,-7 0-4 0 0,1 0 1 0 0,0-1 0 0 0,-1 1-1 0 0,1-1 1 0 0,-1-1 0 0 0,0 1-1 0 0,0-1 1 0 0,0 0 0 0 0,0 0-1 0 0,0 0 1 0 0,-1-1 0 0 0,1 1 0 0 0,-1-1-1 0 0,0 0 1 0 0,5-7 0 0 0,0 0-11 0 0,-1-1 1 0 0,-1-1 0 0 0,0 1 0 0 0,0-1 0 0 0,6-20 0 0 0,-12 29-20 0 0,1 0 3 0 0,0 1 1 0 0,-1-1 0 0 0,0 0 0 0 0,1 0 0 0 0,-1 0 0 0 0,-1 0 0 0 0,1 0-1 0 0,-1 0 1 0 0,1 0 0 0 0,-1 0 0 0 0,-1 0 0 0 0,1-4 0 0 0,-1 7 21 0 0,1 1 0 0 0,-1-1 0 0 0,1 0 0 0 0,-1 1 1 0 0,1-1-1 0 0,-1 0 0 0 0,0 1 0 0 0,1-1 0 0 0,-1 1 1 0 0,0-1-1 0 0,0 1 0 0 0,1-1 0 0 0,-1 1 0 0 0,0-1 1 0 0,0 1-1 0 0,1 0 0 0 0,-1 0 0 0 0,0-1 0 0 0,0 1 1 0 0,0 0-1 0 0,0 0 0 0 0,0 0 0 0 0,1 0 0 0 0,-1 0 1 0 0,0 0-1 0 0,0 0 0 0 0,0 0 0 0 0,0 0 1 0 0,0 0-1 0 0,1 1 0 0 0,-1-1 0 0 0,-2 1 0 0 0,-26 8 364 0 0,17-4-262 0 0,0 1 0 0 0,1 0 1 0 0,0 1-1 0 0,0 0 0 0 0,0 1 1 0 0,1 0-1 0 0,0 1 0 0 0,1 0 0 0 0,0 0 1 0 0,-13 19-1 0 0,18-23-90 0 0,1 0 0 0 0,0 0-1 0 0,0 0 1 0 0,0 1 0 0 0,1-1 0 0 0,0 1 0 0 0,0 0-1 0 0,0-1 1 0 0,1 1 0 0 0,-1 0 0 0 0,1 0 0 0 0,1 0-1 0 0,-1 0 1 0 0,1 1 0 0 0,0-1 0 0 0,1 0-1 0 0,0 0 1 0 0,0 0 0 0 0,0 0 0 0 0,0 0 0 0 0,1-1-1 0 0,0 1 1 0 0,0 0 0 0 0,6 10 0 0 0,-1-6-5 0 0,0-1 1 0 0,0 1 0 0 0,1-1-1 0 0,0-1 1 0 0,0 0 0 0 0,1 0-1 0 0,0 0 1 0 0,1-1 0 0 0,17 10-1 0 0,12 3 0 0 0,51 20-1 0 0,-78-35-14 0 0,49 18-261 0 0,109 26-1 0 0,-12-17-4223 0 0,-110-24 304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51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113 135 1304 0 0,'0'0'7284'0'0,"-10"2"-3111"0"0,21-1-4142 0 0,0 0 0 0 0,0-1 0 0 0,0-1 0 0 0,0 0 1 0 0,0 0-1 0 0,-1-1 0 0 0,13-4 0 0 0,2 1-42 0 0,69-12 65 0 0,202-42 114 0 0,-293 59-163 0 0,1-1-1 0 0,-1 0 0 0 0,1 0 1 0 0,-1 0-1 0 0,1-1 0 0 0,-1 1 1 0 0,1-1-1 0 0,-1 0 0 0 0,0 0 1 0 0,0 0-1 0 0,0 0 0 0 0,0-1 1 0 0,0 1-1 0 0,3-5 1 0 0,-5 5 11 0 0,-15-12-16 0 0,12 13-41 0 0,-1 1 54 0 0,1-1-17 0 0,0 1 1 0 0,-1 0-1 0 0,1 1 0 0 0,0-1 0 0 0,0 0 1 0 0,-1 0-1 0 0,1 1 0 0 0,0 0 0 0 0,0-1 1 0 0,0 1-1 0 0,0 0 0 0 0,0 0 0 0 0,0 0 1 0 0,0 0-1 0 0,0 0 0 0 0,0 1 0 0 0,-2 1 1 0 0,1 0-2 0 0,-1 1 1 0 0,1-1-1 0 0,0 1 1 0 0,1 0-1 0 0,-1 0 1 0 0,1 0 0 0 0,-4 9-1 0 0,-1 6 3 0 0,1 0 0 0 0,1 0-1 0 0,-3 23 1 0 0,6-32 4 0 0,-12 90-88 0 0,-1 118-1 0 0,-9 74-22 0 0,20-263 179 0 0,-2-1 1 0 0,-12 35 0 0 0,15-53 162 0 0,-1-1 0 0 0,0 1 0 0 0,-1-1 0 0 0,0 0 1 0 0,0 0-1 0 0,-1-1 0 0 0,0 0 0 0 0,-1 0 0 0 0,-14 13 0 0 0,17-17-122 0 0,-1-1 0 0 0,1-1-1 0 0,-1 1 1 0 0,0-1 0 0 0,0 1 0 0 0,-1-1 0 0 0,1-1-1 0 0,0 1 1 0 0,-1-1 0 0 0,1 0 0 0 0,-1 0 0 0 0,1-1-1 0 0,-1 1 1 0 0,1-1 0 0 0,-1 0 0 0 0,1-1-1 0 0,-8-1 1 0 0,-10-2 85 0 0,0-1 1 0 0,-37-14-1 0 0,53 16-167 0 0,-180-70-1358 0 0,185 72 533 0 0,-4-4-964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52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26 131 1960 0 0,'11'-54'5484'0'0,"-8"38"-3457"0"0,0 0-1 0 0,9-27 1 0 0,-12 42-1801 0 0,5 13 264 0 0,3 16-168 0 0,-8 60 76 0 0,-4 0 1 0 0,-21 121-1 0 0,7-66-340 0 0,9-81-70 0 0,-3 24 1565 0 0,13-90-1529 0 0,1 1 0 0 0,-1-1 0 0 0,0 0 0 0 0,1 1 0 0 0,0 0 0 0 0,2-5 0 0 0,4-7 10 0 0,2-8 3 0 0,2 1 1 0 0,0 0-1 0 0,1 0 0 0 0,17-19 0 0 0,-24 32-41 0 0,1 1 1 0 0,1 1-1 0 0,-1-1 0 0 0,1 1 1 0 0,0 1-1 0 0,1-1 0 0 0,0 1 0 0 0,0 1 1 0 0,0 0-1 0 0,1 0 0 0 0,-1 1 0 0 0,12-4 1 0 0,-17 7 1 0 0,-1 1 0 0 0,0-1 0 0 0,0 1 0 0 0,1 0 0 0 0,-1 0 0 0 0,0 0 0 0 0,1 0 0 0 0,-1 0 0 0 0,0 1 0 0 0,0-1 0 0 0,1 1 0 0 0,-1 0 0 0 0,0 0 0 0 0,0 0 0 0 0,0 1 1 0 0,0-1-1 0 0,0 1 0 0 0,0-1 0 0 0,0 1 0 0 0,-1 0 0 0 0,1 0 0 0 0,-1 0 0 0 0,1 1 0 0 0,3 4 0 0 0,-1-1-4 0 0,0 0-1 0 0,-1 0 1 0 0,0 1-1 0 0,0 0 1 0 0,0 0-1 0 0,-1 0 1 0 0,0 0-1 0 0,0 1 1 0 0,1 7-1 0 0,0 9-6 0 0,3 36-1 0 0,0 9-4 0 0,-6-67-12 0 0,0 0 1 0 0,-1 0 0 0 0,1-1-1 0 0,0 1 1 0 0,0 0-1 0 0,0-1 1 0 0,0 1-1 0 0,1 0 1 0 0,-1-1 0 0 0,0 1-1 0 0,1-1 1 0 0,-1 0-1 0 0,0 0 1 0 0,1 1-1 0 0,0-1 1 0 0,-1 0-1 0 0,1 0 1 0 0,0 0 0 0 0,-1-1-1 0 0,1 1 1 0 0,0 0-1 0 0,0-1 1 0 0,0 1-1 0 0,0-1 1 0 0,0 1 0 0 0,0-1-1 0 0,-1 0 1 0 0,1 0-1 0 0,0 0 1 0 0,4 0-1 0 0,4-1-356 0 0,0 1 0 0 0,0-1-1 0 0,0-1 1 0 0,13-3 0 0 0,-5-1 31 0 0,0-1 1 0 0,0 0-1 0 0,0-1 1 0 0,-1-1 0 0 0,0-1-1 0 0,-1 0 1 0 0,0-1-1 0 0,-1-1 1 0 0,19-18-1 0 0,-23 20 508 0 0,-1-1-1 0 0,0-1 0 0 0,0 1 0 0 0,-1-2 1 0 0,-1 1-1 0 0,0-1 0 0 0,-1-1 1 0 0,0 1-1 0 0,-1-1 0 0 0,0 0 0 0 0,-1-1 1 0 0,4-20-1 0 0,-7 9 2553 0 0,0-41 1 0 0,-2 56-2210 0 0,-14 28-207 0 0,7 4-254 0 0,1 1 0 0 0,1 0 0 0 0,1 0 1 0 0,1 0-1 0 0,0 1 0 0 0,2-1 0 0 0,1 1 0 0 0,1-1 0 0 0,0 1 1 0 0,2-1-1 0 0,1 0 0 0 0,11 39 0 0 0,-14-58-26 0 0,-1-1-1 0 0,2 1 1 0 0,-1-1-1 0 0,0 1 1 0 0,0-1 0 0 0,1 0-1 0 0,-1 1 1 0 0,1-1-1 0 0,0 0 1 0 0,-1 0-1 0 0,1 0 1 0 0,0 0 0 0 0,0-1-1 0 0,1 1 1 0 0,-1 0-1 0 0,0-1 1 0 0,0 0-1 0 0,5 3 1 0 0,-3-3-98 0 0,0 0 1 0 0,-1-1-1 0 0,1 1 1 0 0,0-1-1 0 0,-1 1 0 0 0,1-1 1 0 0,0 0-1 0 0,0-1 1 0 0,-1 1-1 0 0,1-1 0 0 0,0 1 1 0 0,4-3-1 0 0,0 0-580 0 0,0 0 0 0 0,0 0 0 0 0,0-1 1 0 0,0 0-1 0 0,-1-1 0 0 0,0 1 0 0 0,0-2 0 0 0,0 1 0 0 0,-1-1 0 0 0,1 0 1 0 0,5-7-1 0 0,2-8-2849 0 0,0-2-1326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5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39 1904 0 0,'-9'-11'1460'0'0,"0"3"-308"0"0,4 1-288 0 0,-2 2 373 0 0,-5-2-153 0 0,7 14-1072 0 0,5 5-2865 0 0,2-4 397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0:5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294 148 1792 0 0,'0'-3'2001'0'0,"2"-10"-291"0"0,0 1-1 0 0,0 0 1 0 0,1 0-1 0 0,1 0 1 0 0,5-13-1 0 0,3-11 1997 0 0,-11 35-3671 0 0,-1 0 1 0 0,0 1-1 0 0,0-1 0 0 0,0 0 1 0 0,0 1-1 0 0,1-1 1 0 0,-1 0-1 0 0,0 1 1 0 0,0-1-1 0 0,0 0 0 0 0,0 1 1 0 0,0-1-1 0 0,-1 0 1 0 0,1 1-1 0 0,0-1 1 0 0,0 0-1 0 0,0 1 1 0 0,-1-1-1 0 0,1 1 0 0 0,0-1 1 0 0,0 0-1 0 0,-1 1 1 0 0,1-1-1 0 0,-1 1 1 0 0,1-1-1 0 0,0 1 0 0 0,-1-1 1 0 0,1 1-1 0 0,-1-1 1 0 0,1 1-1 0 0,-1-1 1 0 0,0 1-1 0 0,1 0 1 0 0,-1-1-1 0 0,1 1 0 0 0,-1 0 1 0 0,0 0-1 0 0,1-1 1 0 0,-1 1-1 0 0,0 0 1 0 0,1 0-1 0 0,-1 0 0 0 0,0 0 1 0 0,1 0-1 0 0,-1 0 1 0 0,0 0-1 0 0,1 0 1 0 0,-1 0-1 0 0,0 0 1 0 0,-4 0-1 0 0,0 1 1 0 0,0-1 0 0 0,1 1 0 0 0,-1 0 0 0 0,-7 3-1 0 0,-23 11 16 0 0,0 2 0 0 0,2 2-1 0 0,0 1 1 0 0,0 1-1 0 0,-29 26 1 0 0,59-44-49 0 0,-1 0 1 0 0,1-1 0 0 0,0 1-1 0 0,-1 0 1 0 0,2 0-1 0 0,-1 1 1 0 0,0-1 0 0 0,1 1-1 0 0,-1-1 1 0 0,1 1-1 0 0,0 0 1 0 0,0 0-1 0 0,0 0 1 0 0,1 0 0 0 0,0 0-1 0 0,-2 9 1 0 0,3-13-2 0 0,0 1-1 0 0,1 0 1 0 0,-1 0 0 0 0,0-1 0 0 0,1 1 0 0 0,-1 0 0 0 0,1-1-1 0 0,-1 1 1 0 0,1-1 0 0 0,-1 1 0 0 0,1-1 0 0 0,-1 1 0 0 0,1-1-1 0 0,0 1 1 0 0,-1-1 0 0 0,1 1 0 0 0,0-1 0 0 0,-1 0 0 0 0,1 1-1 0 0,1-1 1 0 0,11 6-4 0 0,-9-5 4 0 0,-1 1-1 0 0,1 0 1 0 0,0-1 0 0 0,0 0 0 0 0,0 0-1 0 0,0 0 1 0 0,0-1 0 0 0,0 1 0 0 0,6-1-1 0 0,4 0 4 0 0,7 3-8 0 0,-1 0 1 0 0,0 2 0 0 0,0 0 0 0 0,36 15 0 0 0,-47-16 10 0 0,0 0 0 0 0,-1 1 1 0 0,1 0-1 0 0,-1 0 0 0 0,0 1 1 0 0,0 0-1 0 0,-1 0 1 0 0,0 1-1 0 0,0 0 0 0 0,-1 0 1 0 0,1 1-1 0 0,6 12 1 0 0,-11-17 67 0 0,0 0 0 0 0,-1 0 0 0 0,0 0 0 0 0,1 1 1 0 0,-1-1-1 0 0,-1 1 0 0 0,1-1 0 0 0,0 1 0 0 0,-1-1 1 0 0,0 1-1 0 0,1-1 0 0 0,-1 1 0 0 0,-1-1 1 0 0,1 1-1 0 0,-1-1 0 0 0,0 5 0 0 0,-1-3 87 0 0,0 1-1 0 0,0-1 1 0 0,-1 1-1 0 0,1-1 1 0 0,-1 0-1 0 0,-1 0 1 0 0,1 0-1 0 0,-1 0 1 0 0,-4 4-1 0 0,1-1 130 0 0,-2 0-1 0 0,1-1 1 0 0,-1 0-1 0 0,1-1 0 0 0,-2 0 1 0 0,1 0-1 0 0,-1-1 1 0 0,0 0-1 0 0,0 0 1 0 0,-11 2-1 0 0,14-6-288 0 0,1 0-1 0 0,-1 0 1 0 0,1 0-1 0 0,-1-1 1 0 0,1 0 0 0 0,-1 0-1 0 0,1-1 1 0 0,-1 0-1 0 0,1 0 1 0 0,-1-1 0 0 0,1 1-1 0 0,0-1 1 0 0,0-1-1 0 0,0 1 1 0 0,0-1 0 0 0,0 0-1 0 0,0-1 1 0 0,1 1-1 0 0,0-1 1 0 0,0 0 0 0 0,0 0-1 0 0,0-1 1 0 0,0 1-1 0 0,1-1 1 0 0,0 0-1 0 0,0-1 1 0 0,0 1 0 0 0,1 0-1 0 0,-1-1 1 0 0,-3-11-1 0 0,6 15-400 0 0,0 0-1 0 0,0-1 0 0 0,1 1 1 0 0,-1-1-1 0 0,1 1 0 0 0,-1 0 1 0 0,1-1-1 0 0,0 1 0 0 0,0-1 0 0 0,0 1 1 0 0,0-1-1 0 0,0 1 0 0 0,2-3 1 0 0,7-18-8735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540 712 52 0 0,'-6'-56'6789'0'0,"5"39"-5941"0"0,-1 0-1 0 0,0 0 1 0 0,-1 0 0 0 0,-1 1-1 0 0,-6-18 1 0 0,8 30-810 0 0,0 0 0 0 0,0 0 0 0 0,0 0 0 0 0,-1 0 0 0 0,0 0 1 0 0,1 1-1 0 0,-1-1 0 0 0,0 1 0 0 0,-1-1 0 0 0,1 1 0 0 0,-1 0 0 0 0,1 0 0 0 0,-1 1 0 0 0,0-1 0 0 0,0 1 0 0 0,0 0 1 0 0,0 0-1 0 0,0 0 0 0 0,-1 1 0 0 0,1-1 0 0 0,-1 1 0 0 0,1 0 0 0 0,-7-1 0 0 0,-1 2-6 0 0,0-1 1 0 0,0 2-1 0 0,0-1 0 0 0,0 2 1 0 0,0 0-1 0 0,0 0 0 0 0,1 1 1 0 0,-1 0-1 0 0,1 1 0 0 0,0 0 0 0 0,0 1 1 0 0,0 0-1 0 0,0 1 0 0 0,1 0 1 0 0,-14 12-1 0 0,1-1 30 0 0,1 2 0 0 0,1 1 0 0 0,1 0 0 0 0,1 2 0 0 0,-23 31 0 0 0,29-33-54 0 0,1-1 0 0 0,0 1 0 0 0,-11 30 0 0 0,19-41-9 0 0,1 0-1 0 0,0 0 0 0 0,0 0 0 0 0,1 0 1 0 0,0 0-1 0 0,1 1 0 0 0,0-1 1 0 0,1 0-1 0 0,0 1 0 0 0,0-1 1 0 0,2 11-1 0 0,-1-16 8 0 0,0-1-1 0 0,0 1 1 0 0,0-1 0 0 0,0 0-1 0 0,0 1 1 0 0,1-1 0 0 0,0 0 0 0 0,-1 0-1 0 0,1 0 1 0 0,0 0 0 0 0,1 0-1 0 0,-1-1 1 0 0,0 1 0 0 0,1-1 0 0 0,0 1-1 0 0,-1-1 1 0 0,5 3 0 0 0,-2-3 3 0 0,0 1 0 0 0,0-1 1 0 0,0 0-1 0 0,0-1 0 0 0,0 1 1 0 0,0-1-1 0 0,1 0 0 0 0,-1 0 1 0 0,1 0-1 0 0,6-1 0 0 0,4-1 17 0 0,-1 0 0 0 0,1-1 0 0 0,-1-1 0 0 0,1 0-1 0 0,-1-1 1 0 0,27-11 0 0 0,-17 4-3 0 0,-1-1 0 0 0,-1-2 0 0 0,0 0 0 0 0,-1-1 0 0 0,-1-1 0 0 0,0-1 0 0 0,-1-1 0 0 0,-1-1 0 0 0,0-1 0 0 0,-2 0 0 0 0,0-1 0 0 0,-2-1 0 0 0,17-29 0 0 0,-6 1-23 0 0,-3-1 0 0 0,-1-2 0 0 0,-3 0 0 0 0,-3-1 0 0 0,14-70 0 0 0,15-151-33 0 0,-43 253 7 0 0,-2 19 18 0 0,-3 13-7 0 0,-24 87 799 0 0,-18 114 1 0 0,42-193-722 0 0,-43 298 477 0 0,44-291-993 0 0,2 1-1 0 0,3 35 1 0 0,-1-47-1326 0 0,0-1 0 0 0,1 0 1 0 0,7 19-1 0 0,-3-15-3882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1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160 590 2488 0 0,'3'-9'9140'0'0,"-4"10"-9040"0"0,0 1-1 0 0,0-1 0 0 0,0 1 0 0 0,0 0 0 0 0,1-1 0 0 0,-1 1 0 0 0,0-1 1 0 0,1 1-1 0 0,0 0 0 0 0,-1 0 0 0 0,1-1 0 0 0,0 1 0 0 0,0 0 0 0 0,0 0 1 0 0,0-1-1 0 0,0 1 0 0 0,0 0 0 0 0,0 0 0 0 0,1-1 0 0 0,-1 1 0 0 0,1 0 0 0 0,-1 0 1 0 0,1-1-1 0 0,-1 1 0 0 0,1-1 0 0 0,0 1 0 0 0,0-1 0 0 0,0 1 0 0 0,0-1 1 0 0,0 1-1 0 0,0-1 0 0 0,1 0 0 0 0,-1 1 0 0 0,0-1 0 0 0,2 1 0 0 0,1 0-60 0 0,1 0 0 0 0,-1 0 0 0 0,1 0 0 0 0,-1-1-1 0 0,1 1 1 0 0,0-1 0 0 0,-1 0 0 0 0,1-1-1 0 0,0 1 1 0 0,0-1 0 0 0,8 0 0 0 0,-7-1-19 0 0,0 0 1 0 0,-1 0-1 0 0,1 0 1 0 0,0-1 0 0 0,0 0-1 0 0,-1 0 1 0 0,1 0-1 0 0,-1-1 1 0 0,1 0-1 0 0,-1 0 1 0 0,0 0 0 0 0,0-1-1 0 0,-1 0 1 0 0,1 0-1 0 0,-1 0 1 0 0,0 0-1 0 0,0-1 1 0 0,5-6 0 0 0,-6 8-21 0 0,-1-1 1 0 0,0 1 0 0 0,0 0 0 0 0,0-1-1 0 0,-1 1 1 0 0,1-1 0 0 0,-1 0 0 0 0,0 1-1 0 0,0-1 1 0 0,0 0 0 0 0,0 0 0 0 0,-1 0-1 0 0,0 0 1 0 0,0 1 0 0 0,0-1 0 0 0,0 0-1 0 0,0 0 1 0 0,-1 0 0 0 0,1 0 0 0 0,-1 0-1 0 0,0 1 1 0 0,0-1 0 0 0,-1 0 0 0 0,1 1-1 0 0,-1-1 1 0 0,0 1 0 0 0,0-1 0 0 0,-4-4-1 0 0,5 6 0 0 0,-1 1-1 0 0,1-1 0 0 0,-1 1 0 0 0,0 0 0 0 0,0-1 0 0 0,1 1 0 0 0,-1 0 0 0 0,0 0 0 0 0,0 0 0 0 0,0 0 0 0 0,0 1 0 0 0,-1-1 0 0 0,1 1 0 0 0,0-1 0 0 0,0 1 0 0 0,0 0 0 0 0,0-1 0 0 0,-1 1 1 0 0,1 0-1 0 0,0 1 0 0 0,0-1 0 0 0,0 0 0 0 0,0 1 0 0 0,-1-1 0 0 0,1 1 0 0 0,0-1 0 0 0,0 1 0 0 0,0 0 0 0 0,0 0 0 0 0,-3 2 0 0 0,-6 3-1 0 0,1 0 1 0 0,0 1-1 0 0,0 0 0 0 0,-10 10 0 0 0,-3 3-10 0 0,1 2-1 0 0,2 1 0 0 0,0 0 0 0 0,1 2 0 0 0,1 0 0 0 0,2 1 0 0 0,1 1 0 0 0,0 0 0 0 0,-18 52 0 0 0,31-72 9 0 0,0 1 0 0 0,0 0 0 0 0,0-1 1 0 0,1 1-1 0 0,0 0 0 0 0,1 0 0 0 0,0 14 0 0 0,1-19 6 0 0,-1 0-1 0 0,0-1 1 0 0,1 1-1 0 0,0 0 0 0 0,0-1 1 0 0,-1 1-1 0 0,1-1 1 0 0,1 1-1 0 0,-1-1 1 0 0,0 1-1 0 0,1-1 1 0 0,-1 0-1 0 0,1 0 1 0 0,-1 0-1 0 0,1 0 1 0 0,0 0-1 0 0,0 0 1 0 0,0 0-1 0 0,0-1 1 0 0,1 1-1 0 0,-1-1 0 0 0,0 1 1 0 0,1-1-1 0 0,-1 0 1 0 0,0 0-1 0 0,4 1 1 0 0,4 0-21 0 0,0 0 0 0 0,0-1 0 0 0,1 0 0 0 0,-1 0 0 0 0,0-1 0 0 0,0-1 0 0 0,0 0 0 0 0,1 0 0 0 0,-1-1 0 0 0,0 0 0 0 0,0-1 0 0 0,12-5 0 0 0,1 0-164 0 0,-1-2 0 0 0,-1-1 0 0 0,0 0 0 0 0,24-19 0 0 0,-19 10-54 0 0,-2 0 0 0 0,-1-2 1 0 0,0 0-1 0 0,-2-2 1 0 0,0-1-1 0 0,-2 0 0 0 0,-1-1 1 0 0,-1-1-1 0 0,24-52 0 0 0,-8 0-24 0 0,-3-2 0 0 0,26-114-1 0 0,-1-9 699 0 0,-50 188-328 0 0,-5 16-106 0 0,0 0-1 0 0,0 0 1 0 0,0 0 0 0 0,0 0 0 0 0,0 1 0 0 0,0-1 0 0 0,0 0 0 0 0,0 0 0 0 0,0 0 0 0 0,0 0-1 0 0,0 0 1 0 0,0 0 0 0 0,0 0 0 0 0,0 0 0 0 0,0 0 0 0 0,0 0 0 0 0,0 0 0 0 0,0 1-1 0 0,0-1 1 0 0,0 0 0 0 0,0 0 0 0 0,0 0 0 0 0,0 0 0 0 0,0 0 0 0 0,0 0 0 0 0,0 0 0 0 0,0 0-1 0 0,0 0 1 0 0,0 0 0 0 0,0 0 0 0 0,0 1 0 0 0,0-1 0 0 0,0 0 0 0 0,0 0 0 0 0,0 0-1 0 0,0 0 1 0 0,0 0 0 0 0,0 0 0 0 0,0 0 0 0 0,1 0 0 0 0,-1 0 0 0 0,0 0 0 0 0,0 0-1 0 0,0 0 1 0 0,0 0 0 0 0,0 0 0 0 0,0 0 0 0 0,0 0 0 0 0,0 0 0 0 0,0 0 0 0 0,0 0 0 0 0,0 0-1 0 0,1 0 1 0 0,-1 0 0 0 0,0 0 0 0 0,0 0 0 0 0,0 0 0 0 0,0 0 0 0 0,0 0 0 0 0,0 0-1 0 0,0 0 1 0 0,0 0 0 0 0,0 0 0 0 0,0 0 0 0 0,0 0 0 0 0,1 0 0 0 0,-1 0 0 0 0,0 0-1 0 0,0 0 1 0 0,-1 31 314 0 0,-80 410 2240 0 0,31-175-1815 0 0,-141 639 973 0 0,184-879-1665 0 0,-14 77 418 0 0,21-103-463 0 0,-1 0 0 0 0,1 1 0 0 0,0-1-1 0 0,0 1 1 0 0,0-1 0 0 0,0 1 0 0 0,0-1-1 0 0,0 0 1 0 0,0 1 0 0 0,0-1 0 0 0,0 1-1 0 0,0-1 1 0 0,1 0 0 0 0,-1 1 0 0 0,0-1-1 0 0,0 1 1 0 0,0-1 0 0 0,0 0 0 0 0,1 1-1 0 0,-1-1 1 0 0,0 0 0 0 0,0 1 0 0 0,1-1-1 0 0,-1 0 1 0 0,0 1 0 0 0,0-1 0 0 0,1 0-1 0 0,-1 0 1 0 0,0 1 0 0 0,1-1 0 0 0,-1 0-1 0 0,0 0 1 0 0,1 0 0 0 0,-1 1 0 0 0,1-1-1 0 0,-1 0 1 0 0,0 0 0 0 0,1 0 0 0 0,-1 0-1 0 0,1 0 1 0 0,-1 0 0 0 0,0 0 0 0 0,1 0-1 0 0,0 0 1 0 0,16-3 50 0 0,-16 2-58 0 0,6-1 16 0 0,0-1 0 0 0,0 0 0 0 0,0-1 0 0 0,-1 0-1 0 0,0 0 1 0 0,0 0 0 0 0,6-6 0 0 0,37-37 43 0 0,-39 36-44 0 0,18-19 7 0 0,-1-1 0 0 0,-2-1 0 0 0,-1-2 0 0 0,27-48 0 0 0,-40 61-16 0 0,-1 0 1 0 0,-1 0-1 0 0,-1-1 0 0 0,-1 0 0 0 0,-1-1 1 0 0,0 1-1 0 0,-2-1 0 0 0,-1 0 1 0 0,1-27-1 0 0,-5 39-4 0 0,1-1-1 0 0,-1 1 0 0 0,-1 0 1 0 0,0 0-1 0 0,-1-1 1 0 0,0 2-1 0 0,-1-1 1 0 0,0 0-1 0 0,0 1 0 0 0,-1-1 1 0 0,-1 1-1 0 0,0 1 1 0 0,0-1-1 0 0,-1 1 1 0 0,0 0-1 0 0,-10-10 1 0 0,0 3-3 0 0,-1 1 0 0 0,0 1 0 0 0,-2 0 0 0 0,1 2 0 0 0,-1 0 0 0 0,-41-17 0 0 0,24 14-63 0 0,15 7-94 0 0,-32-18 0 0 0,54 26 103 0 0,-1-1 0 0 0,1 1 0 0 0,-1 0 0 0 0,1 0 1 0 0,-1-1-1 0 0,1 1 0 0 0,-1 0 0 0 0,1-1 0 0 0,-1 1 0 0 0,1-1 0 0 0,-1 1 0 0 0,1-1 0 0 0,0 1 0 0 0,-1-1 0 0 0,1 1 0 0 0,0-1 0 0 0,-1 1 0 0 0,1-1 0 0 0,0 1 0 0 0,0-1 0 0 0,0 1 0 0 0,-1-1 0 0 0,1 1 0 0 0,0-1 0 0 0,0 0 0 0 0,0 1 0 0 0,0-1 0 0 0,0 1 0 0 0,0-1 0 0 0,0 0 0 0 0,0 1 0 0 0,0-1 0 0 0,1 1 0 0 0,-1-1 1 0 0,0 0-1 0 0,0 1 0 0 0,0-1 0 0 0,1 1 0 0 0,-1-1 0 0 0,0 1 0 0 0,0-1 0 0 0,1 1 0 0 0,-1-1 0 0 0,1 1 0 0 0,-1-1 0 0 0,0 1 0 0 0,1 0 0 0 0,-1-1 0 0 0,1 1 0 0 0,-1 0 0 0 0,1-1 0 0 0,-1 1 0 0 0,1 0 0 0 0,-1-1 0 0 0,2 1 0 0 0,37-21-3749 0 0,-30 17 2751 0 0,10-5-2216 0 0,5-4-1265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1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43 244 0 0,'13'-43'12770'0'0,"-10"59"-11713"0"0,-2-6-691 0 0,-1 0 1 0 0,-1-1 0 0 0,1 1-1 0 0,-3 11 1 0 0,-2 22 265 0 0,-1 36-104 0 0,-1 7-193 0 0,7-77-410 0 0,0 0-1 0 0,1 0 1 0 0,0 0-1 0 0,0 0 1 0 0,1-1-1 0 0,1 1 0 0 0,2 9 1 0 0,-4-17-149 0 0,0 1 0 0 0,-1-1 0 0 0,1 0 1 0 0,0 0-1 0 0,0 1 0 0 0,0-1 0 0 0,0 0 0 0 0,0 0 0 0 0,0 0 1 0 0,0 0-1 0 0,1 0 0 0 0,-1 0 0 0 0,0 0 0 0 0,1 0 1 0 0,-1 0-1 0 0,0-1 0 0 0,1 1 0 0 0,-1-1 0 0 0,1 1 0 0 0,-1-1 1 0 0,1 1-1 0 0,-1-1 0 0 0,1 0 0 0 0,-1 0 0 0 0,1 0 0 0 0,-1 0 1 0 0,1 0-1 0 0,-1 0 0 0 0,1 0 0 0 0,-1 0 0 0 0,1 0 1 0 0,-1-1-1 0 0,1 1 0 0 0,-1-1 0 0 0,1 1 0 0 0,-1-1 0 0 0,1 0 1 0 0,-1 1-1 0 0,0-1 0 0 0,1 0 0 0 0,-1 0 0 0 0,0 0 1 0 0,0 0-1 0 0,0 0 0 0 0,0 0 0 0 0,2-2 0 0 0,6-9-3647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1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177 122 140 0 0,'-7'-13'2147'0'0,"0"0"-1"0"0,-14-18 1 0 0,16 25-1742 0 0,0 0-1 0 0,-1 0 1 0 0,0 0 0 0 0,0 0-1 0 0,0 1 1 0 0,-1 0-1 0 0,1 1 1 0 0,-1-1 0 0 0,-14-5-1 0 0,20 9-376 0 0,0 0 0 0 0,-1 1 0 0 0,1-1 1 0 0,-1 1-1 0 0,1-1 0 0 0,-1 1 0 0 0,1-1 0 0 0,-1 1 0 0 0,0 0 0 0 0,1 0 0 0 0,-1 0 0 0 0,1 0 0 0 0,-1 0 0 0 0,0 0 0 0 0,1 0 0 0 0,-1 0 0 0 0,1 1 0 0 0,-1-1 0 0 0,1 1 1 0 0,-1-1-1 0 0,1 1 0 0 0,-1-1 0 0 0,1 1 0 0 0,-1 0 0 0 0,1 0 0 0 0,0 0 0 0 0,-1 0 0 0 0,1 0 0 0 0,0 0 0 0 0,0 0 0 0 0,0 0 0 0 0,0 0 0 0 0,0 1 0 0 0,0-1 0 0 0,0 0 0 0 0,-1 2 1 0 0,0 2-693 0 0,0 1 1 0 0,0-1 0 0 0,0 1 0 0 0,0 0-1 0 0,1-1 1 0 0,0 1 0 0 0,0 11 0 0 0,-1-1-3292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2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89 720 0 0,'0'0'4850'0'0,"0"14"750"0"0,14 69-858 0 0,-7-42-4048 0 0,5 83 1 0 0,-12-115-760 0 0,1 16 1136 0 0,2-28-455 0 0,4-15-507 0 0,4-16-71 0 0,2 1-1 0 0,1-1 0 0 0,1 2 0 0 0,25-37 0 0 0,-30 54-45 0 0,0 0-1 0 0,2 0 0 0 0,0 1 0 0 0,0 1 0 0 0,1 0 0 0 0,1 0 1 0 0,0 1-1 0 0,1 1 0 0 0,0 1 0 0 0,18-9 0 0 0,-31 17 6 0 0,0 1 0 0 0,1-1-1 0 0,0 1 1 0 0,-1 0 0 0 0,1 0 0 0 0,0 0-1 0 0,-1 0 1 0 0,1 1 0 0 0,0-1 0 0 0,0 1 0 0 0,-1-1-1 0 0,1 1 1 0 0,0 0 0 0 0,0 0 0 0 0,0 0-1 0 0,0 1 1 0 0,-1-1 0 0 0,1 1 0 0 0,0 0 0 0 0,0-1-1 0 0,-1 1 1 0 0,1 0 0 0 0,0 1 0 0 0,-1-1-1 0 0,3 2 1 0 0,-2 0 5 0 0,0 0 1 0 0,0 0-1 0 0,-1 0 0 0 0,0 1 0 0 0,1-1 1 0 0,-1 1-1 0 0,0-1 0 0 0,-1 1 0 0 0,1 0 0 0 0,0 0 1 0 0,-1 0-1 0 0,0 0 0 0 0,0 0 0 0 0,-1 0 1 0 0,1 0-1 0 0,0 5 0 0 0,-1 16 7 0 0,0 0 0 0 0,-2 0 0 0 0,0 0 1 0 0,-12 47-1 0 0,-2 15-3173 0 0,15-84 2564 0 0,0 17-940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0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207 165 568 0 0,'13'-26'13683'0'0,"-11"30"-13495"0"0,-1 0-1 0 0,1-1 1 0 0,0 1-1 0 0,1-1 0 0 0,-1 0 1 0 0,0 0-1 0 0,1 0 1 0 0,0 0-1 0 0,0 0 1 0 0,4 3-1 0 0,-6-5-163 0 0,1 0 0 0 0,0 1 0 0 0,0-1 0 0 0,0 0 0 0 0,0 0 1 0 0,1 0-1 0 0,-1 0 0 0 0,0-1 0 0 0,0 1 0 0 0,1-1 0 0 0,-1 1 0 0 0,0-1 0 0 0,0 0 0 0 0,1 0 0 0 0,-1 0 0 0 0,0 0 1 0 0,1 0-1 0 0,-1 0 0 0 0,0-1 0 0 0,4 0 0 0 0,-2-1-19 0 0,1 0 0 0 0,-1 0 0 0 0,-1-1 1 0 0,1 1-1 0 0,0-1 0 0 0,-1 0 0 0 0,1 0 0 0 0,-1 0 1 0 0,0 0-1 0 0,0-1 0 0 0,0 1 0 0 0,0-1 0 0 0,-1 0 1 0 0,1 0-1 0 0,-1 0 0 0 0,0 0 0 0 0,-1 0 0 0 0,1 0 1 0 0,0-1-1 0 0,-1 1 0 0 0,0 0 0 0 0,0-1 0 0 0,-1 1 1 0 0,1-1-1 0 0,-1 1 0 0 0,0-1 0 0 0,0 0 0 0 0,0 1 1 0 0,-1-1-1 0 0,0 1 0 0 0,1-1 0 0 0,-2 1 1 0 0,1 0-1 0 0,-3-7 0 0 0,3 9-6 0 0,0 1 0 0 0,-1-1-1 0 0,1 0 1 0 0,0 1 0 0 0,-1 0 0 0 0,1-1 0 0 0,-1 1 0 0 0,0 0 0 0 0,1-1-1 0 0,-1 1 1 0 0,0 0 0 0 0,0 0 0 0 0,0 1 0 0 0,1-1 0 0 0,-1 0 0 0 0,0 1-1 0 0,0-1 1 0 0,0 1 0 0 0,0-1 0 0 0,0 1 0 0 0,0 0 0 0 0,-1 0 0 0 0,1 0-1 0 0,0 0 1 0 0,0 0 0 0 0,0 1 0 0 0,0-1 0 0 0,0 0 0 0 0,0 1 0 0 0,-3 1-1 0 0,-6 1-5 0 0,0 1-1 0 0,0 1 1 0 0,-20 10-1 0 0,11-3 23 0 0,1 1 1 0 0,0 1-1 0 0,1 0 1 0 0,1 1-1 0 0,0 1 0 0 0,-24 29 1 0 0,32-33-6 0 0,0 0 0 0 0,1 0 0 0 0,0 1 0 0 0,1 0 0 0 0,0 0 0 0 0,1 1 0 0 0,0 0 0 0 0,1 0 0 0 0,1 0 0 0 0,0 0 0 0 0,-2 21 0 0 0,6-30-5 0 0,0 1 1 0 0,-1-1-1 0 0,2 0 1 0 0,-1 0-1 0 0,1 1 1 0 0,0-1-1 0 0,0 0 0 0 0,0 0 1 0 0,1 0-1 0 0,-1 0 1 0 0,1 0-1 0 0,1 0 1 0 0,-1-1-1 0 0,1 1 0 0 0,-1-1 1 0 0,1 1-1 0 0,1-1 1 0 0,3 4-1 0 0,-2-3-72 0 0,0-1-1 0 0,0 0 0 0 0,1 0 1 0 0,-1-1-1 0 0,1 1 0 0 0,0-1 1 0 0,0 0-1 0 0,0-1 0 0 0,0 0 0 0 0,1 0 1 0 0,-1 0-1 0 0,0 0 0 0 0,14 0 1 0 0,-5-1-362 0 0,1 0-1 0 0,-1-2 1 0 0,0 1 0 0 0,1-2 0 0 0,-1 0 0 0 0,0-1-1 0 0,0-1 1 0 0,19-7 0 0 0,-14 3-111 0 0,0-1 0 0 0,0-1 0 0 0,-1-1 0 0 0,0 0 0 0 0,23-19 0 0 0,-18 10 518 0 0,-2-1-1 0 0,0-1 0 0 0,-1-1 1 0 0,-1 0-1 0 0,-1-2 0 0 0,-1 0 1 0 0,-2-1-1 0 0,20-40 0 0 0,-30 53 346 0 0,0 0-1 0 0,0 0 0 0 0,-2-1 1 0 0,1 0-1 0 0,-2 0 0 0 0,0 0 1 0 0,2-19-1 0 0,-5 32-302 0 0,0 0-1 0 0,0 1 0 0 0,1-1 1 0 0,-1 0-1 0 0,0 0 1 0 0,0 0-1 0 0,0 0 1 0 0,-1 0-1 0 0,1 0 1 0 0,0 0-1 0 0,0 1 1 0 0,0-1-1 0 0,-1 0 1 0 0,1 0-1 0 0,0 0 1 0 0,-1 0-1 0 0,1 1 1 0 0,-1-1-1 0 0,1 0 0 0 0,-1 0 1 0 0,1 1-1 0 0,-1-1 1 0 0,0 0-1 0 0,1 1 1 0 0,-1-1-1 0 0,0 1 1 0 0,1-1-1 0 0,-1 1 1 0 0,0-1-1 0 0,0 1 1 0 0,1-1-1 0 0,-1 1 1 0 0,0 0-1 0 0,0-1 0 0 0,0 1 1 0 0,0 0-1 0 0,0 0 1 0 0,0 0-1 0 0,1 0 1 0 0,-1 0-1 0 0,0 0 1 0 0,0 0-1 0 0,0 0 1 0 0,0 0-1 0 0,0 0 1 0 0,0 0-1 0 0,0 0 1 0 0,-1 1-1 0 0,0 0 13 0 0,0-1 0 0 0,0 1 0 0 0,0 0 0 0 0,0 0-1 0 0,0 0 1 0 0,1 0 0 0 0,-1 0 0 0 0,0 1 0 0 0,0-1 0 0 0,1 0 0 0 0,-1 1-1 0 0,1 0 1 0 0,-1-1 0 0 0,1 1 0 0 0,-1 0 0 0 0,1-1 0 0 0,0 1 0 0 0,-1 3 0 0 0,1-1 49 0 0,0 0 0 0 0,0 0 0 0 0,0-1 0 0 0,1 1 0 0 0,0 0 0 0 0,0 0 0 0 0,0 0 0 0 0,0 0 0 0 0,1 0 0 0 0,-1-1 0 0 0,1 1 0 0 0,0 0 0 0 0,0 0 0 0 0,1-1 0 0 0,-1 1 0 0 0,1-1 0 0 0,-1 1 0 0 0,4 3 0 0 0,3 5 227 0 0,1-1 0 0 0,0 1 0 0 0,19 15 0 0 0,-20-20-194 0 0,-1 0 0 0 0,0 1 0 0 0,0-1 0 0 0,0 1 0 0 0,-1 1 0 0 0,0-1 0 0 0,4 11 0 0 0,-9-18-70 0 0,-1 0 1 0 0,1 1-1 0 0,-1 0 0 0 0,0-1 0 0 0,1 1 0 0 0,-1-1 0 0 0,0 1 1 0 0,0-1-1 0 0,0 1 0 0 0,0 0 0 0 0,0-1 0 0 0,0 1 0 0 0,-1-1 1 0 0,1 1-1 0 0,0-1 0 0 0,-1 1 0 0 0,0-1 0 0 0,1 1 1 0 0,-2 2-1 0 0,0-2 0 0 0,0 1 1 0 0,0 0-1 0 0,0-1 1 0 0,-1 1 0 0 0,1-1-1 0 0,0 0 1 0 0,-1 0-1 0 0,-5 4 1 0 0,-3-1 8 0 0,1 1 0 0 0,-1-1 0 0 0,0-1 0 0 0,-13 3 0 0 0,5-1-65 0 0,-1-2 0 0 0,0 0-1 0 0,-32 1 1 0 0,38-5-1194 0 0,1 0 0 0 0,-1-1 0 0 0,-20-4 0 0 0,18 0-3187 0 0,1-3-2321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387 203 1308 0 0,'-15'-73'7101'0'0,"10"53"-5704"0"0,-2 0-1 0 0,-1 0 0 0 0,-12-24 1 0 0,19 42-1342 0 0,0 1-1 0 0,0-1 1 0 0,0 0 0 0 0,0 1 0 0 0,0-1 0 0 0,0 1 0 0 0,-1 0 0 0 0,1-1 0 0 0,0 1-1 0 0,-1 0 1 0 0,1 0 0 0 0,-1 0 0 0 0,1 0 0 0 0,-1 0 0 0 0,0 0 0 0 0,1 0 0 0 0,-1 1 0 0 0,0-1-1 0 0,1 0 1 0 0,-1 1 0 0 0,0-1 0 0 0,0 1 0 0 0,0 0 0 0 0,0 0 0 0 0,1 0 0 0 0,-1 0 0 0 0,0 0-1 0 0,0 0 1 0 0,0 0 0 0 0,0 1 0 0 0,0-1 0 0 0,1 0 0 0 0,-1 1 0 0 0,0 0 0 0 0,0-1 0 0 0,1 1-1 0 0,-1 0 1 0 0,1 0 0 0 0,-3 1 0 0 0,-7 5-44 0 0,0 1 0 0 0,0 0 0 0 0,1 1 0 0 0,-13 13 0 0 0,15-14 74 0 0,-97 102 0 0 0,92-95-55 0 0,1 1-1 0 0,1 0 1 0 0,0 1 0 0 0,2 0-1 0 0,-14 32 1 0 0,21-45-17 0 0,0 1 0 0 0,1 0 0 0 0,0-1 1 0 0,0 1-1 0 0,1 0 0 0 0,-1 0 0 0 0,1 0 1 0 0,0 0-1 0 0,0-1 0 0 0,0 1 0 0 0,1 0 0 0 0,1 5 1 0 0,-2-8-13 0 0,1 1 1 0 0,0-1-1 0 0,0 0 1 0 0,1 1-1 0 0,-1-1 1 0 0,0 0 0 0 0,1 0-1 0 0,-1 0 1 0 0,1 0-1 0 0,0 0 1 0 0,-1 0 0 0 0,1 0-1 0 0,0 0 1 0 0,0-1-1 0 0,0 1 1 0 0,0-1 0 0 0,1 0-1 0 0,-1 1 1 0 0,0-1-1 0 0,1 0 1 0 0,-1 0-1 0 0,1-1 1 0 0,-1 1 0 0 0,4 0-1 0 0,1 1-5 0 0,0-1-1 0 0,1 0 1 0 0,-1-1-1 0 0,0 0 1 0 0,0 0-1 0 0,1 0 0 0 0,-1-1 1 0 0,0 0-1 0 0,0 0 1 0 0,0-1-1 0 0,0 0 1 0 0,0-1-1 0 0,0 1 1 0 0,0-1-1 0 0,-1 0 1 0 0,1-1-1 0 0,-1 0 1 0 0,0 0-1 0 0,0 0 0 0 0,0 0 1 0 0,-1-1-1 0 0,7-6 1 0 0,2-6 85 0 0,-1 0 0 0 0,0-1 0 0 0,-1 0 0 0 0,-1 0 0 0 0,0-1 0 0 0,8-24 1 0 0,-7 20 168 0 0,-4 18-245 0 0,-7 5-3 0 0,-1 0 0 0 0,1 1 0 0 0,-1-1-1 0 0,0 0 1 0 0,1 0 0 0 0,-1 1 0 0 0,0-1-1 0 0,1 0 1 0 0,-1 1 0 0 0,0-1 0 0 0,0 1 0 0 0,1-1-1 0 0,-1 0 1 0 0,0 1 0 0 0,0-1 0 0 0,1 1-1 0 0,-1-1 1 0 0,0 0 0 0 0,0 1 0 0 0,0-1 0 0 0,0 1-1 0 0,0-1 1 0 0,0 1 0 0 0,0 0 0 0 0,9 56 193 0 0,-8-41-294 0 0,1-1-1 0 0,0 0 1 0 0,1 1-1 0 0,1-2 1 0 0,0 1-1 0 0,1 0 1 0 0,1-1-1 0 0,10 19 1 0 0,-14-30-185 0 0,1 1 1 0 0,0-1-1 0 0,0 0 0 0 0,0 0 1 0 0,0 0-1 0 0,1 0 1 0 0,-1-1-1 0 0,1 0 1 0 0,0 1-1 0 0,0-1 1 0 0,-1 0-1 0 0,8 2 1 0 0,-6-2-888 0 0,1-1 0 0 0,0 1 0 0 0,0-1 0 0 0,11 1 0 0 0,2-2-3752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9 130 1320 0 0,'-4'-44'7959'0'0,"2"35"-6598"0"0,1 0 0 0 0,0 0 1 0 0,0-13-1 0 0,2 22-1336 0 0,-1-1 0 0 0,1 0 0 0 0,-1 0-1 0 0,1 1 1 0 0,-1-1 0 0 0,1 0 0 0 0,-1 1 0 0 0,1-1 0 0 0,0 0-1 0 0,-1 1 1 0 0,1-1 0 0 0,0 1 0 0 0,-1-1 0 0 0,1 1 0 0 0,0-1 0 0 0,0 1-1 0 0,0 0 1 0 0,-1-1 0 0 0,2 1 0 0 0,18-7 120 0 0,-17 7-112 0 0,20-6-4 0 0,-1 2 0 0 0,41-3 0 0 0,-21 6-2595 0 0,-33 1 593 0 0,1 0 1233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83 2300 0 0,'-43'22'8967'0'0,"46"-22"-8676"0"0,170-48 97 0 0,-16 5-5997 0 0,-104 30 1676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1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63 2296 0 0,'-55'-61'10960'0'0,"54"60"-10559"0"0,-10 6 199 0 0,10-5-576 0 0,0 0 1 0 0,0 0-1 0 0,0 0 1 0 0,0 1-1 0 0,0-1 1 0 0,0 0-1 0 0,0 1 0 0 0,0-1 1 0 0,0 1-1 0 0,0-1 1 0 0,0 1-1 0 0,1 0 0 0 0,-1-1 1 0 0,-1 3-1 0 0,-16 21 336 0 0,2 2 0 0 0,1 0-1 0 0,0 1 1 0 0,-20 57 0 0 0,22-52-198 0 0,-42 105 254 0 0,5 2 0 0 0,-43 201 0 0 0,90-327-533 0 0,1 1-1 0 0,1 0 1 0 0,0-1 0 0 0,1 1-1 0 0,0 0 1 0 0,1 0-1 0 0,5 24 1 0 0,-5-31-257 0 0,1 0 0 0 0,1-1 0 0 0,0 1 0 0 0,0 0 0 0 0,0-1 0 0 0,0 0 0 0 0,6 7 0 0 0,-6-8-299 0 0,1-1 0 0 0,0 0 0 0 0,0 0 1 0 0,0 0-1 0 0,0 0 0 0 0,1-1 0 0 0,-1 0 0 0 0,1 0 0 0 0,10 5 0 0 0,11 1-4095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1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297 158 304 0 0,'0'-15'1495'0'0,"-2"-1"1"0"0,0 1-1 0 0,-1 0 0 0 0,-5-16 1 0 0,7 27-1308 0 0,-1 0 1 0 0,1 0-1 0 0,-1 0 0 0 0,0 0 1 0 0,0 1-1 0 0,0-1 1 0 0,-1 1-1 0 0,1 0 1 0 0,-1-1-1 0 0,0 1 0 0 0,0 0 1 0 0,0 0-1 0 0,0 1 1 0 0,-1-1-1 0 0,1 1 0 0 0,-1 0 1 0 0,1-1-1 0 0,-1 2 1 0 0,-6-4-1 0 0,7 5-138 0 0,0-1 1 0 0,0 1-1 0 0,0 0 0 0 0,0 0 0 0 0,0 0 0 0 0,0 0 1 0 0,0 1-1 0 0,0-1 0 0 0,0 1 0 0 0,0 0 0 0 0,0 0 1 0 0,0 0-1 0 0,0 0 0 0 0,1 0 0 0 0,-1 1 1 0 0,-4 2-1 0 0,-3 3 88 0 0,0 0 0 0 0,-14 13 0 0 0,7-5-89 0 0,1 1 1 0 0,1 1 0 0 0,-24 34-1 0 0,34-44-40 0 0,1 1 1 0 0,0-1-1 0 0,0 0 0 0 0,0 1 0 0 0,1 0 1 0 0,0 0-1 0 0,1 0 0 0 0,0 0 0 0 0,0 0 1 0 0,0 1-1 0 0,1-1 0 0 0,1 0 0 0 0,0 14 1 0 0,0-19-5 0 0,0 0 0 0 0,1 0 0 0 0,0 0 0 0 0,-1 0 1 0 0,1 0-1 0 0,0 0 0 0 0,1 0 0 0 0,-1 0 1 0 0,1 0-1 0 0,-1 0 0 0 0,1 0 0 0 0,0-1 1 0 0,0 1-1 0 0,0-1 0 0 0,0 1 0 0 0,0-1 0 0 0,0 0 1 0 0,5 3-1 0 0,-3-3 0 0 0,0 1 0 0 0,1-1 1 0 0,-1 0-1 0 0,1-1 0 0 0,-1 1 0 0 0,1-1 0 0 0,0 0 0 0 0,-1 0 1 0 0,1 0-1 0 0,0-1 0 0 0,6 1 0 0 0,-1-2 0 0 0,1 1 1 0 0,-1-2-1 0 0,1 1 0 0 0,-1-1 1 0 0,0-1-1 0 0,1 0 0 0 0,-1 0 1 0 0,-1-1-1 0 0,1 0 0 0 0,15-10 1 0 0,-17 9 17 0 0,-1-1 1 0 0,0 0 0 0 0,-1 0 0 0 0,0-1 0 0 0,0 1 0 0 0,0-1 0 0 0,-1-1 0 0 0,1 1 0 0 0,6-15 0 0 0,-2-1 773 0 0,-1-1 0 0 0,7-27 0 0 0,-2 7 1175 0 0,-13 42-1747 0 0,1 8-206 0 0,0-1-1 0 0,0 1 1 0 0,0 0 0 0 0,-1 0-1 0 0,0 0 1 0 0,0 0-1 0 0,0 0 1 0 0,-1 6-1 0 0,-4 52 9 0 0,1-11 2 0 0,3-29-203 0 0,-1 5-709 0 0,5 36 1 0 0,-3-57-58 0 0,0 0 0 0 0,1 0 0 0 0,0 0 0 0 0,0 0 0 0 0,1 0 1 0 0,0 0-1 0 0,0-1 0 0 0,1 1 0 0 0,5 7 0 0 0,2-1-3733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1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24 1740 0 0,'9'-23'13540'0'0,"-11"42"-12319"0"0,-7 36-1302 0 0,5-37-587 0 0,-2 18-1988 0 0,4-12-2455 0 0,0-8-470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2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316 174 1596 0 0,'0'-12'1702'0'0,"-1"0"-1"0"0,2 0 1 0 0,0 0-1 0 0,4-22 1 0 0,1-17 3468 0 0,-6 49-4789 0 0,-8-12 461 0 0,5 11-786 0 0,-1 1 1 0 0,0-1 0 0 0,1 1-1 0 0,-1 0 1 0 0,0 0-1 0 0,0 0 1 0 0,-1 0-1 0 0,1 1 1 0 0,0 0 0 0 0,0 0-1 0 0,-1 0 1 0 0,1 0-1 0 0,0 0 1 0 0,-1 1-1 0 0,1 0 1 0 0,-1 0-1 0 0,1 0 1 0 0,-1 1 0 0 0,1-1-1 0 0,-9 3 1 0 0,4 0-61 0 0,-1 0 1 0 0,0 0-1 0 0,1 0 1 0 0,0 1-1 0 0,0 1 1 0 0,0 0 0 0 0,0 0-1 0 0,-12 10 1 0 0,7-2-9 0 0,0 0 0 0 0,1 0 0 0 0,0 2 0 0 0,1-1 0 0 0,-14 25 0 0 0,21-31 8 0 0,0 1 0 0 0,0-1 0 0 0,1 1 0 0 0,1 0 0 0 0,0 0 0 0 0,0 0 1 0 0,0 0-1 0 0,1 0 0 0 0,1 1 0 0 0,0-1 0 0 0,0 1 0 0 0,1 17 0 0 0,0-24 5 0 0,0 0-1 0 0,1 0 1 0 0,-1 0-1 0 0,1 0 1 0 0,0 0 0 0 0,0-1-1 0 0,0 1 1 0 0,0 0-1 0 0,0 0 1 0 0,1-1 0 0 0,-1 1-1 0 0,1-1 1 0 0,0 1-1 0 0,0-1 1 0 0,0 0 0 0 0,0 1-1 0 0,0-1 1 0 0,0 0-1 0 0,5 3 1 0 0,-3-3 2 0 0,0-1 0 0 0,0 1 1 0 0,0-1-1 0 0,0 1 0 0 0,1-1 0 0 0,-1 0 0 0 0,0-1 1 0 0,0 1-1 0 0,1-1 0 0 0,-1 0 0 0 0,0 0 0 0 0,7-1 1 0 0,1-1 1 0 0,1 0 1 0 0,-1-1 0 0 0,0-1 0 0 0,0 0 0 0 0,-1 0-1 0 0,1-1 1 0 0,-1-1 0 0 0,17-10 0 0 0,-18 8 1 0 0,0 0 1 0 0,-1-1-1 0 0,0 0 0 0 0,-1 0 0 0 0,0-1 1 0 0,0 0-1 0 0,-1-1 0 0 0,9-15 1 0 0,3-13 21 0 0,16-45 1 0 0,-23 52-46 0 0,-11 31 7 0 0,0 1-2 0 0,0 1 10 0 0,-1-1 0 0 0,1 1 1 0 0,0-1-1 0 0,0 1 0 0 0,0-1 0 0 0,-1 1 0 0 0,1-1 0 0 0,0 1 0 0 0,-1 0 1 0 0,1 0-1 0 0,-1-1 0 0 0,2 2 0 0 0,13 103 44 0 0,-11-66-731 0 0,10 43 1 0 0,-11-68-1496 0 0,2 0 1 0 0,-1-1-1 0 0,12 22 1 0 0,-9-21-3067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0 744 0 0,'0'0'9338'0'0,"1"1"-9267"0"0,0-1 0 0 0,-1 1 0 0 0,1 0 0 0 0,0-1 0 0 0,-1 1 0 0 0,1 0 0 0 0,-1-1 0 0 0,1 1 0 0 0,-1 0 0 0 0,1 0 0 0 0,-1-1 0 0 0,1 1 0 0 0,0 2 0 0 0,-3 20-70 0 0,-2 1 0 0 0,0 0 0 0 0,-1-1-1 0 0,-9 24 1 0 0,1-1-4332 0 0,7-23-14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3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76 20 0 0,'-3'-2'659'0'0,"1"0"-1"0"0,-1-1 1 0 0,1 1 0 0 0,0-1 0 0 0,0 1-1 0 0,0-1 1 0 0,0 0 0 0 0,1 1 0 0 0,-1-1-1 0 0,1 0 1 0 0,-2-4 0 0 0,3 6-552 0 0,-1-1 0 0 0,1 1 0 0 0,0 0-1 0 0,0 0 1 0 0,0 0 0 0 0,0-1 0 0 0,0 1 0 0 0,0 0 0 0 0,0 0-1 0 0,0-1 1 0 0,0 1 0 0 0,1 0 0 0 0,-1 0 0 0 0,1 0 0 0 0,-1-1 0 0 0,0 1-1 0 0,1 0 1 0 0,0 0 0 0 0,-1 0 0 0 0,1 0 0 0 0,0 0 0 0 0,-1 0 0 0 0,1 0-1 0 0,0 0 1 0 0,0 1 0 0 0,0-1 0 0 0,0 0 0 0 0,0 0 0 0 0,0 1-1 0 0,0-1 1 0 0,0 0 0 0 0,0 1 0 0 0,0-1 0 0 0,1 1 0 0 0,-1-1 0 0 0,2 1-1 0 0,-1-1-43 0 0,0 0-1 0 0,0 0 1 0 0,0 1-1 0 0,0-1 0 0 0,1 1 1 0 0,-1 0-1 0 0,0 0 0 0 0,0 0 1 0 0,1 0-1 0 0,-1 0 1 0 0,0 0-1 0 0,1 0 0 0 0,-1 1 1 0 0,0-1-1 0 0,0 1 0 0 0,0-1 1 0 0,0 1-1 0 0,0 0 1 0 0,1 0-1 0 0,-1 0 0 0 0,-1 0 1 0 0,1 1-1 0 0,0-1 0 0 0,0 0 1 0 0,0 1-1 0 0,-1-1 1 0 0,4 4-1 0 0,-4-3 27 0 0,1 1-1 0 0,0-1 1 0 0,-1 1-1 0 0,0 0 1 0 0,1-1 0 0 0,-1 1-1 0 0,0 0 1 0 0,0 0 0 0 0,-1 0-1 0 0,1 0 1 0 0,-1 0-1 0 0,1 0 1 0 0,-1 0 0 0 0,0-1-1 0 0,0 1 1 0 0,0 0 0 0 0,-1 0-1 0 0,1 0 1 0 0,0 0 0 0 0,-1 0-1 0 0,-1 4 1 0 0,-6 10 276 0 0,0-1 1 0 0,-1 0-1 0 0,-1 0 0 0 0,-1-1 1 0 0,0 0-1 0 0,-23 24 0 0 0,-2 3 54 0 0,34-41-382 0 0,3 0-33 0 0,-1-1 0 0 0,0 1-1 0 0,0 0 1 0 0,0-1-1 0 0,1 1 1 0 0,-1-1-1 0 0,0 1 1 0 0,1-1 0 0 0,-1 1-1 0 0,0-1 1 0 0,1 1-1 0 0,-1-1 1 0 0,1 1 0 0 0,-1-1-1 0 0,1 0 1 0 0,-1 1-1 0 0,1-1 1 0 0,-1 0 0 0 0,1 1-1 0 0,-1-1 1 0 0,1 0-1 0 0,-1 0 1 0 0,1 1-1 0 0,-1-1 1 0 0,1 0 0 0 0,0 0-1 0 0,-1 0 1 0 0,1 0-1 0 0,-1 0 1 0 0,1 0 0 0 0,0 0-1 0 0,0 0 1 0 0,23-1 37 0 0,125-26-2688 0 0,-50 3-5320 0 0,-62 14 2237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18 24 0 0,'3'-17'15419'0'0,"-13"65"-13623"0"0,-31 91 0 0 0,-6-17-6935 0 0,29-74-252 0 0,10-27-710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4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377 109 2172 0 0,'1'-9'1357'0'0,"0"-1"0"0"0,-1 1-1 0 0,0 0 1 0 0,-1-10 0 0 0,1 16-1120 0 0,-1 0 1 0 0,1 0-1 0 0,-1 0 1 0 0,0 0-1 0 0,0 0 1 0 0,0 0 0 0 0,0 0-1 0 0,-1 1 1 0 0,1-1-1 0 0,-1 0 1 0 0,0 1-1 0 0,1-1 1 0 0,-1 1-1 0 0,0 0 1 0 0,-3-3 0 0 0,3 4-164 0 0,0 0 1 0 0,0 0 0 0 0,0 0-1 0 0,0 1 1 0 0,0-1 0 0 0,-1 1 0 0 0,1-1-1 0 0,0 1 1 0 0,0 0 0 0 0,0 0-1 0 0,0 0 1 0 0,-1 0 0 0 0,1 0 0 0 0,0 0-1 0 0,0 1 1 0 0,-3 0 0 0 0,-32 11 430 0 0,13 1-421 0 0,0 0 0 0 0,1 2-1 0 0,1 1 1 0 0,1 1 0 0 0,0 0 0 0 0,1 2-1 0 0,0 0 1 0 0,2 1 0 0 0,1 1 0 0 0,-26 40-1 0 0,39-55-78 0 0,1 0-1 0 0,0 1 0 0 0,0-1 1 0 0,0 1-1 0 0,1 0 1 0 0,0 0-1 0 0,0 0 0 0 0,1 0 1 0 0,0 0-1 0 0,0 9 0 0 0,1-13-3 0 0,0-1 0 0 0,0 1-1 0 0,1-1 1 0 0,-1 1 0 0 0,1-1 0 0 0,0 1-1 0 0,0-1 1 0 0,-1 1 0 0 0,2-1-1 0 0,-1 0 1 0 0,0 0 0 0 0,0 1-1 0 0,1-1 1 0 0,-1 0 0 0 0,1 0-1 0 0,0 0 1 0 0,-1-1 0 0 0,1 1-1 0 0,0 0 1 0 0,0-1 0 0 0,0 1 0 0 0,0-1-1 0 0,0 1 1 0 0,1-1 0 0 0,-1 0-1 0 0,0 0 1 0 0,1 0 0 0 0,-1 0-1 0 0,1-1 1 0 0,-1 1 0 0 0,4 0-1 0 0,4 0 3 0 0,-1 0 0 0 0,0 0 0 0 0,1-1-1 0 0,-1-1 1 0 0,1 1 0 0 0,-1-1 0 0 0,0-1-1 0 0,0 0 1 0 0,0 0 0 0 0,0-1 0 0 0,0 0-1 0 0,0-1 1 0 0,-1 1 0 0 0,1-2 0 0 0,14-9-1 0 0,2-4 35 0 0,-2 0-1 0 0,0-1 0 0 0,34-38 0 0 0,3-7 1196 0 0,-58 62-1174 0 0,2 3 10 0 0,-3-1-66 0 0,-1 0 0 0 0,1 0 0 0 0,-1 0 0 0 0,1 0 0 0 0,-1 0 0 0 0,1 0 0 0 0,-1 0 0 0 0,1 0 1 0 0,-1 0-1 0 0,1 0 0 0 0,-1 0 0 0 0,0 0 0 0 0,1 0 0 0 0,-1 1 0 0 0,1-1 0 0 0,-1 0 0 0 0,1 0 0 0 0,-1 0 0 0 0,1 1 0 0 0,-1-1 0 0 0,0 0 0 0 0,1 1 1 0 0,2 5 6 0 0,0 0 0 0 0,-1 1 1 0 0,0-1-1 0 0,0 0 0 0 0,-1 1 1 0 0,1 0-1 0 0,-1-1 1 0 0,0 10-1 0 0,-2 61 184 0 0,-1-17-530 0 0,3-46-270 0 0,3 46-2520 0 0,7-21-2948 0 0,-4-25 1230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4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2140 0 0,'0'-8'1067'0'0,"0"1"1"0"0,1-1-1 0 0,0 1 0 0 0,0 0 0 0 0,1-1 0 0 0,3-10 1 0 0,-3 14-723 0 0,-1 0 1 0 0,2 0 0 0 0,-1 0 0 0 0,0 0-1 0 0,1 0 1 0 0,0 1 0 0 0,0-1 0 0 0,0 1 0 0 0,0-1-1 0 0,0 1 1 0 0,5-3 0 0 0,-8 6-313 0 0,1-1 0 0 0,0 0 1 0 0,0 1-1 0 0,0 0 0 0 0,0-1 0 0 0,0 1 0 0 0,0 0 1 0 0,0-1-1 0 0,0 1 0 0 0,0 0 0 0 0,0 0 1 0 0,0 0-1 0 0,0 0 0 0 0,0 0 0 0 0,0 0 0 0 0,1 0 1 0 0,-1 0-1 0 0,0 0 0 0 0,0 1 0 0 0,0-1 1 0 0,0 0-1 0 0,0 1 0 0 0,0-1 0 0 0,0 1 0 0 0,-1-1 1 0 0,2 1-1 0 0,0 0 1 0 0,0 0 0 0 0,-1 1-1 0 0,1-1 1 0 0,-1 0 0 0 0,1 1 0 0 0,-1-1 0 0 0,0 1 0 0 0,1-1-1 0 0,-1 1 1 0 0,0-1 0 0 0,0 1 0 0 0,1 2 0 0 0,-1-1-3 0 0,0 0 0 0 0,-1 0 1 0 0,1 1-1 0 0,-1-1 0 0 0,1 0 1 0 0,-1 0-1 0 0,0 1 1 0 0,-1-1-1 0 0,1 0 0 0 0,0 1 1 0 0,-1-1-1 0 0,0 0 0 0 0,0 0 1 0 0,0 0-1 0 0,-2 5 0 0 0,-3 5 49 0 0,-1 1-1 0 0,-10 14 0 0 0,1 0 78 0 0,11-20-120 0 0,0 5 115 0 0,5-12-149 0 0,0-1-1 0 0,1 1 0 0 0,-1-1 1 0 0,1 0-1 0 0,-1 0 0 0 0,0 1 0 0 0,1-1 1 0 0,-1 0-1 0 0,1 0 0 0 0,-1 1 1 0 0,1-1-1 0 0,-1 0 0 0 0,1 0 1 0 0,-1 0-1 0 0,1 0 0 0 0,-1 0 0 0 0,1 0 1 0 0,-1 0-1 0 0,1 0 0 0 0,-1 0 1 0 0,1 0-1 0 0,-1 0 0 0 0,1 0 0 0 0,-1 0 1 0 0,1 0-1 0 0,0 0 0 0 0,-1 0 1 0 0,0-1-1 0 0,1 1 0 0 0,0-1 0 0 0,35-6 18 0 0,-29 5-19 0 0,25-2 11 0 0,-24 4 72 0 0,0 1 1 0 0,1-1-1 0 0,-1 1 0 0 0,0 1 0 0 0,0 0 1 0 0,0 0-1 0 0,-1 0 0 0 0,1 1 0 0 0,0 0 1 0 0,-1 0-1 0 0,0 1 0 0 0,1 0 0 0 0,5 5 1 0 0,-9-6-16 0 0,-1 0 0 0 0,1-1 0 0 0,-1 1 0 0 0,0 0 0 0 0,0 0 0 0 0,-1 1 0 0 0,1-1-1 0 0,0 1 1 0 0,-1-1 0 0 0,0 1 0 0 0,0 0 0 0 0,0 0 0 0 0,-1 0 0 0 0,1 0 0 0 0,-1 0 0 0 0,0 0 0 0 0,0 0 0 0 0,0 0 0 0 0,0 1 0 0 0,-1-1 0 0 0,0 0 0 0 0,0 1 0 0 0,0-1 0 0 0,0 0 0 0 0,-1 0 0 0 0,0 1 0 0 0,-1 3 0 0 0,-1 0-8 0 0,0 0-1 0 0,0-1 1 0 0,-1 1 0 0 0,0-1-1 0 0,-1 0 1 0 0,0 0 0 0 0,0 0-1 0 0,0-1 1 0 0,-1 0-1 0 0,0 0 1 0 0,0 0 0 0 0,0-1-1 0 0,-12 8 1 0 0,10-8-283 0 0,-1 1 0 0 0,0-2 0 0 0,1 1 0 0 0,-2-1 0 0 0,1 0 0 0 0,0-1 0 0 0,-1 0 0 0 0,1-1 0 0 0,-1 0 0 0 0,0 0 0 0 0,-12 0 0 0 0,19-2-430 0 0,0 0 0 0 0,0-1-1 0 0,-1 1 1 0 0,1-1 0 0 0,0 0 0 0 0,0 1-1 0 0,0-1 1 0 0,0-1 0 0 0,0 1 0 0 0,0 0-1 0 0,0-1 1 0 0,-4-3 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2412 0 0,'1'-4'530'0'0,"1"-1"1"0"0,0 1-1 0 0,0 0 0 0 0,1 0 0 0 0,-1 0 0 0 0,1 0 1 0 0,0 1-1 0 0,0-1 0 0 0,0 1 0 0 0,7-5 0 0 0,-8 6-388 0 0,0 1-1 0 0,1 0 0 0 0,0 0 0 0 0,-1 0 0 0 0,1 0 0 0 0,0 0 1 0 0,-1 1-1 0 0,1-1 0 0 0,0 1 0 0 0,-1 0 0 0 0,1 0 0 0 0,0 0 1 0 0,0 0-1 0 0,0 0 0 0 0,-1 1 0 0 0,1-1 0 0 0,0 1 0 0 0,-1 0 1 0 0,5 1-1 0 0,10 5 138 0 0,0 0 1 0 0,0 1-1 0 0,-1 1 0 0 0,0 0 1 0 0,-1 1-1 0 0,0 1 1 0 0,23 22-1 0 0,-5-1 339 0 0,54 71-1 0 0,-62-69-492 0 0,-1 2 1 0 0,-3 0-1 0 0,0 2 1 0 0,-3 0-1 0 0,-1 1 1 0 0,-2 1-1 0 0,-2 0 1 0 0,-1 1-1 0 0,-2 1 1 0 0,-2 0-1 0 0,3 64 1 0 0,-9-62-104 0 0,-1-1 1 0 0,-3 1 0 0 0,-2-1 0 0 0,-2 1-1 0 0,-1-1 1 0 0,-2-1 0 0 0,-3 1 0 0 0,-1-2 0 0 0,-2 1-1 0 0,-1-2 1 0 0,-26 45 0 0 0,11-33-622 0 0,-3-1 0 0 0,-1-2 0 0 0,-57 61 0 0 0,49-66-2624 0 0,-72 58 0 0 0,48-51-1848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5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92 2020 0 0,'-3'-7'975'0'0,"0"0"-1"0"0,0 0 1 0 0,-1 0 0 0 0,0 0-1 0 0,0 0 1 0 0,0 1 0 0 0,-6-7-1 0 0,7 10-813 0 0,1 1 0 0 0,-1-1-1 0 0,1 1 1 0 0,-1-1 0 0 0,0 1-1 0 0,0 0 1 0 0,0 0 0 0 0,0 0-1 0 0,-1 1 1 0 0,1-1 0 0 0,0 1 0 0 0,-1-1-1 0 0,1 1 1 0 0,-1 0 0 0 0,1 1-1 0 0,-1-1 1 0 0,1 0 0 0 0,-8 1 0 0 0,-1 2-77 0 0,1 0 0 0 0,-1 0 0 0 0,1 1 1 0 0,-1 1-1 0 0,1 0 0 0 0,0 0 1 0 0,1 1-1 0 0,-1 1 0 0 0,1-1 1 0 0,0 2-1 0 0,-15 11 0 0 0,-1 5-29 0 0,0 0-1 0 0,-42 50 1 0 0,60-63-56 0 0,0 0 0 0 0,1 1 0 0 0,0 0-1 0 0,0 0 1 0 0,1 1 0 0 0,1 0 0 0 0,0 0 0 0 0,-6 19 0 0 0,10-27 0 0 0,1-1 1 0 0,-1 1 0 0 0,0-1-1 0 0,1 1 1 0 0,0-1 0 0 0,0 1 0 0 0,0-1-1 0 0,0 1 1 0 0,0-1 0 0 0,1 1-1 0 0,-1-1 1 0 0,1 1 0 0 0,0-1-1 0 0,0 0 1 0 0,1 1 0 0 0,-1-1-1 0 0,1 0 1 0 0,-1 0 0 0 0,1 0 0 0 0,0 0-1 0 0,0 0 1 0 0,0 0 0 0 0,1 0-1 0 0,-1-1 1 0 0,1 1 0 0 0,-1-1-1 0 0,1 0 1 0 0,0 0 0 0 0,0 0-1 0 0,0 0 1 0 0,0 0 0 0 0,0-1 0 0 0,0 1-1 0 0,1-1 1 0 0,5 2 0 0 0,0-1-4 0 0,0 0 0 0 0,0-1 0 0 0,0 0 0 0 0,0 0 0 0 0,0-1 0 0 0,0 0 0 0 0,0 0 0 0 0,0-1 0 0 0,0-1 0 0 0,0 1 0 0 0,0-2 0 0 0,0 1 0 0 0,10-5 0 0 0,-5 2 9 0 0,-2-1 0 0 0,1 0 0 0 0,-1-1 0 0 0,0-1 1 0 0,0 1-1 0 0,-1-2 0 0 0,21-19 0 0 0,-23 17 8 0 0,1 0 0 0 0,-1-1 0 0 0,-1-1 0 0 0,-1 1 0 0 0,1-1 0 0 0,-2 0 0 0 0,9-24 0 0 0,-1-8 160 0 0,8-49 0 0 0,-21 91-156 0 0,9-41 379 0 0,-9 55-252 0 0,-1 9-73 0 0,0 0 0 0 0,-6 33-1 0 0,0 20-44 0 0,6-61-58 0 0,0 16-69 0 0,6 50-1 0 0,-5-72-226 0 0,0 1-1 0 0,0-1 0 0 0,1 1 0 0 0,0-1 1 0 0,0 1-1 0 0,1-1 0 0 0,0 0 0 0 0,0 0 0 0 0,0 0 1 0 0,1 0-1 0 0,-1-1 0 0 0,1 1 0 0 0,6 4 1 0 0,9 4-4070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6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1692 0 0,'1'-17'2752'0'0,"0"-1"1"0"0,7-34-1 0 0,-8 52-2709 0 0,0-1 0 0 0,0 1 1 0 0,0-1-1 0 0,0 0 0 0 0,0 1 0 0 0,0-1 1 0 0,1 1-1 0 0,-1-1 0 0 0,0 1 0 0 0,0-1 0 0 0,1 1 1 0 0,-1-1-1 0 0,0 1 0 0 0,0 0 0 0 0,1-1 1 0 0,-1 1-1 0 0,1-1 0 0 0,-1 1 0 0 0,0 0 0 0 0,1-1 1 0 0,-1 1-1 0 0,1 0 0 0 0,-1-1 0 0 0,1 1 1 0 0,-1 0-1 0 0,1 0 0 0 0,-1-1 0 0 0,1 1 1 0 0,-1 0-1 0 0,2 0 0 0 0,-1 0-3 0 0,0 0-1 0 0,0 1 1 0 0,0-1-1 0 0,0 0 1 0 0,0 1 0 0 0,0-1-1 0 0,0 1 1 0 0,0-1-1 0 0,0 1 1 0 0,0 0 0 0 0,0 0-1 0 0,0-1 1 0 0,1 3-1 0 0,21 27 273 0 0,-17-14-241 0 0,0-1 0 0 0,-1 1 0 0 0,-1 0 0 0 0,0 0 0 0 0,-1 1 0 0 0,-1-1 0 0 0,0 31-1 0 0,-7-27 93 0 0,2-17-75 0 0,1-12-56 0 0,2-6-5 0 0,1 1 0 0 0,1-1 1 0 0,0 1-1 0 0,1 0 0 0 0,1-1 0 0 0,0 1 0 0 0,1 1 0 0 0,0-1 0 0 0,15-25 0 0 0,-15 30-9 0 0,0 1-1 0 0,1 0 0 0 0,0 0 1 0 0,1 0-1 0 0,0 0 0 0 0,0 1 1 0 0,0 1-1 0 0,1-1 0 0 0,0 1 0 0 0,0 0 1 0 0,1 1-1 0 0,-1 0 0 0 0,1 0 1 0 0,0 1-1 0 0,14-4 0 0 0,-20 7-5 0 0,-1 0-1 0 0,0 1 0 0 0,0-1 1 0 0,1 1-1 0 0,-1-1 0 0 0,0 1 1 0 0,1 0-1 0 0,-1 0 0 0 0,0 0 0 0 0,1 1 1 0 0,-1-1-1 0 0,0 0 0 0 0,1 1 1 0 0,-1 0-1 0 0,0-1 0 0 0,1 1 1 0 0,-1 0-1 0 0,0 0 0 0 0,3 2 1 0 0,-3-1-5 0 0,1 0 1 0 0,-1 1 0 0 0,0-1-1 0 0,1 1 1 0 0,-1 0-1 0 0,0-1 1 0 0,-1 1-1 0 0,1 0 1 0 0,0 0 0 0 0,-1 0-1 0 0,0 0 1 0 0,2 4-1 0 0,1 8-6 0 0,-1 0 0 0 0,-1 0 0 0 0,0 1-1 0 0,0 23 1 0 0,-2-33-3 0 0,1 5-75 0 0,-1 12-353 0 0,7 39 0 0 0,-6-55-184 0 0,1-1 0 0 0,0 1 1 0 0,0-1-1 0 0,0 0 0 0 0,0 0 0 0 0,1 0 0 0 0,0 0 1 0 0,1-1-1 0 0,-1 1 0 0 0,9 9 0 0 0,3-1-3173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6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302 707 1912 0 0,'-1'-13'1148'0'0,"0"-1"0"0"0,0 0 0 0 0,-1 1 0 0 0,-1-1-1 0 0,-1 1 1 0 0,-6-20 0 0 0,8 28-933 0 0,0 0 0 0 0,0 1-1 0 0,0-1 1 0 0,-1 0 0 0 0,1 1 0 0 0,-1 0 0 0 0,0-1-1 0 0,-1 1 1 0 0,1 0 0 0 0,-1 0 0 0 0,1 1-1 0 0,-1-1 1 0 0,0 1 0 0 0,-1 0 0 0 0,1 0 0 0 0,0 0-1 0 0,-1 1 1 0 0,0-1 0 0 0,-7-1 0 0 0,9 3-172 0 0,-1 1 1 0 0,1 0-1 0 0,-1 0 1 0 0,1 0-1 0 0,-1 0 1 0 0,1 1-1 0 0,0-1 1 0 0,-1 1-1 0 0,1 0 1 0 0,0 0-1 0 0,-1 0 1 0 0,1 0-1 0 0,0 1 1 0 0,0-1-1 0 0,0 1 1 0 0,-5 3 0 0 0,-1 2 28 0 0,1 0 1 0 0,0 0-1 0 0,-15 15 1 0 0,11-7-40 0 0,1 0 1 0 0,0 0-1 0 0,1 1 0 0 0,1 0 1 0 0,-12 29-1 0 0,17-36-28 0 0,0 1-1 0 0,1 0 1 0 0,0-1-1 0 0,1 1 1 0 0,0 0-1 0 0,1 0 0 0 0,0 0 1 0 0,0 1-1 0 0,1-1 1 0 0,1 0-1 0 0,0 0 1 0 0,2 11-1 0 0,-3-18-3 0 0,1 0 0 0 0,0-1 0 0 0,-1 1 0 0 0,2 0 0 0 0,-1 0 0 0 0,0 0-1 0 0,0-1 1 0 0,1 1 0 0 0,-1-1 0 0 0,1 1 0 0 0,0-1 0 0 0,0 1 0 0 0,0-1-1 0 0,0 0 1 0 0,0 0 0 0 0,1 0 0 0 0,-1 0 0 0 0,0-1 0 0 0,1 1 0 0 0,0 0-1 0 0,-1-1 1 0 0,1 0 0 0 0,0 0 0 0 0,0 0 0 0 0,-1 0 0 0 0,1 0 0 0 0,0 0-1 0 0,0-1 1 0 0,0 1 0 0 0,0-1 0 0 0,0 0 0 0 0,0 0 0 0 0,0 0 0 0 0,0 0-1 0 0,5-2 1 0 0,1 1 7 0 0,-1-2 0 0 0,1 1-1 0 0,0-1 1 0 0,-1 0 0 0 0,0-1-1 0 0,0 0 1 0 0,0 0 0 0 0,-1-1-1 0 0,1 0 1 0 0,12-10 0 0 0,-6 0 3 0 0,0-1 0 0 0,-1 0 0 0 0,0-1 0 0 0,-1-1 1 0 0,-1 0-1 0 0,-1 0 0 0 0,-1-1 0 0 0,0 0 0 0 0,-2-1 0 0 0,8-26 1 0 0,3-26-15 0 0,13-111 0 0 0,-20 104 82 0 0,-4 0 0 0 0,-4-82 0 0 0,-3 156-44 0 0,-1-1 0 0 0,1 1 1 0 0,-1 0-1 0 0,-1 0 0 0 0,1 0 1 0 0,-3-7-1 0 0,4 12-31 0 0,-1 0-1 0 0,1 0 0 0 0,0-1 1 0 0,0 1-1 0 0,-1 0 1 0 0,1 0-1 0 0,0-1 0 0 0,0 1 1 0 0,-1 0-1 0 0,1 0 1 0 0,0 0-1 0 0,-1-1 0 0 0,1 1 1 0 0,0 0-1 0 0,-1 0 1 0 0,1 0-1 0 0,0 0 0 0 0,-1 0 1 0 0,1 0-1 0 0,0 0 1 0 0,-1 0-1 0 0,1 0 0 0 0,-1 0 1 0 0,1 0-1 0 0,0 0 1 0 0,-1 0-1 0 0,1 0 0 0 0,0 0 1 0 0,-1 0-1 0 0,1 0 1 0 0,0 0-1 0 0,-1 0 0 0 0,1 1 1 0 0,0-1-1 0 0,-1 0 1 0 0,-10 8 65 0 0,0 8 27 0 0,1 0-1 0 0,1 1 1 0 0,1 0-1 0 0,0 1 0 0 0,-9 30 1 0 0,2-1 71 0 0,2 0 0 0 0,2 1-1 0 0,2 0 1 0 0,2 0 0 0 0,0 80 0 0 0,7-100-303 0 0,2-1 0 0 0,2 1 0 0 0,0-1-1 0 0,14 45 1 0 0,-12-53-449 0 0,1 0 0 0 0,2 0 0 0 0,0 0 0 0 0,0-1 0 0 0,2-1 0 0 0,25 33 0 0 0,-3-16-3730 0 0,6-2-2204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7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12 121 1848 0 0,'-1'-1'258'0'0,"0"0"0"0"0,0 0 0 0 0,0 0-1 0 0,0-1 1 0 0,0 1 0 0 0,0 0 0 0 0,1 0-1 0 0,-1 0 1 0 0,0-1 0 0 0,1 1 0 0 0,-1 0 0 0 0,1-1-1 0 0,-1 1 1 0 0,1-1 0 0 0,0 1 0 0 0,0 0 0 0 0,0-1-1 0 0,0 1 1 0 0,0-1 0 0 0,0 1 0 0 0,0-1-1 0 0,0 1 1 0 0,1-3 0 0 0,0 1-5 0 0,0 0 0 0 0,0 0 1 0 0,1 0-1 0 0,0 1 0 0 0,-1-1 0 0 0,1 0 0 0 0,0 1 0 0 0,0-1 1 0 0,0 1-1 0 0,4-3 0 0 0,2-2 167 0 0,1 0 1 0 0,0 0-1 0 0,1 1 1 0 0,0 0-1 0 0,13-5 1 0 0,-18 9-370 0 0,1 0 1 0 0,-1 0 0 0 0,1 1 0 0 0,-1 0 0 0 0,1 0 0 0 0,0 0 0 0 0,0 1 0 0 0,-1 0 0 0 0,1 0 0 0 0,0 0 0 0 0,-1 1 0 0 0,1 0 0 0 0,0 0 0 0 0,-1 0 0 0 0,1 1 0 0 0,-1 0-1 0 0,1 0 1 0 0,-1 0 0 0 0,0 0 0 0 0,0 1 0 0 0,0 0 0 0 0,0 0 0 0 0,0 1 0 0 0,-1-1 0 0 0,0 1 0 0 0,1 0 0 0 0,-1 0 0 0 0,-1 1 0 0 0,1-1 0 0 0,-1 1 0 0 0,1 0-1 0 0,-1-1 1 0 0,-1 2 0 0 0,1-1 0 0 0,-1 0 0 0 0,0 0 0 0 0,0 1 0 0 0,0-1 0 0 0,-1 1 0 0 0,0-1 0 0 0,0 1 0 0 0,0 0 0 0 0,-1 0 0 0 0,0-1 0 0 0,0 1 0 0 0,0 0-1 0 0,-2 7 1 0 0,-1 4-24 0 0,-1-1-1 0 0,-1 1 0 0 0,0-1 0 0 0,-1 0 0 0 0,-1 0 1 0 0,0-1-1 0 0,-1 1 0 0 0,-1-2 0 0 0,-18 24 0 0 0,0-15 86 0 0,25-21-96 0 0,1-3-12 0 0,0 1-1 0 0,0-1 0 0 0,1 1 0 0 0,-1-1 0 0 0,0 0 1 0 0,0 1-1 0 0,1-1 0 0 0,-1 0 0 0 0,0 1 0 0 0,1-1 1 0 0,-1 0-1 0 0,1 0 0 0 0,-2-2 0 0 0,2-5 4 0 0,1 0-1 0 0,0 0 1 0 0,0 0 0 0 0,0-1 0 0 0,1 1-1 0 0,0 0 1 0 0,1 1 0 0 0,0-1-1 0 0,7-13 1 0 0,-2 4 8 0 0,2 1 0 0 0,0-1 0 0 0,17-19 1 0 0,-19 26-238 0 0,2-1 1 0 0,-1 2 0 0 0,1-1 0 0 0,1 1 0 0 0,0 1 0 0 0,0 0-1 0 0,22-12 1 0 0,-23 16 36 0 0,0 0 0 0 0,-1 1 0 0 0,1 0-1 0 0,1 0 1 0 0,-1 1 0 0 0,0 0 0 0 0,0 1 0 0 0,1 0-1 0 0,-1 1 1 0 0,1 0 0 0 0,10 2 0 0 0,112 21-4966 0 0,-16-1 1814 0 0,-37-16 4270 0 0,-77-6-708 0 0,0 0-1 0 0,0 0 0 0 0,0-1 0 0 0,0 1 1 0 0,0-1-1 0 0,0 1 0 0 0,0-1 0 0 0,0 0 1 0 0,0 0-1 0 0,-1 0 0 0 0,1-1 0 0 0,0 1 1 0 0,-1-1-1 0 0,1 1 0 0 0,-1-1 0 0 0,1 0 1 0 0,-1 0-1 0 0,0 0 0 0 0,0 0 0 0 0,3-4 0 0 0,-4 4-70 0 0,0 0-1 0 0,0 0 0 0 0,0-1 1 0 0,0 1-1 0 0,-1 0 0 0 0,1 0 1 0 0,-1 0-1 0 0,0-1 0 0 0,1 1 0 0 0,-1 0 1 0 0,0 0-1 0 0,0-1 0 0 0,-1 1 1 0 0,1 0-1 0 0,0 0 0 0 0,-1-1 0 0 0,1 1 1 0 0,-1 0-1 0 0,0 0 0 0 0,0 0 1 0 0,0 0-1 0 0,0 0 0 0 0,0 0 1 0 0,0 0-1 0 0,0 0 0 0 0,-1 0 0 0 0,1 1 1 0 0,-1-1-1 0 0,-1-2 0 0 0,1 3-86 0 0,1-1-1 0 0,-1 0 1 0 0,0 1-1 0 0,0-1 1 0 0,0 0-1 0 0,0 1 1 0 0,0 0-1 0 0,0 0 1 0 0,0-1-1 0 0,0 1 0 0 0,0 1 1 0 0,-1-1-1 0 0,1 0 1 0 0,0 0-1 0 0,-1 1 1 0 0,1-1-1 0 0,0 1 1 0 0,-5 0-1 0 0,3 0-31 0 0,0 1-1 0 0,0-1 0 0 0,0 1 0 0 0,0 0 1 0 0,0 0-1 0 0,0 1 0 0 0,0-1 1 0 0,0 1-1 0 0,0 0 0 0 0,-3 3 1 0 0,-3 2-22 0 0,0 0 1 0 0,0 1 0 0 0,1 0-1 0 0,1 1 1 0 0,-1 0-1 0 0,-11 16 1 0 0,12-12-12 0 0,0 0-1 0 0,0 0 0 0 0,1 1 1 0 0,-7 20-1 0 0,12-29-4 0 0,0 0 0 0 0,1 0 0 0 0,0 0 1 0 0,0 0-1 0 0,0 0 0 0 0,0 1 0 0 0,1-1 0 0 0,0 0 0 0 0,0 0 0 0 0,0 0 0 0 0,1 1 1 0 0,0-1-1 0 0,0 0 0 0 0,0 0 0 0 0,0 0 0 0 0,4 8 0 0 0,-4-11 4 0 0,1 1 0 0 0,-1-1 0 0 0,1 0 0 0 0,-1 0 0 0 0,1 0 0 0 0,-1 0 0 0 0,1 0 0 0 0,0-1 0 0 0,0 1 0 0 0,0 0 0 0 0,0-1 0 0 0,0 0 0 0 0,1 1 0 0 0,-1-1 0 0 0,0 0 0 0 0,1 0 0 0 0,-1 0 0 0 0,0 0 0 0 0,5 0 0 0 0,-3 0 1 0 0,0-1 0 0 0,0 0 0 0 0,1 0 0 0 0,-1 0-1 0 0,0-1 1 0 0,0 0 0 0 0,0 1 0 0 0,1-1 0 0 0,-1-1-1 0 0,7-2 1 0 0,-2 0 5 0 0,-1 0 0 0 0,0-1 0 0 0,0 0 0 0 0,-1 0 0 0 0,1-1 0 0 0,-1 1-1 0 0,0-2 1 0 0,-1 1 0 0 0,0-1 0 0 0,7-9 0 0 0,1-7 2 0 0,-2-1 0 0 0,18-50-1 0 0,-9 22 277 0 0,-20 50-265 0 0,3-6-4 0 0,-3 10-15 0 0,0 1 0 0 0,0-1 0 0 0,0 0 0 0 0,0 0 0 0 0,-1 1 0 0 0,1-1 0 0 0,-1 0 0 0 0,0 1 0 0 0,1-1 0 0 0,-1 1 0 0 0,-1 4 0 0 0,-3 35 25 0 0,2-19-42 0 0,1-15-200 0 0,1 0-1 0 0,0 0 1 0 0,1 0 0 0 0,0 0 0 0 0,0 0 0 0 0,1 0 0 0 0,0 0-1 0 0,0 0 1 0 0,4 8 0 0 0,-3-12-304 0 0,-1 0 1 0 0,0 1-1 0 0,1-1 0 0 0,0 0 1 0 0,0 0-1 0 0,0-1 0 0 0,1 1 0 0 0,-1-1 1 0 0,1 1-1 0 0,0-1 0 0 0,-1 0 1 0 0,2 0-1 0 0,-1-1 0 0 0,0 1 1 0 0,9 2-1 0 0,7 3-3199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8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286 498 1360 0 0,'4'-12'910'0'0,"0"1"0"0"0,-1-2 0 0 0,-1 1 0 0 0,0 0 0 0 0,-1-1 0 0 0,0 1 0 0 0,-1 0 0 0 0,0-1 0 0 0,-1 1 0 0 0,0-1 0 0 0,-1 1 0 0 0,-6-21 0 0 0,8 32-866 0 0,-1-1 0 0 0,0 1 1 0 0,1 0-1 0 0,-1 0 0 0 0,0-1 0 0 0,0 1 1 0 0,0 0-1 0 0,0 0 0 0 0,0 0 0 0 0,0 0 1 0 0,-1 0-1 0 0,1 0 0 0 0,0 0 0 0 0,0 0 1 0 0,-1 0-1 0 0,1 1 0 0 0,0-1 0 0 0,-1 1 1 0 0,1-1-1 0 0,-1 1 0 0 0,1-1 0 0 0,-1 1 1 0 0,1 0-1 0 0,-1 0 0 0 0,1-1 0 0 0,-1 1 1 0 0,1 0-1 0 0,-1 1 0 0 0,1-1 0 0 0,-1 0 1 0 0,1 0-1 0 0,-1 1 0 0 0,1-1 0 0 0,-1 0 1 0 0,1 1-1 0 0,-3 1 0 0 0,-6 1 72 0 0,1 1 0 0 0,-1 1 0 0 0,-17 11 0 0 0,9-4-63 0 0,0 1 1 0 0,1 0-1 0 0,1 2 1 0 0,0 0-1 0 0,1 1 1 0 0,1 0-1 0 0,0 1 1 0 0,1 1-1 0 0,-15 28 0 0 0,25-42-51 0 0,1 1 0 0 0,0 0-1 0 0,0-1 1 0 0,1 1 0 0 0,-1 0-1 0 0,1 0 1 0 0,0 0-1 0 0,0 0 1 0 0,0 0 0 0 0,1 0-1 0 0,0 0 1 0 0,0 0-1 0 0,1 6 1 0 0,0-8-3 0 0,-1 0 0 0 0,1-1 0 0 0,0 1 0 0 0,0-1-1 0 0,1 0 1 0 0,-1 1 0 0 0,0-1 0 0 0,1 0 0 0 0,-1 0 0 0 0,1 1 0 0 0,0-1 0 0 0,0-1 0 0 0,0 1 0 0 0,0 0-1 0 0,0 0 1 0 0,0-1 0 0 0,0 1 0 0 0,1-1 0 0 0,-1 0 0 0 0,0 1 0 0 0,1-1 0 0 0,-1 0 0 0 0,1-1-1 0 0,0 1 1 0 0,-1 0 0 0 0,4 0 0 0 0,2 0-38 0 0,1 0 0 0 0,-1-1-1 0 0,1 0 1 0 0,-1 0 0 0 0,1 0 0 0 0,-1-1 0 0 0,1-1-1 0 0,-1 1 1 0 0,0-2 0 0 0,1 1 0 0 0,-1-1-1 0 0,0 0 1 0 0,-1 0 0 0 0,1-1 0 0 0,0 0 0 0 0,6-6-1 0 0,0 0-102 0 0,0 0-1 0 0,0-1 0 0 0,-2-1 0 0 0,1 0 0 0 0,-1 0 0 0 0,19-28 0 0 0,-15 15 2 0 0,-2 0 0 0 0,-1-1-1 0 0,-1 0 1 0 0,-1-1 0 0 0,10-38 0 0 0,24-143 151 0 0,-42 194 33 0 0,0-4 132 0 0,0 0 0 0 0,-1-21-1 0 0,-13 58 55 0 0,1 12-91 0 0,2-1 0 0 0,0 1 0 0 0,3 0 1 0 0,-4 47-1 0 0,8-56-112 0 0,1 0 1 0 0,0 0 0 0 0,2 0-1 0 0,0 0 1 0 0,2 0 0 0 0,0-1 0 0 0,2 1-1 0 0,8 21 1 0 0,-11-33-23 0 0,1-1 0 0 0,1 1 0 0 0,-1-1 0 0 0,1 0 0 0 0,1 0 0 0 0,0-1 0 0 0,0 1 0 0 0,1-1 0 0 0,0 0 0 0 0,0-1-1 0 0,0 0 1 0 0,1 0 0 0 0,1-1 0 0 0,-1 0 0 0 0,1 0 0 0 0,0-1 0 0 0,0 0 0 0 0,0 0 0 0 0,12 3 0 0 0,-16-7-4 0 0,0 1 1 0 0,1-1-1 0 0,-1 0 0 0 0,0-1 0 0 0,1 1 0 0 0,-1-1 1 0 0,1 0-1 0 0,-1-1 0 0 0,1 1 0 0 0,-1-1 1 0 0,1 0-1 0 0,-1 0 0 0 0,0-1 0 0 0,0 1 0 0 0,0-1 1 0 0,0-1-1 0 0,0 1 0 0 0,0-1 0 0 0,0 1 1 0 0,-1-1-1 0 0,1-1 0 0 0,-1 1 0 0 0,0-1 0 0 0,0 1 1 0 0,0-1-1 0 0,0 0 0 0 0,-1-1 0 0 0,5-6 1 0 0,3-6 235 0 0,-1-1 0 0 0,0 0 0 0 0,-1-1 0 0 0,-2 0 0 0 0,1 0 0 0 0,4-24 1 0 0,-4 8 1332 0 0,-8 30-1193 0 0,-5 23-253 0 0,-1 4-226 0 0,-14 73 519 0 0,19-85-688 0 0,0 1-1 0 0,0-1 1 0 0,1 0-1 0 0,0 0 1 0 0,1 0-1 0 0,1 0 0 0 0,2 14 1 0 0,-4-24 218 0 0,9 21-2755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8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78 48 0 0,'-17'-17'2336'0'0,"3"3"-452"0"0,0 0-491 0 0,0 2-193 0 0,2 4-348 0 0,4 1 452 0 0,-8 2-484 0 0,3 12-420 0 0,2 8-704 0 0,11-5-516 0 0,-1 4-820 0 0,-1-2-701 0 0,4 4-387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8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23 392 0 0,'-2'-1'2442'0'0,"-6"-4"-459"0"0,-16-11 3822 0 0,22 16-5684 0 0,0 1 0 0 0,1-1 1 0 0,0 1-1 0 0,-1 0 1 0 0,1-1-1 0 0,-1 1 0 0 0,1 0 1 0 0,0 0-1 0 0,0 0 1 0 0,-1 0-1 0 0,-1 2 0 0 0,0 5 98 0 0,0 0 0 0 0,0-1 0 0 0,0 1 0 0 0,1 0 0 0 0,0 1 0 0 0,0 7 0 0 0,-2 9 54 0 0,-12 61 196 0 0,15-74-423 0 0,0 0 0 0 0,1 0 0 0 0,0 0 0 0 0,0 0 0 0 0,4 15 0 0 0,-4-25-36 0 0,1 0 1 0 0,-1 0-1 0 0,1 0 0 0 0,0 0 1 0 0,0 0-1 0 0,-1-1 1 0 0,1 1-1 0 0,1 0 1 0 0,-1 0-1 0 0,0-1 0 0 0,0 1 1 0 0,1 0-1 0 0,-1-1 1 0 0,0 0-1 0 0,1 1 0 0 0,0-1 1 0 0,-1 0-1 0 0,1 0 1 0 0,3 2-1 0 0,-1-1 2 0 0,0-1-1 0 0,0 0 0 0 0,0 1 1 0 0,0-2-1 0 0,0 1 0 0 0,1 0 1 0 0,-1-1-1 0 0,0 0 0 0 0,5 0 1 0 0,8-2 19 0 0,-1 0 1 0 0,0-1 0 0 0,29-10-1 0 0,-25 6-24 0 0,-1 0 0 0 0,-1-2 0 0 0,0 0 0 0 0,0-1-1 0 0,-1 0 1 0 0,0-2 0 0 0,-1 0 0 0 0,0-1 0 0 0,-1 0-1 0 0,0-1 1 0 0,-1-1 0 0 0,-1 0 0 0 0,12-18 0 0 0,15-20-12 0 0,-39 52 21 0 0,0 3-23 0 0,-1-1 8 0 0,0 0-1 0 0,1 0 1 0 0,-1 1-1 0 0,0-1 0 0 0,1 0 1 0 0,-1 0-1 0 0,0 1 1 0 0,0-1-1 0 0,0 0 0 0 0,0 1 1 0 0,0-1-1 0 0,-1 0 1 0 0,1 1-1 0 0,0-1 0 0 0,0 0 1 0 0,-1 0-1 0 0,1 1 1 0 0,-1-1-1 0 0,1 0 0 0 0,-2 1 1 0 0,-1 7 15 0 0,-4 28-159 0 0,3-17 250 0 0,-2 39 0 0 0,6-54-325 0 0,0 1 0 0 0,0 0-1 0 0,1 0 1 0 0,-1 0 0 0 0,1-1 0 0 0,1 1 0 0 0,-1 0 0 0 0,1-1 0 0 0,0 1-1 0 0,0-1 1 0 0,4 7 0 0 0,-4-10-277 0 0,-1 0-1 0 0,1 0 1 0 0,0 0-1 0 0,0 0 1 0 0,0 0-1 0 0,0 0 1 0 0,0 0-1 0 0,0-1 1 0 0,0 1-1 0 0,1-1 1 0 0,3 2-1 0 0,5 0-3809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8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74 2080 0 0,'1'-4'563'0'0,"-1"-1"-1"0"0,0 0 1 0 0,0 1 0 0 0,0-1-1 0 0,-1 0 1 0 0,0 1 0 0 0,0-1-1 0 0,0 1 1 0 0,0-1-1 0 0,-1 1 1 0 0,0 0 0 0 0,0-1-1 0 0,0 1 1 0 0,-3-5 0 0 0,3 8-313 0 0,-2 3 82 0 0,3-2-317 0 0,0 0 0 0 0,1 0 0 0 0,-1 0-1 0 0,1 1 1 0 0,-1-1 0 0 0,1 0 0 0 0,-1 0 0 0 0,0 0-1 0 0,1 1 1 0 0,-1-1 0 0 0,1 0 0 0 0,-1 1-1 0 0,1-1 1 0 0,-1 0 0 0 0,1 1 0 0 0,0-1 0 0 0,-1 1-1 0 0,1-1 1 0 0,-1 1 0 0 0,1-1 0 0 0,0 1 0 0 0,-1-1-1 0 0,1 1 1 0 0,0-1 0 0 0,0 1 0 0 0,0-1-1 0 0,-1 1 1 0 0,1 1 0 0 0,0 2 9 0 0,0 0 0 0 0,0 0 0 0 0,0 1 1 0 0,0-1-1 0 0,1 0 0 0 0,0 0 0 0 0,0 0 0 0 0,0 0 0 0 0,0 0 0 0 0,4 8 1 0 0,26 41 189 0 0,-5-9 23 0 0,-22-37-41 0 0,-1 1-1 0 0,0-1 0 0 0,0 1 1 0 0,-1 0-1 0 0,0 0 0 0 0,-1 0 1 0 0,2 9-1 0 0,-3-12-89 0 0,0-1 0 0 0,-1 0 0 0 0,1 0 1 0 0,-1 0-1 0 0,0 0 0 0 0,0 0 0 0 0,0 0 0 0 0,-1 0 0 0 0,1 0 0 0 0,-1 0 0 0 0,0 0 0 0 0,0-1 0 0 0,0 1 1 0 0,-1-1-1 0 0,-4 7 0 0 0,-2-2-48 0 0,1 1 0 0 0,-1-2 0 0 0,-1 1 0 0 0,1-1 1 0 0,-1 0-1 0 0,-1-1 0 0 0,1 0 0 0 0,-1-1 0 0 0,0 0 0 0 0,0-1 1 0 0,0 0-1 0 0,-13 2 0 0 0,14-4-526 0 0,0 0 0 0 0,0-1 0 0 0,0 0 0 0 0,0-1 0 0 0,-11-1 0 0 0,2 0-1624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9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1 616 0 0,'-3'0'2428'0'0,"-25"7"3652"0"0,26-7-5126 0 0,1 0-832 0 0,1 0 1 0 0,-1 1-1 0 0,1-1 0 0 0,-1 0 1 0 0,1 0-1 0 0,-1 0 1 0 0,1 0-1 0 0,-1 0 1 0 0,1 1-1 0 0,0-1 1 0 0,-1 0-1 0 0,1 0 1 0 0,-1 0-1 0 0,1 1 1 0 0,0-1-1 0 0,-1 0 1 0 0,1 1-1 0 0,0-1 1 0 0,-1 0-1 0 0,1 1 1 0 0,0-1-1 0 0,0 1 0 0 0,-1-1 1 0 0,1 0-1 0 0,0 1 1 0 0,0-1-1 0 0,0 1 1 0 0,-1 0-1 0 0,11 5 1490 0 0,22 0-848 0 0,21-2-516 0 0,41 3-132 0 0,-30 6-9068 0 0,-48-9 3939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29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1036 0 0,'-52'29'9644'0'0,"52"-29"-9571"0"0,0 1-1 0 0,0-1 0 0 0,-1 0 1 0 0,1 1-1 0 0,0-1 0 0 0,0 0 0 0 0,0 1 1 0 0,0-1-1 0 0,0 1 0 0 0,0-1 1 0 0,0 0-1 0 0,0 1 0 0 0,0-1 1 0 0,0 1-1 0 0,0-1 0 0 0,0 0 0 0 0,0 1 1 0 0,0-1-1 0 0,0 0 0 0 0,0 1 1 0 0,0-1-1 0 0,1 1 0 0 0,-1-1 1 0 0,0 0-1 0 0,0 1 0 0 0,1-1 0 0 0,30 2 358 0 0,0-2 0 0 0,0-1 0 0 0,33-5-1 0 0,2-1-1316 0 0,47-3-5488 0 0,-70 6 1690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30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599 160 1156 0 0,'-24'-15'5202'0'0,"16"10"-3146"0"0,0-1 0 0 0,0 1-1 0 0,-8-9 1 0 0,15 13-1690 0 0,0 1-343 0 0,1 0-1 0 0,0 0 0 0 0,0 0 0 0 0,-1 0 1 0 0,1 0-1 0 0,0 0 0 0 0,0 0 0 0 0,-1 0 1 0 0,1 0-1 0 0,0 0 0 0 0,0 0 0 0 0,-1 0 1 0 0,1 0-1 0 0,0 0 0 0 0,0 0 0 0 0,-1 0 1 0 0,1 0-1 0 0,0 0 0 0 0,0 0 0 0 0,0 0 1 0 0,-1-1-1 0 0,1 1 0 0 0,0 0 0 0 0,0 0 1 0 0,0 0-1 0 0,-1 0 0 0 0,1-1 0 0 0,0 1 1 0 0,0 0-1 0 0,0 0 0 0 0,0 0 0 0 0,-1-1 1 0 0,1 1-1 0 0,0 0 0 0 0,0 0 0 0 0,0-1 0 0 0,0 1 1 0 0,0-1-1 0 0,6-9 310 0 0,15-8-176 0 0,-20 17-94 0 0,2-1-44 0 0,-1 0 0 0 0,1 0-1 0 0,-1 0 1 0 0,0 0-1 0 0,0-1 1 0 0,0 1-1 0 0,0-1 1 0 0,0 0-1 0 0,0 1 1 0 0,-1-1 0 0 0,1 0-1 0 0,-1 0 1 0 0,0 0-1 0 0,0 0 1 0 0,0 0-1 0 0,0 0 1 0 0,-1 0-1 0 0,1-5 1 0 0,-2 4-14 0 0,-5-4-6 0 0,-5 0 8 0 0,6 7-8 0 0,0 0 0 0 0,0 0 0 0 0,1 0-1 0 0,-1 1 1 0 0,0 0 0 0 0,0 0 0 0 0,0 0 0 0 0,1 1 0 0 0,-1-1 0 0 0,0 1 0 0 0,0 0 0 0 0,1 1 0 0 0,-1-1-1 0 0,1 1 1 0 0,-8 3 0 0 0,-10 6-4 0 0,-34 23 0 0 0,55-34 6 0 0,-18 13-8 0 0,1 0 0 0 0,0 1 0 0 0,-17 17 0 0 0,31-27 8 0 0,-1 1-1 0 0,1 0 1 0 0,0 0 0 0 0,0 0 0 0 0,1 0-1 0 0,0 1 1 0 0,-1-1 0 0 0,2 1 0 0 0,-1 0-1 0 0,1 0 1 0 0,0 0 0 0 0,0 0 0 0 0,0 0-1 0 0,1 0 1 0 0,-1 11 0 0 0,2-14 1 0 0,0 1 1 0 0,1-1 0 0 0,-1 1-1 0 0,1-1 1 0 0,0 1 0 0 0,0-1-1 0 0,0 0 1 0 0,0 0-1 0 0,1 1 1 0 0,-1-1 0 0 0,1 0-1 0 0,0 0 1 0 0,0 0 0 0 0,2 3-1 0 0,1-1 7 0 0,0 0-1 0 0,0 0 0 0 0,0-1 0 0 0,1 0 1 0 0,-1 0-1 0 0,12 6 0 0 0,2-1 20 0 0,1-1-1 0 0,0 0 1 0 0,34 7-1 0 0,22 5 588 0 0,-73-20-376 0 0,4 2 18 0 0,-3-1-195 0 0,-4 1 320 0 0,-254 94-45 0 0,218-79-268 0 0,1 2 0 0 0,1 0 0 0 0,0 3-1 0 0,-57 48 1 0 0,85-65-61 0 0,1 1 0 0 0,0-1 1 0 0,0 1-1 0 0,0 0 0 0 0,1 0 0 0 0,0 0 0 0 0,0 1 0 0 0,1-1 0 0 0,-6 15 1 0 0,8-18-3 0 0,0-1 1 0 0,1 1-1 0 0,-1 0 1 0 0,1-1-1 0 0,-1 1 1 0 0,1-1-1 0 0,0 1 1 0 0,0 0-1 0 0,0-1 1 0 0,1 1-1 0 0,-1 0 1 0 0,1-1-1 0 0,-1 1 1 0 0,1-1-1 0 0,0 1 1 0 0,0 0-1 0 0,0-1 1 0 0,0 0-1 0 0,0 1 1 0 0,1-1-1 0 0,-1 0 1 0 0,1 0-1 0 0,0 0 1 0 0,-1 0-1 0 0,1 0 1 0 0,0 0-1 0 0,0 0 1 0 0,0 0-1 0 0,0-1 1 0 0,5 3-1 0 0,9 5-39 0 0,1-1-1 0 0,0-1 1 0 0,0 0-1 0 0,1-1 1 0 0,0-1-1 0 0,0-1 1 0 0,25 3-1 0 0,47 0-2797 0 0,-4-9-4596 0 0,-40-1 1095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30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1 145 240 0 0,'6'-73'17726'0'0,"-2"18"-12153"0"0,-4 54-5696 0 0,1 0 0 0 0,-1 0 0 0 0,1 0 0 0 0,-1 0 0 0 0,1 0 0 0 0,-1 0 0 0 0,1 0 0 0 0,-1 0 0 0 0,1 0 1 0 0,0 0-1 0 0,0 0 0 0 0,0 1 0 0 0,-1-1 0 0 0,1 0 0 0 0,0 1 0 0 0,0-1 0 0 0,0 0 0 0 0,2 0 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3:24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2536 1244 0 0,'0'-16'4162'0'0,"0"10"-3451"0"0,1 0-1 0 0,-1 0 0 0 0,1 0 0 0 0,0 0 1 0 0,4-10-1 0 0,-4 14-589 0 0,0-1-1 0 0,0 1 1 0 0,0 0 0 0 0,0-1 0 0 0,0 1-1 0 0,1 0 1 0 0,-1 0 0 0 0,1 0 0 0 0,-1 0-1 0 0,1 0 1 0 0,0 0 0 0 0,0 1-1 0 0,0-1 1 0 0,0 1 0 0 0,0-1 0 0 0,4-1-1 0 0,-4 2 58 0 0,1 1-29 0 0,1 1-79 0 0,0 0 1 0 0,0 0-1 0 0,0 0 1 0 0,-1 0-1 0 0,1 1 0 0 0,0-1 1 0 0,-1 1-1 0 0,1 0 1 0 0,-1 0-1 0 0,0 0 0 0 0,0 1 1 0 0,5 4-1 0 0,36 41 500 0 0,-22-22-311 0 0,187 246 842 0 0,-113-139-312 0 0,-94-131-714 0 0,-1 0 0 0 0,1 0 0 0 0,0 0 0 0 0,0 0 0 0 0,-1-1 0 0 0,1 1 0 0 0,0 0 0 0 0,0-1 0 0 0,1 0 0 0 0,-1 1 0 0 0,0-1 0 0 0,0 0 0 0 0,1 0 0 0 0,-1 0 0 0 0,0-1-1 0 0,1 1 1 0 0,-1 0 0 0 0,1-1 0 0 0,-1 0 0 0 0,1 1 0 0 0,-1-1 0 0 0,1 0 0 0 0,-1 0 0 0 0,1-1 0 0 0,-1 1 0 0 0,1 0 0 0 0,-1-1 0 0 0,1 0 0 0 0,-1 1 0 0 0,0-1 0 0 0,1 0 0 0 0,-1 0-1 0 0,0 0 1 0 0,0-1 0 0 0,0 1 0 0 0,1-1 0 0 0,-2 1 0 0 0,1-1 0 0 0,4-3 0 0 0,10-10-17 0 0,-1-2-1 0 0,0 0 1 0 0,-1 0 0 0 0,-1-2-1 0 0,-1 1 1 0 0,0-2 0 0 0,-2 1-1 0 0,0-2 1 0 0,10-30 0 0 0,0-11-48 0 0,24-127 0 0 0,-14-80-8 0 0,-21-3-29 0 0,-6 144 30 0 0,-1 58-5 0 0,23-314-47 0 0,-19 340 39 0 0,3 0-1 0 0,1 0 0 0 0,2 1 1 0 0,2 0-1 0 0,2 1 0 0 0,34-62 0 0 0,-22 53-4 0 0,3 2 1 0 0,1 1-1 0 0,3 2 0 0 0,46-48 0 0 0,-73 86 6 0 0,0 1 0 0 0,0 0 1 0 0,0 0-1 0 0,1 1 0 0 0,0 0 0 0 0,1 0 1 0 0,-1 1-1 0 0,13-5 0 0 0,-11 7 1 0 0,1 1 0 0 0,-1 0 0 0 0,0 0-1 0 0,1 1 1 0 0,-1 0 0 0 0,1 1 0 0 0,-1 0 0 0 0,1 1 0 0 0,13 3-1 0 0,15 5 11 0 0,51 17 0 0 0,8 3-24 0 0,12-4 22 0 0,-21-3 3 0 0,102 10 1 0 0,-67-20-1 0 0,446 36 34 0 0,697-48 8 0 0,-1161-6-30 0 0,489-28-12 0 0,-2-21-13 0 0,37-25 10 0 0,662-51 15 0 0,-915 96-13 0 0,-304 28 8 0 0,1058-92-1 0 0,532-15 50 0 0,-351 29-28 0 0,835-13-46 0 0,-280 53 44 0 0,-1030 40-26 0 0,292-2-7 0 0,-940 6-8 0 0,151-4 10 0 0,-6-19-1 0 0,-263 17-3 0 0,-70 6 5 0 0,1 1-9 0 0,1 1 8 0 0,28-4 11 0 0,-23 2-6 0 0,-7 1 3 0 0,5-1 251 0 0,-4 0-691 0 0,-82 5-11352 0 0,55-3 7057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29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47 1408 0 0,'10'-31'10228'0'0,"-9"31"-10150"0"0,-1-1 0 0 0,0 1-1 0 0,0-1 1 0 0,0 0 0 0 0,0 1-1 0 0,0-1 1 0 0,0 1 0 0 0,0-1 0 0 0,0 1-1 0 0,0-1 1 0 0,0 1 0 0 0,-1-1-1 0 0,1 0 1 0 0,0 1 0 0 0,0-1-1 0 0,0 1 1 0 0,-1-1 0 0 0,1 1-1 0 0,0-1 1 0 0,0 1 0 0 0,-1 0-1 0 0,1-1 1 0 0,-1 1 0 0 0,1-1-1 0 0,0 1 1 0 0,-1 0 0 0 0,1-1 0 0 0,-1 1-1 0 0,1 0 1 0 0,-1-1 0 0 0,0 1-1 0 0,0 0-4 0 0,0 0 0 0 0,0 0 0 0 0,-1 0-1 0 0,1 1 1 0 0,0-1 0 0 0,0 0 0 0 0,0 1-1 0 0,0-1 1 0 0,0 1 0 0 0,0-1 0 0 0,0 1-1 0 0,0-1 1 0 0,0 1 0 0 0,-1 1 0 0 0,-5 3 110 0 0,1 1 1 0 0,0 0-1 0 0,-8 11 1 0 0,-21 31 533 0 0,-55 106 0 0 0,-9 63-229 0 0,-4 51-283 0 0,81-199 34 0 0,3 0 1 0 0,-9 75-1 0 0,22-103-308 0 0,3 0-1 0 0,1 0 1 0 0,2 0-1 0 0,9 77 1 0 0,-3-87-305 0 0,0-1 0 0 0,2 0 0 0 0,2 0 0 0 0,0 0-1 0 0,2-1 1 0 0,2-1 0 0 0,20 34 0 0 0,-22-43-862 0 0,20 23-1 0 0,3-5-3490 0 0,-8-14-1122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2 136 1376 0 0,'-1'-9'872'0'0,"1"0"-1"0"0,0 0 1 0 0,0-1-1 0 0,0 1 1 0 0,1 0-1 0 0,1 0 0 0 0,-1 0 1 0 0,4-10-1 0 0,-3 16-760 0 0,-1 0-1 0 0,0 0 1 0 0,1 1-1 0 0,-1-1 0 0 0,1 1 1 0 0,0 0-1 0 0,0-1 1 0 0,0 1-1 0 0,0 0 0 0 0,0 0 1 0 0,0 0-1 0 0,1 0 1 0 0,-1 1-1 0 0,0-1 0 0 0,1 0 1 0 0,0 1-1 0 0,-1 0 0 0 0,1 0 1 0 0,0 0-1 0 0,0 0 1 0 0,0 0-1 0 0,-1 0 0 0 0,1 1 1 0 0,0-1-1 0 0,0 1 1 0 0,0 0-1 0 0,0 0 0 0 0,0 0 1 0 0,4 1-1 0 0,-1-1-16 0 0,0 1 0 0 0,0 0 0 0 0,0 0 0 0 0,0 0 0 0 0,0 1 0 0 0,0 0 0 0 0,0 0 0 0 0,-1 0 0 0 0,1 1 0 0 0,-1 0 0 0 0,1 0 0 0 0,-1 0 0 0 0,0 1 0 0 0,0-1 0 0 0,-1 1 0 0 0,1 0 0 0 0,-1 1 0 0 0,0-1 0 0 0,0 1 0 0 0,0 0 0 0 0,-1 0 0 0 0,1 0 0 0 0,-1 1 0 0 0,4 10 0 0 0,-4-8 6 0 0,0 0-1 0 0,-1 1 1 0 0,0 0-1 0 0,0 0 0 0 0,-1-1 1 0 0,0 1-1 0 0,0 0 1 0 0,-1 0-1 0 0,-1 0 1 0 0,1 0-1 0 0,-1 0 1 0 0,-1 0-1 0 0,0 0 1 0 0,0-1-1 0 0,-1 1 1 0 0,-5 11-1 0 0,-6 6 71 0 0,-1-1 1 0 0,-1-1-1 0 0,-1-1 0 0 0,-1 0 0 0 0,-22 20 1 0 0,14-19 62 0 0,20-22-146 0 0,16-15-100 0 0,47-48 1 0 0,72-82-44 0 0,-98 105 38 0 0,49-79 1 0 0,-68 88-39 0 0,-12 27 28 0 0,-2 3-53 0 0,-2 1 79 0 0,1-1 0 0 0,-1 1 1 0 0,1 0-1 0 0,0 0 0 0 0,0 1 0 0 0,0-1 0 0 0,0 1 0 0 0,1 0 1 0 0,-1-1-1 0 0,0 1 0 0 0,1 0 0 0 0,0 0 0 0 0,0 1 1 0 0,0-1-1 0 0,-3 6 0 0 0,-2 7 21 0 0,0-1 0 0 0,-7 21 1 0 0,10-22 19 0 0,1 0 0 0 0,0 0 0 0 0,1 1 1 0 0,0-1-1 0 0,1 0 0 0 0,1 1 1 0 0,0-1-1 0 0,1 0 0 0 0,1 1 0 0 0,3 15 1 0 0,-2-20-416 0 0,0 1 0 0 0,1-1 0 0 0,0 1 0 0 0,0-1 0 0 0,11 17 0 0 0,-10-19-653 0 0,1-1-1 0 0,0 0 1 0 0,0 0-1 0 0,0-1 1 0 0,0 1-1 0 0,1-1 1 0 0,13 8-1 0 0,-5-6-4168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0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47 580 0 0,'9'-20'8872'0'0,"6"-7"-221"0"0,-5 35-7256 0 0,-8 10-970 0 0,0-1 0 0 0,-1 1 1 0 0,0 0-1 0 0,-2 0 0 0 0,0 0 0 0 0,-6 27 0 0 0,-1 35-2788 0 0,8-69 603 0 0,0-1-1 0 0,0 1 0 0 0,1-1 1 0 0,1 1-1 0 0,3 12 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13 143 592 0 0,'-7'-49'12542'0'0,"1"2"-4762"0"0,6 45-7413 0 0,3-2 42 0 0,-3 4-396 0 0,0 0 0 0 0,0-1 0 0 0,0 1-1 0 0,0 0 1 0 0,0-1 0 0 0,0 1 0 0 0,0 0 0 0 0,0-1 0 0 0,0 1 0 0 0,1 0 0 0 0,-1-1 0 0 0,0 1 0 0 0,0 0 0 0 0,0-1 0 0 0,1 1 0 0 0,-1 0 0 0 0,0 0 0 0 0,0-1-1 0 0,1 1 1 0 0,-1 0 0 0 0,0 0 0 0 0,0-1 0 0 0,1 1 0 0 0,-1 0 0 0 0,1 0 0 0 0,21-6 120 0 0,1 1-1 0 0,0 1 1 0 0,0 1 0 0 0,35 0-1 0 0,-30 2-448 0 0,6-1-1630 0 0,21-1-3251 0 0,-20-1-1386 0 0,-17 1 340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1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408 118 348 0 0,'2'-3'519'0'0,"-1"1"0"0"0,1-1-1 0 0,-1 0 1 0 0,0 0 0 0 0,0 0 0 0 0,0 0 0 0 0,-1 0-1 0 0,1 0 1 0 0,-1 0 0 0 0,1-1 0 0 0,-1 1 0 0 0,0 0-1 0 0,0 0 1 0 0,0 0 0 0 0,-1 0 0 0 0,1 0 0 0 0,-1-1-1 0 0,0 1 1 0 0,0 0 0 0 0,0 0 0 0 0,0 1 0 0 0,0-1-1 0 0,-1 0 1 0 0,1 0 0 0 0,-1 0 0 0 0,0 1 0 0 0,-2-3-1 0 0,2 2-331 0 0,0 0-1 0 0,-1 0 1 0 0,0 1-1 0 0,1-1 1 0 0,-1 1-1 0 0,0 0 0 0 0,0 0 1 0 0,0 0-1 0 0,-1 0 1 0 0,1 1-1 0 0,0-1 0 0 0,-1 1 1 0 0,1 0-1 0 0,-1 0 1 0 0,1 0-1 0 0,-1 0 1 0 0,0 1-1 0 0,1 0 0 0 0,-1-1 1 0 0,1 1-1 0 0,-1 0 1 0 0,0 1-1 0 0,-5 0 0 0 0,-5 3-38 0 0,0 1 0 0 0,0 1-1 0 0,0 0 1 0 0,0 1 0 0 0,1 0-1 0 0,0 1 1 0 0,1 0 0 0 0,0 1-1 0 0,0 0 1 0 0,-13 15 0 0 0,2-1-43 0 0,2 1 0 0 0,1 1 0 0 0,-31 50 0 0 0,44-64-88 0 0,1 1 0 0 0,0-1-1 0 0,1 2 1 0 0,0-1-1 0 0,1 0 1 0 0,0 1 0 0 0,-3 25-1 0 0,6-35-10 0 0,1 1 0 0 0,-1-1 0 0 0,1 1 0 0 0,0-1 0 0 0,1 1-1 0 0,-1-1 1 0 0,0 1 0 0 0,1-1 0 0 0,0 1 0 0 0,0-1 0 0 0,0 0 0 0 0,0 1-1 0 0,0-1 1 0 0,1 0 0 0 0,0 0 0 0 0,-1 0 0 0 0,1 0 0 0 0,0 0 0 0 0,1 0-1 0 0,-1-1 1 0 0,0 1 0 0 0,1-1 0 0 0,-1 1 0 0 0,1-1 0 0 0,0 0 0 0 0,0 0-1 0 0,0 0 1 0 0,0 0 0 0 0,0-1 0 0 0,0 1 0 0 0,0-1 0 0 0,1 0 0 0 0,-1 0-1 0 0,4 1 1 0 0,1 0 1 0 0,0-1 0 0 0,-1 1-1 0 0,1-2 1 0 0,0 1 0 0 0,0-1-1 0 0,0 0 1 0 0,0 0-1 0 0,0-1 1 0 0,0-1 0 0 0,-1 1-1 0 0,1-1 1 0 0,14-5 0 0 0,-12 2-1 0 0,-1 0 0 0 0,1-1 0 0 0,-1 1 0 0 0,1-2 0 0 0,-2 0 0 0 0,1 0-1 0 0,-1 0 1 0 0,9-11 0 0 0,7-13 15 0 0,-1-1 0 0 0,-2-1 0 0 0,-1-1 0 0 0,17-40-1 0 0,-26 52 0 0 0,29-62 505 0 0,-39 82-464 0 0,0 2-34 0 0,-1 0-1 0 0,1 0 1 0 0,-1 0-1 0 0,0 0 0 0 0,1 1 1 0 0,-1-1-1 0 0,0 0 1 0 0,1 0-1 0 0,-1 1 1 0 0,1-1-1 0 0,-1 0 0 0 0,0 1 1 0 0,0-1-1 0 0,1 0 1 0 0,-1 1-1 0 0,0-1 0 0 0,0 0 1 0 0,1 1-1 0 0,-1-1 1 0 0,0 1-1 0 0,0-1 0 0 0,0 0 1 0 0,0 1-1 0 0,0-1 1 0 0,1 1-1 0 0,1 58 1058 0 0,-6 61-1 0 0,0-8-1973 0 0,5-79-1485 0 0,6 47 1 0 0,5-32-1586 0 0,2-19-2607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1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78 616 0 0,'18'-54'16245'0'0,"-11"31"-10689"0"0,3 32-3831 0 0,-8 6-1453 0 0,-1 0 1 0 0,-1 0 0 0 0,0 0 0 0 0,0 0 0 0 0,-2 0 0 0 0,0 0 0 0 0,-6 23 0 0 0,-3 26-2826 0 0,8-44 717 0 0,0 1-1116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1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262 137 2272 0 0,'-77'-122'13545'0'0,"77"122"-13457"0"0,0-1-1 0 0,-1 1 1 0 0,1 0 0 0 0,0-1 0 0 0,0 1-1 0 0,-1 0 1 0 0,1-1 0 0 0,0 1 0 0 0,0 0-1 0 0,0-1 1 0 0,0 1 0 0 0,0 0 0 0 0,-1-1-1 0 0,1 1 1 0 0,0-1 0 0 0,0 1 0 0 0,0 0-1 0 0,0-1 1 0 0,0 1 0 0 0,0-1 0 0 0,0 1-1 0 0,0-1 1 0 0,0 1 0 0 0,1 0 0 0 0,-1-1-1 0 0,0 1 1 0 0,0 0 0 0 0,0-1 0 0 0,0 1-1 0 0,1-1 1 0 0,-1 1 0 0 0,13-3 1297 0 0,16 11-123 0 0,-19-2-963 0 0,0 0 0 0 0,0 1 1 0 0,-1 0-1 0 0,0 1 0 0 0,-1 0 0 0 0,1 0 1 0 0,-1 1-1 0 0,6 10 0 0 0,10 13 402 0 0,18 36 1 0 0,-16-18-337 0 0,-1 0 0 0 0,-3 2 0 0 0,-2 0 0 0 0,16 64 0 0 0,-20-48-123 0 0,-3 1 0 0 0,8 137 0 0 0,-19-132-103 0 0,-4-1 0 0 0,-3 1-1 0 0,-3-1 1 0 0,-32 133 0 0 0,23-147-459 0 0,-2 0 0 0 0,-3-2 0 0 0,-3 0 0 0 0,-2-1 0 0 0,-2-2 1 0 0,-41 56-1 0 0,33-58-971 0 0,-45 48 0 0 0,60-78-483 0 0,-26 23 1 0 0,32-33-1197 0 0,-1 1 1 0 0,-28 14 0 0 0,16-13-5964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2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1 142 992 0 0,'22'-132'17851'0'0,"-22"132"-17796"0"0,1-1 0 0 0,-1 0 1 0 0,0 1-1 0 0,1-1 0 0 0,-1 0 0 0 0,1 1 0 0 0,-1-1 0 0 0,1 1 1 0 0,0-1-1 0 0,-1 1 0 0 0,1-1 0 0 0,-1 1 0 0 0,1 0 0 0 0,0-1 1 0 0,-1 1-1 0 0,1 0 0 0 0,0-1 0 0 0,0 1 0 0 0,-1 0 1 0 0,1 0-1 0 0,0 0 0 0 0,-1 0 0 0 0,1-1 0 0 0,0 1 0 0 0,0 0 1 0 0,-1 0-1 0 0,1 1 0 0 0,0-1 0 0 0,0 0 0 0 0,1 0 0 0 0,22 4 555 0 0,-17-2-531 0 0,0 1 1 0 0,0 0-1 0 0,-1 0 1 0 0,1 0-1 0 0,-1 1 1 0 0,0 0 0 0 0,0 0-1 0 0,0 1 1 0 0,-1 0-1 0 0,1 0 1 0 0,-1 0 0 0 0,0 1-1 0 0,0-1 1 0 0,-1 1-1 0 0,0 0 1 0 0,0 0-1 0 0,0 1 1 0 0,-1-1 0 0 0,0 1-1 0 0,4 12 1 0 0,-5-10 112 0 0,1 1 1 0 0,-2 0-1 0 0,1 0 1 0 0,-1 0 0 0 0,-1 0-1 0 0,0 0 1 0 0,0 0-1 0 0,-1 0 1 0 0,0 0-1 0 0,-1 0 1 0 0,0 0 0 0 0,-1-1-1 0 0,0 1 1 0 0,-6 14-1 0 0,-7 4 1015 0 0,0 0-1 0 0,-2-2 0 0 0,-1 0 1 0 0,-25 26-1 0 0,28-31-219 0 0,16-21-986 0 0,0 0-1 0 0,0 0 1 0 0,-1 1 0 0 0,1-1 0 0 0,0 0-1 0 0,0 0 1 0 0,0 1 0 0 0,0-1 0 0 0,0 0-1 0 0,0 0 1 0 0,0 1 0 0 0,0-1-1 0 0,0 0 1 0 0,0 0 0 0 0,0 1 0 0 0,0-1-1 0 0,0 0 1 0 0,1 0 0 0 0,-1 1-1 0 0,0-1 1 0 0,0 0 0 0 0,0 0 0 0 0,0 1-1 0 0,0-1 1 0 0,0 0 0 0 0,1 0 0 0 0,-1 0-1 0 0,0 1 1 0 0,0-1 0 0 0,0 0-1 0 0,1 0 1 0 0,-1 0 0 0 0,0 1 0 0 0,0-1-1 0 0,0 0 1 0 0,1 0 0 0 0,-1 0-1 0 0,0 0 1 0 0,0 0 0 0 0,1 0 0 0 0,-1 0-1 0 0,0 0 1 0 0,1 0 0 0 0,-1 0 0 0 0,9 1-8 0 0,8-2 8 0 0,1-1 0 0 0,33-8 0 0 0,-13 2-31 0 0,231-35-5557 0 0,-179 31 140 0 0,1 2-4170 0 0,-51 6-68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50 189 2288 0 0,'-38'-29'14908'0'0,"38"29"-14685"0"0,-1 0-1 0 0,0-1 1 0 0,0 1-1 0 0,0-1 1 0 0,1 1-1 0 0,-1-1 1 0 0,0 1-1 0 0,1-1 1 0 0,-1 0-1 0 0,0 1 1 0 0,1-1-1 0 0,-1 0 1 0 0,1 1-1 0 0,-1-1 1 0 0,1 0-1 0 0,-1 0 1 0 0,1 1-1 0 0,-1-2 1 0 0,96-2 1597 0 0,24-2-770 0 0,-116 6-1043 0 0,162-22 629 0 0,-130 15-749 0 0,0-1 0 0 0,56-21 0 0 0,-85 27-350 0 0,0-1-1 0 0,-1 0 1 0 0,1 0-1 0 0,-1 0 1 0 0,1-1-1 0 0,-1 0 1 0 0,0 0-1 0 0,5-5 1 0 0,-8 6-466 0 0,0 1 0 0 0,0-1 0 0 0,0 1 0 0 0,-1-1 0 0 0,1 0 0 0 0,-1 1 0 0 0,1-1 0 0 0,-1 0 0 0 0,0 0 0 0 0,0 0 0 0 0,0-4 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3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27 564 0 0,'-20'-12'8816'0'0,"-6"-2"-1949"0"0,23 16-6065 0 0,1 0-648 0 0,1 0 1 0 0,-1 0 0 0 0,0 0-1 0 0,1 0 1 0 0,-1 0-1 0 0,1 1 1 0 0,0-1-1 0 0,0 1 1 0 0,0-1-1 0 0,0 1 1 0 0,0-1-1 0 0,1 1 1 0 0,-1 0 0 0 0,1-1-1 0 0,0 1 1 0 0,-1 4-1 0 0,1 56 1015 0 0,0-42-880 0 0,0 15-124 0 0,6 208 806 0 0,-2-199-2485 0 0,2-1-1 0 0,2 0 1 0 0,19 63-1 0 0,-23-95-863 0 0,1 0-1 0 0,11 20 1 0 0,-2-9-4295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3:4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24 1348 0 0,'-65'-7'1016'0'0,"0"2"-304"0"0,-2 0-772 0 0,0 0-888 0 0,0 3 300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7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24 1904 0 0,'36'-24'16060'0'0,"-45"32"-15711"0"0,-30 21 258 0 0,-45 26-1 0 0,12-9-409 0 0,-270 206 488 0 0,340-250-658 0 0,0-1 1 0 0,-1 1 0 0 0,1 0-1 0 0,0 0 1 0 0,0 0-1 0 0,1 0 1 0 0,-1 0 0 0 0,0 0-1 0 0,1 0 1 0 0,-1 0-1 0 0,1 1 1 0 0,0-1-1 0 0,-1 1 1 0 0,1-1 0 0 0,-1 5-1 0 0,3-5 21 0 0,-1-1-1 0 0,0 1 0 0 0,1 0 0 0 0,-1 0 1 0 0,1 0-1 0 0,0-1 0 0 0,0 1 0 0 0,-1 0 1 0 0,1 0-1 0 0,1-1 0 0 0,-1 1 1 0 0,0-1-1 0 0,0 1 0 0 0,0-1 0 0 0,1 0 1 0 0,-1 1-1 0 0,1-1 0 0 0,-1 0 1 0 0,1 0-1 0 0,-1 0 0 0 0,1 0 0 0 0,2 1 1 0 0,102 62 558 0 0,-58-37-581 0 0,61 46 0 0 0,58 67 65 0 0,-131-113 33 0 0,-14-14-658 0 0,-20-12 29 0 0,1-1 353 0 0,-1 0-298 0 0,-1 0-1 0 0,1 0 0 0 0,-1 0 0 0 0,1 0 0 0 0,-1 0 0 0 0,0-1 1 0 0,1 1-1 0 0,-1 0 0 0 0,1 0 0 0 0,-1-1 0 0 0,1 1 0 0 0,-1-1 1 0 0,0 0-1 0 0,1 1 0 0 0,-1-1 0 0 0,0 0 0 0 0,0 0 0 0 0,0 0 1 0 0,3-1-1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8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165 212 112 0 0,'3'-37'10938'0'0,"3"0"-3220"0"0,-7 33-7200 0 0,1 1 1 0 0,0-1 0 0 0,0 0-1 0 0,0 1 1 0 0,1-1-1 0 0,1-5 1 0 0,-1 7-506 0 0,2 0 6 0 0,19 5 9 0 0,-1 1 10 0 0,1-1-1 0 0,-1-1 1 0 0,1-1-1 0 0,0-1 1 0 0,0-1-1 0 0,38-6 1 0 0,-56 6-27 0 0,1-1 0 0 0,-1 0 1 0 0,0 1-1 0 0,0-2 1 0 0,0 1-1 0 0,0 0 0 0 0,0-1 1 0 0,0 0-1 0 0,0 0 0 0 0,-1 0 1 0 0,0 0-1 0 0,0 0 1 0 0,1-1-1 0 0,-2 1 0 0 0,1-1 1 0 0,0 0-1 0 0,-1 0 0 0 0,3-6 1 0 0,-4 9-15 0 0,-1 0 0 0 0,1 0 1 0 0,-1 0-1 0 0,1 0 0 0 0,-1 0 1 0 0,1-1-1 0 0,-1 1 0 0 0,0 0 1 0 0,1 0-1 0 0,-1 0 0 0 0,0 0 1 0 0,0 0-1 0 0,0 0 0 0 0,0-1 0 0 0,0 1 1 0 0,0 0-1 0 0,0 0 0 0 0,-1 0 1 0 0,1 0-1 0 0,0 0 0 0 0,-1 0 1 0 0,1-1-1 0 0,0 1 0 0 0,-1 0 1 0 0,0 0-1 0 0,1 0 0 0 0,-1 0 1 0 0,1 0-1 0 0,-1 1 0 0 0,0-1 1 0 0,0 0-1 0 0,0 0 0 0 0,1 0 0 0 0,-1 1 1 0 0,0-1-1 0 0,0 0 0 0 0,0 1 1 0 0,0-1-1 0 0,0 1 0 0 0,0-1 1 0 0,-2 0-1 0 0,-2 0-16 0 0,1-1 0 0 0,-1 1 0 0 0,1 0 0 0 0,-1 0 0 0 0,0 1 0 0 0,1-1 0 0 0,-1 1 0 0 0,-7 1 0 0 0,2 0-16 0 0,-1 2 1 0 0,1-1-1 0 0,-1 2 0 0 0,1-1 0 0 0,0 1 0 0 0,0 1 0 0 0,1 0 0 0 0,-1 0 0 0 0,-13 10 0 0 0,16-10 14 0 0,1 1 1 0 0,-1-1-1 0 0,1 1 0 0 0,0 0 1 0 0,1 0-1 0 0,-1 1 1 0 0,1-1-1 0 0,0 1 0 0 0,1 1 1 0 0,0-1-1 0 0,0 0 1 0 0,-5 16-1 0 0,7-17 23 0 0,1 0-1 0 0,0 0 1 0 0,0 0 0 0 0,1 0 0 0 0,-1 0-1 0 0,1 0 1 0 0,1 0 0 0 0,-1 0 0 0 0,1 1-1 0 0,0-1 1 0 0,1 0 0 0 0,2 8 0 0 0,-1-6 8 0 0,1 1 0 0 0,0-1 0 0 0,1-1 0 0 0,0 1 0 0 0,0-1 0 0 0,0 0 1 0 0,12 12-1 0 0,1-3 22 0 0,0-1 0 0 0,2 0 1 0 0,0-1-1 0 0,0-1 0 0 0,30 13 0 0 0,-23-11 37 0 0,-15-9 397 0 0,0 1 0 0 0,20 6 1 0 0,-31-13-232 0 0,-38 2-314 0 0,2 7 62 0 0,1 1 0 0 0,0 2 0 0 0,0 1 0 0 0,-55 32 0 0 0,85-43 14 0 0,-1 1 1 0 0,-33 16-64 0 0,-43 30 0 0 0,71-42 68 0 0,1 0 0 0 0,0 0 0 0 0,0 1 0 0 0,1 0-1 0 0,0 0 1 0 0,0 1 0 0 0,1 0 0 0 0,0 0 0 0 0,-9 18-1 0 0,15-24 11 0 0,-1 0 0 0 0,1-1-1 0 0,0 1 1 0 0,0 0-1 0 0,0 0 1 0 0,1 1-1 0 0,-1-1 1 0 0,1 0-1 0 0,-1 0 1 0 0,1 0-1 0 0,0 0 1 0 0,0 0 0 0 0,1 0-1 0 0,-1 1 1 0 0,1-1-1 0 0,-1 0 1 0 0,1 0-1 0 0,2 5 1 0 0,-1-4 19 0 0,1 0 0 0 0,-1 0-1 0 0,1 0 1 0 0,0-1 0 0 0,0 1 0 0 0,0-1 0 0 0,1 0-1 0 0,-1 0 1 0 0,1 0 0 0 0,-1 0 0 0 0,7 3 0 0 0,8 3 99 0 0,-1-1 1 0 0,2-1-1 0 0,-1 0 1 0 0,35 6 0 0 0,36 5 531 0 0,117 7 1 0 0,-170-25-252 0 0,-32 0-385 0 0,1 0 22 0 0,-3 0-47 0 0,-1 0 0 0 0,1-1 0 0 0,0 1 0 0 0,-1 0 0 0 0,1 0 0 0 0,0-1 0 0 0,-1 1 0 0 0,1-1 0 0 0,0 0 0 0 0,-1 1 0 0 0,2-2 0 0 0,1-6 618 0 0,-2-3-3845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47:3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1251 55 1956 0 0,'-5'-10'4750'0'0,"3"4"-2624"0"0,-1 0 0 0 0,1 0 1 0 0,1-1-1 0 0,-3-13 1249 0 0,6 21-3361 0 0,0-1 0 0 0,0 1 0 0 0,0-1 0 0 0,0 1 0 0 0,0 0 0 0 0,0 0 1 0 0,0 0-1 0 0,-1 0 0 0 0,1 0 0 0 0,0 0 0 0 0,0 1 0 0 0,-1-1 0 0 0,1 0 0 0 0,-1 1 0 0 0,1 0 1 0 0,-1-1-1 0 0,2 3 0 0 0,22 34 71 0 0,-22-32-57 0 0,12 19 62 0 0,-2 0 0 0 0,-1 1 0 0 0,-1 0 0 0 0,-1 1 0 0 0,-2 0 0 0 0,10 52 0 0 0,-15-60-18 0 0,-1-1 0 0 0,-1 0 0 0 0,-1 1 0 0 0,0-1 0 0 0,-1 1 0 0 0,-2-1 0 0 0,1 0 0 0 0,-2 0 0 0 0,-1 0 0 0 0,0 0 0 0 0,-13 28 0 0 0,-58 86 531 0 0,19-37-473 0 0,56-93-108 0 0,-1 0 0 0 0,1 1 0 0 0,0-1 0 0 0,0 0 0 0 0,0 1 1 0 0,0-1-1 0 0,1 1 0 0 0,-1-1 0 0 0,1 1 0 0 0,-1 0 0 0 0,1-1 0 0 0,0 1 0 0 0,0-1 0 0 0,0 1 1 0 0,0 0-1 0 0,1-1 0 0 0,-1 1 0 0 0,1-1 0 0 0,-1 1 0 0 0,1-1 0 0 0,0 1 0 0 0,0-1 0 0 0,0 1 1 0 0,3 3-1 0 0,0-1 44 0 0,-1-1 0 0 0,1 0 0 0 0,1 0 0 0 0,-1 0 0 0 0,1-1 0 0 0,-1 1 1 0 0,1-1-1 0 0,0 0 0 0 0,0 0 0 0 0,7 2 0 0 0,11 4 204 0 0,1-1-1 0 0,0-2 1 0 0,0 0-1 0 0,1-1 1 0 0,-1-2-1 0 0,49 2 1 0 0,-70-5-10 0 0,0 0-15 0 0,11 0 3 0 0,-10 0-12 0 0,15-2 639 0 0,-19 2-872 0 0,1 0-1 0 0,-1 0 1 0 0,0 0-1 0 0,1 0 1 0 0,-1 0 0 0 0,0 0-1 0 0,1 0 1 0 0,-1 0-1 0 0,0 0 1 0 0,1 0 0 0 0,-1 0-1 0 0,0 0 1 0 0,1 0-1 0 0,-1 0 1 0 0,0 0 0 0 0,1 0-1 0 0,-1 0 1 0 0,0 1-1 0 0,0-1 1 0 0,1 0 0 0 0,-1 0-1 0 0,0 0 1 0 0,0 1-1 0 0,1-1 1 0 0,-1 0 0 0 0,0 0-1 0 0,0 1 1 0 0,0-1-1 0 0,1 0 1 0 0,-1 1 0 0 0,0-1-1 0 0,0 0 1 0 0,0 0-1 0 0,0 1 1 0 0,0-1 0 0 0,1 1-1 0 0,-7 14 41 0 0,-21 20 42 0 0,20-28-19 0 0,-21 31 407 0 0,1 1 1 0 0,-30 57-1 0 0,-32 89 803 0 0,9 14-225 0 0,-64 134-158 0 0,124-297-816 0 0,-1 0-1 0 0,-2-2 1 0 0,-1 0-1 0 0,-2-2 1 0 0,-1 0-1 0 0,-55 47 1 0 0,44-48-187 0 0,-1-2 1 0 0,-1-2 0 0 0,-2-2-1 0 0,-1-2 1 0 0,-74 30-1 0 0,76-38-1023 0 0,1-2 0 0 0,-2-2 0 0 0,0-2 0 0 0,0-2 0 0 0,-1-1 0 0 0,-71 0 0 0 0,89-7-2158 0 0,1-1-1 0 0,-39-9 1 0 0,3-2-7520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3:5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12 108 0 0,'0'0'1156'0'0,"-10"-5"-1208"0"0,2-2-640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2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575 159 1228 0 0,'0'0'12425'0'0,"-16"-15"-11828"0"0,-93-43-322 0 0,76 37-297 0 0,31 20 16 0 0,4 0 0 0 0,0 0 6 0 0,-1 0 0 0 0,1-1 0 0 0,0 1 0 0 0,0 0 0 0 0,0 0 0 0 0,0 1 0 0 0,0-1 0 0 0,0 0 0 0 0,0 1 0 0 0,0-1 0 0 0,0 1 0 0 0,0-1 1 0 0,0 1-1 0 0,0 0 0 0 0,4 0 0 0 0,5 0-1 0 0,230-18 47 0 0,-95 9-39 0 0,-144 9-7 0 0,0 0 0 0 0,0-1 0 0 0,0 1 0 0 0,0-1 0 0 0,0 1 1 0 0,0-1-1 0 0,0 1 0 0 0,0-1 0 0 0,0 0 0 0 0,-1 0 0 0 0,1 0 0 0 0,0 0 0 0 0,0 0 0 0 0,-1-1 0 0 0,1 1 1 0 0,-1-1-1 0 0,1 1 0 0 0,-1-1 0 0 0,0 1 0 0 0,3-4 0 0 0,-3 4-10 0 0,-2 1 2 0 0,0 0 7 0 0,0 0-1 0 0,0 0 1 0 0,0 0-1 0 0,0 0 0 0 0,1 0 1 0 0,-1 0-1 0 0,0 1 1 0 0,0-1-1 0 0,0 0 0 0 0,1 0 1 0 0,-1 1-1 0 0,0-1 1 0 0,1 1-1 0 0,-1-1 0 0 0,0 1 1 0 0,0-1-1 0 0,1 1 1 0 0,-1-1-1 0 0,1 1 0 0 0,-1 0 1 0 0,1-1-1 0 0,-1 1 1 0 0,1 0-1 0 0,-1-1 0 0 0,1 1 1 0 0,-1 0-1 0 0,1 1 0 0 0,-14 25-19 0 0,13-26 20 0 0,-20 55 69 0 0,2 1-1 0 0,-14 75 0 0 0,-15 48 449 0 0,39-155-302 0 0,-1 0 1 0 0,-1 0-1 0 0,-1-1 1 0 0,-28 41-1 0 0,33-55-105 0 0,-1 0-1 0 0,0-1 0 0 0,0 0 0 0 0,-1 0 0 0 0,0-1 0 0 0,-1 0 0 0 0,0 0 0 0 0,0-1 0 0 0,-1-1 0 0 0,0 0 0 0 0,0 0 0 0 0,0-1 0 0 0,-1 0 0 0 0,1-1 0 0 0,-1-1 0 0 0,0 1 0 0 0,-1-2 0 0 0,1 0 0 0 0,0 0 0 0 0,-1-1 0 0 0,1-1 0 0 0,-1 0 0 0 0,-12-2 0 0 0,-27-7-22 0 0,1-1-1 0 0,0-3 0 0 0,-78-31 1 0 0,52 18-142 0 0,56 16-1695 0 0,30 1-1789 0 0,24 1-2260 0 0,-15 3 165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3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119 108 1028 0 0,'59'-62'9212'0'0,"-20"19"-4559"0"0,-37 41-4385 0 0,4 2 114 0 0,-1 1 159 0 0,-3 8-398 0 0,-3 6 89 0 0,0 0 0 0 0,-1 0-1 0 0,-1-1 1 0 0,0 1 0 0 0,-1-1-1 0 0,-10 26 1 0 0,7-18-107 0 0,-176 424 936 0 0,170-425-878 0 0,12-25-88 0 0,9-10-95 0 0,11-18-16 0 0,38-48 0 0 0,-45 65 4 0 0,1 1 1 0 0,0 1-1 0 0,1 0 0 0 0,0 1 0 0 0,19-12 0 0 0,-30 21 4 0 0,1 1 0 0 0,0 0 0 0 0,0 0-1 0 0,0 0 1 0 0,0 0 0 0 0,0 0-1 0 0,0 1 1 0 0,0-1 0 0 0,1 1 0 0 0,-1 0-1 0 0,1 1 1 0 0,-1-1 0 0 0,9 1-1 0 0,-12 0 8 0 0,0 0 0 0 0,0 1 1 0 0,0-1-1 0 0,0 1 0 0 0,0-1 0 0 0,1 1 0 0 0,-1-1 0 0 0,0 1 0 0 0,0-1 0 0 0,0 1 0 0 0,-1 0 0 0 0,1 0 0 0 0,0 0 0 0 0,0-1 0 0 0,0 1 0 0 0,0 0 0 0 0,-1 0 0 0 0,1 0 0 0 0,-1 0 0 0 0,1 0 0 0 0,0 0 0 0 0,-1 0 0 0 0,1 2 0 0 0,0 0 2 0 0,0-1 0 0 0,-1 1 0 0 0,1 0 0 0 0,-1-1 0 0 0,1 1 0 0 0,-1 0 0 0 0,0-1 0 0 0,0 1 0 0 0,0 3 0 0 0,-8 32 70 0 0,5-28-387 0 0,0-1 1 0 0,1 1 0 0 0,1 0 0 0 0,-1 0-1 0 0,2 0 1 0 0,-1 0 0 0 0,2 0-1 0 0,1 15 1 0 0,-2-23 148 0 0,1 0 1 0 0,0 0-1 0 0,0 1 0 0 0,0-1 0 0 0,1 0 0 0 0,-1 0 1 0 0,0 0-1 0 0,1 0 0 0 0,-1 0 0 0 0,1-1 1 0 0,0 1-1 0 0,0 0 0 0 0,-1-1 0 0 0,1 1 0 0 0,0-1 1 0 0,0 0-1 0 0,1 0 0 0 0,-1 1 0 0 0,0-1 1 0 0,0-1-1 0 0,0 1 0 0 0,1 0 0 0 0,-1 0 0 0 0,0-1 1 0 0,1 0-1 0 0,-1 1 0 0 0,1-1 0 0 0,3 0 1 0 0,2 0-230 0 0,1 0 1 0 0,-1-1 0 0 0,0 0 0 0 0,1-1 0 0 0,-1 1 0 0 0,0-1 0 0 0,9-4 0 0 0,-6 1 451 0 0,-1 0 0 0 0,1 0 0 0 0,-2-1 0 0 0,1 0 0 0 0,-1-1 1 0 0,1 0-1 0 0,-2 0 0 0 0,1-1 0 0 0,-1 0 0 0 0,13-17 0 0 0,-3-1 3003 0 0,-1-2-1 0 0,21-42 0 0 0,-76 164-1556 0 0,32-76-1743 0 0,1 0-1 0 0,1 0 1 0 0,0 1-1 0 0,-2 32 1 0 0,6-49 52 0 0,0 0 1 0 0,0 0-1 0 0,1 0 0 0 0,-1 0 1 0 0,0 0-1 0 0,1 0 1 0 0,-1 0-1 0 0,1 0 0 0 0,0 0 1 0 0,0 0-1 0 0,0 0 1 0 0,0 0-1 0 0,0 0 0 0 0,0-1 1 0 0,0 1-1 0 0,1 0 1 0 0,-1-1-1 0 0,0 1 1 0 0,1-1-1 0 0,0 0 0 0 0,-1 1 1 0 0,1-1-1 0 0,2 2 1 0 0,0-2-434 0 0,-1 1 1 0 0,1-1 0 0 0,0 1 0 0 0,-1-1 0 0 0,1 0-1 0 0,0-1 1 0 0,0 1 0 0 0,0-1 0 0 0,-1 1 0 0 0,1-1-1 0 0,7-1 1 0 0,7-1-3398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3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97 2300 0 0,'2'-4'632'0'0,"1"0"0"0"0,-1 0 0 0 0,1 0 0 0 0,-1 0 0 0 0,-1 0 0 0 0,1-1 0 0 0,-1 1-1 0 0,1-1 1 0 0,-1 0 0 0 0,0 1 0 0 0,-1-1 0 0 0,1 0 0 0 0,-1 1 0 0 0,0-1 0 0 0,0 0 0 0 0,-2-7 0 0 0,2 11-588 0 0,0 0 0 0 0,-1 0 0 0 0,1 0 1 0 0,-1 1-1 0 0,1-1 0 0 0,-1 0 0 0 0,1 1 1 0 0,-1-1-1 0 0,1 0 0 0 0,-1 1 1 0 0,0-1-1 0 0,1 1 0 0 0,-1-1 0 0 0,0 1 1 0 0,1-1-1 0 0,-1 1 0 0 0,0-1 1 0 0,0 1-1 0 0,0 0 0 0 0,1 0 0 0 0,-1-1 1 0 0,0 1-1 0 0,0 0 0 0 0,0 0 1 0 0,0 0-1 0 0,1 0 0 0 0,-1 0 0 0 0,0 0 1 0 0,-1 0-1 0 0,-22 3 368 0 0,17-1-366 0 0,0 0 0 0 0,0 1 0 0 0,1 0 1 0 0,-1 0-1 0 0,1 1 0 0 0,0-1 0 0 0,0 1 0 0 0,0 1 1 0 0,0-1-1 0 0,1 1 0 0 0,-6 6 0 0 0,9-9-37 0 0,0 1-1 0 0,0-1 0 0 0,0 0 1 0 0,1 1-1 0 0,-1-1 0 0 0,0 1 0 0 0,1 0 1 0 0,0 0-1 0 0,0-1 0 0 0,0 1 1 0 0,0 0-1 0 0,0 0 0 0 0,1 0 1 0 0,-1 0-1 0 0,1 0 0 0 0,0 0 0 0 0,0 0 1 0 0,0 0-1 0 0,0 0 0 0 0,0 0 1 0 0,1 0-1 0 0,-1 0 0 0 0,1 0 1 0 0,0 0-1 0 0,0 0 0 0 0,0 0 0 0 0,0-1 1 0 0,2 4-1 0 0,6 8 24 0 0,0 0 0 0 0,1-1 0 0 0,1 0 0 0 0,0-1 1 0 0,1 0-1 0 0,18 14 0 0 0,-28-24 75 0 0,1 1-1 0 0,-1-1 1 0 0,1 1 0 0 0,-1 0 0 0 0,0-1-1 0 0,0 1 1 0 0,0 1 0 0 0,0-1 0 0 0,-1 0 0 0 0,1 0-1 0 0,-1 1 1 0 0,1 3 0 0 0,-2-6-63 0 0,0 0 0 0 0,0 0-1 0 0,0 0 1 0 0,-1 0 0 0 0,1 0 0 0 0,0 0 0 0 0,-1 0 0 0 0,1-1 0 0 0,0 1-1 0 0,-1 0 1 0 0,1 0 0 0 0,-1 0 0 0 0,0 0 0 0 0,1-1 0 0 0,-1 1 0 0 0,0 0-1 0 0,1 0 1 0 0,-1-1 0 0 0,0 1 0 0 0,-1 0 0 0 0,-16 12 262 0 0,10-9-345 0 0,0-1 0 0 0,0 0 0 0 0,0 0 1 0 0,0 0-1 0 0,0-1 0 0 0,-1-1 0 0 0,1 1 0 0 0,0-1 0 0 0,-1-1 0 0 0,1 0 0 0 0,-1 0 0 0 0,1 0 0 0 0,-16-4 0 0 0,16 3-1102 0 0,-1-1 0 0 0,0-1 0 0 0,1 0 0 0 0,-1 0-1 0 0,1 0 1 0 0,0-1 0 0 0,-14-9 0 0 0,2-3-5199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4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2572 0 0,'0'-15'2312'0'0,"0"1"-263"0"0,0 2 1175 0 0,0-7-1144 0 0,0 2-764 0 0,0 3-472 0 0,2 2-344 0 0,1 5-1176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6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63 727 1216 0 0,'-11'-4'5487'0'0,"10"4"-5357"0"0,0-1 0 0 0,-1 1 0 0 0,1 0 0 0 0,0 0 0 0 0,-1 0 0 0 0,1 0 0 0 0,0 0 0 0 0,-1 0 0 0 0,1 0 0 0 0,0 0 0 0 0,-1 0 0 0 0,1 1 0 0 0,0-1 1 0 0,-1 0-1 0 0,1 1 0 0 0,0-1 0 0 0,0 1 0 0 0,0 0 0 0 0,-1-1 0 0 0,1 1 0 0 0,0 0 0 0 0,0 0 0 0 0,0 0 0 0 0,0-1 0 0 0,0 1 0 0 0,0 0 0 0 0,1 0 0 0 0,-1 1 1 0 0,0-1-1 0 0,0 0 0 0 0,0 2 0 0 0,-1 1-27 0 0,0 1 0 0 0,0 0 0 0 0,0 0 1 0 0,1-1-1 0 0,0 1 0 0 0,0 0 0 0 0,-1 10 0 0 0,2-12-64 0 0,-1 1-1 0 0,1 0 0 0 0,0-1 0 0 0,0 1 1 0 0,0-1-1 0 0,0 1 0 0 0,1-1 0 0 0,-1 1 0 0 0,1 0 1 0 0,0-1-1 0 0,0 0 0 0 0,0 1 0 0 0,1-1 1 0 0,-1 0-1 0 0,1 1 0 0 0,0-1 0 0 0,2 3 0 0 0,-3-6-26 0 0,0 1 0 0 0,0-1 0 0 0,0 1 0 0 0,0-1 0 0 0,0 0-1 0 0,1 0 1 0 0,-1 1 0 0 0,0-1 0 0 0,0 0 0 0 0,0 0 0 0 0,1 0-1 0 0,-1 0 1 0 0,0-1 0 0 0,0 1 0 0 0,0 0 0 0 0,1 0 0 0 0,-1-1-1 0 0,0 1 1 0 0,0 0 0 0 0,2-2 0 0 0,22-10 53 0 0,-10 3-71 0 0,-1-1 0 0 0,0 0 1 0 0,-1-1-1 0 0,0-1 0 0 0,18-20 0 0 0,53-76-119 0 0,-19 23 86 0 0,-51 67 19 0 0,1 0-1 0 0,1 2 1 0 0,0 0-1 0 0,31-23 1 0 0,-42 36 19 0 0,0 0 1 0 0,0 0 0 0 0,0 0-1 0 0,1 1 1 0 0,-1-1 0 0 0,1 1-1 0 0,-1 1 1 0 0,1-1 0 0 0,0 1-1 0 0,0 0 1 0 0,0 0 0 0 0,0 0-1 0 0,-1 1 1 0 0,1 0 0 0 0,0 0-1 0 0,0 1 1 0 0,0 0 0 0 0,0 0-1 0 0,0 0 1 0 0,-1 1 0 0 0,1-1-1 0 0,0 1 1 0 0,7 4-1 0 0,-3 0 14 0 0,1 1-1 0 0,-2 0 0 0 0,1 0 1 0 0,-1 1-1 0 0,16 16 0 0 0,-24-22-18 0 0,-1-2 8 0 0,0 0-1 0 0,0 0 1 0 0,0 0-1 0 0,0 0 1 0 0,0 0-1 0 0,-1 0 1 0 0,1 0-1 0 0,0 0 1 0 0,0 0-1 0 0,0 0 1 0 0,0 0-1 0 0,0 1 1 0 0,-1-1-1 0 0,1 0 0 0 0,0 0 1 0 0,0 0-1 0 0,0 0 1 0 0,0 0-1 0 0,0 1 1 0 0,0-1-1 0 0,0 0 1 0 0,0 0-1 0 0,0 0 1 0 0,0 0-1 0 0,0 0 1 0 0,0 1-1 0 0,0-1 1 0 0,0 0-1 0 0,0 0 0 0 0,0 0 1 0 0,0 0-1 0 0,0 1 1 0 0,0-1-1 0 0,0 0 1 0 0,0 0-1 0 0,0 0 1 0 0,0 0-1 0 0,0 0 1 0 0,0 1-1 0 0,0-1 1 0 0,0 0-1 0 0,0 0 1 0 0,0 0-1 0 0,0 0 0 0 0,0 0 1 0 0,0 1-1 0 0,1-1 1 0 0,-1 0-1 0 0,0 0 1 0 0,0 0-1 0 0,0 0 1 0 0,0 0-1 0 0,0 0 1 0 0,0 0-1 0 0,1 0 1 0 0,-1 1-1 0 0,0-1 0 0 0,0 0 1 0 0,0 0-1 0 0,0 0 1 0 0,1 0-1 0 0,-1 0 1 0 0,0 0-1 0 0,0 0 1 0 0,0 0-1 0 0,1 0 1 0 0,-2 0 0 0 0,-1 0 0 0 0,1 0 0 0 0,0 1 1 0 0,0-1-1 0 0,0 0 0 0 0,-1 0 0 0 0,1 0 0 0 0,0-1 1 0 0,0 1-1 0 0,0 0 0 0 0,0 0 0 0 0,0-1 1 0 0,-2 0-1 0 0,-37-19 34 0 0,26 13-38 0 0,0 0 0 0 0,0 1 1 0 0,-30-9-1 0 0,38 14 0 0 0,1 0 1 0 0,-1 0-1 0 0,0 1 1 0 0,1-1-1 0 0,-1 2 1 0 0,0-1 0 0 0,1 0-1 0 0,-1 1 1 0 0,0 0-1 0 0,1 1 1 0 0,-1-1-1 0 0,1 1 1 0 0,0 0-1 0 0,-1 0 1 0 0,-5 4-1 0 0,-1 2 19 0 0,0 0 0 0 0,0 1 0 0 0,1 0 0 0 0,0 1 0 0 0,1 0 0 0 0,0 1 0 0 0,1 0 0 0 0,0 1-1 0 0,0 0 1 0 0,1 0 0 0 0,-9 19 0 0 0,9-14 13 0 0,1 0-1 0 0,0 1 1 0 0,1-1 0 0 0,1 1-1 0 0,0 1 1 0 0,2-1-1 0 0,0 1 1 0 0,-1 27 0 0 0,4-42-24 0 0,0-1 1 0 0,0 0-1 0 0,0 0 1 0 0,0 0-1 0 0,1 0 1 0 0,0 0-1 0 0,-1 0 1 0 0,1 0-1 0 0,0 0 1 0 0,0 0-1 0 0,0 0 1 0 0,1 0-1 0 0,-1 0 1 0 0,1 0-1 0 0,0-1 1 0 0,0 1-1 0 0,-1-1 1 0 0,2 1-1 0 0,2 2 1 0 0,-2-3 0 0 0,0 0 0 0 0,0-1 0 0 0,1 1 0 0 0,-1-1 0 0 0,0 0 0 0 0,0 0 0 0 0,1 0 0 0 0,-1 0 1 0 0,1-1-1 0 0,-1 0 0 0 0,1 1 0 0 0,-1-1 0 0 0,1 0 0 0 0,-1 0 0 0 0,1-1 0 0 0,-1 1 0 0 0,6-2 1 0 0,2-2-11 0 0,1 0-1 0 0,0 0 1 0 0,-1-1 0 0 0,0 0 0 0 0,0-1 0 0 0,0 0 0 0 0,-1-1 0 0 0,0 0 0 0 0,0-1 0 0 0,-1 0 0 0 0,0 0 0 0 0,0-1 0 0 0,-1 0 0 0 0,13-20 0 0 0,-1 0-33 0 0,-1-2 0 0 0,-2 0 0 0 0,26-64 0 0 0,80-276-134 0 0,-112 331 204 0 0,15-45-23 0 0,-25 84 36 0 0,-2 3-39 0 0,-1 1 1 0 0,1-1 0 0 0,0 0 0 0 0,0 1 0 0 0,0 0 0 0 0,0-1 0 0 0,0 1 0 0 0,0 3 0 0 0,-3 6 17 0 0,-78 237 925 0 0,70-200-805 0 0,1 0 0 0 0,3 0 0 0 0,-2 62 0 0 0,9-94-114 0 0,2 0-1 0 0,-1-1 1 0 0,2 1-1 0 0,0-1 1 0 0,1 1 0 0 0,1-1-1 0 0,1 0 1 0 0,9 24 0 0 0,-11-34-24 0 0,0-1 1 0 0,-1 1-1 0 0,2-1 0 0 0,-1 0 1 0 0,1 0-1 0 0,-1-1 1 0 0,1 1-1 0 0,1-1 1 0 0,-1 0-1 0 0,1 0 1 0 0,-1 0-1 0 0,1 0 1 0 0,0-1-1 0 0,1 0 1 0 0,-1 0-1 0 0,0 0 1 0 0,1-1-1 0 0,0 0 1 0 0,-1 0-1 0 0,1 0 1 0 0,0-1-1 0 0,0 0 0 0 0,0 0 1 0 0,0 0-1 0 0,0-1 1 0 0,10 0-1 0 0,-7-1-4 0 0,-1 0 0 0 0,1 0 0 0 0,0-1-1 0 0,-1 0 1 0 0,1 0 0 0 0,-1-1-1 0 0,1 0 1 0 0,-1-1 0 0 0,0 1 0 0 0,-1-2-1 0 0,8-4 1 0 0,-4 1-22 0 0,-1 0 0 0 0,-1-1 1 0 0,1 0-1 0 0,-1 0 0 0 0,-1-1 0 0 0,14-20 0 0 0,-9 9 14 0 0,-2-1 1 0 0,0 1-1 0 0,-2-2 0 0 0,0 1 1 0 0,-1-1-1 0 0,-2-1 0 0 0,7-39 0 0 0,-12 58 27 0 0,-1 4-19 0 0,0-1-1 0 0,1 1 1 0 0,-1 0 0 0 0,0 0-1 0 0,0-1 1 0 0,0 1 0 0 0,0 0-1 0 0,0 0 1 0 0,0-1 0 0 0,0 1-1 0 0,0 0 1 0 0,-1 0 0 0 0,1-1-1 0 0,0 1 1 0 0,-1 0 0 0 0,1 0-1 0 0,-2-2 1 0 0,2 3-2 0 0,0-1 0 0 0,0 1-1 0 0,-1 0 1 0 0,1-1 0 0 0,0 1 0 0 0,-1 0-1 0 0,1-1 1 0 0,0 1 0 0 0,-1 0 0 0 0,1 0-1 0 0,-1-1 1 0 0,1 1 0 0 0,-1 0 0 0 0,1 0 0 0 0,0 0-1 0 0,-1 0 1 0 0,1-1 0 0 0,-1 1 0 0 0,1 0-1 0 0,-1 0 1 0 0,1 0 0 0 0,-1 0 0 0 0,1 0-1 0 0,-1 0 1 0 0,1 0 0 0 0,0 0 0 0 0,-1 0-1 0 0,1 1 1 0 0,-1-1 0 0 0,1 0 0 0 0,-1 0-1 0 0,1 0 1 0 0,0 0 0 0 0,-1 1 0 0 0,1-1 0 0 0,-1 0-1 0 0,1 0 1 0 0,-1 1 0 0 0,-11 12 10 0 0,11-12-3 0 0,-12 16 26 0 0,0 0-1 0 0,1 1 0 0 0,1 0 1 0 0,-15 34-1 0 0,23-45-23 0 0,-1 1-1 0 0,1 1 0 0 0,1-1 0 0 0,0 0 1 0 0,0 1-1 0 0,0-1 0 0 0,1 1 0 0 0,1-1 1 0 0,-1 1-1 0 0,1-1 0 0 0,1 1 0 0 0,0 0 1 0 0,0-1-1 0 0,3 13 0 0 0,-2-17-5 0 0,-1 0 0 0 0,1-1 0 0 0,0 0 1 0 0,-1 1-1 0 0,2-1 0 0 0,-1 0 0 0 0,0 0 0 0 0,1 0 0 0 0,-1 0 0 0 0,1-1 0 0 0,0 1 1 0 0,0-1-1 0 0,0 1 0 0 0,4 2 0 0 0,-1-2-1 0 0,0-1 0 0 0,0 1 0 0 0,0-1-1 0 0,0 0 1 0 0,1 0 0 0 0,-1-1 0 0 0,12 2 0 0 0,-2-2-24 0 0,-1-1-1 0 0,0-1 1 0 0,1 0 0 0 0,-1-1-1 0 0,0 0 1 0 0,22-7-1 0 0,-16 2-85 0 0,0-1-1 0 0,-1 0 0 0 0,0-2 0 0 0,-1 0 0 0 0,0-1 1 0 0,0-1-1 0 0,-1-1 0 0 0,-1 0 0 0 0,31-31 1 0 0,-29 22 23 0 0,0 0 1 0 0,-2-1 0 0 0,-1-1 0 0 0,-1 0 0 0 0,-1-1 0 0 0,-1-1 0 0 0,12-33 0 0 0,6-35-22 0 0,-4-1 1 0 0,25-162 0 0 0,-52 256 103 0 0,1-1 0 0 0,-1 1 0 0 0,0-1 0 0 0,0 1 1 0 0,0 0-1 0 0,1-1 0 0 0,-1 1 0 0 0,0-1 0 0 0,-1 1 0 0 0,1-1 1 0 0,0 1-1 0 0,0-1 0 0 0,-1-1 0 0 0,0 3 1 0 0,1 0-1 0 0,-1 0 1 0 0,1 0-1 0 0,-1 0 1 0 0,1 0 0 0 0,-1 0-1 0 0,1 0 1 0 0,0 1-1 0 0,-1-1 1 0 0,1 0-1 0 0,-1 0 1 0 0,1 1-1 0 0,0-1 1 0 0,-1 0 0 0 0,1 0-1 0 0,-1 1 1 0 0,1-1-1 0 0,0 0 1 0 0,0 1-1 0 0,-1-1 1 0 0,1 1-1 0 0,0-1 1 0 0,0 0 0 0 0,-1 1-1 0 0,1 0 1 0 0,-24 41-16 0 0,-133 337 995 0 0,119-281-618 0 0,13-34-119 0 0,-140 376 998 0 0,23 8-510 0 0,126-385-599 0 0,3 1 0 0 0,-6 75 1 0 0,18-135-116 0 0,1 0 1 0 0,0 0 0 0 0,0 0-1 0 0,0 0 1 0 0,0-1-1 0 0,0 1 1 0 0,1 0-1 0 0,0 0 1 0 0,0 0-1 0 0,0-1 1 0 0,0 1-1 0 0,1 0 1 0 0,2 4-1 0 0,-3-7-12 0 0,0 0 0 0 0,0-1 0 0 0,1 1 0 0 0,-1 0 0 0 0,0-1 0 0 0,1 1 0 0 0,-1-1 1 0 0,0 1-1 0 0,1-1 0 0 0,-1 0 0 0 0,1 1 0 0 0,-1-1 0 0 0,0 0 0 0 0,1 0 0 0 0,-1 0 0 0 0,1 0 0 0 0,-1 0 0 0 0,1 0 0 0 0,-1-1 0 0 0,0 1 0 0 0,1 0 0 0 0,-1-1 0 0 0,0 1 0 0 0,1-1 0 0 0,1 0 0 0 0,32-17-2 0 0,-8-2-12 0 0,-1-2 0 0 0,-1 0 0 0 0,-1-2 0 0 0,-1 0 0 0 0,-1-2 0 0 0,-1-1 0 0 0,-2 0 0 0 0,0-1 0 0 0,-2-1 0 0 0,-2-1 0 0 0,19-47 0 0 0,-27 59 7 0 0,-2 0 0 0 0,0 0 0 0 0,-1 0 0 0 0,-1-1 0 0 0,-1 1 0 0 0,-1-1 0 0 0,0 0 0 0 0,-1 0 0 0 0,-1 1 0 0 0,-1-1 0 0 0,0 1 0 0 0,-2-1 0 0 0,0 1 0 0 0,-1 0 0 0 0,-1 0 0 0 0,-1 1-1 0 0,0-1 1 0 0,-1 1 0 0 0,-1 1 0 0 0,0 0 0 0 0,-1 0 0 0 0,-1 1 0 0 0,-1 0 0 0 0,0 1 0 0 0,-1 0 0 0 0,0 1 0 0 0,-18-14 0 0 0,-23-13-15 0 0,28 22-19 0 0,-34-32 0 0 0,60 50 36 0 0,0-1 0 0 0,0 1 0 0 0,0 0 0 0 0,0-1 0 0 0,0 1 0 0 0,0 0-1 0 0,0-1 1 0 0,0 1 0 0 0,0 0 0 0 0,0 0 0 0 0,0-1 0 0 0,0 1 0 0 0,0 0 0 0 0,0-1-1 0 0,1 1 1 0 0,-1 0 0 0 0,0-1 0 0 0,0 1 0 0 0,0 0 0 0 0,0 0 0 0 0,0-1 0 0 0,1 1-1 0 0,-1 0 1 0 0,0 0 0 0 0,0-1 0 0 0,1 1 0 0 0,-1 0 0 0 0,0 0 0 0 0,0 0 0 0 0,1 0-1 0 0,-1-1 1 0 0,1 1 0 0 0,7-6-31 0 0,10-2-297 0 0,0 2 0 0 0,0 0-1 0 0,0 1 1 0 0,33-5 0 0 0,-25 6-146 0 0,38-8-485 0 0,110-26-1025 0 0,-151 32 1785 0 0,0-2 0 0 0,-1 0 1 0 0,0-2-1 0 0,0 0 0 0 0,26-18 0 0 0,-35 19 222 0 0,0-1-1 0 0,-1-1 0 0 0,-1 0 0 0 0,1-1 0 0 0,-2 0 0 0 0,0 0 1 0 0,14-22-1 0 0,-8 5 1502 0 0,-1 0 0 0 0,19-50-1 0 0,-33 77-1237 0 0,-3 34 47 0 0,-7 43 1 0 0,5-56-294 0 0,1 0 1 0 0,1 1-1 0 0,1-1 0 0 0,1 1 0 0 0,1-1 1 0 0,0 1-1 0 0,4 20 0 0 0,-4-38-143 0 0,0 1-1 0 0,0-1 1 0 0,0 0 0 0 0,0 1-1 0 0,0-1 1 0 0,0 0 0 0 0,1 1-1 0 0,-1-1 1 0 0,1 0-1 0 0,-1 0 1 0 0,1 0 0 0 0,0 0-1 0 0,0 0 1 0 0,0-1 0 0 0,2 2-1 0 0,-2-1-654 0 0,0-1 0 0 0,0 0 1 0 0,1 0-1 0 0,-1 0 0 0 0,0 0 0 0 0,0 0 0 0 0,1-1 0 0 0,-1 1 0 0 0,3-1 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6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83 1504 0 0,'-3'-17'1880'0'0,"-1"3"-228"0"0,-1 2-475 0 0,-2 2-137 0 0,2 0-304 0 0,0 1-40 0 0,0 2 152 0 0,-5 4-264 0 0,-4 8-260 0 0,5 10-524 0 0,6-3-384 0 0,-1 0-580 0 0,1 2-1520 0 0,1 2-721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7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 2684 0 0,'-5'9'7202'0'0,"5"3"-6530"0"0,0 1-1 0 0,0-1 0 0 0,1 0 1 0 0,6 24-1 0 0,-5-23-503 0 0,1 1-1 0 0,-1-1 1 0 0,-1 1 0 0 0,-1 21-1 0 0,-1-25 25 0 0,-1-1 1 0 0,0 0-1 0 0,0 1 0 0 0,-1-1 0 0 0,0 0 0 0 0,-1-1 0 0 0,0 1 0 0 0,0 0 0 0 0,-1-1 1 0 0,0 0-1 0 0,-10 13 0 0 0,15-20-182 0 0,-1-1 1 0 0,1 0 0 0 0,0 1-1 0 0,0-1 1 0 0,0 0-1 0 0,-1 1 1 0 0,1-1-1 0 0,0 0 1 0 0,0 0 0 0 0,-1 1-1 0 0,1-1 1 0 0,0 0-1 0 0,-1 1 1 0 0,1-1-1 0 0,0 0 1 0 0,-1 0-1 0 0,1 0 1 0 0,0 0 0 0 0,-1 1-1 0 0,1-1 1 0 0,0 0-1 0 0,-1 0 1 0 0,1 0-1 0 0,-1 0 1 0 0,1 0 0 0 0,0 0-1 0 0,-1 0 1 0 0,1 0-1 0 0,-1 0 1 0 0,1 0-1 0 0,0 0 1 0 0,-1 0 0 0 0,1 0-1 0 0,0 0 1 0 0,-1 0-1 0 0,1 0 1 0 0,-1-1-1 0 0,1 1 1 0 0,0 0 0 0 0,-1 0-1 0 0,1 0 1 0 0,0-1-1 0 0,-1 1 1 0 0,1 0-1 0 0,0 0 1 0 0,0-1 0 0 0,-1 1-1 0 0,1 0 1 0 0,0-1-1 0 0,0 1 1 0 0,-1 0-1 0 0,1-1 1 0 0,-1-1-1 0 0,0 1 1 0 0,1 0-1 0 0,-1-1 1 0 0,1 1-1 0 0,-1-1 1 0 0,1 1-1 0 0,0-1 1 0 0,0 1-1 0 0,0-1 1 0 0,-1 1-1 0 0,1-2 1 0 0,3-8-11 0 0,0 1 1 0 0,0 0-1 0 0,1 0 0 0 0,0 0 1 0 0,0 1-1 0 0,1 0 0 0 0,10-16 1 0 0,1 4-33 0 0,34-37 0 0 0,-37 45 22 0 0,1 1-1 0 0,0 0 0 0 0,1 0 1 0 0,0 1-1 0 0,0 1 1 0 0,2 1-1 0 0,26-12 1 0 0,-33 17 7 0 0,0 0 1 0 0,-1 1-1 0 0,2 0 1 0 0,-1 1-1 0 0,0 0 1 0 0,0 1 0 0 0,1 0-1 0 0,-1 1 1 0 0,1 0-1 0 0,-1 0 1 0 0,1 1 0 0 0,-1 1-1 0 0,0-1 1 0 0,0 2-1 0 0,11 3 1 0 0,-18-5 4 0 0,0 0 0 0 0,0 1 1 0 0,0-1-1 0 0,0 1 0 0 0,-1 0 0 0 0,1-1 1 0 0,-1 1-1 0 0,1 1 0 0 0,-1-1 0 0 0,0 0 0 0 0,0 0 1 0 0,0 1-1 0 0,0-1 0 0 0,0 1 0 0 0,-1 0 1 0 0,1 0-1 0 0,-1-1 0 0 0,0 1 0 0 0,1 0 0 0 0,-1 0 1 0 0,-1 0-1 0 0,1 0 0 0 0,0 1 0 0 0,-1-1 1 0 0,1 0-1 0 0,-1 0 0 0 0,0 0 0 0 0,0 0 1 0 0,0 0-1 0 0,-1 1 0 0 0,0 3 0 0 0,-3 11 25 0 0,0 0-1 0 0,-1 0 0 0 0,-1-1 1 0 0,-9 21-1 0 0,8-21-2 0 0,5-13-181 0 0,0 1 0 0 0,0-1 0 0 0,1 1-1 0 0,0 0 1 0 0,-1-1 0 0 0,2 1 0 0 0,-1 0 0 0 0,0 0-1 0 0,1 7 1 0 0,1-11 69 0 0,-1 0 1 0 0,0-1-1 0 0,1 1 0 0 0,-1 0 1 0 0,1-1-1 0 0,-1 1 0 0 0,1 0 1 0 0,-1-1-1 0 0,1 1 0 0 0,-1 0 1 0 0,1-1-1 0 0,0 1 0 0 0,-1-1 1 0 0,1 1-1 0 0,0-1 0 0 0,0 1 1 0 0,-1-1-1 0 0,1 0 0 0 0,0 1 1 0 0,0-1-1 0 0,0 0 0 0 0,-1 0 1 0 0,1 0-1 0 0,0 1 0 0 0,0-1 1 0 0,0 0-1 0 0,0 0 0 0 0,-1 0 1 0 0,2 0-1 0 0,24-2-1634 0 0,-10-3 1221 0 0,-1 0 1 0 0,1-1 0 0 0,-1-1 0 0 0,0 0 0 0 0,-1-1 0 0 0,1 0-1 0 0,-2-1 1 0 0,26-22 0 0 0,-24 17 1409 0 0,0-1 0 0 0,-1-1 0 0 0,-1 0 0 0 0,0-1 1 0 0,-1 0-1 0 0,15-31 0 0 0,-12 13 2287 0 0,-12 27-1614 0 0,-11 24-1096 0 0,-1 1-148 0 0,-5 9 58 0 0,-13 39 0 0 0,24-57-363 0 0,1-1 1 0 0,0 1 0 0 0,1-1-1 0 0,-1 1 1 0 0,1 0-1 0 0,1 0 1 0 0,-1-1-1 0 0,1 1 1 0 0,1 0 0 0 0,1 11-1 0 0,-1-17-70 0 0,-1 0 0 0 0,1 0-1 0 0,-1 0 1 0 0,1 0 0 0 0,0 0 0 0 0,-1 0-1 0 0,1-1 1 0 0,0 1 0 0 0,0 0 0 0 0,0 0-1 0 0,1-1 1 0 0,-1 1 0 0 0,0-1 0 0 0,1 1-1 0 0,-1-1 1 0 0,1 1 0 0 0,-1-1 0 0 0,1 0-1 0 0,-1 0 1 0 0,1 0 0 0 0,0 0 0 0 0,0 0-1 0 0,0 0 1 0 0,0 0 0 0 0,-1-1 0 0 0,1 1-1 0 0,0-1 1 0 0,0 1 0 0 0,0-1 0 0 0,0 0-1 0 0,0 0 1 0 0,0 1 0 0 0,0-2 0 0 0,1 1-1 0 0,-1 0 1 0 0,0 0 0 0 0,0-1 0 0 0,0 1-1 0 0,3-2 1 0 0,1 0-872 0 0,1 0-1 0 0,0-1 0 0 0,-1 0 1 0 0,0 0-1 0 0,0 0 1 0 0,0-1-1 0 0,0 0 1 0 0,0 0-1 0 0,-1-1 1 0 0,8-6-1 0 0,2-7-5008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7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69 584 0 0,'-15'-13'2208'0'0,"0"1"1"0"0,-1 0-1 0 0,-26-13 1 0 0,41 24-2136 0 0,-1 0 1 0 0,1 0 0 0 0,-1 0 0 0 0,0 1 0 0 0,1-1-1 0 0,-1 1 1 0 0,0 0 0 0 0,0-1 0 0 0,0 1 0 0 0,1 0 0 0 0,-1 0-1 0 0,0 0 1 0 0,0 0 0 0 0,0 0 0 0 0,1 0 0 0 0,-1 1 0 0 0,0-1-1 0 0,0 1 1 0 0,1-1 0 0 0,-1 1 0 0 0,0 0 0 0 0,1-1 0 0 0,-1 1-1 0 0,0 0 1 0 0,1 0 0 0 0,-2 2 0 0 0,2-2-381 0 0,-1 0 1 0 0,1 1-1 0 0,0-1 0 0 0,0 0 0 0 0,0 1 1 0 0,0-1-1 0 0,1 1 0 0 0,-1 0 1 0 0,0-1-1 0 0,0 1 0 0 0,1 0 1 0 0,-1-1-1 0 0,1 1 0 0 0,0 0 1 0 0,0 0-1 0 0,-1-1 0 0 0,1 3 1 0 0,0 11-3181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7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83 2172 0 0,'-3'-42'9123'0'0,"0"2"-2320"0"0,1 42-6445 0 0,-4 7-105 0 0,0-1-1 0 0,1 1 0 0 0,0 1 1 0 0,0-1-1 0 0,1 1 0 0 0,0 0 0 0 0,-4 17 1 0 0,-2 3 73 0 0,-25 61 207 0 0,-31 90-12 0 0,52-134-462 0 0,-17 92 0 0 0,30-131-251 0 0,1-1 0 0 0,-1 0 0 0 0,1 1 1 0 0,0-1-1 0 0,1 1 0 0 0,0-1 0 0 0,0 0 0 0 0,0 0 0 0 0,1 1 0 0 0,4 9 0 0 0,-4-14-201 0 0,-1 1 0 0 0,1-1 0 0 0,0 0 0 0 0,0 0 0 0 0,0 0 0 0 0,1-1 0 0 0,-1 1 0 0 0,1 0 1 0 0,4 4-1 0 0,-4-6-245 0 0,0 1 1 0 0,0 0 0 0 0,0 0-1 0 0,1-1 1 0 0,-1 0 0 0 0,0 0-1 0 0,0 0 1 0 0,1 0 0 0 0,-1 0-1 0 0,1-1 1 0 0,5 1 0 0 0,8 0-5244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7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87 592 0 0,'4'-12'3042'0'0,"-1"0"-1"0"0,-1 1 1 0 0,0-1 0 0 0,0 0-1 0 0,-1-15 1 0 0,-14 32-2462 0 0,8 1-486 0 0,-1-1 0 0 0,1 1 0 0 0,0 0 0 0 0,1 0-1 0 0,-1 1 1 0 0,1-1 0 0 0,0 1 0 0 0,-3 9 0 0 0,2-6-78 0 0,-9 17 121 0 0,2 0 0 0 0,-13 38 0 0 0,23-58-174 0 0,0 0 1 0 0,1 1 0 0 0,-1-1-1 0 0,1 0 1 0 0,0 1 0 0 0,1-1 0 0 0,0 1-1 0 0,0-1 1 0 0,1 0 0 0 0,0 1 0 0 0,0-1-1 0 0,0 0 1 0 0,1 1 0 0 0,1-1-1 0 0,2 7 1 0 0,-3-10-203 0 0,1 0 0 0 0,0 0 1 0 0,0-1-1 0 0,0 1 0 0 0,0-1 0 0 0,1 1 0 0 0,0-1 0 0 0,-1 0 0 0 0,1-1 1 0 0,0 1-1 0 0,0-1 0 0 0,1 1 0 0 0,-1-1 0 0 0,0 0 0 0 0,1-1 0 0 0,-1 1 1 0 0,7 1-1 0 0,3 0-1453 0 0,0-1-1 0 0,1 0 1 0 0,-1 0 0 0 0,23-2 0 0 0,-2-1-3257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9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0 2204 0 0,'-81'2'8394'0'0,"48"-2"-4897"0"0,30 0-2747 0 0,0 0-56 0 0,-10 0-80 0 0,10 0 368 0 0,0 0-610 0 0,-7-1-308 0 0,0 1 0 0 0,0 0-1 0 0,-16 3 1 0 0,6 0-3345 0 0,-4 3-3280 0 0,9-2 1045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49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0 2108 0 0,'-60'24'14001'0'0,"54"-21"-12261"0"0,67-10-807 0 0,117-9-508 0 0,37 14-2751 0 0,-71 6-2133 0 0,-81-3 979 0 0,14 1-3058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56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63 1160 0 0,'1'-2'1874'0'0,"16"-34"7251"0"0,-27 51-8013 0 0,-17 27-210 0 0,1 1 0 0 0,2 1 1 0 0,-34 93-1 0 0,57-133-885 0 0,0 0 0 0 0,0 0-1 0 0,0 0 1 0 0,0 0 0 0 0,1 0 0 0 0,0 0-1 0 0,0 1 1 0 0,0-1 0 0 0,0 0 0 0 0,1 5-1 0 0,0-7-7 0 0,-1-1-1 0 0,1 0 1 0 0,0 1 0 0 0,-1-1-1 0 0,1 0 1 0 0,0 1-1 0 0,0-1 1 0 0,0 0-1 0 0,-1 0 1 0 0,1 0-1 0 0,1 0 1 0 0,-1 0 0 0 0,0 0-1 0 0,0 0 1 0 0,0 0-1 0 0,0 0 1 0 0,1 0-1 0 0,-1-1 1 0 0,0 1-1 0 0,1-1 1 0 0,-1 1 0 0 0,1-1-1 0 0,-1 1 1 0 0,0-1-1 0 0,1 0 1 0 0,-1 1-1 0 0,1-1 1 0 0,-1 0-1 0 0,1 0 1 0 0,-1 0 0 0 0,1 0-1 0 0,-1-1 1 0 0,1 1-1 0 0,-1 0 1 0 0,2-1-1 0 0,5 0-1 0 0,-1-1 0 0 0,1 0 1 0 0,-1 0-1 0 0,0-1 0 0 0,1 1 0 0 0,-1-2 0 0 0,0 1 0 0 0,-1-1 0 0 0,1 0 0 0 0,-1 0 0 0 0,0-1 0 0 0,0 0 1 0 0,0 0-1 0 0,0-1 0 0 0,-1 1 0 0 0,8-11 0 0 0,-3 0-21 0 0,1-1-1 0 0,-2 1 1 0 0,0-2 0 0 0,12-35 0 0 0,-18 42 7 0 0,0 1 1 0 0,-1-1-1 0 0,0 0 1 0 0,0 0-1 0 0,-1 0 0 0 0,-1 0 1 0 0,0 0-1 0 0,0 0 1 0 0,-1 0-1 0 0,-3-13 1 0 0,3 22 2 0 0,1-1 1 0 0,-1 1 0 0 0,0 0 0 0 0,1-1 0 0 0,-1 1 0 0 0,0 0-1 0 0,-1-1 1 0 0,1 1 0 0 0,0 0 0 0 0,-1 0 0 0 0,1 0 0 0 0,-1 0-1 0 0,1 0 1 0 0,-1 0 0 0 0,0 0 0 0 0,0 1 0 0 0,0-1 0 0 0,0 1 0 0 0,0-1-1 0 0,0 1 1 0 0,0 0 0 0 0,-1 0 0 0 0,1 0 0 0 0,0 0 0 0 0,-1 0-1 0 0,1 0 1 0 0,-1 1 0 0 0,1-1 0 0 0,-1 1 0 0 0,-4 0 0 0 0,-4 1-2 0 0,0 0 1 0 0,1 1 0 0 0,-1 1 0 0 0,0 0-1 0 0,1 0 1 0 0,0 1 0 0 0,-12 7-1 0 0,14-8 9 0 0,1 1 0 0 0,0 1 0 0 0,0 0 0 0 0,0 0-1 0 0,0 0 1 0 0,1 1 0 0 0,0 0 0 0 0,0 0-1 0 0,1 0 1 0 0,-7 11 0 0 0,11-17-2 0 0,1 1 0 0 0,-1 0-1 0 0,1 0 1 0 0,-1-1 0 0 0,1 1 0 0 0,0 0 0 0 0,0-1 0 0 0,-1 1-1 0 0,1 0 1 0 0,0 0 0 0 0,0 0 0 0 0,0-1 0 0 0,0 1 0 0 0,0 0-1 0 0,0 0 1 0 0,0-1 0 0 0,0 1 0 0 0,0 0 0 0 0,0 0 0 0 0,0 0-1 0 0,0-1 1 0 0,1 1 0 0 0,-1 0 0 0 0,0 0 0 0 0,1-1 0 0 0,-1 1-1 0 0,0 0 1 0 0,1-1 0 0 0,-1 1 0 0 0,1 0 0 0 0,-1-1 0 0 0,1 1-1 0 0,-1-1 1 0 0,1 1 0 0 0,0-1 0 0 0,-1 1 0 0 0,1-1 0 0 0,0 1-1 0 0,0 0 1 0 0,6 0-6 0 0,-1 0 0 0 0,0 0 0 0 0,1-1-1 0 0,-1 0 1 0 0,1 0 0 0 0,-1 0 0 0 0,0-1-1 0 0,1 0 1 0 0,-1 0 0 0 0,0-1 0 0 0,0 0 0 0 0,0 0-1 0 0,11-5 1 0 0,0 0-7 0 0,64-28-27 0 0,-46 19 20 0 0,38-12-1 0 0,-62 25 5 0 0,-1 0-1 0 0,0 1 0 0 0,1 0 1 0 0,0 0-1 0 0,0 1 0 0 0,-1 1 1 0 0,1 0-1 0 0,14 1 1 0 0,-20 0 2 0 0,0 0 1 0 0,0 0 0 0 0,-1 1 0 0 0,1 0-1 0 0,-1-1 1 0 0,1 1 0 0 0,-1 1 0 0 0,0-1-1 0 0,0 1 1 0 0,0 0 0 0 0,0-1 0 0 0,6 7-1 0 0,-5-3 6 0 0,0 0-1 0 0,0 0 0 0 0,0 1 0 0 0,0 0 0 0 0,-1 0 0 0 0,6 14 0 0 0,-3-3 24 0 0,-1 0 0 0 0,-1 0-1 0 0,-1 0 1 0 0,-1 1 0 0 0,2 33 0 0 0,-3 89 311 0 0,-2-139-175 0 0,6-6-149 0 0,-1-1 0 0 0,1 0 0 0 0,-1 0 1 0 0,-1 0-1 0 0,1-1 0 0 0,-1 0 0 0 0,0 0 0 0 0,0 0 0 0 0,4-10 1 0 0,3-2-14 0 0,36-62-39 0 0,24-38-21 0 0,-61 103 56 0 0,1 1 0 0 0,1 0 0 0 0,0 1 0 0 0,0 1 0 0 0,22-18 1 0 0,-31 28 13 0 0,0 0 0 0 0,0 0 1 0 0,0 1-1 0 0,1-1 0 0 0,-1 1 1 0 0,0-1-1 0 0,1 1 0 0 0,-1 0 1 0 0,0 0-1 0 0,1 1 0 0 0,6-2 1 0 0,-8 2 5 0 0,-1 1 0 0 0,1-1 0 0 0,-1 0 1 0 0,1 0-1 0 0,-1 1 0 0 0,1-1 0 0 0,-1 0 0 0 0,0 1 1 0 0,1 0-1 0 0,-1-1 0 0 0,1 1 0 0 0,-1 0 0 0 0,0 0 1 0 0,0-1-1 0 0,1 1 0 0 0,-1 0 0 0 0,0 0 0 0 0,0 0 1 0 0,0 1-1 0 0,0-1 0 0 0,0 0 0 0 0,0 0 0 0 0,-1 0 1 0 0,1 1-1 0 0,0-1 0 0 0,0 1 0 0 0,-1-1 0 0 0,1 0 1 0 0,-1 1-1 0 0,1 2 0 0 0,1 4 42 0 0,-1 0 1 0 0,0 0-1 0 0,-1 0 1 0 0,0 0-1 0 0,0 0 1 0 0,0 0-1 0 0,-1 0 1 0 0,-3 11-1 0 0,-20 67 194 0 0,10-45-162 0 0,10-28-76 0 0,1-3 25 0 0,0-1 1 0 0,1 1-1 0 0,0 0 1 0 0,0 0-1 0 0,0 17 0 0 0,2-25-23 0 0,0 0-1 0 0,0 0 1 0 0,1 0-1 0 0,-1 0 0 0 0,1-1 1 0 0,-1 1-1 0 0,1 0 0 0 0,0 0 1 0 0,-1 0-1 0 0,1 0 1 0 0,0-1-1 0 0,0 1 0 0 0,0 0 1 0 0,0-1-1 0 0,1 1 0 0 0,-1-1 1 0 0,0 1-1 0 0,1-1 1 0 0,-1 0-1 0 0,1 1 0 0 0,-1-1 1 0 0,1 0-1 0 0,0 0 1 0 0,-1 0-1 0 0,1 0 0 0 0,0-1 1 0 0,0 1-1 0 0,0 0 0 0 0,0-1 1 0 0,0 1-1 0 0,-1-1 1 0 0,1 1-1 0 0,0-1 0 0 0,0 0 1 0 0,3 0-1 0 0,9 0-214 0 0,-1 0-1 0 0,1-1 1 0 0,0 0 0 0 0,-1-2 0 0 0,1 1-1 0 0,-1-1 1 0 0,22-9 0 0 0,87-42-5071 0 0,-72 27 1380 0 0,3 0-1560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57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413 121 1340 0 0,'2'-5'524'0'0,"2"-3"449"0"0,-1 0 0 0 0,0-1 0 0 0,-1 0 0 0 0,1 1 0 0 0,-1-1-1 0 0,-1 0 1 0 0,0 0 0 0 0,0 0 0 0 0,-2-17 0 0 0,1 25-919 0 0,0 1 0 0 0,0-1 0 0 0,0 0 0 0 0,-1 1 1 0 0,1-1-1 0 0,0 1 0 0 0,-1-1 0 0 0,1 0 0 0 0,0 1 0 0 0,-1-1 0 0 0,1 1 0 0 0,-1 0 0 0 0,1-1 0 0 0,-1 1 1 0 0,1-1-1 0 0,-1 1 0 0 0,1-1 0 0 0,-1 1 0 0 0,1 0 0 0 0,-1 0 0 0 0,1-1 0 0 0,-1 1 0 0 0,0 0 0 0 0,1 0 1 0 0,-1 0-1 0 0,0-1 0 0 0,1 1 0 0 0,-1 0 0 0 0,1 0 0 0 0,-1 0 0 0 0,0 0 0 0 0,1 0 0 0 0,-1 0 0 0 0,0 0 1 0 0,0 1-1 0 0,-23 6 854 0 0,-3 6-380 0 0,1 2 0 0 0,0 0 1 0 0,1 2-1 0 0,-36 31 0 0 0,-80 91 191 0 0,130-127-675 0 0,1-1 0 0 0,0 1 0 0 0,1 1 0 0 0,1 0 0 0 0,0 0 0 0 0,0 1 0 0 0,-6 18 0 0 0,12-28-84 0 0,1-1 0 0 0,0 1-1 0 0,0-1 1 0 0,0 1 0 0 0,1-1 0 0 0,-1 1 0 0 0,1 0-1 0 0,0-1 1 0 0,0 1 0 0 0,0 0 0 0 0,0-1-1 0 0,1 1 1 0 0,-1-1 0 0 0,1 1 0 0 0,0 0 0 0 0,0-1-1 0 0,0 0 1 0 0,1 1 0 0 0,-1-1 0 0 0,1 0 0 0 0,0 1-1 0 0,0-1 1 0 0,0 0 0 0 0,0 0 0 0 0,0-1 0 0 0,1 1-1 0 0,-1 0 1 0 0,1-1 0 0 0,0 0 0 0 0,0 1 0 0 0,0-1-1 0 0,0 0 1 0 0,0 0 0 0 0,0-1 0 0 0,7 3 0 0 0,4 2-464 0 0,1-1 1 0 0,-1-1 0 0 0,1 0 0 0 0,0-1 0 0 0,0-1 0 0 0,0 0 0 0 0,0-1-1 0 0,23-1 1 0 0,-15-2-638 0 0,-1 0-1 0 0,1-1 1 0 0,-1-2-1 0 0,0 0 0 0 0,22-8 1 0 0,-10-1-1791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57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200 111 1884 0 0,'1'-2'99'0'0,"5"-4"650"0"0,0 0 1 0 0,-1-1 0 0 0,0 0 0 0 0,0 0 0 0 0,0-1 0 0 0,-1 1 0 0 0,0-1 0 0 0,4-10-1 0 0,-8 16-625 0 0,1 1 0 0 0,-1 0 0 0 0,0 0 0 0 0,0-1 0 0 0,1 1 0 0 0,-1 0 0 0 0,0-1 0 0 0,0 1-1 0 0,-1 0 1 0 0,1-1 0 0 0,0 1 0 0 0,0 0 0 0 0,-1 0 0 0 0,1-1 0 0 0,0 1 0 0 0,-1 0 0 0 0,0 0-1 0 0,1 0 1 0 0,-1-1 0 0 0,0 1 0 0 0,1 0 0 0 0,-1 0 0 0 0,0 0 0 0 0,0 0 0 0 0,0 0 0 0 0,-1-1-1 0 0,0 2 373 0 0,-2 0-9 0 0,-5 3-263 0 0,-1 0 0 0 0,0 0 0 0 0,1 1 0 0 0,0 0 0 0 0,0 0 0 0 0,0 1 0 0 0,1 0 0 0 0,-1 1 0 0 0,1 0 0 0 0,0 0 0 0 0,-11 13 0 0 0,3-3-85 0 0,1 1 0 0 0,1 0-1 0 0,0 1 1 0 0,-15 26 0 0 0,25-36-115 0 0,0 1 1 0 0,0-1-1 0 0,1 1 0 0 0,0 0 1 0 0,0 0-1 0 0,1 0 1 0 0,0 0-1 0 0,1 0 0 0 0,-1 18 1 0 0,2-24-25 0 0,0 0 1 0 0,0 0-1 0 0,0 0 1 0 0,1 0-1 0 0,-1 0 1 0 0,1 0-1 0 0,0 0 1 0 0,0 0-1 0 0,0-1 1 0 0,0 1-1 0 0,0 0 1 0 0,1 0-1 0 0,-1-1 1 0 0,1 1-1 0 0,-1-1 1 0 0,1 0-1 0 0,0 1 1 0 0,0-1-1 0 0,0 0 1 0 0,0 0-1 0 0,1 0 1 0 0,-1 0-1 0 0,1-1 1 0 0,-1 1-1 0 0,1-1 1 0 0,-1 1-1 0 0,1-1 1 0 0,0 0-1 0 0,0 0 1 0 0,-1 0-1 0 0,1 0 1 0 0,0-1-1 0 0,5 1 1 0 0,0 0-36 0 0,0-1 0 0 0,0-1 0 0 0,0 1 0 0 0,0-1 0 0 0,0-1 0 0 0,-1 1 0 0 0,1-2 0 0 0,-1 1 0 0 0,1-1 0 0 0,-1 0 0 0 0,0 0 0 0 0,0-1 0 0 0,0 0 0 0 0,0 0 0 0 0,-1 0 0 0 0,8-7 0 0 0,9-9-97 0 0,-2-1-1 0 0,35-40 1 0 0,-40 41 141 0 0,-1 0 0 0 0,-1-1 0 0 0,-1 0-1 0 0,18-37 1 0 0,-11 27 81 0 0,-15 24-147 0 0,-4 6 31 0 0,0 37 91 0 0,-5-8 73 0 0,2-8 115 0 0,-8 29 0 0 0,8-40-211 0 0,0 0 0 0 0,0 0-1 0 0,0 13 1 0 0,-1 4 12 0 0,1-18-36 0 0,1 1 1 0 0,0 0-1 0 0,0-1 1 0 0,1 1-1 0 0,0 0 1 0 0,1 0-1 0 0,0-1 1 0 0,0 1-1 0 0,4 10 1 0 0,-5-17-71 0 0,1-1 1 0 0,-1 0-1 0 0,1 0 1 0 0,0-1 0 0 0,-1 1-1 0 0,1 0 1 0 0,0 0 0 0 0,0 0-1 0 0,0 0 1 0 0,0-1-1 0 0,0 1 1 0 0,0 0 0 0 0,0-1-1 0 0,0 1 1 0 0,0-1-1 0 0,0 1 1 0 0,0-1 0 0 0,0 1-1 0 0,0-1 1 0 0,0 0 0 0 0,2 1-1 0 0,22-1-1839 0 0,-20 0 1223 0 0,-1-1-1 0 0,1 0 1 0 0,0 0 0 0 0,-1-1-1 0 0,1 0 1 0 0,-1 1 0 0 0,0-2 0 0 0,0 1-1 0 0,0 0 1 0 0,6-5 0 0 0,4-3-3431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58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96 416 0 0,'24'-55'12171'0'0,"-22"56"-11586"0"0,0 2-400 0 0,0-1 1 0 0,0 1-1 0 0,0 0 1 0 0,0 0-1 0 0,0 0 1 0 0,-1 0-1 0 0,1 0 1 0 0,-1 0-1 0 0,0 0 1 0 0,0 0-1 0 0,0 0 1 0 0,0 0-1 0 0,-1 1 1 0 0,1-1-1 0 0,-1 0 1 0 0,0 1-1 0 0,0-1 1 0 0,0 6-1 0 0,-2 13 524 0 0,-5 35-1 0 0,5-47-597 0 0,-10 44 580 0 0,-29 83 0 0 0,41-135-626 0 0,1-9-60 0 0,1 0 1 0 0,0 0-1 0 0,0 0 0 0 0,1 1 1 0 0,0-1-1 0 0,0 1 0 0 0,6-10 0 0 0,1-2-6 0 0,5-12-10 0 0,2 0 0 0 0,1 1 0 0 0,2 1 0 0 0,0 0 0 0 0,2 2 0 0 0,1 0 1 0 0,1 2-1 0 0,36-29 0 0 0,-54 49-1 0 0,0 0-1 0 0,0 0 1 0 0,0 1 0 0 0,0 0 0 0 0,1 0-1 0 0,-1 0 1 0 0,1 1 0 0 0,0 0 0 0 0,12-2 0 0 0,-17 4 12 0 0,0 0 0 0 0,1 0 0 0 0,-1 0 0 0 0,0 0-1 0 0,0 0 1 0 0,1 0 0 0 0,-1 0 0 0 0,0 1 0 0 0,0-1 0 0 0,0 1 0 0 0,0 0 0 0 0,0-1 0 0 0,0 1 0 0 0,0 0 0 0 0,0 0 0 0 0,0 1 0 0 0,0-1 0 0 0,0 0 0 0 0,0 1 0 0 0,-1-1 0 0 0,1 1 0 0 0,-1-1 0 0 0,1 1 0 0 0,-1 0 0 0 0,0-1 0 0 0,1 1 0 0 0,-1 0 0 0 0,0 0 0 0 0,0 0 0 0 0,0 0 0 0 0,0 0 0 0 0,-1 0 0 0 0,1 0 0 0 0,-1 0 0 0 0,1 3 0 0 0,1 4 26 0 0,-1-1-1 0 0,-1 1 0 0 0,1 0 1 0 0,-1 0-1 0 0,-1 0 1 0 0,0-1-1 0 0,0 1 0 0 0,-3 12 1 0 0,-5 9 46 0 0,-13 31-1 0 0,-2 6-2 0 0,19-52-100 0 0,3-8 40 0 0,-1 0 0 0 0,1 1-1 0 0,1-1 1 0 0,-1 1 0 0 0,1 0 0 0 0,0 11 0 0 0,1-17-61 0 0,1 0 1 0 0,-1 0-1 0 0,1 0 1 0 0,-1 0-1 0 0,1 0 1 0 0,0-1-1 0 0,-1 1 1 0 0,1 0 0 0 0,0 0-1 0 0,0 0 1 0 0,0-1-1 0 0,1 1 1 0 0,-1 0-1 0 0,0-1 1 0 0,1 1-1 0 0,-1-1 1 0 0,1 0-1 0 0,-1 1 1 0 0,1-1 0 0 0,0 0-1 0 0,-1 0 1 0 0,1 0-1 0 0,0 0 1 0 0,0 0-1 0 0,0-1 1 0 0,0 1-1 0 0,0 0 1 0 0,0-1-1 0 0,3 1 1 0 0,10 1-1140 0 0,0 0 0 0 0,-1-1 0 0 0,1-1 0 0 0,0-1-1 0 0,0 0 1 0 0,-1 0 0 0 0,22-6 0 0 0,22-5-5295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59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76 1952 0 0,'2'-14'1840'0'0,"2"-1"1"0"0,-1 0-1 0 0,7-14 0 0 0,-9 27-999 0 0,-1 16-553 0 0,-2 0-1 0 0,0 0 1 0 0,0 1 0 0 0,-1-1-1 0 0,-7 17 1 0 0,-30 68 704 0 0,25-65-710 0 0,-113 238 1056 0 0,40-88-767 0 0,86-180-559 0 0,-6 16 263 0 0,9-18-151 0 0,7-11-123 0 0,40-55-65 0 0,-23 30 38 0 0,1 0-1 0 0,35-32 1 0 0,-52 57 21 0 0,0 1 0 0 0,1 0 0 0 0,0 0 0 0 0,0 1 0 0 0,1 1 0 0 0,0 0 0 0 0,0 0 0 0 0,0 1 0 0 0,1 0 0 0 0,0 1-1 0 0,20-4 1 0 0,-26 7 6 0 0,0 0 0 0 0,1 1 0 0 0,-1 0 0 0 0,0 0 0 0 0,0 1 0 0 0,0 0 0 0 0,0 0 0 0 0,0 0 0 0 0,0 1 0 0 0,0-1 0 0 0,0 2 0 0 0,-1-1 0 0 0,1 1 0 0 0,-1-1 0 0 0,1 1 0 0 0,-1 1 0 0 0,0-1 0 0 0,9 8 0 0 0,-11-7 26 0 0,0-1 0 0 0,1 1 0 0 0,-1-1 0 0 0,-1 1 0 0 0,1 0 0 0 0,0 0 0 0 0,-1 0 0 0 0,0 0 0 0 0,0 0 0 0 0,0 1 0 0 0,0-1 0 0 0,-1 1 0 0 0,0-1 0 0 0,0 1 0 0 0,0 0 0 0 0,0-1 0 0 0,-1 1 0 0 0,0 0 0 0 0,0-1 0 0 0,0 1 0 0 0,0 0 0 0 0,-1 0 0 0 0,0-1 0 0 0,-2 9 0 0 0,-2-1 59 0 0,-1 0-1 0 0,1-1 0 0 0,-2 1 1 0 0,0-1-1 0 0,0-1 0 0 0,-1 0 1 0 0,0 0-1 0 0,-1 0 0 0 0,0-1 0 0 0,0 0 1 0 0,-1-1-1 0 0,0 0 0 0 0,-1-1 1 0 0,-21 12-1 0 0,22-13-30 0 0,0-1 1 0 0,0-1-1 0 0,-1 1 1 0 0,1-2-1 0 0,-1 0 1 0 0,0 0-1 0 0,0-1 1 0 0,0 0-1 0 0,0-1 1 0 0,-1 0-1 0 0,1-1 1 0 0,0 0-1 0 0,-1 0 1 0 0,1-2-1 0 0,0 1 1 0 0,0-2-1 0 0,-15-4 1 0 0,23 7-118 0 0,1-1 0 0 0,0 0 0 0 0,0 0 0 0 0,-1 0 0 0 0,1 0 0 0 0,0-1 0 0 0,0 1 1 0 0,0 0-1 0 0,0-1 0 0 0,1 0 0 0 0,-1 1 0 0 0,0-1 0 0 0,1 0 0 0 0,-1 0 0 0 0,1 0 0 0 0,-1 0 0 0 0,-1-4 1 0 0,3 4-291 0 0,-1 0 0 0 0,1 1 0 0 0,0-1 0 0 0,0 0 0 0 0,0 0 0 0 0,0 0 0 0 0,0 1 1 0 0,1-1-1 0 0,-1 0 0 0 0,1 0 0 0 0,-1 1 0 0 0,1-1 0 0 0,-1 0 0 0 0,1 0 0 0 0,0 1 1 0 0,0-1-1 0 0,0 1 0 0 0,0-1 0 0 0,0 1 0 0 0,0-1 0 0 0,0 1 0 0 0,1 0 1 0 0,-1-1-1 0 0,2 0 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1:59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63 2084 0 0,'0'0'1662'0'0,"2"23"3528"0"0,-2-18-4912 0 0,0 0 0 0 0,0 0 0 0 0,1 0 0 0 0,0 0 0 0 0,0 0 0 0 0,0 0 0 0 0,0 0 0 0 0,4 8 0 0 0,-4-10-220 0 0,1-1 1 0 0,-1 0-1 0 0,1 0 0 0 0,-1-1 1 0 0,1 1-1 0 0,0 0 1 0 0,-1 0-1 0 0,1-1 1 0 0,0 1-1 0 0,0-1 1 0 0,0 0-1 0 0,0 1 0 0 0,0-1 1 0 0,1 0-1 0 0,-1 0 1 0 0,0 0-1 0 0,0-1 1 0 0,1 1-1 0 0,-1-1 1 0 0,0 1-1 0 0,1-1 0 0 0,2 1 1 0 0,-1-1 73 0 0,-1 0 0 0 0,1 0-1 0 0,-1 0 1 0 0,1 0 0 0 0,0 0 0 0 0,-1-1 0 0 0,1 1 0 0 0,-1-1 0 0 0,0 0-1 0 0,1 0 1 0 0,-1 0 0 0 0,6-4 0 0 0,-6 2-77 0 0,0-1 1 0 0,0 0-1 0 0,0 1 0 0 0,-1-1 0 0 0,1-1 1 0 0,-1 1-1 0 0,0 0 0 0 0,0-1 0 0 0,-1 1 1 0 0,1-1-1 0 0,-1 1 0 0 0,0-1 1 0 0,0 1-1 0 0,0-8 0 0 0,0 8-39 0 0,-1-1 0 0 0,0 1 1 0 0,0 0-1 0 0,0 0 0 0 0,-1 0 0 0 0,1-1 0 0 0,-1 1 0 0 0,0 0 1 0 0,0 0-1 0 0,-1 0 0 0 0,1 0 0 0 0,-1 0 0 0 0,0 0 0 0 0,0 1 1 0 0,0-1-1 0 0,0 0 0 0 0,-4-4 0 0 0,3 7-13 0 0,1-1 1 0 0,-1 1-1 0 0,0-1 0 0 0,1 1 1 0 0,-1 0-1 0 0,0 0 0 0 0,0 0 1 0 0,1 1-1 0 0,-1-1 0 0 0,0 1 0 0 0,0-1 1 0 0,0 1-1 0 0,0 0 0 0 0,0 0 1 0 0,0 0-1 0 0,0 1 0 0 0,0-1 1 0 0,0 1-1 0 0,0-1 0 0 0,0 1 0 0 0,-3 2 1 0 0,-13 3 112 0 0,0 2-1 0 0,0 0 1 0 0,0 1 0 0 0,1 1 0 0 0,1 0 0 0 0,0 2 0 0 0,0 0-1 0 0,1 1 1 0 0,1 0 0 0 0,0 1 0 0 0,1 1 0 0 0,0 0-1 0 0,-20 32 1 0 0,32-44-97 0 0,0 0 0 0 0,0 0 0 0 0,0 0 0 0 0,1 1-1 0 0,-1-1 1 0 0,1 1 0 0 0,0-1 0 0 0,0 1 0 0 0,0 0 0 0 0,1-1-1 0 0,-1 1 1 0 0,1 0 0 0 0,0-1 0 0 0,0 1 0 0 0,0 0 0 0 0,1-1-1 0 0,-1 1 1 0 0,1 0 0 0 0,1 3 0 0 0,-1-4-8 0 0,1 1 0 0 0,0-1 1 0 0,0 0-1 0 0,0 1 0 0 0,0-1 1 0 0,1 0-1 0 0,-1 0 0 0 0,1-1 1 0 0,0 1-1 0 0,0-1 0 0 0,0 1 0 0 0,0-1 1 0 0,0 0-1 0 0,1 0 0 0 0,-1 0 1 0 0,0 0-1 0 0,1-1 0 0 0,5 2 1 0 0,11 3-106 0 0,1 0 0 0 0,-1-2 1 0 0,1-1-1 0 0,38 2 0 0 0,85-8-3233 0 0,-140 3 3153 0 0,61-6-4357 0 0,1-6-2466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2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647 505 2012 0 0,'5'-10'938'0'0,"0"-1"-1"0"0,0 0 1 0 0,-1 0-1 0 0,-1 0 1 0 0,0 0 0 0 0,-1-1-1 0 0,0 1 1 0 0,0-1-1 0 0,-1 1 1 0 0,-1-1-1 0 0,0 0 1 0 0,-2-13 0 0 0,2 25-916 0 0,-1-1 1 0 0,1 0-1 0 0,0 1 1 0 0,0-1-1 0 0,-1 1 1 0 0,1-1 0 0 0,0 1-1 0 0,-1-1 1 0 0,1 1-1 0 0,0-1 1 0 0,-1 1-1 0 0,1-1 1 0 0,-1 1 0 0 0,1-1-1 0 0,-1 1 1 0 0,1 0-1 0 0,-1-1 1 0 0,1 1-1 0 0,-1 0 1 0 0,0-1-1 0 0,1 1 1 0 0,-1 0 0 0 0,1 0-1 0 0,-1-1 1 0 0,0 1-1 0 0,1 0 1 0 0,-1 0-1 0 0,0 0 1 0 0,1 0-1 0 0,-1 0 1 0 0,-1 0 0 0 0,-17 3 148 0 0,17-3-159 0 0,-7 3 30 0 0,-1 0 0 0 0,1 1 0 0 0,0 0-1 0 0,0 0 1 0 0,0 1 0 0 0,0 0 0 0 0,-10 8 0 0 0,-53 50 79 0 0,53-46-86 0 0,-94 93 139 0 0,94-88-131 0 0,1 0 0 0 0,1 2 1 0 0,-21 35-1 0 0,35-53-33 0 0,0 0-1 0 0,0 0 1 0 0,1 0 0 0 0,0 0 0 0 0,0 0-1 0 0,1 0 1 0 0,-1 0 0 0 0,2 1-1 0 0,-1-1 1 0 0,0 11 0 0 0,1-14-8 0 0,1-1 0 0 0,-1 0 0 0 0,1 0 0 0 0,-1 0 0 0 0,1 0 0 0 0,-1 0 0 0 0,1 0 0 0 0,0 1-1 0 0,0-2 1 0 0,0 1 0 0 0,0 0 0 0 0,1 0 0 0 0,-1 0 0 0 0,0 0 0 0 0,1-1 0 0 0,0 1 0 0 0,-1-1 0 0 0,1 1 0 0 0,0-1 0 0 0,-1 1 0 0 0,1-1 0 0 0,0 0 0 0 0,0 0 0 0 0,0 0 0 0 0,0 0 0 0 0,0 0 0 0 0,0-1 0 0 0,0 1 0 0 0,1-1 0 0 0,-1 1 0 0 0,0-1 0 0 0,0 0 0 0 0,3 0 0 0 0,4 1-4 0 0,0-1 1 0 0,1-1-1 0 0,-1 1 0 0 0,0-1 0 0 0,0-1 0 0 0,0 0 1 0 0,0 0-1 0 0,0-1 0 0 0,0 0 0 0 0,0-1 1 0 0,-1 0-1 0 0,0 0 0 0 0,0-1 0 0 0,0 0 0 0 0,0 0 1 0 0,-1-1-1 0 0,1 1 0 0 0,8-11 0 0 0,10-12-31 0 0,-1-1-1 0 0,-2-1 1 0 0,24-40-1 0 0,-19 28 45 0 0,-27 42-15 0 0,-1-1 0 0 0,1 0 0 0 0,-1 0 0 0 0,1 0 0 0 0,-1 0 0 0 0,1 1 0 0 0,0-1 0 0 0,-1 0 0 0 0,1 1 0 0 0,0-1 0 0 0,-1 1 0 0 0,1-1 0 0 0,0 0 0 0 0,0 1 0 0 0,0 0 0 0 0,0-1 0 0 0,1 0 0 0 0,-2 1 2 0 0,0 1 0 0 0,1-1 0 0 0,-1 0 0 0 0,0 0 0 0 0,1 1 0 0 0,-1-1 0 0 0,0 0 1 0 0,0 1-1 0 0,1-1 0 0 0,-1 0 0 0 0,0 0 0 0 0,0 1 0 0 0,0-1 0 0 0,1 0 1 0 0,-1 1-1 0 0,0-1 0 0 0,0 1 0 0 0,0-1 0 0 0,0 0 0 0 0,0 1 0 0 0,0-1 0 0 0,0 1 1 0 0,0-1-1 0 0,0 0 0 0 0,0 1 0 0 0,0-1 0 0 0,0 1 0 0 0,-4 37 20 0 0,-43 143 626 0 0,-8-3 1 0 0,-133 291-1 0 0,166-422-248 0 0,-2-1 0 0 0,-2 0 0 0 0,-2-2 0 0 0,-2-1 0 0 0,-65 72 0 0 0,92-113-336 0 0,1 0 1 0 0,0 1 0 0 0,-1-1 0 0 0,0 0 0 0 0,1 0 0 0 0,-1-1-1 0 0,0 1 1 0 0,0 0 0 0 0,0-1 0 0 0,0 0 0 0 0,0 0 0 0 0,-1 0-1 0 0,1 0 1 0 0,-7 1 0 0 0,8-2-45 0 0,0 0 0 0 0,0-1 0 0 0,1 1 0 0 0,-1 0 0 0 0,0-1 0 0 0,0 1 0 0 0,0-1 0 0 0,0 0 0 0 0,0 0 0 0 0,1 0 0 0 0,-1 1 0 0 0,0-2 0 0 0,1 1 0 0 0,-1 0 0 0 0,1 0 0 0 0,-1 0 0 0 0,1-1 0 0 0,-1 1 0 0 0,1-1 0 0 0,0 1 0 0 0,0-1 0 0 0,0 1 0 0 0,0-1 0 0 0,0 0 0 0 0,0 0 0 0 0,-1-2 0 0 0,-2-7 2 0 0,1 0 1 0 0,-1 0-1 0 0,2 0 0 0 0,0-1 0 0 0,0 1 0 0 0,1-1 0 0 0,1 1 0 0 0,-1-1 1 0 0,3-14-1 0 0,1 3-20 0 0,0 0-1 0 0,2 1 1 0 0,12-38 0 0 0,-7 33-9 0 0,2 0 0 0 0,0 1-1 0 0,2 0 1 0 0,1 1 0 0 0,22-28 0 0 0,-10 19-22 0 0,2 2 1 0 0,62-55-1 0 0,2 15-213 0 0,166-97-1 0 0,-224 148 165 0 0,107-62-436 0 0,-51 32-248 0 0,141-106 0 0 0,-214 143 660 0 0,26-28 1 0 0,-41 38 92 0 0,1 0 1 0 0,0 0 0 0 0,-1-1 0 0 0,0 1-1 0 0,0-1 1 0 0,0 0 0 0 0,-1 0 0 0 0,1 0 0 0 0,-1 0-1 0 0,-1-1 1 0 0,1 1 0 0 0,1-9 0 0 0,-3 13 9 0 0,0 0-1 0 0,0 0 1 0 0,0 0 0 0 0,0 0 0 0 0,0-1 0 0 0,0 1 0 0 0,0 0 0 0 0,0 0 0 0 0,-1 0 0 0 0,1 0 0 0 0,0 0-1 0 0,-1 0 1 0 0,1 0 0 0 0,-1 0 0 0 0,1 0 0 0 0,-1 0 0 0 0,1 0 0 0 0,-1 0 0 0 0,0 0 0 0 0,0 0-1 0 0,1 0 1 0 0,-1 1 0 0 0,0-1 0 0 0,0 0 0 0 0,0 1 0 0 0,0-1 0 0 0,0 0 0 0 0,-2 0 0 0 0,1 0-3 0 0,-1 0 1 0 0,1 1 0 0 0,-1-1 0 0 0,0 0 0 0 0,1 1-1 0 0,-1 0 1 0 0,0 0 0 0 0,1 0 0 0 0,-1 0 0 0 0,-3 1-1 0 0,-4 1 2 0 0,1 0 0 0 0,-1 1 0 0 0,1 0 0 0 0,0 1 0 0 0,0 0-1 0 0,1 0 1 0 0,-1 1 0 0 0,-9 7 0 0 0,-62 53 25 0 0,66-52-15 0 0,-6 4 10 0 0,2 2-1 0 0,0 0 1 0 0,-17 25-1 0 0,26-32-5 0 0,1 0 1 0 0,1 1-1 0 0,0 0 0 0 0,0 0 0 0 0,2 1 1 0 0,-1 0-1 0 0,-2 15 0 0 0,7-25-8 0 0,0-1-1 0 0,0 1 0 0 0,0-1 1 0 0,1 1-1 0 0,0 0 1 0 0,0-1-1 0 0,0 1 0 0 0,0-1 1 0 0,0 1-1 0 0,1-1 0 0 0,0 1 1 0 0,0-1-1 0 0,0 1 0 0 0,0-1 1 0 0,0 1-1 0 0,0-1 1 0 0,1 0-1 0 0,0 0 0 0 0,0 0 1 0 0,0 0-1 0 0,0 0 0 0 0,0 0 1 0 0,3 2-1 0 0,-1-2 0 0 0,-1 0 0 0 0,2 0 1 0 0,-1-1-1 0 0,0 0 0 0 0,0 0 0 0 0,1 0 1 0 0,-1 0-1 0 0,1-1 0 0 0,-1 1 0 0 0,1-1 0 0 0,-1 0 1 0 0,1-1-1 0 0,0 1 0 0 0,0-1 0 0 0,-1 0 0 0 0,10-1 1 0 0,2-1-6 0 0,1-1 1 0 0,-1-1-1 0 0,-1 0 0 0 0,1-1 1 0 0,0-1-1 0 0,-1 0 1 0 0,0-1-1 0 0,-1-1 1 0 0,28-18-1 0 0,4-10-50 0 0,63-61 1 0 0,-30 25 9 0 0,-62 57 28 0 0,-13 10 5 0 0,1 1 0 0 0,-1 0 1 0 0,1 0-1 0 0,0 0 0 0 0,0 1 1 0 0,0-1-1 0 0,0 1 1 0 0,1 0-1 0 0,-1 1 0 0 0,1-1 1 0 0,0 1-1 0 0,9-2 0 0 0,-14 4 11 0 0,1 0-1 0 0,0 0 1 0 0,-1 0 0 0 0,1 0-1 0 0,-1 1 1 0 0,1-1-1 0 0,0 1 1 0 0,-1-1-1 0 0,1 1 1 0 0,-1-1 0 0 0,1 1-1 0 0,-1 0 1 0 0,1-1-1 0 0,-1 1 1 0 0,0 0-1 0 0,1 0 1 0 0,-1 0 0 0 0,0 0-1 0 0,0 1 1 0 0,0-1-1 0 0,1 0 1 0 0,-1 0-1 0 0,-1 1 1 0 0,1-1-1 0 0,0 1 1 0 0,0-1 0 0 0,0 1-1 0 0,-1-1 1 0 0,1 1-1 0 0,-1-1 1 0 0,1 1-1 0 0,-1-1 1 0 0,0 1 0 0 0,1 0-1 0 0,-1 2 1 0 0,1 6 12 0 0,0-1 1 0 0,-1 1-1 0 0,0 0 1 0 0,-2 12-1 0 0,-3 3 33 0 0,0-1 0 0 0,-2-1 0 0 0,-1 1-1 0 0,-16 32 1 0 0,17-41 42 0 0,7-13-47 0 0,-1 3 19 0 0,6-14-62 0 0,23-24-26 0 0,2-5-7 0 0,2 2 0 0 0,49-42 0 0 0,-71 69 28 0 0,1 1 0 0 0,0 0-1 0 0,1 0 1 0 0,0 1 0 0 0,0 1-1 0 0,1 0 1 0 0,-1 0 0 0 0,1 2-1 0 0,1-1 1 0 0,-1 2 0 0 0,0 0-1 0 0,26-3 1 0 0,-36 6 7 0 0,0 0 0 0 0,0-1 0 0 0,0 2 1 0 0,0-1-1 0 0,0 0 0 0 0,0 1 0 0 0,0-1 0 0 0,-1 1 0 0 0,1 0 0 0 0,0 0 1 0 0,0 0-1 0 0,-1 0 0 0 0,1 0 0 0 0,0 0 0 0 0,-1 1 0 0 0,1 0 0 0 0,-1-1 1 0 0,0 1-1 0 0,1 0 0 0 0,-1 0 0 0 0,0 0 0 0 0,0 1 0 0 0,0-1 0 0 0,2 4 1 0 0,-2-2 11 0 0,0 0 0 0 0,-1 0 0 0 0,0 1 0 0 0,1-1 1 0 0,-1 0-1 0 0,-1 0 0 0 0,1 1 0 0 0,-1-1 1 0 0,1 1-1 0 0,-1-1 0 0 0,-1 0 0 0 0,1 1 0 0 0,0-1 1 0 0,-1 0-1 0 0,-2 8 0 0 0,-12 34 129 0 0,-38 77 0 0 0,19-49-99 0 0,32-68-41 0 0,-6 18 53 0 0,8-24-52 0 0,0 1 1 0 0,0-1-1 0 0,0 1 1 0 0,0 0 0 0 0,0-1-1 0 0,0 1 1 0 0,0-1-1 0 0,0 1 1 0 0,1-1-1 0 0,-1 1 1 0 0,0 0 0 0 0,0-1-1 0 0,1 1 1 0 0,-1-1-1 0 0,0 1 1 0 0,1-1-1 0 0,-1 1 1 0 0,0-1 0 0 0,1 0-1 0 0,-1 1 1 0 0,1-1-1 0 0,-1 1 1 0 0,1-1 0 0 0,-1 0-1 0 0,1 1 1 0 0,-1-1-1 0 0,1 0 1 0 0,-1 0-1 0 0,1 1 1 0 0,-1-1 0 0 0,1 0-1 0 0,-1 0 1 0 0,1 0-1 0 0,0 0 1 0 0,-1 0-1 0 0,1 0 1 0 0,-1 0 0 0 0,1 0-1 0 0,0 0 1 0 0,11 0 3 0 0,-1 0 0 0 0,0-1 0 0 0,0-1 0 0 0,0 0 0 0 0,0 0 0 0 0,0-1 0 0 0,0-1 0 0 0,0 1 1 0 0,15-10-1 0 0,9-5-14 0 0,47-32 0 0 0,-44 23-8 0 0,-1-2-1 0 0,-2-1 1 0 0,0-2-1 0 0,-2-1 0 0 0,-2-2 1 0 0,44-62-1 0 0,-72 94 14 0 0,-1-1 0 0 0,0 1-1 0 0,0 0 1 0 0,0 0-1 0 0,-1-1 1 0 0,1 1-1 0 0,-1-1 1 0 0,0 0-1 0 0,0 1 1 0 0,0-1 0 0 0,1-5-1 0 0,-3 9 5 0 0,0 0-1 0 0,0 0 1 0 0,0 0-1 0 0,0-1 1 0 0,0 1-1 0 0,0 0 1 0 0,0 0-1 0 0,0 0 1 0 0,0 0-1 0 0,0 1 1 0 0,0-1-1 0 0,0 0 1 0 0,0 0-1 0 0,-2 1 1 0 0,3-1 0 0 0,-8 4 3 0 0,0 0 1 0 0,1 0 0 0 0,-1 1-1 0 0,1 0 1 0 0,0 1 0 0 0,0-1-1 0 0,1 1 1 0 0,-8 9-1 0 0,3-4 1 0 0,-9 8 11 0 0,1 1-1 0 0,1 0 0 0 0,1 2 0 0 0,1 0 0 0 0,0 1 0 0 0,2 0 0 0 0,1 1 1 0 0,-20 51-1 0 0,32-72-11 0 0,0 1 0 0 0,0-1 0 0 0,0 1 0 0 0,0 0 0 0 0,1-1 0 0 0,-1 1 0 0 0,1-1 0 0 0,0 1 0 0 0,0 0 0 0 0,0-1 0 0 0,1 1 1 0 0,-1 0-1 0 0,1-1 0 0 0,0 1 0 0 0,0-1 0 0 0,0 1 0 0 0,3 4 0 0 0,-2-5 0 0 0,0 0 0 0 0,0-1 1 0 0,0 1-1 0 0,1-1 0 0 0,-1 0 1 0 0,1 1-1 0 0,0-1 0 0 0,0 0 0 0 0,0-1 1 0 0,0 1-1 0 0,0 0 0 0 0,0-1 0 0 0,0 0 1 0 0,0 0-1 0 0,0 0 0 0 0,1 0 1 0 0,-1 0-1 0 0,5 0 0 0 0,7 1 2 0 0,0-2-1 0 0,-1 1 1 0 0,1-2-1 0 0,-1 0 1 0 0,1 0-1 0 0,-1-2 1 0 0,0 0-1 0 0,24-8 1 0 0,-10 1-5 0 0,0-1 0 0 0,-1-2 0 0 0,31-19 0 0 0,-36 18-12 0 0,0 0 0 0 0,-1-2 0 0 0,-1-1 0 0 0,0 0 0 0 0,-1-2 0 0 0,-2 0 0 0 0,1-1 0 0 0,-2 0 0 0 0,-1-2 0 0 0,-1 0 0 0 0,17-35 0 0 0,-28 52 5 0 0,-1-1 0 0 0,0 0 1 0 0,0 1-1 0 0,0-1 0 0 0,-1 0 1 0 0,0-1-1 0 0,0 1 0 0 0,0 0 1 0 0,-1 0-1 0 0,0 0 0 0 0,-1 0 1 0 0,1 0-1 0 0,-1 0 0 0 0,0-1 1 0 0,-2-5-1 0 0,2 10-8 0 0,-4 1-1 0 0,4 1 13 0 0,0-1 0 0 0,0 1 0 0 0,0 0-1 0 0,0 0 1 0 0,0 0 0 0 0,0 0-1 0 0,-1 0 1 0 0,1 0 0 0 0,0 0-1 0 0,0 0 1 0 0,0 0 0 0 0,0 1 0 0 0,0-1-1 0 0,-1 1 1 0 0,1 0 1 0 0,0 0 0 0 0,0 0 0 0 0,0 0 0 0 0,0 0-1 0 0,0 0 1 0 0,0 0 0 0 0,1 0 0 0 0,-1 0 0 0 0,0 1 0 0 0,1-1 0 0 0,-1 0 0 0 0,1 0-1 0 0,-1 1 1 0 0,1-1 0 0 0,0 0 0 0 0,-1 1 0 0 0,1-1 0 0 0,0 1 0 0 0,0-1-1 0 0,0 3 1 0 0,0-1 3 0 0,0 0 0 0 0,0 0-1 0 0,1 0 1 0 0,-1 0-1 0 0,1 0 1 0 0,-1 0 0 0 0,1 0-1 0 0,0 0 1 0 0,0-1-1 0 0,0 1 1 0 0,0 0 0 0 0,1 0-1 0 0,-1-1 1 0 0,1 1-1 0 0,-1-1 1 0 0,5 5 0 0 0,-2-3 2 0 0,0-1 0 0 0,0 1 1 0 0,1-1-1 0 0,0 0 1 0 0,-1 0-1 0 0,1 0 1 0 0,0-1-1 0 0,9 4 1 0 0,-1-2-57 0 0,1 0 1 0 0,-1-1 0 0 0,1 0-1 0 0,0-2 1 0 0,0 1-1 0 0,22-2 1 0 0,-23-1-49 0 0,0-2 0 0 0,0 1 0 0 0,0-2 0 0 0,0 0 0 0 0,-1 0 0 0 0,0-1 0 0 0,0-1 0 0 0,0 0 0 0 0,0 0 0 0 0,-1-1 0 0 0,0-1 0 0 0,0 0 0 0 0,-1 0 0 0 0,0-1 0 0 0,-1-1 0 0 0,0 1 0 0 0,0-1 0 0 0,13-22 0 0 0,-20 28 75 0 0,2-4 7 0 0,-4 6 6 0 0,-1 2 13 0 0,0 0 0 0 0,0-1 0 0 0,0 1 0 0 0,0 0 0 0 0,0 0 0 0 0,0 0 0 0 0,0 0 0 0 0,1 0 0 0 0,-1 0 1 0 0,0 0-1 0 0,0 0 0 0 0,0 0 0 0 0,0 0 0 0 0,0 0 0 0 0,0 1 0 0 0,-1-1 0 0 0,-26 21 41 0 0,0 0 1 0 0,1 2-1 0 0,1 1 1 0 0,1 1-1 0 0,-41 54 1 0 0,49-57 4 0 0,-15 27 1 0 0,27-42-43 0 0,1 0 0 0 0,1 1 1 0 0,0-1-1 0 0,0 1 0 0 0,0 0 0 0 0,1 0 0 0 0,0 0 0 0 0,-1 11 0 0 0,3-17-4 0 0,0 0 0 0 0,0 0 0 0 0,0 0 0 0 0,0 1 0 0 0,0-1 0 0 0,1 0 0 0 0,-1 0 0 0 0,1 0 0 0 0,0 1 0 0 0,-1-1-1 0 0,1 0 1 0 0,0 0 0 0 0,0 0 0 0 0,0 0 0 0 0,1-1 0 0 0,-1 1 0 0 0,0 0 0 0 0,3 2 0 0 0,-1-1-79 0 0,0-1 1 0 0,0 1-1 0 0,1-1 0 0 0,0 0 1 0 0,-1 0-1 0 0,1 0 0 0 0,0 0 1 0 0,0-1-1 0 0,5 2 0 0 0,3 0-346 0 0,1 0 0 0 0,0-2 0 0 0,0 1 0 0 0,0-2 0 0 0,18 0 0 0 0,1-3-567 0 0,0-2 0 0 0,0-1 0 0 0,-1-1 0 0 0,0-2 0 0 0,0-1 0 0 0,-1-2 0 0 0,54-28 1 0 0,-56 24 1270 0 0,0-1 0 0 0,-1-2 0 0 0,-1 0 0 0 0,34-35 1 0 0,-49 44 185 0 0,-1-2 1 0 0,-1 1 0 0 0,0-1-1 0 0,9-15 1 0 0,-15 21-202 0 0,0 0-1 0 0,0-1 1 0 0,0 1-1 0 0,-1-1 1 0 0,0 1-1 0 0,0-1 1 0 0,0 0-1 0 0,-1 1 1 0 0,0-1-1 0 0,0 0 1 0 0,-1-8-1 0 0,0 13-198 0 0,0 0 0 0 0,0 0-1 0 0,0 1 1 0 0,-1-1 0 0 0,1 0-1 0 0,0 1 1 0 0,-1-1 0 0 0,1 0 0 0 0,-1 1-1 0 0,0-1 1 0 0,1 0 0 0 0,-1 1-1 0 0,0-1 1 0 0,0 1 0 0 0,0 0-1 0 0,0-1 1 0 0,-1 1 0 0 0,1 0 0 0 0,0-1-1 0 0,0 1 1 0 0,-1 0 0 0 0,1 0-1 0 0,-3-1 1 0 0,1 1 11 0 0,0 0 0 0 0,0 0 0 0 0,0 0 0 0 0,0 1 0 0 0,0 0 0 0 0,0-1 0 0 0,0 1 0 0 0,-1 0 0 0 0,1 0 0 0 0,0 1 0 0 0,0-1 0 0 0,-4 2-1 0 0,-7 2 127 0 0,0 0 0 0 0,0 1 0 0 0,0 1 0 0 0,-18 10 0 0 0,14-5-52 0 0,-1 1 1 0 0,2 0-1 0 0,0 1 1 0 0,-27 27 0 0 0,34-29-101 0 0,1-1 1 0 0,0 2 0 0 0,0-1 0 0 0,1 1-1 0 0,1 1 1 0 0,0-1 0 0 0,0 1 0 0 0,-4 15-1 0 0,9-25-40 0 0,1 0-1 0 0,0 0 1 0 0,0 1 0 0 0,1-1-1 0 0,-1 0 1 0 0,1 1 0 0 0,-1-1-1 0 0,1 1 1 0 0,0-1-1 0 0,0 0 1 0 0,1 1 0 0 0,-1-1-1 0 0,1 1 1 0 0,0-1-1 0 0,-1 0 1 0 0,1 1 0 0 0,1-1-1 0 0,-1 0 1 0 0,0 0 0 0 0,1 0-1 0 0,0 0 1 0 0,0 0-1 0 0,0 0 1 0 0,0-1 0 0 0,0 1-1 0 0,0 0 1 0 0,1-1-1 0 0,-1 0 1 0 0,1 1 0 0 0,0-1-1 0 0,-1 0 1 0 0,1-1-1 0 0,0 1 1 0 0,0 0 0 0 0,0-1-1 0 0,1 0 1 0 0,-1 1 0 0 0,0-1-1 0 0,0-1 1 0 0,1 1-1 0 0,-1 0 1 0 0,4 0 0 0 0,2 0-22 0 0,-1-1 0 0 0,1 1 0 0 0,-1-2 0 0 0,1 1 0 0 0,-1-1 0 0 0,1 0 0 0 0,-1-1 1 0 0,0 0-1 0 0,16-5 0 0 0,-12 2-32 0 0,1-1-1 0 0,-1-1 1 0 0,-1 1 0 0 0,1-2-1 0 0,16-14 1 0 0,-5 1-28 0 0,-1-1-1 0 0,-1-1 1 0 0,-1-1 0 0 0,27-43 0 0 0,4-11 289 0 0,-50 76-127 0 0,-15 20 192 0 0,1 5 99 0 0,-2 4 37 0 0,-23 56 1 0 0,36-76-383 0 0,-1 1 0 0 0,1 0 0 0 0,0 0 1 0 0,0 0-1 0 0,1 0 0 0 0,0 0 0 0 0,1 0 0 0 0,0 0 0 0 0,0 0 1 0 0,1 0-1 0 0,-1 0 0 0 0,5 13 0 0 0,-4-18-28 0 0,0 0 1 0 0,0 0-1 0 0,1 0 0 0 0,-1-1 0 0 0,1 1 1 0 0,0 0-1 0 0,0-1 0 0 0,0 1 0 0 0,0-1 1 0 0,1 1-1 0 0,-1-1 0 0 0,1 0 0 0 0,-1 0 1 0 0,1 0-1 0 0,0-1 0 0 0,-1 1 0 0 0,1-1 1 0 0,0 1-1 0 0,0-1 0 0 0,0 0 0 0 0,0 0 1 0 0,0 0-1 0 0,1 0 0 0 0,-1-1 0 0 0,0 1 1 0 0,6-1-1 0 0,-1 0-3 0 0,1 0 1 0 0,0 0-1 0 0,0-1 1 0 0,-1 0 0 0 0,1-1-1 0 0,-1 0 1 0 0,1 0-1 0 0,14-6 1 0 0,-7-1-47 0 0,-1 1 0 0 0,0-2 0 0 0,-1 0 0 0 0,0 0 0 0 0,0-2 0 0 0,-1 1 0 0 0,20-25 0 0 0,-6 2-119 0 0,-1 0-1 0 0,22-40 1 0 0,5-20-40 0 0,-5-2 0 0 0,65-183-1 0 0,-102 248 213 0 0,-3 10-38 0 0,8-31 0 0 0,-16 50 18 0 0,-1 2 2 0 0,0 0 6 0 0,0 0 1 0 0,0 1-1 0 0,0-1 0 0 0,1 0 1 0 0,-1 0-1 0 0,0 1 0 0 0,0-1 1 0 0,0 1-1 0 0,0-1 0 0 0,1 0 1 0 0,-1 1-1 0 0,0-1 0 0 0,0 1 1 0 0,1 0-1 0 0,-1-1 0 0 0,0 1 1 0 0,1 0-1 0 0,-1-1 0 0 0,0 3 1 0 0,-12 18 12 0 0,9-16-10 0 0,-125 249 169 0 0,103-193-105 0 0,4 2 0 0 0,-20 84 0 0 0,38-131-40 0 0,2 0 0 0 0,0 0 0 0 0,0 28 1 0 0,2-38-25 0 0,0-1 1 0 0,0 0 0 0 0,1 0 0 0 0,0 0 0 0 0,0 0-1 0 0,0 0 1 0 0,0 0 0 0 0,1 0 0 0 0,0 0 0 0 0,0 0 0 0 0,0-1-1 0 0,0 1 1 0 0,1-1 0 0 0,0 0 0 0 0,6 7 0 0 0,-7-9-19 0 0,0 0 0 0 0,1 0 0 0 0,-1 0 0 0 0,1-1-1 0 0,-1 1 1 0 0,1-1 0 0 0,0 0 0 0 0,-1 0 0 0 0,1 0 0 0 0,0 0 0 0 0,0 0 0 0 0,0-1 0 0 0,0 1 0 0 0,0-1 0 0 0,4 0 0 0 0,-1 0-18 0 0,-1 0 0 0 0,1-1 0 0 0,0 0 0 0 0,-1-1 0 0 0,1 1 0 0 0,-1-1 0 0 0,9-4 0 0 0,2-2-31 0 0,-1-1-1 0 0,0 0 0 0 0,-1-2 0 0 0,16-12 1 0 0,-10 4 60 0 0,0-1 0 0 0,-1 0 0 0 0,-1-1 0 0 0,26-41 0 0 0,17-46 2735 0 0,-54 92-2436 0 0,-9 19 52 0 0,-16 28 330 0 0,9-14-382 0 0,-2 0-186 0 0,2 2-1 0 0,0-1 0 0 0,1 1 0 0 0,1 0 0 0 0,1 1 0 0 0,0-1 0 0 0,2 1 1 0 0,-4 40-1 0 0,7-57-172 0 0,1 0 1 0 0,0 0 0 0 0,0 1-1 0 0,0-1 1 0 0,1 0-1 0 0,-1 1 1 0 0,1-1 0 0 0,0 0-1 0 0,0 0 1 0 0,0 0-1 0 0,0 0 1 0 0,1 0 0 0 0,-1 0-1 0 0,1 0 1 0 0,-1 0-1 0 0,1 0 1 0 0,0-1 0 0 0,0 1-1 0 0,1-1 1 0 0,-1 1-1 0 0,0-1 1 0 0,1 0 0 0 0,-1 0-1 0 0,1 0 1 0 0,0 0-1 0 0,0 0 1 0 0,0-1 0 0 0,0 1-1 0 0,0-1 1 0 0,0 0-1 0 0,0 0 1 0 0,0 0 0 0 0,0 0-1 0 0,0-1 1 0 0,1 1-1 0 0,-1-1 1 0 0,0 0 0 0 0,1 0-1 0 0,-1 0 1 0 0,0 0-1 0 0,0 0 1 0 0,4-2 0 0 0,1 1-876 0 0,1-1 1 0 0,-1 0 0 0 0,0-1 0 0 0,0 1-1 0 0,0-2 1 0 0,-1 1 0 0 0,1-1 0 0 0,-1 0-1 0 0,0-1 1 0 0,0 1 0 0 0,11-11-1 0 0,6-8-5730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2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81 2288 0 0,'-12'-13'1984'0'0,"1"1"-475"0"0,3 1-89 0 0,-1 3-372 0 0,2-1-96 0 0,0 2-336 0 0,2 0 364 0 0,-5-3-432 0 0,1 7-276 0 0,-1 6-3292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3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296 139 1536 0 0,'8'-11'1660'0'0,"1"-1"274"0"0,-1-1 0 0 0,0 0 0 0 0,0 0 0 0 0,-2-1 0 0 0,1 0 0 0 0,4-18 0 0 0,-11 32-1884 0 0,1-1-1 0 0,-1 1 1 0 0,0-1-1 0 0,0 1 1 0 0,0-1-1 0 0,0 1 1 0 0,0-1-1 0 0,0 0 1 0 0,0 1-1 0 0,0-1 1 0 0,0 1-1 0 0,0-1 1 0 0,0 1-1 0 0,0-1 1 0 0,-1 1-1 0 0,1-1 1 0 0,0 1-1 0 0,0-1 1 0 0,-1 1-1 0 0,1-1 1 0 0,0 1-1 0 0,0-1 1 0 0,-1 1-1 0 0,1 0 1 0 0,0-1-1 0 0,-1 1 1 0 0,1-1-1 0 0,-1 1 1 0 0,0-1-8 0 0,0 1 1 0 0,0-1 0 0 0,-1 1 0 0 0,1 0 0 0 0,0 0 0 0 0,0 0 0 0 0,0-1 0 0 0,0 1 0 0 0,-1 0-1 0 0,1 0 1 0 0,0 0 0 0 0,-2 1 0 0 0,-36 10 118 0 0,35-9-62 0 0,-9 3-72 0 0,0 0 0 0 0,1 1-1 0 0,-1 0 1 0 0,1 1 0 0 0,1 0 0 0 0,0 1-1 0 0,0 0 1 0 0,0 1 0 0 0,1 0 0 0 0,0 1-1 0 0,1 0 1 0 0,0 0 0 0 0,0 1 0 0 0,-7 14-1 0 0,14-21-22 0 0,0 0 1 0 0,1 1-1 0 0,0-1 0 0 0,-1 0 0 0 0,2 1 0 0 0,-1-1 0 0 0,0 1 0 0 0,1-1 0 0 0,0 1 0 0 0,0-1 0 0 0,0 1 0 0 0,1-1 0 0 0,0 1 0 0 0,0-1 0 0 0,0 1 0 0 0,0-1 0 0 0,0 0 0 0 0,3 6 0 0 0,5 8 8 0 0,0 0-1 0 0,22 31 1 0 0,-14-22 4 0 0,-6-9 224 0 0,17 38 0 0 0,-27-54-166 0 0,-1 0 0 0 0,0 0 0 0 0,0 0 0 0 0,1-1 0 0 0,-1 1 0 0 0,0 0 0 0 0,0 0 0 0 0,-1 0 0 0 0,1 0 0 0 0,0 0-1 0 0,-1 0 1 0 0,1 0 0 0 0,-1-1 0 0 0,0 1 0 0 0,1 0 0 0 0,-1 0 0 0 0,0-1 0 0 0,0 1 0 0 0,0 0 0 0 0,0-1-1 0 0,0 1 1 0 0,-1-1 0 0 0,1 1 0 0 0,0-1 0 0 0,-1 0 0 0 0,1 1 0 0 0,-1-1 0 0 0,1 0 0 0 0,-1 0 0 0 0,-3 1-1 0 0,-3 3 85 0 0,-1 0-1 0 0,0 0 1 0 0,0-1-1 0 0,-13 3 1 0 0,12-4-141 0 0,0 0 0 0 0,-1-1 0 0 0,1-1 0 0 0,-1 0 0 0 0,0 0 0 0 0,1-1 0 0 0,-1-1 0 0 0,-13-1 0 0 0,-18-9-3283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3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0 166 416 0 0,'21'-9'9445'0'0,"-15"8"-8959"0"0,-1 1 1 0 0,1 0 0 0 0,-1 1-1 0 0,0-1 1 0 0,1 1-1 0 0,-1 0 1 0 0,0 0-1 0 0,1 1 1 0 0,4 2-1 0 0,26 5 227 0 0,-16-7-558 0 0,0 0-1 0 0,0-1 1 0 0,0-1-1 0 0,0-1 1 0 0,0-1-1 0 0,21-4 1 0 0,-34 5-121 0 0,-1-1 1 0 0,1 0-1 0 0,-1 0 0 0 0,1-1 1 0 0,-1 0-1 0 0,0 0 0 0 0,0 0 1 0 0,0-1-1 0 0,0 0 0 0 0,-1 0 1 0 0,1 0-1 0 0,-1-1 1 0 0,0 0-1 0 0,0 0 0 0 0,-1 0 1 0 0,0 0-1 0 0,0-1 0 0 0,0 0 1 0 0,0 0-1 0 0,-1 0 1 0 0,3-8-1 0 0,-5 12-15 0 0,0 0-1 0 0,0 0 1 0 0,0 0 0 0 0,-1-1 0 0 0,1 1-1 0 0,-1-1 1 0 0,1 1 0 0 0,-1 0 0 0 0,0-1-1 0 0,0 1 1 0 0,0-1 0 0 0,0 1 0 0 0,-1 0-1 0 0,1-1 1 0 0,0 1 0 0 0,-1 0 0 0 0,-1-4-1 0 0,1 5-7 0 0,0-1 0 0 0,0 0 0 0 0,-1 1 0 0 0,1-1 0 0 0,0 1 0 0 0,-1-1-1 0 0,1 1 1 0 0,-1 0 0 0 0,1-1 0 0 0,-1 1 0 0 0,0 0 0 0 0,0 0 0 0 0,0 0-1 0 0,1 0 1 0 0,-1 1 0 0 0,-3-2 0 0 0,-3 0 24 0 0,0 1 0 0 0,0 0 1 0 0,0 0-1 0 0,-1 1 0 0 0,1 0 1 0 0,0 0-1 0 0,0 0 0 0 0,-13 4 0 0 0,0 0 50 0 0,0 2 1 0 0,0 1-1 0 0,1 0 0 0 0,-31 16 0 0 0,39-17-64 0 0,0 2 1 0 0,0-1-1 0 0,0 1 1 0 0,1 1-1 0 0,1 0 1 0 0,-1 0-1 0 0,1 1 1 0 0,-9 12-1 0 0,16-18-21 0 0,0 0-1 0 0,1 0 0 0 0,-1 0 1 0 0,1 0-1 0 0,0 0 1 0 0,0 0-1 0 0,0 1 1 0 0,1-1-1 0 0,0 0 1 0 0,-1 1-1 0 0,2 0 1 0 0,-1-1-1 0 0,0 1 1 0 0,1-1-1 0 0,0 9 0 0 0,1-9-103 0 0,0-1 1 0 0,0 1-1 0 0,0 0 0 0 0,1 0 0 0 0,-1-1 0 0 0,1 1 0 0 0,0-1 0 0 0,0 0 0 0 0,0 1 0 0 0,1-1 0 0 0,-1 0 0 0 0,1 0 0 0 0,-1 0 0 0 0,1-1 0 0 0,0 1 0 0 0,0-1 0 0 0,0 1 0 0 0,7 2 1 0 0,7 4-1063 0 0,0-1 1 0 0,0-1-1 0 0,1-1 1 0 0,0 0-1 0 0,0-2 1 0 0,1 0-1 0 0,27 2 1 0 0,-2-2-3859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3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333 431 2132 0 0,'0'0'20'0'0,"3"-3"525"0"0,0 1 0 0 0,0-1 0 0 0,0 1 0 0 0,0-1 0 0 0,0 0 0 0 0,0 0 0 0 0,-1 0 1 0 0,0 0-1 0 0,1-1 0 0 0,-1 1 0 0 0,-1-1 0 0 0,1 1 0 0 0,0-1 0 0 0,-1 0 1 0 0,2-5-1 0 0,-3 8-479 0 0,0 0 1 0 0,0 1 0 0 0,0-1 0 0 0,0 0-1 0 0,0 1 1 0 0,0-1 0 0 0,-1 1-1 0 0,1-1 1 0 0,0 0 0 0 0,0 1 0 0 0,0-1-1 0 0,-1 0 1 0 0,1 1 0 0 0,0-1-1 0 0,-1 1 1 0 0,1-1 0 0 0,-1 1 0 0 0,1-1-1 0 0,-1 1 1 0 0,1-1 0 0 0,-1 1-1 0 0,1-1 1 0 0,-1 1 0 0 0,1 0 0 0 0,-1-1-1 0 0,1 1 1 0 0,-1 0 0 0 0,0-1 0 0 0,1 1-1 0 0,-1 0 1 0 0,1 0 0 0 0,-1 0-1 0 0,0 0 1 0 0,0-1 0 0 0,-23 0 808 0 0,11 4-604 0 0,0 1 0 0 0,0 0 0 0 0,0 1 1 0 0,1 1-1 0 0,-1 0 0 0 0,1 0 0 0 0,-22 16 0 0 0,19-12-61 0 0,-6 4 0 0 0,1 0-1 0 0,0 2 1 0 0,-25 25 0 0 0,34-29-146 0 0,0 1 0 0 0,0-1 0 0 0,2 1 0 0 0,-1 1 0 0 0,2 0 0 0 0,-10 21 0 0 0,16-30-36 0 0,0 0 0 0 0,0 0 0 0 0,1 0 0 0 0,-1 1 0 0 0,1-1 0 0 0,0 0 0 0 0,0 10 0 0 0,1-13-21 0 0,1-1-1 0 0,-1 1 1 0 0,0-1-1 0 0,0 0 1 0 0,0 1-1 0 0,1-1 1 0 0,-1 1 0 0 0,1-1-1 0 0,-1 0 1 0 0,1 1-1 0 0,0-1 1 0 0,-1 0-1 0 0,1 0 1 0 0,0 1-1 0 0,0-1 1 0 0,0 0-1 0 0,0 0 1 0 0,0 0 0 0 0,0 0-1 0 0,0 0 1 0 0,0 0-1 0 0,1 0 1 0 0,-1-1-1 0 0,0 1 1 0 0,0 0-1 0 0,1-1 1 0 0,-1 1-1 0 0,1-1 1 0 0,-1 1 0 0 0,0-1-1 0 0,1 0 1 0 0,-1 1-1 0 0,1-1 1 0 0,-1 0-1 0 0,1 0 1 0 0,1 0-1 0 0,8 0-5 0 0,0-1 0 0 0,0-1-1 0 0,0 1 1 0 0,0-2 0 0 0,0 1-1 0 0,0-2 1 0 0,0 1 0 0 0,-1-1-1 0 0,1-1 1 0 0,-1 0 0 0 0,-1 0-1 0 0,19-14 1 0 0,5-5-40 0 0,-2-2 0 0 0,36-38 0 0 0,-18 12-43 0 0,-3-1 0 0 0,58-88 0 0 0,58-132-46 0 0,-155 255 83 0 0,-16 23 40 0 0,-18 26 38 0 0,-3 11 31 0 0,-46 91 0 0 0,61-101-80 0 0,2 0-1 0 0,0 0 1 0 0,-14 66-1 0 0,21-46-1610 0 0,9-17-5741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4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238 102 1892 0 0,'12'-14'3299'0'0,"-1"0"0"0"0,13-20 0 0 0,3-4 1281 0 0,-25 36-4101 0 0,-2 5-407 0 0,0-1 1 0 0,0 1 0 0 0,0-1 0 0 0,0 1-1 0 0,0 0 1 0 0,-1-1 0 0 0,1 1 0 0 0,-1 3-1 0 0,-11 25 204 0 0,-1 0 0 0 0,-1-1 0 0 0,-1-1 0 0 0,-24 35 0 0 0,6-11-90 0 0,6-7-246 0 0,-64 116 655 0 0,77-132-1323 0 0,0 1 0 0 0,2 1 0 0 0,-11 46 0 0 0,18-41-2131 0 0,5-35 2296 0 0,0 0-1 0 0,1 0 1 0 0,-1 0 0 0 0,0 0-1 0 0,1 0 1 0 0,-1 0 0 0 0,1 0-1 0 0,0 0 1 0 0,1 3 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4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10 187 2212 0 0,'75'-72'12924'0'0,"-76"75"-12740"0"0,0 0 0 0 0,0 0 1 0 0,0 0-1 0 0,-1-1 0 0 0,1 1 0 0 0,-1-1 0 0 0,-3 5 1 0 0,-3 5 59 0 0,-4 10-50 0 0,2 0-1 0 0,1 1 1 0 0,0-1 0 0 0,-6 30-1 0 0,13-42-153 0 0,0-1 0 0 0,0 1 0 0 0,1-1 0 0 0,1 1 0 0 0,0 0 0 0 0,0-1 0 0 0,1 1 0 0 0,0-1 0 0 0,0 1 0 0 0,1-1 0 0 0,0 1 0 0 0,1-1 0 0 0,6 14 0 0 0,-7-19-18 0 0,0-1 0 0 0,0 1 0 0 0,0-1 0 0 0,1 0-1 0 0,-1 1 1 0 0,1-1 0 0 0,0-1 0 0 0,0 1 0 0 0,0 0 0 0 0,0-1-1 0 0,1 1 1 0 0,-1-1 0 0 0,0 0 0 0 0,1 0 0 0 0,0 0 0 0 0,0-1-1 0 0,-1 1 1 0 0,1-1 0 0 0,0 0 0 0 0,0 0 0 0 0,0 0 0 0 0,0-1-1 0 0,0 1 1 0 0,0-1 0 0 0,0 0 0 0 0,6-1 0 0 0,-2 0 13 0 0,0 0 1 0 0,0 0 0 0 0,0-1 0 0 0,-1 0-1 0 0,1-1 1 0 0,-1 0 0 0 0,0 0 0 0 0,1 0-1 0 0,-1-1 1 0 0,-1 0 0 0 0,1-1 0 0 0,10-8-1 0 0,-7 3 36 0 0,0 0-1 0 0,-1 0 1 0 0,0-1-1 0 0,-1 0 0 0 0,0-1 1 0 0,-1 1-1 0 0,0-2 0 0 0,-1 1 1 0 0,0-1-1 0 0,-1 0 1 0 0,6-21-1 0 0,-9 26-50 0 0,-1 0-1 0 0,1 0 1 0 0,-1 0 0 0 0,-1 0-1 0 0,0 0 1 0 0,0 0 0 0 0,0 0 0 0 0,-1 0-1 0 0,0 0 1 0 0,-1 0 0 0 0,0 0-1 0 0,0 0 1 0 0,0 0 0 0 0,-1 1 0 0 0,0-1-1 0 0,-1 1 1 0 0,0 0 0 0 0,0 0-1 0 0,-1 0 1 0 0,1 1 0 0 0,-8-9 0 0 0,0 3-353 0 0,0 1-1 0 0,-1 0 1 0 0,0 1 0 0 0,0 0 0 0 0,-1 1 0 0 0,-24-12 0 0 0,27 16-1430 0 0,-1 0-1 0 0,1 1 0 0 0,-1 0 0 0 0,0 1 0 0 0,-21-2 1 0 0,17 3-3634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51 96 0 0,'-90'-12'15045'0'0,"92"10"-14525"0"0,1 0-423 0 0,1 0 0 0 0,-1 0-1 0 0,1 1 1 0 0,-1-1 0 0 0,1 1-1 0 0,-1-1 1 0 0,1 1 0 0 0,0 0-1 0 0,7 0 1 0 0,43-3 157 0 0,-26 2-130 0 0,174-6-1709 0 0,-59 4-5540 0 0,-92 1 1233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5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79 1320 0 0,'-3'-47'10008'0'0,"-5"17"-6671"0"0,7 28-3070 0 0,-13 26 315 0 0,5-12-453 0 0,-153 285 1038 0 0,102-180-989 0 0,42-84-558 0 0,-44 91 369 0 0,28-40-8506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6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96 227 876 0 0,'3'-32'2973'0'0,"2"0"-1"0"0,1 0 1 0 0,13-36 0 0 0,-18 64-2872 0 0,1 1 0 0 0,-1-1 0 0 0,1 1 1 0 0,0 0-1 0 0,0-1 0 0 0,0 1 1 0 0,1 0-1 0 0,-1 1 0 0 0,1-1 1 0 0,0 0-1 0 0,0 1 0 0 0,-1-1 1 0 0,2 1-1 0 0,-1 0 0 0 0,0 0 1 0 0,4-2-1 0 0,-1 2-28 0 0,1-1 1 0 0,-1 1-1 0 0,0 1 0 0 0,1-1 1 0 0,-1 1-1 0 0,1 0 0 0 0,-1 1 1 0 0,13 0-1 0 0,-5 1-32 0 0,0 1 0 0 0,1 0 1 0 0,-1 1-1 0 0,0 1 0 0 0,0 0 0 0 0,0 1 1 0 0,23 12-1 0 0,-29-13-26 0 0,-1 0 0 0 0,1 1 0 0 0,-1 0 1 0 0,0 1-1 0 0,-1-1 0 0 0,0 1 0 0 0,0 0 0 0 0,10 13 0 0 0,-14-16-6 0 0,-1 0-1 0 0,1 0 1 0 0,0 0-1 0 0,-1 0 1 0 0,1 0-1 0 0,-1 0 0 0 0,0 1 1 0 0,0-1-1 0 0,-1 0 1 0 0,1 1-1 0 0,0-1 1 0 0,-1 1-1 0 0,0-1 0 0 0,0 1 1 0 0,0-1-1 0 0,0 1 1 0 0,-1-1-1 0 0,0 1 1 0 0,1-1-1 0 0,-1 0 0 0 0,0 1 1 0 0,0-1-1 0 0,-1 0 1 0 0,-2 5-1 0 0,-3 3 15 0 0,-1 0-1 0 0,0 0 1 0 0,-1-1-1 0 0,0 0 0 0 0,0 0 1 0 0,-1-1-1 0 0,0 0 1 0 0,-1-1-1 0 0,0 0 1 0 0,-1-1-1 0 0,1 0 1 0 0,-19 7-1 0 0,-7 2 38 0 0,0-3-1 0 0,-75 18 0 0 0,100-28 3 0 0,0-1 0 0 0,0-1-1 0 0,-1 0 1 0 0,1-1 0 0 0,0 0 0 0 0,0-1-1 0 0,-17-2 1 0 0,29 3-42 0 0,-1-1-1 0 0,1 1 0 0 0,-1 0 1 0 0,1 0-1 0 0,-1 0 1 0 0,1 0-1 0 0,0-1 0 0 0,-1 1 1 0 0,1 0-1 0 0,-1 0 1 0 0,1-1-1 0 0,0 1 1 0 0,-1 0-1 0 0,1-1 0 0 0,-1 1 1 0 0,1 0-1 0 0,0-1 1 0 0,-1 1-1 0 0,1 0 0 0 0,0-1 1 0 0,0 1-1 0 0,-1-1 1 0 0,1 1-1 0 0,0-1 0 0 0,0 1 1 0 0,0-1-1 0 0,0 1 1 0 0,0-1-1 0 0,-1 1 0 0 0,1-1 1 0 0,0 1-1 0 0,0-1 1 0 0,0 1-1 0 0,0-1 0 0 0,0 1 1 0 0,1-1-1 0 0,-1 1 1 0 0,0-1-1 0 0,0 1 1 0 0,0 0-1 0 0,0-1 0 0 0,0 1 1 0 0,1-1-1 0 0,-1 1 1 0 0,0-1-1 0 0,0 1 0 0 0,1-1 1 0 0,-1 1-1 0 0,0 0 1 0 0,1-1-1 0 0,-1 1 0 0 0,0 0 1 0 0,1-1-1 0 0,-1 1 1 0 0,1 0-1 0 0,-1 0 0 0 0,0-1 1 0 0,1 1-1 0 0,-1 0 1 0 0,1 0-1 0 0,-1 0 0 0 0,1-1 1 0 0,-1 1-1 0 0,2 0 1 0 0,3 1 8 0 0,0 1 1 0 0,-1-1 0 0 0,1 1-1 0 0,0 0 1 0 0,0 0 0 0 0,-1 1-1 0 0,0 0 1 0 0,1-1 0 0 0,-1 1-1 0 0,0 1 1 0 0,0-1 0 0 0,-1 1 0 0 0,1-1-1 0 0,4 7 1 0 0,8 10 91 0 0,20 34 1 0 0,-29-45-107 0 0,20 40 105 0 0,37 86 0 0 0,-14-27-3775 0 0,-32-78 464 0 0,-7-18-1030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6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1668 0 0,'22'-40'10130'0'0,"5"-7"-2130"0"0,-26 46-7691 0 0,14 0 309 0 0,-11 4-574 0 0,-1-1 1 0 0,0 1 0 0 0,1 0 0 0 0,-1 0 0 0 0,-1 0 0 0 0,1 0 0 0 0,0 0 0 0 0,-1 1 0 0 0,1-1 0 0 0,-1 1 0 0 0,0 0-1 0 0,0-1 1 0 0,-1 1 0 0 0,1 0 0 0 0,-1 0 0 0 0,0 0 0 0 0,0 0 0 0 0,0 1 0 0 0,0-1 0 0 0,-1 4 0 0 0,2 6 19 0 0,-2 0 1 0 0,1 0-1 0 0,-2-1 1 0 0,0 1 0 0 0,-3 14-1 0 0,2-17-29 0 0,-1-1 0 0 0,0 1 0 0 0,-1-1 0 0 0,0 1 0 0 0,0-1 0 0 0,-1-1-1 0 0,-1 1 1 0 0,1-1 0 0 0,-2 0 0 0 0,1 0 0 0 0,-1 0 0 0 0,-14 12 0 0 0,21-20-31 0 0,0-1-1 0 0,-1 1 1 0 0,0-1 0 0 0,1 1 0 0 0,-1-1 0 0 0,1 1 0 0 0,-1-1 0 0 0,0 1 0 0 0,1-1-1 0 0,-1 0 1 0 0,0 1 0 0 0,1-1 0 0 0,-1 0 0 0 0,0 0 0 0 0,1 1 0 0 0,-1-1 0 0 0,0 0-1 0 0,0 0 1 0 0,1 0 0 0 0,-1 0 0 0 0,0 0 0 0 0,0 0 0 0 0,1 0 0 0 0,-1 0 0 0 0,0 0-1 0 0,-1-1 1 0 0,1 0-3 0 0,1 1 0 0 0,-1-1 0 0 0,0 0 0 0 0,1 0 0 0 0,-1 1 0 0 0,0-1 0 0 0,1 0 0 0 0,-1 0 0 0 0,1 0 0 0 0,0 0 1 0 0,-1 0-1 0 0,1 0 0 0 0,0 0 0 0 0,-1 0 0 0 0,1 0 0 0 0,0-1 0 0 0,-1-4 3 0 0,1 1 0 0 0,-1-1 0 0 0,1 0 0 0 0,1 1 0 0 0,1-11 0 0 0,2 1-13 0 0,2 0 0 0 0,0 0 0 0 0,1 0 0 0 0,0 1 0 0 0,2 0 0 0 0,-1 1 0 0 0,2 0 0 0 0,-1 0 0 0 0,2 1 0 0 0,0 0 0 0 0,0 0 0 0 0,17-12 0 0 0,-11 11 3 0 0,1 0 1 0 0,0 1-1 0 0,0 1 0 0 0,1 0 1 0 0,1 2-1 0 0,0 0 0 0 0,0 1 0 0 0,35-8 1 0 0,-48 14 10 0 0,0 1 1 0 0,1 0 0 0 0,-1 1-1 0 0,0 0 1 0 0,1 0-1 0 0,-1 1 1 0 0,0-1 0 0 0,1 2-1 0 0,-1-1 1 0 0,0 1-1 0 0,0 0 1 0 0,12 5 0 0 0,-14-4 15 0 0,0-1 0 0 0,0 1 0 0 0,-1 0 0 0 0,1 0 0 0 0,-1 0-1 0 0,0 1 1 0 0,0-1 0 0 0,0 1 0 0 0,0 0 0 0 0,-1 0 0 0 0,0 1 0 0 0,0-1 0 0 0,0 1 0 0 0,0-1 0 0 0,-1 1 0 0 0,1 0 0 0 0,-1 0 0 0 0,1 6 0 0 0,0 2 38 0 0,0-1-1 0 0,-1 1 1 0 0,-1 0-1 0 0,0 0 1 0 0,-1 0 0 0 0,-2 17-1 0 0,-17 76-413 0 0,10-60-750 0 0,7-39 436 0 0,1-1 0 0 0,1 1 0 0 0,-1 0-1 0 0,1 0 1 0 0,1 8 0 0 0,-1-11-317 0 0,1-1 1 0 0,-1 0-1 0 0,1 0 1 0 0,0 0-1 0 0,0 0 0 0 0,1 1 1 0 0,2 4-1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0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42 6765 0 0,'-9'-17'7568'0'0,"6"3"-4643"0"0,-1 4-253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2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72 1620 0 0,'6'-15'3341'0'0,"0"0"0"0"0,6-27 1067 0 0,-12 45-4270 0 0,0-1 1 0 0,0 0-1 0 0,0 1 1 0 0,0-1-1 0 0,0 0 1 0 0,0 1-1 0 0,-1-1 1 0 0,1 0-1 0 0,-1 0 1 0 0,0 1-1 0 0,0-1 1 0 0,-2 4-1 0 0,-1 4 216 0 0,-40 131 1161 0 0,-1-2-1275 0 0,-40 219 0 0 0,78-294-2534 0 0,8-22-4174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2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48 360 0 0,'22'-47'13757'0'0,"-24"77"-12540"0"0,-1 0-1 0 0,-13 49 1 0 0,4-19-812 0 0,7-33-270 0 0,-30 151 568 0 0,34-175-596 0 0,14-29-38 0 0,-8 16-55 0 0,21-41-12 0 0,34-59-27 0 0,-51 95 16 0 0,1 1 0 0 0,0 0 0 0 0,1 1 0 0 0,1 0 0 0 0,15-13-1 0 0,-25 24 8 0 0,0 0 0 0 0,1 0 0 0 0,-1 0 0 0 0,0 0 0 0 0,1 0 0 0 0,-1 0 0 0 0,1 1 0 0 0,0-1 0 0 0,0 1 0 0 0,-1 0 0 0 0,1 0 0 0 0,0 0 0 0 0,0 0 0 0 0,0 0 0 0 0,0 1 0 0 0,0-1 0 0 0,0 1 0 0 0,0 0 0 0 0,0 0 0 0 0,0 0 0 0 0,5 1 0 0 0,-6-1 4 0 0,0 1 0 0 0,1 0 0 0 0,-1 0 0 0 0,0 0 0 0 0,0 0 0 0 0,0 0-1 0 0,0 0 1 0 0,0 0 0 0 0,0 1 0 0 0,-1-1 0 0 0,1 1 0 0 0,0-1 0 0 0,-1 1 0 0 0,1 0-1 0 0,-1 0 1 0 0,0 0 0 0 0,1 0 0 0 0,-1 0 0 0 0,0 0 0 0 0,0 0 0 0 0,0 0-1 0 0,1 4 1 0 0,0 4 15 0 0,1 0-1 0 0,-1-1 1 0 0,1 19-1 0 0,-3-21-13 0 0,3 31-253 0 0,-2-16-452 0 0,8 41 1 0 0,-8-56-130 0 0,1-1 0 0 0,-1 0 0 0 0,2 0-1 0 0,-1 0 1 0 0,1 0 0 0 0,0 0 0 0 0,0-1 0 0 0,1 1-1 0 0,-1-1 1 0 0,10 10 0 0 0,2-1-5159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3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153 356 2580 0 0,'43'-67'13557'0'0,"-38"98"-9648"0"0,-27 103 441 0 0,-28 66-2365 0 0,25-101-1372 0 0,8-30-314 0 0,-52 172 575 0 0,61-227-705 0 0,8-14-169 0 0,0 0 1 0 0,0 0-1 0 0,-1 0 1 0 0,1 0-1 0 0,0 0 1 0 0,0 0-1 0 0,0 0 1 0 0,-1 0-1 0 0,1 0 1 0 0,0 0-1 0 0,0 0 1 0 0,0 0-1 0 0,-1 0 1 0 0,1 0-1 0 0,0 0 1 0 0,0 0-1 0 0,0 0 1 0 0,0 0-1 0 0,-1 0 1 0 0,1 0-1 0 0,0 0 1 0 0,0-1-1 0 0,0 1 1 0 0,0 0-1 0 0,0 0 1 0 0,-1 0-1 0 0,1 0 1 0 0,0 0-1 0 0,0-1 1 0 0,0 1-1 0 0,0 0 1 0 0,0 0-1 0 0,0 0 1 0 0,0 0-1 0 0,0-1 1 0 0,0 1-1 0 0,0 0 1 0 0,-1 0-1 0 0,-3-26-73 0 0,6-18-132 0 0,1 1-1 0 0,16-74 1 0 0,33-80-58 0 0,-29 125 209 0 0,4 0 0 0 0,48-91-1 0 0,-49 114 1 0 0,3 2 0 0 0,2 1-1 0 0,72-82 1 0 0,-97 121 27 0 0,1 0 0 0 0,0 1 1 0 0,0-1-1 0 0,1 2 0 0 0,-1-1 0 0 0,1 1 0 0 0,1 0 0 0 0,-1 0 1 0 0,1 1-1 0 0,-1 1 0 0 0,11-4 0 0 0,-18 7 21 0 0,1-1 0 0 0,0 1 0 0 0,0-1 0 0 0,0 1 0 0 0,0 0 0 0 0,0 0 0 0 0,0 0 1 0 0,0 0-1 0 0,-1 0 0 0 0,1 0 0 0 0,0 0 0 0 0,0 1 0 0 0,0-1 0 0 0,0 1 0 0 0,0 0 0 0 0,-1-1 0 0 0,1 1 0 0 0,0 0 0 0 0,-1 0 0 0 0,1 0 0 0 0,0 0 0 0 0,-1 0 0 0 0,1 0 0 0 0,-1 1 0 0 0,0-1 1 0 0,1 0-1 0 0,-1 1 0 0 0,0-1 0 0 0,0 1 0 0 0,0 0 0 0 0,0-1 0 0 0,0 1 0 0 0,0 0 0 0 0,0-1 0 0 0,-1 1 0 0 0,1 0 0 0 0,0 3 0 0 0,0 0 3 0 0,0 1 0 0 0,0 0 0 0 0,0 0 0 0 0,-1 0 0 0 0,0-1 0 0 0,0 1 0 0 0,-1 0 0 0 0,1 0 0 0 0,-2 0 0 0 0,-1 8 0 0 0,-4 3-31 0 0,0-1-1 0 0,-1 0 0 0 0,-1-1 0 0 0,0 0 0 0 0,-1 0 0 0 0,-22 25 0 0 0,6-12 21 0 0,-1-2 0 0 0,-37 28 0 0 0,55-46 12 0 0,-1 0 1 0 0,-1-1 0 0 0,1-1-1 0 0,-1 0 1 0 0,0 0-1 0 0,-1-1 1 0 0,1 0 0 0 0,-1-1-1 0 0,0-1 1 0 0,-20 4-1 0 0,29-6 24 0 0,-1-1-51 0 0,-9 1 44 0 0,9-1-33 0 0,-6 3-49 0 0,24 7 9 0 0,0 0-1 0 0,-1 1 1 0 0,0 0 0 0 0,17 20 0 0 0,44 58 30 0 0,-55-65 15 0 0,-11-14-226 0 0,50 59-2194 0 0,-51-62 1106 0 0,1 0-1 0 0,0 0 1 0 0,0-1-1 0 0,0 0 1 0 0,1-1-1 0 0,13 8 1 0 0,8-12-10036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80 0 0,'13'-43'4412'0'0,"22"-62"4569"0"0,-35 104-8948 0 0,0 1 0 0 0,0 0 0 0 0,0-1 0 0 0,0 1 0 0 0,0-1 0 0 0,1 1 0 0 0,-1 0 0 0 0,0-1 0 0 0,0 1 0 0 0,0-1 0 0 0,1 1 0 0 0,-1 0 1 0 0,0-1-1 0 0,0 1 0 0 0,1 0 0 0 0,-1 0 0 0 0,0-1 0 0 0,1 1 0 0 0,-1 0 0 0 0,0 0 0 0 0,1-1 0 0 0,-1 1 0 0 0,0 0 0 0 0,1 0 0 0 0,-1 0 0 0 0,1 0 0 0 0,-1 0 0 0 0,0-1 0 0 0,1 1 0 0 0,-1 0 0 0 0,1 0 0 0 0,-1 0 0 0 0,1 0 0 0 0,-1 0 0 0 0,0 0 0 0 0,1 0 0 0 0,-1 0 0 0 0,1 1 0 0 0,-1-1 0 0 0,0 0 0 0 0,1 0 0 0 0,-1 0 0 0 0,1 0 0 0 0,-1 0 0 0 0,0 1 0 0 0,1-1 0 0 0,-1 0 0 0 0,0 0 0 0 0,1 1 0 0 0,-1-1 0 0 0,0 0 0 0 0,0 1 0 0 0,1-1 0 0 0,-1 0 0 0 0,0 1 0 0 0,0-1 0 0 0,1 0 0 0 0,-1 1 0 0 0,0 0 0 0 0,13 20 791 0 0,-9-9-594 0 0,-1 1-1 0 0,0-1 0 0 0,-1 0 1 0 0,0 1-1 0 0,-1-1 0 0 0,-1 17 1 0 0,-8 76 244 0 0,-17 30 197 0 0,24-133-597 0 0,4-13-53 0 0,15-31-25 0 0,2 1 1 0 0,1 1-1 0 0,3 0 1 0 0,47-59-1 0 0,-65 91 0 0 0,0 0 0 0 0,1 0 0 0 0,0 1 0 0 0,0-1 0 0 0,1 2 0 0 0,0-1-1 0 0,0 1 1 0 0,1 1 0 0 0,11-7 0 0 0,-19 11 4 0 0,1 0 0 0 0,-1 0 0 0 0,1 1 0 0 0,-1-1 0 0 0,1 0 0 0 0,-1 1 0 0 0,1-1 0 0 0,-1 1 0 0 0,1 0 0 0 0,0-1 0 0 0,-1 1 0 0 0,1 0 0 0 0,0 0 0 0 0,-1 0 0 0 0,1 0 0 0 0,0 0 0 0 0,2 1 0 0 0,1 0-1 0 0,-2 0 6 0 0,0-1-1 0 0,0 1 0 0 0,0-1 0 0 0,0 1 0 0 0,0 0 0 0 0,0 0 0 0 0,0 1 0 0 0,0-1 0 0 0,-1 1 0 0 0,1-1 1 0 0,0 1-1 0 0,-1 0 0 0 0,1 0 0 0 0,-1 0 0 0 0,0 0 0 0 0,1 1 0 0 0,-1-1 0 0 0,0 0 0 0 0,-1 1 0 0 0,1 0 1 0 0,0-1-1 0 0,-1 1 0 0 0,1 0 0 0 0,-1 0 0 0 0,0 0 0 0 0,0 0 0 0 0,0 0 0 0 0,1 4 0 0 0,1 7 30 0 0,-1 0-1 0 0,0 0 1 0 0,-1-1-1 0 0,-1 28 0 0 0,-7 26-132 0 0,0-5-2589 0 0,8-21-4437 0 0,1-23 91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189 131 896 0 0,'54'-111'12539'0'0,"-45"92"-10743"0"0,-5 18-791 0 0,-1 11-551 0 0,-2 4-10 0 0,-2 0 1 0 0,0 1-1 0 0,0-1 0 0 0,-1 0 0 0 0,-7 22 0 0 0,2-4 19 0 0,-94 393 2339 0 0,-26 148-2416 0 0,122-537-1364 0 0,0 38 0 0 0,8-18-2556 0 0,-1-47 1338 0 0,0 1-1 0 0,0-1 1 0 0,6 14-1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2456 0 0,'11'-13'1349'0'0,"6"-8"1368"0"0,26-24 1 0 0,-39 41-2420 0 0,1 0 0 0 0,0 0 0 0 0,0 0 0 0 0,0 1 0 0 0,0-1 0 0 0,0 1 0 0 0,1 0 0 0 0,0 1 0 0 0,0-1 0 0 0,-1 1 0 0 0,10-1 0 0 0,-13 2-235 0 0,1 1 0 0 0,-1 0 0 0 0,1 0 1 0 0,-1 0-1 0 0,0 1 0 0 0,1-1 0 0 0,-1 1 0 0 0,1-1 1 0 0,-1 1-1 0 0,0 0 0 0 0,0 0 0 0 0,1 0 0 0 0,-1 0 1 0 0,0 0-1 0 0,0 0 0 0 0,0 1 0 0 0,0-1 0 0 0,0 1 1 0 0,0-1-1 0 0,-1 1 0 0 0,1 0 0 0 0,0-1 0 0 0,-1 1 1 0 0,1 0-1 0 0,-1 0 0 0 0,0 1 0 0 0,0-1 1 0 0,0 0-1 0 0,0 0 0 0 0,1 4 0 0 0,1 1 34 0 0,-1 0 0 0 0,0 0 0 0 0,0 0 0 0 0,-1 0 0 0 0,0 0 0 0 0,0 0 0 0 0,-1 1 0 0 0,-1 11 0 0 0,-1-1-12 0 0,-2 0 0 0 0,0-1 0 0 0,-1 1 0 0 0,-1-1 0 0 0,-1 0 0 0 0,-11 21 0 0 0,2-9 74 0 0,-2-1 1 0 0,-30 39-1 0 0,48-67-155 0 0,0 0 0 0 0,-1 1 0 0 0,1-1 0 0 0,0 1 0 0 0,0-1 0 0 0,0 0 0 0 0,0 1-1 0 0,-1-1 1 0 0,1 0 0 0 0,0 1 0 0 0,-1-1 0 0 0,1 0 0 0 0,0 1 0 0 0,0-1 0 0 0,-1 0 0 0 0,1 0 0 0 0,0 1 0 0 0,-1-1 0 0 0,1 0 0 0 0,-1 0 0 0 0,1 0 0 0 0,0 0 0 0 0,-1 1 0 0 0,1-1 0 0 0,0 0 0 0 0,-1 0 0 0 0,1 0-1 0 0,-1 0 1 0 0,1 0 0 0 0,0 0 0 0 0,-1 0 0 0 0,1 0 0 0 0,-2 0 0 0 0,2-1-2 0 0,0 0 0 0 0,0 1-1 0 0,0-1 1 0 0,0 0 0 0 0,0 1-1 0 0,0-1 1 0 0,0 0 0 0 0,0 1-1 0 0,0-1 1 0 0,1 0 0 0 0,-1 1-1 0 0,0-1 1 0 0,0 0 0 0 0,1 1-1 0 0,-1-1 1 0 0,0 1 0 0 0,1-1 0 0 0,-1 0-1 0 0,1 0 1 0 0,55-81 5 0 0,82-92 0 0 0,-75 97-12 0 0,-35 45-2 0 0,-17 22 65 0 0,-1-2 1 0 0,-1 0-1 0 0,12-18 1 0 0,-16 22-20 0 0,-4 6-7 0 0,-10 10 13 0 0,-6 9 55 0 0,0 0 1 0 0,1 1-1 0 0,-20 34 0 0 0,-26 65 418 0 0,56-108-488 0 0,0 0-1 0 0,0 1 0 0 0,1-1 0 0 0,0 1 0 0 0,1 0 1 0 0,0 0-1 0 0,-1 14 0 0 0,3-21-20 0 0,0 1 0 0 0,0-1 0 0 0,0 1 0 0 0,1-1 0 0 0,-1 1 0 0 0,1-1 0 0 0,0 0 0 0 0,0 1 0 0 0,0-1 0 0 0,0 0 0 0 0,1 0 0 0 0,-1 0 0 0 0,1 1 0 0 0,0-2 0 0 0,-1 1 0 0 0,2 0 0 0 0,-1 0 0 0 0,0-1 0 0 0,0 1 0 0 0,1-1 0 0 0,0 1 0 0 0,-1-1 0 0 0,1 0 0 0 0,0 0 0 0 0,3 1 0 0 0,6 3-390 0 0,0-1 1 0 0,0-1 0 0 0,0 1 0 0 0,0-2-1 0 0,1 0 1 0 0,-1-1 0 0 0,15 2-1 0 0,-8-3-2251 0 0,-1-1 0 0 0,23-2 0 0 0,-15-1-2653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4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77 932 0 0,'-6'-10'7404'0'0,"-4"-7"127"0"0,10 16-7457 0 0,0 1-1 0 0,0-1 0 0 0,0 1 1 0 0,0-1-1 0 0,0 1 1 0 0,0 0-1 0 0,0-1 0 0 0,0 1 1 0 0,0-1-1 0 0,0 1 0 0 0,0-1 1 0 0,0 1-1 0 0,0 0 0 0 0,1-1 1 0 0,-1 1-1 0 0,0-1 0 0 0,0 1 1 0 0,0 0-1 0 0,0-1 1 0 0,1 1-1 0 0,-1 0 0 0 0,0-1 1 0 0,1 1-1 0 0,-1 0 0 0 0,0-1 1 0 0,0 1-1 0 0,1 0 0 0 0,-1 0 1 0 0,0-1-1 0 0,1 1 0 0 0,-1 0 1 0 0,1 0-1 0 0,-1 0 1 0 0,0-1-1 0 0,1 1 0 0 0,-1 0 1 0 0,1 0-1 0 0,-1 0 0 0 0,0 0 1 0 0,1 0-1 0 0,0 0 0 0 0,154-20 2505 0 0,-30 5-3666 0 0,-72 14-7752 0 0,-42 1 5545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5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79 2732 0 0,'0'-4'628'0'0,"-1"1"0"0"0,1 0 0 0 0,0-1 0 0 0,-1 1 0 0 0,1 0 0 0 0,-1-1 0 0 0,0 1 0 0 0,0 0 0 0 0,0 0-1 0 0,-1 0 1 0 0,1 0 0 0 0,-1 0 0 0 0,-3-5 0 0 0,3 6-309 0 0,0-1-1 0 0,-1 1 1 0 0,1 0-1 0 0,-1 0 1 0 0,1 0-1 0 0,-1 0 1 0 0,0 0-1 0 0,1 1 1 0 0,-1-1 0 0 0,0 1-1 0 0,0 0 1 0 0,-5-1-1 0 0,3 0-144 0 0,-1 1 0 0 0,0 1-1 0 0,0-1 1 0 0,0 1 0 0 0,0 0-1 0 0,0 0 1 0 0,0 1 0 0 0,0 0-1 0 0,0 0 1 0 0,0 0 0 0 0,0 0 0 0 0,1 1-1 0 0,-1 0 1 0 0,-9 5 0 0 0,-10 8-31 0 0,2 0 0 0 0,0 2 0 0 0,1 0 1 0 0,0 2-1 0 0,2 0 0 0 0,0 1 0 0 0,1 2 1 0 0,1-1-1 0 0,1 2 0 0 0,1 0 0 0 0,1 1 1 0 0,-14 33-1 0 0,25-50-131 0 0,1 1 0 0 0,1-1 0 0 0,-1 1 0 0 0,1 0 0 0 0,1 0 0 0 0,-1 0 1 0 0,1 0-1 0 0,1 0 0 0 0,-1 10 0 0 0,1-16-16 0 0,1 0 0 0 0,-1 0 1 0 0,0 1-1 0 0,1-1 0 0 0,-1 0 0 0 0,1 0 1 0 0,0 0-1 0 0,0 1 0 0 0,0-1 1 0 0,0 0-1 0 0,0 0 0 0 0,0 0 0 0 0,1 0 1 0 0,-1-1-1 0 0,0 1 0 0 0,1 0 1 0 0,0-1-1 0 0,-1 1 0 0 0,1-1 0 0 0,0 1 1 0 0,0-1-1 0 0,0 0 0 0 0,0 1 1 0 0,0-1-1 0 0,0 0 0 0 0,0-1 0 0 0,0 1 1 0 0,0 0-1 0 0,1 0 0 0 0,-1-1 0 0 0,0 0 1 0 0,0 1-1 0 0,1-1 0 0 0,-1 0 1 0 0,0 0-1 0 0,4 0 0 0 0,2-1-11 0 0,-1 0 0 0 0,0 0 0 0 0,1-1 0 0 0,-1 1-1 0 0,0-1 1 0 0,0-1 0 0 0,0 0 0 0 0,0 0 0 0 0,-1 0-1 0 0,1-1 1 0 0,-1 0 0 0 0,12-9 0 0 0,3-5-11 0 0,0 0 1 0 0,18-24-1 0 0,-33 36 21 0 0,63-83-6 0 0,-50 62 304 0 0,39-43 0 0 0,-56 68-50 0 0,8 23 1303 0 0,-12 3-1063 0 0,-1 0 0 0 0,0 0 0 0 0,-9 27 0 0 0,4-19-712 0 0,-4 41 1 0 0,12-22-3241 0 0,1-43 2094 0 0,0 0-1 0 0,1 0 0 0 0,0-1 1 0 0,4 11-1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179 183 2220 0 0,'33'-182'14805'0'0,"-30"192"-13308"0"0,-2 3-821 0 0,-1-1 1 0 0,-1 1 0 0 0,1-1 0 0 0,-5 20 0 0 0,0 3 310 0 0,-10 81 993 0 0,-32 123 0 0 0,-46 110-1269 0 0,78-297-747 0 0,10-33-286 0 0,-20 83-2898 0 0,23-90 1812 0 0,0-1-1 0 0,2 0 1 0 0,0 23 0 0 0,4-17-1611 0 0,0-6-1867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95 2440 0 0,'121'-93'17881'0'0,"-120"92"-17365"0"0,-19 14 784 0 0,-67 37-42 0 0,40-26-1055 0 0,1 3 0 0 0,1 1 0 0 0,-46 42 0 0 0,83-65-174 0 0,0 1 1 0 0,1 0-1 0 0,-1 1 0 0 0,1-1 1 0 0,1 1-1 0 0,-1 0 1 0 0,-4 11-1 0 0,8-16 6 0 0,0 1 1 0 0,0-1-1 0 0,0 1 1 0 0,0 0-1 0 0,0-1 1 0 0,1 1-1 0 0,0 0 1 0 0,-1-1-1 0 0,1 1 1 0 0,0 0-1 0 0,0 0 1 0 0,0 0-1 0 0,1-1 1 0 0,-1 1-1 0 0,1 0 1 0 0,0-1-1 0 0,-1 1 1 0 0,1 0-1 0 0,0-1 1 0 0,1 1-1 0 0,-1-1 1 0 0,0 1-1 0 0,1-1 1 0 0,-1 0-1 0 0,4 4 1 0 0,5 3 1 0 0,0 0-1 0 0,0-1 1 0 0,1 0 0 0 0,0-1 0 0 0,0 0-1 0 0,0-1 1 0 0,1 0 0 0 0,0-1 0 0 0,1-1 0 0 0,23 7-1 0 0,14 0-2184 0 0,73 6 0 0 0,-93-13 468 0 0,-13-2 801 0 0,95 8-8535 0 0,-64-8 2318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6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374 243 2928 0 0,'-21'-21'3890'0'0,"-47"-44"10149"0"0,68 65-14011 0 0,0-1 0 0 0,0 0 0 0 0,0 1 0 0 0,0-1-1 0 0,0 1 1 0 0,1-1 0 0 0,-1 1 0 0 0,0-1 0 0 0,0 1-1 0 0,1-1 1 0 0,-1 1 0 0 0,0-1 0 0 0,1 1 0 0 0,-1 0 0 0 0,1-1-1 0 0,-1 1 1 0 0,0-1 0 0 0,1 1 0 0 0,-1 0 0 0 0,1 0 0 0 0,-1-1-1 0 0,1 1 1 0 0,-1 0 0 0 0,1 0 0 0 0,-1-1 0 0 0,1 1-1 0 0,0 0 1 0 0,-1 0 0 0 0,1 0 0 0 0,-1 0 0 0 0,1 0 0 0 0,-1 0-1 0 0,1 0 1 0 0,-1 0 0 0 0,1 0 0 0 0,0 0 0 0 0,-1 0 0 0 0,1 0-1 0 0,-1 0 1 0 0,1 1 0 0 0,6-2 137 0 0,43-1 149 0 0,66-7 74 0 0,-103 8-365 0 0,0-2 0 0 0,-1 0 0 0 0,1 0 1 0 0,-1-1-1 0 0,0-1 0 0 0,21-11 0 0 0,-29 14-29 0 0,-1-1 0 0 0,1 0-1 0 0,-1 1 1 0 0,0-1 0 0 0,0 0-1 0 0,0-1 1 0 0,0 1 0 0 0,-1-1-1 0 0,1 1 1 0 0,-1-1 0 0 0,0 0-1 0 0,0 0 1 0 0,0 0 0 0 0,0 0-1 0 0,-1 0 1 0 0,2-7-1 0 0,-3 10 1 0 0,0 0 0 0 0,0 0 0 0 0,0 0 0 0 0,0 0 0 0 0,0 0 0 0 0,-1 0 0 0 0,1 0 0 0 0,0 0 0 0 0,-1 0 0 0 0,1 0 0 0 0,0 0 0 0 0,-1 0 0 0 0,1 0 0 0 0,-1 0-1 0 0,1 0 1 0 0,-1 0 0 0 0,0 1 0 0 0,1-1 0 0 0,-1 0 0 0 0,0 0 0 0 0,0 1 0 0 0,1-1 0 0 0,-1 1 0 0 0,0-1 0 0 0,0 0 0 0 0,-2 0 0 0 0,0 0-4 0 0,0-1 1 0 0,0 1 0 0 0,0-1 0 0 0,-1 1 0 0 0,1 0 0 0 0,-6-1-1 0 0,-2 2-7 0 0,1 0-1 0 0,-1 0 0 0 0,1 1 0 0 0,-1 1 0 0 0,1 0 0 0 0,-1 0 1 0 0,1 1-1 0 0,-15 5 0 0 0,-2 4-32 0 0,-46 25 0 0 0,58-29 48 0 0,1 1-1 0 0,0 1 0 0 0,0 0 1 0 0,1 1-1 0 0,1 0 1 0 0,-23 26-1 0 0,32-33 7 0 0,1 0 0 0 0,-1 0 0 0 0,1 0 0 0 0,0 0-1 0 0,0 0 1 0 0,0 1 0 0 0,0-1 0 0 0,1 1 0 0 0,0-1 0 0 0,0 1 0 0 0,0-1 0 0 0,0 9 0 0 0,1-9 2 0 0,0 0-1 0 0,1 0 1 0 0,0 0 0 0 0,0-1 0 0 0,0 1 0 0 0,0 0 0 0 0,1 0-1 0 0,-1-1 1 0 0,1 1 0 0 0,0 0 0 0 0,0-1 0 0 0,0 0 0 0 0,1 1-1 0 0,-1-1 1 0 0,1 0 0 0 0,0 0 0 0 0,3 2 0 0 0,3 3 6 0 0,1-1 0 0 0,0 0 1 0 0,0 0-1 0 0,0-1 1 0 0,1-1-1 0 0,0 0 0 0 0,0 0 1 0 0,21 5-1 0 0,-1-2 74 0 0,62 7 0 0 0,-82-14-30 0 0,0-1 0 0 0,0 0 0 0 0,0 0 0 0 0,19-4 0 0 0,-60 14-37 0 0,0 2-1 0 0,1 0 0 0 0,-39 24 1 0 0,19-10 86 0 0,-125 71 579 0 0,141-76-487 0 0,1 1-1 0 0,1 2 1 0 0,-31 31-1 0 0,57-51-131 0 0,1 1 0 0 0,0-1 0 0 0,0 1 0 0 0,1 0 0 0 0,-1 0 0 0 0,1 1 0 0 0,0-1 0 0 0,1 0 0 0 0,-1 1 0 0 0,1 0 0 0 0,-3 11 0 0 0,5-14-30 0 0,-1-1-1 0 0,1 1 1 0 0,0 0-1 0 0,0-1 1 0 0,1 1-1 0 0,-1-1 1 0 0,0 1-1 0 0,1 0 1 0 0,0-1-1 0 0,0 1 1 0 0,-1-1-1 0 0,2 1 1 0 0,-1-1 0 0 0,0 0-1 0 0,0 1 1 0 0,1-1-1 0 0,-1 0 1 0 0,1 0-1 0 0,-1 0 1 0 0,1 0-1 0 0,0 0 1 0 0,0 0-1 0 0,0-1 1 0 0,0 1-1 0 0,0-1 1 0 0,1 1-1 0 0,-1-1 1 0 0,0 0 0 0 0,5 2-1 0 0,8 4 26 0 0,1-2 1 0 0,-1 0-1 0 0,1-1 0 0 0,0 0 1 0 0,0-1-1 0 0,17 0 0 0 0,100-1-423 0 0,-77-6-2281 0 0,106-19 0 0 0,-114 12-2768 0 0,45-18 1 0 0,-44 11-2730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6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176 160 556 0 0,'-27'-4'2555'0'0,"-22"-3"4900"0"0,-49-12-1 0 0,96 18-7037 0 0,3-1-81 0 0,-1 0-304 0 0,1 1 1 0 0,0-1-1 0 0,-1 1 0 0 0,1-1 0 0 0,0 1 0 0 0,0 0 1 0 0,0-1-1 0 0,0 1 0 0 0,0 0 0 0 0,0 0 1 0 0,0-1-1 0 0,1 1 0 0 0,-1 0 0 0 0,0 0 0 0 0,1 0 1 0 0,-1 1-1 0 0,0-1 0 0 0,1 0 0 0 0,-1 1 1 0 0,3-2-1 0 0,41-12 173 0 0,-32 10-148 0 0,75-19 22 0 0,0 3 0 0 0,1 4 0 0 0,169-9 0 0 0,-247 25-181 0 0,73 1-1146 0 0,-76 0 722 0 0,0 0 0 0 0,0 0 0 0 0,0 1 0 0 0,-1 0 0 0 0,1 0 0 0 0,-1 0-1 0 0,0 1 1 0 0,10 5 0 0 0,-17-7 233 0 0,1-1-1 0 0,0 1 1 0 0,0-1 0 0 0,0 1-1 0 0,0 0 1 0 0,-1 0 0 0 0,1 0-1 0 0,0-1 1 0 0,-1 1-1 0 0,1 0 1 0 0,0 0 0 0 0,-1 0-1 0 0,1 0 1 0 0,-1 0-1 0 0,0 0 1 0 0,1 0 0 0 0,-1 0-1 0 0,0 0 1 0 0,1 1-1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40 164 0 0,'-302'122'16614'0'0,"257"-101"-13545"0"0,50-22-2931 0 0,0 1 1 0 0,0 0-1 0 0,0 0 0 0 0,9 1 1 0 0,10 0 12 0 0,32-4-238 0 0,0-2-1 0 0,0-2 1 0 0,56-16-1 0 0,-74 12-1699 0 0,59-24 0 0 0,-69 22-1009 0 0,-1-1 1 0 0,40-28-1 0 0,-25 12-3179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677 112 1264 0 0,'-13'-15'2509'0'0,"-6"-7"2078"0"0,-1 1-1 0 0,-32-27 0 0 0,52 48-4528 0 0,0 0-1 0 0,0-1 0 0 0,-1 1 1 0 0,1-1-1 0 0,0 1 0 0 0,-1 0 1 0 0,1 0-1 0 0,0-1 0 0 0,-1 1 1 0 0,1 0-1 0 0,0-1 0 0 0,-1 1 1 0 0,1 0-1 0 0,-1 0 0 0 0,1 0 1 0 0,0-1-1 0 0,-1 1 0 0 0,1 0 1 0 0,-1 0-1 0 0,1 0 1 0 0,-1 0-1 0 0,1 0 0 0 0,0 0 1 0 0,-1 0-1 0 0,1 0 0 0 0,-1 0 1 0 0,1 0-1 0 0,-1 0 0 0 0,1 0 1 0 0,0 0-1 0 0,-1 0 0 0 0,1 1 1 0 0,-1-1-1 0 0,1 0 0 0 0,-1 0 1 0 0,1 0-1 0 0,0 1 0 0 0,-1-1 1 0 0,1 0-1 0 0,0 0 0 0 0,-1 1 1 0 0,1-1-1 0 0,0 0 0 0 0,-1 1 1 0 0,1-1-1 0 0,0 0 0 0 0,0 1 1 0 0,-1-1-1 0 0,1 0 0 0 0,0 1 1 0 0,0-1-1 0 0,0 1 1 0 0,-1-1-1 0 0,1 1 0 0 0,0-1 1 0 0,0 0-1 0 0,0 1 0 0 0,0-1 1 0 0,0 1-1 0 0,0-1 0 0 0,0 1 1 0 0,0-1-1 0 0,0 1 0 0 0,0-1 1 0 0,0 4 141 0 0,0 0 0 0 0,0-1 0 0 0,1 1 0 0 0,-1-1 0 0 0,1 1 0 0 0,1 5 0 0 0,6 8 244 0 0,1 1 0 0 0,0-1-1 0 0,2-1 1 0 0,12 18 0 0 0,56 59 276 0 0,-5-7-226 0 0,-55-61-406 0 0,-1 1 0 0 0,-1 1 0 0 0,-1 1 0 0 0,-2 0 0 0 0,0 1 1 0 0,10 36-1 0 0,-19-48-61 0 0,0 1 0 0 0,-2-1 0 0 0,0 1 0 0 0,-1 0 0 0 0,-1 0 0 0 0,0 0 0 0 0,-1 0 0 0 0,-1 0 0 0 0,-1 0 0 0 0,-1-1 0 0 0,0 1 0 0 0,-9 25 0 0 0,0-13-10 0 0,-1 0-1 0 0,-1-1 0 0 0,-2-1 1 0 0,-1 0-1 0 0,-1-1 0 0 0,-1-1 1 0 0,-39 41-1 0 0,-3-8-195 0 0,-116 90-1 0 0,102-94-1339 0 0,-84 44 1 0 0,-2-10-4069 0 0,95-59-2441 0 0,40-18 300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18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1614 2384 0 0,'-12'-82'12233'0'0,"7"60"-7164"0"0,8 30-3908 0 0,1 5-242 0 0,-1 0-1 0 0,3 19 1 0 0,4 11 203 0 0,15 40 238 0 0,47 103 0 0 0,-51-143-1146 0 0,1 0 0 0 0,3-2-1 0 0,57 75 1 0 0,-79-112-198 0 0,0 0 21 0 0,0 0 1 0 0,1 0-1 0 0,-1-1 0 0 0,1 1 1 0 0,-1-1-1 0 0,7 4 1 0 0,-9-7-32 0 0,0 1 0 0 0,1 0 0 0 0,-1-1 0 0 0,0 1 0 0 0,1-1 1 0 0,-1 0-1 0 0,1 0 0 0 0,-1 1 0 0 0,1-1 0 0 0,-1 0 1 0 0,1 0-1 0 0,-1 0 0 0 0,1 0 0 0 0,-1-1 0 0 0,1 1 1 0 0,-1 0-1 0 0,0 0 0 0 0,1-1 0 0 0,-1 1 0 0 0,1-1 1 0 0,-1 0-1 0 0,0 1 0 0 0,0-1 0 0 0,1 0 0 0 0,1-1 1 0 0,3-3 4 0 0,1-1 0 0 0,-2 0 0 0 0,1 0-1 0 0,-1 0 1 0 0,1 0 0 0 0,-2-1 0 0 0,1 0 0 0 0,6-12 0 0 0,25-65 94 0 0,-30 68-99 0 0,17-48-26 0 0,23-103 0 0 0,-1-71-314 0 0,-44 233 323 0 0,56-575-533 0 0,-20 145 101 0 0,-33 395 376 0 0,2 1-1 0 0,2 0 1 0 0,24-68 0 0 0,-27 93 50 0 0,1 1 0 0 0,1-1 1 0 0,0 1-1 0 0,1 1 0 0 0,0-1 1 0 0,1 1-1 0 0,0 0 0 0 0,1 1 1 0 0,0 0-1 0 0,1 1 0 0 0,0 0 1 0 0,1 1-1 0 0,18-12 0 0 0,-6 8 1 0 0,1 2 1 0 0,0 0-1 0 0,1 1 0 0 0,0 2 0 0 0,1 1 1 0 0,39-6-1 0 0,167-7-53 0 0,764 29 21 0 0,-870-5-25 0 0,346 12-503 0 0,1147 31-1491 0 0,-523-70 1002 0 0,-657-31 651 0 0,-401 46-1552 0 0,-37 8 1201 0 0,-8 8-2230 0 0,0-3 1912 0 0,1 0-1 0 0,-1 0 1 0 0,0 0-1 0 0,-1-1 1 0 0,1 0-1 0 0,-1 0 0 0 0,-11 4 1 0 0,-7 4-4770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7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32 169 800 0 0,'0'0'3357'0'0,"-16"3"275"0"0,0 3 1868 0 0,30-5-4020 0 0,36-5-1804 0 0,-46 3 696 0 0,1501-76 366 0 0,-126 29-808 0 0,1 0-113 0 0,-1330 48 183 0 0,1061 2-59 0 0,285 70-10 0 0,-1279-64 73 0 0,916 58-19 0 0,-753-49 27 0 0,304 11-24 0 0,-502-26-1 0 0,-5 0-20 0 0,87-8 0 0 0,-123 4-1706 0 0,-38 2 837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28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25 139 1132 0 0,'-3'-3'523'0'0,"0"0"-1"0"0,1-1 1 0 0,0 1 0 0 0,0-1-1 0 0,0 1 1 0 0,0-1-1 0 0,0 0 1 0 0,1 0 0 0 0,0 0-1 0 0,0 0 1 0 0,0 0-1 0 0,0 0 1 0 0,0 0 0 0 0,1 0-1 0 0,0-8 1 0 0,0 6-147 0 0,0-1 0 0 0,1 1 0 0 0,0 0 0 0 0,0 0 0 0 0,1 0 0 0 0,-1 0 0 0 0,1 0 0 0 0,0 0 0 0 0,6-8 1 0 0,-8 12-84 0 0,3 2-180 0 0,-1 1-100 0 0,0-1-1 0 0,0 1 0 0 0,0 0 1 0 0,0-1-1 0 0,0 1 0 0 0,0 0 1 0 0,0 0-1 0 0,0 1 0 0 0,-1-1 1 0 0,1 0-1 0 0,0 1 0 0 0,-1-1 1 0 0,1 1-1 0 0,-1-1 0 0 0,1 1 1 0 0,-1-1-1 0 0,0 1 1 0 0,0 0-1 0 0,0 0 0 0 0,0 0 1 0 0,0 0-1 0 0,0 0 0 0 0,0 0 1 0 0,-1 0-1 0 0,1 2 0 0 0,4 12 18 0 0,0 1-1 0 0,2 17 0 0 0,-5-25-16 0 0,2 18 20 0 0,0 0 0 0 0,-2 0 0 0 0,-1 0 1 0 0,-1 0-1 0 0,-5 39 0 0 0,3-24 54 0 0,3-20 827 0 0,19-77-846 0 0,38-77-1 0 0,-15 39-72 0 0,-18 38-85 0 0,-24 53 44 0 0,-2 5-71 0 0,0 0 106 0 0,0 1 0 0 0,0-1 1 0 0,0 0-1 0 0,-1 0 0 0 0,1 0 0 0 0,-3 3 1 0 0,-4 9 18 0 0,7-13-7 0 0,-38 118 28 0 0,36-106 0 0 0,0-1 0 0 0,1 1 0 0 0,1-1 0 0 0,0 1-1 0 0,1 0 1 0 0,0 0 0 0 0,3 15 0 0 0,-2-22 28 0 0,1 0 0 0 0,0 0 1 0 0,1 0-1 0 0,-1 0 0 0 0,1-1 0 0 0,0 0 0 0 0,1 1 0 0 0,-1-1 1 0 0,1 0-1 0 0,1-1 0 0 0,-1 1 0 0 0,1-1 0 0 0,0 0 0 0 0,0 0 1 0 0,0 0-1 0 0,1-1 0 0 0,0 1 0 0 0,0-1 0 0 0,0-1 0 0 0,0 1 1 0 0,1-1-1 0 0,11 4 0 0 0,-15-7-130 0 0,0 1 1 0 0,0 0-1 0 0,1-1 1 0 0,-1 0-1 0 0,0 0 0 0 0,1 0 1 0 0,-1 0-1 0 0,0 0 1 0 0,0-1-1 0 0,1 0 0 0 0,-1 1 1 0 0,0-1-1 0 0,0 0 1 0 0,6-3-1 0 0,-5 1-333 0 0,7-5-1993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2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11 3564 0 0,'3'-10'12476'0'0,"-9"47"-7978"0"0,-33 95-3616 0 0,38-126-729 0 0,-43 121 334 0 0,2-5-5193 0 0,41-118 3694 0 0,-3 9-479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29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83 828 0 0,'16'-36'11115'0'0,"1"0"-3138"0"0,-16 34-7559 0 0,1 1-339 0 0,-1 0-1 0 0,1 0 1 0 0,-1 0 0 0 0,1 1-1 0 0,-1-1 1 0 0,1 0 0 0 0,0 1 0 0 0,-1-1-1 0 0,1 1 1 0 0,0-1 0 0 0,-1 1-1 0 0,1 0 1 0 0,0 0 0 0 0,0 0 0 0 0,-1 0-1 0 0,3 0 1 0 0,44 14-151 0 0,7 3-3068 0 0,-45-14 784 0 0,0-1 1 0 0,0-1-1 0 0,16 1 0 0 0,-10-2-4281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2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99 2768 0 0,'2'-3'724'0'0,"0"0"0"0"0,0 0 0 0 0,-1 1 0 0 0,1-1 0 0 0,-1 0 0 0 0,1 0 0 0 0,-1 0 0 0 0,0-1 0 0 0,0 1 0 0 0,0 0 0 0 0,0 0 0 0 0,-1-1 0 0 0,0 1 0 0 0,1 0 0 0 0,-1-1 0 0 0,-1-3 0 0 0,1 4-450 0 0,0 1 0 0 0,-1-1 0 0 0,1 0 0 0 0,-1 1 0 0 0,0-1 0 0 0,0 1 0 0 0,0-1 0 0 0,0 1 0 0 0,-1-1 0 0 0,1 1 0 0 0,-4-4 0 0 0,4 5-216 0 0,0 0-1 0 0,-1 0 0 0 0,1 1 1 0 0,0-1-1 0 0,-1 0 1 0 0,1 1-1 0 0,-1-1 0 0 0,1 1 1 0 0,-1 0-1 0 0,1-1 0 0 0,-1 1 1 0 0,1 0-1 0 0,-1 0 1 0 0,1 0-1 0 0,-1 0 0 0 0,-1 0 1 0 0,-25 4 276 0 0,16 0-239 0 0,1 0 0 0 0,-1 1 0 0 0,1 1 0 0 0,0 0-1 0 0,0 0 1 0 0,0 1 0 0 0,-11 10 0 0 0,-65 61 215 0 0,10 6-123 0 0,68-73-166 0 0,1 0-1 0 0,0 1 0 0 0,1 0 0 0 0,0 0 1 0 0,1 1-1 0 0,-6 14 0 0 0,11-23-12 0 0,1-1 0 0 0,-1 1 0 0 0,0-1-1 0 0,1 1 1 0 0,-1-1 0 0 0,1 1 0 0 0,0-1 0 0 0,1 1 0 0 0,-1-1 0 0 0,0 1-1 0 0,1-1 1 0 0,0 1 0 0 0,1 3 0 0 0,-1-5-6 0 0,0 0 0 0 0,-1-1 0 0 0,1 1 0 0 0,0-1 0 0 0,0 1 0 0 0,0-1 0 0 0,1 1 0 0 0,-1-1 0 0 0,0 0 0 0 0,0 0 0 0 0,1 1 0 0 0,-1-1 0 0 0,1 0 0 0 0,-1 0 0 0 0,1 0 0 0 0,-1-1 0 0 0,1 1 0 0 0,0 0 0 0 0,-1-1 0 0 0,1 1 0 0 0,0 0-1 0 0,-1-1 1 0 0,1 0 0 0 0,0 0 0 0 0,0 1 0 0 0,0-1 0 0 0,-1 0 0 0 0,1 0 0 0 0,0 0 0 0 0,3-1 0 0 0,5-1-1 0 0,0 0 0 0 0,0-1-1 0 0,0 0 1 0 0,0 0 0 0 0,0-1-1 0 0,-1 0 1 0 0,0-1 0 0 0,0 0-1 0 0,0-1 1 0 0,10-7 0 0 0,-4 0-3 0 0,0-1 1 0 0,0 0-1 0 0,-1-1 1 0 0,17-24-1 0 0,52-74 357 0 0,-82 112 48 0 0,-2 12-244 0 0,0 0 0 0 0,-1 0 0 0 0,-1 0 0 0 0,0 0 0 0 0,-8 19 0 0 0,-5 19-4 0 0,11-31-430 0 0,1 2-1 0 0,1-1 1 0 0,1 0 0 0 0,1 25-1 0 0,1-36-359 0 0,1 0 1 0 0,0-1-1 0 0,0 1 0 0 0,1-1 0 0 0,5 14 0 0 0,-5-16-174 0 0,0-1 1 0 0,0 0-1 0 0,0 0 0 0 0,1 0 0 0 0,0 0 0 0 0,-1 0 0 0 0,2 0 0 0 0,-1-1 0 0 0,0 0 0 0 0,6 5 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29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38 112 2248 0 0,'14'-21'7028'0'0,"0"0"-1"0"0,20-48 2798 0 0,-36 81-9439 0 0,0 0 0 0 0,0 0-1 0 0,-1-1 1 0 0,-1 1-1 0 0,0 0 1 0 0,0-1-1 0 0,-2 0 1 0 0,-6 11 0 0 0,-13 33-166 0 0,0 25-2366 0 0,19-53-2860 0 0,1 2-6243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0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666 156 2544 0 0,'-7'-20'2859'0'0,"0"1"0"0"0,2-1 0 0 0,0 0 0 0 0,1 0 0 0 0,-1-30 0 0 0,6 49-2790 0 0,-1 1 0 0 0,1-1 1 0 0,0 1-1 0 0,-1-1 0 0 0,1 1 0 0 0,0-1 0 0 0,-1 1 1 0 0,1-1-1 0 0,0 1 0 0 0,0 0 0 0 0,-1-1 1 0 0,1 1-1 0 0,0 0 0 0 0,0 0 0 0 0,0-1 1 0 0,0 1-1 0 0,-1 0 0 0 0,1 0 0 0 0,2 0 1 0 0,0 0 90 0 0,0 0 0 0 0,0 1 0 0 0,1-1 0 0 0,-1 1 0 0 0,0 0 0 0 0,0-1 0 0 0,0 1 0 0 0,0 0 0 0 0,0 1 0 0 0,0-1 0 0 0,0 1 0 0 0,0-1 0 0 0,0 1 0 0 0,-1 0 0 0 0,1 0 0 0 0,3 4 0 0 0,3 2 303 0 0,0 1 0 0 0,14 19 0 0 0,-9-9-195 0 0,-1 1 0 0 0,-1 1-1 0 0,-1 0 1 0 0,-1 1 0 0 0,0 0 0 0 0,-2 0-1 0 0,0 1 1 0 0,8 46 0 0 0,-12-38-120 0 0,-1 0 1 0 0,-2 0-1 0 0,0 1 1 0 0,-3-1-1 0 0,0 0 1 0 0,-9 41-1 0 0,-1-25-253 0 0,-1-1 1 0 0,-2-1-1 0 0,-2-1 0 0 0,-2 0 0 0 0,-1-1 0 0 0,-3-1 0 0 0,-1-1 0 0 0,-3-1 0 0 0,-33 39 1 0 0,26-41-728 0 0,-1 0 0 0 0,-2-2 1 0 0,-2-2-1 0 0,-59 41 1 0 0,62-52-1439 0 0,-73 35 0 0 0,78-44-601 0 0,-1-2 1 0 0,-60 14-1 0 0,25-14-5008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15 744 0 0,'9'-15'10139'0'0,"-46"37"-7274"0"0,2 6-1742 0 0,1 2 0 0 0,1 0-1 0 0,2 3 1 0 0,-40 53 0 0 0,32-33-426 0 0,3 2 0 0 0,-41 85 0 0 0,61-106-493 0 0,1 0 0 0 0,2 1 0 0 0,2 1 0 0 0,1 0 0 0 0,-10 67 0 0 0,18-79-144 0 0,0 0 1 0 0,2-1 0 0 0,1 1 0 0 0,0 0 0 0 0,2 0 0 0 0,1-1 0 0 0,1 1 0 0 0,0-1 0 0 0,2 0 0 0 0,12 27 0 0 0,-5-21-50 0 0,1-1 0 0 0,1-1 1 0 0,2-1-1 0 0,0 0 0 0 0,2-1 0 0 0,0-1 0 0 0,2-1 1 0 0,0-1-1 0 0,2-1 0 0 0,0-1 0 0 0,32 19 1 0 0,-26-20-455 0 0,2-1 1 0 0,0-2 0 0 0,61 22 0 0 0,-58-27-863 0 0,1-2-1 0 0,0-1 0 0 0,62 6 1 0 0,-19-9-4197 0 0,2-5-3083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1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347 115 1760 0 0,'-14'-32'4680'0'0,"-9"-18"4276"0"0,11 17-4931 0 0,14 35-3606 0 0,1 2-282 0 0,1 0 0 0 0,0 1 0 0 0,-1-1 0 0 0,0 1-1 0 0,0 0 1 0 0,0 0 0 0 0,-1 0 0 0 0,1 0 0 0 0,-1 1 0 0 0,0-1 0 0 0,-1 0 0 0 0,1 1 0 0 0,0 7 0 0 0,-1-4 47 0 0,-1 1-1 0 0,0 0 1 0 0,0 0 0 0 0,-1-1 0 0 0,-1 1-1 0 0,1 0 1 0 0,-5 11 0 0 0,-1 0 130 0 0,0-1-1 0 0,-2 0 1 0 0,-1 0-1 0 0,0-1 1 0 0,-1 0 0 0 0,-19 23-1 0 0,-10 5 1019 0 0,-64 58-1 0 0,44-47-273 0 0,21-23-397 0 0,38-33-596 0 0,6-2-14 0 0,16-3-91 0 0,1 0-1 0 0,-1-1 1 0 0,0-1 0 0 0,23-9-1 0 0,-9 3-422 0 0,235-58-7984 0 0,-161 43-1173 0 0,-57 13 836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1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94 2716 0 0,'-56'-17'15350'0'0,"50"12"-13450"0"0,4 3-1206 0 0,10-3-617 0 0,11-2 94 0 0,1 1 1 0 0,0 1 0 0 0,1 1 0 0 0,-1 0-1 0 0,25 0 1 0 0,-6-1-217 0 0,5 1-783 0 0,37-6-2578 0 0,-71 7 505 0 0,0 1-1 0 0,19-8 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1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58 612 0 0,'-21'-25'8098'0'0,"16"19"-5881"0"0,0-1 0 0 0,0 1 1 0 0,-9-8-1 0 0,13 14-2161 0 0,0 0 0 0 0,1 1 1 0 0,-1-1-1 0 0,0 0 0 0 0,1 0 0 0 0,-1 0 1 0 0,0 0-1 0 0,1 1 0 0 0,-1-1 0 0 0,0 0 1 0 0,1 1-1 0 0,-1-1 0 0 0,1 0 0 0 0,-1 1 1 0 0,1-1-1 0 0,-1 1 0 0 0,1-1 0 0 0,-1 1 1 0 0,1-1-1 0 0,-1 1 0 0 0,1-1 0 0 0,0 1 1 0 0,-1 0-1 0 0,1 0 0 0 0,-11 15 598 0 0,11-16-647 0 0,-14 24 523 0 0,1 1-1 0 0,-18 49 1 0 0,-10 58-156 0 0,34-109-302 0 0,-25 109-646 0 0,29-113-401 0 0,1 0 0 0 0,0 0 0 0 0,1 1 1 0 0,1-1-1 0 0,3 20 0 0 0,-2-34 8 0 0,-1 1 1 0 0,1-1-1 0 0,1 0 0 0 0,-1 0 1 0 0,1 0-1 0 0,2 6 0 0 0,7 6-5120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2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33 2496 0 0,'-3'-1'3240'0'0,"-49"-21"12297"0"0,34 12-12518 0 0,78 13-6783 0 0,-24-1-73 0 0,4-1-3820 0 0,-17-2 1027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2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28 124 0 0,'20'-12'17046'0'0,"-9"9"-17261"0"0,0 1 1 0 0,0 0-1 0 0,0 1 0 0 0,20-1 0 0 0,11-1-6928 0 0,-19 0 594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2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57 772 0 0,'0'-26'18854'0'0,"0"25"-18778"0"0,0 0 1 0 0,0 0-1 0 0,0 0 0 0 0,0 0 1 0 0,1 0-1 0 0,-1 0 0 0 0,0 0 1 0 0,0 0-1 0 0,1 0 0 0 0,-1 0 1 0 0,1 0-1 0 0,-1 0 0 0 0,1 0 1 0 0,-1 0-1 0 0,1 0 1 0 0,-1 0-1 0 0,1 1 0 0 0,0-1 1 0 0,-1 0-1 0 0,1 0 0 0 0,0 1 1 0 0,0-1-1 0 0,0 1 0 0 0,-1-1 1 0 0,1 0-1 0 0,0 1 1 0 0,0 0-1 0 0,0-1 0 0 0,0 1 1 0 0,2-1-1 0 0,3 0-952 0 0,-1 0 0 0 0,1 0 0 0 0,0 1 0 0 0,10 0 0 0 0,3 0-1750 0 0,-2-1-2390 0 0,3-1-2551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2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51 2176 0 0,'-14'-34'21840'0'0,"11"25"-20642"0"0,1 2-3799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3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92 984 0 0,'-2'-1'2667'0'0,"-41"-17"12044"0"0,43 18-14626 0 0,0 0-1 0 0,-1 0 1 0 0,1 0-1 0 0,0 0 1 0 0,-1 0-1 0 0,1 0 0 0 0,0 0 1 0 0,0 0-1 0 0,-1 0 1 0 0,1 0-1 0 0,0 0 1 0 0,-1 0-1 0 0,1 0 0 0 0,0 0 1 0 0,0-1-1 0 0,-1 1 1 0 0,1 0-1 0 0,0 0 1 0 0,-1 0-1 0 0,1 0 1 0 0,0 0-1 0 0,0-1 0 0 0,0 1 1 0 0,-1 0-1 0 0,1 0 1 0 0,0 0-1 0 0,0-1 1 0 0,0 1-1 0 0,-1 0 1 0 0,1-1-1 0 0,87-4 205 0 0,90-8 35 0 0,-137 8-2669 0 0,0-2-1 0 0,51-14 1 0 0,-68 12-2472 0 0,-4 1-2519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3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23 36 0 0,'-77'-23'17340'0'0,"74"24"-16246"0"0,1-1-926 0 0,1 1-1 0 0,-1-1 1 0 0,1 1-1 0 0,-1-1 1 0 0,1 1-1 0 0,0 0 1 0 0,-1-1-1 0 0,1 1 0 0 0,0 0 1 0 0,-1 0-1 0 0,1 0 1 0 0,0 0-1 0 0,0 0 1 0 0,0 0-1 0 0,0 1 1 0 0,-2 1-1 0 0,1 1 231 0 0,-1 0 0 0 0,1 1 0 0 0,0-1 0 0 0,1 1 0 0 0,-3 5 0 0 0,-9 45 742 0 0,3 1-1 0 0,-6 93 1 0 0,10-85-1097 0 0,3-35-656 0 0,-5 88-1565 0 0,11-59-2342 0 0,-1-46 1362 0 0,0 1 0 0 0,6 17 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3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406 163 496 0 0,'6'-37'7913'0'0,"4"-72"-1"0"0,-10 108-7859 0 0,0 1 0 0 0,0-1 0 0 0,0 1 0 0 0,0-1-1 0 0,0 1 1 0 0,0-1 0 0 0,0 1 0 0 0,0-1-1 0 0,0 1 1 0 0,0-1 0 0 0,0 1 0 0 0,0-1-1 0 0,0 1 1 0 0,0-1 0 0 0,0 1 0 0 0,0-1-1 0 0,0 1 1 0 0,-1-1 0 0 0,1 1 0 0 0,0 0-1 0 0,0-1 1 0 0,-1 1 0 0 0,1-1 0 0 0,0 1-1 0 0,-1 0 1 0 0,1-1 0 0 0,0 1 0 0 0,-1-1 0 0 0,1 1-1 0 0,-1 0 1 0 0,1 0 0 0 0,0-1 0 0 0,-1 1-1 0 0,1 0 1 0 0,-1 0 0 0 0,1-1 0 0 0,-1 1-1 0 0,1 0 1 0 0,-1 0 0 0 0,1 0 0 0 0,-1 0-1 0 0,1 0 1 0 0,-1 0 0 0 0,1 0 0 0 0,-1 0-1 0 0,1 0 1 0 0,-1 0 0 0 0,1 0 0 0 0,-1 0 0 0 0,1 0-1 0 0,-1 0 1 0 0,1 0 0 0 0,-1 1 0 0 0,1-1-1 0 0,-1 0 1 0 0,1 0 0 0 0,-1 1 0 0 0,1-1-1 0 0,-1 1 1 0 0,-24 18 1252 0 0,-4 12-160 0 0,2 0 0 0 0,-42 66 0 0 0,-34 79 146 0 0,103-176-1285 0 0,-35 63 388 0 0,-38 99 1 0 0,64-138-473 0 0,1 1 0 0 0,1-1 0 0 0,2 1 0 0 0,0 0 0 0 0,1 1 0 0 0,2-1 1 0 0,1 45-1 0 0,2-58-328 0 0,0-1 1 0 0,1 0 0 0 0,1 0 0 0 0,0 0-1 0 0,0 0 1 0 0,1 0 0 0 0,0-1 0 0 0,1 1-1 0 0,0-1 1 0 0,12 17 0 0 0,-12-20-732 0 0,1-1 0 0 0,0 1 0 0 0,0-1 1 0 0,0 0-1 0 0,1-1 0 0 0,0 1 0 0 0,0-1 1 0 0,0-1-1 0 0,10 5 0 0 0,8 2-6323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4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2548 0 0,'2'-16'2789'0'0,"-2"8"-1198"0"0,1 0-1 0 0,0 0 1 0 0,0 1 0 0 0,1-1 0 0 0,4-13 0 0 0,-5 19-1507 0 0,0 1-1 0 0,0 0 1 0 0,0 0-1 0 0,0-1 1 0 0,0 1-1 0 0,0 0 1 0 0,0 0 0 0 0,1 0-1 0 0,-1 0 1 0 0,0 0-1 0 0,1 0 1 0 0,-1 1-1 0 0,0-1 1 0 0,1 0 0 0 0,-1 1-1 0 0,1-1 1 0 0,-1 1-1 0 0,1-1 1 0 0,-1 1-1 0 0,1 0 1 0 0,0 0-1 0 0,-1 0 1 0 0,1 0 0 0 0,-1 0-1 0 0,1 0 1 0 0,-1 0-1 0 0,1 0 1 0 0,0 0-1 0 0,-1 1 1 0 0,1-1 0 0 0,-1 1-1 0 0,1-1 1 0 0,-1 1-1 0 0,2 1 1 0 0,4 0 1 0 0,-1 1 1 0 0,-1 0 0 0 0,1 0-1 0 0,0 1 1 0 0,-1 0 0 0 0,10 8-1 0 0,-11-8-36 0 0,-1-1-1 0 0,0 1 0 0 0,1 0 0 0 0,-1 1 0 0 0,-1-1 0 0 0,1 0 1 0 0,0 1-1 0 0,-1-1 0 0 0,0 1 0 0 0,0 0 0 0 0,-1 0 1 0 0,1 0-1 0 0,-1 0 0 0 0,0 0 0 0 0,0 0 0 0 0,-1 0 0 0 0,0 0 1 0 0,0 0-1 0 0,-1 10 0 0 0,0-7-13 0 0,-1-1 0 0 0,0 1 0 0 0,-1-1 0 0 0,0 0 0 0 0,0 1 0 0 0,0-2 0 0 0,-1 1 0 0 0,0 0 0 0 0,0-1 0 0 0,-1 1 0 0 0,0-1 0 0 0,-9 9-1 0 0,-64 47 333 0 0,78-62-364 0 0,0 1-1 0 0,0-1 1 0 0,0 0-1 0 0,-1 1 1 0 0,1-1-1 0 0,0 0 1 0 0,0 1 0 0 0,-1-1-1 0 0,1 0 1 0 0,0 1-1 0 0,0-1 1 0 0,-1 0-1 0 0,1 0 1 0 0,0 0-1 0 0,-1 1 1 0 0,1-1 0 0 0,0 0-1 0 0,-1 0 1 0 0,1 0-1 0 0,-1 0 1 0 0,1 1-1 0 0,0-1 1 0 0,-1 0-1 0 0,1 0 1 0 0,-1 0 0 0 0,1 0-1 0 0,0 0 1 0 0,-1 0-1 0 0,1 0 1 0 0,-1 0-1 0 0,1 0 1 0 0,0 0-1 0 0,-1-1 1 0 0,1 1 0 0 0,0 0-1 0 0,-1 0 1 0 0,1 0-1 0 0,-1 0 1 0 0,1-1-1 0 0,0 1 1 0 0,-1 0-1 0 0,1 0 1 0 0,-1-1-1 0 0,1 0-1 0 0,0 1 0 0 0,0-1-1 0 0,0 0 1 0 0,-1 0-1 0 0,1 0 1 0 0,0 1-1 0 0,0-1 1 0 0,0 0-1 0 0,1 0 1 0 0,-1 1-1 0 0,0-1 1 0 0,0 0 0 0 0,0 0-1 0 0,0 1 1 0 0,1-1-1 0 0,-1 0 1 0 0,0 1-1 0 0,1-1 1 0 0,-1 0-1 0 0,0 1 1 0 0,1-1-1 0 0,-1 0 1 0 0,2 0 0 0 0,24-26-28 0 0,1 1 0 0 0,57-42 0 0 0,-18 16 0 0 0,-40 31 22 0 0,23-20-6 0 0,55-58 0 0 0,-93 82-3 0 0,-11 17 14 0 0,0 0 0 0 0,-1 0-1 0 0,1-1 1 0 0,0 1 0 0 0,0 0 0 0 0,0 0 0 0 0,-1 0 0 0 0,1 0 0 0 0,0 0 0 0 0,0 0 0 0 0,0 0 0 0 0,-1-1 0 0 0,1 1 0 0 0,0 0 0 0 0,0 0-1 0 0,-1 0 1 0 0,1 0 0 0 0,0 0 0 0 0,0 0 0 0 0,-1 0 0 0 0,1 0 0 0 0,0 0 0 0 0,0 0 0 0 0,-1 0 0 0 0,1 1 0 0 0,0-1 0 0 0,0 0 0 0 0,-1 0-1 0 0,1 0 1 0 0,0 0 0 0 0,0 0 0 0 0,0 0 0 0 0,-1 0 0 0 0,1 1 0 0 0,0-1 0 0 0,-26 14 1 0 0,15-6 34 0 0,-1 1 1 0 0,1 1 0 0 0,0 0-1 0 0,1 1 1 0 0,1 0-1 0 0,-1 0 1 0 0,2 1 0 0 0,-1 0-1 0 0,2 1 1 0 0,0 0-1 0 0,-9 21 1 0 0,14-27-107 0 0,-1 0 0 0 0,2 1-1 0 0,-1-1 1 0 0,1 0 0 0 0,0 1 0 0 0,0 0 0 0 0,1-1 0 0 0,0 1 0 0 0,0-1-1 0 0,3 12 1 0 0,-2-13-262 0 0,1 0-1 0 0,0 0 1 0 0,0 0-1 0 0,1 0 0 0 0,0 0 1 0 0,0-1-1 0 0,0 1 1 0 0,0-1-1 0 0,1 0 0 0 0,0 0 1 0 0,0 0-1 0 0,1 0 1 0 0,9 7-1 0 0,-7-7-843 0 0,0 1 1 0 0,1-1-1 0 0,-1-1 1 0 0,1 0-1 0 0,1 0 1 0 0,16 6-1 0 0,-4-4-3323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75 152 0 0,'5'-7'2681'0'0,"0"-1"0"0"0,-1 0 1 0 0,0 0-1 0 0,0 0 0 0 0,-1-1 0 0 0,4-15 1139 0 0,-6 24-3782 0 0,0 0-1 0 0,0 1 0 0 0,0-1 1 0 0,0 0-1 0 0,-1 1 1 0 0,1-1-1 0 0,0 0 0 0 0,0 1 1 0 0,-1-1-1 0 0,1 1 1 0 0,0-1-1 0 0,-1 1 0 0 0,1 0 1 0 0,0-1-1 0 0,-1 1 1 0 0,1 0-1 0 0,-1-1 0 0 0,1 1 1 0 0,-1 0-1 0 0,1 0 1 0 0,-1-1-1 0 0,0 1 0 0 0,1 0 1 0 0,-1 0-1 0 0,0 0 1 0 0,0 0-1 0 0,1 1 0 0 0,3 27 648 0 0,-4-17-571 0 0,-1 0-1 0 0,0 0 0 0 0,0-1 0 0 0,-1 1 1 0 0,-1 0-1 0 0,0-1 0 0 0,0 1 0 0 0,-10 19 1 0 0,4-12 6 0 0,-1 1 1 0 0,-2-1 0 0 0,-23 31-1 0 0,34-48-156 0 0,3-13-238 0 0,4 0 200 0 0,1 0-1 0 0,1 1 0 0 0,-1 0 0 0 0,1 0 1 0 0,18-17-1 0 0,-13 14 21 0 0,93-88-151 0 0,-89 87 191 0 0,0 1 0 0 0,1 0 0 0 0,0 2 1 0 0,32-15-1 0 0,-47 25 21 0 0,-1 0 0 0 0,1 1-1 0 0,-1 0 1 0 0,0-1 0 0 0,1 1 0 0 0,-1 0 0 0 0,1 0 0 0 0,-1 0 0 0 0,1 0 0 0 0,-1 1 0 0 0,1-1 0 0 0,2 2 0 0 0,-3-2-1 0 0,-1 1 8 0 0,1-1-1 0 0,-1 1 0 0 0,1 0 0 0 0,-1-1 1 0 0,0 1-1 0 0,0 0 0 0 0,1 0 0 0 0,-1 0 0 0 0,0 0 1 0 0,0 0-1 0 0,0 1 0 0 0,0-1 0 0 0,0 0 1 0 0,0 0-1 0 0,-1 1 0 0 0,1-1 0 0 0,0 0 1 0 0,-1 1-1 0 0,2 2 0 0 0,6 26 135 0 0,-7-20-170 0 0,-1 0 0 0 0,0 0 0 0 0,-1 0 0 0 0,0 0 0 0 0,-3 11 0 0 0,2-13-455 0 0,1-1-1 0 0,0 1 1 0 0,0 0-1 0 0,1 0 1 0 0,-1 0-1 0 0,2-1 1 0 0,-1 1 0 0 0,1 0-1 0 0,3 10 1 0 0,-3-15-469 0 0,0 0 0 0 0,0-1 0 0 0,1 1 0 0 0,-1-1 0 0 0,1 1 1 0 0,0-1-1 0 0,2 3 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4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0 180 1072 0 0,'8'-13'4031'0'0,"-2"-2"1"0"0,10-26-1 0 0,-11 26-1413 0 0,0-1-1 0 0,12-20 0 0 0,-14 33-2484 0 0,-1 0 0 0 0,0 0 1 0 0,1 1-1 0 0,0-1 0 0 0,0 1 0 0 0,-1-1 1 0 0,1 1-1 0 0,0 0 0 0 0,1 0 0 0 0,-1 1 1 0 0,0-1-1 0 0,1 1 0 0 0,-1-1 0 0 0,6 0 1 0 0,3-1 50 0 0,0 0 0 0 0,25-2 1 0 0,106 5-3546 0 0,-31 2-7550 0 0,-86-2 4017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5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304 119 584 0 0,'4'-5'1419'0'0,"0"0"-1"0"0,0 0 0 0 0,-1 0 1 0 0,0-1-1 0 0,0 1 1 0 0,0-1-1 0 0,2-7 1 0 0,-4 10-930 0 0,0 0 1 0 0,-1-1 0 0 0,1 1-1 0 0,-1-1 1 0 0,1 1-1 0 0,-1-1 1 0 0,0 0 0 0 0,-1 1-1 0 0,1-1 1 0 0,-1 1 0 0 0,1-1-1 0 0,-1 1 1 0 0,-3-7-1 0 0,4 9-425 0 0,-1 0 0 0 0,0 0-1 0 0,1 0 1 0 0,-1 0-1 0 0,0 0 1 0 0,0 1-1 0 0,0-1 1 0 0,0 0-1 0 0,0 0 1 0 0,0 1 0 0 0,0-1-1 0 0,0 1 1 0 0,0-1-1 0 0,0 1 1 0 0,0-1-1 0 0,0 1 1 0 0,0 0 0 0 0,0-1-1 0 0,-1 1 1 0 0,1 0-1 0 0,0 0 1 0 0,0 0-1 0 0,-2 0 1 0 0,-26 2 665 0 0,18 1-571 0 0,0 0 0 0 0,1 1 0 0 0,-1 0 0 0 0,1 0 0 0 0,-1 1 0 0 0,1 1 0 0 0,-11 7 0 0 0,0 2 146 0 0,-38 36-1 0 0,45-38-243 0 0,1 2 0 0 0,0 0 1 0 0,-14 22-1 0 0,22-30-38 0 0,1 0 1 0 0,0 0-1 0 0,1 0 1 0 0,-1 1-1 0 0,2 0 1 0 0,-1-1-1 0 0,1 1 1 0 0,0 0-1 0 0,0 0 1 0 0,0 15-1 0 0,1-20-34 0 0,1-1 0 0 0,0 1 0 0 0,0 0 0 0 0,0-1-1 0 0,1 1 1 0 0,-1 0 0 0 0,1-1 0 0 0,-1 1 0 0 0,1-1 0 0 0,0 1 0 0 0,0-1 0 0 0,0 1-1 0 0,0-1 1 0 0,0 1 0 0 0,1-1 0 0 0,-1 0 0 0 0,1 0 0 0 0,0 0 0 0 0,-1 0 0 0 0,1 0-1 0 0,0 0 1 0 0,0 0 0 0 0,0 0 0 0 0,0-1 0 0 0,1 1 0 0 0,-1-1 0 0 0,0 0 0 0 0,1 1-1 0 0,-1-1 1 0 0,1 0 0 0 0,-1-1 0 0 0,1 1 0 0 0,-1 0 0 0 0,1-1 0 0 0,4 1-1 0 0,-2-1-27 0 0,1 0-1 0 0,0 0 0 0 0,0-1 0 0 0,-1 1 0 0 0,1-1 0 0 0,0-1 0 0 0,-1 1 0 0 0,1-1 0 0 0,-1 0 0 0 0,0 0 0 0 0,0-1 1 0 0,1 0-1 0 0,-2 0 0 0 0,1 0 0 0 0,0 0 0 0 0,4-5 0 0 0,19-21 67 0 0,-1-1 0 0 0,-1-1-1 0 0,-2-1 1 0 0,35-63 0 0 0,-59 94-19 0 0,0 1 0 0 0,0 0 0 0 0,0-1 0 0 0,0 1 1 0 0,1 0-1 0 0,-1-1 0 0 0,0 1 0 0 0,0 0 0 0 0,0-1 0 0 0,0 1 1 0 0,1 0-1 0 0,-1-1 0 0 0,0 1 0 0 0,0 0 0 0 0,1 0 1 0 0,-1-1-1 0 0,0 1 0 0 0,0 0 0 0 0,1 0 0 0 0,-1-1 0 0 0,0 1 1 0 0,1 0-1 0 0,-1 0 0 0 0,0 0 0 0 0,1 0 0 0 0,-1 0 1 0 0,0-1-1 0 0,1 1 0 0 0,-1 0 0 0 0,1 0 0 0 0,1 12 262 0 0,-7 19 160 0 0,-14 44-131 0 0,7-31-1008 0 0,2 0 0 0 0,-6 52 0 0 0,16-89 100 0 0,-1 1-1 0 0,2-1 0 0 0,-1 1 1 0 0,1-1-1 0 0,2 13 0 0 0,12 16-7438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5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2432 0 0,'40'-79'16548'0'0,"-39"78"-16480"0"0,-1 1 0 0 0,1-1 0 0 0,-1 1 0 0 0,0-1 0 0 0,1 1 1 0 0,-1-1-1 0 0,1 1 0 0 0,-1-1 0 0 0,1 1 0 0 0,-1 0 0 0 0,1-1 1 0 0,0 1-1 0 0,-1 0 0 0 0,1 0 0 0 0,-1-1 0 0 0,1 1 0 0 0,0 0 0 0 0,-1 0 1 0 0,1 0-1 0 0,0 0 0 0 0,-1 0 0 0 0,1 0 0 0 0,0 0 0 0 0,-1 0 0 0 0,1 0 1 0 0,-1 0-1 0 0,1 0 0 0 0,0 0 0 0 0,0 0 0 0 0,1 1 8 0 0,0-1 0 0 0,-1 1 0 0 0,1-1 0 0 0,-1 1 0 0 0,1-1 0 0 0,0 1 0 0 0,-1 0 0 0 0,0 0-1 0 0,1 0 1 0 0,1 1 0 0 0,1 3 45 0 0,0 0 0 0 0,0 1 0 0 0,-1 0 0 0 0,1-1 0 0 0,-1 1 0 0 0,0 0 0 0 0,-1 1 0 0 0,0-1 0 0 0,0 0 0 0 0,0 1-1 0 0,-1 0 1 0 0,1-1 0 0 0,-2 1 0 0 0,1 0 0 0 0,-1-1 0 0 0,-1 11 0 0 0,1-2-27 0 0,-2-1-1 0 0,0 1 1 0 0,-1-1 0 0 0,0 0 0 0 0,-1 1-1 0 0,-9 19 1 0 0,12-32-78 0 0,1 0 1 0 0,-1 0-1 0 0,0 0 1 0 0,0 0-1 0 0,0-1 1 0 0,0 1 0 0 0,0 0-1 0 0,-1 0 1 0 0,1-1-1 0 0,0 1 1 0 0,-1-1-1 0 0,-2 3 1 0 0,2-3 20 0 0,3-5-58 0 0,0-1 17 0 0,0 1 0 0 0,0 0-1 0 0,0 0 1 0 0,1 0-1 0 0,0 0 1 0 0,0 0-1 0 0,0 0 1 0 0,0 0-1 0 0,5-5 1 0 0,-4 5 8 0 0,21-33 16 0 0,45-53 0 0 0,-54 72-34 0 0,1 2-1 0 0,1 0 1 0 0,1 1 0 0 0,35-24 0 0 0,-50 37 11 0 0,-1 0 0 0 0,1 1 1 0 0,0-1-1 0 0,0 1 0 0 0,0 0 0 0 0,1 0 1 0 0,-1 0-1 0 0,0 0 0 0 0,0 0 1 0 0,1 1-1 0 0,-1-1 0 0 0,0 1 0 0 0,0 0 1 0 0,1 0-1 0 0,-1 0 0 0 0,5 2 0 0 0,-5-2 0 0 0,-1 1 0 0 0,1 0-1 0 0,-1 1 1 0 0,0-1 0 0 0,1 0-1 0 0,-1 1 1 0 0,0-1 0 0 0,0 1 0 0 0,0-1-1 0 0,0 1 1 0 0,-1 0 0 0 0,1 0-1 0 0,0 0 1 0 0,-1 0 0 0 0,1 0-1 0 0,-1 1 1 0 0,0-1 0 0 0,1 0 0 0 0,-1 0-1 0 0,0 1 1 0 0,0 3 0 0 0,2 7-190 0 0,-1 1 0 0 0,0 0 0 0 0,-1-1 0 0 0,-1 1 0 0 0,0 0 1 0 0,-1 0-1 0 0,0-1 0 0 0,-6 26 0 0 0,0 7-7395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430 173 888 0 0,'-3'-45'8325'0'0,"-16"-82"3135"0"0,23 133-10534 0 0,7 18-180 0 0,8 33 174 0 0,-3 1 0 0 0,-3 0-1 0 0,-2 1 1 0 0,5 101-1 0 0,-15-126-850 0 0,-2 1-1 0 0,-1-1 0 0 0,-2 0 0 0 0,-1 0 0 0 0,-2 0 0 0 0,-1-1 1 0 0,-1 0-1 0 0,-2 0 0 0 0,-25 50 0 0 0,15-43 11 0 0,-2-2 0 0 0,-2-1-1 0 0,-53 62 1 0 0,55-74-903 0 0,-2-1 1 0 0,0 0-1 0 0,-2-2 0 0 0,-1-1 1 0 0,-43 25-1 0 0,30-27-2974 0 0,12-14-4464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6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1 244 1632 0 0,'34'-79'7259'0'0,"18"-37"1509"0"0,-51 112-8519 0 0,2 0 0 0 0,-1 0 0 0 0,0 0 0 0 0,1 0 0 0 0,0 1 0 0 0,0-1 0 0 0,0 1 1 0 0,0-1-1 0 0,0 1 0 0 0,5-3 0 0 0,-6 5-215 0 0,0 0 0 0 0,1 1 1 0 0,-1-1-1 0 0,0 0 0 0 0,0 1 1 0 0,1-1-1 0 0,-1 1 0 0 0,0 0 0 0 0,1 0 1 0 0,-1 0-1 0 0,0 0 0 0 0,1 0 1 0 0,-1 1-1 0 0,0-1 0 0 0,1 1 1 0 0,-1-1-1 0 0,0 1 0 0 0,0 0 0 0 0,1 0 1 0 0,-1 0-1 0 0,3 2 0 0 0,0 0 24 0 0,-1-1 1 0 0,0 0-1 0 0,0 1 0 0 0,0 0 0 0 0,0 0 0 0 0,0 0 0 0 0,0 1 1 0 0,-1-1-1 0 0,0 1 0 0 0,0 0 0 0 0,0 0 0 0 0,0 0 0 0 0,-1 0 1 0 0,1 0-1 0 0,-1 1 0 0 0,0-1 0 0 0,0 1 0 0 0,-1-1 0 0 0,1 1 0 0 0,-1 0 1 0 0,0 0-1 0 0,0-1 0 0 0,-1 1 0 0 0,1 0 0 0 0,-1 0 0 0 0,0 0 1 0 0,-1 0-1 0 0,1 0 0 0 0,-1 0 0 0 0,0 0 0 0 0,0-1 0 0 0,0 1 1 0 0,-1 0-1 0 0,0-1 0 0 0,0 1 0 0 0,0-1 0 0 0,0 0 0 0 0,-1 1 1 0 0,1-1-1 0 0,-1 0 0 0 0,0 0 0 0 0,-4 3 0 0 0,-11 10 567 0 0,1-1-1 0 0,-2-1 1 0 0,0-1 0 0 0,-36 20-1 0 0,-7 6 304 0 0,61-40-920 0 0,1 1-1 0 0,0-1 1 0 0,-1 0-1 0 0,1 0 1 0 0,0 0 0 0 0,-1 0-1 0 0,1 1 1 0 0,0-1-1 0 0,-1 0 1 0 0,1 0-1 0 0,0 1 1 0 0,-1-1-1 0 0,1 0 1 0 0,0 1 0 0 0,0-1-1 0 0,0 0 1 0 0,-1 1-1 0 0,1-1 1 0 0,0 0-1 0 0,0 1 1 0 0,0-1-1 0 0,0 0 1 0 0,0 1 0 0 0,-1-1-1 0 0,1 1 1 0 0,0-1-1 0 0,0 0 1 0 0,0 1-1 0 0,0-1 1 0 0,0 1 0 0 0,0-1-1 0 0,0 0 1 0 0,1 1-1 0 0,11 6 95 0 0,20-3-13 0 0,197-5 50 0 0,-41-1-888 0 0,21 3-3520 0 0,-71-4-4998 0 0,-120 1 4643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8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52 608 0 0,'14'-9'2151'0'0,"60"-33"7420"0"0,-91 60-8430 0 0,-76 35-139 0 0,-142 56 1 0 0,138-66-690 0 0,37-18-181 0 0,23-10-37 0 0,-43 24-1 0 0,78-38-71 0 0,0 0-1 0 0,0 0 0 0 0,0 0 1 0 0,0 1-1 0 0,0-1 1 0 0,0 1-1 0 0,0 0 1 0 0,1 0-1 0 0,-1-1 0 0 0,1 1 1 0 0,-1 0-1 0 0,1 0 1 0 0,0 0-1 0 0,-1 0 1 0 0,1 1-1 0 0,0-1 1 0 0,1 0-1 0 0,-2 3 0 0 0,2-2 37 0 0,0-1 0 0 0,0 1 0 0 0,0-1 0 0 0,0 1 0 0 0,1-1-1 0 0,-1 1 1 0 0,1-1 0 0 0,-1 0 0 0 0,1 1 0 0 0,0-1 0 0 0,0 0-1 0 0,0 0 1 0 0,0 1 0 0 0,1-1 0 0 0,-1 0 0 0 0,0 0 0 0 0,1 0-1 0 0,2 2 1 0 0,5 5 83 0 0,0 0 0 0 0,0-1 1 0 0,1 0-1 0 0,0 0 0 0 0,1-1 0 0 0,0 0 0 0 0,13 5 0 0 0,86 33 160 0 0,-86-36-250 0 0,115 36-1982 0 0,-43-21-6197 0 0,-62-17 1443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39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171 361 3132 0 0,'22'-121'15515'0'0,"-22"120"-15458"0"0,1-1 1 0 0,-1 1-1 0 0,0-1 0 0 0,1 1 1 0 0,-1 0-1 0 0,1-1 0 0 0,0 1 0 0 0,0 0 1 0 0,-1 0-1 0 0,1-1 0 0 0,0 1 1 0 0,0 0-1 0 0,0 0 0 0 0,0 0 1 0 0,0 0-1 0 0,0 0 0 0 0,0 0 1 0 0,1 1-1 0 0,-1-1 0 0 0,0 0 0 0 0,0 1 1 0 0,1-1-1 0 0,-1 0 0 0 0,1 1 1 0 0,1-1-1 0 0,5-1-18 0 0,-1 1 0 0 0,1-1 0 0 0,11 1-1 0 0,-12 0 33 0 0,58-1 81 0 0,-23 1-32 0 0,60-10 1 0 0,-91 9-107 0 0,0 0 0 0 0,-1-1 1 0 0,1 0-1 0 0,0-1 0 0 0,-1 0 1 0 0,0-1-1 0 0,0 0 0 0 0,0-1 1 0 0,0 1-1 0 0,11-11 0 0 0,-16 11-10 0 0,0 0 0 0 0,0-1 1 0 0,-1 1-1 0 0,1-1 0 0 0,-1 0 0 0 0,0-1 0 0 0,-1 1 0 0 0,1-1 0 0 0,-1 1 0 0 0,4-15 0 0 0,-7 19-6 0 0,1 0 0 0 0,-1 0-1 0 0,1 0 1 0 0,-1 0 0 0 0,0 0-1 0 0,0 0 1 0 0,0 0 0 0 0,0 0-1 0 0,-1 0 1 0 0,1 0-1 0 0,0 0 1 0 0,-1 0 0 0 0,0 0-1 0 0,1 0 1 0 0,-1 0 0 0 0,0 0-1 0 0,-1-2 1 0 0,0 2-4 0 0,0 0 0 0 0,1 1 0 0 0,-1-1 0 0 0,0 1 0 0 0,0 0 0 0 0,0-1 0 0 0,0 1 0 0 0,0 0 0 0 0,0 0 0 0 0,0 0 0 0 0,-1 0 0 0 0,1 1 0 0 0,0-1-1 0 0,0 1 1 0 0,-1-1 0 0 0,1 1 0 0 0,0 0 0 0 0,-5 0 0 0 0,-6 0-7 0 0,1 0 0 0 0,0 1 0 0 0,0 1 0 0 0,-1 0 0 0 0,1 1 0 0 0,0 0 0 0 0,-21 10 0 0 0,14-5 6 0 0,2 0 1 0 0,-1 2 0 0 0,1 0 0 0 0,-17 15-1 0 0,22-15 9 0 0,0 0 0 0 0,1 0 1 0 0,1 1-1 0 0,0 1 0 0 0,0 0 0 0 0,1 0 0 0 0,1 0 0 0 0,0 1 0 0 0,0 1 1 0 0,-6 17-1 0 0,11-25 4 0 0,1 0 1 0 0,1 0 0 0 0,-1 0-1 0 0,1 0 1 0 0,0 0-1 0 0,0 1 1 0 0,1-1 0 0 0,-1 0-1 0 0,1 0 1 0 0,1 1-1 0 0,-1-1 1 0 0,1 0 0 0 0,0 0-1 0 0,1 0 1 0 0,0 0 0 0 0,-1 0-1 0 0,2 0 1 0 0,-1 0-1 0 0,1 0 1 0 0,0-1 0 0 0,0 0-1 0 0,0 1 1 0 0,1-1-1 0 0,0 0 1 0 0,0 0 0 0 0,0-1-1 0 0,6 5 1 0 0,0 0 4 0 0,1-2 1 0 0,0 1-1 0 0,0-1 1 0 0,0-1-1 0 0,1 0 1 0 0,0 0-1 0 0,0-2 0 0 0,0 1 1 0 0,17 3-1 0 0,-3-3 49 0 0,0-1 0 0 0,0-1 0 0 0,39 0-1 0 0,-60-3-57 0 0,1-1-1 0 0,-1 1 1 0 0,0-1-1 0 0,0 0 1 0 0,0 0 0 0 0,7-2-1 0 0,-3 0-5 0 0,-7 2-13 0 0,-2 1-5 0 0,0 0 20 0 0,0-1 0 0 0,0 1 0 0 0,0-1 0 0 0,-1 1 0 0 0,1 0 0 0 0,0-1 0 0 0,0 1 0 0 0,0 0 0 0 0,0-1 0 0 0,-1 1 0 0 0,1 0 0 0 0,0-1 0 0 0,0 1 0 0 0,-1 0 0 0 0,1-1 0 0 0,0 1 0 0 0,-1 0 0 0 0,1 0 0 0 0,0-1 0 0 0,-1 1 0 0 0,1 0 0 0 0,0 0 0 0 0,-1 0 0 0 0,1 0 0 0 0,-1-1 0 0 0,1 1 0 0 0,0 0 0 0 0,-1 0 0 0 0,1 0 0 0 0,-1 0 0 0 0,1 0 0 0 0,-1 0 0 0 0,-13 0-10 0 0,13 0 12 0 0,-32 5-3 0 0,0 1 0 0 0,0 1 0 0 0,1 2 0 0 0,-32 12 1 0 0,-117 61 1 0 0,143-63-8 0 0,-50 34 1 0 0,78-46 7 0 0,0 0-1 0 0,0 1 1 0 0,1 0 0 0 0,0 1 0 0 0,1 0 0 0 0,-1 0 0 0 0,2 1 0 0 0,-1 0-1 0 0,-8 17 1 0 0,14-24 4 0 0,1 0-1 0 0,0 0 0 0 0,0 0 0 0 0,0 0 1 0 0,0 0-1 0 0,0 0 0 0 0,1 1 1 0 0,-1-1-1 0 0,1 0 0 0 0,0 1 1 0 0,0-1-1 0 0,0 0 0 0 0,0 0 0 0 0,1 1 1 0 0,-1-1-1 0 0,1 0 0 0 0,0 0 1 0 0,1 5-1 0 0,1-4 3 0 0,-1 1 0 0 0,1-1 0 0 0,0 0 0 0 0,0 0 0 0 0,1 0 0 0 0,-1 0 0 0 0,1 0 0 0 0,-1-1 1 0 0,1 0-1 0 0,8 6 0 0 0,6 1 8 0 0,0-1 0 0 0,1 0 1 0 0,0-1-1 0 0,34 9 0 0 0,-2-4-218 0 0,0-2-1 0 0,1-2 0 0 0,66 3 0 0 0,67-13-7279 0 0,-142-3 3194 0 0,1-1-1945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0 292 1440 0 0,'9'-22'3736'0'0,"15"-29"1"0"0,-17 40-2978 0 0,-1 0 1 0 0,1 1-1 0 0,1 0 0 0 0,11-11 1 0 0,-19 20-732 0 0,0 1 0 0 0,1-1 0 0 0,-1 1 0 0 0,1-1-1 0 0,-1 1 1 0 0,1-1 0 0 0,-1 1 0 0 0,1-1 0 0 0,0 1 0 0 0,-1 0 0 0 0,1-1 0 0 0,-1 1 0 0 0,1 0 0 0 0,0-1 0 0 0,-1 1 0 0 0,1 0 0 0 0,0 0 0 0 0,-1 0-1 0 0,1 0 1 0 0,0 0 0 0 0,0-1 0 0 0,-1 1 0 0 0,1 0 0 0 0,0 1 0 0 0,-1-1 0 0 0,1 0 0 0 0,0 0 0 0 0,-1 0 0 0 0,2 0 0 0 0,-1 1 5 0 0,0 0 1 0 0,0 0-1 0 0,0 0 1 0 0,0 0-1 0 0,0 0 1 0 0,0 0 0 0 0,-1 0-1 0 0,1 0 1 0 0,0 1-1 0 0,-1-1 1 0 0,1 0-1 0 0,0 0 1 0 0,0 3-1 0 0,1 3 80 0 0,0 0 0 0 0,-1 0 0 0 0,0 1 0 0 0,1 10-1 0 0,-5 32 191 0 0,-3-1 1 0 0,-1 0-1 0 0,-19 66 0 0 0,12-60-194 0 0,3 1 1 0 0,-5 65 0 0 0,16-117-95 0 0,0 0 1 0 0,1 0 0 0 0,-1 0-1 0 0,1-1 1 0 0,-1 1-1 0 0,1 0 1 0 0,2 3-1 0 0,-3-6-11 0 0,0 0 0 0 0,1 1 0 0 0,-1-1-1 0 0,0 0 1 0 0,1 0 0 0 0,0-1 0 0 0,-1 1-1 0 0,1 0 1 0 0,-1 0 0 0 0,1 0-1 0 0,0 0 1 0 0,0 0 0 0 0,0-1 0 0 0,-1 1-1 0 0,1 0 1 0 0,0-1 0 0 0,0 1 0 0 0,0-1-1 0 0,0 1 1 0 0,0-1 0 0 0,0 1 0 0 0,0-1-1 0 0,0 1 1 0 0,0-1 0 0 0,0 0-1 0 0,0 0 1 0 0,0 0 0 0 0,1 0 0 0 0,-1 0-1 0 0,0 0 1 0 0,1 0 0 0 0,7-2-1 0 0,-1 0 0 0 0,0 0 0 0 0,0-1 0 0 0,0-1 0 0 0,-1 1 0 0 0,1-1 0 0 0,-1-1 0 0 0,0 1 0 0 0,0-1 0 0 0,0 0 0 0 0,-1-1 0 0 0,1 0 0 0 0,9-12 0 0 0,8-11 14 0 0,36-60 0 0 0,-39 57-13 0 0,38-59-28 0 0,-58 89 19 0 0,0 4-9 0 0,-1 0 13 0 0,1 0 1 0 0,0 0 0 0 0,-1 0-1 0 0,0 0 1 0 0,1 1 0 0 0,-1-1 0 0 0,0 0-1 0 0,0 0 1 0 0,0 1 0 0 0,0-1-1 0 0,-1 0 1 0 0,1 0 0 0 0,-1 1 0 0 0,1-1-1 0 0,-2 3 1 0 0,-1 7-7 0 0,2-1 13 0 0,0 0 0 0 0,1 0 0 0 0,0 0-1 0 0,1 0 1 0 0,3 19 0 0 0,-3-27-2 0 0,0 0 1 0 0,0 0-1 0 0,0 0 1 0 0,1 0-1 0 0,-1 0 1 0 0,1-1-1 0 0,-1 1 1 0 0,1-1-1 0 0,0 1 1 0 0,0-1-1 0 0,0 1 1 0 0,1-1-1 0 0,-1 0 1 0 0,0 0-1 0 0,1 0 1 0 0,-1 0-1 0 0,1-1 1 0 0,0 1-1 0 0,-1-1 0 0 0,1 1 1 0 0,0-1-1 0 0,0 0 1 0 0,0 0-1 0 0,5 1 1 0 0,1-1 2 0 0,-1 1-1 0 0,0-2 1 0 0,0 1 0 0 0,0-1 0 0 0,1 0 0 0 0,-1-1-1 0 0,0 0 1 0 0,0 0 0 0 0,0-1 0 0 0,0 0 0 0 0,0 0-1 0 0,0-1 1 0 0,-1 0 0 0 0,1 0 0 0 0,-1-1-1 0 0,1 0 1 0 0,-1 0 0 0 0,12-10 0 0 0,-12 7-5 0 0,0 1 1 0 0,0-1-1 0 0,0 0 0 0 0,-1-1 1 0 0,0 0-1 0 0,-1 0 0 0 0,0 0 1 0 0,0 0-1 0 0,0-1 0 0 0,-1 0 1 0 0,-1 0-1 0 0,1 0 0 0 0,-2 0 1 0 0,1 0-1 0 0,1-17 1 0 0,-2 12-3 0 0,-2 1 1 0 0,0 0 0 0 0,0-1-1 0 0,-1 1 1 0 0,-1 0 0 0 0,0 0-1 0 0,-7-20 1 0 0,8 27-3 0 0,-1 0 0 0 0,-1 0-1 0 0,1 0 1 0 0,-1 1 0 0 0,0-1 0 0 0,-1 1 0 0 0,1 0-1 0 0,-1 0 1 0 0,0 0 0 0 0,0 0 0 0 0,0 1 0 0 0,-1-1 0 0 0,0 1-1 0 0,0 0 1 0 0,0 1 0 0 0,0-1 0 0 0,-9-4 0 0 0,12 8-1 0 0,1-1 0 0 0,0 1 1 0 0,0-1-1 0 0,-1 1 0 0 0,1-1 1 0 0,0 1-1 0 0,0 0 0 0 0,-1 0 1 0 0,1-1-1 0 0,-1 1 0 0 0,1 0 1 0 0,0 0-1 0 0,-1 1 0 0 0,1-1 1 0 0,0 0-1 0 0,-1 0 0 0 0,1 1 1 0 0,0-1-1 0 0,0 0 0 0 0,-1 1 1 0 0,1 0-1 0 0,0-1 1 0 0,0 1-1 0 0,0 0 0 0 0,0-1 1 0 0,-1 1-1 0 0,1 0 0 0 0,0 0 1 0 0,0 0-1 0 0,1 0 0 0 0,-1 0 1 0 0,0 0-1 0 0,-1 2 0 0 0,1-1 2 0 0,0 0-1 0 0,0-1 0 0 0,0 1 1 0 0,1 0-1 0 0,-1 0 0 0 0,1 0 1 0 0,-1 0-1 0 0,1 0 0 0 0,0 0 0 0 0,0 0 1 0 0,0 0-1 0 0,0 0 0 0 0,0 0 1 0 0,0 0-1 0 0,0 0 0 0 0,0-1 1 0 0,1 1-1 0 0,-1 0 0 0 0,1 0 1 0 0,0 0-1 0 0,1 2 0 0 0,0 0 3 0 0,1-1-1 0 0,0 0 1 0 0,0 1 0 0 0,1-1-1 0 0,-1-1 1 0 0,0 1-1 0 0,1 0 1 0 0,0-1 0 0 0,0 0-1 0 0,0 1 1 0 0,0-2-1 0 0,0 1 1 0 0,0 0 0 0 0,0-1-1 0 0,0 0 1 0 0,1 0-1 0 0,-1 0 1 0 0,6 0 0 0 0,9 1-34 0 0,1-1 0 0 0,34-2 1 0 0,-30 0-50 0 0,0-2 1 0 0,-1-1 0 0 0,1 0 0 0 0,-1-2 0 0 0,0-1 0 0 0,0 0 0 0 0,-1-2 0 0 0,24-13 0 0 0,-34 16 59 0 0,0-1 0 0 0,-1-1 0 0 0,1 0 0 0 0,-2-1 0 0 0,1 0 0 0 0,-1-1 0 0 0,-1 0 0 0 0,0 0 1 0 0,0-1-1 0 0,-1 0 0 0 0,0-1 0 0 0,-1 0 0 0 0,-1 0 0 0 0,1 0 0 0 0,5-19 0 0 0,-6 14 4 0 0,-1 3 1 0 0,-1 0 0 0 0,5-26-1 0 0,-9 33 11 0 0,-2 4 3 0 0,-6 8-4 0 0,1 5 20 0 0,0-1-1 0 0,1 1 1 0 0,0 1-1 0 0,1-1 1 0 0,-6 16-1 0 0,1-4 15 0 0,-33 76 142 0 0,4 1 0 0 0,-30 121 0 0 0,51-149 199 0 0,17-69-340 0 0,14-15 35 0 0,3-8-43 0 0,2-3-12 0 0,2 0 0 0 0,41-39 0 0 0,-55 57-10 0 0,1 0 0 0 0,0 1 1 0 0,1 0-1 0 0,-1 1 0 0 0,1-1 0 0 0,0 1 1 0 0,0 1-1 0 0,0-1 0 0 0,1 2 0 0 0,-1-1 1 0 0,1 1-1 0 0,0 0 0 0 0,-1 1 0 0 0,15-1 0 0 0,-18 2 4 0 0,1 0-1 0 0,-1 0 0 0 0,0 1 0 0 0,0 0 1 0 0,0 0-1 0 0,0 0 0 0 0,0 0 0 0 0,-1 1 1 0 0,1 0-1 0 0,0 0 0 0 0,-1 0 0 0 0,1 1 0 0 0,-1-1 1 0 0,8 7-1 0 0,-7-4 22 0 0,-1-1-1 0 0,0 1 1 0 0,0 0 0 0 0,0 0-1 0 0,-1 1 1 0 0,1-1-1 0 0,-1 1 1 0 0,-1 0 0 0 0,1-1-1 0 0,2 10 1 0 0,1 9 68 0 0,-2 1 1 0 0,0-1-1 0 0,-2 1 1 0 0,-1 44-1 0 0,-1-61-88 0 0,0 0 17 0 0,0 0 1 0 0,0-1-1 0 0,1 1 0 0 0,0 0 1 0 0,0 0-1 0 0,1-1 0 0 0,0 1 0 0 0,4 8 1 0 0,-4-13-13 0 0,-1 0 1 0 0,1-1-1 0 0,-1 0 0 0 0,1 1 1 0 0,0-1-1 0 0,0 0 1 0 0,1 0-1 0 0,-1 1 0 0 0,0-2 1 0 0,1 1-1 0 0,-1 0 0 0 0,1 0 1 0 0,-1-1-1 0 0,1 0 1 0 0,0 1-1 0 0,-1-1 0 0 0,1 0 1 0 0,0 0-1 0 0,0-1 1 0 0,0 1-1 0 0,0 0 0 0 0,0-1 1 0 0,0 0-1 0 0,4 0 1 0 0,8 0-3 0 0,1-1 0 0 0,-1-1 0 0 0,0 0 0 0 0,0-1 0 0 0,0 0 0 0 0,0-2 0 0 0,-1 0 0 0 0,1 0 0 0 0,-1-1-1 0 0,-1-1 1 0 0,1 0 0 0 0,15-12 0 0 0,-7 4-4 0 0,-2-1 0 0 0,1-1 0 0 0,-2-1 0 0 0,0 0 0 0 0,-2-2 0 0 0,22-28 0 0 0,-26 28-1 0 0,0 0-1 0 0,-2 0 1 0 0,12-29 0 0 0,-18 36 8 0 0,0-1 0 0 0,-1 1 0 0 0,0-1 0 0 0,-1 0 0 0 0,-1 0 0 0 0,1-25 0 0 0,-3 37-9 0 0,0 1 1 0 0,0-1-1 0 0,0 1 1 0 0,0 0 0 0 0,0-1-1 0 0,-1 1 1 0 0,1-1-1 0 0,0 1 1 0 0,-1 0 0 0 0,1-1-1 0 0,-1 1 1 0 0,1 0 0 0 0,-1 0-1 0 0,0-1 1 0 0,1 1-1 0 0,-2-2 1 0 0,1 3-1 0 0,0-1 1 0 0,1 1-1 0 0,-1 0 1 0 0,0-1-1 0 0,1 1 1 0 0,-1 0-1 0 0,0-1 1 0 0,0 1-1 0 0,1 0 1 0 0,-1 0 0 0 0,0 0-1 0 0,0-1 1 0 0,1 1-1 0 0,-1 0 1 0 0,0 0-1 0 0,0 0 1 0 0,0 0-1 0 0,1 0 1 0 0,-1 1-1 0 0,0-1 1 0 0,-1 0-1 0 0,-2 2 0 0 0,1-1 1 0 0,-1 1-1 0 0,0 0 0 0 0,1 0 1 0 0,-1 0-1 0 0,1 1 1 0 0,0-1-1 0 0,0 1 0 0 0,-5 4 1 0 0,-7 11 36 0 0,1 1 1 0 0,1 0 0 0 0,0 0 0 0 0,2 2 0 0 0,0-1-1 0 0,1 2 1 0 0,1-1 0 0 0,1 1 0 0 0,1 0-1 0 0,1 1 1 0 0,-5 41 0 0 0,9-53-11 0 0,2-1 1 0 0,0 1-1 0 0,0 0 0 0 0,1 0 0 0 0,0 0 1 0 0,0 0-1 0 0,7 20 0 0 0,-6-26-14 0 0,0-1 0 0 0,0 1 0 0 0,0-1-1 0 0,0 1 1 0 0,1-1 0 0 0,0 0 0 0 0,0 0-1 0 0,0 0 1 0 0,0-1 0 0 0,1 1 0 0 0,-1-1 0 0 0,1 1-1 0 0,0-1 1 0 0,0 0 0 0 0,0-1 0 0 0,0 1 0 0 0,1-1-1 0 0,-1 0 1 0 0,8 3 0 0 0,-1-2-2 0 0,1 0 1 0 0,-1-1-1 0 0,0 0 0 0 0,1-1 1 0 0,-1 0-1 0 0,0-1 0 0 0,1 0 1 0 0,-1-1-1 0 0,1 0 1 0 0,-1-1-1 0 0,0 0 0 0 0,0-1 1 0 0,0 0-1 0 0,0-1 0 0 0,0 0 1 0 0,-1-1-1 0 0,1 0 0 0 0,-1 0 1 0 0,-1-1-1 0 0,1 0 0 0 0,13-12 1 0 0,-8 4-10 0 0,0 1 0 0 0,-1-2 1 0 0,-1 0-1 0 0,0-1 0 0 0,-1 0 1 0 0,0 0-1 0 0,-1-2 0 0 0,-2 1 0 0 0,1-1 1 0 0,-2-1-1 0 0,9-26 0 0 0,-13 30 8 0 0,-1 0-1 0 0,0 0 0 0 0,-1 0 0 0 0,1-17 0 0 0,-3 26-8 0 0,0 1 0 0 0,0-1 0 0 0,0 0 1 0 0,-1 0-1 0 0,0 1 0 0 0,0-1 0 0 0,0 1 0 0 0,-1-1 0 0 0,0 1 0 0 0,0-1 0 0 0,0 1 0 0 0,-1 0 0 0 0,-5-7 0 0 0,8 11-1 0 0,-1 0 1 0 0,1 0-1 0 0,-1 1 1 0 0,1-1-1 0 0,-1 0 1 0 0,1 1 0 0 0,-1-1-1 0 0,1 1 1 0 0,-1-1-1 0 0,0 1 1 0 0,1-1 0 0 0,-1 1-1 0 0,0-1 1 0 0,0 1-1 0 0,1 0 1 0 0,-1-1-1 0 0,0 1 1 0 0,0 0 0 0 0,0 0-1 0 0,1-1 1 0 0,-2 1-1 0 0,-16 0-6 0 0,12 5-3 0 0,5-4 10 0 0,0 0-1 0 0,0 1 0 0 0,0-1 0 0 0,0 1 0 0 0,0 0 0 0 0,0 0 0 0 0,0 0 0 0 0,0-1 0 0 0,0 1 0 0 0,1 0-1 0 0,-1 0 1 0 0,1 0 0 0 0,-1 0 0 0 0,1 0 0 0 0,0 0 0 0 0,0 0 0 0 0,0 0 0 0 0,0 0 0 0 0,0 0 0 0 0,0 0 0 0 0,1 0 0 0 0,-1 0 0 0 0,1 0 0 0 0,-1 0 0 0 0,1 0 0 0 0,0 0 0 0 0,0 0 0 0 0,0-1 0 0 0,0 1-1 0 0,0 0 1 0 0,0-1 0 0 0,0 1 0 0 0,0 0 0 0 0,1-1 0 0 0,-1 1 0 0 0,1-1 0 0 0,-1 0 0 0 0,1 0 0 0 0,0 1 0 0 0,1 0 0 0 0,5 2 2 0 0,-1 0 0 0 0,1 0 0 0 0,-1-1 0 0 0,1 0 0 0 0,0 0 0 0 0,0-1 1 0 0,9 2-1 0 0,20 0-2 0 0,0-2 1 0 0,0 0-1 0 0,0-3 1 0 0,0-1-1 0 0,0-2 1 0 0,-1-2 0 0 0,1-1-1 0 0,39-13 1 0 0,-26-1-14 0 0,-62 29 14 0 0,1 0 0 0 0,0 1 0 0 0,0 1 0 0 0,1 0 0 0 0,0 0 0 0 0,-13 19 0 0 0,22-28 0 0 0,-26 33 14 0 0,-37 59-1 0 0,58-82-4 0 0,0-1 0 0 0,1 1 0 0 0,1 0 0 0 0,-1 0 0 0 0,2 0 0 0 0,-1 1 0 0 0,2-1 0 0 0,-1 1-1 0 0,2 0 1 0 0,-1 0 0 0 0,2 12 0 0 0,0-21-2 0 0,0 0 0 0 0,1 1 0 0 0,0-1 1 0 0,-1 0-1 0 0,1 0 0 0 0,0 0 0 0 0,1 0 0 0 0,-1 0 0 0 0,1 0 0 0 0,-1-1 0 0 0,1 1 0 0 0,0 0 0 0 0,0-1 0 0 0,0 1 0 0 0,0-1 0 0 0,0 0 0 0 0,1 0 0 0 0,-1 0 0 0 0,1 0 0 0 0,-1 0 0 0 0,1 0 0 0 0,0 0 0 0 0,0-1 0 0 0,-1 0 0 0 0,1 1 0 0 0,0-1 0 0 0,1 0 0 0 0,-1-1 0 0 0,5 2 0 0 0,6 0 7 0 0,0 0-1 0 0,0 0 0 0 0,0-2 0 0 0,0 0 1 0 0,21-2-1 0 0,0-3-13 0 0,0-1 1 0 0,-1-2-1 0 0,0-2 0 0 0,0-1 0 0 0,-1-1 1 0 0,58-31-1 0 0,-50 21-8 0 0,-1-3 0 0 0,-2-2 1 0 0,0-1-1 0 0,57-56 0 0 0,-90 79 10 0 0,0 1 0 0 0,-1-1 0 0 0,0 1-1 0 0,0-1 1 0 0,-1-1 0 0 0,1 1 0 0 0,-1 0 0 0 0,0-1-1 0 0,0 1 1 0 0,-1-1 0 0 0,0 0 0 0 0,0 0-1 0 0,2-12 1 0 0,-4 17 0 0 0,0 0 0 0 0,0 0 0 0 0,0 0-1 0 0,0 0 1 0 0,0 0 0 0 0,0 0 0 0 0,-1 0 0 0 0,1 0-1 0 0,0 0 1 0 0,-1 0 0 0 0,1 0 0 0 0,-1 0 0 0 0,1 0-1 0 0,-1 0 1 0 0,1 1 0 0 0,-1-1 0 0 0,0 0 0 0 0,1 0 0 0 0,-1 1-1 0 0,0-1 1 0 0,1 0 0 0 0,-1 1 0 0 0,0-1 0 0 0,0 1-1 0 0,0-1 1 0 0,0 1 0 0 0,0-1 0 0 0,0 1 0 0 0,0 0 0 0 0,0-1-1 0 0,0 1 1 0 0,1 0 0 0 0,-1 0 0 0 0,0 0 0 0 0,0 0-1 0 0,0 0 1 0 0,0 0 0 0 0,0 0 0 0 0,0 0 0 0 0,0 0-1 0 0,0 0 1 0 0,0 0 0 0 0,0 1 0 0 0,-2 0 0 0 0,-4 0 56 0 0,0 1 0 0 0,0 0 1 0 0,0 1-1 0 0,-10 4 0 0 0,7-1 32 0 0,-1 1-1 0 0,1-1 1 0 0,0 2-1 0 0,1-1 1 0 0,0 2-1 0 0,0-1 1 0 0,1 1-1 0 0,-11 14 1 0 0,15-18-64 0 0,0 1 0 0 0,0-1 1 0 0,1 1-1 0 0,-1 0 0 0 0,1 0 1 0 0,1 0-1 0 0,-1 1 0 0 0,1-1 1 0 0,0 0-1 0 0,1 1 0 0 0,0 0 1 0 0,0-1-1 0 0,0 1 0 0 0,1 0 1 0 0,0-1-1 0 0,1 13 0 0 0,0-14-36 0 0,1 0-1 0 0,0-1 1 0 0,0 1 0 0 0,0 0-1 0 0,0-1 1 0 0,1 1-1 0 0,0-1 1 0 0,0 0 0 0 0,0 0-1 0 0,0 0 1 0 0,1 0-1 0 0,-1-1 1 0 0,1 1 0 0 0,0-1-1 0 0,0 0 1 0 0,1 0-1 0 0,-1 0 1 0 0,0-1 0 0 0,1 1-1 0 0,0-1 1 0 0,-1 0-1 0 0,9 2 1 0 0,10 2-784 0 0,0 0-1 0 0,1-2 1 0 0,34 3 0 0 0,-49-6 382 0 0,26 1-3282 0 0,45-2 1 0 0,-15-3-3319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3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87 688 0 0,'-1'-4'1018'0'0,"1"-1"-1"0"0,0 1 1 0 0,0-1-1 0 0,0 1 0 0 0,1-1 1 0 0,1-8-1 0 0,-1 11-742 0 0,0-1 0 0 0,-1 0 0 0 0,2 1-1 0 0,-1-1 1 0 0,0 1 0 0 0,0 0-1 0 0,1-1 1 0 0,0 1 0 0 0,-1 0 0 0 0,3-2-1 0 0,-2 2-186 0 0,1 0-1 0 0,-1 0 0 0 0,1 0 1 0 0,-1 1-1 0 0,1-1 0 0 0,0 1 1 0 0,-1 0-1 0 0,1 0 0 0 0,0 0 1 0 0,0 0-1 0 0,0 0 0 0 0,0 1 1 0 0,0-1-1 0 0,0 1 0 0 0,0 0 1 0 0,0 0-1 0 0,0 0 0 0 0,0 0 1 0 0,0 0-1 0 0,0 1 0 0 0,4 1 1 0 0,-1-1-38 0 0,0 1 0 0 0,1 0 0 0 0,-1 0 0 0 0,0 0 0 0 0,0 1 0 0 0,0 0 0 0 0,0 0 0 0 0,0 1 0 0 0,-1 0-1 0 0,1 0 1 0 0,-1 0 0 0 0,0 0 0 0 0,-1 1 0 0 0,1 0 0 0 0,-1 0 0 0 0,0 0 0 0 0,0 1 0 0 0,0-1 0 0 0,-1 1 0 0 0,0 0 0 0 0,0 0 0 0 0,3 9 0 0 0,-3-5-5 0 0,0 1 1 0 0,-1-1-1 0 0,0 1 1 0 0,-1 0-1 0 0,0 0 0 0 0,0 0 1 0 0,-1 0-1 0 0,-1 0 1 0 0,0-1-1 0 0,0 1 1 0 0,-1 0-1 0 0,-5 17 0 0 0,-29 57 309 0 0,18-45 656 0 0,17-38-629 0 0,3-3-304 0 0,7-5-51 0 0,0 1 0 0 0,-1-2 0 0 0,1 1 0 0 0,-1-1 0 0 0,-1 0 0 0 0,0-1 0 0 0,13-16 0 0 0,0 0-17 0 0,7-6 80 0 0,-2-1 0 0 0,-1-2-1 0 0,-1 0 1 0 0,20-42 0 0 0,-42 73-52 0 0,-4-7 54 0 0,-6 15-69 0 0,1 1 0 0 0,-1 1 0 0 0,2 0 0 0 0,-1 0 0 0 0,1 0 0 0 0,0 1 0 0 0,1 0 0 0 0,-8 16 0 0 0,6-12 1 0 0,2 1 1 0 0,0 0 0 0 0,0 1-1 0 0,2 0 1 0 0,-6 25 0 0 0,9-36-11 0 0,1 0 0 0 0,-1 0 0 0 0,1-1 1 0 0,0 1-1 0 0,0 0 0 0 0,0 0 1 0 0,1 0-1 0 0,-1-1 0 0 0,1 1 0 0 0,0 0 1 0 0,0 0-1 0 0,0-1 0 0 0,1 1 1 0 0,-1-1-1 0 0,1 1 0 0 0,0-1 0 0 0,0 0 1 0 0,4 5-1 0 0,-2-4-35 0 0,0 0 0 0 0,0 0-1 0 0,1-1 1 0 0,-1 1 0 0 0,1-1 0 0 0,0 0 0 0 0,0-1 0 0 0,0 1 0 0 0,1-1-1 0 0,-1 0 1 0 0,8 2 0 0 0,6 0-874 0 0,0-1 1 0 0,0 0-1 0 0,0-2 0 0 0,1 0 0 0 0,-1-1 0 0 0,27-4 1 0 0,-8-2-2768 0 0,4 1-1430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3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1408 0 0,'5'-21'9544'0'0,"-4"18"-8484"0"0,0 0-1 0 0,1 0 1 0 0,-1 1-1 0 0,1-1 1 0 0,0 0-1 0 0,3-4 1 0 0,30 3-1036 0 0,45 1 0 0 0,-41 5-3160 0 0,-1 3-3444 0 0,-22-2 283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3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0 1260 0 0,'-23'13'2969'0'0,"5"-5"-591"0"0,0 2 0 0 0,1 0 1 0 0,-20 16-1 0 0,37-25-2347 0 0,0-1-1 0 0,-1 0 1 0 0,1 0 0 0 0,0 0-1 0 0,-1 1 1 0 0,1-1 0 0 0,0 0-1 0 0,0 0 1 0 0,-1 1 0 0 0,1-1-1 0 0,0 0 1 0 0,0 0 0 0 0,-1 1-1 0 0,1-1 1 0 0,0 0 0 0 0,0 1-1 0 0,0-1 1 0 0,0 1 0 0 0,-1-1-1 0 0,1 0 1 0 0,0 1 0 0 0,0-1-1 0 0,0 0 1 0 0,0 1 0 0 0,0-1-1 0 0,0 1 1 0 0,0-1 0 0 0,0 0-1 0 0,0 1 1 0 0,0-1 0 0 0,0 0-1 0 0,0 1 1 0 0,0-1 0 0 0,1 1-1 0 0,-1-1 1 0 0,0 0 0 0 0,0 1-1 0 0,0-1 1 0 0,0 0 0 0 0,1 1-1 0 0,-1-1 1 0 0,0 0 0 0 0,0 0-1 0 0,1 1 1 0 0,-1-1 0 0 0,0 0-1 0 0,1 0 1 0 0,-1 1 0 0 0,0-1-1 0 0,0 0 1 0 0,1 0 0 0 0,-1 0-1 0 0,1 1 1 0 0,-1-1 0 0 0,0 0-1 0 0,1 0 1 0 0,-1 0-1 0 0,0 0 1 0 0,1 0 0 0 0,-1 0-1 0 0,0 0 1 0 0,1 0 0 0 0,-1 0-1 0 0,1 0 1 0 0,0 0 0 0 0,28 3 338 0 0,37-6-877 0 0,95-17 1 0 0,-82 9-1282 0 0,56-11-3933 0 0,-65 12 517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3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74 312 0 0,'2'-10'2010'0'0,"0"2"-80"0"0,0-1 0 0 0,0 1 0 0 0,-1-1-1 0 0,0 1 1 0 0,-1-14 0 0 0,-11 33-1101 0 0,-14 24 3 0 0,2 1 0 0 0,1 1-1 0 0,-23 56 1 0 0,16-33-211 0 0,-123 289 1624 0 0,128-279-2006 0 0,3 2 1 0 0,4 0-1 0 0,-11 83 0 0 0,26-133-169 0 0,0 0 0 0 0,1 0 0 0 0,1 0-1 0 0,1 0 1 0 0,7 38 0 0 0,-6-53-161 0 0,0 0 0 0 0,0-1 0 0 0,0 1 0 0 0,1 0 0 0 0,0-1 1 0 0,1 0-1 0 0,-1 0 0 0 0,1 0 0 0 0,7 8 0 0 0,-7-10-153 0 0,-1-1 0 0 0,1 1-1 0 0,0-1 1 0 0,0-1 0 0 0,0 1 0 0 0,0 0 0 0 0,1-1-1 0 0,-1 0 1 0 0,0 0 0 0 0,1 0 0 0 0,0-1 0 0 0,-1 0 0 0 0,1 0-1 0 0,0 0 1 0 0,6 1 0 0 0,-6-2-688 0 0,1 0 0 0 0,0 0 0 0 0,-1-1 0 0 0,1 1 1 0 0,-1-1-1 0 0,1 0 0 0 0,-1-1 0 0 0,8-2 0 0 0,6-4-5760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1428 0 0,'0'-86'8640'0'0,"-1"85"-8583"0"0,1 0-1 0 0,0 0 0 0 0,0 0 1 0 0,0 1-1 0 0,0-1 0 0 0,0 0 1 0 0,0 0-1 0 0,0 0 0 0 0,0 0 1 0 0,1 0-1 0 0,-1 0 0 0 0,0 1 1 0 0,0-1-1 0 0,1 0 0 0 0,-1 0 1 0 0,0 0-1 0 0,1 0 0 0 0,-1 1 1 0 0,1-1-1 0 0,-1 0 0 0 0,1 1 1 0 0,-1-1-1 0 0,1 0 1 0 0,0 1-1 0 0,-1-1 0 0 0,1 1 1 0 0,0-1-1 0 0,0 0 0 0 0,-1 1 1 0 0,1 0-1 0 0,0-1 0 0 0,0 1 1 0 0,0 0-1 0 0,-1-1 0 0 0,1 1 1 0 0,0 0-1 0 0,0 0 0 0 0,0-1 1 0 0,0 1-1 0 0,0 0 0 0 0,0 0 1 0 0,-1 0-1 0 0,3 1 0 0 0,0-1 20 0 0,1 1 0 0 0,-1 0 0 0 0,0 0 0 0 0,0 0 0 0 0,1 1 0 0 0,-1-1 0 0 0,0 1 0 0 0,0 0 0 0 0,5 4 0 0 0,-2 0 13 0 0,1 0 0 0 0,-1 0 0 0 0,0 1-1 0 0,-1 0 1 0 0,0 0 0 0 0,0 0 0 0 0,0 0 0 0 0,-1 1-1 0 0,0 0 1 0 0,0 0 0 0 0,-1 0 0 0 0,0 0-1 0 0,-1 1 1 0 0,0-1 0 0 0,0 1 0 0 0,-1 0 0 0 0,0-1-1 0 0,0 1 1 0 0,-1 0 0 0 0,0 0 0 0 0,-1-1 0 0 0,1 1-1 0 0,-2 0 1 0 0,1-1 0 0 0,-2 1 0 0 0,1-1 0 0 0,-1 1-1 0 0,-6 12 1 0 0,0-4 255 0 0,-1-1-1 0 0,-1 1 0 0 0,-23 25 1 0 0,28-35-44 0 0,4-5-161 0 0,-2 0 144 0 0,12-7-227 0 0,232-209 35 0 0,-204 181-102 0 0,19-18-5 0 0,-53 49 4 0 0,-14 25 19 0 0,-3-4 20 0 0,2 0 1 0 0,0 2-1 0 0,-18 40 1 0 0,28-55-55 0 0,0 0 0 0 0,1 0-1 0 0,0 0 1 0 0,1 0 0 0 0,-1 0 0 0 0,1 0 0 0 0,0 0-1 0 0,1 0 1 0 0,-1 1 0 0 0,1-1 0 0 0,0 0 0 0 0,1 0 0 0 0,0 1-1 0 0,0-1 1 0 0,0 0 0 0 0,1 0 0 0 0,-1 0 0 0 0,1 0 0 0 0,1 0-1 0 0,3 6 1 0 0,-3-8-333 0 0,0 0 0 0 0,0 0 0 0 0,0-1 0 0 0,1 1 0 0 0,0-1 0 0 0,-1 0-1 0 0,1 0 1 0 0,7 4 0 0 0,21 6-5554 0 0,-15-8-159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4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16 864 0 0,'26'-16'18944'0'0,"-25"19"-18752"0"0,-1-1 1 0 0,1 0-1 0 0,-1 0 0 0 0,0 0 1 0 0,0 0-1 0 0,0 1 0 0 0,0-1 0 0 0,0 0 1 0 0,0 0-1 0 0,-2 4 0 0 0,-8 42 1033 0 0,-28 82 0 0 0,8-33-3276 0 0,23-70-3823 0 0,-5 43 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4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40 732 0 0,'54'-40'15956'0'0,"-54"41"-15864"0"0,0 0-1 0 0,1 0 1 0 0,-1 0-1 0 0,0 0 1 0 0,0-1-1 0 0,0 1 1 0 0,1 0 0 0 0,-1 0-1 0 0,0 0 1 0 0,0 0-1 0 0,0 0 1 0 0,-1 0-1 0 0,1 0 1 0 0,0 0-1 0 0,0 0 1 0 0,0 0-1 0 0,-1 0 1 0 0,1 0-1 0 0,-1 1 1 0 0,-71 121 1777 0 0,10-19-2241 0 0,60-100 172 0 0,-29 57-2506 0 0,12-20-5989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24 166 3052 0 0,'3'-9'1134'0'0,"1"-7"2613"0"0,1 1 0 0 0,13-27 0 0 0,-17 41-3693 0 0,-1 0 0 0 0,1 0 0 0 0,0 1 0 0 0,0-1 0 0 0,0 0 0 0 0,0 1 0 0 0,0-1 0 0 0,0 0 0 0 0,0 1 0 0 0,0-1 1 0 0,0 1-1 0 0,0 0 0 0 0,0-1 0 0 0,1 1 0 0 0,-1 0 0 0 0,0 0 0 0 0,0-1 0 0 0,0 1 0 0 0,0 0 0 0 0,1 0 0 0 0,-1 0 0 0 0,0 1 0 0 0,2-1 0 0 0,24 7 449 0 0,-23-5-427 0 0,-1-1 0 0 0,1 1 1 0 0,-1 0-1 0 0,1 0 0 0 0,-1 1 0 0 0,0-1 1 0 0,0 1-1 0 0,0 0 0 0 0,0 0 0 0 0,0 0 1 0 0,0 0-1 0 0,-1 0 0 0 0,0 0 0 0 0,1 1 1 0 0,-1-1-1 0 0,-1 1 0 0 0,3 5 0 0 0,-3-5-15 0 0,0 1 0 0 0,0 0 0 0 0,0 0 0 0 0,-1 0 0 0 0,0-1 0 0 0,0 1 0 0 0,0 0 0 0 0,-1 0 0 0 0,1 0 0 0 0,-1 0 0 0 0,-1-1 0 0 0,-1 8 0 0 0,-3 3 11 0 0,-1-1 0 0 0,0 0 0 0 0,-1-1 0 0 0,-1 0 1 0 0,0 0-1 0 0,0 0 0 0 0,-20 18 0 0 0,27-29-63 0 0,-9 10 93 0 0,-1-1 0 0 0,0-1-1 0 0,-18 13 1 0 0,28-22-35 0 0,2-1-66 0 0,0 0-1 0 0,-1 0 1 0 0,1 0 0 0 0,0 0-1 0 0,0 0 1 0 0,-1 0 0 0 0,1-1 0 0 0,0 1-1 0 0,0 0 1 0 0,0 0 0 0 0,-1 0-1 0 0,1 0 1 0 0,0-1 0 0 0,0 1 0 0 0,0 0-1 0 0,0 0 1 0 0,-1-1 0 0 0,1 1-1 0 0,0 0 1 0 0,0 0 0 0 0,0-1 0 0 0,0 1-1 0 0,0 0 1 0 0,0 0 0 0 0,0-1-1 0 0,0 1 1 0 0,0 0 0 0 0,0 0-1 0 0,0-1 1 0 0,0 1 0 0 0,0 0 0 0 0,0 0-1 0 0,0-1 1 0 0,0 1 0 0 0,0 0-1 0 0,0 0 1 0 0,0-1 0 0 0,0 1 0 0 0,0 0-1 0 0,0 0 1 0 0,1-1 0 0 0,-1 1-1 0 0,0 0 1 0 0,0 0 0 0 0,0 0 0 0 0,0-1-1 0 0,0 1 1 0 0,1 0 0 0 0,-1 0-1 0 0,0 0 1 0 0,1-1 0 0 0,6-11 7 0 0,-7 12-8 0 0,34-40-11 0 0,2 1 0 0 0,78-65-1 0 0,-43 41 16 0 0,40-39 0 0 0,-106 90-14 0 0,-5 12 10 0 0,0 0-1 0 0,0 0 0 0 0,0-1 1 0 0,0 1-1 0 0,0 0 1 0 0,0 0-1 0 0,0-1 1 0 0,0 1-1 0 0,0 0 1 0 0,0 0-1 0 0,0 0 1 0 0,0-1-1 0 0,0 1 1 0 0,0 0-1 0 0,0 0 0 0 0,0 0 1 0 0,0-1-1 0 0,0 1 1 0 0,0 0-1 0 0,0 0 1 0 0,0-1-1 0 0,0 1 1 0 0,0 0-1 0 0,0 0 1 0 0,0 0-1 0 0,0-1 0 0 0,0 1 1 0 0,-1 0-1 0 0,1 0 1 0 0,0 0-1 0 0,0 0 1 0 0,0-1-1 0 0,0 1 1 0 0,-1 0-1 0 0,1 0 1 0 0,0 0-1 0 0,0 0 0 0 0,0 0 1 0 0,-1 0-1 0 0,1 0 1 0 0,0-1-1 0 0,0 1 1 0 0,0 0-1 0 0,-1 0 1 0 0,1 0-1 0 0,0 0 1 0 0,0 0-1 0 0,0 0 1 0 0,-1 0-1 0 0,1 0 0 0 0,0 0 1 0 0,0 0-1 0 0,-1 0 1 0 0,1 0-1 0 0,-13 5 4 0 0,1-1 0 0 0,-1 2-1 0 0,1 0 1 0 0,1 0 0 0 0,-1 1 0 0 0,1 0-1 0 0,0 1 1 0 0,1 1 0 0 0,0-1 0 0 0,0 2-1 0 0,1-1 1 0 0,0 1 0 0 0,0 1 0 0 0,1-1-1 0 0,1 2 1 0 0,0-1 0 0 0,-5 13 0 0 0,10-21-2 0 0,0 1 1 0 0,1 0-1 0 0,-1 0 1 0 0,1-1 0 0 0,0 1-1 0 0,1 0 1 0 0,-1 0 0 0 0,1 0-1 0 0,0 0 1 0 0,-1 0-1 0 0,2 0 1 0 0,-1 0 0 0 0,0 0-1 0 0,1 0 1 0 0,0 0 0 0 0,0 0-1 0 0,2 5 1 0 0,-1-4 23 0 0,1 0-1 0 0,0 0 1 0 0,0-1-1 0 0,1 1 1 0 0,-1-1 0 0 0,1 0-1 0 0,0 0 1 0 0,0 0 0 0 0,0-1-1 0 0,0 1 1 0 0,7 3-1 0 0,6 2-387 0 0,1 0 0 0 0,0 0-1 0 0,0-2 1 0 0,1 0-1 0 0,35 7 1 0 0,0-6-3299 0 0,-18-8-2542 0 0,-15-3-151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30 1504 0 0,'2'-11'8849'0'0,"-2"10"-8532"0"0,0 0-1 0 0,0 0 1 0 0,0 1 0 0 0,0-1 0 0 0,0 0 0 0 0,0 0 0 0 0,0 0 0 0 0,1 0 0 0 0,-1 0 0 0 0,0 0 0 0 0,1 0 0 0 0,-1 1-1 0 0,0-1 1 0 0,1 0 0 0 0,-1 0 0 0 0,1 0 0 0 0,0 0 317 0 0,1-1-317 0 0,2 2-177 0 0,0 0 0 0 0,0 0 0 0 0,0 0 1 0 0,0 1-1 0 0,0 0 0 0 0,-1-1 0 0 0,1 1 1 0 0,0 1-1 0 0,0-1 0 0 0,0 0 0 0 0,-1 1 0 0 0,1 0 1 0 0,-1 0-1 0 0,1 0 0 0 0,-1 0 0 0 0,0 1 0 0 0,0-1 1 0 0,0 1-1 0 0,0 0 0 0 0,0 0 0 0 0,-1 0 0 0 0,1 0 1 0 0,-1 0-1 0 0,0 1 0 0 0,0-1 0 0 0,0 1 0 0 0,0-1 1 0 0,-1 1-1 0 0,1 0 0 0 0,-1-1 0 0 0,0 1 0 0 0,0 0 1 0 0,-1 0-1 0 0,1 0 0 0 0,-1 0 0 0 0,0 0 0 0 0,0 0 1 0 0,0 0-1 0 0,0 0 0 0 0,-1 0 0 0 0,1 0 0 0 0,-1 0 1 0 0,0 0-1 0 0,-3 6 0 0 0,0 1 152 0 0,-1 0-1 0 0,-1-1 1 0 0,0 0-1 0 0,0 0 1 0 0,-1 0 0 0 0,-13 14-1 0 0,-54 48 1143 0 0,43-45-978 0 0,11-10-155 0 0,-10 12 414 0 0,28-28-641 0 0,28-3-461 0 0,-1-1 1 0 0,0-1 0 0 0,0-1-1 0 0,37-14 1 0 0,4 1-1779 0 0,78-12-5154 0 0,-83 18 1590 0 0,0-1-2743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37 184 0 0,'-3'-1'1994'0'0,"-67"-18"6985"0"0,68 18-8529 0 0,-14-3 946 0 0,10 1-1437 0 0,7 1 363 0 0,14 0-1077 0 0,4 1-4168 0 0,4-2-279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6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57 340 0 0,'23'-22'14703'0'0,"-15"12"-12180"0"0,-5 7-2414 0 0,0 1-1 0 0,0 0 0 0 0,1 0 1 0 0,-1 0-1 0 0,0 0 1 0 0,1 1-1 0 0,-1-1 0 0 0,1 1 1 0 0,0 0-1 0 0,-1 0 0 0 0,1 0 1 0 0,6 0-1 0 0,53-1-2867 0 0,-36 2 376 0 0,-1-1-2138 0 0,3 0-2387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37 376 0 0,'20'-12'13137'0'0,"-4"-2"-8683"0"0,-4 7-4071 0 0,10 3-6142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6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41 1648 0 0,'4'-7'2640'0'0,"1"0"0"0"0,0 0 0 0 0,0 1 1 0 0,7-8-1 0 0,4 14-1530 0 0,-14 1-1013 0 0,0-1 0 0 0,0 0 0 0 0,0 1 0 0 0,0 0 0 0 0,0 0 0 0 0,0-1 0 0 0,0 1 0 0 0,0 0 0 0 0,-1 0 0 0 0,1 1 0 0 0,0-1 0 0 0,-1 0 0 0 0,1 1 0 0 0,-1-1 1 0 0,3 3-1 0 0,16 23 947 0 0,-16-21-936 0 0,-1 1 0 0 0,0-1-1 0 0,0 1 1 0 0,-1 0 0 0 0,0 0-1 0 0,0 0 1 0 0,0 0-1 0 0,-1 0 1 0 0,0 0 0 0 0,-1 1-1 0 0,0-1 1 0 0,0 0 0 0 0,0 0-1 0 0,-1 1 1 0 0,0-1 0 0 0,0 0-1 0 0,-1 0 1 0 0,0 0 0 0 0,0 0-1 0 0,0 0 1 0 0,-1-1-1 0 0,-7 12 1 0 0,-5 5 16 0 0,0 0 0 0 0,-2-2-1 0 0,-1 0 1 0 0,-32 30 0 0 0,38-39-28 0 0,3-6-4 0 0,7-11-19 0 0,2 4-69 0 0,0-1 0 0 0,1 0 0 0 0,-1 0-1 0 0,1 1 1 0 0,0-1 0 0 0,0 0 0 0 0,0 1-1 0 0,-1-1 1 0 0,4-2 0 0 0,157-170-45 0 0,-22 25-13 0 0,-137 147 28 0 0,-19 9-52 0 0,10-2 79 0 0,-1 1-1 0 0,1 0 0 0 0,0 0 1 0 0,1 0-1 0 0,0 1 0 0 0,0 0 1 0 0,-7 10-1 0 0,1-1-3 0 0,6-10 31 0 0,1 1 0 0 0,1 0 0 0 0,-1 0 0 0 0,1 1 1 0 0,0 0-1 0 0,1-1 0 0 0,0 1 0 0 0,0 0 0 0 0,0 0 0 0 0,1 1 0 0 0,1-1 0 0 0,-1 0 0 0 0,1 1 0 0 0,1-1 0 0 0,0 13 0 0 0,0-15-114 0 0,1 0-1 0 0,0 0 1 0 0,1 0-1 0 0,-1-1 1 0 0,1 1 0 0 0,0 0-1 0 0,1-1 1 0 0,-1 1 0 0 0,6 7-1 0 0,-4-8-395 0 0,0 0 0 0 0,0 0-1 0 0,0 0 1 0 0,1 0 0 0 0,0-1-1 0 0,0 0 1 0 0,0 0 0 0 0,0 0-1 0 0,10 5 1 0 0,14 2-6678 0 0,-13-8 211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7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2936 0 0,'34'-33'10947'0'0,"-33"33"-10846"0"0,0-1-1 0 0,0 1 0 0 0,0 0 1 0 0,0 0-1 0 0,0-1 1 0 0,0 1-1 0 0,-1 0 0 0 0,1 0 1 0 0,0 0-1 0 0,0 0 0 0 0,0 0 1 0 0,0 0-1 0 0,0 1 1 0 0,0-1-1 0 0,0 0 0 0 0,0 0 1 0 0,0 1-1 0 0,0-1 0 0 0,-1 0 1 0 0,1 1-1 0 0,0-1 1 0 0,0 1-1 0 0,0-1 0 0 0,-1 1 1 0 0,1-1-1 0 0,1 2 1 0 0,20 17 1471 0 0,-18-14-1422 0 0,0 0-1 0 0,-1 0 1 0 0,1 0 0 0 0,-1 1-1 0 0,-1-1 1 0 0,1 1-1 0 0,-1-1 1 0 0,1 1-1 0 0,-2 0 1 0 0,1 0-1 0 0,-1 0 1 0 0,0 0-1 0 0,0 1 1 0 0,0-1 0 0 0,-1 0-1 0 0,0 0 1 0 0,0 0-1 0 0,-1 1 1 0 0,0-1-1 0 0,0 0 1 0 0,-3 9-1 0 0,0-1-66 0 0,-1 0-1 0 0,-1-1 1 0 0,0 1 0 0 0,-1-1-1 0 0,0-1 1 0 0,-1 0-1 0 0,0 0 1 0 0,-11 11-1 0 0,18-21-43 0 0,0-1-35 0 0,1-1-1 0 0,-1 0 1 0 0,0 1-1 0 0,1-1 1 0 0,-1 0-1 0 0,0 0 1 0 0,1 0-1 0 0,-1 0 1 0 0,1 1-1 0 0,-1-1 1 0 0,0 0-1 0 0,1 0 1 0 0,-1 0-1 0 0,0 0 1 0 0,1 0 0 0 0,-2-1-1 0 0,2-5-2 0 0,1-1 1 0 0,1 0-1 0 0,-1 1 1 0 0,1 0-1 0 0,0-1 1 0 0,1 1-1 0 0,-1 0 0 0 0,1 0 1 0 0,1 0-1 0 0,-1 1 1 0 0,1-1-1 0 0,5-6 0 0 0,8-8-4 0 0,33-31-1 0 0,-41 42-4 0 0,1 2 0 0 0,0-1 0 0 0,0 1 1 0 0,1 1-1 0 0,0 0 0 0 0,0 0 0 0 0,0 1 0 0 0,1 0 0 0 0,18-4 1 0 0,-14 5-3 0 0,-15 4 10 0 0,0-1 0 0 0,1 1 0 0 0,-1-1 1 0 0,0 1-1 0 0,0 0 0 0 0,0 0 0 0 0,0 0 0 0 0,0-1 1 0 0,0 1-1 0 0,0 0 0 0 0,1 0 0 0 0,-1 1 1 0 0,0-1-1 0 0,0 0 0 0 0,0 0 0 0 0,0 1 1 0 0,1-1-1 0 0,6 3 7 0 0,-4-2-1 0 0,0 0-1 0 0,-1 0 1 0 0,1 1 0 0 0,0-1-1 0 0,-1 1 1 0 0,0 0 0 0 0,1 0-1 0 0,-1 0 1 0 0,0 1-1 0 0,0-1 1 0 0,0 1 0 0 0,-1 0-1 0 0,1-1 1 0 0,0 1 0 0 0,-1 0-1 0 0,0 1 1 0 0,0-1 0 0 0,0 0-1 0 0,0 1 1 0 0,0-1 0 0 0,-1 1-1 0 0,0-1 1 0 0,1 1-1 0 0,-1 0 1 0 0,-1 0 0 0 0,1-1-1 0 0,0 6 1 0 0,0 15 70 0 0,-3 47 0 0 0,1-48-303 0 0,0 0 1 0 0,3 28-1 0 0,-1-42-703 0 0,1-1 1 0 0,0 0-1 0 0,4 13 0 0 0,-3-14-595 0 0,0-1 0 0 0,0 1 0 0 0,1-1 1 0 0,8 11-1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7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363 174 1072 0 0,'-2'-148'12823'0'0,"2"147"-12690"0"0,0 0 0 0 0,0 0 1 0 0,0 0-1 0 0,0 0 0 0 0,0 0 1 0 0,0 0-1 0 0,0 0 1 0 0,1 0-1 0 0,-1 0 0 0 0,0 0 1 0 0,1 0-1 0 0,-1 0 0 0 0,1 0 1 0 0,-1 0-1 0 0,1 0 0 0 0,-1 0 1 0 0,1 0-1 0 0,-1 1 1 0 0,1-1-1 0 0,0 0 0 0 0,0 0 1 0 0,-1 0-1 0 0,1 1 0 0 0,0-1 1 0 0,0 1-1 0 0,1-1 0 0 0,-1 0-16 0 0,1 1-1 0 0,-1 0 0 0 0,1 0 1 0 0,-1 0-1 0 0,1 0 0 0 0,-1 0 1 0 0,1 0-1 0 0,-1 1 0 0 0,0-1 1 0 0,1 0-1 0 0,-1 1 0 0 0,1-1 1 0 0,-1 1-1 0 0,0 0 0 0 0,3 1 1 0 0,4 3 220 0 0,0 0 0 0 0,-1 1 0 0 0,0 0 0 0 0,12 12 0 0 0,1 7 112 0 0,0 1 1 0 0,-2 1-1 0 0,-1 1 0 0 0,-1 0 1 0 0,-2 1-1 0 0,0 0 1 0 0,12 44-1 0 0,-14-35-237 0 0,-2 1-1 0 0,-2 1 1 0 0,-2 0 0 0 0,-1 0-1 0 0,-1 65 1 0 0,-7-63-115 0 0,-2 0-1 0 0,-1 0 1 0 0,-3-1-1 0 0,-1 0 1 0 0,-2 0-1 0 0,-2-2 1 0 0,-1 1-1 0 0,-2-2 1 0 0,-37 61-1 0 0,18-43-903 0 0,-2-1-1 0 0,-3-1 0 0 0,-2-3 0 0 0,-2-2 1 0 0,-70 60-1 0 0,37-47-2979 0 0,24-25-2838 0 0,11-11-2585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8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 92 0 0,'2'0'3850'0'0,"12"-4"1578"0"0,-10 4-4889 0 0,13-2 2906 0 0,-16 2-3405 0 0,-1 0-1 0 0,1 1 1 0 0,-1-1 0 0 0,1 0 0 0 0,-1 0-1 0 0,0 0 1 0 0,1 0 0 0 0,-1 1-1 0 0,1-1 1 0 0,-1 0 0 0 0,0 0-1 0 0,1 1 1 0 0,-1-1 0 0 0,0 0-1 0 0,1 0 1 0 0,-1 1 0 0 0,0-1 0 0 0,0 0-1 0 0,1 1 1 0 0,-1-1 0 0 0,0 1-1 0 0,0-1 1 0 0,1 0 0 0 0,-1 1-1 0 0,0-1 1 0 0,0 1 0 0 0,0-1-1 0 0,0 1 1 0 0,0-1 0 0 0,0 0-1 0 0,0 1 1 0 0,0-1 0 0 0,0 1 0 0 0,0-1-1 0 0,0 1 1 0 0,0-1 0 0 0,0 0-1 0 0,0 1 1 0 0,0-1 0 0 0,0 1-1 0 0,-6 17 173 0 0,0 0 0 0 0,-1 0 0 0 0,0-1-1 0 0,-2 0 1 0 0,-11 18 0 0 0,-4 8-129 0 0,-17 39-1857 0 0,16-28-4444 0 0,16-32 279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8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471 210 1880 0 0,'11'-18'1927'0'0,"0"-1"0"0"0,-2 0 0 0 0,0 0 0 0 0,-1-1 0 0 0,-1 0 0 0 0,7-30 0 0 0,-14 48-1870 0 0,1 1 1 0 0,-1-1-1 0 0,0 1 1 0 0,0-1-1 0 0,1 1 1 0 0,-1-1-1 0 0,0 1 1 0 0,0-1-1 0 0,-1 0 1 0 0,1 1-1 0 0,0-1 1 0 0,0 1-1 0 0,-1-1 1 0 0,1 1-1 0 0,-1-1 1 0 0,1 1-1 0 0,-1-1 1 0 0,0 1-1 0 0,1 0 1 0 0,-1-1-1 0 0,0 1 1 0 0,0 0-1 0 0,0 0 1 0 0,-2-2-1 0 0,1 2-32 0 0,0 0-1 0 0,0 0 1 0 0,0 0-1 0 0,0 1 1 0 0,0-1-1 0 0,0 1 1 0 0,0-1-1 0 0,0 1 1 0 0,0 0-1 0 0,0 0 1 0 0,0 0-1 0 0,0 0 1 0 0,0 0 0 0 0,0 1-1 0 0,-4 0 1 0 0,-8 2-11 0 0,0 2 0 0 0,1 0 0 0 0,-25 12 1 0 0,37-16-1 0 0,-64 32 85 0 0,-62 44 0 0 0,98-56-77 0 0,0 1 0 0 0,1 1 1 0 0,1 1-1 0 0,-26 30 0 0 0,46-45-18 0 0,1-1 1 0 0,-1 1 0 0 0,1 0-1 0 0,1 0 1 0 0,0 1-1 0 0,0-1 1 0 0,-6 21-1 0 0,10-28 0 0 0,0 1 0 0 0,1-1 0 0 0,-1 1-1 0 0,1 0 1 0 0,0-1 0 0 0,-1 1 0 0 0,1 0 0 0 0,1-1 0 0 0,-1 1-1 0 0,0 0 1 0 0,1-1 0 0 0,-1 1 0 0 0,1 0 0 0 0,0-1-1 0 0,0 1 1 0 0,0-1 0 0 0,0 1 0 0 0,0-1 0 0 0,0 0-1 0 0,1 0 1 0 0,-1 1 0 0 0,1-1 0 0 0,0 0 0 0 0,0 0 0 0 0,0 0-1 0 0,0 0 1 0 0,0-1 0 0 0,0 1 0 0 0,0-1 0 0 0,0 1-1 0 0,0-1 1 0 0,1 0 0 0 0,-1 1 0 0 0,1-1 0 0 0,-1-1-1 0 0,5 2 1 0 0,2 1 3 0 0,0-1-1 0 0,-1 0 0 0 0,1-1 1 0 0,0 0-1 0 0,0 0 0 0 0,1-1 1 0 0,-1 0-1 0 0,0 0 1 0 0,0-1-1 0 0,0-1 0 0 0,0 1 1 0 0,-1-1-1 0 0,1-1 0 0 0,0 0 1 0 0,-1 0-1 0 0,0-1 0 0 0,1 1 1 0 0,12-10-1 0 0,-6 3 82 0 0,1-1 0 0 0,-2-1 0 0 0,0-1-1 0 0,0 0 1 0 0,-1 0 0 0 0,0-1 0 0 0,20-32 0 0 0,-24 32 88 0 0,58-83 1299 0 0,-65 96-1417 0 0,-2 1-56 0 0,0 0 1 0 0,0 1-1 0 0,1-1 0 0 0,-1 0 0 0 0,0 0 1 0 0,0 1-1 0 0,1-1 0 0 0,-1 0 0 0 0,0 0 1 0 0,0 1-1 0 0,0-1 0 0 0,0 0 1 0 0,0 1-1 0 0,1-1 0 0 0,-1 0 0 0 0,0 1 1 0 0,0-1-1 0 0,0 0 0 0 0,0 1 0 0 0,0-1 1 0 0,0 0-1 0 0,0 1 0 0 0,0-1 0 0 0,0 1 1 0 0,0-1-1 0 0,0 0 0 0 0,0 1 0 0 0,0-1 1 0 0,0 0-1 0 0,-1 1 0 0 0,1-1 0 0 0,-3 16 35 0 0,2-14-25 0 0,-8 36 39 0 0,1-7-52 0 0,0 1 0 0 0,2 0 0 0 0,2 0 0 0 0,1 1 0 0 0,1 36 0 0 0,3-61-307 0 0,0-1-1 0 0,0 0 1 0 0,1 0-1 0 0,0 0 1 0 0,0 0-1 0 0,0-1 1 0 0,1 1-1 0 0,0-1 1 0 0,0 1-1 0 0,9 11 1 0 0,-9-14-604 0 0,1 0-1 0 0,0 0 1 0 0,-1 0-1 0 0,1-1 1 0 0,1 1 0 0 0,-1-1-1 0 0,0 0 1 0 0,1 0-1 0 0,8 3 1 0 0,6 2-4622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8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1 201 976 0 0,'20'-55'8811'0'0,"3"-10"-473"0"0,-20 59-7912 0 0,-1 1 0 0 0,1 0 0 0 0,1 0 0 0 0,5-8 0 0 0,-5 10-351 0 0,-1-1 0 0 0,1 1 0 0 0,0 0 0 0 0,1 1 0 0 0,-1-1 0 0 0,0 1 0 0 0,1 0 0 0 0,-1 0 0 0 0,1 0 0 0 0,0 0 0 0 0,7-1 1 0 0,8-1 1 0 0,30-2 1 0 0,-33 4-56 0 0,58 0-1792 0 0,-39 2-1515 0 0,-2-1-3923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9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37 1000 0 0,'-82'36'13460'0'0,"81"-36"-13384"0"0,1 1 0 0 0,-1-1 0 0 0,1 0-1 0 0,-1 0 1 0 0,1 1 0 0 0,-1-1 0 0 0,1 0 0 0 0,-1 0 0 0 0,1 1-1 0 0,-1-1 1 0 0,1 1 0 0 0,0-1 0 0 0,-1 0 0 0 0,1 1 0 0 0,-1-1 0 0 0,1 1-1 0 0,0-1 1 0 0,-1 1 0 0 0,1-1 0 0 0,0 1 0 0 0,0 0 0 0 0,0-1-33 0 0,0 1 1 0 0,0-1 0 0 0,1 0 0 0 0,-1 1 0 0 0,0-1-1 0 0,1 0 1 0 0,-1 1 0 0 0,0-1 0 0 0,1 0 0 0 0,-1 1-1 0 0,1-1 1 0 0,-1 0 0 0 0,0 0 0 0 0,1 0 0 0 0,-1 0-1 0 0,1 1 1 0 0,-1-1 0 0 0,1 0 0 0 0,-1 0 0 0 0,1 0 0 0 0,-1 0-1 0 0,1 0 1 0 0,-1 0 0 0 0,1 0 0 0 0,-1 0 0 0 0,1 0-1 0 0,-1 0 1 0 0,1-1 0 0 0,51-3-317 0 0,-1-2 0 0 0,87-23 0 0 0,-130 27 46 0 0,105-28-6596 0 0,-53 16-303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4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663 164 1500 0 0,'8'-19'3305'0'0,"9"-33"1"0"0,-16 46-2911 0 0,1 0 1 0 0,-1 0 0 0 0,-1 0-1 0 0,1 0 1 0 0,-1 0 0 0 0,0 0-1 0 0,0 0 1 0 0,-1 0 0 0 0,0 0-1 0 0,-2-8 1 0 0,3 13-353 0 0,0 0 0 0 0,-1 0-1 0 0,1 0 1 0 0,-1 0 0 0 0,1 1-1 0 0,0-1 1 0 0,-1 0 0 0 0,0 0-1 0 0,1 0 1 0 0,-1 0 0 0 0,0 0-1 0 0,1 1 1 0 0,-1-1 0 0 0,0 0-1 0 0,0 0 1 0 0,0 1 0 0 0,1-1 0 0 0,-1 1-1 0 0,0-1 1 0 0,0 1 0 0 0,0-1-1 0 0,0 1 1 0 0,-2-1 0 0 0,1 1-7 0 0,-1 0 0 0 0,1-1 0 0 0,0 1 0 0 0,0 1 0 0 0,-1-1 1 0 0,1 0-1 0 0,0 1 0 0 0,-1-1 0 0 0,1 1 0 0 0,-3 1 0 0 0,-5 2 37 0 0,1 0-1 0 0,1 1 0 0 0,-17 12 1 0 0,-22 19 144 0 0,3 3 1 0 0,1 2 0 0 0,2 1 0 0 0,-49 67 0 0 0,28-24 28 0 0,-80 147-1 0 0,117-185-193 0 0,2 1-1 0 0,-21 63 1 0 0,37-89-39 0 0,1-1 0 0 0,1 1 1 0 0,1 1-1 0 0,1-1 0 0 0,1 0 0 0 0,1 1 1 0 0,3 44-1 0 0,-1-58-85 0 0,1 0 0 0 0,0 0-1 0 0,0 0 1 0 0,1 0 0 0 0,0-1 0 0 0,1 1-1 0 0,0-1 1 0 0,0 1 0 0 0,1-1-1 0 0,-1-1 1 0 0,2 1 0 0 0,-1-1 0 0 0,1 0-1 0 0,1 0 1 0 0,-1 0 0 0 0,8 5 0 0 0,-4-5-561 0 0,0 0 1 0 0,0-1 0 0 0,0 0 0 0 0,1-1-1 0 0,0 0 1 0 0,0-1 0 0 0,1 0 0 0 0,-1-1-1 0 0,1 0 1 0 0,-1 0 0 0 0,24 1 0 0 0,5-2-4165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0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200 255 1080 0 0,'11'-23'1402'0'0,"-2"-1"0"0"0,0 0 0 0 0,-2-1 0 0 0,0 1-1 0 0,-2-1 1 0 0,-1-1 0 0 0,1-25 0 0 0,-5 50-1353 0 0,0 0 0 0 0,0-1 1 0 0,0 1-1 0 0,0 0 0 0 0,0-1 0 0 0,0 1 0 0 0,0 0 0 0 0,-1-1 0 0 0,1 1 1 0 0,-1 0-1 0 0,1 0 0 0 0,-1-1 0 0 0,1 1 0 0 0,-1 0 0 0 0,0 0 1 0 0,1 0-1 0 0,-1 0 0 0 0,0-1 0 0 0,0 1 0 0 0,0 1 0 0 0,0-1 0 0 0,-1-1 1 0 0,0 1-15 0 0,0 0 1 0 0,0 1 0 0 0,1-1 0 0 0,-1 1 0 0 0,0-1-1 0 0,0 1 1 0 0,0 0 0 0 0,0 0 0 0 0,0 0-1 0 0,0 0 1 0 0,1 0 0 0 0,-1 0 0 0 0,0 1 0 0 0,0-1-1 0 0,0 1 1 0 0,-3 0 0 0 0,-4 3 52 0 0,0 0-1 0 0,0 1 1 0 0,1-1 0 0 0,0 1-1 0 0,-1 1 1 0 0,2 0 0 0 0,-1 0-1 0 0,1 0 1 0 0,-12 14 0 0 0,-1 3 106 0 0,-29 46 0 0 0,41-57-156 0 0,1 1-1 0 0,0 1 1 0 0,1-1 0 0 0,-7 20-1 0 0,12-29-24 0 0,0-1 0 0 0,0 1 1 0 0,0 0-1 0 0,0-1 0 0 0,0 1 0 0 0,1 0 0 0 0,0-1 1 0 0,-1 1-1 0 0,1 0 0 0 0,1-1 0 0 0,-1 1 1 0 0,1 0-1 0 0,-1-1 0 0 0,1 1 0 0 0,0 0 0 0 0,0-1 1 0 0,0 1-1 0 0,1-1 0 0 0,-1 1 0 0 0,1-1 0 0 0,0 0 1 0 0,3 5-1 0 0,-3-6-8 0 0,0-1 0 0 0,0 1 0 0 0,0 0 0 0 0,0-1 0 0 0,1 1 0 0 0,-1-1 0 0 0,0 0 1 0 0,0 0-1 0 0,1 0 0 0 0,-1 0 0 0 0,1 0 0 0 0,-1 0 0 0 0,1-1 0 0 0,-1 1 0 0 0,1-1 0 0 0,4 0 1 0 0,-3 0-4 0 0,1 0 1 0 0,-1-1-1 0 0,0 0 1 0 0,1 0 0 0 0,-1 0-1 0 0,0-1 1 0 0,0 1 0 0 0,0-1-1 0 0,5-3 1 0 0,0-1-2 0 0,1 0 1 0 0,-1-1-1 0 0,-1 0 0 0 0,1 0 0 0 0,-1-1 1 0 0,13-17-1 0 0,10-19 1329 0 0,47-89 1 0 0,-77 132-1251 0 0,3 3-43 0 0,-4-2-36 0 0,0 0 0 0 0,1 0 0 0 0,-1 0 0 0 0,0 0 0 0 0,0 0 0 0 0,1 0 0 0 0,-1 0 0 0 0,0 0 0 0 0,1 0 0 0 0,-1 0 0 0 0,0 0 0 0 0,0 0 0 0 0,1 1 0 0 0,-1-1 0 0 0,0 0 0 0 0,0 0 0 0 0,1 0 0 0 0,-1 0 0 0 0,0 1 0 0 0,0-1 0 0 0,1 0 1 0 0,-1 0-1 0 0,0 1 0 0 0,0-1 0 0 0,0 0 0 0 0,0 0 0 0 0,0 1 0 0 0,1-1 0 0 0,-1 0 0 0 0,0 0 0 0 0,0 1 0 0 0,2 15 57 0 0,-1-1 0 0 0,0 1 0 0 0,-1 0 0 0 0,-1 0 0 0 0,-4 24 0 0 0,2-17-762 0 0,0 48 0 0 0,3-64-108 0 0,0 0 0 0 0,1-1 0 0 0,1 1 0 0 0,-1 0 0 0 0,1 0 0 0 0,0-1 0 0 0,0 1 0 0 0,1-1 0 0 0,0 1 0 0 0,0-1 0 0 0,5 7 0 0 0,3 2-4704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0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25 2836 0 0,'22'-20'11817'0'0,"-22"20"-11619"0"0,1-1 0 0 0,-1 1 0 0 0,1-1-1 0 0,0 1 1 0 0,-1 0 0 0 0,1-1 0 0 0,0 1 0 0 0,-1 0-1 0 0,1 0 1 0 0,0-1 0 0 0,-1 1 0 0 0,1 0-1 0 0,0 0 1 0 0,0 0 0 0 0,-1 0 0 0 0,1 0 0 0 0,0 0-1 0 0,-1 0 1 0 0,1 0 0 0 0,0 0 0 0 0,0 0-1 0 0,-1 0 1 0 0,1 0 0 0 0,1 1 0 0 0,-1 1-150 0 0,-1 0 0 0 0,1-1 0 0 0,0 1 0 0 0,-1 0 0 0 0,0 0 0 0 0,1 0 0 0 0,-1 0 0 0 0,0 0 0 0 0,0 0 0 0 0,0 0 0 0 0,0 0 0 0 0,0 0 0 0 0,-1 0 0 0 0,1 0 0 0 0,-1 2 0 0 0,0-1 47 0 0,-5 32 318 0 0,-20 59 0 0 0,4-18-1492 0 0,18-57-693 0 0,0 0 1 0 0,0 20-1 0 0,3-36 1054 0 0,1 2-167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0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152 182 404 0 0,'157'-150'18812'0'0,"-151"145"-18167"0"0,-11 15-495 0 0,-13 14-135 0 0,-75 74 124 0 0,46-50-489 0 0,-46 59 0 0 0,36-33-3892 0 0,56-72 3718 0 0,1 3-1503 0 0,0-5 2000 0 0,0 0-1 0 0,0 0 1 0 0,0 0-1 0 0,0 1 1 0 0,0-1-1 0 0,0 0 1 0 0,0 0-1 0 0,1 0 1 0 0,-1 1-1 0 0,0-1 1 0 0,0 0-1 0 0,0 0 1 0 0,0 0-1 0 0,0 1 1 0 0,0-1-1 0 0,1 0 1 0 0,-1 0-1 0 0,0 0 1 0 0,0 0-1 0 0,0 0 1 0 0,0 1-1 0 0,1-1 1 0 0,-1 0-1 0 0,0 0 1 0 0,0 0-1 0 0,0 0 1 0 0,1 0-1 0 0,-1 0 1 0 0,0 0-1 0 0,19-7-857 0 0,0-1 0 0 0,-1-1 0 0 0,0-1 0 0 0,-1-1 0 0 0,22-17 0 0 0,78-72 2275 0 0,-116 99-1277 0 0,20-21 1265 0 0,-1 1 1 0 0,-2-2-1 0 0,0-1 1 0 0,18-32-1 0 0,-30 45-314 0 0,0 0 0 0 0,0 0 0 0 0,-1-1 0 0 0,4-12 1 0 0,-9 22-849 0 0,3-1-25 0 0,1-2 200 0 0,-3 15-128 0 0,-9 49-554 0 0,3-18 648 0 0,-2 45-1 0 0,7-74-936 0 0,0 0 0 0 0,1-1-1 0 0,0 1 1 0 0,1-1 0 0 0,1 1-1 0 0,-1-1 1 0 0,2 0 0 0 0,7 19 0 0 0,5-8-6434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1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71 2212 0 0,'4'-26'8532'0'0,"0"-1"-3941"0"0,-4 26-4488 0 0,1 0 1 0 0,-1 1 0 0 0,0-1 0 0 0,1 0-1 0 0,-1 0 1 0 0,1 0 0 0 0,-1 0-1 0 0,1 0 1 0 0,-1 1 0 0 0,1-1 0 0 0,0 0-1 0 0,-1 1 1 0 0,1-1 0 0 0,0 0 0 0 0,0 1-1 0 0,-1-1 1 0 0,1 1 0 0 0,0-1-1 0 0,0 1 1 0 0,0-1 0 0 0,0 1 0 0 0,0 0-1 0 0,1-1 1 0 0,0 0 12 0 0,1 1-1 0 0,-1 0 1 0 0,1 0-1 0 0,-1 0 1 0 0,1 0-1 0 0,0 0 1 0 0,-1 0-1 0 0,5 2 1 0 0,0 0 1 0 0,-1 0 1 0 0,0 0-1 0 0,0 0 1 0 0,-1 1-1 0 0,1 0 1 0 0,7 5-1 0 0,-8-4-54 0 0,-1-1-1 0 0,0 1 1 0 0,0 0-1 0 0,0 0 1 0 0,0 0-1 0 0,-1 1 0 0 0,1-1 1 0 0,-1 1-1 0 0,-1 0 1 0 0,1 0-1 0 0,-1 0 0 0 0,1 0 1 0 0,-1 1-1 0 0,-1-1 1 0 0,1 0-1 0 0,-1 1 1 0 0,0-1-1 0 0,0 1 0 0 0,-1 0 1 0 0,1-1-1 0 0,-1 1 1 0 0,-1-1-1 0 0,0 7 0 0 0,-1 0 70 0 0,-1-1 0 0 0,0 1 0 0 0,-1-1 0 0 0,0 0 0 0 0,-1 0 0 0 0,0-1 0 0 0,-1 1 0 0 0,0-1 0 0 0,-1 0 0 0 0,-8 9 0 0 0,-83 100 939 0 0,97-119-1048 0 0,1 0-1 0 0,-1 1 1 0 0,1-1 0 0 0,-1 1-1 0 0,1-1 1 0 0,-1 1 0 0 0,1-1 0 0 0,0 1-1 0 0,-1-1 1 0 0,1 1 0 0 0,0-1-1 0 0,-1 1 1 0 0,1-1 0 0 0,0 1 0 0 0,0-1-1 0 0,-1 1 1 0 0,1 0 0 0 0,0-1-1 0 0,0 1 1 0 0,0 0 0 0 0,0-1 0 0 0,0 1-1 0 0,0-1 1 0 0,0 1 0 0 0,0 0-1 0 0,0-1 1 0 0,0 1 0 0 0,0 0 0 0 0,0-1-1 0 0,1 1 1 0 0,-1-1 0 0 0,0 2-1 0 0,2-1 0 0 0,-1-1-1 0 0,0 1 0 0 0,0-1 0 0 0,0 1 1 0 0,0-1-1 0 0,1 1 0 0 0,-1-1 0 0 0,0 1 1 0 0,0-1-1 0 0,1 0 0 0 0,-1 0 0 0 0,0 0 1 0 0,1 0-1 0 0,1 0 0 0 0,46-5 157 0 0,-49 5-178 0 0,192-49-3699 0 0,-66 9-7191 0 0,-89 28 2930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57 804 0 0,'0'0'3308'0'0,"-2"-14"1581"0"0,-1 2-1305 0 0,-1 3-1240 0 0,4-1-835 0 0,7 3-569 0 0,7 4-648 0 0,7 3-832 0 0,10 0-2085 0 0,-14 0-1923 0 0,3-2-3005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1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53 268 0 0,'10'-10'9055'0'0,"4"-3"-4185"0"0,-9 10-4463 0 0,0 0-1 0 0,0 0 1 0 0,1 1 0 0 0,-1 0-1 0 0,1 0 1 0 0,10-3-1 0 0,36-1-4642 0 0,-30 4-633 0 0,-5 0-661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2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329 229 2788 0 0,'21'-11'4148'0'0,"1"-1"0"0"0,32-25 0 0 0,-49 34-3857 0 0,1-2 1 0 0,-1 1-1 0 0,0-1 1 0 0,-1 1 0 0 0,1-1-1 0 0,-1-1 1 0 0,0 1-1 0 0,0-1 1 0 0,0 1 0 0 0,-1-1-1 0 0,0 0 1 0 0,0 0 0 0 0,-1 0-1 0 0,3-10 1 0 0,-4 13-271 0 0,-1 0 0 0 0,1 0 0 0 0,-1 0 0 0 0,0 0 0 0 0,0 0 0 0 0,0 0 0 0 0,0 0 0 0 0,0 0 0 0 0,-1 0 0 0 0,1 1 1 0 0,-1-1-1 0 0,0 0 0 0 0,0 0 0 0 0,0 0 0 0 0,0 0 0 0 0,0 1 0 0 0,-1-1 0 0 0,-2-4 0 0 0,1 5-14 0 0,1 0 0 0 0,-1 0 0 0 0,1 0-1 0 0,-1 0 1 0 0,1 0 0 0 0,-1 1 0 0 0,0-1 0 0 0,0 1 0 0 0,0 0-1 0 0,0 0 1 0 0,0 0 0 0 0,0 0 0 0 0,0 1 0 0 0,-6-1 0 0 0,-5 0-9 0 0,0 1 1 0 0,0 1 0 0 0,0 0 0 0 0,0 1-1 0 0,0 1 1 0 0,-20 6 0 0 0,7 0 8 0 0,0 1 0 0 0,0 1 0 0 0,1 1 0 0 0,-29 19 0 0 0,39-21-6 0 0,0 1 0 0 0,1 0 0 0 0,1 1 0 0 0,0 1 0 0 0,0 0 1 0 0,1 1-1 0 0,-16 23 0 0 0,27-34 5 0 0,0 0 0 0 0,0 0 0 0 0,0 1 0 0 0,0-1 0 0 0,1 1 0 0 0,-1-1 0 0 0,1 1 0 0 0,0-1 0 0 0,0 1 0 0 0,0 0 0 0 0,1-1 0 0 0,-1 1 0 0 0,1 0 0 0 0,0 0 0 0 0,1 6 0 0 0,-1-8-4 0 0,1 1 0 0 0,0-1 0 0 0,0 1 1 0 0,0-1-1 0 0,0 0 0 0 0,1 0 1 0 0,-1 1-1 0 0,1-1 0 0 0,-1 0 0 0 0,1 0 1 0 0,0 0-1 0 0,0-1 0 0 0,-1 1 1 0 0,1 0-1 0 0,1-1 0 0 0,-1 1 1 0 0,0-1-1 0 0,0 1 0 0 0,0-1 0 0 0,1 0 1 0 0,-1 0-1 0 0,1 0 0 0 0,2 0 1 0 0,4 2 5 0 0,-1-2 1 0 0,1 1 0 0 0,-1-1-1 0 0,1 0 1 0 0,0-1 0 0 0,0 0-1 0 0,-1 0 1 0 0,1-1 0 0 0,-1 0 0 0 0,17-4-1 0 0,6-4 11 0 0,48-21 0 0 0,-22 7 7 0 0,-34 14-16 0 0,-13 5-24 0 0,-1 1 1 0 0,0 0-1 0 0,20-4 1 0 0,-28 7 15 0 0,-1 0 0 0 0,1 0 1 0 0,0 0-1 0 0,0 0 0 0 0,-1 0 0 0 0,1 0 0 0 0,0 0 1 0 0,0 0-1 0 0,-1 0 0 0 0,1 0 0 0 0,0 1 0 0 0,-1-1 1 0 0,1 0-1 0 0,0 0 0 0 0,-1 1 0 0 0,1-1 0 0 0,0 0 1 0 0,-1 1-1 0 0,1-1 0 0 0,-1 1 0 0 0,1-1 1 0 0,-1 1-1 0 0,1-1 0 0 0,-1 1 0 0 0,1-1 0 0 0,0 2 1 0 0,-1-1 0 0 0,1 0 1 0 0,-1 1 0 0 0,1-1 0 0 0,-1 1-1 0 0,1 0 1 0 0,-1-1 0 0 0,0 1 0 0 0,0-1-1 0 0,0 1 1 0 0,0-1 0 0 0,0 3 0 0 0,-1 3 5 0 0,-1-1 0 0 0,1 1 1 0 0,-1-1-1 0 0,-3 9 0 0 0,-20 39-112 0 0,-9 25-1717 0 0,12-27-7612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2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1132 0 0,'60'-51'13037'0'0,"-59"50"-12952"0"0,0 1 0 0 0,-1 0 0 0 0,1-1 0 0 0,0 1 1 0 0,-1 0-1 0 0,1-1 0 0 0,0 1 0 0 0,-1 0 0 0 0,1 0 0 0 0,0 0 1 0 0,0-1-1 0 0,-1 1 0 0 0,1 0 0 0 0,0 0 0 0 0,0 0 1 0 0,-1 0-1 0 0,1 1 0 0 0,0-1 0 0 0,0 0 0 0 0,-1 0 0 0 0,1 0 1 0 0,0 0-1 0 0,-1 1 0 0 0,1-1 0 0 0,0 0 0 0 0,-1 1 1 0 0,1-1-1 0 0,0 0 0 0 0,-1 1 0 0 0,1-1 0 0 0,-1 1 0 0 0,1-1 1 0 0,0 2-1 0 0,15 19 1536 0 0,-12-11-1286 0 0,0 1 1 0 0,-1 0 0 0 0,0-1-1 0 0,-1 1 1 0 0,0 0 0 0 0,-1 0-1 0 0,0 0 1 0 0,0 0 0 0 0,-3 20-1 0 0,-1-3 51 0 0,-2 0 0 0 0,-12 42-1 0 0,16-68-119 0 0,3-7-262 0 0,0 0 0 0 0,0 0 0 0 0,0 0-1 0 0,1 1 1 0 0,0-1 0 0 0,0 0-1 0 0,0 1 1 0 0,0 0 0 0 0,0 0-1 0 0,8-6 1 0 0,-4 2 11 0 0,38-45 20 0 0,91-97-179 0 0,-115 130 122 0 0,0 1 1 0 0,2 1 0 0 0,0 1-1 0 0,1 1 1 0 0,26-13-1 0 0,-45 27 26 0 0,0 0-1 0 0,0 0 0 0 0,0 0 0 0 0,0 0 0 0 0,0 1 0 0 0,1 0 1 0 0,-1 0-1 0 0,1 1 0 0 0,-1-1 0 0 0,1 1 0 0 0,-1 0 1 0 0,0 1-1 0 0,1-1 0 0 0,-1 1 0 0 0,1 0 0 0 0,-1 1 0 0 0,0-1 1 0 0,0 1-1 0 0,0 0 0 0 0,0 0 0 0 0,0 1 0 0 0,0-1 0 0 0,0 1 1 0 0,-1 0-1 0 0,1 0 0 0 0,-1 1 0 0 0,0-1 0 0 0,0 1 0 0 0,0 0 1 0 0,-1 0-1 0 0,1 0 0 0 0,-1 1 0 0 0,0-1 0 0 0,0 1 0 0 0,-1 0 1 0 0,1 0-1 0 0,-1 0 0 0 0,0 0 0 0 0,0 0 0 0 0,1 10 0 0 0,0 0-83 0 0,-1 0-1 0 0,0 1 0 0 0,-1-1 0 0 0,-2 25 0 0 0,-2-7-2667 0 0,0-1-3550 0 0,2-27 5073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2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308 257 836 0 0,'1'-9'1004'0'0,"18"-97"6255"0"0,-15 91-6121 0 0,0 0 0 0 0,1 0 0 0 0,1 1 1 0 0,14-26-1 0 0,-19 37-984 0 0,1 0-1 0 0,0 0 1 0 0,0 0 0 0 0,0 0-1 0 0,0 1 1 0 0,1-1 0 0 0,-1 1-1 0 0,1-1 1 0 0,-1 1 0 0 0,1 0-1 0 0,0 0 1 0 0,0 0 0 0 0,0 1-1 0 0,0-1 1 0 0,0 1 0 0 0,1-1-1 0 0,-1 1 1 0 0,7-1 0 0 0,-6 1 14 0 0,1 1 0 0 0,0 0 1 0 0,0 1-1 0 0,-1-1 0 0 0,1 1 1 0 0,0 0-1 0 0,-1 0 0 0 0,1 0 1 0 0,-1 0-1 0 0,1 1 0 0 0,-1 0 0 0 0,6 3 1 0 0,4 3 120 0 0,-1 1-1 0 0,0 1 1 0 0,-1-1 0 0 0,0 2 0 0 0,-1 0 0 0 0,0 0 0 0 0,13 18 0 0 0,-11-11-203 0 0,-1 1 1 0 0,0 0 0 0 0,-2 1 0 0 0,0 0-1 0 0,-1 0 1 0 0,-1 1 0 0 0,-1 1-1 0 0,-1-1 1 0 0,-1 1 0 0 0,-1 0 0 0 0,-1 1-1 0 0,0-1 1 0 0,-2 0 0 0 0,-1 1-1 0 0,0-1 1 0 0,-2 1 0 0 0,-1-1-1 0 0,0 0 1 0 0,-10 29 0 0 0,0-8-183 0 0,-2 0 0 0 0,-2-2 0 0 0,-2 0 1 0 0,-2-1-1 0 0,-1-1 0 0 0,-2-1 0 0 0,-2-1 0 0 0,-46 52 0 0 0,-97 80-3423 0 0,-13-17-4540 0 0,82-74-1039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82 5176 0 0,'-19'-14'16118'0'0,"17"6"-14060"0"0,1 1 1 0 0,0-1-1 0 0,0 1 0 0 0,1-13 0 0 0,1 3-3573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40 1404 0 0,'48'-40'12777'0'0,"-60"45"-11729"0"0,10-5-993 0 0,1 1 1 0 0,-1-1-1 0 0,1 1 0 0 0,-1 0 1 0 0,1-1-1 0 0,0 1 1 0 0,-1 0-1 0 0,1 0 0 0 0,0 0 1 0 0,-1 0-1 0 0,1 0 0 0 0,-1 2 1 0 0,-29 31 668 0 0,2 3 1 0 0,2 0-1 0 0,-32 59 1 0 0,-55 130-12 0 0,89-171-529 0 0,-4 5-65 0 0,-37 77 151 0 0,-60 179 0 0 0,119-294-226 0 0,1 0-1 0 0,0 0 1 0 0,2 0-1 0 0,1 1 1 0 0,1 0 0 0 0,1-1-1 0 0,3 39 1 0 0,-2-53-218 0 0,1-1 1 0 0,1 1 0 0 0,-1-1 0 0 0,1 0-1 0 0,1 1 1 0 0,-1-1 0 0 0,1 0 0 0 0,1 0-1 0 0,-1-1 1 0 0,1 1 0 0 0,0-1-1 0 0,1 0 1 0 0,-1 0 0 0 0,1 0 0 0 0,0 0-1 0 0,1-1 1 0 0,-1 0 0 0 0,1 0 0 0 0,0 0-1 0 0,0-1 1 0 0,1 0 0 0 0,-1 0 0 0 0,1-1-1 0 0,0 1 1 0 0,0-2 0 0 0,10 4-1 0 0,-4-3-1196 0 0,1 0 0 0 0,0-1 0 0 0,0 0 0 0 0,0-1-1 0 0,23-2 1 0 0,2-1-4078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6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47 246 1028 0 0,'-6'-21'2177'0'0,"-2"-9"1002"0"0,2 1-1 0 0,-5-47 1 0 0,11 73-3055 0 0,-1 0 1 0 0,1 1 0 0 0,0-1-1 0 0,0 0 1 0 0,0 0 0 0 0,1 1 0 0 0,-1-1-1 0 0,1 0 1 0 0,-1 1 0 0 0,1-1 0 0 0,0 0-1 0 0,0 1 1 0 0,0-1 0 0 0,0 1 0 0 0,1 0-1 0 0,-1-1 1 0 0,0 1 0 0 0,1 0-1 0 0,0 0 1 0 0,0 0 0 0 0,0 0 0 0 0,-1 0-1 0 0,2 0 1 0 0,-1 0 0 0 0,0 1 0 0 0,0-1-1 0 0,1 1 1 0 0,-1-1 0 0 0,0 1 0 0 0,1 0-1 0 0,-1 0 1 0 0,1 0 0 0 0,0 1 0 0 0,-1-1-1 0 0,1 0 1 0 0,0 1 0 0 0,5 0-1 0 0,-2-1 4 0 0,0 1-1 0 0,0 1 0 0 0,1-1 0 0 0,-1 1 0 0 0,0 1 0 0 0,0-1 0 0 0,0 1 0 0 0,0 0 0 0 0,0 0 0 0 0,0 1 0 0 0,0-1 0 0 0,-1 1 1 0 0,1 1-1 0 0,-1-1 0 0 0,8 8 0 0 0,-8-7-60 0 0,0 1 1 0 0,-1 0-1 0 0,1 0 0 0 0,-1 1 1 0 0,0 0-1 0 0,-1-1 1 0 0,1 1-1 0 0,-1 0 0 0 0,-1 1 1 0 0,1-1-1 0 0,-1 0 0 0 0,0 1 1 0 0,0-1-1 0 0,1 11 1 0 0,-3-7-17 0 0,0 0 1 0 0,0-1 0 0 0,0 1 0 0 0,-1 0-1 0 0,-1 0 1 0 0,0 0 0 0 0,0-1-1 0 0,-1 1 1 0 0,-4 9 0 0 0,-2 3 49 0 0,-2-1 1 0 0,0-1-1 0 0,-2 0 1 0 0,0-1-1 0 0,-1 0 1 0 0,-1 0-1 0 0,-27 25 1 0 0,31-33-45 0 0,-1 0-1 0 0,0-1 1 0 0,0-1 0 0 0,-15 8-1 0 0,23-15-19 0 0,-4-1-6 0 0,9-16 1 0 0,3 5-38 0 0,0 1 1 0 0,0 0 0 0 0,1-1-1 0 0,1 2 1 0 0,0-1 0 0 0,0 1-1 0 0,10-11 1 0 0,0-1-10 0 0,112-132-21 0 0,23-30 76 0 0,-122 131-40 0 0,-68 83 30 0 0,13 0 169 0 0,2 1-1 0 0,-27 50 1 0 0,41-65-126 0 0,1 2-1 0 0,0-1 1 0 0,2 1-1 0 0,0 0 1 0 0,1 1-1 0 0,-4 28 1 0 0,9-42-170 0 0,0-1 1 0 0,1 1-1 0 0,0 0 0 0 0,0 0 1 0 0,0 0-1 0 0,1 0 1 0 0,0-1-1 0 0,0 1 0 0 0,1 0 1 0 0,0-1-1 0 0,0 1 1 0 0,0-1-1 0 0,1 0 0 0 0,0 0 1 0 0,0 0-1 0 0,1 0 0 0 0,-1 0 1 0 0,1 0-1 0 0,6 5 1 0 0,-4-6-614 0 0,-1 0 1 0 0,1 0 0 0 0,0-1 0 0 0,0 0-1 0 0,1-1 1 0 0,-1 1 0 0 0,1-1 0 0 0,0 0 0 0 0,-1-1-1 0 0,1 1 1 0 0,11 1 0 0 0,3-1-3555 0 0,3-1-1942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7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66 272 0 0,'-5'-66'22481'0'0,"2"69"-21325"0"0,3-3-1127 0 0,-1 0 0 0 0,1 0 0 0 0,0 0 0 0 0,-1 0 0 0 0,1 0 0 0 0,0 0 0 0 0,0 0-1 0 0,-1 0 1 0 0,1 0 0 0 0,0 0 0 0 0,0 0 0 0 0,-1 1 0 0 0,1-1 0 0 0,0 0 0 0 0,0 0-1 0 0,0 0 1 0 0,-1 0 0 0 0,1 1 0 0 0,0-1 0 0 0,0 0 0 0 0,0 0 0 0 0,0 0 0 0 0,-1 1 0 0 0,1-1-1 0 0,0 0 1 0 0,0 0 0 0 0,0 1 0 0 0,0-1 0 0 0,0 0 0 0 0,0 0 0 0 0,0 1 0 0 0,-19 67 1606 0 0,-5 27-2437 0 0,18-47-4424 0 0,8-2-5321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0 234 152 0 0,'27'-51'9539'0'0,"5"7"-3924"0"0,-22 33-5057 0 0,0 1-1 0 0,0 1 0 0 0,1 0 1 0 0,0 0-1 0 0,1 1 1 0 0,0 0-1 0 0,0 1 1 0 0,1 1-1 0 0,23-10 1 0 0,-14 9-645 0 0,1 1 1 0 0,39-6 0 0 0,46 1-5293 0 0,-31 5-2055 0 0,-44 2 2029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420 109 1348 0 0,'1'-4'707'0'0,"0"1"-1"0"0,0-1 1 0 0,0 1 0 0 0,-1-1-1 0 0,1 0 1 0 0,-1 1 0 0 0,0-1-1 0 0,0 0 1 0 0,0 1 0 0 0,-1-1-1 0 0,1 1 1 0 0,-2-7 0 0 0,1 7-292 0 0,-1 0 1 0 0,1 0-1 0 0,0 0 0 0 0,-1 0 1 0 0,0 1-1 0 0,0-1 1 0 0,1 0-1 0 0,-2 1 0 0 0,1 0 1 0 0,0-1-1 0 0,0 1 1 0 0,-5-3-1 0 0,3 2-167 0 0,0 1-1 0 0,-1 0 1 0 0,1 0-1 0 0,-1 0 1 0 0,1 0-1 0 0,-1 1 1 0 0,0-1-1 0 0,0 1 1 0 0,1 1-1 0 0,-1-1 1 0 0,0 1-1 0 0,0-1 1 0 0,0 1-1 0 0,0 1 1 0 0,0-1-1 0 0,0 1 1 0 0,0 0-1 0 0,-8 2 1 0 0,-2 3 49 0 0,0 0 1 0 0,0 2 0 0 0,0-1-1 0 0,1 2 1 0 0,1 0-1 0 0,-1 0 1 0 0,2 1 0 0 0,-1 1-1 0 0,1 0 1 0 0,-14 18-1 0 0,4-2 50 0 0,1 1-1 0 0,2 1 0 0 0,-29 56 0 0 0,44-78-314 0 0,1 0-1 0 0,0 1 1 0 0,0-1-1 0 0,1 1 1 0 0,0-1-1 0 0,1 1 0 0 0,0 0 1 0 0,0-1-1 0 0,0 1 1 0 0,1 0-1 0 0,1 11 1 0 0,-1-16-38 0 0,1 0 1 0 0,-1 0 0 0 0,1 0-1 0 0,0 0 1 0 0,0 0 0 0 0,0-1 0 0 0,1 1-1 0 0,-1 0 1 0 0,0-1 0 0 0,1 1-1 0 0,0-1 1 0 0,0 0 0 0 0,0 1-1 0 0,0-1 1 0 0,0 0 0 0 0,0 0-1 0 0,0 0 1 0 0,1-1 0 0 0,-1 1-1 0 0,0 0 1 0 0,1-1 0 0 0,0 0 0 0 0,-1 1-1 0 0,1-1 1 0 0,0 0 0 0 0,0 0-1 0 0,0-1 1 0 0,-1 1 0 0 0,1-1-1 0 0,0 1 1 0 0,0-1 0 0 0,5 0-1 0 0,4 0-47 0 0,0 0 0 0 0,1-1 0 0 0,-1-1 0 0 0,0 0 0 0 0,0-1 0 0 0,-1 0 0 0 0,1 0 0 0 0,-1-1 0 0 0,1-1 0 0 0,-1 0 0 0 0,-1-1 0 0 0,1 0 0 0 0,-1 0 0 0 0,0-1-1 0 0,0 0 1 0 0,-1-1 0 0 0,16-16 0 0 0,-5 1 23 0 0,0-2-1 0 0,-1 0 0 0 0,-1-1 1 0 0,-2 0-1 0 0,23-50 1 0 0,-18 33 374 0 0,-20 41 136 0 0,-6 12 42 0 0,-22 51-247 0 0,3 2 0 0 0,-28 110-1 0 0,49-160-1483 0 0,1 1-1 0 0,0-1 1 0 0,0 15-1 0 0,3-20-1504 0 0,-1-1 0 0 0,1 1-1 0 0,3 14 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30 1528 0 0,'6'-29'22792'0'0,"-7"37"-21636"0"0,-3 13-562 0 0,0-1 1 0 0,-1 1 0 0 0,-2-1 0 0 0,0 0 0 0 0,-11 20-1 0 0,3-4-432 0 0,-6 27-3521 0 0,20-58 2017 0 0,0 0 0 0 0,0 1-1 0 0,1-1 1 0 0,-1 0 0 0 0,2 9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162 138 2436 0 0,'0'-16'2213'0'0,"1"0"0"0"0,0 0-1 0 0,1 0 1 0 0,0 1 0 0 0,2-1-1 0 0,5-16 1 0 0,-9 31-2108 0 0,1 0-1 0 0,-1 0 1 0 0,1 1-1 0 0,-1-1 1 0 0,1 0 0 0 0,0 1-1 0 0,-1-1 1 0 0,1 1 0 0 0,0-1-1 0 0,-1 1 1 0 0,1-1-1 0 0,0 1 1 0 0,0-1 0 0 0,0 1-1 0 0,-1 0 1 0 0,1-1-1 0 0,0 1 1 0 0,0 0 0 0 0,0 0-1 0 0,0 0 1 0 0,0-1 0 0 0,0 1-1 0 0,-1 0 1 0 0,1 0-1 0 0,0 0 1 0 0,0 1 0 0 0,1-1-1 0 0,1 0 87 0 0,0 1-1 0 0,0-1 1 0 0,0 1-1 0 0,0 0 1 0 0,-1 0-1 0 0,1 0 1 0 0,4 2-1 0 0,4 4 156 0 0,-1 1 0 0 0,0 0 0 0 0,0 1 0 0 0,0 0 0 0 0,-1 1 0 0 0,-1 0 0 0 0,1 0 0 0 0,-2 0 0 0 0,1 1 0 0 0,5 12 0 0 0,2 8 160 0 0,-1 0-1 0 0,17 54 1 0 0,-16-33-271 0 0,-3 0 0 0 0,-3 1 0 0 0,-1 0 0 0 0,-3 0-1 0 0,-3 1 1 0 0,-4 63 0 0 0,-2-59-181 0 0,-3 0 0 0 0,-3 0 0 0 0,-2-1 0 0 0,-2 0 0 0 0,-32 79 0 0 0,25-87-795 0 0,-2 0-1 0 0,-51 78 1 0 0,56-101-1136 0 0,-43 47 1 0 0,45-57 101 0 0,-1 0 0 0 0,0-2 0 0 0,-29 19 0 0 0,17-18-3846 0 0,1-5-2946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2:58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81 144 2100 0 0,'9'-22'2278'0'0,"5"-11"3139"0"0,20-35 0 0 0,-33 66-5265 0 0,0 1 0 0 0,0 0 0 0 0,0-1 0 0 0,0 1 0 0 0,0 0 0 0 0,0 0 0 0 0,0-1 0 0 0,1 1 0 0 0,-1 0 0 0 0,0 0 0 0 0,1 0 0 0 0,-1 1 0 0 0,1-1 0 0 0,-1 0 0 0 0,1 1 0 0 0,-1-1 0 0 0,1 0 0 0 0,-1 1 0 0 0,1 0 0 0 0,0-1 0 0 0,-1 1 0 0 0,1 0 0 0 0,0 0 0 0 0,-1 0 0 0 0,1 0 0 0 0,0 0 0 0 0,-1 0 0 0 0,1 1 0 0 0,-1-1 0 0 0,1 0 0 0 0,0 1 0 0 0,-1-1 0 0 0,1 1 0 0 0,-1 0 1 0 0,1-1-1 0 0,-1 1 0 0 0,0 0 0 0 0,1 0 0 0 0,0 1 0 0 0,4 2 37 0 0,-1-1 1 0 0,0 1-1 0 0,-1 0 1 0 0,1 1 0 0 0,-1-1-1 0 0,0 1 1 0 0,0 0 0 0 0,0 0-1 0 0,3 5 1 0 0,-4-2-57 0 0,0-1-1 0 0,0 0 1 0 0,0 1 0 0 0,-1-1 0 0 0,0 1 0 0 0,0 0 0 0 0,-1 0-1 0 0,0 0 1 0 0,0 0 0 0 0,-1-1 0 0 0,-1 11 0 0 0,0-7-13 0 0,-1 1 0 0 0,-1 0 0 0 0,0-1 1 0 0,0 0-1 0 0,-1 0 0 0 0,-10 20 0 0 0,0-6 177 0 0,-1-1 0 0 0,-2-1 0 0 0,0-1 0 0 0,-1 0 0 0 0,-32 29 1 0 0,21-22 278 0 0,8-8 401 0 0,-27 21 1 0 0,48-42-968 0 0,-1 0-1 0 0,1 0 1 0 0,0 0 0 0 0,0 1-1 0 0,0-1 1 0 0,-1 0 0 0 0,1 0-1 0 0,0 0 1 0 0,0 0 0 0 0,0 0-1 0 0,-1 0 1 0 0,1 0 0 0 0,0 1-1 0 0,0-1 1 0 0,0 0 0 0 0,0 0-1 0 0,0 0 1 0 0,-1 0 0 0 0,1 0-1 0 0,0 1 1 0 0,0-1 0 0 0,0 0-1 0 0,0 0 1 0 0,0 0-1 0 0,0 1 1 0 0,0-1 0 0 0,0 0-1 0 0,0 0 1 0 0,0 0 0 0 0,0 1-1 0 0,0-1 1 0 0,0 0 0 0 0,0 0-1 0 0,0 1 1 0 0,0-1 0 0 0,0 0-1 0 0,0 0 1 0 0,0 0 0 0 0,0 1-1 0 0,0-1 1 0 0,0 0 0 0 0,0 0-1 0 0,0 0 1 0 0,0 1 0 0 0,0-1-1 0 0,0 0 1 0 0,1 0 0 0 0,-1 0-1 0 0,0 0 1 0 0,0 1 0 0 0,0-1-1 0 0,0 0 1 0 0,1 0-1 0 0,-1 0 1 0 0,0 0 0 0 0,0 0-1 0 0,0 0 1 0 0,12 3 121 0 0,7-3-58 0 0,0-2 0 0 0,0 0 0 0 0,37-9-1 0 0,-18 3-24 0 0,176-30 42 0 0,229-46-1653 0 0,-436 83 849 0 0,0-1 0 0 0,0 0 0 0 0,0-1 0 0 0,0 1 0 0 0,11-7 1 0 0,-11 3-1974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0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66 1844 0 0,'-50'4'10834'0'0,"30"-2"-6110"0"0,11-2-1345 0 0,16-1-2058 0 0,34 0-834 0 0,115-16 515 0 0,-4 1-1959 0 0,-50 0-3055 0 0,-62 6 267 0 0,-15 0-1915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0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32 528 0 0,'-15'-9'3540'0'0,"11"6"-2562"0"0,0 0 0 0 0,0 1 0 0 0,0 0 0 0 0,-1-1 0 0 0,1 1 0 0 0,-1 1 0 0 0,1-1 0 0 0,-1 1 0 0 0,0 0 0 0 0,-6-1 0 0 0,9 2-845 0 0,1 0 1 0 0,-1 1-1 0 0,1-1 0 0 0,-1 0 1 0 0,1 1-1 0 0,-1 0 0 0 0,1-1 1 0 0,-1 1-1 0 0,1 0 1 0 0,0 0-1 0 0,-1 0 0 0 0,1 0 1 0 0,0 0-1 0 0,0 0 0 0 0,-1 0 1 0 0,1 0-1 0 0,0 0 0 0 0,-1 3 1 0 0,-16 26 956 0 0,15-25-848 0 0,-12 27 345 0 0,2 0 1 0 0,-18 62-1 0 0,-8 73-222 0 0,36-153-340 0 0,-20 144-2837 0 0,21-52-6036 0 0,5-72 2068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0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 1444 0 0,'-74'52'14455'0'0,"78"-49"-14142"0"0,-4-3-309 0 0,0 0 0 0 0,0 1 1 0 0,0-1-1 0 0,0 0 0 0 0,0 1 0 0 0,1-1 1 0 0,-1 0-1 0 0,0 0 0 0 0,0 0 1 0 0,0 1-1 0 0,0-1 0 0 0,0 0 0 0 0,1 0 1 0 0,-1 1-1 0 0,0-1 0 0 0,0 0 1 0 0,1 0-1 0 0,-1 0 0 0 0,0 0 0 0 0,0 0 1 0 0,0 1-1 0 0,1-1 0 0 0,-1 0 1 0 0,0 0-1 0 0,1 0 0 0 0,-1 0 0 0 0,0 0 1 0 0,0 0-1 0 0,1 0 0 0 0,-1 0 1 0 0,0 0-1 0 0,0 0 0 0 0,1 0 1 0 0,-1 0-1 0 0,0 0 0 0 0,1 0 0 0 0,-1 0 1 0 0,0 0-1 0 0,0 0 0 0 0,1 0 1 0 0,51-10-1728 0 0,4-4-4769 0 0,-26 5 723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0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2052 0 0,'7'6'13033'0'0,"11"-8"-12469"0"0,8-2-524 0 0,-10 3-400 0 0,6-1-492 0 0,0-1-704 0 0,4-1-2476 0 0,0 1-2453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0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24 712 0 0,'8'-8'10330'0'0,"12"-2"-2039"0"0,0 5-5950 0 0,-4 4-5670 0 0,4 1-5023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2340 0 0,'29'-5'10278'0'0,"9"-7"-161"0"0,-16-1-7640 0 0,-18 10-2836 0 0,9-6-3518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52 102 700 0 0,'-52'-30'20471'0'0,"61"26"-20594"0"0,7 1 332 0 0,0 1 0 0 0,-1 0 0 0 0,23 1 0 0 0,6-1-66 0 0,110-11 63 0 0,74-5-296 0 0,-77 1-3881 0 0,-130 13 1957 0 0,6-2-5975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66 80 0 0,'-65'-66'17525'0'0,"50"74"-15790"0"0,13-5-1584 0 0,0 0 1 0 0,0 1 0 0 0,0-1-1 0 0,1 0 1 0 0,0 0 0 0 0,-1 1-1 0 0,1-1 1 0 0,0 1 0 0 0,1-1-1 0 0,-1 1 1 0 0,0 7-1 0 0,0-1 137 0 0,-8 41 285 0 0,-61 462-124 0 0,67-408-4279 0 0,4-90 940 0 0,0 0 1 0 0,5 22 0 0 0,2-14-4678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2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52 2116 0 0,'-2'-14'3550'0'0,"-8"-23"6637"0"0,5 37-9908 0 0,1 1-1 0 0,-1 0 0 0 0,1 0 0 0 0,-1 0 1 0 0,1 0-1 0 0,0 1 0 0 0,-1 0 0 0 0,1 0 0 0 0,0 0 1 0 0,0 0-1 0 0,-4 3 0 0 0,-43 36 1208 0 0,35-27-984 0 0,-27 25 586 0 0,3 1 1 0 0,-68 85 0 0 0,-50 108 362 0 0,119-166-1238 0 0,4 1 0 0 0,2 1 1 0 0,-42 130-1 0 0,68-174-172 0 0,1 0 0 0 0,0 0 0 0 0,2 1 0 0 0,1-1 1 0 0,2 1-1 0 0,0 0 0 0 0,1 0 0 0 0,2-1 0 0 0,7 43 0 0 0,-5-53-507 0 0,0-1-1 0 0,0 0 0 0 0,1 0 0 0 0,1-1 0 0 0,1 1 0 0 0,0-1 1 0 0,16 22-1 0 0,-16-25-680 0 0,1-1 1 0 0,1-1 0 0 0,-1 1-1 0 0,1-1 1 0 0,1-1 0 0 0,-1 0-1 0 0,1 0 1 0 0,1-1 0 0 0,-1 0-1 0 0,19 7 1 0 0,0-2-7267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11 198 372 0 0,'-3'-20'2865'0'0,"0"6"-1011"0"0,1 0 0 0 0,0 0 1 0 0,2 0-1 0 0,-1 0 0 0 0,3-18 1 0 0,-2 31-1791 0 0,0 0 1 0 0,1 0 0 0 0,-1 0 0 0 0,0 0 0 0 0,1 1-1 0 0,-1-1 1 0 0,1 0 0 0 0,-1 0 0 0 0,1 0-1 0 0,-1 1 1 0 0,1-1 0 0 0,-1 0 0 0 0,1 1 0 0 0,0-1-1 0 0,-1 1 1 0 0,1-1 0 0 0,0 0 0 0 0,0 1-1 0 0,-1-1 1 0 0,1 1 0 0 0,0 0 0 0 0,0-1 0 0 0,0 1-1 0 0,0 0 1 0 0,-1-1 0 0 0,1 1 0 0 0,0 0-1 0 0,0 0 1 0 0,0 0 0 0 0,0 0 0 0 0,0 0 0 0 0,0 0-1 0 0,0 0 1 0 0,0 0 0 0 0,0 0 0 0 0,-1 0-1 0 0,1 1 1 0 0,0-1 0 0 0,0 0 0 0 0,2 1 0 0 0,2 1 75 0 0,0 0 1 0 0,0 0 0 0 0,0 0 0 0 0,0 1 0 0 0,5 3 0 0 0,-5-2-43 0 0,0-1-1 0 0,0 1 1 0 0,0 1 0 0 0,-1-1 0 0 0,1 1 0 0 0,-1-1 0 0 0,0 1 0 0 0,0 0 0 0 0,-1 1 0 0 0,1-1 0 0 0,-1 1 0 0 0,-1-1 0 0 0,1 1 0 0 0,-1 0-1 0 0,0 0 1 0 0,0 0 0 0 0,0 0 0 0 0,-1 1 0 0 0,0-1 0 0 0,0 0 0 0 0,-1 7 0 0 0,0-5-25 0 0,-1 0 1 0 0,0 0 0 0 0,-1 0-1 0 0,0 0 1 0 0,0-1-1 0 0,0 1 1 0 0,-1-1-1 0 0,0 0 1 0 0,-1 1 0 0 0,1-1-1 0 0,-1-1 1 0 0,-1 1-1 0 0,1 0 1 0 0,-1-1-1 0 0,-1 0 1 0 0,-8 8 0 0 0,-53 49 512 0 0,66-61-497 0 0,3-4-69 0 0,47-37 20 0 0,87-90 0 0 0,-112 102 14 0 0,0 0 1 0 0,-2-2-1 0 0,0 0 1 0 0,32-64-1 0 0,-53 93-48 0 0,-1-1 1 0 0,1 0-1 0 0,-1 1 1 0 0,1-1-1 0 0,-1 0 1 0 0,0 0-1 0 0,0 1 0 0 0,1-1 1 0 0,-1 0-1 0 0,0 0 1 0 0,0 0-1 0 0,0 1 0 0 0,0-1 1 0 0,0 0-1 0 0,1 0 1 0 0,-2 0-1 0 0,1 0 0 0 0,0 1 1 0 0,0-1-1 0 0,0 0 1 0 0,0 0-1 0 0,-1-1 0 0 0,0 1 2 0 0,1 1 0 0 0,-1 0 0 0 0,0 0 0 0 0,1 0 0 0 0,-1 0 0 0 0,0-1 0 0 0,1 1 0 0 0,-1 0 0 0 0,1 0 0 0 0,-1 0 0 0 0,0 0 0 0 0,1 0 0 0 0,-1 0 0 0 0,0 1 0 0 0,1-1 0 0 0,-1 0-1 0 0,0 0 1 0 0,1 0 0 0 0,-1 1 0 0 0,0-1 0 0 0,0 1 0 0 0,-5 2 59 0 0,0 0 0 0 0,0 0 0 0 0,1 1 0 0 0,-10 7 0 0 0,1 2 43 0 0,1 1 0 0 0,1 0 0 0 0,0 0 0 0 0,1 1 1 0 0,0 1-1 0 0,1 0 0 0 0,1 1 0 0 0,-8 19 0 0 0,13-28-167 0 0,1 0-1 0 0,1 1 1 0 0,0-1-1 0 0,0 1 0 0 0,0 0 1 0 0,1 0-1 0 0,1-1 1 0 0,-1 1-1 0 0,1 0 1 0 0,1 0-1 0 0,0 0 0 0 0,0-1 1 0 0,1 1-1 0 0,0 0 1 0 0,0-1-1 0 0,1 1 0 0 0,0-1 1 0 0,0 0-1 0 0,8 12 1 0 0,-7-13-537 0 0,1-1 1 0 0,0 1 0 0 0,0-1-1 0 0,1 0 1 0 0,-1 0-1 0 0,13 9 1 0 0,23 10-8043 0 0,-23-16 1017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3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2936 0 0,'8'-21'7114'0'0,"0"-1"-1433"0"0,-6 22-4988 0 0,0 1-569 0 0,0-1 1 0 0,-1 1-1 0 0,1-1 1 0 0,0 1 0 0 0,-1-1-1 0 0,1 1 1 0 0,-1 0 0 0 0,1 0-1 0 0,-1 0 1 0 0,1 0 0 0 0,-1 0-1 0 0,1 0 1 0 0,-1 0-1 0 0,0 1 1 0 0,0-1 0 0 0,2 2-1 0 0,0 2 111 0 0,0 0 0 0 0,0 0 0 0 0,0 0 0 0 0,-1 0 0 0 0,2 6 0 0 0,1 4 156 0 0,-1 0-1 0 0,-1 0 0 0 0,2 18 0 0 0,-4-26-313 0 0,-1 1 0 0 0,0 0 0 0 0,0-1 0 0 0,-1 1 0 0 0,0 0 0 0 0,0-1-1 0 0,-1 1 1 0 0,0-1 0 0 0,0 0 0 0 0,-1 0 0 0 0,0 0 0 0 0,0 0 0 0 0,0 0 0 0 0,-1 0 0 0 0,-9 11-1 0 0,12-16-67 0 0,0-1 0 0 0,1 0-1 0 0,-1 0 1 0 0,0 0 0 0 0,0 0 0 0 0,0-1-1 0 0,0 1 1 0 0,0 0 0 0 0,0 0-1 0 0,0 0 1 0 0,0-1 0 0 0,0 1-1 0 0,0-1 1 0 0,0 1 0 0 0,0-1-1 0 0,-1 1 1 0 0,1-1 0 0 0,0 1 0 0 0,0-1-1 0 0,-1 0 1 0 0,1 0 0 0 0,0 0-1 0 0,-2 0 1 0 0,2 0-11 0 0,1-1 0 0 0,-1 1 0 0 0,1-1 0 0 0,-1 1 0 0 0,1-1-1 0 0,-1 1 1 0 0,1-1 0 0 0,-1 1 0 0 0,1-1 0 0 0,0 0 0 0 0,-1 1 0 0 0,1-1 0 0 0,0 0 0 0 0,0 1 0 0 0,-1-1 0 0 0,1 0-1 0 0,0 1 1 0 0,0-1 0 0 0,0 0 0 0 0,0 0 0 0 0,0 1 0 0 0,0-1 0 0 0,0 0 0 0 0,0 0 0 0 0,0 1 0 0 0,0-1 0 0 0,1 0-1 0 0,-1 1 1 0 0,0-1 0 0 0,0 0 0 0 0,1 1 0 0 0,-1-1 0 0 0,0 0 0 0 0,1 0 0 0 0,7-17-39 0 0,0 2 1 0 0,1-1-1 0 0,1 1 0 0 0,0 0 1 0 0,1 1-1 0 0,25-27 1 0 0,-17 23 25 0 0,1 2 0 0 0,0 0 0 0 0,1 1 0 0 0,32-19 0 0 0,-49 33 17 0 0,1-1 0 0 0,-1 1 0 0 0,1 0 0 0 0,-1 0 1 0 0,1 1-1 0 0,0-1 0 0 0,0 1 0 0 0,0 0 0 0 0,0 1 0 0 0,0-1 0 0 0,0 1 0 0 0,0 0 0 0 0,0 0 0 0 0,9 2 0 0 0,-11-2 34 0 0,1 1-1 0 0,-1 1 0 0 0,0-1 0 0 0,0 0 0 0 0,0 1 1 0 0,0 0-1 0 0,0-1 0 0 0,0 1 0 0 0,0 1 0 0 0,0-1 1 0 0,-1 0-1 0 0,1 0 0 0 0,-1 1 0 0 0,0 0 0 0 0,0-1 0 0 0,0 1 1 0 0,0 0-1 0 0,0 0 0 0 0,0 0 0 0 0,-1 0 0 0 0,1 0 1 0 0,0 6-1 0 0,1 0 36 0 0,-1 0 0 0 0,0 1 0 0 0,0-1 1 0 0,-1 0-1 0 0,0 1 0 0 0,-2 17 0 0 0,-1 0 156 0 0,-8 28 0 0 0,5-34-1603 0 0,2 1 0 0 0,-2 34 0 0 0,5-54 908 0 0,0 1 1 0 0,0-1 0 0 0,0 0 0 0 0,1 1 0 0 0,-1-1 0 0 0,1 0 0 0 0,-1 0 0 0 0,1 1 0 0 0,1 3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3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3 242 636 0 0,'-1'-54'9314'0'0,"0"41"-7293"0"0,1 0 0 0 0,0 1 0 0 0,2-21 1 0 0,-1 30-1839 0 0,-1-1 1 0 0,1 1 0 0 0,0-1 0 0 0,1 1 0 0 0,-1-1-1 0 0,1 1 1 0 0,-1 0 0 0 0,1 0 0 0 0,0-1 0 0 0,0 1-1 0 0,0 0 1 0 0,1 1 0 0 0,-1-1 0 0 0,1 0 0 0 0,-1 1-1 0 0,6-4 1 0 0,2-1-32 0 0,1 1 0 0 0,0 1 0 0 0,0-1 0 0 0,0 2 0 0 0,1 0 0 0 0,0 0 0 0 0,0 1 0 0 0,15-2-1 0 0,102-5-1539 0 0,-96 9-167 0 0,-9 0-276 0 0,30-2-6748 0 0,-35 1 1810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3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428 139 888 0 0,'2'-3'730'0'0,"0"-1"0"0"0,0 0 0 0 0,0 0 0 0 0,0 0 1 0 0,-1-1-1 0 0,1 1 0 0 0,-1 0 0 0 0,0 0 0 0 0,-1-1 0 0 0,1 1 0 0 0,-1-1 0 0 0,1 1 0 0 0,-1 0 0 0 0,-1-1 0 0 0,1 1 1 0 0,-2-9-1 0 0,1 10-488 0 0,-1-1 1 0 0,1 1 0 0 0,0 0-1 0 0,-1 0 1 0 0,0 0 0 0 0,0 0 0 0 0,0 0-1 0 0,0 1 1 0 0,0-1 0 0 0,0 0-1 0 0,-1 1 1 0 0,1 0 0 0 0,-1-1-1 0 0,0 1 1 0 0,1 0 0 0 0,-1 1 0 0 0,0-1-1 0 0,0 0 1 0 0,0 1 0 0 0,-1 0-1 0 0,1-1 1 0 0,-6 0 0 0 0,1 1-53 0 0,0 0 1 0 0,0 0-1 0 0,0 1 0 0 0,0 0 1 0 0,0 0-1 0 0,0 1 0 0 0,0 0 1 0 0,1 0-1 0 0,-1 1 1 0 0,0 0-1 0 0,0 1 0 0 0,1 0 1 0 0,-14 7-1 0 0,0 1 73 0 0,0 1-1 0 0,1 1 0 0 0,-26 21 1 0 0,32-22-209 0 0,0-1 1 0 0,1 2-1 0 0,0 0 1 0 0,1 0 0 0 0,1 1-1 0 0,0 1 1 0 0,1-1-1 0 0,0 2 1 0 0,1 0-1 0 0,1 0 1 0 0,0 0 0 0 0,-6 22-1 0 0,13-34-54 0 0,0 1 1 0 0,1-1-1 0 0,-1 1 0 0 0,1-1 1 0 0,0 1-1 0 0,0-1 0 0 0,0 1 0 0 0,0 0 1 0 0,1-1-1 0 0,0 1 0 0 0,0-1 1 0 0,0 1-1 0 0,1-1 0 0 0,-1 0 0 0 0,1 1 1 0 0,0-1-1 0 0,0 0 0 0 0,1 0 1 0 0,-1 0-1 0 0,1-1 0 0 0,0 1 0 0 0,0-1 1 0 0,0 1-1 0 0,0-1 0 0 0,0 0 1 0 0,1 0-1 0 0,0 0 0 0 0,6 3 0 0 0,-5-3-14 0 0,0 0-1 0 0,-1-1 1 0 0,1 0-1 0 0,0 0 1 0 0,0-1-1 0 0,1 1 1 0 0,-1-1-1 0 0,0 0 1 0 0,0 0-1 0 0,1-1 1 0 0,-1 0-1 0 0,0 0 1 0 0,1 0-1 0 0,-1 0 1 0 0,0-1-1 0 0,0 0 1 0 0,1 0-1 0 0,-1 0 1 0 0,0-1-1 0 0,0 0 1 0 0,0 0-1 0 0,0 0 0 0 0,-1-1 1 0 0,8-4-1 0 0,-4 1 2 0 0,0-1 0 0 0,0 0 0 0 0,-1-1-1 0 0,0 1 1 0 0,0-2 0 0 0,7-11 0 0 0,29-57 27 0 0,-11 16 507 0 0,-19 48-331 0 0,-13 13-181 0 0,0-1 1 0 0,1 1 0 0 0,-1 0-1 0 0,0 0 1 0 0,1 0 0 0 0,-1 0-1 0 0,0 0 1 0 0,0 0 0 0 0,1 0-1 0 0,-1 0 1 0 0,0 0 0 0 0,1 0-1 0 0,-1 0 1 0 0,0 0 0 0 0,0 0-1 0 0,1 0 1 0 0,-1 0 0 0 0,0 0-1 0 0,1 1 1 0 0,-1-1 0 0 0,0 0-1 0 0,0 0 1 0 0,1 0 0 0 0,-1 0-1 0 0,0 0 1 0 0,0 1 0 0 0,0-1-1 0 0,1 0 1 0 0,-1 0 0 0 0,0 0-1 0 0,0 1 1 0 0,1-1 0 0 0,0 2 21 0 0,0 1 0 0 0,-1-1 0 0 0,1 0 0 0 0,0 1 0 0 0,-1-1 0 0 0,1 0-1 0 0,-1 1 1 0 0,0-1 0 0 0,0 0 0 0 0,1 1 0 0 0,-2 3 0 0 0,-12 104 267 0 0,5-51-3370 0 0,2-1-7398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4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3044 0 0,'1'-4'1274'0'0,"1"-1"-1"0"0,-1 0 1 0 0,1 1-1 0 0,1-1 1 0 0,-1 1-1 0 0,0-1 0 0 0,1 1 1 0 0,0 0-1 0 0,6-6 1 0 0,-8 9-1141 0 0,0 1 0 0 0,0-1-1 0 0,0 1 1 0 0,1-1 0 0 0,-1 1 0 0 0,0 0 0 0 0,0 0 0 0 0,1 0 0 0 0,-1-1-1 0 0,0 1 1 0 0,1 0 0 0 0,-1 0 0 0 0,0 1 0 0 0,1-1 0 0 0,-1 0 0 0 0,0 0-1 0 0,2 1 1 0 0,22 9 793 0 0,-18-6-743 0 0,0 0 0 0 0,-1 1 0 0 0,1 0 0 0 0,-1 0 0 0 0,0 0 0 0 0,0 1 0 0 0,-1 0 0 0 0,0 0 0 0 0,0 0 0 0 0,0 1 0 0 0,-1 0 1 0 0,6 11-1 0 0,-8-13-135 0 0,1 1 1 0 0,-1 0 0 0 0,0-1 0 0 0,0 1 0 0 0,0 0 0 0 0,-1 0-1 0 0,0 0 1 0 0,0 0 0 0 0,-1 0 0 0 0,0 0 0 0 0,0 0 0 0 0,0 0 0 0 0,-1 0-1 0 0,1 0 1 0 0,-2 0 0 0 0,1 0 0 0 0,-3 6 0 0 0,3-8-22 0 0,-1-1 0 0 0,0 1 0 0 0,0-1 0 0 0,0 0 1 0 0,0 0-1 0 0,0 0 0 0 0,-1 0 0 0 0,1-1 0 0 0,-1 1 0 0 0,0 0 1 0 0,-5 3-1 0 0,6-6-10 0 0,2 0-17 0 0,-1 0-1 0 0,1 0 0 0 0,-1-1 1 0 0,1 1-1 0 0,-1 0 1 0 0,1-1-1 0 0,-1 1 1 0 0,1-1-1 0 0,-1 1 1 0 0,1 0-1 0 0,0-1 1 0 0,-1 1-1 0 0,1-1 1 0 0,0 1-1 0 0,-1-1 1 0 0,1 1-1 0 0,0-1 1 0 0,-1 0-1 0 0,7-16-1 0 0,0 1-1 0 0,1 1 1 0 0,1-1-1 0 0,1 1 1 0 0,0 0-1 0 0,16-20 1 0 0,-11 18-2 0 0,1 0-1 0 0,1 1 1 0 0,0 0 0 0 0,29-20-1 0 0,-41 33 3 0 0,0-1 2 0 0,1 1-1 0 0,-1 0 0 0 0,1-1 0 0 0,0 2 1 0 0,0-1-1 0 0,1 1 0 0 0,-1-1 1 0 0,0 1-1 0 0,1 1 0 0 0,-1-1 1 0 0,1 1-1 0 0,0 0 0 0 0,6 0 0 0 0,-6 2 18 0 0,-1 0-1 0 0,1 0 0 0 0,-1 0 1 0 0,1 1-1 0 0,-1 0 0 0 0,0 0 0 0 0,0 1 1 0 0,0-1-1 0 0,0 1 0 0 0,0 0 1 0 0,0 1-1 0 0,-1-1 0 0 0,1 1 0 0 0,-1 0 1 0 0,0 0-1 0 0,0 0 0 0 0,-1 0 1 0 0,1 1-1 0 0,-1 0 0 0 0,0-1 0 0 0,0 1 1 0 0,-1 0-1 0 0,1 1 0 0 0,-1-1 1 0 0,0 0-1 0 0,0 1 0 0 0,-1-1 0 0 0,0 1 1 0 0,0-1-1 0 0,0 1 0 0 0,-1 0 1 0 0,0 10-1 0 0,0 10-235 0 0,-6 35-1 0 0,1-31-3403 0 0,-1 0-5041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4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4 181 3676 0 0,'-1'-42'3482'0'0,"-1"24"-1654"0"0,2-1 0 0 0,0 0 1 0 0,1 1-1 0 0,6-27 0 0 0,-7 44-1734 0 0,0 0 0 0 0,1 0 0 0 0,-1 0 0 0 0,0 0-1 0 0,1 0 1 0 0,-1 0 0 0 0,1 0 0 0 0,-1 0-1 0 0,1 0 1 0 0,0 0 0 0 0,-1 1 0 0 0,1-1 0 0 0,0 0-1 0 0,0 0 1 0 0,-1 1 0 0 0,1-1 0 0 0,0 0-1 0 0,0 1 1 0 0,0-1 0 0 0,0 1 0 0 0,0 0 0 0 0,0-1-1 0 0,0 1 1 0 0,0-1 0 0 0,0 1 0 0 0,0 0-1 0 0,0 0 1 0 0,0 0 0 0 0,0 0 0 0 0,0 0 0 0 0,0 0-1 0 0,0 0 1 0 0,0 0 0 0 0,0 0 0 0 0,0 0-1 0 0,0 0 1 0 0,0 1 0 0 0,0-1 0 0 0,0 0-1 0 0,0 1 1 0 0,0-1 0 0 0,1 2 0 0 0,5 0 132 0 0,-1 1 1 0 0,0 1 0 0 0,0-1 0 0 0,0 1-1 0 0,7 6 1 0 0,13 14 268 0 0,0 2 0 0 0,-2 0 1 0 0,0 2-1 0 0,-2 0 0 0 0,-2 1 0 0 0,0 1 0 0 0,-2 2 1 0 0,-1-1-1 0 0,12 35 0 0 0,-15-30-311 0 0,-1 1 0 0 0,-3 0-1 0 0,0 0 1 0 0,-3 1 0 0 0,-1 0-1 0 0,-2 0 1 0 0,-1 0 0 0 0,-4 53-1 0 0,-2-58-143 0 0,-1 0 0 0 0,-2-1 1 0 0,-1 1-1 0 0,-2-1 0 0 0,-1 0 0 0 0,-2-1 0 0 0,-1 0 0 0 0,-22 39 0 0 0,21-47-669 0 0,-1 0-1 0 0,-2-1 0 0 0,-24 27 1 0 0,33-42-399 0 0,0 0 1 0 0,0-1-1 0 0,-12 8 0 0 0,12-9-690 0 0,6-4 1247 0 0,1-1 1 0 0,-1 0-1 0 0,1 0 0 0 0,-1 0 0 0 0,1 0 0 0 0,-1 0 0 0 0,1 0 1 0 0,0 0-1 0 0,-1 0 0 0 0,1 0 0 0 0,-1-1 0 0 0,1 1 0 0 0,-1 0 1 0 0,1-1-1 0 0,0 0 0 0 0,-1 1 0 0 0,1-1 0 0 0,0 0 0 0 0,-1 1 1 0 0,1-1-1 0 0,-2-2 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5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0 174 408 0 0,'30'-60'6224'0'0,"-15"28"-1610"0"0,25-39 0 0 0,-39 70-4543 0 0,-1 0 1 0 0,1 0-1 0 0,0 1 0 0 0,-1-1 1 0 0,1 0-1 0 0,0 1 0 0 0,0-1 0 0 0,0 0 1 0 0,0 1-1 0 0,-1-1 0 0 0,1 1 1 0 0,0-1-1 0 0,0 1 0 0 0,0 0 0 0 0,0-1 1 0 0,0 1-1 0 0,0 0 0 0 0,0 0 1 0 0,0-1-1 0 0,0 1 0 0 0,0 0 1 0 0,0 0-1 0 0,0 0 0 0 0,0 0 0 0 0,0 1 1 0 0,0-1-1 0 0,0 0 0 0 0,0 0 1 0 0,0 1-1 0 0,0-1 0 0 0,0 0 0 0 0,0 1 1 0 0,0-1-1 0 0,0 1 0 0 0,0-1 1 0 0,0 1-1 0 0,-1-1 0 0 0,1 1 0 0 0,0 0 1 0 0,1 1-1 0 0,1 0 70 0 0,-1 0 0 0 0,1 1 0 0 0,0 0 0 0 0,-1 0 0 0 0,1 0 0 0 0,-1 0 0 0 0,0 0 0 0 0,0 0 0 0 0,0 0 0 0 0,1 5 0 0 0,-1-2 44 0 0,0 1 0 0 0,-1-1 0 0 0,0 1 0 0 0,-1 0 0 0 0,1-1 0 0 0,-1 1 0 0 0,0 0 0 0 0,-1 0 1 0 0,0-1-1 0 0,0 1 0 0 0,0 0 0 0 0,-5 10 0 0 0,-2 6 396 0 0,-2-1 0 0 0,-15 26 0 0 0,7-13-104 0 0,17-34-457 0 0,1 0 1 0 0,-1 0-1 0 0,0 1 0 0 0,1-1 0 0 0,-1 0 0 0 0,1 0 0 0 0,-1 1 1 0 0,1-1-1 0 0,0 0 0 0 0,0 1 0 0 0,-1-1 0 0 0,1 1 0 0 0,0-1 1 0 0,0 0-1 0 0,0 1 0 0 0,1-1 0 0 0,-1 0 0 0 0,0 1 0 0 0,0-1 0 0 0,1 0 1 0 0,-1 1-1 0 0,1-1 0 0 0,0 2 0 0 0,1-1-6 0 0,-1-1 0 0 0,1 1 0 0 0,0-1-1 0 0,0 1 1 0 0,-1-1 0 0 0,1 0 0 0 0,0 0 0 0 0,0 0 0 0 0,0 0-1 0 0,1 0 1 0 0,-1 0 0 0 0,0-1 0 0 0,0 1 0 0 0,3 0 0 0 0,12 2-12 0 0,0 0 1 0 0,1-2 0 0 0,-1 0-1 0 0,21-1 1 0 0,72-11-1272 0 0,-54 5-200 0 0,40-8-2997 0 0,-32 2-3995 0 0,-35 6 865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5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20 2344 0 0,'-70'-4'12176'0'0,"81"1"-11847"0"0,20-1-391 0 0,46-2 0 0 0,-34 4-1657 0 0,7 2-4035 0 0,-30 0 906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54 200 0 0,'-94'39'16035'0'0,"99"-39"-15730"0"0,140-29-191 0 0,-46 2-2819 0 0,-20 6-2431 0 0,-19 5-1273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5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357 114 1008 0 0,'-39'-108'18407'0'0,"39"107"-18373"0"0,0 1 0 0 0,0 0-1 0 0,0 0 1 0 0,0 0 0 0 0,0 0 0 0 0,0-1-1 0 0,0 1 1 0 0,0 0 0 0 0,0 0 0 0 0,0 0-1 0 0,0-1 1 0 0,0 1 0 0 0,0 0 0 0 0,0 0-1 0 0,0 0 1 0 0,0-1 0 0 0,-1 1 0 0 0,1 0-1 0 0,0 0 1 0 0,0 0 0 0 0,0 0 0 0 0,0 0 0 0 0,0-1-1 0 0,0 1 1 0 0,-1 0 0 0 0,1 0 0 0 0,0 0-1 0 0,0 0 1 0 0,0 0 0 0 0,0 0 0 0 0,-1 0-1 0 0,1-1 1 0 0,0 1 0 0 0,0 0 0 0 0,0 0-1 0 0,0 0 1 0 0,-1 0 0 0 0,1 0 0 0 0,0 0-1 0 0,0 0 1 0 0,0 0 0 0 0,-1 0 0 0 0,1 0-1 0 0,0 0 1 0 0,0 0 0 0 0,0 0 0 0 0,-1 0-1 0 0,1 0 1 0 0,0 1 0 0 0,0-1 0 0 0,0 0-1 0 0,0 0 1 0 0,-1 0 0 0 0,1 0 0 0 0,-6 15 1058 0 0,-3 30-41 0 0,8-40-851 0 0,-17 85 1218 0 0,-41 117-1 0 0,-46 81-1164 0 0,40-115-1048 0 0,63-168 531 0 0,-34 107-3219 0 0,29-74-451 0 0,4-2-3399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6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325 237 2476 0 0,'118'-200'14656'0'0,"-117"199"-14538"0"0,0-1-1 0 0,0 1 1 0 0,-1 0-1 0 0,1 0 1 0 0,-1 0-1 0 0,1-1 0 0 0,-1 1 1 0 0,1 0-1 0 0,-1-1 1 0 0,0 1-1 0 0,0 0 1 0 0,0 0-1 0 0,0-1 1 0 0,0 1-1 0 0,0 0 1 0 0,0-1-1 0 0,0-2 1 0 0,-1 4-80 0 0,1-1 0 0 0,-1 0 1 0 0,1 0-1 0 0,-1 1 0 0 0,0-1 1 0 0,1 0-1 0 0,-1 1 0 0 0,0-1 1 0 0,1 1-1 0 0,-1-1 0 0 0,0 1 1 0 0,0-1-1 0 0,1 1 0 0 0,-1-1 1 0 0,0 1-1 0 0,0 0 0 0 0,0-1 1 0 0,0 1-1 0 0,0 0 0 0 0,1 0 1 0 0,-1 0-1 0 0,0 0 1 0 0,0 0-1 0 0,-2 0 0 0 0,-9 0 68 0 0,0 0 0 0 0,0 1 0 0 0,0 1 0 0 0,0 0 0 0 0,0 1 0 0 0,-15 5 0 0 0,-68 31 98 0 0,55-22-128 0 0,-127 55 49 0 0,166-71-125 0 0,-1-1 0 0 0,1 1 0 0 0,-1 0 0 0 0,1-1 0 0 0,0 1 0 0 0,-1 0 0 0 0,1 0 0 0 0,0 0-1 0 0,-1 0 1 0 0,1 0 0 0 0,0 0 0 0 0,0 0 0 0 0,0 0 0 0 0,0 0 0 0 0,0 1 0 0 0,0-1 0 0 0,0 0 0 0 0,0 1 0 0 0,1-1 0 0 0,-1 0 0 0 0,0 1 0 0 0,1-1 0 0 0,-1 2 0 0 0,1 0 1 0 0,0-1 1 0 0,0 1-1 0 0,0-1 0 0 0,1 0 1 0 0,-1 0-1 0 0,1 1 1 0 0,-1-1-1 0 0,1 0 1 0 0,0 0-1 0 0,0 1 1 0 0,0-1-1 0 0,0 0 1 0 0,2 3-1 0 0,5 5 15 0 0,0 0 0 0 0,0 0 1 0 0,1-1-1 0 0,13 11 0 0 0,6 2-4 0 0,0-1 0 0 0,1-2 0 0 0,1-1 0 0 0,1-1 0 0 0,1-2 0 0 0,0-1 0 0 0,67 19 0 0 0,-64-24-1551 0 0,1-2-1 0 0,39 3 1 0 0,-20-8-5935 0 0,-30-3 422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6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23 285 24 0 0,'-6'-100'6746'0'0,"-2"-59"2125"0"0,8 158-8820 0 0,0 0 0 0 0,0 1 0 0 0,0-1 0 0 0,0 0 0 0 0,0 0 0 0 0,0 0 0 0 0,0 0 0 0 0,0 0 1 0 0,0 0-1 0 0,1 0 0 0 0,-1 0 0 0 0,0 0 0 0 0,1 0 0 0 0,-1 0 0 0 0,1 0 0 0 0,-1 1 0 0 0,1-1 0 0 0,-1 0 0 0 0,1 0 0 0 0,-1 0 1 0 0,1 1-1 0 0,0-1 0 0 0,-1 0 0 0 0,1 1 0 0 0,0-1 0 0 0,0 1 0 0 0,0-1 0 0 0,-1 1 0 0 0,1-1 0 0 0,0 1 0 0 0,0 0 0 0 0,0-1 1 0 0,0 1-1 0 0,0 0 0 0 0,0-1 0 0 0,0 1 0 0 0,0 0 0 0 0,0 0 0 0 0,0 0 0 0 0,0 0 0 0 0,0 0 0 0 0,0 0 0 0 0,0 0 0 0 0,0 1 1 0 0,0-1-1 0 0,-1 0 0 0 0,1 0 0 0 0,0 1 0 0 0,0-1 0 0 0,0 1 0 0 0,1 0 0 0 0,5 1 140 0 0,0 1 1 0 0,0 1-1 0 0,0-1 0 0 0,-1 1 0 0 0,9 6 0 0 0,-6-2-40 0 0,1 0-1 0 0,-1 0 0 0 0,-1 1 0 0 0,1 0 0 0 0,-2 0 0 0 0,1 1 0 0 0,-1 0 0 0 0,-1 0 0 0 0,1 1 0 0 0,-2 0 0 0 0,7 17 1 0 0,-9-20 2 0 0,-1 1 0 0 0,0-1 1 0 0,0 1-1 0 0,-1 0 1 0 0,0-1-1 0 0,-1 1 1 0 0,0 0-1 0 0,0 0 1 0 0,-1-1-1 0 0,0 1 0 0 0,0 0 1 0 0,-1-1-1 0 0,0 1 1 0 0,-1-1-1 0 0,0 0 1 0 0,-7 15-1 0 0,-1-4 333 0 0,-2-1 1 0 0,0 0-1 0 0,-1 0 0 0 0,-28 27 0 0 0,-12 14 617 0 0,26-28-615 0 0,26-29-441 0 0,4 1 13 0 0,-2-3-58 0 0,0 0-1 0 0,0 0 1 0 0,1 1-1 0 0,-1-1 1 0 0,0 0-1 0 0,0 0 1 0 0,0 1-1 0 0,0-1 1 0 0,0 0-1 0 0,0 0 1 0 0,0 0-1 0 0,0 1 1 0 0,0-1-1 0 0,0 0 1 0 0,1 0-1 0 0,-1 0 1 0 0,0 1-1 0 0,0-1 1 0 0,0 0-1 0 0,0 0 1 0 0,1 0-1 0 0,-1 1 1 0 0,0-1-1 0 0,0 0 0 0 0,0 0 1 0 0,1 0-1 0 0,-1 0 1 0 0,0 0-1 0 0,0 0 1 0 0,1 0-1 0 0,-1 0 1 0 0,0 0-1 0 0,0 1 1 0 0,1-1-1 0 0,-1 0 1 0 0,0 0-1 0 0,0 0 1 0 0,1 0-1 0 0,39-1-180 0 0,0 0-1 0 0,1-3 0 0 0,70-16 1 0 0,-48 9-906 0 0,18-2-1098 0 0,25-5-2441 0 0,-37 4-4407 0 0,-46 9 1035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7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61 1848 0 0,'31'-60'13474'0'0,"-31"70"-12634"0"0,-6 18 91 0 0,-103 256 2617 0 0,32-91-3801 0 0,56-131-1923 0 0,17-42-1037 0 0,3-1-3598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8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99 2240 0 0,'33'-13'4854'0'0,"0"-2"-1"0"0,39-23 1 0 0,-72 38-4782 0 0,1 0 0 0 0,-1-1 0 0 0,1 1 0 0 0,-1 0 1 0 0,1 0-1 0 0,0-1 0 0 0,-1 1 0 0 0,1-1 0 0 0,-1 1 0 0 0,0 0 0 0 0,1-1 0 0 0,-1 1 1 0 0,1-1-1 0 0,-1 1 0 0 0,0-1 0 0 0,1 1 0 0 0,-1-1 0 0 0,0 0 0 0 0,1 1 1 0 0,-1-1-1 0 0,0 1 0 0 0,0-1 0 0 0,0 0 0 0 0,1 1 0 0 0,-1-1 0 0 0,0 1 0 0 0,0-1 1 0 0,0 0-1 0 0,0 0 0 0 0,-1 0-24 0 0,1 0 0 0 0,-1 0 1 0 0,0 1-1 0 0,1-1 0 0 0,-1 0 0 0 0,0 1 0 0 0,0-1 1 0 0,0 0-1 0 0,1 1 0 0 0,-1-1 0 0 0,0 1 1 0 0,0-1-1 0 0,0 1 0 0 0,0 0 0 0 0,-2-1 0 0 0,-30-6 142 0 0,22 7-171 0 0,0 0-1 0 0,0 0 1 0 0,0 1 0 0 0,0 0-1 0 0,0 1 1 0 0,1 0 0 0 0,-1 1 0 0 0,0 0-1 0 0,1 1 1 0 0,0 0 0 0 0,0 1-1 0 0,-15 8 1 0 0,23-11-18 0 0,0-1 1 0 0,0 1-1 0 0,1-1 0 0 0,-1 1 1 0 0,0 0-1 0 0,0-1 0 0 0,1 1 0 0 0,-1 0 1 0 0,1 0-1 0 0,0 0 0 0 0,-1 1 1 0 0,1-1-1 0 0,0 0 0 0 0,0 0 0 0 0,1 1 1 0 0,-1-1-1 0 0,0 0 0 0 0,1 1 1 0 0,-1-1-1 0 0,1 3 0 0 0,0-1 2 0 0,1-1 0 0 0,-1 1 0 0 0,1 0 0 0 0,0-1 0 0 0,0 0 1 0 0,0 1-1 0 0,0-1 0 0 0,1 0 0 0 0,0 1 0 0 0,-1-1 0 0 0,1 0 0 0 0,3 3 0 0 0,6 8 5 0 0,1-2 0 0 0,0 0 0 0 0,1 0-1 0 0,21 14 1 0 0,-15-12 71 0 0,-6-5 221 0 0,-1 0-1 0 0,0 1 1 0 0,0 0-1 0 0,13 16 1 0 0,-24-25-154 0 0,0 1 0 0 0,0-1 0 0 0,0 0 0 0 0,0 0 0 0 0,0 1 0 0 0,0-1 0 0 0,-1 1 0 0 0,1-1 0 0 0,0 1 0 0 0,-1-1 0 0 0,1 1 0 0 0,-1-1 0 0 0,0 1 0 0 0,0-1 0 0 0,0 1 0 0 0,1 0 0 0 0,-1-1 0 0 0,0 1 0 0 0,-1-1 0 0 0,1 1 0 0 0,0 0 0 0 0,0-1-1 0 0,-1 1 1 0 0,0 1 0 0 0,0-1-19 0 0,-1 0 0 0 0,1 0-1 0 0,-1 1 1 0 0,0-1-1 0 0,0 0 1 0 0,0-1 0 0 0,0 1-1 0 0,0 0 1 0 0,0-1 0 0 0,0 1-1 0 0,0-1 1 0 0,-1 1-1 0 0,-2 0 1 0 0,-5 3 57 0 0,-1-1 1 0 0,-1-1 0 0 0,1 0-1 0 0,0 0 1 0 0,-18 1-1 0 0,10-2-92 0 0,-1-1 1 0 0,0-1-1 0 0,0-1 0 0 0,1-1 0 0 0,-34-7 0 0 0,45 7-428 0 0,1 0-1 0 0,-1-1 1 0 0,1 0-1 0 0,-1 0 1 0 0,1-1-1 0 0,0 0 1 0 0,-9-6-1 0 0,13 7-293 0 0,-1-1-1 0 0,0 1 1 0 0,1-1-1 0 0,0 1 1 0 0,0-1 0 0 0,0 0-1 0 0,0 0 1 0 0,0 0-1 0 0,1-1 1 0 0,0 1 0 0 0,0-1-1 0 0,0 1 1 0 0,-1-6-1 0 0,0-18-7267 0 0,1 11 784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8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1124 0 0,'9'-96'14558'0'0,"-9"82"-16016"0"0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08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484 125 2076 0 0,'4'-6'1123'0'0,"-1"1"-1"0"0,0-1 1 0 0,0 0 0 0 0,-1 0-1 0 0,0 0 1 0 0,0-1 0 0 0,0 1-1 0 0,-1 0 1 0 0,0-1 0 0 0,0 1-1 0 0,0-8 1 0 0,-1 12-922 0 0,0 0 0 0 0,0 0 1 0 0,0 0-1 0 0,-1 0 0 0 0,1 0 1 0 0,-1 0-1 0 0,1 1 0 0 0,-1-1 0 0 0,0 0 1 0 0,0 0-1 0 0,0 0 0 0 0,0 1 1 0 0,0-1-1 0 0,0 1 0 0 0,0-1 0 0 0,0 0 1 0 0,-2 0-1 0 0,1 0-131 0 0,0 1-1 0 0,0 0 1 0 0,0 0 0 0 0,0 0 0 0 0,0 0-1 0 0,-1 0 1 0 0,1 1 0 0 0,0-1 0 0 0,-1 1-1 0 0,1-1 1 0 0,0 1 0 0 0,-1 0 0 0 0,1 0 0 0 0,-1 0-1 0 0,1 0 1 0 0,0 0 0 0 0,-4 1 0 0 0,-9 2 140 0 0,0 1 0 0 0,1 0 0 0 0,-1 1 0 0 0,1 0 1 0 0,0 1-1 0 0,-23 14 0 0 0,-73 56 455 0 0,83-55-552 0 0,1 2 0 0 0,1 0 0 0 0,-24 30 0 0 0,37-39-94 0 0,1 1 0 0 0,0 0 0 0 0,1 1 0 0 0,1 0-1 0 0,1 1 1 0 0,0-1 0 0 0,-8 26 0 0 0,15-39-32 0 0,0 0 0 0 0,0 1 0 0 0,1-1 0 0 0,-1 0 0 0 0,1 0 0 0 0,-1 1 0 0 0,1-1 0 0 0,0 0 0 0 0,0 1 0 0 0,1-1 1 0 0,-1 0-1 0 0,0 1 0 0 0,1-1 0 0 0,0 0 0 0 0,0 0 0 0 0,0 1 0 0 0,0-1 0 0 0,1 0 0 0 0,-1 0 0 0 0,1-1 0 0 0,0 1 0 0 0,0 0 0 0 0,0 0 0 0 0,0-1 0 0 0,0 1 0 0 0,0-1 0 0 0,1 0 0 0 0,-1 1 0 0 0,1-1 0 0 0,0-1 0 0 0,0 1 0 0 0,-1 0 0 0 0,1 0 0 0 0,0-1 0 0 0,1 0 0 0 0,-1 0 1 0 0,3 1-1 0 0,9 3-597 0 0,0-2 1 0 0,0 0 0 0 0,0-1-1 0 0,0 0 1 0 0,0-1 0 0 0,28-2-1 0 0,-2-2-2681 0 0,-1-2 0 0 0,41-10-1 0 0,-29 0-2838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0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291 825 1244 0 0,'11'-14'2108'0'0,"0"-1"0"0"0,13-22 0 0 0,-21 31-1543 0 0,0 1 0 0 0,0-1 0 0 0,-1 0-1 0 0,0 0 1 0 0,0 0 0 0 0,0 0 0 0 0,-1 0-1 0 0,0 0 1 0 0,0 0 0 0 0,0-12 0 0 0,-1 17-455 0 0,0 0 1 0 0,-1-1 0 0 0,1 1 0 0 0,0 0 0 0 0,0-1 0 0 0,-1 1-1 0 0,1 0 1 0 0,0 0 0 0 0,-1-1 0 0 0,1 1 0 0 0,-1 0-1 0 0,0 0 1 0 0,1 0 0 0 0,-1 0 0 0 0,0 0 0 0 0,0 0 0 0 0,0 0-1 0 0,0 0 1 0 0,0 0 0 0 0,0 0 0 0 0,0 0 0 0 0,-1-1 0 0 0,0 1-21 0 0,0 1 0 0 0,0-1 0 0 0,0 1 0 0 0,0-1 0 0 0,0 1 0 0 0,0 0 0 0 0,0 0 0 0 0,0-1 0 0 0,0 1 0 0 0,0 1 0 0 0,0-1 0 0 0,-4 1 0 0 0,-4 2 161 0 0,0 0 0 0 0,0 0 1 0 0,1 1-1 0 0,-14 8 0 0 0,0 0-63 0 0,1 2-1 0 0,0 0 0 0 0,1 2 1 0 0,1 0-1 0 0,0 2 0 0 0,1 0 1 0 0,2 1-1 0 0,-1 1 1 0 0,2 0-1 0 0,-21 35 0 0 0,35-51-174 0 0,0-1 0 0 0,0 1-1 0 0,0 0 1 0 0,1 0 0 0 0,-1 0-1 0 0,1 0 1 0 0,0 0 0 0 0,0 0-1 0 0,0 0 1 0 0,1 1-1 0 0,0-1 1 0 0,0 5 0 0 0,0-7-10 0 0,0 0-1 0 0,1 0 1 0 0,-1 0 0 0 0,1-1 0 0 0,-1 1-1 0 0,1 0 1 0 0,0-1 0 0 0,0 1 0 0 0,0 0 0 0 0,0-1-1 0 0,0 1 1 0 0,0-1 0 0 0,0 0 0 0 0,0 1-1 0 0,1-1 1 0 0,-1 0 0 0 0,1 1 0 0 0,-1-1 0 0 0,1 0-1 0 0,-1 0 1 0 0,1 0 0 0 0,-1-1 0 0 0,1 1 0 0 0,0 0-1 0 0,-1-1 1 0 0,1 1 0 0 0,0-1 0 0 0,0 1-1 0 0,0-1 1 0 0,1 1 0 0 0,5 0-7 0 0,0 0 1 0 0,0-1-1 0 0,0 0 1 0 0,0 0-1 0 0,0-1 0 0 0,0 1 1 0 0,0-2-1 0 0,0 1 1 0 0,0-1-1 0 0,0 0 0 0 0,-1-1 1 0 0,1 0-1 0 0,-1 0 1 0 0,0-1-1 0 0,0 0 0 0 0,0 0 1 0 0,0 0-1 0 0,-1-1 1 0 0,1 0-1 0 0,-1-1 1 0 0,10-11-1 0 0,5-8-5 0 0,-2-1 0 0 0,0-1 0 0 0,-2-1 0 0 0,15-32 0 0 0,-5 10-9 0 0,-26 48 20 0 0,-9 17 13 0 0,-15 25 41 0 0,-37 70 88 0 0,53-94-124 0 0,1 0-1 0 0,0 0 1 0 0,1 0-1 0 0,1 1 1 0 0,-3 19-1 0 0,6-33-18 0 0,1 0 0 0 0,-1 0 1 0 0,1 0-1 0 0,0 0 0 0 0,0 0 0 0 0,1-1 1 0 0,-1 1-1 0 0,0 0 0 0 0,1 0 0 0 0,0 0 1 0 0,0 0-1 0 0,0 0 0 0 0,0-1 0 0 0,0 1 1 0 0,0 0-1 0 0,1-1 0 0 0,-1 1 0 0 0,1-1 1 0 0,0 0-1 0 0,-1 1 0 0 0,1-1 0 0 0,3 2 1 0 0,-2-2-70 0 0,0 0 1 0 0,0 0 0 0 0,1-1-1 0 0,-1 1 1 0 0,1-1 0 0 0,-1 0 0 0 0,1 0-1 0 0,-1 0 1 0 0,1 0 0 0 0,0-1-1 0 0,0 1 1 0 0,-1-1 0 0 0,1 0-1 0 0,0 0 1 0 0,0 0 0 0 0,-1-1-1 0 0,5 0 1 0 0,3-2-293 0 0,0 0 1 0 0,0-1-1 0 0,0 0 0 0 0,-1 0 0 0 0,0-1 0 0 0,0-1 0 0 0,0 0 1 0 0,0 0-1 0 0,-1-1 0 0 0,0 0 0 0 0,0 0 0 0 0,-1-1 0 0 0,9-10 1 0 0,11-16-413 0 0,-1 0 0 0 0,22-39 0 0 0,-48 72 767 0 0,97-159-183 0 0,137-303 0 0 0,-153 249 5891 0 0,-82 214-5688 0 0,0 0 0 0 0,0 0 0 0 0,0 0 0 0 0,0 0 0 0 0,0 0 0 0 0,0 0 0 0 0,0-1 0 0 0,0 1 0 0 0,0 0 0 0 0,0 0 0 0 0,0 0 0 0 0,0 0 0 0 0,0 0 0 0 0,0 0 0 0 0,0-1 0 0 0,0 1 0 0 0,0 0 0 0 0,0 0 0 0 0,0 0 1 0 0,0 0-1 0 0,0 0 0 0 0,0 0 0 0 0,0-1 0 0 0,0 1 0 0 0,0 0 0 0 0,0 0 0 0 0,0 0 0 0 0,0 0 0 0 0,0 0 0 0 0,0 0 0 0 0,0-1 0 0 0,0 1 0 0 0,0 0 0 0 0,0 0 0 0 0,0 0 0 0 0,0 0 0 0 0,-1 0 0 0 0,1 0 0 0 0,0 0 0 0 0,0 0 0 0 0,0 0 0 0 0,0 0 0 0 0,0-1 0 0 0,0 1 0 0 0,0 0 0 0 0,-1 0 0 0 0,-6 3 417 0 0,-6 5-110 0 0,3 1-92 0 0,0 1 1 0 0,1 1-1 0 0,0-1 0 0 0,0 1 1 0 0,-7 13-1 0 0,-31 63 692 0 0,33-60-641 0 0,-11 25 55 0 0,2 1 1 0 0,3 1 0 0 0,2 1 0 0 0,3 0 0 0 0,2 1-1 0 0,-10 91 1 0 0,20-112-252 0 0,1 0 0 0 0,4 41 0 0 0,-1-65-64 0 0,0-1 0 0 0,0 0 0 0 0,1 1 1 0 0,1-1-1 0 0,0 0 0 0 0,0 0 0 0 0,1 0 1 0 0,0 0-1 0 0,1-1 0 0 0,0 0 0 0 0,11 16 1 0 0,-12-21-16 0 0,-1 0 0 0 0,2 0 0 0 0,-1 0 0 0 0,0 0 0 0 0,1-1 0 0 0,-1 0 0 0 0,1 0 0 0 0,0 0 0 0 0,0 0 0 0 0,0-1 0 0 0,1 0 1 0 0,-1 0-1 0 0,1 0 0 0 0,6 1 0 0 0,-4-2 7 0 0,1 0-1 0 0,0-1 1 0 0,-1 0 0 0 0,1 0 0 0 0,-1-1 0 0 0,1 0 0 0 0,-1 0-1 0 0,14-5 1 0 0,-2-1-6 0 0,-1-1 0 0 0,-1 0 0 0 0,0-2 0 0 0,0 0-1 0 0,-1-1 1 0 0,0 0 0 0 0,18-17 0 0 0,5-9-68 0 0,0-3-1 0 0,-3-1 1 0 0,57-81 0 0 0,-43 43-70 0 0,58-120 0 0 0,-94 168 154 0 0,-1-2-1 0 0,-2 0 0 0 0,-1 0 1 0 0,10-55-1 0 0,-21 88-23 0 0,0 0 0 0 0,0-1 0 0 0,1 1 1 0 0,-1-1-1 0 0,0 1 0 0 0,0-1 0 0 0,0 1 0 0 0,0 0 0 0 0,0-1 0 0 0,0 1 0 0 0,0-1 0 0 0,0 1 0 0 0,0-1 0 0 0,0 1 0 0 0,0 0 0 0 0,0-1 1 0 0,0 1-1 0 0,0-1 0 0 0,0 1 0 0 0,-1-1 0 0 0,1 1 0 0 0,0 0 0 0 0,0-1 0 0 0,0 1 0 0 0,-1-1 0 0 0,1 1 0 0 0,0 0 0 0 0,0-1 0 0 0,-1 1 1 0 0,1 0-1 0 0,0 0 0 0 0,-1-1 0 0 0,1 1 0 0 0,0 0 0 0 0,-1 0 0 0 0,1-1 0 0 0,-1 1 0 0 0,1 0 0 0 0,0 0 0 0 0,-1 0 0 0 0,1 0 0 0 0,-1-1 0 0 0,1 1 1 0 0,-1 0-1 0 0,1 0 0 0 0,0 0 0 0 0,-1 0 0 0 0,1 0 0 0 0,-1 0 0 0 0,1 0 0 0 0,-1 0 0 0 0,1 0 0 0 0,-1 1 0 0 0,-22 9-13 0 0,11-1 28 0 0,1 0 0 0 0,0 1 0 0 0,0 1 0 0 0,1 0 0 0 0,0 0 1 0 0,-15 24-1 0 0,-41 81 379 0 0,63-111-369 0 0,-20 41 165 0 0,2 1 0 0 0,-21 71 1 0 0,34-90-140 0 0,1 0 1 0 0,2 0 0 0 0,1 0 0 0 0,1 1 0 0 0,1 55-1 0 0,3-76-56 0 0,0 0 0 0 0,0-1 0 0 0,1 1 0 0 0,-1-1 0 0 0,2 1 0 0 0,-1-1 0 0 0,1 0 0 0 0,0 0 0 0 0,0 0 0 0 0,1-1 0 0 0,0 1 0 0 0,0-1 0 0 0,1 1 0 0 0,0-1 0 0 0,0-1 0 0 0,0 1-1 0 0,9 6 1 0 0,-4-4-112 0 0,0-2-1 0 0,0 0 1 0 0,1 0 0 0 0,-1-1-1 0 0,1 0 1 0 0,0-1-1 0 0,1 0 1 0 0,-1 0-1 0 0,1-2 1 0 0,19 3-1 0 0,3-2-535 0 0,0-2-1 0 0,1-1 0 0 0,-1-2 1 0 0,0-1-1 0 0,0-2 0 0 0,0-1 1 0 0,0-1-1 0 0,41-16 0 0 0,-14 0-254 0 0,-1-3 0 0 0,-1-2 0 0 0,78-50 0 0 0,-90 48 682 0 0,-1-2 0 0 0,59-55-1 0 0,-85 68 955 0 0,0-2-1 0 0,-1 0 1 0 0,-2-1-1 0 0,0-1 1 0 0,-1-1-1 0 0,21-43 1 0 0,-34 63-555 0 0,-1-1-1 0 0,0 0 1 0 0,0 0 0 0 0,0-1-1 0 0,-1 1 1 0 0,0 0 0 0 0,0 0 0 0 0,0-1-1 0 0,-1 1 1 0 0,0 0 0 0 0,0-11 0 0 0,-1 14-150 0 0,0 0 1 0 0,-1 1-1 0 0,1-1 1 0 0,0 0-1 0 0,-1 1 1 0 0,1-1-1 0 0,-1 1 1 0 0,0-1 0 0 0,1 1-1 0 0,-1 0 1 0 0,0 0-1 0 0,0-1 1 0 0,0 1-1 0 0,0 1 1 0 0,0-1-1 0 0,0 0 1 0 0,0 0-1 0 0,0 1 1 0 0,0-1-1 0 0,0 1 1 0 0,0 0 0 0 0,0-1-1 0 0,-1 1 1 0 0,1 0-1 0 0,0 0 1 0 0,0 1-1 0 0,0-1 1 0 0,0 0-1 0 0,-1 1 1 0 0,-1 0-1 0 0,-6 1 126 0 0,0 1-1 0 0,0 0 0 0 0,1 0 1 0 0,-1 1-1 0 0,1 0 0 0 0,0 1 1 0 0,0 0-1 0 0,1 0 0 0 0,-15 11 1 0 0,7-2 183 0 0,0 1 0 0 0,0 1 0 0 0,-17 22 0 0 0,21-22-147 0 0,1 0 0 0 0,1 0 0 0 0,1 0 0 0 0,0 1 0 0 0,1 1 0 0 0,0 0 0 0 0,-6 26-1 0 0,11-36-153 0 0,1 0 0 0 0,1 1 0 0 0,-1-1 0 0 0,2 0 0 0 0,-1 1 0 0 0,1-1 0 0 0,0 1 0 0 0,1-1 0 0 0,0 1 0 0 0,0-1 0 0 0,1 1 0 0 0,0-1 0 0 0,0 0 0 0 0,1 0-1 0 0,0 0 1 0 0,0 0 0 0 0,1-1 0 0 0,9 15 0 0 0,-7-15-236 0 0,1-1-1 0 0,-1 1 1 0 0,1-1-1 0 0,0-1 1 0 0,0 0 0 0 0,1 0-1 0 0,0 0 1 0 0,0-1-1 0 0,0 0 1 0 0,0 0-1 0 0,1-1 1 0 0,12 3 0 0 0,12 2-2046 0 0,64 7 1 0 0,-95-15 2208 0 0,64 6-3884 0 0,2-3 0 0 0,66-7 0 0 0,-69-1-1868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0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413 769 2504 0 0,'14'-12'1175'0'0,"0"0"0"0"0,-1-1 0 0 0,-1 0 0 0 0,15-20-1 0 0,-23 29-832 0 0,-1-1-1 0 0,0 0 1 0 0,0-1-1 0 0,0 1 1 0 0,-1 0-1 0 0,0-1 1 0 0,0 0-1 0 0,0 1 1 0 0,-1-1-1 0 0,0 0 0 0 0,0 0 1 0 0,0 0-1 0 0,-1 1 1 0 0,0-1-1 0 0,0 0 1 0 0,0 0-1 0 0,-2-7 1 0 0,2 10-210 0 0,-1 0 0 0 0,0 0 0 0 0,0 0 1 0 0,0 1-1 0 0,0-1 0 0 0,0 0 0 0 0,-1 1 1 0 0,1-1-1 0 0,-1 1 0 0 0,0 0 0 0 0,0-1 1 0 0,0 1-1 0 0,0 0 0 0 0,0 0 0 0 0,0 0 1 0 0,0 0-1 0 0,-6-2 0 0 0,4 1 51 0 0,-1 1-1 0 0,1 1 0 0 0,-1-1 1 0 0,0 1-1 0 0,1 0 0 0 0,-1 0 1 0 0,0 0-1 0 0,0 1 1 0 0,-9-1-1 0 0,0 2 142 0 0,0 1 0 0 0,0 0 0 0 0,0 1 0 0 0,0 0 0 0 0,0 1 0 0 0,-19 9 0 0 0,6-1 65 0 0,1 2-1 0 0,0 1 1 0 0,1 1-1 0 0,-44 37 1 0 0,54-41-287 0 0,1 2-1 0 0,1 0 1 0 0,0 0 0 0 0,1 1-1 0 0,0 1 1 0 0,2 0 0 0 0,0 1-1 0 0,-13 29 1 0 0,19-38-62 0 0,1-1-1 0 0,1 1 1 0 0,0 1 0 0 0,0-1 0 0 0,0 0 0 0 0,0 17-1 0 0,2-22-27 0 0,0 0 0 0 0,0 0 0 0 0,1 0 0 0 0,-1 0 0 0 0,1 0 0 0 0,0-1 0 0 0,0 1 0 0 0,0 0-1 0 0,0 0 1 0 0,0 0 0 0 0,0-1 0 0 0,1 1 0 0 0,0-1 0 0 0,-1 1 0 0 0,1-1 0 0 0,0 0 0 0 0,0 1-1 0 0,0-1 1 0 0,0 0 0 0 0,1 0 0 0 0,-1-1 0 0 0,5 4 0 0 0,0-1-5 0 0,-1-1 0 0 0,1 0 0 0 0,0 0 0 0 0,0-1 0 0 0,1 1 0 0 0,-1-2 0 0 0,0 1 0 0 0,1-1 0 0 0,-1 0 0 0 0,16 0-1 0 0,-12-2-2 0 0,1 0-1 0 0,0-1 1 0 0,-1-1-1 0 0,0 1 1 0 0,1-2-1 0 0,15-6 1 0 0,-5-1-62 0 0,0 0 1 0 0,-1-2-1 0 0,0 0 1 0 0,-1-2-1 0 0,0 0 1 0 0,17-18 0 0 0,2-7-280 0 0,-1-2 0 0 0,55-79 1 0 0,44-105-107 0 0,59-180 271 0 0,-194 396 421 0 0,-9 17-6 0 0,-10 16 241 0 0,-16 32 597 0 0,2 2 0 0 0,-36 90-1 0 0,-27 128 82 0 0,49-104-2869 0 0,32-84-3516 0 0,11-64-528 0 0,3 41 1 0 0,1-42-1276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0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2 340 0 0,'-21'2'1256'0'0,"4"-4"-1784"0"0,-10 0 160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25 784 0 0,'-3'-25'13064'0'0,"0"31"-10889"0"0,-6 19-62 0 0,-8 31-713 0 0,-70 236 1242 0 0,21-84-2209 0 0,10 5-652 0 0,22-71-7139 0 0,27-117 794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2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93 521 2036 0 0,'-18'-21'2683'0'0,"1"2"523"0"0,2-1-1 0 0,-27-43 0 0 0,42 62-3185 0 0,0 1 0 0 0,0-1 0 0 0,0 1 0 0 0,0-1 0 0 0,0 1 0 0 0,0 0 0 0 0,0-1 0 0 0,1 1 0 0 0,-1-1 0 0 0,0 1 0 0 0,0 0 0 0 0,0-1 0 0 0,0 1 0 0 0,1 0 0 0 0,-1-1 0 0 0,0 1 0 0 0,1 0 0 0 0,-1-1 0 0 0,0 1 0 0 0,0 0 0 0 0,1-1 0 0 0,-1 1 0 0 0,1 0 0 0 0,-1 0 0 0 0,0-1 0 0 0,1 1 0 0 0,-1 0 0 0 0,0 0 0 0 0,1 0 0 0 0,-1 0 0 0 0,1 0 0 0 0,-1-1 0 0 0,1 1 0 0 0,0 0 0 0 0,14-4 141 0 0,-14 4-152 0 0,115-21 453 0 0,-53 12-394 0 0,74-14 60 0 0,427-93 162 0 0,-542 110-283 0 0,-1 0-1 0 0,-1-2 1 0 0,1-1-1 0 0,-2 0 1 0 0,30-19-1 0 0,-43 24-7 0 0,0 0 1 0 0,0-1-1 0 0,-1 1 1 0 0,0-1-1 0 0,0 0 1 0 0,0 0-1 0 0,0 0 1 0 0,-1-1-1 0 0,0 0 1 0 0,0 0-1 0 0,-1 0 1 0 0,1 0-1 0 0,-1-1 1 0 0,-1 1-1 0 0,1-1 0 0 0,-1 1 1 0 0,0-1-1 0 0,-1 0 1 0 0,1 0-1 0 0,-1-12 1 0 0,0 18-2 0 0,-1 0 1 0 0,0 1-1 0 0,0-1 1 0 0,0 0-1 0 0,0 1 1 0 0,0-1-1 0 0,-1 0 0 0 0,1 1 1 0 0,0-1-1 0 0,0 0 1 0 0,0 1-1 0 0,0-1 1 0 0,-1 0-1 0 0,1 1 1 0 0,0-1-1 0 0,-1 1 0 0 0,1-1 1 0 0,0 1-1 0 0,-1-1 1 0 0,0 0-1 0 0,1 1 2 0 0,-1-1-1 0 0,1 1 1 0 0,-1 0 0 0 0,1 0-1 0 0,-1 0 1 0 0,1 0-1 0 0,-1 0 1 0 0,1 0-1 0 0,0 0 1 0 0,-1 0 0 0 0,1 0-1 0 0,-1 0 1 0 0,1 0-1 0 0,-1 1 1 0 0,1-1-1 0 0,0 0 1 0 0,-1 0 0 0 0,1 0-1 0 0,-1 1 1 0 0,1-1-1 0 0,0 0 1 0 0,-1 1-1 0 0,-2 0 5 0 0,1 1-1 0 0,0 0 1 0 0,0 0-1 0 0,0 1 1 0 0,0-1-1 0 0,0 0 1 0 0,-3 6-1 0 0,-16 40 309 0 0,1 2 0 0 0,3 1 0 0 0,-17 82 0 0 0,15-54 26 0 0,-17 69 138 0 0,-39 133 138 0 0,66-251-260 0 0,8-27-264 0 0,3-5-52 0 0,49-87 46 0 0,-8 13-60 0 0,-28 53-24 0 0,1 2-1 0 0,29-32 0 0 0,-36 43-2 0 0,1 1 0 0 0,0 0 1 0 0,1 1-1 0 0,0 0 0 0 0,0 1 1 0 0,25-12-1 0 0,-35 18 3 0 0,1 0 0 0 0,0 1 0 0 0,-1-1 0 0 0,1 1 0 0 0,0 0 0 0 0,0-1 0 0 0,0 1 0 0 0,-1 0 0 0 0,1 0 0 0 0,0 0 0 0 0,0 0 0 0 0,0 1 0 0 0,-1-1 0 0 0,1 0 0 0 0,0 1 0 0 0,0-1 0 0 0,-1 1 0 0 0,1 0 0 0 0,0-1 0 0 0,-1 1 0 0 0,1 0 0 0 0,-1 0-1 0 0,1 0 1 0 0,-1 0 0 0 0,1 0 0 0 0,-1 0 0 0 0,0 1 0 0 0,0-1 0 0 0,1 0 0 0 0,-1 1 0 0 0,0-1 0 0 0,0 1 0 0 0,0-1 0 0 0,0 1 0 0 0,0 1 0 0 0,2 3 5 0 0,-1-1 0 0 0,1 1-1 0 0,-1 0 1 0 0,0 0 0 0 0,-1 0 0 0 0,0 0 0 0 0,0 0-1 0 0,1 10 1 0 0,-9 66 132 0 0,4-60-80 0 0,1 0 0 0 0,1 38-1 0 0,1-58-49 0 0,0 0-1 0 0,0-1 0 0 0,0 1 0 0 0,0-1 0 0 0,1 1 0 0 0,-1 0 0 0 0,1-1 0 0 0,-1 1 0 0 0,1-1 0 0 0,-1 1 1 0 0,1-1-1 0 0,0 0 0 0 0,0 1 0 0 0,0-1 0 0 0,0 0 0 0 0,0 1 0 0 0,0-1 0 0 0,0 0 0 0 0,0 0 0 0 0,1 0 0 0 0,-1 0 1 0 0,2 1-1 0 0,0-1-2 0 0,0 0 0 0 0,-1 0 1 0 0,1 0-1 0 0,0-1 0 0 0,0 1 1 0 0,-1-1-1 0 0,1 0 0 0 0,0 0 1 0 0,0 0-1 0 0,0 0 0 0 0,5-1 1 0 0,6-2 3 0 0,0-1 0 0 0,-1-1 1 0 0,26-11-1 0 0,-38 16-7 0 0,32-17 7 0 0,-1 0 0 0 0,-1-3 0 0 0,0 0 0 0 0,-1-2 1 0 0,47-46-1 0 0,-40 30 5 0 0,-3-1 0 0 0,0-1 0 0 0,41-67 0 0 0,-71 101-10 0 0,0 0 0 0 0,-1-1 0 0 0,0 1 0 0 0,0 0 0 0 0,0-1-1 0 0,0 0 1 0 0,-1 0 0 0 0,0 0 0 0 0,1-9 0 0 0,-3 15 3 0 0,0 0-1 0 0,0 0 1 0 0,0 0-1 0 0,0 1 1 0 0,0-1-1 0 0,0 0 1 0 0,-1 0-1 0 0,1 0 1 0 0,0 0-1 0 0,0 1 1 0 0,-1-1-1 0 0,1 0 1 0 0,0 0-1 0 0,-1 1 1 0 0,1-1-1 0 0,0 0 1 0 0,-1 1-1 0 0,1-1 1 0 0,-1 0-1 0 0,0 1 1 0 0,1-1-1 0 0,-1 1 1 0 0,1-1-1 0 0,-1 1 1 0 0,0-1-1 0 0,1 1 1 0 0,-1-1-1 0 0,0 1 1 0 0,0 0-1 0 0,1-1 1 0 0,-1 1-1 0 0,0 0 1 0 0,0 0-1 0 0,0-1 1 0 0,1 1-1 0 0,-1 0 1 0 0,0 0-1 0 0,0 0 1 0 0,0 0-1 0 0,1 0 1 0 0,-1 0-1 0 0,0 0 1 0 0,0 1-1 0 0,0-1 1 0 0,1 0-1 0 0,-1 0 1 0 0,0 0-1 0 0,-1 1 1 0 0,-4 1 82 0 0,0 0 1 0 0,0 1-1 0 0,1-1 0 0 0,-10 6 1 0 0,1 2 101 0 0,0 0 1 0 0,1 1-1 0 0,1 0 1 0 0,-1 1-1 0 0,-14 20 1 0 0,9-10 101 0 0,1 2 0 0 0,-19 36 0 0 0,30-50-219 0 0,0 2 0 0 0,1-1-1 0 0,0 0 1 0 0,1 1 0 0 0,1 0-1 0 0,-3 15 1 0 0,5-23-57 0 0,1 0-1 0 0,-1-1 1 0 0,1 1-1 0 0,1 0 1 0 0,-1 0 0 0 0,0-1-1 0 0,1 1 1 0 0,0 0-1 0 0,0-1 1 0 0,0 1-1 0 0,0 0 1 0 0,0-1-1 0 0,1 0 1 0 0,0 1 0 0 0,0-1-1 0 0,0 0 1 0 0,0 0-1 0 0,0 0 1 0 0,0 0-1 0 0,1 0 1 0 0,-1 0-1 0 0,1-1 1 0 0,0 1 0 0 0,5 3-1 0 0,3 0-5 0 0,-1 0 0 0 0,1-1 0 0 0,-1 0 0 0 0,2 0 0 0 0,-1-2 0 0 0,0 1-1 0 0,21 3 1 0 0,87 4-481 0 0,-81-9 98 0 0,220 2-4177 0 0,-84-15-3873 0 0,-84 2 819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376 179 2504 0 0,'-17'25'11311'0'0,"5"-11"-7590"0"0,11-14-3688 0 0,1 1-1 0 0,0-1 0 0 0,0 0 1 0 0,-1 0-1 0 0,1 0 0 0 0,0 0 1 0 0,0 0-1 0 0,-1 0 0 0 0,1 0 1 0 0,0 0-1 0 0,0 1 0 0 0,0-1 0 0 0,-1 0 1 0 0,1 0-1 0 0,0 0 0 0 0,0 0 1 0 0,0 1-1 0 0,0-1 0 0 0,-1 0 1 0 0,1 0-1 0 0,0 1 0 0 0,0-1 1 0 0,0 0-1 0 0,0 0 0 0 0,0 0 1 0 0,0 1-1 0 0,0-1 0 0 0,0 0 1 0 0,0 0-1 0 0,0 1 0 0 0,0-1 1 0 0,0 0-1 0 0,0 0 0 0 0,0 1 1 0 0,0-1-1 0 0,0 1-20 0 0,0-1 0 0 0,0 0 0 0 0,0 1 0 0 0,1-1 0 0 0,-1 1 0 0 0,0-1 0 0 0,0 0 0 0 0,0 1 0 0 0,1-1 0 0 0,-1 0 0 0 0,0 1 0 0 0,1-1 0 0 0,-1 0 0 0 0,0 0 0 0 0,1 1 0 0 0,-1-1 1 0 0,0 0-1 0 0,1 0 0 0 0,-1 1 0 0 0,0-1 0 0 0,1 0 0 0 0,-1 0 0 0 0,1 0 0 0 0,-1 0 0 0 0,0 0 0 0 0,1 0 0 0 0,-1 0 0 0 0,1 0 0 0 0,-1 0 0 0 0,0 0 0 0 0,1 0 0 0 0,0 0 0 0 0,21-1 55 0 0,-1-1 0 0 0,0-1-1 0 0,0 0 1 0 0,0-2 0 0 0,0-1 0 0 0,22-9-1 0 0,-40 14-63 0 0,-1 1 0 0 0,0-1 0 0 0,0 0 0 0 0,0-1 0 0 0,0 1 0 0 0,0 0 0 0 0,0 0 0 0 0,0-1-1 0 0,0 0 1 0 0,-1 1 0 0 0,1-1 0 0 0,-1 0 0 0 0,1 1 0 0 0,-1-1 0 0 0,1 0 0 0 0,-1 0-1 0 0,0 0 1 0 0,1-4 0 0 0,-1 3-2 0 0,-1 0 0 0 0,1 1 0 0 0,-1-1 0 0 0,0 0 0 0 0,0 1-1 0 0,-1-1 1 0 0,1 0 0 0 0,-1 0 0 0 0,1 1 0 0 0,-1-1 0 0 0,0 1 0 0 0,0-1-1 0 0,0 1 1 0 0,0-1 0 0 0,0 1 0 0 0,-2-4 0 0 0,1 3-4 0 0,-1-1 1 0 0,1 1-1 0 0,0 0 1 0 0,-1 0-1 0 0,1 0 1 0 0,-1 0-1 0 0,0 0 1 0 0,0 1-1 0 0,0-1 1 0 0,0 1-1 0 0,-1 0 1 0 0,1 0-1 0 0,-1 0 1 0 0,1 1-1 0 0,-7-3 1 0 0,4 2-1 0 0,0 1 0 0 0,0 0 0 0 0,-1 0 0 0 0,1 1 0 0 0,0 0 0 0 0,0 0-1 0 0,-1 0 1 0 0,1 1 0 0 0,-7 1 0 0 0,-3 2-4 0 0,-1 0-1 0 0,1 2 1 0 0,0 0-1 0 0,0 1 1 0 0,1 0-1 0 0,-20 13 0 0 0,5 0 8 0 0,1 2 0 0 0,0 0 0 0 0,2 2 0 0 0,1 1 0 0 0,1 1 0 0 0,1 1 0 0 0,-36 54 0 0 0,53-71 3 0 0,1 1 0 0 0,0 0 1 0 0,1 0-1 0 0,1 1 0 0 0,0-1 1 0 0,0 1-1 0 0,-3 19 0 0 0,6-27 1 0 0,1 0 0 0 0,0 0 0 0 0,-1 0 1 0 0,1 0-1 0 0,1 0 0 0 0,-1 0 0 0 0,1 0 0 0 0,-1 0 0 0 0,1 0 0 0 0,0 0 0 0 0,1 0 0 0 0,-1 0 0 0 0,1 0 0 0 0,-1 0 0 0 0,1-1 1 0 0,0 1-1 0 0,1-1 0 0 0,-1 1 0 0 0,1-1 0 0 0,-1 0 0 0 0,1 0 0 0 0,0 0 0 0 0,0 0 0 0 0,0-1 0 0 0,0 1 0 0 0,5 1 0 0 0,2 1-70 0 0,0 0 0 0 0,0-1-1 0 0,0 0 1 0 0,1-1-1 0 0,0 0 1 0 0,0-1-1 0 0,0 0 1 0 0,0-1-1 0 0,22 0 1 0 0,9-2-718 0 0,50-8 0 0 0,-87 8 719 0 0,80-12-1686 0 0,0-3 1 0 0,-2-4-1 0 0,113-42 1 0 0,-133 37 1109 0 0,-1-3 1 0 0,-2-2-1 0 0,-1-3 1 0 0,100-74-1 0 0,-140 92 1167 0 0,-1 0 0 0 0,31-37 1 0 0,-40 41-138 0 0,-1 1 1 0 0,-1-2-1 0 0,1 1 1 0 0,-2-1-1 0 0,0 0 1 0 0,8-21-1 0 0,-13 28-189 0 0,0 0 0 0 0,0 0-1 0 0,0 0 1 0 0,-1-1 0 0 0,0 1 0 0 0,0 0 0 0 0,-1-10-1 0 0,1 14-142 0 0,0-1-1 0 0,0 1 1 0 0,0 0-1 0 0,-1-1 0 0 0,1 1 1 0 0,-1 0-1 0 0,1-1 1 0 0,-1 1-1 0 0,1 0 0 0 0,-1 0 1 0 0,1-1-1 0 0,-1 1 0 0 0,0 0 1 0 0,0 0-1 0 0,0 0 1 0 0,0 0-1 0 0,0 0 0 0 0,0 0 1 0 0,0 0-1 0 0,0 0 1 0 0,0 1-1 0 0,0-1 0 0 0,0 0 1 0 0,-1 1-1 0 0,1-1 0 0 0,0 0 1 0 0,0 1-1 0 0,-1 0 1 0 0,1-1-1 0 0,0 1 0 0 0,-1 0 1 0 0,1 0-1 0 0,-1-1 1 0 0,1 1-1 0 0,0 0 0 0 0,-1 0 1 0 0,-1 1-1 0 0,-9 1 260 0 0,-1 1-1 0 0,1 0 0 0 0,0 1 1 0 0,0 1-1 0 0,0 0 1 0 0,0 0-1 0 0,-13 10 1 0 0,-81 57 838 0 0,64-41-792 0 0,42-31-357 0 0,-100 77 592 0 0,88-67-547 0 0,1 1 1 0 0,0 0-1 0 0,1 1 0 0 0,1 0 1 0 0,0 0-1 0 0,-9 17 1 0 0,17-28-42 0 0,0 1 1 0 0,0 0 0 0 0,0 0-1 0 0,0 0 1 0 0,0 0 0 0 0,0 0 0 0 0,1 1-1 0 0,-1-1 1 0 0,1 0 0 0 0,-1 0 0 0 0,1 0-1 0 0,0 0 1 0 0,0 1 0 0 0,0-1 0 0 0,0 0-1 0 0,0 0 1 0 0,1 0 0 0 0,-1 1-1 0 0,1-1 1 0 0,-1 0 0 0 0,2 3 0 0 0,-1-3-6 0 0,1 0 0 0 0,0 0 0 0 0,-1 0 0 0 0,1-1 0 0 0,0 1 0 0 0,0 0 0 0 0,0-1 0 0 0,0 1 1 0 0,0-1-1 0 0,0 1 0 0 0,1-1 0 0 0,-1 0 0 0 0,0 0 0 0 0,1 0 0 0 0,3 0 0 0 0,6 2-39 0 0,1-1 0 0 0,-1 0 0 0 0,1-1 0 0 0,-1 0 0 0 0,1-1 0 0 0,13-2 0 0 0,-9 0-37 0 0,-1 0-1 0 0,0-2 1 0 0,-1 0 0 0 0,1-1-1 0 0,-1 0 1 0 0,0-1 0 0 0,0-1-1 0 0,-1-1 1 0 0,1 0 0 0 0,-2 0-1 0 0,15-12 1 0 0,1-5-10 0 0,-1-1-1 0 0,-1-1 1 0 0,35-47 0 0 0,-51 61 73 0 0,17-19-6 0 0,-26 30 19 0 0,-1 13 64 0 0,-1-4-3 0 0,-1-1-1 0 0,0 1 1 0 0,0 0-1 0 0,-1 0 1 0 0,0-1-1 0 0,-4 11 0 0 0,0 1 52 0 0,-25 68 451 0 0,-82 158-1 0 0,85-189-464 0 0,-10 21-75 0 0,-153 341-383 0 0,185-402-205 0 0,1 0 0 0 0,-5 27 0 0 0,9-39 201 0 0,1 0 0 0 0,-1 1 0 0 0,1-1 0 0 0,0 0 1 0 0,0 0-1 0 0,0 1 0 0 0,0-1 0 0 0,0 0 0 0 0,1 0 0 0 0,-1 1 0 0 0,1-1 0 0 0,0 0 0 0 0,0 0 1 0 0,0 0-1 0 0,1 0 0 0 0,-1 0 0 0 0,1 0 0 0 0,-1 0 0 0 0,1 0 0 0 0,3 2 0 0 0,5 2-3379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92 179 1652 0 0,'8'-32'2799'0'0,"-2"-1"-1"0"0,-1 1 0 0 0,0-39 1 0 0,-5 70-2753 0 0,0 1 0 0 0,1 0 0 0 0,-1 0 0 0 0,0-1 0 0 0,0 1 0 0 0,0 0 0 0 0,0-1 0 0 0,0 1 0 0 0,0 0 0 0 0,0 0 0 0 0,0-1 0 0 0,0 1 0 0 0,0 0 0 0 0,0-1 0 0 0,0 1 0 0 0,0 0 0 0 0,0 0 0 0 0,0-1 0 0 0,0 1 0 0 0,0 0 0 0 0,0 0 0 0 0,0-1 0 0 0,-1 1 0 0 0,1 0 0 0 0,0 0 0 0 0,0-1 0 0 0,0 1 0 0 0,0 0 0 0 0,-1 0 0 0 0,1-1 0 0 0,0 1 0 0 0,0 0 0 0 0,0 0 0 0 0,-1 0 0 0 0,1 0 0 0 0,0-1 0 0 0,0 1 0 0 0,-1 0 0 0 0,1 0 0 0 0,0 0 0 0 0,-1 0 0 0 0,-8 10 841 0 0,-8 23 101 0 0,15-28-839 0 0,-54 142 1834 0 0,49-126-1869 0 0,1 1 0 0 0,1 0 0 0 0,2 0 1 0 0,-3 44-1 0 0,6-63-130 0 0,0 1 1 0 0,0-1-1 0 0,0 0 0 0 0,0 1 1 0 0,1-1-1 0 0,-1 0 1 0 0,1 1-1 0 0,0-1 1 0 0,0 0-1 0 0,0 0 0 0 0,1 0 1 0 0,-1 0-1 0 0,1 0 1 0 0,-1 0-1 0 0,1 0 1 0 0,0 0-1 0 0,0-1 0 0 0,0 1 1 0 0,1-1-1 0 0,-1 0 1 0 0,1 1-1 0 0,-1-1 0 0 0,1 0 1 0 0,0 0-1 0 0,0-1 1 0 0,-1 1-1 0 0,1 0 1 0 0,1-1-1 0 0,-1 0 0 0 0,0 0 1 0 0,0 0-1 0 0,0 0 1 0 0,1 0-1 0 0,-1-1 0 0 0,0 1 1 0 0,5-1-1 0 0,3 0-189 0 0,1 0-1 0 0,0 0 0 0 0,-1-2 0 0 0,1 1 0 0 0,-1-2 1 0 0,0 1-1 0 0,1-1 0 0 0,-1-1 0 0 0,14-7 1 0 0,-8 3 28 0 0,-1-1 0 0 0,0-1 1 0 0,-1-1-1 0 0,0 0 1 0 0,-1-1-1 0 0,15-16 1 0 0,70-88 293 0 0,-61 69 850 0 0,-34 41-972 0 0,16-15 1295 0 0,-20 21-1276 0 0,0 0-1 0 0,0 0 1 0 0,0 0-1 0 0,0 0 1 0 0,0 0 0 0 0,0 0-1 0 0,1 0 1 0 0,-1 0-1 0 0,0 0 1 0 0,0 0-1 0 0,0 0 1 0 0,0 0-1 0 0,0 0 1 0 0,0 0 0 0 0,0 0-1 0 0,0 0 1 0 0,0 0-1 0 0,1 0 1 0 0,-1 0-1 0 0,0 0 1 0 0,0 0-1 0 0,0 0 1 0 0,0 0 0 0 0,0 0-1 0 0,0 0 1 0 0,0 0-1 0 0,0 0 1 0 0,0 0-1 0 0,0 0 1 0 0,0 0-1 0 0,1 1 1 0 0,-1-1 0 0 0,0 0-1 0 0,0 0 1 0 0,0 0-1 0 0,0 0 1 0 0,0 0-1 0 0,0 0 1 0 0,0 0-1 0 0,0 0 1 0 0,0 0 0 0 0,0 1-1 0 0,0-1 1 0 0,0 0-1 0 0,0 0 1 0 0,0 0-1 0 0,0 0 1 0 0,0 0-1 0 0,0 0 1 0 0,0 0 0 0 0,0 0-1 0 0,0 1 1 0 0,0-1-1 0 0,0 0 1 0 0,0 0-1 0 0,0 0 1 0 0,-1 0-1 0 0,1 0 1 0 0,0 0 0 0 0,0 0-1 0 0,0 0 1 0 0,0 0-1 0 0,-6 20 464 0 0,-32 71 294 0 0,27-70-1011 0 0,1 1 1 0 0,1 0 0 0 0,1 1-1 0 0,1-1 1 0 0,-7 45-1 0 0,13-62-81 0 0,1-1 0 0 0,0 0 0 0 0,0 1 0 0 0,0-1 0 0 0,1 0 0 0 0,-1 1-1 0 0,1-1 1 0 0,0 0 0 0 0,0 1 0 0 0,1-1 0 0 0,-1 0 0 0 0,1 0 0 0 0,0 0-1 0 0,0 0 1 0 0,5 5 0 0 0,-4-5-326 0 0,0-1 1 0 0,0 0-1 0 0,0 1 0 0 0,1-2 1 0 0,-1 1-1 0 0,1 0 0 0 0,0-1 1 0 0,0 1-1 0 0,7 2 0 0 0,15 4-3864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4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337 116 2636 0 0,'2'-9'1090'0'0,"0"0"1"0"0,-1 0-1 0 0,0 0 0 0 0,-1 0 0 0 0,0-11 1 0 0,0 18-899 0 0,0 0 0 0 0,-1 0 1 0 0,1-1-1 0 0,0 1 1 0 0,-1 0-1 0 0,1 0 0 0 0,-1 0 1 0 0,0 0-1 0 0,0-1 0 0 0,1 1 1 0 0,-2 0-1 0 0,1 0 0 0 0,0 1 1 0 0,0-1-1 0 0,-1 0 1 0 0,1 0-1 0 0,0 1 0 0 0,-1-1 1 0 0,0 0-1 0 0,1 1 0 0 0,-1 0 1 0 0,0-1-1 0 0,0 1 1 0 0,0 0-1 0 0,-3-1 0 0 0,3 1-41 0 0,-1 1 0 0 0,0-1 0 0 0,1 1 0 0 0,-1 0 0 0 0,0 0 1 0 0,1 0-1 0 0,-1 0 0 0 0,0 1 0 0 0,0-1 0 0 0,1 1 0 0 0,-1-1 0 0 0,1 1 0 0 0,-1 0 0 0 0,0 0 0 0 0,-4 3 0 0 0,-33 23 1025 0 0,37-25-1075 0 0,-22 17 164 0 0,1 1 1 0 0,1 1-1 0 0,1 1 0 0 0,2 1 1 0 0,0 1-1 0 0,1 0 0 0 0,1 2 1 0 0,-19 35-1 0 0,35-57-251 0 0,0 0 0 0 0,1 0 0 0 0,-1 1 0 0 0,1-1 0 0 0,0 0 0 0 0,0 1 0 0 0,0-1 0 0 0,0 0 0 0 0,1 1 0 0 0,0-1 0 0 0,0 1 0 0 0,0-1 0 0 0,0 1 0 0 0,1-1 0 0 0,2 8 0 0 0,-2-9-41 0 0,0-1-1 0 0,0 1 1 0 0,1-1-1 0 0,-1 1 1 0 0,1-1-1 0 0,0 1 1 0 0,0-1-1 0 0,0 0 1 0 0,0 0-1 0 0,0 0 0 0 0,0 0 1 0 0,1 0-1 0 0,-1-1 1 0 0,0 1-1 0 0,1-1 1 0 0,0 1-1 0 0,-1-1 1 0 0,1 0-1 0 0,0 0 0 0 0,-1 0 1 0 0,1 0-1 0 0,0-1 1 0 0,0 1-1 0 0,0-1 1 0 0,3 0-1 0 0,4 1-223 0 0,-1-1 1 0 0,1-1-1 0 0,0 0 0 0 0,-1 0 1 0 0,1-1-1 0 0,-1 0 0 0 0,1-1 0 0 0,-1 0 1 0 0,0 0-1 0 0,0-1 0 0 0,0 0 1 0 0,0-1-1 0 0,-1 0 0 0 0,13-10 1 0 0,-1-1-168 0 0,0 0 1 0 0,-1-1-1 0 0,-1-2 1 0 0,21-27-1 0 0,-19 20 651 0 0,0-2 0 0 0,-3 0 0 0 0,0-1 0 0 0,17-43 0 0 0,-33 72-202 0 0,-1 0 1 0 0,0 0-1 0 0,0 0 0 0 0,0 0 0 0 0,0 0 0 0 0,1 0 1 0 0,-1 0-1 0 0,0 0 0 0 0,0-1 0 0 0,0 1 1 0 0,0 0-1 0 0,0 0 0 0 0,0 0 0 0 0,0 0 1 0 0,1 0-1 0 0,-1-1 0 0 0,0 1 0 0 0,0 0 1 0 0,0 0-1 0 0,0 0 0 0 0,0 0 0 0 0,0-1 1 0 0,0 1-1 0 0,0 0 0 0 0,0 0 0 0 0,0 0 1 0 0,0-1-1 0 0,0 1 0 0 0,0 0 0 0 0,0 0 0 0 0,0 0 1 0 0,0 0-1 0 0,0-1 0 0 0,0 1 0 0 0,0 0 1 0 0,0 0-1 0 0,-1 0 0 0 0,1 0 0 0 0,0-1 1 0 0,0 1-1 0 0,0 0 0 0 0,0 0 0 0 0,0 0 1 0 0,0 0-1 0 0,0 0 0 0 0,-1-1 0 0 0,1 1 1 0 0,0 0-1 0 0,-9 8 781 0 0,-10 16 186 0 0,7-2-429 0 0,1 0-1 0 0,-16 44 1 0 0,22-53-487 0 0,1 1 0 0 0,1 0-1 0 0,0 0 1 0 0,1 0 0 0 0,1 0 0 0 0,-1 21 0 0 0,3-32-172 0 0,-1 1 0 0 0,0-1 0 0 0,1 1 0 0 0,0-1 1 0 0,0 0-1 0 0,0 1 0 0 0,0-1 0 0 0,1 0 0 0 0,-1 0 0 0 0,1 0 0 0 0,0 0 1 0 0,-1 0-1 0 0,1 0 0 0 0,1-1 0 0 0,-1 1 0 0 0,0 0 0 0 0,1-1 0 0 0,-1 0 0 0 0,1 0 1 0 0,0 1-1 0 0,0-2 0 0 0,0 1 0 0 0,0 0 0 0 0,0-1 0 0 0,0 1 0 0 0,0-1 1 0 0,0 0-1 0 0,5 1 0 0 0,1 0-898 0 0,1 0 0 0 0,-1 0 1 0 0,1-1-1 0 0,0-1 1 0 0,-1 0-1 0 0,1 0 0 0 0,0-1 1 0 0,-1 0-1 0 0,10-3 0 0 0,12-4-4831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5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328 275 312 0 0,'20'-274'18740'0'0,"-17"284"-17452"0"0,-1 20-203 0 0,-4 35 74 0 0,-3-1-1 0 0,-3 0 0 0 0,-3 0 1 0 0,-3-1-1 0 0,-21 62 0 0 0,-130 298 436 0 0,148-383-1495 0 0,13-29-114 0 0,-17 36-674 0 0,2 1 1 0 0,2 0 0 0 0,-14 68 0 0 0,29-108 136 0 0,2-1 1 0 0,-1 0-1 0 0,1 0 0 0 0,0 0 1 0 0,0 1-1 0 0,1-1 1 0 0,0 0-1 0 0,0 0 1 0 0,4 13-1 0 0,-4-17 83 0 0,1 0 0 0 0,-1-1 0 0 0,0 1-1 0 0,1-1 1 0 0,-1 1 0 0 0,1-1 0 0 0,0 1 0 0 0,0-1 0 0 0,0 0 0 0 0,0 0 0 0 0,0 0-1 0 0,1 0 1 0 0,-1 0 0 0 0,0-1 0 0 0,1 1 0 0 0,0-1 0 0 0,-1 0 0 0 0,1 1 0 0 0,0-1-1 0 0,-1 0 1 0 0,1 0 0 0 0,0-1 0 0 0,0 1 0 0 0,0-1 0 0 0,0 1 0 0 0,4-1 0 0 0,11 0-6245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5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1 173 460 0 0,'90'-162'17761'0'0,"-90"161"-17640"0"0,0 1 0 0 0,1-1 0 0 0,-1 1-1 0 0,0-1 1 0 0,0 1 0 0 0,1-1 0 0 0,-1 1 0 0 0,0-1 0 0 0,1 1 0 0 0,-1-1 0 0 0,0 1-1 0 0,1-1 1 0 0,-1 1 0 0 0,1 0 0 0 0,-1-1 0 0 0,1 1 0 0 0,-1 0 0 0 0,1-1-1 0 0,-1 1 1 0 0,1 0 0 0 0,-1 0 0 0 0,1-1 0 0 0,0 1 0 0 0,3 10 1390 0 0,-5 21-91 0 0,-26 104 682 0 0,2-17-2794 0 0,23-100-411 0 0,0 0 0 0 0,1-1 0 0 0,1 1 0 0 0,4 30 0 0 0,-3-42 324 0 0,0-1 0 0 0,0 0 0 0 0,1 1 1 0 0,3 8-1 0 0,9 6-5874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1 251 1484 0 0,'78'-112'17990'0'0,"-77"121"-16899"0"0,-5 16 148 0 0,-19 59 1465 0 0,12-51-2250 0 0,3 1 1 0 0,0 0-1 0 0,-3 46 0 0 0,10-76-437 0 0,1-1-1 0 0,0 0 1 0 0,0 0 0 0 0,1 0-1 0 0,-1 1 1 0 0,0-1 0 0 0,1 0-1 0 0,0 0 1 0 0,0 0 0 0 0,0 0-1 0 0,0 0 1 0 0,1 0 0 0 0,-1 0-1 0 0,1 0 1 0 0,-1 0 0 0 0,1-1-1 0 0,0 1 1 0 0,0-1-1 0 0,1 1 1 0 0,-1-1 0 0 0,0 0-1 0 0,5 3 1 0 0,-3-2-3 0 0,0-1-1 0 0,0 0 0 0 0,1 0 1 0 0,0 0-1 0 0,-1-1 1 0 0,1 1-1 0 0,0-1 1 0 0,-1 0-1 0 0,1-1 1 0 0,0 1-1 0 0,0-1 1 0 0,0 0-1 0 0,9-1 0 0 0,-7 0-4 0 0,0 0 0 0 0,0 0 0 0 0,0-1 0 0 0,0 0 0 0 0,0-1 0 0 0,0 1 0 0 0,-1-1-1 0 0,0-1 1 0 0,1 1 0 0 0,-1-1 0 0 0,0 0 0 0 0,-1 0 0 0 0,9-8 0 0 0,-7 4-23 0 0,0 0 1 0 0,-1 0-1 0 0,0 0 1 0 0,0-1 0 0 0,-1 1-1 0 0,0-1 1 0 0,0-1-1 0 0,5-17 1 0 0,-6 13-15 0 0,0 0 0 0 0,-1-1 0 0 0,0 1 0 0 0,-1-1-1 0 0,-1 0 1 0 0,0 1 0 0 0,-1-1 0 0 0,-1 0 0 0 0,0 0 0 0 0,-1 1 0 0 0,-1-1 0 0 0,0 1 0 0 0,-6-16-1 0 0,2 15 17 0 0,-1-1-1 0 0,-1 1 1 0 0,-17-23-1 0 0,14 21-216 0 0,-16-28 0 0 0,28 45 225 0 0,0-1-1 0 0,0 1 1 0 0,0 0-1 0 0,0-1 0 0 0,0 1 1 0 0,0 0-1 0 0,0-1 1 0 0,0 1-1 0 0,0 0 0 0 0,0-1 1 0 0,0 1-1 0 0,0 0 1 0 0,0-1-1 0 0,0 1 0 0 0,0 0 1 0 0,1-1-1 0 0,-1 1 1 0 0,0 0-1 0 0,0 0 1 0 0,0-1-1 0 0,0 1 0 0 0,1 0 1 0 0,-1-1-1 0 0,0 1 1 0 0,0 0-1 0 0,1 0 0 0 0,-1-1 1 0 0,0 1-1 0 0,0 0 1 0 0,1 0-1 0 0,-1 0 0 0 0,0 0 1 0 0,1-1-1 0 0,-1 1 1 0 0,0 0-1 0 0,1 0 0 0 0,-1 0 1 0 0,0 0-1 0 0,1 0 1 0 0,-1 0-1 0 0,14-3-56 0 0,-14 3 56 0 0,16-2-20 0 0,0 1 1 0 0,1 1 0 0 0,-1 0 0 0 0,0 1 0 0 0,0 1-1 0 0,-1 1 1 0 0,1 0 0 0 0,0 1 0 0 0,-1 1 0 0 0,0 0-1 0 0,0 1 1 0 0,0 0 0 0 0,18 12 0 0 0,1 3 28 0 0,0 2 0 0 0,-1 1 0 0 0,-2 2 0 0 0,30 30 1 0 0,-33-28-25 0 0,34 44 0 0 0,-53-60 1 0 0,-1 0 0 0 0,0 1-1 0 0,0 0 1 0 0,-1 0 0 0 0,-1 1 0 0 0,9 26 0 0 0,-14-36 21 0 0,0 0 0 0 0,0 0 0 0 0,-1 1 0 0 0,0-1-1 0 0,0 0 1 0 0,0 1 0 0 0,0-1 0 0 0,0 0 0 0 0,-1 1 0 0 0,0-1 0 0 0,0 0 0 0 0,0 0 0 0 0,0 1 0 0 0,-1-1 0 0 0,0 0 0 0 0,-3 6 0 0 0,-1-2 16 0 0,1 0-1 0 0,-1 0 1 0 0,-1-1-1 0 0,1 0 1 0 0,-1-1 0 0 0,-10 8-1 0 0,15-13-12 0 0,0 0-1 0 0,0 0 1 0 0,0 0-1 0 0,0 0 1 0 0,0 0 0 0 0,0-1-1 0 0,0 1 1 0 0,0-1-1 0 0,0 1 1 0 0,0-1-1 0 0,0 0 1 0 0,-1 0-1 0 0,1 0 1 0 0,0 0-1 0 0,-3-1 1 0 0,4 1-6 0 0,0 0 1 0 0,0-1-1 0 0,0 1 1 0 0,1-1-1 0 0,-1 1 1 0 0,0-1-1 0 0,0 1 1 0 0,1-1-1 0 0,-1 0 0 0 0,0 1 1 0 0,1-1-1 0 0,-1 0 1 0 0,1 1-1 0 0,-1-1 1 0 0,1 0-1 0 0,-1 0 1 0 0,1 0-1 0 0,-1 0 0 0 0,1 1 1 0 0,0-1-1 0 0,-1 0 1 0 0,1 0-1 0 0,0 0 1 0 0,0 0-1 0 0,0 0 1 0 0,0 0-1 0 0,0 0 0 0 0,0 0 1 0 0,0-1-1 0 0,7-22-45 0 0,-5 20 28 0 0,6-14-109 0 0,0 1 1 0 0,1 1-1 0 0,21-31 1 0 0,40-41-138 0 0,-37 50 140 0 0,52-45 1 0 0,-70 70 93 0 0,1 0 0 0 0,0 1 1 0 0,1 1-1 0 0,1 0 0 0 0,0 1 0 0 0,24-9 0 0 0,-38 18 32 0 0,0-1 0 0 0,0 1 0 0 0,1 0 0 0 0,-1 0 0 0 0,0 0 0 0 0,1 1 0 0 0,-1-1 0 0 0,1 1 0 0 0,-1 0 0 0 0,1 0-1 0 0,-1 1 1 0 0,1-1 0 0 0,-1 1 0 0 0,0 0 0 0 0,7 3 0 0 0,-8-3 48 0 0,-1 1 0 0 0,1-1 0 0 0,-1 1 0 0 0,1 0 0 0 0,-1 0-1 0 0,0 0 1 0 0,0 0 0 0 0,0 0 0 0 0,0 0 0 0 0,0 1 0 0 0,-1-1 0 0 0,1 0 0 0 0,-1 1 0 0 0,1 0-1 0 0,-1-1 1 0 0,0 1 0 0 0,0 0 0 0 0,0 0 0 0 0,0 0 0 0 0,-1-1 0 0 0,1 1 0 0 0,-1 0 0 0 0,0 0-1 0 0,0 4 1 0 0,0 15 227 0 0,-1 0 0 0 0,-1-1 0 0 0,-1 1 0 0 0,-7 22 0 0 0,5-20-193 0 0,0 0 0 0 0,-2 45 1 0 0,7-65-131 0 0,1 0-1 0 0,-1-1 1 0 0,0 1 0 0 0,1 0-1 0 0,0-1 1 0 0,0 1 0 0 0,0-1-1 0 0,0 1 1 0 0,1-1 0 0 0,-1 0-1 0 0,5 7 1 0 0,-6-9-200 0 0,1 0-1 0 0,0 1 0 0 0,0-1 1 0 0,0 0-1 0 0,1 0 1 0 0,-1 0-1 0 0,0 0 1 0 0,0 0-1 0 0,1 0 1 0 0,-1-1-1 0 0,0 1 0 0 0,1 0 1 0 0,-1-1-1 0 0,1 1 1 0 0,-1-1-1 0 0,0 1 1 0 0,1-1-1 0 0,0 0 1 0 0,-1 1-1 0 0,1-1 0 0 0,-1 0 1 0 0,1 0-1 0 0,-1 0 1 0 0,1 0-1 0 0,-1 0 1 0 0,1-1-1 0 0,2 0 0 0 0,2-6-2817 0 0,-5 6 2553 0 0,0-1 0 0 0,-1 1 1 0 0,1 0-1 0 0,0-1 0 0 0,-1 1 0 0 0,1-1 1 0 0,-1 1-1 0 0,0-1 0 0 0,1 1 0 0 0,-1-3 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6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436 117 496 0 0,'-27'-8'1667'0'0,"-279"-88"16328"0"0,291 89-17507 0 0,14 6-433 0 0,0 1 0 0 0,0-1-1 0 0,0 0 1 0 0,-1 1 0 0 0,1-1 0 0 0,0 1-1 0 0,-1 0 1 0 0,1-1 0 0 0,0 1 0 0 0,-1 0-1 0 0,1 0 1 0 0,0-1 0 0 0,-3 1 0 0 0,-14 9-6565 0 0,-11 6 141 0 0,8-7 239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6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1 124 0 0,'-73'17'4655'0'0,"-80"23"5013"0"0,139-32-7275 0 0,22-4-1214 0 0,28-1-465 0 0,245-8 381 0 0,37 0-3288 0 0,-94 3-5159 0 0,-114 0-527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7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193 705 528 0 0,'-3'-6'1436'0'0,"0"0"1"0"0,1-1-1 0 0,0 0 1 0 0,1 1-1 0 0,-1-1 1 0 0,1 0-1 0 0,0 0 0 0 0,1-8 1 0 0,-2-3 632 0 0,2 17-1319 0 0,-3 1-670 0 0,1 0-1 0 0,-1 1 1 0 0,1-1 0 0 0,0 1 0 0 0,0 0-1 0 0,-1-1 1 0 0,1 1 0 0 0,0 0 0 0 0,0 1-1 0 0,0-1 1 0 0,0 0 0 0 0,0 1 0 0 0,-4 2-1 0 0,-22 26 389 0 0,18-19-344 0 0,-6 7 65 0 0,1 1 1 0 0,-25 40-1 0 0,35-52-160 0 0,1 1 0 0 0,0 0-1 0 0,1 1 1 0 0,-1-1 0 0 0,2 1-1 0 0,-1-1 1 0 0,1 1 0 0 0,0 0 0 0 0,1 0-1 0 0,0 0 1 0 0,1 10 0 0 0,0-16-18 0 0,0-1-1 0 0,0 1 1 0 0,1 0 0 0 0,-1-1 0 0 0,1 1 0 0 0,0 0-1 0 0,0-1 1 0 0,0 1 0 0 0,0-1 0 0 0,0 0 0 0 0,1 1 0 0 0,-1-1-1 0 0,1 0 1 0 0,-1 0 0 0 0,1 0 0 0 0,0 0 0 0 0,0 0-1 0 0,2 2 1 0 0,0-1-4 0 0,0-1 0 0 0,0 1 0 0 0,0-1 0 0 0,0 0 0 0 0,1-1 0 0 0,-1 1 0 0 0,0-1 1 0 0,1 0-1 0 0,-1 0 0 0 0,6 0 0 0 0,1 0 0 0 0,0 0 0 0 0,-1-1 0 0 0,1-1 0 0 0,0 0 0 0 0,-1-1 0 0 0,1 1 0 0 0,-1-2 0 0 0,18-6 0 0 0,-18 5-2 0 0,0-1-1 0 0,-1 0 0 0 0,0 0 0 0 0,0-1 0 0 0,-1 0 0 0 0,1-1 0 0 0,-1 0 0 0 0,0 0 0 0 0,-1-1 0 0 0,0 0 0 0 0,0 0 0 0 0,-1 0 1 0 0,0-1-1 0 0,7-14 0 0 0,-6 7-7 0 0,-1 1 1 0 0,0-2-1 0 0,-1 1 0 0 0,-1-1 1 0 0,0 1-1 0 0,-1-1 1 0 0,-1 0-1 0 0,0-21 0 0 0,-2 16 11 0 0,0-1-1 0 0,-7-37 1 0 0,6 52-13 0 0,-1-1 1 0 0,0 0-1 0 0,-1 1 1 0 0,0-1 0 0 0,0 1-1 0 0,-1 0 1 0 0,0 0-1 0 0,0 0 1 0 0,-9-10-1 0 0,11 15 4 0 0,-1 1 0 0 0,1 0 0 0 0,-1 0 0 0 0,1 0 0 0 0,-1 0 0 0 0,1 1 0 0 0,-1-1 0 0 0,0 1 0 0 0,0-1-1 0 0,0 1 1 0 0,0 0 0 0 0,0 0 0 0 0,0 1 0 0 0,0-1 0 0 0,0 0 0 0 0,0 1 0 0 0,-1 0 0 0 0,1 0 0 0 0,0 0-1 0 0,0 0 1 0 0,0 0 0 0 0,-5 2 0 0 0,2-1-2 0 0,1 1 0 0 0,-1 0 0 0 0,1 0 0 0 0,0 0 0 0 0,0 1 0 0 0,0 0-1 0 0,0 0 1 0 0,0 0 0 0 0,0 1 0 0 0,1-1 0 0 0,0 1 0 0 0,0 0 0 0 0,0 0 0 0 0,0 1 0 0 0,0-1 0 0 0,-2 6 0 0 0,1-4 3 0 0,1 1 1 0 0,1 0 0 0 0,-1 0-1 0 0,1 0 1 0 0,0 0 0 0 0,1 0-1 0 0,0 1 1 0 0,0-1-1 0 0,0 1 1 0 0,1-1 0 0 0,0 9-1 0 0,1-11 3 0 0,0-1 0 0 0,0 0 0 0 0,1 1 0 0 0,0-1 0 0 0,-1 0-1 0 0,2 0 1 0 0,-1 1 0 0 0,0-1 0 0 0,1 0 0 0 0,0 0 0 0 0,0 0-1 0 0,0-1 1 0 0,0 1 0 0 0,1 0 0 0 0,-1-1 0 0 0,5 5 0 0 0,-2-3 1 0 0,1-1 1 0 0,-1 0 0 0 0,1 0 0 0 0,0 0 0 0 0,0 0-1 0 0,0-1 1 0 0,0 0 0 0 0,1-1 0 0 0,9 3 0 0 0,5 0 0 0 0,1-1 0 0 0,-1 0 0 0 0,1-2 0 0 0,0-1 0 0 0,32-2 0 0 0,-10-2 10 0 0,0-2-1 0 0,0-2 0 0 0,-1-2 1 0 0,0-2-1 0 0,0-1 1 0 0,78-36-1 0 0,-87 32-6 0 0,-1-3-1 0 0,-1 0 0 0 0,-1-2 0 0 0,-1-1 1 0 0,-1-2-1 0 0,-1-1 0 0 0,-1-1 1 0 0,37-46-1 0 0,-24 18 3 0 0,-3-2-1 0 0,-2-2 1 0 0,41-89 0 0 0,-72 135-18 0 0,-2 8 6 0 0,0-1-1 0 0,0 0 0 0 0,1 1 1 0 0,-1 0-1 0 0,1 0 1 0 0,0-1-1 0 0,4-3 0 0 0,-6 7 45 0 0,-2 4 55 0 0,-73 277 2276 0 0,28-94-1165 0 0,-37 101 134 0 0,-199 459 0 0 0,145-468-1258 0 0,105-221-29 0 0,-3-1-1 0 0,-71 86 1 0 0,88-121 73 0 0,-31 27 1 0 0,43-42-42 0 0,-1-1 0 0 0,1 0 0 0 0,-1 0 0 0 0,0-1 0 0 0,-1 0 0 0 0,1 0 0 0 0,-1-1 0 0 0,1 0 0 0 0,-13 4 0 0 0,18-7-72 0 0,1 1 0 0 0,-1-1 0 0 0,0 0 0 0 0,0 0 0 0 0,0 0 0 0 0,1 0 0 0 0,-1 0-1 0 0,0 0 1 0 0,0 0 0 0 0,1 0 0 0 0,-1-1 0 0 0,0 1 0 0 0,0-1 0 0 0,1 1 0 0 0,-1-1 0 0 0,0 0 0 0 0,1 1-1 0 0,-1-1 1 0 0,1 0 0 0 0,-1 0 0 0 0,1 0 0 0 0,0 0 0 0 0,-1-1 0 0 0,1 1 0 0 0,0 0 0 0 0,0 0 0 0 0,-1-1 0 0 0,1 1-1 0 0,0-1 1 0 0,1 1 0 0 0,-1-1 0 0 0,0 0 0 0 0,0 1 0 0 0,1-1 0 0 0,-1 0 0 0 0,1 1 0 0 0,-1-1 0 0 0,1 0 0 0 0,-1-3-1 0 0,0-4 15 0 0,1-1 0 0 0,-1 1 0 0 0,1-1-1 0 0,1 1 1 0 0,0-1 0 0 0,2-9 0 0 0,6-20-1 0 0,2 0 1 0 0,1 1-1 0 0,2 1 1 0 0,1 0-1 0 0,2 1 1 0 0,30-46-1 0 0,-7 21-51 0 0,3 1 0 0 0,79-83 0 0 0,-51 71-178 0 0,2 3-1 0 0,4 4 1 0 0,2 3-1 0 0,3 4 0 0 0,164-88 1 0 0,-203 125-1921 0 0,82-27 0 0 0,-8 18-8790 0 0,-105 27 6998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19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12 447 996 0 0,'-12'-36'11164'0'0,"14"40"-10941"0"0,0 0-1 0 0,0 0 1 0 0,0-1 0 0 0,0 1 0 0 0,6 6 0 0 0,-5-7-193 0 0,0 0 19 0 0,0 1 0 0 0,0-1 1 0 0,1 0-1 0 0,0 0 1 0 0,0-1-1 0 0,0 1 0 0 0,0-1 1 0 0,0 1-1 0 0,0-1 1 0 0,0 0-1 0 0,1-1 0 0 0,-1 1 1 0 0,1-1-1 0 0,0 0 0 0 0,-1 0 1 0 0,1-1-1 0 0,0 1 1 0 0,-1-1-1 0 0,1 0 0 0 0,0 0 1 0 0,5-1-1 0 0,9-1 4 0 0,-1-1-1 0 0,0-1 0 0 0,34-11 1 0 0,-32 7-38 0 0,1 0 1 0 0,-1-1 0 0 0,0-1-1 0 0,-1-1 1 0 0,0-1-1 0 0,-1-1 1 0 0,-1 0 0 0 0,0-2-1 0 0,0 0 1 0 0,-2 0 0 0 0,0-1-1 0 0,0-1 1 0 0,-2-1 0 0 0,0 0-1 0 0,-1-1 1 0 0,-1 0-1 0 0,12-29 1 0 0,10-45 629 0 0,-8 17-137 0 0,-24 75-463 0 0,-6 7-18 0 0,0 0 0 0 0,1 1-1 0 0,0 0 1 0 0,0 0 0 0 0,1 0 0 0 0,-5 15 0 0 0,-1 1-3 0 0,-229 516 108 0 0,112-259 67 0 0,125-279-193 0 0,1 0 1 0 0,-1 0-1 0 0,1 0 0 0 0,-1 0 1 0 0,1 0-1 0 0,0 0 0 0 0,-1 0 1 0 0,1 0-1 0 0,0 0 0 0 0,0 0 1 0 0,-1 0-1 0 0,1 0 1 0 0,0 0-1 0 0,0 0 0 0 0,0 0 1 0 0,1 2-1 0 0,-1-3-4 0 0,1 0 0 0 0,-1 0 0 0 0,0 1 0 0 0,1-1 0 0 0,-1 0-1 0 0,0 0 1 0 0,1 0 0 0 0,-1 0 0 0 0,1 0 0 0 0,-1 0 0 0 0,1 0 0 0 0,-1 0 0 0 0,0 0 0 0 0,1 0 0 0 0,-1 0 0 0 0,1 0 0 0 0,-1 0 0 0 0,0-1-1 0 0,1 1 1 0 0,-1 0 0 0 0,0 0 0 0 0,1 0 0 0 0,-1 0 0 0 0,0-1 0 0 0,1 1 0 0 0,-1 0 0 0 0,1-1 0 0 0,30-24 43 0 0,58-75-13 0 0,-67 72-20 0 0,2 0-1 0 0,0 2 1 0 0,2 1 0 0 0,48-37 0 0 0,-72 61-11 0 0,0-1-1 0 0,1 0 1 0 0,-1 1-1 0 0,0 0 1 0 0,1 0 0 0 0,-1-1-1 0 0,1 1 1 0 0,-1 1 0 0 0,1-1-1 0 0,-1 0 1 0 0,1 1 0 0 0,0-1-1 0 0,-1 1 1 0 0,1 0 0 0 0,0 0-1 0 0,-1 0 1 0 0,1 0 0 0 0,0 0-1 0 0,-1 0 1 0 0,1 1 0 0 0,-1 0-1 0 0,1-1 1 0 0,3 2-1 0 0,-3 0 2 0 0,0 0-1 0 0,-1 1 1 0 0,1-1-1 0 0,0 0 1 0 0,-1 1-1 0 0,0 0 1 0 0,0-1 0 0 0,1 1-1 0 0,-2 0 1 0 0,1 0-1 0 0,0 0 1 0 0,-1 1-1 0 0,1-1 1 0 0,-1 0-1 0 0,0 0 1 0 0,0 1-1 0 0,1 4 1 0 0,7 38-5 0 0,-7-30 35 0 0,2 0 0 0 0,-1-1 0 0 0,2 1 0 0 0,12 30 0 0 0,-14-42-54 0 0,-1 0-1 0 0,1 0 0 0 0,0 0 0 0 0,0 0 0 0 0,0 0 0 0 0,1 0 0 0 0,-1-1 0 0 0,1 1 0 0 0,0-1 1 0 0,0 0-1 0 0,0-1 0 0 0,0 1 0 0 0,1 0 0 0 0,-1-1 0 0 0,1 0 0 0 0,-1 0 0 0 0,1-1 1 0 0,0 1-1 0 0,0-1 0 0 0,9 1 0 0 0,-5-1-120 0 0,0 0 1 0 0,0-1 0 0 0,0 0-1 0 0,0 0 1 0 0,0-1-1 0 0,0 0 1 0 0,0-1-1 0 0,0 0 1 0 0,0 0 0 0 0,0-1-1 0 0,14-7 1 0 0,-11 4 35 0 0,0-1 1 0 0,0-1 0 0 0,-1 0-1 0 0,0 0 1 0 0,-1-1 0 0 0,0-1-1 0 0,10-11 1 0 0,0-4 107 0 0,-1-1 0 0 0,-2 0 0 0 0,0-2 0 0 0,-2 0 0 0 0,-1 0 0 0 0,10-32 0 0 0,17-51 2139 0 0,-40 110-1912 0 0,-3 21 71 0 0,0 0 0 0 0,-2 0 0 0 0,0 0 0 0 0,-13 37 0 0 0,8-31-123 0 0,-8 46 0 0 0,15-62-140 0 0,1 0-1 0 0,0 0 1 0 0,0 0-1 0 0,1 1 1 0 0,1-1-1 0 0,0 0 1 0 0,3 16-1 0 0,-3-23-26 0 0,0 0 0 0 0,0 0 0 0 0,0 0 1 0 0,1-1-1 0 0,-1 1 0 0 0,1 0 0 0 0,0-1 0 0 0,-1 1 0 0 0,1-1 0 0 0,0 1 0 0 0,0-1 0 0 0,1 0 0 0 0,-1 0 0 0 0,0 0 0 0 0,1 0 0 0 0,-1-1 0 0 0,1 1 0 0 0,0 0 0 0 0,0-1 0 0 0,-1 0 0 0 0,1 0 0 0 0,0 0 0 0 0,0 0 0 0 0,0 0 0 0 0,0 0 0 0 0,0-1 0 0 0,0 0 0 0 0,6 1 0 0 0,2-2-1 0 0,0 1 0 0 0,0-1-1 0 0,0-1 1 0 0,0 0 0 0 0,0-1-1 0 0,0 0 1 0 0,-1 0 0 0 0,1-1 0 0 0,-1-1-1 0 0,0 1 1 0 0,0-2 0 0 0,-1 1-1 0 0,17-14 1 0 0,0-2-1 0 0,-1-1-1 0 0,-1-1 1 0 0,26-33-1 0 0,1-6 0 0 0,46-74 1 0 0,-86 120-9 0 0,-10 15-6 0 0,-1 3 6 0 0,-1 0-1 0 0,0 1 1 0 0,0-1 0 0 0,0 0 0 0 0,-1 1 0 0 0,1-1-1 0 0,0 0 1 0 0,-1 0 0 0 0,-2 3 0 0 0,-5 6-2 0 0,-146 249 1108 0 0,-89 144 358 0 0,-24-20-724 0 0,228-333-613 0 0,-71 66 0 0 0,87-94-89 0 0,-2-1 1 0 0,-1-1-1 0 0,-1-1 1 0 0,-48 25-1 0 0,59-36-13 0 0,0-2-1 0 0,-1 0 1 0 0,1-1-1 0 0,-1 0 1 0 0,-35 5-1 0 0,48-11-114 0 0,-1 1-1 0 0,1-1 0 0 0,-1 0 1 0 0,1-1-1 0 0,-1 1 0 0 0,1-1 1 0 0,-1 0-1 0 0,1 0 1 0 0,0-1-1 0 0,-10-3 0 0 0,12 3-100 0 0,0 0 0 0 0,0 0 0 0 0,0 0 0 0 0,0 0 0 0 0,0-1 0 0 0,1 1 0 0 0,-1-1 0 0 0,1 0 0 0 0,0 0 0 0 0,-1 0 0 0 0,1 0 0 0 0,1 0 0 0 0,-1 0 0 0 0,0 0 0 0 0,1-1 0 0 0,-1 1 0 0 0,-1-7 0 0 0,2 0-731 0 0,-1 0-1 0 0,1 0 1 0 0,1-1 0 0 0,0 1 0 0 0,0 0 0 0 0,1 0 0 0 0,1 0 0 0 0,-1-1-1 0 0,1 1 1 0 0,5-12 0 0 0,6-20-5066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610 102 2356 0 0,'89'-102'17307'0'0,"-90"119"-16510"0"0,-1-1 1 0 0,-1 0-1 0 0,-1 0 1 0 0,0-1-1 0 0,-7 17 0 0 0,0 2-79 0 0,-106 292 2651 0 0,-22-7-2114 0 0,126-289-1166 0 0,-339 683-626 0 0,311-643-5909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0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1 210 1588 0 0,'15'-31'2310'0'0,"-6"9"-635"0"0,2 1-1 0 0,0 1 1 0 0,29-38 0 0 0,-36 53-1463 0 0,0 0 0 0 0,1 0 0 0 0,0 1 0 0 0,0 0 1 0 0,0-1-1 0 0,1 2 0 0 0,0-1 0 0 0,-1 1 1 0 0,1 0-1 0 0,0 0 0 0 0,1 0 0 0 0,-1 1 0 0 0,0 0 1 0 0,1 0-1 0 0,-1 1 0 0 0,1-1 0 0 0,-1 1 0 0 0,12 1 1 0 0,-4 0 26 0 0,-1 2-1 0 0,1 0 1 0 0,-1 0 0 0 0,0 1 0 0 0,0 1 0 0 0,0 0 0 0 0,-1 1 0 0 0,1 0 0 0 0,-1 1-1 0 0,0 0 1 0 0,11 9 0 0 0,-7-4 74 0 0,-1 0-1 0 0,0 1 1 0 0,-1 1-1 0 0,-1 0 1 0 0,0 1 0 0 0,0 0-1 0 0,13 22 1 0 0,-24-33-193 0 0,1 1 1 0 0,-1 0-1 0 0,0 0 0 0 0,0 0 1 0 0,-1 0-1 0 0,1 0 1 0 0,-1 0-1 0 0,0 0 0 0 0,0 0 1 0 0,0 1-1 0 0,-1-1 1 0 0,1 0-1 0 0,-1 1 0 0 0,0-1 1 0 0,0 0-1 0 0,-1 1 0 0 0,1-1 1 0 0,-1 0-1 0 0,0 0 1 0 0,0 1-1 0 0,-1-1 0 0 0,-2 7 1 0 0,0-4-34 0 0,0-1-1 0 0,-1 1 1 0 0,1-1 0 0 0,-1 0 0 0 0,-1 0-1 0 0,1-1 1 0 0,-1 1 0 0 0,0-1 0 0 0,0-1 0 0 0,0 1-1 0 0,-1-1 1 0 0,-7 4 0 0 0,-5 1-38 0 0,1-1 1 0 0,-2 0-1 0 0,1-1 1 0 0,-1-1-1 0 0,0-1 1 0 0,0-1-1 0 0,-1-1 1 0 0,1-1-1 0 0,-23 0 1 0 0,25-2-1056 0 0,0-1 1 0 0,1-1 0 0 0,-27-6 0 0 0,28 1-1238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0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88 3048 0 0,'8'-6'2417'0'0,"-4"3"-610"0"0,0-1 0 0 0,1 1 0 0 0,-1 0 0 0 0,10-4 0 0 0,-13 7-1678 0 0,0 1 0 0 0,0-1 0 0 0,0 0 0 0 0,0 1 0 0 0,0-1 0 0 0,0 0 0 0 0,0 1 0 0 0,0-1 0 0 0,0 1 0 0 0,0-1 0 0 0,0 1 0 0 0,-1 0 0 0 0,1-1 0 0 0,0 1 0 0 0,0 0 0 0 0,-1 0 0 0 0,1-1 0 0 0,-1 1 0 0 0,1 0 0 0 0,0 1 0 0 0,13 25 874 0 0,0-1-251 0 0,-11-22-664 0 0,1 0-1 0 0,1 0 0 0 0,-1-1 0 0 0,0 1 0 0 0,1-1 0 0 0,0 0 0 0 0,0 0 0 0 0,0 0 0 0 0,0-1 1 0 0,0 1-1 0 0,7 1 0 0 0,1-1 23 0 0,-1 0 1 0 0,1 0-1 0 0,19 1 1 0 0,-27-5-101 0 0,0 1 0 0 0,0 0 0 0 0,0-1 1 0 0,0 0-1 0 0,0 0 0 0 0,-1 0 0 0 0,1-1 0 0 0,0 0 0 0 0,-1 1 1 0 0,1-2-1 0 0,-1 1 0 0 0,0 0 0 0 0,0-1 0 0 0,0 0 0 0 0,0 0 1 0 0,0 0-1 0 0,0-1 0 0 0,-1 1 0 0 0,0-1 0 0 0,4-4 0 0 0,-5 5-8 0 0,1 0 0 0 0,-1 0-1 0 0,1-1 1 0 0,-1 0 0 0 0,0 1-1 0 0,-1-1 1 0 0,1 0 0 0 0,0 0-1 0 0,-1 0 1 0 0,0 0-1 0 0,0 0 1 0 0,0 0 0 0 0,-1 0-1 0 0,1 0 1 0 0,-1 0 0 0 0,0-1-1 0 0,0 1 1 0 0,-1 0 0 0 0,1 0-1 0 0,-1 0 1 0 0,0 0 0 0 0,-2-7-1 0 0,2 9 1 0 0,0-1-1 0 0,0 1 1 0 0,-1 0-1 0 0,1 0 0 0 0,-1 0 1 0 0,1 0-1 0 0,-1 0 1 0 0,0 0-1 0 0,0 1 1 0 0,0-1-1 0 0,0 0 0 0 0,0 1 1 0 0,0 0-1 0 0,0-1 1 0 0,0 1-1 0 0,-4-1 1 0 0,2 1-3 0 0,0-1 0 0 0,-1 1 0 0 0,1 1 0 0 0,-1-1 0 0 0,1 0 0 0 0,-1 1 0 0 0,0 0 0 0 0,-6 1 0 0 0,-2 1 4 0 0,0 1 0 0 0,-1 0 0 0 0,2 1 0 0 0,-1 0 0 0 0,-16 8 0 0 0,2 2 79 0 0,0 1 0 0 0,0 2 1 0 0,2 0-1 0 0,0 2 0 0 0,1 1 1 0 0,1 0-1 0 0,1 2 0 0 0,1 1 1 0 0,1 0-1 0 0,1 2 1 0 0,1 0-1 0 0,-23 43 0 0 0,36-59-59 0 0,1-1 0 0 0,1 1 0 0 0,-1 1 0 0 0,1-1 0 0 0,1 0 0 0 0,-3 17 0 0 0,5-23-27 0 0,0 0-1 0 0,0 1 1 0 0,0-1-1 0 0,0 0 1 0 0,1 0 0 0 0,-1 1-1 0 0,1-1 1 0 0,0 0-1 0 0,0 0 1 0 0,0 0-1 0 0,0 0 1 0 0,0 0-1 0 0,1 0 1 0 0,-1 0-1 0 0,1 0 1 0 0,0 0 0 0 0,0-1-1 0 0,0 1 1 0 0,0-1-1 0 0,0 1 1 0 0,1-1-1 0 0,-1 0 1 0 0,4 2-1 0 0,3 2-239 0 0,0-1 0 0 0,1-1-1 0 0,0 0 1 0 0,0 0-1 0 0,0-1 1 0 0,0 0-1 0 0,1-1 1 0 0,-1 0 0 0 0,0 0-1 0 0,1-1 1 0 0,15-1-1 0 0,3-1-2050 0 0,0-1 0 0 0,56-11 0 0 0,-44 3-1668 0 0,2-3-1713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1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179 188 2432 0 0,'50'-102'13565'0'0,"-62"142"-11245"0"0,6-14-1552 0 0,-18 40 242 0 0,-3-2 1 0 0,-2 0-1 0 0,-3-2 1 0 0,-51 73-1 0 0,77-127-608 0 0,-4 6 1227 0 0,10-12-1031 0 0,8-7-567 0 0,83-83 468 0 0,-35 33-415 0 0,181-146-301 0 0,-72 75-4234 0 0,-123 94 2000 0 0,8-9-6578 0 0,-29 22 201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2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94 645 1228 0 0,'-63'28'5220'0'0,"36"-15"-183"0"0,24-11-4048 0 0,49-32 1230 0 0,-18 15-1935 0 0,320-180 1274 0 0,-247 133-1417 0 0,126-105 0 0 0,-203 148-125 0 0,-1 1 14 0 0,0-1 0 0 0,-2 0-1 0 0,0-2 1 0 0,26-34 0 0 0,-47 55-32 0 0,1-1 1 0 0,-1 1-1 0 0,0 0 1 0 0,0 0-1 0 0,0 0 1 0 0,1 0-1 0 0,-1 0 1 0 0,0 0-1 0 0,0-1 1 0 0,0 1-1 0 0,0 0 1 0 0,1 0-1 0 0,-1 0 1 0 0,0-1-1 0 0,0 1 1 0 0,0 0-1 0 0,0 0 1 0 0,0 0-1 0 0,0-1 1 0 0,0 1-1 0 0,0 0 1 0 0,1 0 0 0 0,-1 0-1 0 0,0-1 1 0 0,0 1-1 0 0,0 0 1 0 0,0 0-1 0 0,0-1 1 0 0,0 1-1 0 0,0 0 1 0 0,0 0-1 0 0,-1-1 1 0 0,1 1-1 0 0,0 0 1 0 0,0 0-1 0 0,0 0 1 0 0,0-1-1 0 0,0 1 1 0 0,0 0-1 0 0,0 0 1 0 0,0 0-1 0 0,-1-1 1 0 0,-10 5-19 0 0,-15 15 2 0 0,15-9 13 0 0,0 1 1 0 0,1 0 0 0 0,0 1 0 0 0,1 1 0 0 0,0-1-1 0 0,1 1 1 0 0,0 0 0 0 0,2 1 0 0 0,-1 0 0 0 0,1 0-1 0 0,1 1 1 0 0,1-1 0 0 0,0 1 0 0 0,1 0 0 0 0,0 0-1 0 0,2 0 1 0 0,-1 1 0 0 0,2-1 0 0 0,2 28 0 0 0,2-21-34 0 0,-1 0 98 0 0,0-1-1 0 0,-1 0 1 0 0,-1 32-1 0 0,-2-46-8 0 0,0 0 1 0 0,0 0-1 0 0,-1 0 0 0 0,1 0 0 0 0,-1-1 0 0 0,-1 1 1 0 0,1 0-1 0 0,-1-1 0 0 0,-1 0 0 0 0,1 1 0 0 0,-1-2 1 0 0,0 1-1 0 0,0 0 0 0 0,-9 8 0 0 0,0-2-8 0 0,0-2-1 0 0,0 1 0 0 0,-1-2 1 0 0,-1 0-1 0 0,0 0 0 0 0,0-2 0 0 0,0 0 1 0 0,-1 0-1 0 0,0-2 0 0 0,0 0 1 0 0,-1 0-1 0 0,-22 2 0 0 0,39-7-78 0 0,-1 0-1 0 0,0 1 0 0 0,0-1 0 0 0,1 0 0 0 0,-1 0 0 0 0,0 0 1 0 0,1 0-1 0 0,-1 0 0 0 0,0 0 0 0 0,0 0 0 0 0,1 0 1 0 0,-1 0-1 0 0,0 0 0 0 0,1 0 0 0 0,-1 0 0 0 0,0 0 1 0 0,1-1-1 0 0,-1 1 0 0 0,0 0 0 0 0,1 0 0 0 0,-1-1 0 0 0,0 1 1 0 0,1 0-1 0 0,-1-1 0 0 0,1 1 0 0 0,-1-1 0 0 0,0 1 1 0 0,1-1-1 0 0,-1 1 0 0 0,1-1 0 0 0,0 0 0 0 0,-1 1 1 0 0,1-1-1 0 0,-1 1 0 0 0,1-1 0 0 0,0 0 0 0 0,0 1 1 0 0,-1-1-1 0 0,1 0 0 0 0,0 1 0 0 0,0-1 0 0 0,0 0 0 0 0,0 0 1 0 0,0 1-1 0 0,0-1 0 0 0,0 0 0 0 0,0 1 0 0 0,0-1 1 0 0,0 0-1 0 0,0 0 0 0 0,0 1 0 0 0,0-1 0 0 0,0 0 1 0 0,1 1-1 0 0,-1-1 0 0 0,0 0 0 0 0,1 1 0 0 0,-1-1 0 0 0,0 1 1 0 0,1-1-1 0 0,-1 0 0 0 0,1 1 0 0 0,-1-1 0 0 0,1 1 1 0 0,0-1-1 0 0,7-8-389 0 0,0 0 0 0 0,1 1 0 0 0,0 0 0 0 0,1 0 1 0 0,0 1-1 0 0,0 0 0 0 0,18-8 0 0 0,5-5-260 0 0,5-4 34 0 0,281-187-2494 0 0,-14-20 4250 0 0,-149 89 5993 0 0,-155 141-6672 0 0,-4 16 561 0 0,-63 174 2457 0 0,17-55-2013 0 0,-162 478 2365 0 0,20-62-2602 0 0,163-466-1163 0 0,-64 135-1 0 0,89-213-357 0 0,0-1 0 0 0,-1 0 0 0 0,1 0 0 0 0,-1 0 1 0 0,0-1-1 0 0,0 0 0 0 0,0 1 0 0 0,-1-1 0 0 0,-5 4 0 0 0,9-7 71 0 0,-1 0 0 0 0,1 0-1 0 0,-1 0 1 0 0,1-1-1 0 0,-1 1 1 0 0,0 0 0 0 0,1-1-1 0 0,-1 1 1 0 0,0-1-1 0 0,1 0 1 0 0,-1 0 0 0 0,0 1-1 0 0,1-1 1 0 0,-1 0 0 0 0,0 0-1 0 0,1 0 1 0 0,-1-1-1 0 0,0 1 1 0 0,0 0 0 0 0,1-1-1 0 0,-1 1 1 0 0,1-1-1 0 0,-1 1 1 0 0,0-1 0 0 0,1 0-1 0 0,-1 0 1 0 0,1 0 0 0 0,-1 0-1 0 0,1 0 1 0 0,0 0-1 0 0,-1 0 1 0 0,1 0 0 0 0,0 0-1 0 0,0-1 1 0 0,0 1-1 0 0,-2-3 1 0 0,-7-13-4661 0 0,1-4-2484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0 235 1848 0 0,'19'-22'1085'0'0,"0"0"0"0"0,1 0 0 0 0,2 2 0 0 0,0 1 1 0 0,1 1-1 0 0,0 1 0 0 0,50-28 0 0 0,-56 37-774 0 0,1 0 1 0 0,0 1-1 0 0,0 1 1 0 0,0 1 0 0 0,1 0-1 0 0,0 1 1 0 0,0 1-1 0 0,0 1 1 0 0,0 1-1 0 0,0 0 1 0 0,1 2 0 0 0,-1 0-1 0 0,20 4 1 0 0,-19-1-30 0 0,1 1 0 0 0,-1 1 1 0 0,0 0-1 0 0,22 12 0 0 0,-34-15-131 0 0,-1 1-1 0 0,0 0 0 0 0,0 0 0 0 0,0 1 0 0 0,0 0 0 0 0,-1 1 0 0 0,1-1 1 0 0,-1 1-1 0 0,-1 0 0 0 0,1 1 0 0 0,-1-1 0 0 0,0 1 0 0 0,5 10 0 0 0,-9-14-53 0 0,1 0 0 0 0,-1 1 0 0 0,0-1-1 0 0,0 1 1 0 0,0-1 0 0 0,0 1 0 0 0,-1-1 0 0 0,0 1-1 0 0,1-1 1 0 0,-1 1 0 0 0,-1-1 0 0 0,1 1-1 0 0,0 0 1 0 0,-2 6 0 0 0,0-5-9 0 0,0 0-1 0 0,-1 1 0 0 0,1-1 1 0 0,-1 0-1 0 0,0 0 1 0 0,0-1-1 0 0,0 1 1 0 0,-7 6-1 0 0,-3 2 41 0 0,-1-1-1 0 0,0 0 0 0 0,-1-1 1 0 0,-28 16-1 0 0,-1-4-187 0 0,-1-3 1 0 0,0-1-1 0 0,-2-3 1 0 0,0-1-1 0 0,-61 10 1 0 0,101-23-491 0 0,0-1 0 0 0,1 0 0 0 0,-1-1 0 0 0,-7 0 0 0 0,-3-5-2458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2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263 119 2252 0 0,'14'-15'2231'0'0,"-2"-1"1"0"0,0-1-1 0 0,-1 0 0 0 0,18-36 1044 0 0,-45 71-1600 0 0,-16 39-288 0 0,3 3 0 0 0,-28 77 0 0 0,15-31-646 0 0,-100 259 731 0 0,120-296-1269 0 0,22-67-147 0 0,3-2-52 0 0,0-1-1 0 0,0 1 1 0 0,0-1 0 0 0,0 0-1 0 0,0 0 1 0 0,0 0 0 0 0,0-1-1 0 0,0 1 1 0 0,0-1 0 0 0,0 1-1 0 0,-1-1 1 0 0,1 0 0 0 0,3-3 0 0 0,33-35-4 0 0,-25 24 7 0 0,0 1-5 0 0,74-72 6 0 0,-73 74-16 0 0,1 0 0 0 0,0 1-1 0 0,1 0 1 0 0,19-8 0 0 0,-32 18 7 0 0,-1 0 0 0 0,1 1 1 0 0,0-1-1 0 0,0 1 0 0 0,-1 0 0 0 0,1 0 0 0 0,0 0 0 0 0,0 1 1 0 0,0 0-1 0 0,0 0 0 0 0,0 0 0 0 0,0 0 0 0 0,0 0 0 0 0,6 2 1 0 0,-8-2 4 0 0,1 1 0 0 0,-1 0 0 0 0,0 0 0 0 0,1 0 0 0 0,-1 1 0 0 0,0-1 0 0 0,0 1 0 0 0,0-1 0 0 0,0 1 0 0 0,0-1 0 0 0,0 1 0 0 0,0 0 0 0 0,0 0 0 0 0,-1 0 0 0 0,1 0-1 0 0,-1 0 1 0 0,0 1 0 0 0,1-1 0 0 0,-1 0 0 0 0,0 1 0 0 0,0-1 0 0 0,-1 0 0 0 0,2 5 0 0 0,0 3 10 0 0,-1-1-1 0 0,0 1 0 0 0,0 0 0 0 0,-1 0 0 0 0,0 0 0 0 0,-1 0 0 0 0,0 0 1 0 0,-3 11-1 0 0,-26 80-91 0 0,19-67-122 0 0,5-15-437 0 0,-10 34-2069 0 0,14-18-3397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3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1 381 1792 0 0,'90'-135'15686'0'0,"-89"134"-15604"0"0,0 0 0 0 0,0-1 0 0 0,0 1 0 0 0,1 0 0 0 0,-1-1 0 0 0,0 1-1 0 0,0 0 1 0 0,1 0 0 0 0,-1 0 0 0 0,1 0 0 0 0,-1 1 0 0 0,1-1 0 0 0,-1 0 0 0 0,1 0 0 0 0,-1 1-1 0 0,1-1 1 0 0,0 1 0 0 0,-1 0 0 0 0,1-1 0 0 0,2 1 0 0 0,36 2 697 0 0,-21 1-639 0 0,110 2 563 0 0,-126-5-695 0 0,0 0-1 0 0,0 0 1 0 0,0-1-1 0 0,0 1 1 0 0,-1-1 0 0 0,1 0-1 0 0,0 0 1 0 0,0 0-1 0 0,-1 0 1 0 0,1 0 0 0 0,0-1-1 0 0,-1 1 1 0 0,1-1-1 0 0,-1 1 1 0 0,0-1 0 0 0,1 0-1 0 0,-1 0 1 0 0,0 0-1 0 0,0 0 1 0 0,-1-1 0 0 0,1 1-1 0 0,0 0 1 0 0,-1-1-1 0 0,1 1 1 0 0,-1-1 0 0 0,0 0-1 0 0,0 1 1 0 0,0-1-1 0 0,0 0 1 0 0,0 0 0 0 0,0 0-1 0 0,-1 0 1 0 0,0 1-1 0 0,1-1 1 0 0,-1-4 0 0 0,0 3-8 0 0,0 0 0 0 0,0 1 0 0 0,0-1 0 0 0,0 0 1 0 0,-1 0-1 0 0,1 1 0 0 0,-1-1 0 0 0,0 0 0 0 0,0 1 1 0 0,0-1-1 0 0,-1 1 0 0 0,1-1 0 0 0,-1 1 0 0 0,0 0 0 0 0,0 0 1 0 0,0 0-1 0 0,0 0 0 0 0,0 0 0 0 0,-1 0 0 0 0,1 0 1 0 0,-1 1-1 0 0,0-1 0 0 0,0 1 0 0 0,0 0 0 0 0,-6-4 1 0 0,4 5-2 0 0,1 0 1 0 0,0 0-1 0 0,0 1 1 0 0,0 0-1 0 0,-1 0 1 0 0,1 0-1 0 0,0 0 1 0 0,-1 0-1 0 0,1 1 1 0 0,0 0-1 0 0,0 0 0 0 0,0 0 1 0 0,0 0-1 0 0,0 1 1 0 0,0 0-1 0 0,0-1 1 0 0,0 1-1 0 0,-6 5 1 0 0,-6 4-4 0 0,0 1 0 0 0,-23 24 0 0 0,29-27 9 0 0,-12 12-6 0 0,0 2 0 0 0,-31 43 1 0 0,42-50 1 0 0,1 0 1 0 0,1 0 0 0 0,1 1 0 0 0,0 0-1 0 0,-11 34 1 0 0,18-47 6 0 0,0 0 0 0 0,0 1 0 0 0,0-1 1 0 0,1 0-1 0 0,-1 0 0 0 0,1 1 0 0 0,0-1 0 0 0,0 0 0 0 0,1 0 0 0 0,-1 1 1 0 0,1-1-1 0 0,0 0 0 0 0,0 0 0 0 0,0 0 0 0 0,1 0 0 0 0,0 0 0 0 0,-1 0 1 0 0,1 0-1 0 0,1 0 0 0 0,-1-1 0 0 0,0 1 0 0 0,1-1 0 0 0,0 0 1 0 0,3 4-1 0 0,0-2 3 0 0,1 0 1 0 0,0 0-1 0 0,0-1 1 0 0,0 1-1 0 0,1-2 1 0 0,0 1-1 0 0,-1-1 1 0 0,1 0-1 0 0,0-1 1 0 0,1 0-1 0 0,10 2 1 0 0,4-1 3 0 0,1-1 0 0 0,-1-1-1 0 0,0-1 1 0 0,1-2 0 0 0,-1 0 0 0 0,0-1-1 0 0,0-1 1 0 0,0-1 0 0 0,-1-1 0 0 0,0-2-1 0 0,0 0 1 0 0,0-1 0 0 0,28-17 0 0 0,-16 6-3 0 0,-1-1 1 0 0,-2-2-1 0 0,0-1 1 0 0,-1-2-1 0 0,-2-1 1 0 0,-1-1-1 0 0,30-38 1 0 0,-44 48-9 0 0,0-1 1 0 0,20-39-1 0 0,-29 51-2 0 0,-1 0-1 0 0,0 0 1 0 0,0-1-1 0 0,-1 0 1 0 0,0 1-1 0 0,0-1 1 0 0,-1 0-1 0 0,0 0 1 0 0,0 0-1 0 0,-1 0 1 0 0,-1-14-1 0 0,1 19-1 0 0,-1 1-1 0 0,0-1 1 0 0,1 1-1 0 0,-1-1 1 0 0,0 1-1 0 0,0-1 1 0 0,0 1-1 0 0,-1 0 1 0 0,1-1-1 0 0,0 1 1 0 0,-1 0-1 0 0,0 0 1 0 0,1 0-1 0 0,-1 0 1 0 0,0 1-1 0 0,0-1 1 0 0,0 0-1 0 0,0 1 1 0 0,0-1-1 0 0,-1 1 1 0 0,1 0 0 0 0,0-1-1 0 0,-1 1 1 0 0,1 0-1 0 0,-1 1 1 0 0,1-1-1 0 0,-1 0 1 0 0,1 1-1 0 0,-1-1 1 0 0,0 1-1 0 0,1 0 1 0 0,-1 0-1 0 0,1 0 1 0 0,-1 0-1 0 0,0 0 1 0 0,1 1-1 0 0,-1-1 1 0 0,1 1-1 0 0,-1 0 1 0 0,1 0-1 0 0,-1 0 1 0 0,1 0-1 0 0,0 0 1 0 0,-1 0 0 0 0,1 0-1 0 0,0 1 1 0 0,0-1-1 0 0,0 1 1 0 0,0 0-1 0 0,0 0 1 0 0,0 0-1 0 0,0-1 1 0 0,1 2-1 0 0,-1-1 1 0 0,-1 2-1 0 0,2-2 1 0 0,0 0-1 0 0,0 0 1 0 0,-1 1-1 0 0,1-1 1 0 0,1 0-1 0 0,-1 1 1 0 0,0-1-1 0 0,1 0 1 0 0,-1 1-1 0 0,1-1 1 0 0,-1 1-1 0 0,1-1 0 0 0,0 0 1 0 0,0 1-1 0 0,1-1 1 0 0,-1 1-1 0 0,1 3 1 0 0,0-2 1 0 0,1 0 0 0 0,-1-1-1 0 0,1 1 1 0 0,0-1 0 0 0,0 1 0 0 0,0-1 0 0 0,0 0 0 0 0,1 0-1 0 0,-1 0 1 0 0,4 3 0 0 0,3 1 1 0 0,-1 0 0 0 0,1-1-1 0 0,0 0 1 0 0,0 0 0 0 0,0-1 0 0 0,1 0 0 0 0,11 4-1 0 0,11 1 1 0 0,0-2-1 0 0,1-1 0 0 0,0-1 0 0 0,0-2 1 0 0,0-1-1 0 0,0-2 0 0 0,1-1 0 0 0,54-8 1 0 0,-74 8-5 0 0,-14 0 3 0 0,0 0 0 0 0,0 0-1 0 0,0 0 1 0 0,0 0 0 0 0,1 0 0 0 0,-1 0 0 0 0,0 0 0 0 0,0 0 0 0 0,0 0 0 0 0,0 0 0 0 0,0 0-1 0 0,0 0 1 0 0,0 0 0 0 0,0 0 0 0 0,0 0 0 0 0,0 0 0 0 0,0 1 0 0 0,0-1 0 0 0,0 0 0 0 0,0 0-1 0 0,0 0 1 0 0,0 0 0 0 0,0 0 0 0 0,0 0 0 0 0,1 0 0 0 0,-1 0 0 0 0,0 0 0 0 0,0 0 0 0 0,0 0-1 0 0,0 1 1 0 0,0-1 0 0 0,0 0 0 0 0,0 0 0 0 0,0 0 0 0 0,0 0 0 0 0,0 0 0 0 0,-1 0 0 0 0,1 0-1 0 0,0 0 1 0 0,0 0 0 0 0,0 0 0 0 0,0 1 0 0 0,0-1 0 0 0,0 0 0 0 0,0 0 0 0 0,0 0 0 0 0,0 0-1 0 0,0 0 1 0 0,0 0 0 0 0,0 0 0 0 0,0 0 0 0 0,0 0 0 0 0,0 0 0 0 0,0 0 0 0 0,0 0-1 0 0,-1 0 1 0 0,1 0 0 0 0,0 0 0 0 0,-21 14-14 0 0,5-3 12 0 0,-10 9 28 0 0,1 1-1 0 0,2 2 1 0 0,0 1-1 0 0,1 0 0 0 0,1 1 1 0 0,2 2-1 0 0,-29 50 1 0 0,46-74-20 0 0,1-1 1 0 0,0 0-1 0 0,-1 1 1 0 0,1-1-1 0 0,1 0 0 0 0,-1 1 1 0 0,0 0-1 0 0,0-1 1 0 0,1 1-1 0 0,0-1 1 0 0,-1 1-1 0 0,1 0 1 0 0,0-1-1 0 0,0 1 1 0 0,0 0-1 0 0,1-1 0 0 0,-1 1 1 0 0,1-1-1 0 0,-1 1 1 0 0,1-1-1 0 0,0 1 1 0 0,0-1-1 0 0,0 1 1 0 0,0-1-1 0 0,1 0 1 0 0,-1 1-1 0 0,1-1 0 0 0,-1 0 1 0 0,1 0-1 0 0,0 0 1 0 0,-1 0-1 0 0,1 0 1 0 0,0-1-1 0 0,0 1 1 0 0,1-1-1 0 0,-1 1 1 0 0,0-1-1 0 0,0 1 0 0 0,5 0 1 0 0,6 4 25 0 0,0-2 0 0 0,0 0 0 0 0,0 0-1 0 0,0-2 1 0 0,0 1 0 0 0,20 0 0 0 0,3-2 7 0 0,0-1 1 0 0,0-2-1 0 0,0-1 0 0 0,-1-2 1 0 0,0-2-1 0 0,0-1 1 0 0,0-2-1 0 0,-1-1 0 0 0,0-1 1 0 0,51-28-1 0 0,-43 17-30 0 0,-1-3 0 0 0,-1-1-1 0 0,-1-1 1 0 0,-1-3 0 0 0,-2-1 0 0 0,-1-1 0 0 0,42-53-1 0 0,-74 83-7 0 0,24-35 11 0 0,-25 35-11 0 0,0 0-1 0 0,0 0 0 0 0,-1 0 0 0 0,1-1 0 0 0,-1 1 0 0 0,0-1 1 0 0,0 1-1 0 0,0-1 0 0 0,0 1 0 0 0,0-5 0 0 0,-1 7 3 0 0,0 0 0 0 0,-1 1-1 0 0,1-1 1 0 0,0 0 0 0 0,0 0 0 0 0,0 1-1 0 0,-1-1 1 0 0,1 0 0 0 0,0 1 0 0 0,-1-1-1 0 0,1 0 1 0 0,-1 1 0 0 0,1-1 0 0 0,-1 1-1 0 0,1-1 1 0 0,-1 1 0 0 0,1-1 0 0 0,-1 1-1 0 0,1-1 1 0 0,-1 1 0 0 0,0-1 0 0 0,1 1-1 0 0,-1 0 1 0 0,0-1 0 0 0,1 1-1 0 0,-1 0 1 0 0,0 0 0 0 0,1-1 0 0 0,-1 1-1 0 0,0 0 1 0 0,0 0 0 0 0,1 0 0 0 0,-1 0-1 0 0,0 0 1 0 0,-1 0 0 0 0,-2 0 27 0 0,0 0 0 0 0,0 1 0 0 0,0-1 0 0 0,0 1 0 0 0,0 0 0 0 0,-4 1 0 0 0,-8 4 175 0 0,-1 1 0 0 0,1 1 0 0 0,0 1 0 0 0,1 0 0 0 0,-25 19 0 0 0,10-3 360 0 0,-41 45-1 0 0,59-56-416 0 0,0-1 0 0 0,1 2 0 0 0,-16 25 0 0 0,24-35-127 0 0,1 0 0 0 0,-1 0 0 0 0,1 0 1 0 0,0 0-1 0 0,0 0 0 0 0,1 0 1 0 0,-1 0-1 0 0,1 1 0 0 0,0-1 1 0 0,1 1-1 0 0,-1-1 0 0 0,1 0 1 0 0,0 1-1 0 0,0-1 0 0 0,1 1 0 0 0,1 8 1 0 0,1-9-23 0 0,-1-1 0 0 0,0 1-1 0 0,1-1 1 0 0,0 0 0 0 0,0 1 0 0 0,0-1 0 0 0,1-1 0 0 0,-1 1 0 0 0,1 0 0 0 0,0-1-1 0 0,0 0 1 0 0,0 0 0 0 0,8 5 0 0 0,6 1-253 0 0,0 0-1 0 0,19 7 1 0 0,165 51-4962 0 0,-66-31-3181 0 0,-43-12-1375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3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4240 0 0,'24'-10'10665'0'0,"-17"3"-7952"0"0,-3-6-1969 0 0,-8 0-1436 0 0,1 7-737 0 0,-4-1-1379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4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23 833 2332 0 0,'-22'1'11687'0'0,"22"-1"-11598"0"0,8-12 1258 0 0,23-17-2031 0 0,-27 26 1140 0 0,34-32-432 0 0,-3-2-1 0 0,-1-1 1 0 0,-1-2-1 0 0,-3-1 0 0 0,-1-2 1 0 0,-2 0-1 0 0,-3-2 0 0 0,-1-1 1 0 0,-2 0-1 0 0,-2-2 1 0 0,-2 0-1 0 0,-2-1 0 0 0,-3-1 1 0 0,10-81-1 0 0,-20 102-30 0 0,-2 28 6 0 0,1 0 1 0 0,-1 0-1 0 0,0 0 0 0 0,0 0 1 0 0,0-1-1 0 0,0 1 1 0 0,0 0-1 0 0,-1 0 1 0 0,1 0-1 0 0,0 0 0 0 0,0 0 1 0 0,-1 0-1 0 0,1 0 1 0 0,-1 0-1 0 0,0-1 0 0 0,1 2 1 0 0,0-1-1 0 0,-1 1 1 0 0,1 0-1 0 0,0 0 0 0 0,0 0 1 0 0,-1 0-1 0 0,1-1 1 0 0,0 1-1 0 0,-1 0 0 0 0,1 0 1 0 0,0 0-1 0 0,-1 0 1 0 0,1 0-1 0 0,0 0 0 0 0,-1 0 1 0 0,1 0-1 0 0,0 0 1 0 0,-1 0-1 0 0,1 0 0 0 0,0 0 1 0 0,-1 0-1 0 0,1 0 1 0 0,0 0-1 0 0,-1 1 0 0 0,1-1 1 0 0,0 0-1 0 0,0 0 0 0 0,-1 1 1 0 0,-16 14-21 0 0,1 7 19 0 0,1 2 0 0 0,2 0 0 0 0,-20 45 0 0 0,-20 83 14 0 0,41-116-4 0 0,-1 5-1 0 0,-13 72 0 0 0,23-94 5 0 0,1 0-1 0 0,1 0 1 0 0,1 0-1 0 0,0 1 1 0 0,1-1 0 0 0,5 23-1 0 0,-5-36-3 0 0,1 0 0 0 0,-1 0 0 0 0,1 0 1 0 0,1-1-1 0 0,-1 1 0 0 0,1-1 0 0 0,0 1 0 0 0,0-1 0 0 0,0 0 0 0 0,1 0 1 0 0,0 0-1 0 0,0 0 0 0 0,0-1 0 0 0,1 0 0 0 0,4 4 0 0 0,-2-3-3 0 0,0-1 0 0 0,0 0 0 0 0,0-1 0 0 0,0 0 0 0 0,0 0 0 0 0,1 0 0 0 0,-1-1 1 0 0,1 0-1 0 0,0 0 0 0 0,13 0 0 0 0,-7-1-3 0 0,-1-1 0 0 0,1-1 0 0 0,0 0 1 0 0,0-1-1 0 0,0 0 0 0 0,-1-1 0 0 0,0 0 0 0 0,1-2 1 0 0,-1 1-1 0 0,0-2 0 0 0,-1 1 0 0 0,0-2 1 0 0,15-9-1 0 0,-7 0-7 0 0,0-1 0 0 0,-1-1 0 0 0,-1 0 0 0 0,-1-2 0 0 0,0 0 0 0 0,-2-1 1 0 0,0-1-1 0 0,13-25 0 0 0,11-30 1 0 0,31-89 1 0 0,-53 122 8 0 0,45-127-15 0 0,-96 245-124 0 0,14-23 130 0 0,-65 185 45 0 0,71-189 4 0 0,2 1 1 0 0,2 0-1 0 0,-3 53 1 0 0,12-100-38 0 0,1 0-1 0 0,0 0 1 0 0,0 0-1 0 0,0 0 1 0 0,0 1-1 0 0,0-1 1 0 0,0 0-1 0 0,0 0 1 0 0,0 0-1 0 0,0 0 1 0 0,0 0 0 0 0,1 0-1 0 0,-1 0 1 0 0,0 0-1 0 0,1 0 1 0 0,-1 0-1 0 0,1 0 1 0 0,-1 0-1 0 0,1 0 1 0 0,0 0-1 0 0,-1-1 1 0 0,1 1-1 0 0,0 0 1 0 0,-1 0-1 0 0,1-1 1 0 0,0 1 0 0 0,0 0-1 0 0,0-1 1 0 0,0 1-1 0 0,0 0 1 0 0,0-1-1 0 0,0 0 1 0 0,1 1-1 0 0,-1-1-2 0 0,1 0 1 0 0,-1 0-1 0 0,1 0 0 0 0,-1 0 0 0 0,1 0 0 0 0,-1-1 0 0 0,1 1 1 0 0,-1-1-1 0 0,1 1 0 0 0,-1-1 0 0 0,1 0 0 0 0,-1 1 0 0 0,0-1 1 0 0,1 0-1 0 0,-1 0 0 0 0,0 0 0 0 0,0 0 0 0 0,0 0 0 0 0,1 0 1 0 0,-1 0-1 0 0,0 0 0 0 0,-1 0 0 0 0,3-3 0 0 0,11-20 7 0 0,16-32 0 0 0,-18 31-28 0 0,27-42 1 0 0,-34 61 10 0 0,0 0 0 0 0,-1 0 0 0 0,2 0 1 0 0,-1 1-1 0 0,1 0 0 0 0,0 0 1 0 0,0 0-1 0 0,0 1 0 0 0,0 0 1 0 0,1 0-1 0 0,8-3 0 0 0,-12 5 5 0 0,0 1 0 0 0,0 0 0 0 0,0 0 0 0 0,0 0 0 0 0,0 1 1 0 0,1-1-1 0 0,-1 1 0 0 0,0 0 0 0 0,1-1 0 0 0,-1 2 0 0 0,0-1 0 0 0,0 0 0 0 0,1 1 0 0 0,-1-1 0 0 0,0 1 0 0 0,0 0 0 0 0,0 0 0 0 0,0 0 0 0 0,0 1 0 0 0,0-1 0 0 0,0 1 1 0 0,0-1-1 0 0,0 1 0 0 0,-1 0 0 0 0,1 0 0 0 0,-1 0 0 0 0,1 1 0 0 0,-1-1 0 0 0,0 0 0 0 0,0 1 0 0 0,0 0 0 0 0,0-1 0 0 0,0 1 0 0 0,-1 0 0 0 0,3 4 0 0 0,1 4 6 0 0,-1-1 0 0 0,0 2-1 0 0,0-1 1 0 0,-1 0-1 0 0,0 1 1 0 0,-1-1 0 0 0,-1 1-1 0 0,1 19 1 0 0,-5 18 21 0 0,1-39-19 0 0,1 0 1 0 0,0 0 0 0 0,1 1 0 0 0,0-1-1 0 0,0 0 1 0 0,1 0 0 0 0,1 1-1 0 0,0-1 1 0 0,4 13 0 0 0,-5-20-3 0 0,0-1 0 0 0,1 0 0 0 0,-1 0-1 0 0,0 1 1 0 0,1-1 0 0 0,0 0 0 0 0,-1 0 0 0 0,1-1 0 0 0,0 1 0 0 0,0 0 0 0 0,0 0 0 0 0,0-1 0 0 0,1 0 0 0 0,-1 1 0 0 0,0-1-1 0 0,0 0 1 0 0,1 0 0 0 0,2 1 0 0 0,0-1 3 0 0,0 0-1 0 0,0 0 1 0 0,0-1-1 0 0,0 0 1 0 0,-1 1-1 0 0,1-2 1 0 0,0 1-1 0 0,0-1 1 0 0,6-1-1 0 0,1-1 7 0 0,0-1-1 0 0,0 0 0 0 0,0-1 0 0 0,0 0 0 0 0,-1-1 0 0 0,17-11 1 0 0,-8 2-7 0 0,-1 0 0 0 0,-1-2 1 0 0,0 0-1 0 0,-2-2 0 0 0,0 0 1 0 0,0 0-1 0 0,-2-1 1 0 0,-1-1-1 0 0,0 0 0 0 0,-2-1 1 0 0,16-42-1 0 0,-26 62-6 0 0,0-1-1 0 0,0 0 1 0 0,0 1-1 0 0,-1-1 1 0 0,1 0-1 0 0,-1 0 1 0 0,1 0-1 0 0,-1 1 1 0 0,0-1-1 0 0,0 0 1 0 0,-1 0-1 0 0,1 0 1 0 0,0 0-1 0 0,-1 1 1 0 0,0-1-1 0 0,0 0 1 0 0,0 1-1 0 0,-2-6 1 0 0,3 8-2 0 0,-1-1 0 0 0,0 1 0 0 0,1-1 0 0 0,-1 1 0 0 0,1-1 0 0 0,-1 1-1 0 0,0 0 1 0 0,1-1 0 0 0,-1 1 0 0 0,0 0 0 0 0,1 0 0 0 0,-1-1 0 0 0,0 1 0 0 0,0 0 0 0 0,1 0 0 0 0,-1 0 0 0 0,0 0 0 0 0,0 0 0 0 0,1 0 0 0 0,-1 0 0 0 0,0 0 0 0 0,0 0 0 0 0,1 0 0 0 0,-1 0 0 0 0,0 1-1 0 0,1-1 1 0 0,-1 0 0 0 0,0 1 0 0 0,0-1 0 0 0,1 0 0 0 0,-1 1 0 0 0,1-1 0 0 0,-1 1 0 0 0,0-1 0 0 0,1 1 0 0 0,-2 0 0 0 0,-20 19 15 0 0,15-12-10 0 0,0 1 1 0 0,1-1 0 0 0,0 1 0 0 0,1 1 0 0 0,0-1-1 0 0,0 1 1 0 0,1-1 0 0 0,0 1 0 0 0,1 1 0 0 0,0-1-1 0 0,1 0 1 0 0,-3 20 0 0 0,5-24 3 0 0,-1-1 0 0 0,1 1 0 0 0,0 0 0 0 0,1-1 0 0 0,-1 1 0 0 0,1 0 0 0 0,0-1 0 0 0,1 1 0 0 0,-1-1-1 0 0,1 1 1 0 0,0-1 0 0 0,0 0 0 0 0,1 1 0 0 0,0-1 0 0 0,0-1 0 0 0,0 1 0 0 0,0 0 0 0 0,1-1 0 0 0,0 1 0 0 0,0-1 0 0 0,0 0 0 0 0,0-1 0 0 0,1 1 0 0 0,-1-1 0 0 0,8 5 0 0 0,1-2-9 0 0,0-1 0 0 0,0 0 1 0 0,1 0-1 0 0,-1-2 1 0 0,1 1-1 0 0,0-2 1 0 0,0 0-1 0 0,18 0 0 0 0,-7-1-836 0 0,-1-2 0 0 0,1-1 0 0 0,47-10 0 0 0,-57 9-1081 0 0,0-2 0 0 0,16-6 0 0 0,-3-2-3693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4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61 360 0 0,'-263'-4'13590'0'0,"285"-2"-13091"0"0,-1-2-357 0 0,77-6-562 0 0,129-1 0 0 0,-169 12-572 0 0,85-3-4430 0 0,-71 2 489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4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7 1308 0 0,'3'-6'17418'0'0,"-8"29"-17132"0"0,-2 0 1 0 0,-17 41 0 0 0,4-11-185 0 0,-15 60-1038 0 0,26-75-2299 0 0,2 1-3769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52 239 1956 0 0,'-51'-231'10732'0'0,"50"225"-10458"0"0,3 5-238 0 0,8 11-701 0 0,11 22-3799 0 0,-19-30 3622 0 0,8 15-3781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5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24 124 0 0,'7'27'8327'0'0,"10"45"-4479"0"0,-3-17-2861 0 0,-2 1 0 0 0,3 57 0 0 0,-12-94-907 0 0,-3-17 9 0 0,1 0 1 0 0,0 1-1 0 0,-1-1 0 0 0,0 0 0 0 0,1 0 1 0 0,-1 1-1 0 0,0-1 0 0 0,0 0 1 0 0,-1 1-1 0 0,1-1 0 0 0,0 0 0 0 0,-1 0 1 0 0,1 1-1 0 0,-1-1 0 0 0,0 0 0 0 0,0 0 1 0 0,0 0-1 0 0,-1 3 0 0 0,0-4 127 0 0,-13 0 299 0 0,12-3-494 0 0,0-1 1 0 0,1 1-1 0 0,-1-1 1 0 0,1 0-1 0 0,0 1 0 0 0,0-1 1 0 0,0 0-1 0 0,0 0 1 0 0,0-1-1 0 0,1 1 0 0 0,-1 0 1 0 0,1-1-1 0 0,0 1 0 0 0,0 0 1 0 0,0-1-1 0 0,0 0 1 0 0,1 1-1 0 0,-1-1 0 0 0,1 1 1 0 0,1-7-1 0 0,-1-3-12 0 0,0 0 0 0 0,1 1-1 0 0,1-1 1 0 0,6-23 0 0 0,-2 18-7 0 0,1 0-1 0 0,1 1 1 0 0,0 0 0 0 0,1 1 0 0 0,1 0 0 0 0,0 0 0 0 0,1 1 0 0 0,1 1-1 0 0,0-1 1 0 0,15-11 0 0 0,-19 18-4 0 0,1 1 0 0 0,0 0 0 0 0,1 1-1 0 0,0 0 1 0 0,0 0 0 0 0,0 1 0 0 0,19-7 0 0 0,-21 10-2 0 0,0 0 0 0 0,0 1 1 0 0,0-1-1 0 0,0 2 0 0 0,0-1 1 0 0,0 1-1 0 0,0 0 1 0 0,0 0-1 0 0,0 1 0 0 0,0 0 1 0 0,15 5-1 0 0,-18-5 4 0 0,0 1 1 0 0,0 0-1 0 0,0 0 0 0 0,0 0 0 0 0,0 1 0 0 0,-1 0 1 0 0,1 0-1 0 0,-1 0 0 0 0,0 0 0 0 0,0 1 1 0 0,0-1-1 0 0,0 1 0 0 0,0 0 0 0 0,-1 0 1 0 0,1 1-1 0 0,-1-1 0 0 0,-1 1 0 0 0,1-1 1 0 0,0 1-1 0 0,-1 0 0 0 0,0 0 0 0 0,0 0 1 0 0,-1 0-1 0 0,1 1 0 0 0,-1-1 0 0 0,0 8 1 0 0,1 11-15 0 0,-2-1 1 0 0,-1 0-1 0 0,-1 0 0 0 0,-10 45 1 0 0,2-3-321 0 0,9-55-298 0 0,0-4 250 0 0,0 0 0 0 0,1 0 0 0 0,0 0 0 0 0,0 0 1 0 0,1 6-1 0 0,-1-10-174 0 0,1 0 1 0 0,-1 0 0 0 0,1-1 0 0 0,0 1 0 0 0,-1 0-1 0 0,1 0 1 0 0,0-1 0 0 0,0 1 0 0 0,0 0-1 0 0,0-1 1 0 0,3 4 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5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120 295 2424 0 0,'52'-283'11499'0'0,"-53"271"-10879"0"0,-4 13 127 0 0,-8 16 194 0 0,-8 48 885 0 0,-20 97 1 0 0,21-75-1188 0 0,-2 0-641 0 0,5 0 1 0 0,3 2 0 0 0,-4 127-1 0 0,21-162-2520 0 0,1-20-5451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6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153 271 744 0 0,'-33'-26'3361'0'0,"19"16"-1882"0"0,0 0 0 0 0,0-2 0 0 0,1 0 0 0 0,0 0 0 0 0,1-1 1 0 0,-20-29-1 0 0,31 40-1416 0 0,0 0 1 0 0,0 1-1 0 0,0-1 1 0 0,0 0-1 0 0,1 0 1 0 0,-1 0-1 0 0,1 1 1 0 0,0-1-1 0 0,-1 0 1 0 0,1 0-1 0 0,0 0 1 0 0,0 0-1 0 0,0 0 1 0 0,0 0-1 0 0,0 0 1 0 0,1 0-1 0 0,-1 1 1 0 0,0-1-1 0 0,1 0 1 0 0,0 0-1 0 0,-1 0 1 0 0,1 0-1 0 0,0 1 1 0 0,0-1-1 0 0,0 0 1 0 0,0 1-1 0 0,0-1 1 0 0,0 1-1 0 0,0-1 1 0 0,1 1-1 0 0,-1 0 1 0 0,1-1-1 0 0,-1 1 1 0 0,1 0 0 0 0,-1 0-1 0 0,3-1 1 0 0,5-4 14 0 0,1 1 1 0 0,-1 1-1 0 0,1-1 1 0 0,0 1-1 0 0,11-2 1 0 0,25-6 16 0 0,0 2 0 0 0,1 2 0 0 0,0 2 0 0 0,0 3 0 0 0,62 2 0 0 0,64 12-2450 0 0,-3 9-5422 0 0,-134-15 2463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 1588 0 0,'8'8'4153'0'0,"-7"-5"-3591"0"0,0 1 0 0 0,0-1-1 0 0,0 0 1 0 0,0 0 0 0 0,-1 1 0 0 0,1-1-1 0 0,-1 0 1 0 0,0 1 0 0 0,0-1 0 0 0,0 4-1 0 0,-1-3-264 0 0,1-1 0 0 0,0 1 0 0 0,0 0 0 0 0,1-1-1 0 0,-1 1 1 0 0,1 0 0 0 0,-1-1 0 0 0,1 1 0 0 0,0-1-1 0 0,1 1 1 0 0,-1-1 0 0 0,1 1 0 0 0,2 3-1 0 0,-1-4-153 0 0,0 1-1 0 0,1-1 0 0 0,-1 0 1 0 0,1 0-1 0 0,0-1 0 0 0,0 1 0 0 0,0-1 1 0 0,1 0-1 0 0,-1 0 0 0 0,1 0 0 0 0,-1 0 1 0 0,1-1-1 0 0,5 1 0 0 0,4 1 13 0 0,0-1 0 0 0,0 0 1 0 0,17-1-1 0 0,-28 0-147 0 0,0-1 1 0 0,-1 0-1 0 0,1-1 1 0 0,0 1-1 0 0,0 0 0 0 0,0-1 1 0 0,0 1-1 0 0,0-1 1 0 0,-1 0-1 0 0,1 0 1 0 0,0 0-1 0 0,-1 0 1 0 0,1-1-1 0 0,0 1 0 0 0,-1-1 1 0 0,0 0-1 0 0,1 1 1 0 0,-1-1-1 0 0,0 0 1 0 0,0 0-1 0 0,0 0 1 0 0,0-1-1 0 0,0 1 0 0 0,-1 0 1 0 0,1-1-1 0 0,-1 1 1 0 0,1-1-1 0 0,-1 0 1 0 0,0 1-1 0 0,0-1 1 0 0,0 0-1 0 0,-1 0 0 0 0,2-3 1 0 0,-2 4-9 0 0,0-1-1 0 0,0 0 1 0 0,0 0-1 0 0,-1 1 1 0 0,1-1 0 0 0,0 0-1 0 0,-1 0 1 0 0,0 1 0 0 0,0-1-1 0 0,0 0 1 0 0,0 1-1 0 0,0-1 1 0 0,0 1 0 0 0,-1-1-1 0 0,1 1 1 0 0,-1 0-1 0 0,1 0 1 0 0,-1-1 0 0 0,0 1-1 0 0,0 0 1 0 0,0 1 0 0 0,0-1-1 0 0,-1 0 1 0 0,1 0-1 0 0,0 1 1 0 0,-1 0 0 0 0,1-1-1 0 0,-1 1 1 0 0,1 0 0 0 0,-1 0-1 0 0,0 0 1 0 0,-4 0-1 0 0,-3-1-1 0 0,-1 1-1 0 0,0 1 1 0 0,0-1-1 0 0,0 2 1 0 0,1 0-1 0 0,-1 0 1 0 0,0 1-1 0 0,1 0 1 0 0,-1 0-1 0 0,1 2 1 0 0,0-1-1 0 0,0 1 1 0 0,0 1-1 0 0,-17 10 1 0 0,6-2 6 0 0,2 0 1 0 0,0 2-1 0 0,0 0 0 0 0,1 1 1 0 0,-26 30-1 0 0,34-34 6 0 0,0 1 0 0 0,1 0 0 0 0,0 0 0 0 0,1 1 0 0 0,1 0 0 0 0,0 1 0 0 0,1-1 0 0 0,-6 19 0 0 0,11-27-2 0 0,0-1 1 0 0,-1 0-1 0 0,2 1 0 0 0,-1 0 1 0 0,1-1-1 0 0,0 1 0 0 0,0-1 0 0 0,0 1 1 0 0,1-1-1 0 0,0 1 0 0 0,0-1 1 0 0,0 1-1 0 0,1-1 0 0 0,-1 0 1 0 0,1 1-1 0 0,1-1 0 0 0,-1 0 0 0 0,1 0 1 0 0,0-1-1 0 0,0 1 0 0 0,0 0 1 0 0,1-1-1 0 0,-1 0 0 0 0,1 0 1 0 0,0 0-1 0 0,7 5 0 0 0,0-2-120 0 0,-1-1 0 0 0,1 0-1 0 0,0 0 1 0 0,1-1 0 0 0,-1-1 0 0 0,1 0 0 0 0,0 0-1 0 0,23 3 1 0 0,-11-4-991 0 0,-1-1 0 0 0,1-1 0 0 0,41-3 0 0 0,-43 0-1833 0 0,34-9-1 0 0,-17-1-2629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1952 0 0,'6'-29'3056'0'0,"-4"16"-1427"0"0,1 1-1 0 0,0 0 1 0 0,9-19-1 0 0,-12 30-1587 0 0,1 0 0 0 0,-1 1 0 0 0,1 0-1 0 0,-1-1 1 0 0,1 1 0 0 0,-1-1-1 0 0,1 1 1 0 0,0 0 0 0 0,-1-1-1 0 0,1 1 1 0 0,-1 0 0 0 0,1-1 0 0 0,0 1-1 0 0,-1 0 1 0 0,1 0 0 0 0,0 0-1 0 0,-1 0 1 0 0,1 0 0 0 0,0 0 0 0 0,-1 0-1 0 0,1 0 1 0 0,0 0 0 0 0,0 0-1 0 0,-1 0 1 0 0,1 0 0 0 0,0 0 0 0 0,-1 0-1 0 0,1 1 1 0 0,-1-1 0 0 0,1 0-1 0 0,0 0 1 0 0,-1 1 0 0 0,1-1 0 0 0,-1 1-1 0 0,1-1 1 0 0,0 0 0 0 0,0 1-1 0 0,21 16 700 0 0,-22-17-734 0 0,10 10 197 0 0,0 0 0 0 0,-1 1 1 0 0,0 0-1 0 0,-1 1 0 0 0,-1-1 1 0 0,1 2-1 0 0,-2-1 0 0 0,0 1 1 0 0,0 0-1 0 0,-1 0 0 0 0,-1 1 1 0 0,0-1-1 0 0,-1 1 1 0 0,0 0-1 0 0,-1 0 0 0 0,-1 0 1 0 0,0 0-1 0 0,-1 1 0 0 0,-1-1 1 0 0,-2 18-1 0 0,1-26-92 0 0,1-1-1 0 0,0 0 1 0 0,-1 0-1 0 0,0 0 1 0 0,-1 0-1 0 0,1 0 1 0 0,-1 0-1 0 0,0 0 1 0 0,0-1-1 0 0,0 0 1 0 0,0 1-1 0 0,-1-1 1 0 0,0-1-1 0 0,0 1 1 0 0,0 0-1 0 0,0-1 1 0 0,-1 0-1 0 0,1 0 1 0 0,-7 3-1 0 0,10-5-102 0 0,0-1 1 0 0,0 1-1 0 0,1-1 0 0 0,-1 1 1 0 0,0-1-1 0 0,0 0 0 0 0,0 1 1 0 0,0-1-1 0 0,0 0 0 0 0,0 1 1 0 0,0-1-1 0 0,0 0 0 0 0,1 0 0 0 0,-1 0 1 0 0,0 0-1 0 0,0 0 0 0 0,0 0 1 0 0,0 0-1 0 0,0-1 0 0 0,0 1 1 0 0,0 0-1 0 0,0 0 0 0 0,0-1 1 0 0,0 1-1 0 0,1 0 0 0 0,-1-1 0 0 0,0 1 1 0 0,0-1-1 0 0,0 1 0 0 0,1-1 1 0 0,-1 0-1 0 0,0 1 0 0 0,0-1 1 0 0,1 0-1 0 0,-1 1 0 0 0,1-1 0 0 0,-1 0 1 0 0,1 0-1 0 0,-1 0 0 0 0,1 1 1 0 0,-1-1-1 0 0,1 0 0 0 0,0 0 1 0 0,-1 0-1 0 0,1 0 0 0 0,0 0 1 0 0,0 0-1 0 0,0-1 0 0 0,-1-2-5 0 0,1 0 1 0 0,0 0-1 0 0,0 1 0 0 0,0-1 1 0 0,0 0-1 0 0,1 0 0 0 0,-1 1 1 0 0,1-1-1 0 0,0 0 0 0 0,3-5 1 0 0,3-4-32 0 0,1 0 0 0 0,1 1 1 0 0,0 0-1 0 0,1 0 0 0 0,0 1 1 0 0,1 0-1 0 0,0 1 0 0 0,15-11 1 0 0,12-5-139 0 0,55-31 1 0 0,-74 46 110 0 0,1 1 0 0 0,0 0 1 0 0,0 1-1 0 0,1 1 1 0 0,0 2-1 0 0,1 0 0 0 0,42-6 1 0 0,-61 11 50 0 0,0 1 0 0 0,0 0 0 0 0,0 0 0 0 0,0 0 0 0 0,0 0 0 0 0,0 0 0 0 0,0 1 0 0 0,0-1 0 0 0,0 1 0 0 0,-1 0 0 0 0,1 0 0 0 0,0 0 0 0 0,0 0 0 0 0,0 0 0 0 0,-1 1 0 0 0,1-1 0 0 0,-1 1 0 0 0,1 0 0 0 0,-1-1 0 0 0,0 1 0 0 0,0 1 0 0 0,1-1 0 0 0,-1 0 0 0 0,-1 0 0 0 0,1 1 0 0 0,0-1 0 0 0,-1 1 0 0 0,1-1 0 0 0,-1 1 0 0 0,2 4 0 0 0,0 5 81 0 0,0 1 0 0 0,-1 0 0 0 0,0 0 0 0 0,-1 1-1 0 0,-2 23 1 0 0,1-23-19 0 0,0 0 0 0 0,1 0-1 0 0,4 22 1 0 0,-4-32-58 0 0,0 0 1 0 0,1 0 0 0 0,0 1-1 0 0,0-1 1 0 0,0-1 0 0 0,1 1-1 0 0,-1 0 1 0 0,5 4-1 0 0,12 6-2577 0 0,-17-13 1853 0 0,0 0 0 0 0,-1-1 0 0 0,1 1 0 0 0,0-1 0 0 0,0 0 0 0 0,0 1 0 0 0,-1-1 0 0 0,1 0 0 0 0,0 0 0 0 0,0 0 0 0 0,3-1 0 0 0,11-2-5902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7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129 157 1172 0 0,'-7'-11'1357'0'0,"-88"-129"10389"0"0,95 139-11729 0 0,0 1 1 0 0,0 0 0 0 0,-1-1 0 0 0,1 1 0 0 0,0 0 0 0 0,-1-1-1 0 0,1 1 1 0 0,0 0 0 0 0,-1-1 0 0 0,1 1 0 0 0,0 0-1 0 0,-1 0 1 0 0,1-1 0 0 0,0 1 0 0 0,-1 0 0 0 0,1 0-1 0 0,-1 0 1 0 0,1 0 0 0 0,0-1 0 0 0,-1 1 0 0 0,1 0 0 0 0,-1 0-1 0 0,1 0 1 0 0,0 0 0 0 0,-1 0 0 0 0,1 0 0 0 0,-1 0-1 0 0,1 0 1 0 0,-1 0 0 0 0,1 0 0 0 0,0 1 0 0 0,-1-1-1 0 0,1 0 1 0 0,-1 0 0 0 0,1 0 0 0 0,0 0 0 0 0,-1 1 0 0 0,1-1-1 0 0,-1 0 1 0 0,1 0 0 0 0,0 1 0 0 0,-1-1 0 0 0,1 0-1 0 0,0 1 1 0 0,0-1 0 0 0,-1 0 0 0 0,1 1 0 0 0,0-1-1 0 0,-9 18-285 0 0,8-13-341 0 0,1-1 0 0 0,0 1 0 0 0,0 0 0 0 0,1 0 1 0 0,-1-1-1 0 0,1 1 0 0 0,3 8 0 0 0,-3-5-1666 0 0,3 7-3054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7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115 292 80 0 0,'2'9'7615'0'0,"-1"2"-6186"0"0,-1 1 0 0 0,-1-1-1 0 0,0 1 1 0 0,-3 14 0 0 0,-3 34 414 0 0,7-54-1764 0 0,0 1 0 0 0,1-1 1 0 0,-1 0-1 0 0,1 1 0 0 0,1-1 1 0 0,-1 0-1 0 0,1 1 0 0 0,0-1 1 0 0,1 0-1 0 0,0 0 0 0 0,-1-1 1 0 0,2 1-1 0 0,-1 0 1 0 0,1-1-1 0 0,0 0 0 0 0,0 0 1 0 0,0 0-1 0 0,1 0 0 0 0,-1-1 1 0 0,1 0-1 0 0,0 0 0 0 0,9 6 1 0 0,-6-7-55 0 0,-1 1 0 0 0,1-1 0 0 0,0 0-1 0 0,-1 0 1 0 0,1-1 0 0 0,0 0 0 0 0,1-1 0 0 0,-1 0 0 0 0,0 0 0 0 0,0-1 0 0 0,1 0 0 0 0,-1 0 0 0 0,0-1-1 0 0,0 0 1 0 0,0 0 0 0 0,0-1 0 0 0,12-3 0 0 0,-10 1-17 0 0,-1 0-1 0 0,1-1 1 0 0,0 1-1 0 0,-1-2 1 0 0,0 1 0 0 0,-1-2-1 0 0,1 1 1 0 0,-1-1 0 0 0,0 0-1 0 0,0-1 1 0 0,-1 1-1 0 0,0-1 1 0 0,-1-1 0 0 0,0 0-1 0 0,0 0 1 0 0,-1 0-1 0 0,6-11 1 0 0,-8 12-8 0 0,0 0 0 0 0,-1 0 0 0 0,1 0 0 0 0,-1-1 0 0 0,-1 1 0 0 0,0-1 0 0 0,0 1 0 0 0,-1-1 0 0 0,1 1 0 0 0,-2-1 1 0 0,1 1-1 0 0,-2 0 0 0 0,1-1 0 0 0,-1 1 0 0 0,0 0 0 0 0,0-1 0 0 0,-1 1 0 0 0,0 1 0 0 0,-1-1 0 0 0,0 0 0 0 0,-9-13 0 0 0,7 14-2 0 0,0 0 0 0 0,0 1 0 0 0,-1 0 0 0 0,1 0 0 0 0,-1 1 0 0 0,-1-1 0 0 0,1 2 0 0 0,-1-1 0 0 0,0 1 0 0 0,0 0 0 0 0,0 0 0 0 0,0 1 0 0 0,-1 1 0 0 0,0-1-1 0 0,1 1 1 0 0,-1 0 0 0 0,0 1 0 0 0,-12 0 0 0 0,-2 0-2 0 0,1 1 1 0 0,-1 1-1 0 0,1 1 0 0 0,-1 1 0 0 0,1 2 0 0 0,-24 6 0 0 0,30-6 0 0 0,0 1-1 0 0,-20 9 1 0 0,32-13 2 0 0,0 0 0 0 0,1 0 1 0 0,-1 0-1 0 0,0 0 0 0 0,1 1 0 0 0,0 0 0 0 0,-1 0 1 0 0,1 0-1 0 0,0 0 0 0 0,0 0 0 0 0,1 0 0 0 0,-1 1 1 0 0,1-1-1 0 0,-3 7 0 0 0,4-9-16 0 0,1 0 0 0 0,0 0 1 0 0,-1 0-1 0 0,1 0 0 0 0,0 0 0 0 0,0 0 0 0 0,0 0 0 0 0,0 0 1 0 0,0 0-1 0 0,0 0 0 0 0,0 0 0 0 0,0 0 0 0 0,0 0 0 0 0,1 0 1 0 0,-1 0-1 0 0,0 0 0 0 0,1 0 0 0 0,-1 0 0 0 0,1 0 0 0 0,-1-1 0 0 0,1 1 1 0 0,0 1-1 0 0,1 0-54 0 0,-1 0 0 0 0,1 0 0 0 0,0-1 0 0 0,0 1 0 0 0,0 0 0 0 0,1-1 0 0 0,-1 0 1 0 0,4 2-1 0 0,2 1-242 0 0,0-1 0 0 0,1-1 0 0 0,-1 1 0 0 0,13 1-1 0 0,11-1-345 0 0,0-1-1 0 0,1-2 0 0 0,-1-1 0 0 0,1-1 1 0 0,61-13-1 0 0,153-57 472 0 0,-98 25 2006 0 0,-145 45-1766 0 0,0 1 0 0 0,1 0-1 0 0,-1 0 1 0 0,1 1 0 0 0,-1-1 0 0 0,1 1-1 0 0,0 0 1 0 0,-1 0 0 0 0,1 1-1 0 0,-1-1 1 0 0,1 1 0 0 0,-1 0 0 0 0,1 0-1 0 0,4 2 1 0 0,-6-1-27 0 0,0-1 0 0 0,-1 1 0 0 0,1 0 0 0 0,-1 0 0 0 0,1 0 0 0 0,-1 0 0 0 0,0 0 1 0 0,0 0-1 0 0,0 1 0 0 0,0-1 0 0 0,0 1 0 0 0,-1-1 0 0 0,1 1 0 0 0,-1 0 0 0 0,1 0 0 0 0,-1 0 0 0 0,0-1 0 0 0,0 1 0 0 0,0 0 0 0 0,-1 0 0 0 0,1 5 0 0 0,0 4 42 0 0,0 0 0 0 0,-1 0 0 0 0,0 0 0 0 0,-1 0 0 0 0,-4 22-1 0 0,-20 58 235 0 0,8-31 958 0 0,14-51-495 0 0,-1 4 2662 0 0,7-12-2139 0 0,6-6-1200 0 0,17-15 435 0 0,46-42-1 0 0,-14 10-363 0 0,307-226 117 0 0,-204 166-5390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281 784 300 0 0,'0'-140'14465'0'0,"0"140"-14440"0"0,0 0 0 0 0,0 0 0 0 0,0-1 0 0 0,0 1 0 0 0,0 0 0 0 0,0-1 0 0 0,0 1 0 0 0,0 0-1 0 0,0-1 1 0 0,0 1 0 0 0,0 0 0 0 0,0-1 0 0 0,0 1 0 0 0,0 0 0 0 0,0-1 0 0 0,0 1 0 0 0,0 0 0 0 0,0-1 0 0 0,-1 1 0 0 0,1 0 0 0 0,0-1 0 0 0,0 1 0 0 0,0 0 0 0 0,0 0 0 0 0,-1-1 0 0 0,1 1 0 0 0,0 0 0 0 0,0 0 0 0 0,-1-1 0 0 0,1 1 0 0 0,0 0 0 0 0,0 0 0 0 0,-1 0 0 0 0,1 0 0 0 0,0-1 0 0 0,-1 1 0 0 0,1 0 0 0 0,0 0 0 0 0,-1 0 0 0 0,1 0 0 0 0,0 0 0 0 0,-1 0 0 0 0,1 0 0 0 0,0 0 0 0 0,-1 0 0 0 0,1 0 0 0 0,0 0 0 0 0,-1 0 0 0 0,1 0 0 0 0,-1 0 0 0 0,-12 8 301 0 0,13-8-340 0 0,-9 8 122 0 0,0 0-1 0 0,1 1 1 0 0,0-1 0 0 0,0 2-1 0 0,1-1 1 0 0,-7 13 0 0 0,-30 63 155 0 0,39-76-238 0 0,1 1 0 0 0,0 0 0 0 0,1 0 0 0 0,0 1 0 0 0,0-1 0 0 0,1 1 0 0 0,1-1 1 0 0,0 1-1 0 0,0-1 0 0 0,2 22 0 0 0,0-29-9 0 0,0 0 0 0 0,0 0 1 0 0,0 0-1 0 0,1 0 1 0 0,-1 0-1 0 0,1 0 0 0 0,-1-1 1 0 0,1 1-1 0 0,0 0 0 0 0,0-1 1 0 0,0 0-1 0 0,0 1 1 0 0,1-1-1 0 0,-1 0 0 0 0,1 0 1 0 0,-1 0-1 0 0,1 0 1 0 0,0-1-1 0 0,0 1 0 0 0,0-1 1 0 0,0 0-1 0 0,0 0 0 0 0,0 0 1 0 0,0 0-1 0 0,0 0 1 0 0,6 0-1 0 0,3 1 17 0 0,1-1 1 0 0,0 0-1 0 0,0-1 0 0 0,0 0 0 0 0,15-3 1 0 0,-17 2-17 0 0,-1-1 1 0 0,0-1 0 0 0,-1 1 0 0 0,1-2-1 0 0,0 1 1 0 0,-1-1 0 0 0,0-1 0 0 0,0 0-1 0 0,0 0 1 0 0,-1 0 0 0 0,1-1 0 0 0,-1-1-1 0 0,-1 1 1 0 0,1-1 0 0 0,-1-1 0 0 0,0 1-1 0 0,7-12 1 0 0,-6 7-10 0 0,0-1 0 0 0,-2 0 1 0 0,1 0-1 0 0,-1-1 0 0 0,-1 0 0 0 0,-1 0 0 0 0,0 0 0 0 0,-1-1 1 0 0,0 1-1 0 0,-1-1 0 0 0,0-20 0 0 0,-1 27-7 0 0,-1-12 2 0 0,0 1 0 0 0,-3-23 0 0 0,3 38-5 0 0,-1 0 1 0 0,1 0 0 0 0,-1 0 0 0 0,0 0 0 0 0,-1 0-1 0 0,1 0 1 0 0,-1 0 0 0 0,1 0 0 0 0,-1 1-1 0 0,0-1 1 0 0,-1 0 0 0 0,1 1 0 0 0,-1 0-1 0 0,1 0 1 0 0,-1-1 0 0 0,-5-3 0 0 0,6 6-2 0 0,-1 0 1 0 0,1 0-1 0 0,-1 0 1 0 0,1 0 0 0 0,-1 0-1 0 0,1 1 1 0 0,-1-1-1 0 0,0 1 1 0 0,1 0 0 0 0,-1-1-1 0 0,0 1 1 0 0,1 1-1 0 0,-1-1 1 0 0,0 0 0 0 0,-4 1-1 0 0,1 1-1 0 0,-1 0 0 0 0,1 0 0 0 0,0 0 0 0 0,0 0 0 0 0,-9 6 0 0 0,2-1-4 0 0,1 2-1 0 0,1-1 1 0 0,0 1-1 0 0,0 1 1 0 0,-14 16-1 0 0,21-22 9 0 0,0 1 0 0 0,1 0-1 0 0,0 0 1 0 0,0 0 0 0 0,0 1-1 0 0,1-1 1 0 0,-3 7 0 0 0,4-9-1 0 0,0 0 1 0 0,1 0 0 0 0,-1 0-1 0 0,1 0 1 0 0,0 0 0 0 0,0 0-1 0 0,0 1 1 0 0,0-1 0 0 0,0 0-1 0 0,1 0 1 0 0,-1 0-1 0 0,1 0 1 0 0,0 0 0 0 0,2 4-1 0 0,-1-3 0 0 0,1 0-1 0 0,-1 0 1 0 0,1-1 0 0 0,0 0-1 0 0,0 1 1 0 0,0-1-1 0 0,1 0 1 0 0,-1 0-1 0 0,1-1 1 0 0,-1 1-1 0 0,1-1 1 0 0,0 0-1 0 0,0 1 1 0 0,0-2 0 0 0,0 1-1 0 0,1 0 1 0 0,-1-1-1 0 0,8 1 1 0 0,4 2-70 0 0,0-2 1 0 0,0 0 0 0 0,31-1 0 0 0,-22-2 31 0 0,0-1 1 0 0,-1-1 0 0 0,1-2-1 0 0,-1 0 1 0 0,0-1 0 0 0,0-2-1 0 0,-1 0 1 0 0,0-2 0 0 0,0 0-1 0 0,-1-2 1 0 0,-1 0-1 0 0,0-2 1 0 0,-1 0 0 0 0,0-1-1 0 0,-1-1 1 0 0,0-1 0 0 0,-2 0-1 0 0,0-2 1 0 0,-1 0 0 0 0,22-34-1 0 0,-11 7 16 0 0,-2 0-1 0 0,-3-2 1 0 0,-1-1-1 0 0,-2 0 1 0 0,-3-2-1 0 0,-2 0 1 0 0,14-94-1 0 0,-28 142 16 0 0,1 0-1 0 0,-1-1 0 0 0,0 1 1 0 0,0 0-1 0 0,0 0 0 0 0,0 0 1 0 0,0 0-1 0 0,-1 0 0 0 0,-1-6 1 0 0,0 9 5 0 0,1 1 0 0 0,-1-1-1 0 0,1 1 1 0 0,0-1 0 0 0,-1 1 0 0 0,1 0 0 0 0,0 0 0 0 0,0 0 0 0 0,0 0 0 0 0,-2 1 0 0 0,-5 7 6 0 0,1 0-1 0 0,1 0 0 0 0,-1 1 1 0 0,1 0-1 0 0,1 0 1 0 0,0 0-1 0 0,1 1 0 0 0,0 0 1 0 0,-3 11-1 0 0,0-2 6 0 0,-127 473 62 0 0,106-369 14 0 0,-7 25 46 0 0,-109 432 101 0 0,89-396-120 0 0,-85 193-1 0 0,115-319-50 0 0,-54 89-1 0 0,68-130 81 0 0,-1 0-1 0 0,-1-1 1 0 0,0-1-1 0 0,-2 0 1 0 0,1 0-1 0 0,-2-2 1 0 0,0 0-1 0 0,-32 21 0 0 0,43-32-60 0 0,-1 0 1 0 0,1 0-1 0 0,-1 0 0 0 0,0-1 0 0 0,1 0 0 0 0,-1 0 0 0 0,0-1 0 0 0,0 1 0 0 0,0-1 0 0 0,0-1 0 0 0,0 1 0 0 0,0-1 0 0 0,-1 0 0 0 0,1 0 0 0 0,-7-2 0 0 0,8 1-42 0 0,1-1 1 0 0,0 1-1 0 0,-1-1 0 0 0,1 0 1 0 0,0 0-1 0 0,0-1 0 0 0,0 1 1 0 0,0-1-1 0 0,0 0 0 0 0,1 0 1 0 0,0 0-1 0 0,-1-1 0 0 0,1 1 0 0 0,0-1 1 0 0,0 1-1 0 0,1-1 0 0 0,-1 0 1 0 0,1 0-1 0 0,0-1 0 0 0,-3-5 1 0 0,0-3-1 0 0,1-1 0 0 0,0 0 0 0 0,1-1 0 0 0,1 1 1 0 0,0-1-1 0 0,0 1 0 0 0,2-1 0 0 0,2-27 0 0 0,1 8 18 0 0,3-1 1 0 0,16-56-1 0 0,-7 44-39 0 0,3 1 0 0 0,1 1 0 0 0,3 0 0 0 0,1 2 1 0 0,3 0-1 0 0,1 2 0 0 0,2 1 0 0 0,1 1 0 0 0,3 2 1 0 0,1 1-1 0 0,44-36 0 0 0,-33 34-127 0 0,2 3 0 0 0,2 1 0 0 0,1 3 0 0 0,2 2 0 0 0,0 2 0 0 0,2 2 0 0 0,1 3 0 0 0,0 2 0 0 0,61-13 0 0 0,-88 28-826 0 0,1 0 0 0 0,0 2 0 0 0,43 0 0 0 0,-41 4-3643 0 0,42 7 0 0 0,-47-3-1031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9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507 250 980 0 0,'-22'-25'2103'0'0,"1"-1"1"0"0,2-1-1 0 0,-23-40 0 0 0,21 33-903 0 0,9 13-421 0 0,8 14-555 0 0,0 0 0 0 0,0 0 1 0 0,-1 1-1 0 0,0 0 0 0 0,-8-9 1 0 0,13 15-220 0 0,-1 0-1 0 0,0-1 1 0 0,0 1 0 0 0,0 0 0 0 0,0 0 0 0 0,1 0-1 0 0,-1 0 1 0 0,0 0 0 0 0,0 0 0 0 0,0 0 0 0 0,0 0-1 0 0,0 0 1 0 0,1 0 0 0 0,-1 0 0 0 0,0 0 0 0 0,0 1-1 0 0,0-1 1 0 0,0 0 0 0 0,1 1 0 0 0,-2 0 0 0 0,1-1 9 0 0,-8 5 38 0 0,1-1 0 0 0,-1 1 1 0 0,1 1-1 0 0,1-1 0 0 0,-1 1 1 0 0,1 0-1 0 0,0 1 0 0 0,1 0 1 0 0,-8 10-1 0 0,-5 3 74 0 0,18-18-118 0 0,-103 110 439 0 0,87-91-357 0 0,1 0-1 0 0,1 1 0 0 0,-21 42 1 0 0,31-56-57 0 0,2 1 1 0 0,-1 0 0 0 0,1 0-1 0 0,0 0 1 0 0,1 1-1 0 0,-2 13 1 0 0,4-20-21 0 0,0 0 1 0 0,0 0-1 0 0,0 0 1 0 0,0 0-1 0 0,1 0 0 0 0,-1 0 1 0 0,1 0-1 0 0,0 0 0 0 0,0 0 1 0 0,0 0-1 0 0,0 0 0 0 0,0-1 1 0 0,1 1-1 0 0,-1 0 0 0 0,1-1 1 0 0,0 1-1 0 0,0-1 1 0 0,0 1-1 0 0,0-1 0 0 0,0 0 1 0 0,0 0-1 0 0,1 0 0 0 0,4 3 1 0 0,1-1 3 0 0,0 0 1 0 0,0-1 0 0 0,0 1 0 0 0,1-2-1 0 0,0 1 1 0 0,-1-1 0 0 0,1 0 0 0 0,0-1-1 0 0,0 0 1 0 0,0-1 0 0 0,0 0-1 0 0,-1 0 1 0 0,1-1 0 0 0,15-2 0 0 0,-2-2 0 0 0,-1 0 0 0 0,0-1 0 0 0,0-1 0 0 0,36-18 0 0 0,-27 8 200 0 0,-1-2-1 0 0,0-1 1 0 0,-2-1 0 0 0,32-32 0 0 0,17-13 1536 0 0,-76 65-1742 0 0,1 1 0 0 0,-1-1 0 0 0,1 1 0 0 0,0-1 0 0 0,-1 1 0 0 0,1-1 0 0 0,0 1 0 0 0,-1 0 0 0 0,1-1 0 0 0,0 1 0 0 0,0 0 0 0 0,-1-1 1 0 0,1 1-1 0 0,0 0 0 0 0,0 0 0 0 0,-1 0 0 0 0,1 0 0 0 0,0 0 0 0 0,0 0 0 0 0,0 0 0 0 0,0 0 0 0 0,0 0-6 0 0,-1 1-1 0 0,1-1 1 0 0,-1 0 0 0 0,1 1-1 0 0,-1-1 1 0 0,1 1 0 0 0,-1-1-1 0 0,0 1 1 0 0,1-1-1 0 0,-1 1 1 0 0,0-1 0 0 0,1 1-1 0 0,-1-1 1 0 0,0 1 0 0 0,0 0-1 0 0,1-1 1 0 0,-1 1-1 0 0,0-1 1 0 0,0 1 0 0 0,0 1-1 0 0,1 6 4 0 0,-1 0 0 0 0,0 0 0 0 0,-1 12-1 0 0,0-5 22 0 0,1 8-413 0 0,1 0 1 0 0,5 35-1 0 0,-4-49-491 0 0,0-1-1 0 0,1 1 0 0 0,0 0 0 0 0,0-1 1 0 0,1 0-1 0 0,0 1 0 0 0,0-1 0 0 0,1-1 1 0 0,8 12-1 0 0,6 0-5324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63 569 1376 0 0,'0'-4'544'0'0,"0"0"0"0"0,0 0 0 0 0,0 1 0 0 0,-1-1 1 0 0,1 0-1 0 0,-1 0 0 0 0,0 1 0 0 0,0-1 0 0 0,0 1 0 0 0,-1-1 0 0 0,1 1 0 0 0,-1-1 0 0 0,0 1 0 0 0,0 0 0 0 0,0-1 0 0 0,0 1 0 0 0,0 0 1 0 0,-1 1-1 0 0,1-1 0 0 0,-6-4 0 0 0,3 2 244 0 0,0-1 1 0 0,0 0 0 0 0,1 0-1 0 0,-6-9 1 0 0,10 14-746 0 0,0 0 1 0 0,0 0 0 0 0,-1 0-1 0 0,1-1 1 0 0,0 1-1 0 0,0 0 1 0 0,0 0 0 0 0,0 0-1 0 0,1 0 1 0 0,-1 0-1 0 0,0 0 1 0 0,0 0 0 0 0,1 0-1 0 0,-1 0 1 0 0,0 0-1 0 0,1 0 1 0 0,-1 0 0 0 0,1 0-1 0 0,1-2 1 0 0,13-17 183 0 0,-14 19-191 0 0,73-77 318 0 0,-43 47-287 0 0,37-46 0 0 0,-58 63-58 0 0,48-67 34 0 0,-50 68-38 0 0,-1 0 0 0 0,0 0 0 0 0,-1-1 0 0 0,7-24 0 0 0,-12 36-9 0 0,0-1 1 0 0,-1 0-1 0 0,1 0 1 0 0,-1 0-1 0 0,0 0 0 0 0,0 1 1 0 0,0-5-1 0 0,0 7 4 0 0,0-1-1 0 0,-1 1 0 0 0,1-1 0 0 0,0 0 0 0 0,0 1 1 0 0,0-1-1 0 0,-1 1 0 0 0,1-1 0 0 0,0 1 1 0 0,-1-1-1 0 0,1 1 0 0 0,0-1 0 0 0,-1 1 0 0 0,1-1 1 0 0,-1 1-1 0 0,1-1 0 0 0,-1 1 0 0 0,1 0 1 0 0,-1-1-1 0 0,1 1 0 0 0,-1 0 0 0 0,1-1 1 0 0,-1 1-1 0 0,1 0 0 0 0,-1 0 0 0 0,0-1 0 0 0,1 1 1 0 0,-1 0-1 0 0,1 0 0 0 0,-1 0 0 0 0,0 0 1 0 0,1 0-1 0 0,-1 0 0 0 0,1 0 0 0 0,-1 0 0 0 0,0 0 1 0 0,1 0-1 0 0,-1 0 0 0 0,1 1 0 0 0,-1-1 1 0 0,0 0-1 0 0,0 1 0 0 0,-4 0-2 0 0,0 0 1 0 0,1 1-1 0 0,-1-1 0 0 0,1 1 1 0 0,-1 1-1 0 0,1-1 0 0 0,0 0 1 0 0,0 1-1 0 0,0 0 0 0 0,0 0 0 0 0,0 0 1 0 0,0 0-1 0 0,1 1 0 0 0,0 0 1 0 0,0-1-1 0 0,0 1 0 0 0,0 0 1 0 0,0 1-1 0 0,1-1 0 0 0,0 0 1 0 0,0 1-1 0 0,0-1 0 0 0,0 1 1 0 0,1 0-1 0 0,0-1 0 0 0,0 1 1 0 0,0 0-1 0 0,0 0 0 0 0,1 0 1 0 0,0 0-1 0 0,0 0 0 0 0,0-1 0 0 0,1 1 1 0 0,-1 0-1 0 0,1 0 0 0 0,0 0 1 0 0,1-1-1 0 0,-1 1 0 0 0,4 7 1 0 0,3 2 1 0 0,0 0 0 0 0,1 0 0 0 0,0-1 0 0 0,1-1 1 0 0,19 20-1 0 0,66 51 4 0 0,-27-25-7 0 0,-47-40 28 0 0,-9-9-34 0 0,0 1 0 0 0,14 17 0 0 0,-24-25 33 0 0,0 1 1 0 0,0-1-1 0 0,0 1 1 0 0,0 0 0 0 0,-1 0-1 0 0,1 0 1 0 0,-1 0-1 0 0,1 0 1 0 0,-1 0-1 0 0,0 0 1 0 0,-1 0 0 0 0,1 0-1 0 0,0 0 1 0 0,-1 1-1 0 0,1-1 1 0 0,-1 6-1 0 0,-1-5 11 0 0,-1 0-1 0 0,1 0 1 0 0,-1-1 0 0 0,1 1-1 0 0,-1-1 1 0 0,0 1-1 0 0,0-1 1 0 0,0 0-1 0 0,-1 0 1 0 0,1 0-1 0 0,-1 0 1 0 0,0 0-1 0 0,0 0 1 0 0,0-1-1 0 0,0 1 1 0 0,0-1-1 0 0,-6 3 1 0 0,-2 2 71 0 0,-1-1 0 0 0,0-1-1 0 0,-24 9 1 0 0,6-6 63 0 0,0-1 1 0 0,-51 6-1 0 0,62-12-113 0 0,0 0 0 0 0,0-1-1 0 0,0-1 1 0 0,0-1 0 0 0,-28-6 0 0 0,43 7-83 0 0,-1 0 0 0 0,1 0 0 0 0,-1 0 1 0 0,1-1-1 0 0,0 0 0 0 0,-1 0 0 0 0,1 0 1 0 0,0 0-1 0 0,0-1 0 0 0,1 1 0 0 0,-1-1 1 0 0,-4-4-1 0 0,8 5-65 0 0,0 1 1 0 0,0-1 0 0 0,0 0-1 0 0,0 1 1 0 0,0-1-1 0 0,0 0 1 0 0,1 1-1 0 0,-1-1 1 0 0,0 1-1 0 0,1-1 1 0 0,-1 1 0 0 0,1-1-1 0 0,0 1 1 0 0,0-1-1 0 0,-1 1 1 0 0,1-1-1 0 0,0 1 1 0 0,0 0-1 0 0,2-2 1 0 0,9-8-686 0 0,0 2 0 0 0,1 0 0 0 0,0 0 0 0 0,0 1 0 0 0,1 1-1 0 0,28-11 1 0 0,-18 8-454 0 0,23-11-2519 0 0,2-1-1726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4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509 119 2788 0 0,'7'-11'1723'0'0,"0"-1"0"0"0,0 0-1 0 0,-1 0 1 0 0,-1-1 0 0 0,0 1 0 0 0,0-1-1 0 0,2-19 1 0 0,-6 31-1158 0 0,-10 21 1500 0 0,-30 131 3175 0 0,2 84-1690 0 0,33-202-3114 0 0,-93 966 3752 0 0,92-927-4219 0 0,4-62 6 0 0,-33 287 43 0 0,34-293-173 0 0,-1 0 0 0 0,0 1 0 0 0,0-1 0 0 0,0 0 0 0 0,-1 0 0 0 0,0 0 1 0 0,0 0-1 0 0,0 0 0 0 0,0 0 0 0 0,0 0 0 0 0,-1 0 0 0 0,1-1 0 0 0,-1 1 0 0 0,0-1 1 0 0,-1 0-1 0 0,1 0 0 0 0,0 0 0 0 0,-1-1 0 0 0,1 1 0 0 0,-1-1 0 0 0,0 1 0 0 0,0-1 1 0 0,0-1-1 0 0,0 1 0 0 0,0 0 0 0 0,0-1 0 0 0,-1 0 0 0 0,1 0 0 0 0,0 0 0 0 0,-1-1 1 0 0,1 1-1 0 0,-1-1 0 0 0,1 0 0 0 0,-1 0 0 0 0,1-1 0 0 0,0 1 0 0 0,-1-1 1 0 0,1 0-1 0 0,0 0 0 0 0,-1 0 0 0 0,-5-4 0 0 0,0 1-484 0 0,-1-1 1 0 0,1-1-1 0 0,0 1 0 0 0,1-2 0 0 0,-1 1 0 0 0,1-1 1 0 0,1-1-1 0 0,-1 0 0 0 0,1 0 0 0 0,-9-12 1 0 0,7 6-885 0 0,0 0 1 0 0,1-1-1 0 0,1 0 1 0 0,1 0-1 0 0,0 0 1 0 0,-7-24-1 0 0,1-5-4460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4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0 575 1812 0 0,'18'-27'1599'0'0,"1"1"1"0"0,1 1-1 0 0,1 1 0 0 0,42-36 1 0 0,-56 53-1435 0 0,2 1-1 0 0,-1 0 1 0 0,1 1 0 0 0,0 0 0 0 0,0 1 0 0 0,0 0 0 0 0,0 0-1 0 0,1 1 1 0 0,0 0 0 0 0,0 0 0 0 0,0 1 0 0 0,0 1 0 0 0,0 0-1 0 0,0 0 1 0 0,0 1 0 0 0,0 0 0 0 0,0 0 0 0 0,20 5 0 0 0,-15-2-91 0 0,-1 1 1 0 0,1 1 0 0 0,-1 0 0 0 0,0 1 0 0 0,-1 1 0 0 0,0 0 0 0 0,0 1 0 0 0,13 10 0 0 0,-16-11-48 0 0,-1 1 0 0 0,-1 0 0 0 0,0 0 0 0 0,0 1 0 0 0,0 0 0 0 0,-1 0 0 0 0,-1 1 0 0 0,1-1 0 0 0,-2 2 0 0 0,1-1 0 0 0,3 12 0 0 0,-7-17-17 0 0,0 0 1 0 0,-1 0-1 0 0,0 0 0 0 0,0 0 0 0 0,0 0 1 0 0,-1 0-1 0 0,1 0 0 0 0,-1 0 0 0 0,-1 1 0 0 0,1-1 1 0 0,-1 0-1 0 0,1 0 0 0 0,-1 0 0 0 0,-1 0 1 0 0,1 0-1 0 0,-3 6 0 0 0,0-5 22 0 0,1 0 1 0 0,-1 0-1 0 0,0 0 0 0 0,-1 0 1 0 0,1-1-1 0 0,-1 0 1 0 0,0 0-1 0 0,0 0 0 0 0,-1 0 1 0 0,-9 6-1 0 0,2-3 122 0 0,0-1-1 0 0,-1-1 1 0 0,1 0-1 0 0,-1 0 1 0 0,0-2 0 0 0,-1 1-1 0 0,1-2 1 0 0,-1 0 0 0 0,0-1-1 0 0,-20 1 1 0 0,34-3-149 0 0,1 0 0 0 0,-1 0 0 0 0,1 1 0 0 0,-1-1-1 0 0,1 0 1 0 0,-1 0 0 0 0,0 0 0 0 0,1 0 0 0 0,-1 0 0 0 0,1 0 0 0 0,-1 0 0 0 0,0 0 0 0 0,1 0 0 0 0,-1-1 0 0 0,1 1 0 0 0,-1 0 0 0 0,1 0 0 0 0,-1 0-1 0 0,1-1 1 0 0,-1 1 0 0 0,1 0 0 0 0,-1-1 0 0 0,1 1 0 0 0,-1 0 0 0 0,1-1 0 0 0,-1 1 0 0 0,1 0 0 0 0,0-1 0 0 0,-1 1 0 0 0,1-1 0 0 0,0 1 0 0 0,-1-1-1 0 0,1 1 1 0 0,0-1 0 0 0,0 1 0 0 0,-1-1 0 0 0,1 1 0 0 0,0-1 0 0 0,0 0 0 0 0,0 1 0 0 0,0-1 0 0 0,0 1 0 0 0,0-1 0 0 0,0 1 0 0 0,0-1 0 0 0,0 0-1 0 0,0 1 1 0 0,0-1 0 0 0,0 1 0 0 0,0-1 0 0 0,0 1 0 0 0,1-2 0 0 0,13-22 43 0 0,28-23-44 0 0,53-45 0 0 0,-4 3-5 0 0,-40 35 3 0 0,60-82 0 0 0,-95 114-2 0 0,-1-1 0 0 0,-1-1 0 0 0,-2 0 0 0 0,0-1-1 0 0,-1 0 1 0 0,-1-1 0 0 0,6-29 0 0 0,-10 31-22 0 0,-3 17-2 0 0,-1-1 1 0 0,-1 1-1 0 0,1-1 0 0 0,-1-10 0 0 0,-15 36 36 0 0,-3 27-25 0 0,2 2 0 0 0,-11 57-1 0 0,-8 99-30 0 0,23-25 74 0 0,6-60 147 0 0,5-117-167 0 0,0 0 0 0 0,-1 0 0 0 0,1 0 0 0 0,0 0-1 0 0,0 0 1 0 0,0 0 0 0 0,0 0 0 0 0,0 0 0 0 0,0 0 0 0 0,0 0 0 0 0,0 0-1 0 0,0 0 1 0 0,1 0 0 0 0,-1 0 0 0 0,0 0 0 0 0,1 0 0 0 0,-1 0 0 0 0,1 0-1 0 0,-1 0 1 0 0,1 0 0 0 0,-1 0 0 0 0,1 0 0 0 0,0 0 0 0 0,0 0 0 0 0,1-1-8 0 0,-1 0 0 0 0,0 0 1 0 0,0 0-1 0 0,1 0 1 0 0,-1-1-1 0 0,0 1 0 0 0,0-1 1 0 0,0 1-1 0 0,0-1 1 0 0,0 1-1 0 0,0-1 0 0 0,1 0 1 0 0,-1 1-1 0 0,-1-1 1 0 0,1 0-1 0 0,0 0 0 0 0,0 0 1 0 0,0 1-1 0 0,0-1 1 0 0,0 0-1 0 0,0-2 1 0 0,25-28 4 0 0,22-35 0 0 0,-28 37-2 0 0,2 1 1 0 0,25-27-1 0 0,-37 45-7 0 0,1 0 1 0 0,0 1-1 0 0,1 0 0 0 0,0 1 0 0 0,0 0 0 0 0,1 1 1 0 0,0 0-1 0 0,0 1 0 0 0,18-5 0 0 0,-26 9-2 0 0,0 1 0 0 0,0-1 0 0 0,0 2 0 0 0,0-1 0 0 0,0 0 0 0 0,0 1 0 0 0,0 0 0 0 0,0 0 0 0 0,0 0 0 0 0,0 1 0 0 0,0 0 0 0 0,0 0 0 0 0,0 0 0 0 0,0 1 0 0 0,0-1 1 0 0,0 1-1 0 0,-1 0 0 0 0,1 1 0 0 0,-1-1 0 0 0,1 1 0 0 0,-1 0 0 0 0,0 0 0 0 0,0 0 0 0 0,0 0 0 0 0,0 1 0 0 0,-1 0 0 0 0,0 0 0 0 0,1 0 0 0 0,3 7 0 0 0,-2-3 0 0 0,-1 0 0 0 0,1 1 1 0 0,-2 0-1 0 0,1 0 0 0 0,-1 0 0 0 0,0 0 1 0 0,-1 0-1 0 0,0 1 0 0 0,0 12 0 0 0,-1 6 23 0 0,-4 50 0 0 0,0-9 2 0 0,3-66-20 0 0,2 10 0 0 0,0-8-1 0 0,-2-4 0 0 0,1 0 0 0 0,-1 0 0 0 0,1 0 0 0 0,-1 0 1 0 0,1 1-1 0 0,-1-1 0 0 0,1 0 0 0 0,0 0 1 0 0,0 0-1 0 0,-1 0 0 0 0,1 0 0 0 0,0-1 0 0 0,0 1 1 0 0,0 0-1 0 0,0 0 0 0 0,0 0 0 0 0,0-1 1 0 0,0 1-1 0 0,0-1 0 0 0,1 1 0 0 0,-1-1 1 0 0,0 1-1 0 0,0-1 0 0 0,0 1 0 0 0,1-1 0 0 0,-1 0 1 0 0,0 0-1 0 0,0 0 0 0 0,1 0 0 0 0,-1 0 1 0 0,0 0-1 0 0,0 0 0 0 0,1 0 0 0 0,-1 0 1 0 0,0-1-1 0 0,0 1 0 0 0,2-1 0 0 0,-2 1 0 0 0,16-5-10 0 0,0 0 1 0 0,-1-1-1 0 0,1-1 0 0 0,-1 0 0 0 0,0-1 0 0 0,-1-1 0 0 0,0-1 0 0 0,-1 0 1 0 0,25-22-1 0 0,-12 7-1 0 0,-1-1 1 0 0,-1-1 0 0 0,39-58-1 0 0,-56 73 17 0 0,-1 0-1 0 0,0-1 0 0 0,-1 1 1 0 0,0-1-1 0 0,6-26 1 0 0,-10 35-9 0 0,-1 0 1 0 0,0 0 0 0 0,-1 0-1 0 0,1 0 1 0 0,-1-1 0 0 0,1 1-1 0 0,-1 0 1 0 0,-1 0 0 0 0,1-1-1 0 0,-1 1 1 0 0,1 0 0 0 0,-1 0-1 0 0,0 0 1 0 0,-1-1 0 0 0,1 1-1 0 0,-1 1 1 0 0,0-1 0 0 0,0 0-1 0 0,0 0 1 0 0,0 1 0 0 0,0-1 0 0 0,-1 1-1 0 0,-4-5 1 0 0,5 7-2 0 0,0-1 0 0 0,0 1-1 0 0,-1-1 1 0 0,1 1 0 0 0,-1 0 0 0 0,1 0 0 0 0,-1 0 0 0 0,0 0 0 0 0,1 0-1 0 0,-1 1 1 0 0,0-1 0 0 0,1 1 0 0 0,-1 0 0 0 0,0 0 0 0 0,0 0 0 0 0,1 0-1 0 0,-1 0 1 0 0,0 0 0 0 0,0 1 0 0 0,1-1 0 0 0,-1 1 0 0 0,-2 1 0 0 0,-2 0-2 0 0,1 0 1 0 0,1 1 0 0 0,-1 0 0 0 0,0 0 0 0 0,1 1-1 0 0,-1-1 1 0 0,1 1 0 0 0,-8 7 0 0 0,7-4 5 0 0,0-1 0 0 0,1 1 0 0 0,-1 0 0 0 0,2 1 0 0 0,-1-1 1 0 0,1 1-1 0 0,0 0 0 0 0,0 0 0 0 0,1 0 0 0 0,0 0 0 0 0,1 1 0 0 0,0-1 0 0 0,0 1 1 0 0,1 0-1 0 0,0-1 0 0 0,0 1 0 0 0,1 0 0 0 0,0 0 0 0 0,1-1 0 0 0,0 1 0 0 0,0 0 0 0 0,1-1 1 0 0,0 1-1 0 0,1-1 0 0 0,-1 1 0 0 0,2-1 0 0 0,-1 0 0 0 0,1 0 0 0 0,0-1 0 0 0,1 1 1 0 0,0-1-1 0 0,0 0 0 0 0,1 0 0 0 0,-1 0 0 0 0,1-1 0 0 0,1 0 0 0 0,-1 0 0 0 0,10 6 1 0 0,1-2 6 0 0,0 0 0 0 0,1-1 0 0 0,0-1 0 0 0,1 0 0 0 0,0-2 0 0 0,0 0 0 0 0,0-1 0 0 0,1-1 0 0 0,-1-1 1 0 0,1 0-1 0 0,29-1 0 0 0,-20-2 2 0 0,0-1 1 0 0,0-2 0 0 0,0-1 0 0 0,-1-1-1 0 0,1-1 1 0 0,-1-2 0 0 0,33-14-1 0 0,-45 16-3 0 0,-1-2 0 0 0,0 0 0 0 0,0-1 0 0 0,-1-1 1 0 0,-1 0-1 0 0,1-1 0 0 0,-2 0 0 0 0,1-1 0 0 0,-2 0 0 0 0,17-23 0 0 0,-22 27-3 0 0,-1 1-1 0 0,0-1 1 0 0,-1 0-1 0 0,1-1 1 0 0,-2 1-1 0 0,1-1 1 0 0,-1 1 0 0 0,-1-1-1 0 0,1 0 1 0 0,-2 0-1 0 0,1 0 1 0 0,-1-1-1 0 0,-1 1 1 0 0,1 0 0 0 0,-1 0-1 0 0,-1 0 1 0 0,0-1-1 0 0,0 1 1 0 0,-1 0-1 0 0,0 0 1 0 0,-4-9 0 0 0,1 5-11 0 0,-1 0 1 0 0,0 1-1 0 0,-1 0 1 0 0,0 0-1 0 0,-1 0 1 0 0,0 1 0 0 0,-1 0-1 0 0,-19-17 1 0 0,26 26-8 0 0,27 18 31 0 0,0-7-27 0 0,1-2 1 0 0,-1 0 0 0 0,2-1 0 0 0,29 2 0 0 0,107-1-37 0 0,-133-7 57 0 0,-1-1 0 0 0,1-1 0 0 0,-1-2 0 0 0,1-1 0 0 0,-1-1 0 0 0,-1-2 0 0 0,44-17 0 0 0,-71 25-10 0 0,0 0 0 0 0,0 0 0 0 0,-1 0 0 0 0,1-1-1 0 0,0 1 1 0 0,0 0 0 0 0,-1-1 0 0 0,1 1 0 0 0,0 0 0 0 0,-1-1 0 0 0,1 1-1 0 0,0-1 1 0 0,-1 1 0 0 0,1-1 0 0 0,-1 1 0 0 0,1-1 0 0 0,-1 1 0 0 0,1-1-1 0 0,-1 0 1 0 0,1 1 0 0 0,-1-1 0 0 0,0 0 0 0 0,1 1 0 0 0,-1-1-1 0 0,0 0 1 0 0,1 0 0 0 0,-1 1 0 0 0,0-1 0 0 0,0 0 0 0 0,0 0 0 0 0,0 1-1 0 0,0-1 1 0 0,0 0 0 0 0,0 0 0 0 0,0-1 0 0 0,0 1-9 0 0,-7 1 9 0 0,0 1 0 0 0,1 0 0 0 0,-1 1 1 0 0,1 0-1 0 0,-1 0 0 0 0,1 0 0 0 0,0 0 0 0 0,0 1 0 0 0,0 0 0 0 0,0 1 0 0 0,-9 6 0 0 0,0 2-1 0 0,1-1 0 0 0,-25 28 0 0 0,30-29 5 0 0,1 0-1 0 0,0 1 1 0 0,1-1-1 0 0,0 2 1 0 0,0-1 0 0 0,2 1-1 0 0,-1 0 1 0 0,-6 25-1 0 0,10-32 0 0 0,1 0 0 0 0,0 0 0 0 0,0 0 0 0 0,1 0-1 0 0,-1 1 1 0 0,1-1 0 0 0,0 0 0 0 0,1 0-1 0 0,-1 0 1 0 0,1 0 0 0 0,0 0 0 0 0,0 1 0 0 0,1-2-1 0 0,-1 1 1 0 0,1 0 0 0 0,0 0 0 0 0,1 0 0 0 0,-1-1-1 0 0,1 1 1 0 0,0-1 0 0 0,0 0 0 0 0,0 0-1 0 0,0 0 1 0 0,1 0 0 0 0,5 4 0 0 0,5 2 1 0 0,0-1 0 0 0,1 0 0 0 0,0-1 0 0 0,0-1 0 0 0,1 0-1 0 0,0-1 1 0 0,0-1 0 0 0,0-1 0 0 0,1 0 0 0 0,23 2 0 0 0,10-1-10 0 0,-1-3-1 0 0,65-4 0 0 0,-72-1 7 0 0,0-3-1 0 0,-1-1 1 0 0,0-2 0 0 0,0-1-1 0 0,-1-3 1 0 0,58-25 0 0 0,-65 22-4 0 0,0-1 1 0 0,-1-1 0 0 0,-1-2-1 0 0,-1-1 1 0 0,0-2 0 0 0,-2-1-1 0 0,42-44 1 0 0,-52 47 4 0 0,16-24 1 0 0,-29 38 1 0 0,-1 0-1 0 0,0 0 1 0 0,-1 0-1 0 0,1 0 1 0 0,-1-1 0 0 0,-1 0-1 0 0,1 1 1 0 0,1-12 0 0 0,-4 18-3 0 0,0-1 1 0 0,0 1-1 0 0,1-1 1 0 0,-1 0 0 0 0,0 1-1 0 0,-1-1 1 0 0,1 1 0 0 0,0-1-1 0 0,0 1 1 0 0,-1-1 0 0 0,1 0-1 0 0,-1 1 1 0 0,1-1 0 0 0,-1 1-1 0 0,0 0 1 0 0,1-1 0 0 0,-1 1-1 0 0,0 0 1 0 0,0-1 0 0 0,0 1-1 0 0,0 0 1 0 0,0 0-1 0 0,0 0 1 0 0,0 0 0 0 0,-1 0-1 0 0,1 0 1 0 0,0 0 0 0 0,-1 0-1 0 0,1 0 1 0 0,-1 0 0 0 0,1 1-1 0 0,0-1 1 0 0,-1 1 0 0 0,1-1-1 0 0,-1 1 1 0 0,0 0 0 0 0,1-1-1 0 0,-1 1 1 0 0,1 0-1 0 0,-1 0 1 0 0,-1 0 0 0 0,-4 0 4 0 0,-1 0 1 0 0,1 1 0 0 0,0-1-1 0 0,0 1 1 0 0,0 1 0 0 0,0-1 0 0 0,-12 6-1 0 0,1 1 31 0 0,2 0 1 0 0,-1 1-1 0 0,1 2 0 0 0,0-1 0 0 0,1 2 0 0 0,0 0 0 0 0,1 0 0 0 0,1 2 1 0 0,0 0-1 0 0,1 0 0 0 0,0 1 0 0 0,1 0 0 0 0,0 1 0 0 0,2 1 1 0 0,0 0-1 0 0,-7 17 0 0 0,14-28 51 0 0,0 0-1 0 0,0 0 1 0 0,1 0 0 0 0,0 0-1 0 0,0 0 1 0 0,0 0 0 0 0,1 0 0 0 0,0 0-1 0 0,0 1 1 0 0,0-1 0 0 0,1 0-1 0 0,0 0 1 0 0,0 0 0 0 0,0 0 0 0 0,1 0-1 0 0,0 0 1 0 0,0 0 0 0 0,5 7-1 0 0,-3-6-24 0 0,1-1-1 0 0,-1 1 1 0 0,2-1 0 0 0,-1 0-1 0 0,0 0 1 0 0,1-1-1 0 0,0 0 1 0 0,1 0-1 0 0,-1 0 1 0 0,1-1-1 0 0,0 0 1 0 0,0 0-1 0 0,14 5 1 0 0,5 0-188 0 0,1-1 0 0 0,0-2 0 0 0,1 0-1 0 0,38 3 1 0 0,25-5-2969 0 0,-2-7-3892 0 0,-36 0 200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29 40 0 0,'0'-14'5813'0'0,"-3"-1"-1393"0"0,1 23-4275 0 0,-78 334 3232 0 0,-64 162-2509 0 0,92-328-686 0 0,43-148-247 0 0,-32 121 272 0 0,34-114-808 0 0,1-1 1 0 0,-3 50-1 0 0,12-48-1307 0 0,4-12-2276 0 0,-2-10-505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1 163 312 0 0,'0'-19'2358'0'0,"-1"6"-991"0"0,2 1 0 0 0,-1-1 0 0 0,1 0 0 0 0,5-22 0 0 0,-5 32-1256 0 0,0 0 0 0 0,0 0 1 0 0,0 0-1 0 0,0 0 0 0 0,1 1 0 0 0,-1-1 0 0 0,1 0 1 0 0,0 0-1 0 0,0 1 0 0 0,0-1 0 0 0,0 1 0 0 0,0 0 1 0 0,1 0-1 0 0,-1 0 0 0 0,1 0 0 0 0,-1 0 0 0 0,1 0 1 0 0,0 0-1 0 0,-1 1 0 0 0,1-1 0 0 0,0 1 1 0 0,0 0-1 0 0,0 0 0 0 0,4 0 0 0 0,-1-1-68 0 0,1 1-1 0 0,0 1 1 0 0,0 0-1 0 0,-1 0 1 0 0,1 0-1 0 0,0 1 1 0 0,0-1-1 0 0,0 2 1 0 0,-1-1-1 0 0,1 1 1 0 0,-1 0-1 0 0,1 0 1 0 0,-1 1-1 0 0,0 0 1 0 0,0 0-1 0 0,0 0 1 0 0,0 1-1 0 0,-1 0 1 0 0,1 0-1 0 0,-1 0 1 0 0,0 1-1 0 0,0 0 1 0 0,7 9 0 0 0,-7-8-20 0 0,-1 0 1 0 0,1 0-1 0 0,-1 0 1 0 0,-1 1-1 0 0,1-1 1 0 0,-1 1-1 0 0,0 0 1 0 0,-1 0-1 0 0,1 0 1 0 0,-1 0-1 0 0,-1 0 1 0 0,1 1-1 0 0,-1-1 1 0 0,-1 1-1 0 0,1-1 1 0 0,-1 0-1 0 0,-1 1 1 0 0,1-1-1 0 0,-1 1 1 0 0,-1-1-1 0 0,-2 10 1 0 0,0-7 54 0 0,-1 0 0 0 0,0 0 0 0 0,0-1 1 0 0,-1 1-1 0 0,0-2 0 0 0,0 1 0 0 0,-10 9 0 0 0,-4 2 796 0 0,-32 25 0 0 0,41-40-417 0 0,8-8-101 0 0,3 1-341 0 0,0 1-1 0 0,0 0 0 0 0,0 0 0 0 0,1-1 1 0 0,-1 1-1 0 0,1 0 0 0 0,-1 0 0 0 0,1 0 1 0 0,-1-1-1 0 0,1 1 0 0 0,0 0 0 0 0,-1 0 1 0 0,3-2-1 0 0,133-124 117 0 0,-89 87-132 0 0,66-73 1 0 0,-106 104-14 0 0,0 0 0 0 0,10-19 1 0 0,-17 26-18 0 0,-3 3-52 0 0,-3 1 78 0 0,1 0 0 0 0,-1 0 0 0 0,1 1 0 0 0,0-1 0 0 0,0 1 0 0 0,0 0 0 0 0,0 1 0 0 0,0-1 0 0 0,1 1 0 0 0,0 0 0 0 0,0 0 0 0 0,-5 6 0 0 0,-2 3 9 0 0,0 1 0 0 0,0 0 0 0 0,-8 18 0 0 0,16-29-6 0 0,1 1 0 0 0,0 0 1 0 0,0 0-1 0 0,0 0 0 0 0,0 1 0 0 0,1-1 0 0 0,0 0 1 0 0,0 1-1 0 0,0-1 0 0 0,0 1 0 0 0,1-1 1 0 0,0 1-1 0 0,0-1 0 0 0,0 1 0 0 0,0-1 0 0 0,1 0 1 0 0,-1 1-1 0 0,1-1 0 0 0,0 1 0 0 0,1-1 0 0 0,-1 0 1 0 0,1 0-1 0 0,0 1 0 0 0,0-1 0 0 0,0-1 1 0 0,0 1-1 0 0,1 0 0 0 0,0 0 0 0 0,0-1 0 0 0,0 0 1 0 0,0 1-1 0 0,0-1 0 0 0,0 0 0 0 0,1-1 0 0 0,0 1 1 0 0,-1 0-1 0 0,1-1 0 0 0,0 0 0 0 0,5 2 1 0 0,9 4-704 0 0,0 0 0 0 0,1-1 0 0 0,23 6 1 0 0,27 0-5823 0 0,-40-9 1213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5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33 120 80 0 0,'-10'-15'7386'0'0,"-13"-27"0"0"0,23 41-7353 0 0,0 1 0 0 0,0-1 0 0 0,0 0 0 0 0,0 1 0 0 0,0-1 0 0 0,0 0 0 0 0,1 1-1 0 0,-1-1 1 0 0,0 1 0 0 0,0-1 0 0 0,1 0 0 0 0,-1 1 0 0 0,0-1 0 0 0,0 1 0 0 0,1-1 0 0 0,-1 1 0 0 0,1-1 0 0 0,-1 1 0 0 0,1-1 0 0 0,-1 1-1 0 0,0 0 1 0 0,1-1 0 0 0,0 1 0 0 0,-1-1 0 0 0,1 1 0 0 0,-1 0 0 0 0,1 0 0 0 0,0-1 0 0 0,17-8 349 0 0,5 1-151 0 0,1 0 0 0 0,0 2 0 0 0,0 1 1 0 0,0 1-1 0 0,28-1 0 0 0,37 3-1783 0 0,-2 5-6530 0 0,-72-3 2544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418 106 1304 0 0,'0'-6'872'0'0,"0"0"-1"0"0,0 0 1 0 0,-1 0-1 0 0,0-1 0 0 0,-1 1 1 0 0,1 0-1 0 0,-1 0 1 0 0,0 1-1 0 0,0-1 1 0 0,-6-10-1 0 0,6 14-762 0 0,1 0-1 0 0,-1-1 1 0 0,0 1-1 0 0,0 0 1 0 0,0 0-1 0 0,0 0 1 0 0,0 1-1 0 0,0-1 1 0 0,-1 0-1 0 0,1 1 1 0 0,0 0-1 0 0,-1-1 1 0 0,0 1-1 0 0,1 0 1 0 0,-1 0-1 0 0,0 1 1 0 0,1-1-1 0 0,-1 0 1 0 0,0 1-1 0 0,0-1 1 0 0,1 1-1 0 0,-1 0 1 0 0,0 0-1 0 0,0 0 1 0 0,0 1-1 0 0,-3 0 1 0 0,-6 2-27 0 0,1 0 0 0 0,-1 0 1 0 0,1 2-1 0 0,0-1 0 0 0,0 1 0 0 0,0 1 1 0 0,1 0-1 0 0,-14 10 0 0 0,-9 10 26 0 0,-29 29-1 0 0,42-37-39 0 0,-33 42-1 0 0,47-53-47 0 0,0 1 1 0 0,0 1-1 0 0,1-1 0 0 0,1 1 0 0 0,-1 0 0 0 0,2 0 0 0 0,-1 0 0 0 0,-3 17 0 0 0,6-23-9 0 0,1-1 0 0 0,-1 1 0 0 0,1 0-1 0 0,0 0 1 0 0,0-1 0 0 0,0 1 0 0 0,0 0-1 0 0,0 0 1 0 0,1-1 0 0 0,0 1 0 0 0,-1 0-1 0 0,1-1 1 0 0,0 1 0 0 0,0 0 0 0 0,0-1-1 0 0,1 0 1 0 0,-1 1 0 0 0,0-1 0 0 0,3 4-1 0 0,-1-4 3 0 0,0 1-1 0 0,0 0 0 0 0,0-1 1 0 0,1 0-1 0 0,-1 0 1 0 0,1 0-1 0 0,-1 0 0 0 0,1 0 1 0 0,-1-1-1 0 0,1 0 0 0 0,0 0 1 0 0,5 1-1 0 0,1 0 4 0 0,0-1-1 0 0,0 0 1 0 0,0-1 0 0 0,0 0-1 0 0,0 0 1 0 0,-1-1-1 0 0,1-1 1 0 0,0 0 0 0 0,0 0-1 0 0,10-4 1 0 0,-12 2-19 0 0,0 1 1 0 0,0-1-1 0 0,-1-1 0 0 0,0 1 1 0 0,0-1-1 0 0,0-1 0 0 0,0 1 1 0 0,-1-1-1 0 0,0 0 1 0 0,9-13-1 0 0,-1-1 381 0 0,-1-1-1 0 0,14-32 1 0 0,-16 30 434 0 0,11-27 718 0 0,-21 48-1329 0 0,0 3-181 0 0,0 0 0 0 0,0 0 0 0 0,0 0 0 0 0,-1 0 0 0 0,1 0 0 0 0,0 0 0 0 0,0 0 0 0 0,-1 0-1 0 0,1 0 1 0 0,0 0 0 0 0,-1 0 0 0 0,1 0 0 0 0,-1 0 0 0 0,0 0 0 0 0,1 1 0 0 0,-1-1 0 0 0,0 0-1 0 0,0 0 1 0 0,0 0 0 0 0,0 1 0 0 0,0-1 0 0 0,0 0 0 0 0,0 2 0 0 0,-5 34 328 0 0,4-28-282 0 0,-44 179 574 0 0,3-15-1217 0 0,40-160-308 0 0,1 0 1 0 0,0 23 0 0 0,4 3-4747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6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184 208 404 0 0,'10'-64'5029'0'0,"-5"29"-862"0"0,17-67 0 0 0,-16 95-2675 0 0,-3 15-672 0 0,0 19 119 0 0,-2 9-43 0 0,-2 0 1 0 0,-7 50-1 0 0,4-54-569 0 0,-20 123 803 0 0,-64 218 0 0 0,-11 56-2367 0 0,99-428 1222 0 0,-9 68-2725 0 0,11-24-2557 0 0,3-32 982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6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728 109 2720 0 0,'60'-108'14538'0'0,"-63"110"-14340"0"0,-25 16-3 0 0,1 1 0 0 0,-34 32 0 0 0,18-16-114 0 0,-468 327 265 0 0,488-348-349 0 0,8-5-2 0 0,-29 21 0 0 0,41-28 5 0 0,1 1 1 0 0,-1-1 0 0 0,0 0 0 0 0,1 1 0 0 0,0 0 0 0 0,0-1 0 0 0,0 1 0 0 0,0 0 0 0 0,0 0-1 0 0,0 0 1 0 0,1 0 0 0 0,-1 0 0 0 0,1 1 0 0 0,0-1 0 0 0,0 0 0 0 0,-1 4 0 0 0,3-4 4 0 0,-1 0 0 0 0,0 0 1 0 0,1 0-1 0 0,-1 0 0 0 0,1-1 1 0 0,0 1-1 0 0,0 0 0 0 0,0-1 1 0 0,0 1-1 0 0,1 0 0 0 0,-1-1 1 0 0,1 1-1 0 0,-1-1 0 0 0,1 0 1 0 0,0 0-1 0 0,0 1 0 0 0,0-1 1 0 0,4 3-1 0 0,4 3 53 0 0,1 0-1 0 0,19 11 1 0 0,-1-4 48 0 0,1-1 1 0 0,0-1-1 0 0,1-2 1 0 0,41 10-1 0 0,132 18-1813 0 0,-202-38 1493 0 0,34 2-3167 0 0,-12-4-2424 0 0,-9-2 40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2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571 276 36 0 0,'-68'-88'17136'0'0,"67"87"-16783"0"0,0 0-202 0 0,-1-1-1 0 0,1 1 1 0 0,0-1 0 0 0,0 1-1 0 0,0-1 1 0 0,0 1 0 0 0,0-1-1 0 0,-1-3 1 0 0,8 2-115 0 0,0 1-1 0 0,0-1 0 0 0,0 1 1 0 0,0 0-1 0 0,0 1 1 0 0,0 0-1 0 0,0 0 1 0 0,12-1-1 0 0,11-2 31 0 0,83-24 170 0 0,-109 26-229 0 0,1 1 0 0 0,0-1 0 0 0,0 0 0 0 0,-1 0 0 0 0,1 0 0 0 0,-1-1 0 0 0,0 1 0 0 0,1-1 0 0 0,-1 0-1 0 0,-1 0 1 0 0,1 0 0 0 0,0 0 0 0 0,-1-1 0 0 0,1 1 0 0 0,-1-1 0 0 0,0 1 0 0 0,0-1 0 0 0,-1 0 0 0 0,3-4 0 0 0,-4 6-8 0 0,1 1 0 0 0,-1-1 0 0 0,1 0 0 0 0,-1 1 0 0 0,0-1 1 0 0,0 0-1 0 0,0 1 0 0 0,0-1 0 0 0,0 0 0 0 0,0 1 0 0 0,0-1 0 0 0,0 0 0 0 0,-1 1 0 0 0,1-1 0 0 0,-1 0 0 0 0,1 1 0 0 0,-1-1 0 0 0,1 1 0 0 0,-1-1 0 0 0,0 1 1 0 0,0-1-1 0 0,0 1 0 0 0,0 0 0 0 0,0-1 0 0 0,0 1 0 0 0,0 0 0 0 0,0 0 0 0 0,-1 0 0 0 0,1 0 0 0 0,0 0 0 0 0,-1 0 0 0 0,1 0 0 0 0,-1 0 0 0 0,1 0 0 0 0,-1 1 1 0 0,1-1-1 0 0,-4 0 0 0 0,-1-1-6 0 0,-1 0 0 0 0,1 1 1 0 0,-1 0-1 0 0,1 0 0 0 0,-1 1 1 0 0,-13 0-1 0 0,-2 3-2 0 0,1 1 0 0 0,-1 1 0 0 0,1 1-1 0 0,0 1 1 0 0,0 1 0 0 0,1 0 0 0 0,0 2 0 0 0,1 0 0 0 0,0 1-1 0 0,0 1 1 0 0,1 1 0 0 0,-30 28 0 0 0,42-36 8 0 0,1 1 0 0 0,0 0 1 0 0,0 0-1 0 0,1 1 0 0 0,0-1 0 0 0,0 1 1 0 0,0 0-1 0 0,1 0 0 0 0,0 0 0 0 0,0 0 1 0 0,-2 12-1 0 0,4-14 2 0 0,1 0 0 0 0,-1-1 0 0 0,1 1 1 0 0,0-1-1 0 0,0 1 0 0 0,1 0 0 0 0,-1-1 0 0 0,1 1 0 0 0,0-1 1 0 0,0 1-1 0 0,1-1 0 0 0,-1 1 0 0 0,1-1 0 0 0,0 0 1 0 0,0 0-1 0 0,0 0 0 0 0,1 0 0 0 0,-1 0 0 0 0,1 0 1 0 0,4 4-1 0 0,0-2 6 0 0,0 1-1 0 0,1-1 1 0 0,-1 0 0 0 0,1 0-1 0 0,1-1 1 0 0,-1 0 0 0 0,1-1 0 0 0,0 0-1 0 0,9 3 1 0 0,11 2 10 0 0,46 8-1 0 0,-1-1 6 0 0,-65-14-9 0 0,0-1 1 0 0,1 0 0 0 0,-1 0-1 0 0,11-1 1 0 0,-17-1-8 0 0,-3 1-7 0 0,1 0 0 0 0,-1 0 1 0 0,0 0 0 0 0,0 0-1 0 0,0 0 1 0 0,1-1 0 0 0,-1 1-1 0 0,0 0 1 0 0,0 0 0 0 0,0 0-1 0 0,0 0 1 0 0,1-1 0 0 0,-1 1-1 0 0,0 0 1 0 0,0 0 0 0 0,0 0-1 0 0,0-1 1 0 0,0 1 0 0 0,0 0-1 0 0,0 0 1 0 0,0-1 0 0 0,1 1-1 0 0,-1 0 1 0 0,0 0 0 0 0,0 0-1 0 0,0-1 1 0 0,0 1 0 0 0,0 0-1 0 0,0 0 1 0 0,0-1 0 0 0,-1 1-1 0 0,1 0 1 0 0,0 0 0 0 0,0-1-1 0 0,0 1 1 0 0,0 0-1 0 0,-8-2-5 0 0,0 0 0 0 0,0 0 0 0 0,0 1 0 0 0,0 1 0 0 0,-1-1 0 0 0,1 1 0 0 0,0 1 0 0 0,0 0-1 0 0,0 0 1 0 0,0 0 0 0 0,-11 4 0 0 0,-16 6-2 0 0,-40 16 0 0 0,72-25 8 0 0,-52 21 5 0 0,2 3 0 0 0,-54 34 0 0 0,75-39 2 0 0,0 1 0 0 0,2 2 0 0 0,0 1 1 0 0,-31 36-1 0 0,52-51-1 0 0,0 0 1 0 0,1 0-1 0 0,1 1 1 0 0,0 0-1 0 0,-11 24 1 0 0,17-33-1 0 0,-1 1 0 0 0,1 0 0 0 0,0-1 0 0 0,0 1 0 0 0,1 0 0 0 0,-1 0 0 0 0,1 0 0 0 0,-1 0 0 0 0,1 0 0 0 0,0-1 0 0 0,0 1 0 0 0,0 0 0 0 0,1 0 0 0 0,-1 0 0 0 0,0 0 0 0 0,1 0 0 0 0,0 0 0 0 0,0 0 0 0 0,0-1 0 0 0,0 1 0 0 0,0 0 0 0 0,1-1 0 0 0,-1 1 0 0 0,1-1 0 0 0,0 1 0 0 0,-1-1 0 0 0,1 0 0 0 0,0 0 0 0 0,0 0 0 0 0,1 0 0 0 0,-1 0 0 0 0,4 2-1 0 0,5 3 13 0 0,1-2 0 0 0,-1 0 0 0 0,1 0 0 0 0,0-1 0 0 0,1 0 0 0 0,-1-1-1 0 0,1 0 1 0 0,15 0 0 0 0,105 3 74 0 0,-123-6-83 0 0,261-19 542 0 0,-269 19-490 0 0,18-4 111 0 0,3 3-82 0 0,-19 0-80 0 0,3-1 1 0 0,-6 1-9 0 0,5 0-453 0 0,9-1 2380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0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67 674 764 0 0,'-16'4'5264'0'0,"-35"5"3881"0"0,65-26-8417 0 0,27-13-475 0 0,184-152 302 0 0,-201 159-534 0 0,-2-1 0 0 0,0-1 0 0 0,-2 0 1 0 0,0-2-1 0 0,-2 0 0 0 0,26-55 0 0 0,-38 68-12 0 0,0-1 0 0 0,-1 1 0 0 0,-1-1-1 0 0,4-26 1 0 0,-7 33-9 0 0,0 0 0 0 0,-1 0-1 0 0,0 0 1 0 0,0-1 0 0 0,-1 1 0 0 0,0 0-1 0 0,0 0 1 0 0,-1 0 0 0 0,0 0-1 0 0,-5-12 1 0 0,7 18-2 0 0,-1 1-1 0 0,0-1 1 0 0,0 1-1 0 0,1 0 1 0 0,-1-1-1 0 0,0 1 1 0 0,0 0 0 0 0,0-1-1 0 0,-1 1 1 0 0,1 0-1 0 0,0 0 1 0 0,0 0-1 0 0,-1 0 1 0 0,1 0-1 0 0,-1 0 1 0 0,1 0-1 0 0,-1 0 1 0 0,1 1-1 0 0,-1-1 1 0 0,1 1-1 0 0,-4-1 1 0 0,2 0-1 0 0,1 1 0 0 0,-1 0 0 0 0,0 1-1 0 0,0-1 1 0 0,0 0 0 0 0,0 1 0 0 0,0 0 0 0 0,1-1 0 0 0,-1 1 0 0 0,0 0-1 0 0,-4 3 1 0 0,-1 0-4 0 0,1 1 0 0 0,0-1 0 0 0,0 2 0 0 0,0-1 0 0 0,0 1 0 0 0,1 0 0 0 0,-8 9 0 0 0,11-11 7 0 0,0 0 0 0 0,0 0-1 0 0,0 1 1 0 0,1-1 0 0 0,0 0-1 0 0,0 1 1 0 0,0 0 0 0 0,0-1 0 0 0,1 1-1 0 0,0 0 1 0 0,0 0 0 0 0,0 0-1 0 0,0-1 1 0 0,1 1 0 0 0,0 0 0 0 0,0 0-1 0 0,0 0 1 0 0,2 10 0 0 0,0-10-1 0 0,-1 0 1 0 0,2 0 0 0 0,-1 0 0 0 0,0 0-1 0 0,1 0 1 0 0,0-1 0 0 0,0 1 0 0 0,1-1-1 0 0,-1 0 1 0 0,1 0 0 0 0,0 0 0 0 0,0 0-1 0 0,0 0 1 0 0,0-1 0 0 0,1 0-1 0 0,9 5 1 0 0,19 9-8 0 0,2-2 0 0 0,45 14 0 0 0,-50-20 2 0 0,-1 2 0 0 0,-1 1 0 0 0,1 1 0 0 0,35 23 0 0 0,-62-35 7 0 0,1 1 0 0 0,0 0 0 0 0,-1 1 0 0 0,1-1 0 0 0,-1 0 0 0 0,0 1 1 0 0,0-1-1 0 0,0 1 0 0 0,0 0 0 0 0,0-1 0 0 0,0 1 0 0 0,-1 0 0 0 0,0 0 0 0 0,1 0 0 0 0,-1 1 0 0 0,0-1 0 0 0,-1 0 0 0 0,1 0 0 0 0,0 0 0 0 0,-1 1 0 0 0,0-1 0 0 0,0 4 0 0 0,-1 6 11 0 0,-1-1 0 0 0,0 1-1 0 0,-1-1 1 0 0,-8 21 0 0 0,-7 33 17 0 0,18-65-27 0 0,0 0 1 0 0,0 0 0 0 0,0-1 0 0 0,0 1 0 0 0,0 0 0 0 0,0 0-1 0 0,1 0 1 0 0,-1 0 0 0 0,0 0 0 0 0,0 0 0 0 0,1-1 0 0 0,-1 1-1 0 0,1 0 1 0 0,-1 0 0 0 0,1 0 0 0 0,-1-1 0 0 0,1 1 0 0 0,-1 0-1 0 0,1-1 1 0 0,-1 1 0 0 0,1 0 0 0 0,0-1 0 0 0,0 1 0 0 0,-1-1-1 0 0,1 1 1 0 0,0-1 0 0 0,0 1 0 0 0,0-1 0 0 0,-1 0 0 0 0,1 1 0 0 0,0-1-1 0 0,0 0 1 0 0,0 0 0 0 0,0 0 0 0 0,0 1 0 0 0,0-1 0 0 0,-1 0-1 0 0,3 0 1 0 0,36-1 22 0 0,-36 1-24 0 0,27-3 2 0 0,-1-2 0 0 0,0 0-1 0 0,-1-2 1 0 0,0-1 0 0 0,0-2 0 0 0,0 0-1 0 0,-1-2 1 0 0,-1-1 0 0 0,0-1-1 0 0,-1-1 1 0 0,0-2 0 0 0,26-22 0 0 0,-40 28-2 0 0,0 0 0 0 0,-1 0 1 0 0,0-1-1 0 0,8-14 0 0 0,-14 20-4 0 0,0 0 0 0 0,-1 0 0 0 0,0-1 0 0 0,0 0-1 0 0,-1 0 1 0 0,1 1 0 0 0,-1-1 0 0 0,-1-1 0 0 0,0 1 0 0 0,1-12 0 0 0,-1 17 2 0 0,-1 1 1 0 0,0-1 0 0 0,0 0-1 0 0,0 1 1 0 0,0-1 0 0 0,-1 1-1 0 0,1-1 1 0 0,0 1 0 0 0,-1-1-1 0 0,1 1 1 0 0,-1-1 0 0 0,1 1 0 0 0,-1 0-1 0 0,0-1 1 0 0,0 1 0 0 0,1 0-1 0 0,-1-1 1 0 0,0 1 0 0 0,0 0-1 0 0,0 0 1 0 0,0 0 0 0 0,-1 0-1 0 0,1 0 1 0 0,0 0 0 0 0,-3-1 0 0 0,-22-3-19 0 0,16 7 15 0 0,5 1 1 0 0,-2-1 2 0 0,0 0 0 0 0,-1 1 1 0 0,1 0-1 0 0,1 1 0 0 0,-1 0 0 0 0,0 0 0 0 0,1 0 0 0 0,-10 9 0 0 0,-1 3 12 0 0,-22 26-1 0 0,32-34-6 0 0,0 1 1 0 0,1 0-1 0 0,0 0 1 0 0,0 0-1 0 0,1 1 1 0 0,0 0-1 0 0,1 0 1 0 0,0 0-1 0 0,-4 17 1 0 0,7-22-2 0 0,0-1 0 0 0,0 0 1 0 0,1 1-1 0 0,0-1 0 0 0,0 0 0 0 0,0 1 0 0 0,1-1 1 0 0,-1 0-1 0 0,1 0 0 0 0,0 1 0 0 0,0-1 0 0 0,1 0 0 0 0,-1 0 1 0 0,1 0-1 0 0,0 0 0 0 0,0 0 0 0 0,0 0 0 0 0,0-1 1 0 0,1 1-1 0 0,0-1 0 0 0,-1 0 0 0 0,1 1 0 0 0,0-1 1 0 0,1 0-1 0 0,-1-1 0 0 0,7 5 0 0 0,1 0 0 0 0,1-1 1 0 0,0-1-1 0 0,0 0 0 0 0,0 0 0 0 0,1-1 0 0 0,0-1 1 0 0,0 0-1 0 0,17 1 0 0 0,-5-1-52 0 0,-1-2 0 0 0,1-1 0 0 0,38-4 1 0 0,-43 1-65 0 0,-1 0 1 0 0,0-1 0 0 0,0-1 0 0 0,0 0-1 0 0,0-2 1 0 0,28-14 0 0 0,-38 16 85 0 0,0-1 0 0 0,0 0 1 0 0,0 0-1 0 0,-1-1 0 0 0,0 0 0 0 0,0-1 1 0 0,-1 0-1 0 0,0 0 0 0 0,-1 0 0 0 0,0-1 1 0 0,0 0-1 0 0,0 0 0 0 0,7-19 0 0 0,0-12 214 0 0,-1 0-1 0 0,-2 0 1 0 0,6-49-1 0 0,-14 75 16 0 0,0-4-47 0 0,-2 17-121 0 0,-5 20 134 0 0,-44 142 1221 0 0,26-81-838 0 0,-272 859 1653 0 0,276-882-2180 0 0,-39 106 72 0 0,42-123 15 0 0,-42 75 0 0 0,56-112-130 0 0,0 0 0 0 0,0 0 0 0 0,-1 1 0 0 0,1-1 0 0 0,-1-1 0 0 0,0 1-1 0 0,1 0 1 0 0,-1-1 0 0 0,0 1 0 0 0,-1-1 0 0 0,1 0 0 0 0,0 0 0 0 0,-1 0 0 0 0,-6 2 0 0 0,8-3-106 0 0,0-1 1 0 0,0 0-1 0 0,-1 0 0 0 0,1 0 1 0 0,0 0-1 0 0,0 0 0 0 0,0 0 1 0 0,0-1-1 0 0,0 1 0 0 0,0-1 0 0 0,0 1 1 0 0,0-1-1 0 0,0 0 0 0 0,0 0 1 0 0,0 0-1 0 0,0 0 0 0 0,1 0 1 0 0,-1 0-1 0 0,0 0 0 0 0,1-1 1 0 0,-1 1-1 0 0,0 0 0 0 0,1-1 1 0 0,0 0-1 0 0,-1 1 0 0 0,1-1 1 0 0,0 0-1 0 0,0 1 0 0 0,-1-4 1 0 0,-4-6-1088 0 0,2 1 1 0 0,-1-1-1 0 0,2 0 0 0 0,-1 0 1 0 0,1 0-1 0 0,1-1 1 0 0,-2-15-1 0 0,2-9-4181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0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0 261 140 0 0,'11'-29'1715'0'0,"1"1"-1"0"0,2 0 1 0 0,1 1-1 0 0,0 0 1 0 0,21-24-1 0 0,-30 44-1419 0 0,0 1-1 0 0,0 0 1 0 0,1 0-1 0 0,-1 0 1 0 0,1 1 0 0 0,1 0-1 0 0,-1 0 1 0 0,1 0-1 0 0,12-4 1 0 0,-13 6-175 0 0,0 1 0 0 0,0 1 1 0 0,1-1-1 0 0,-1 1 0 0 0,0 0 0 0 0,0 1 1 0 0,1 0-1 0 0,-1 0 0 0 0,0 0 0 0 0,1 1 0 0 0,-1 0 1 0 0,0 1-1 0 0,9 2 0 0 0,-2 1-37 0 0,0 1-1 0 0,0 0 0 0 0,0 0 1 0 0,-1 2-1 0 0,0 0 1 0 0,-1 0-1 0 0,1 1 1 0 0,16 16-1 0 0,-23-19-17 0 0,1 0-1 0 0,-1 1 1 0 0,-1-1-1 0 0,0 1 1 0 0,0 0-1 0 0,0 0 1 0 0,0 1-1 0 0,-1 0 1 0 0,-1-1-1 0 0,1 1 1 0 0,-1 1-1 0 0,-1-1 1 0 0,1 0-1 0 0,-1 1 1 0 0,-1-1-1 0 0,1 12 1 0 0,-2-13 46 0 0,0-1-1 0 0,-1 1 1 0 0,0 0 0 0 0,-1 0 0 0 0,1 0-1 0 0,-1-1 1 0 0,0 1 0 0 0,-1 0 0 0 0,0-1-1 0 0,-6 11 1 0 0,3-8 10 0 0,-1 0-1 0 0,0 0 1 0 0,0-1-1 0 0,-1 0 1 0 0,0 0 0 0 0,-9 7-1 0 0,-7 1 67 0 0,-1 0 0 0 0,0-1 0 0 0,-1-1 0 0 0,-31 11 0 0 0,18-11-1024 0 0,-54 13 0 0 0,90-26-205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1836 0 0,'29'-60'10641'0'0,"-28"60"-10590"0"0,0 1-1 0 0,0-1 1 0 0,-1 1-1 0 0,1 0 1 0 0,0 0-1 0 0,0 0 1 0 0,-1-1-1 0 0,1 1 1 0 0,-1 0-1 0 0,1 0 1 0 0,0 0-1 0 0,-1 0 1 0 0,0 0-1 0 0,1 0 1 0 0,-1 0-1 0 0,0 0 1 0 0,1 0-1 0 0,-1 0 1 0 0,0 2-1 0 0,0-3-40 0 0,5 21 273 0 0,-1 0 1 0 0,-1 0-1 0 0,-1 1 0 0 0,-2 35 0 0 0,-13 82 344 0 0,12-126-516 0 0,0-13-88 0 0,1 0 0 0 0,0 1 0 0 0,0-1 0 0 0,0 0 0 0 0,0 0 0 0 0,0 0 0 0 0,0 0 0 0 0,0 0 1 0 0,0 0-1 0 0,0 0 0 0 0,0 0 0 0 0,0 0 0 0 0,-1 1 0 0 0,1-1 0 0 0,0 0 0 0 0,0 0 0 0 0,0 0 0 0 0,0 0 0 0 0,0 0 0 0 0,0 0 0 0 0,0 0 1 0 0,0 1-1 0 0,0-1 0 0 0,0 0 0 0 0,0 0 0 0 0,0 0 0 0 0,0 0 0 0 0,0 0 0 0 0,0 0 0 0 0,0 0 0 0 0,0 1 0 0 0,0-1 0 0 0,1 0 1 0 0,-1 0-1 0 0,0 0 0 0 0,0 0 0 0 0,0 0 0 0 0,0 0 0 0 0,0 0 0 0 0,0 0 0 0 0,0 1 0 0 0,0-1 0 0 0,0 0 0 0 0,0 0 0 0 0,0 0 1 0 0,1 0-1 0 0,-1 0 0 0 0,0 0 0 0 0,0 0 0 0 0,0 0 0 0 0,0 0 0 0 0,0 0 0 0 0,0 0 0 0 0,0 0 0 0 0,0 0 0 0 0,1 0 0 0 0,-1 0 0 0 0,0 0 1 0 0,0 0-1 0 0,0 0 0 0 0,0 0 0 0 0,0 0 0 0 0,0 0 0 0 0,1 0 0 0 0,-1 0 0 0 0,0 0 0 0 0,0 0 0 0 0,9-11 607 0 0,18-32-737 0 0,-11 18 236 0 0,-8 12-127 0 0,1 2 1 0 0,0-1 0 0 0,1 1 0 0 0,0 1 0 0 0,1-1 0 0 0,0 2-1 0 0,22-15 1 0 0,-26 20-7 0 0,1 0-1 0 0,0 0 1 0 0,0 1 0 0 0,0 0-1 0 0,0 0 1 0 0,0 1-1 0 0,1 0 1 0 0,-1 0 0 0 0,1 1-1 0 0,-1 0 1 0 0,1 0-1 0 0,0 1 1 0 0,-1 1 0 0 0,14 1-1 0 0,178 41 87 0 0,-191-42-78 0 0,2-1-3 0 0,-3-1 5 0 0,-4 0-6 0 0,-1 1 0 0 0,1-1-1 0 0,-1 1 1 0 0,1-1 0 0 0,-1 0 0 0 0,1 0-1 0 0,-1-1 1 0 0,0 1 0 0 0,1-1 0 0 0,-1 0-1 0 0,0 1 1 0 0,0-2 0 0 0,0 1 0 0 0,-1 0-1 0 0,1 0 1 0 0,0-1 0 0 0,-1 1 0 0 0,1-1 0 0 0,-1 0-1 0 0,0 0 1 0 0,0 0 0 0 0,0 0 0 0 0,-1 0-1 0 0,1 0 1 0 0,-1-1 0 0 0,1 1 0 0 0,-1 0-1 0 0,0-1 1 0 0,1-5 0 0 0,-2 3-2 0 0,1 0 0 0 0,-1 0 0 0 0,0 0-1 0 0,-1 0 1 0 0,0 0 0 0 0,0 1 0 0 0,0-1 0 0 0,0 0 0 0 0,-1 0-1 0 0,0 1 1 0 0,0-1 0 0 0,-1 1 0 0 0,1 0 0 0 0,-5-6 0 0 0,6 9-3 0 0,0 1 0 0 0,0-1 0 0 0,0 1-1 0 0,0 0 1 0 0,0 0 0 0 0,0-1 0 0 0,-1 1 0 0 0,1 0 0 0 0,-1 0 0 0 0,1 0 0 0 0,0 1 0 0 0,-1-1 0 0 0,0 0 0 0 0,1 0 0 0 0,-1 1 0 0 0,1-1 0 0 0,-1 1 0 0 0,0 0 0 0 0,1-1 0 0 0,-3 1 0 0 0,1 0 0 0 0,0 0 1 0 0,0 1 0 0 0,0-1 0 0 0,0 1 0 0 0,1-1-1 0 0,-1 1 1 0 0,0 0 0 0 0,0 0 0 0 0,0 1 0 0 0,-4 2-1 0 0,-2 2 1 0 0,-1 1 0 0 0,1 0 1 0 0,1 1-1 0 0,-14 14 0 0 0,11-9 2 0 0,0 0 1 0 0,0 1-1 0 0,2 1 1 0 0,0 0-1 0 0,-13 29 1 0 0,18-36 5 0 0,2-1 1 0 0,-1 1-1 0 0,1-1 1 0 0,0 1-1 0 0,0 0 0 0 0,1 0 1 0 0,0 0-1 0 0,1 0 1 0 0,0 0-1 0 0,0 0 1 0 0,0 0-1 0 0,1-1 0 0 0,0 1 1 0 0,1 0-1 0 0,2 8 1 0 0,-2-12-2 0 0,0 0 0 0 0,0 0-1 0 0,0 0 1 0 0,1 0 0 0 0,-1 0 0 0 0,1-1 0 0 0,0 1 0 0 0,0-1 0 0 0,0 0 0 0 0,0 1 0 0 0,1-1 0 0 0,-1-1 0 0 0,1 1 0 0 0,0-1 0 0 0,0 1 0 0 0,0-1 0 0 0,0 0 0 0 0,0 0 0 0 0,0-1 0 0 0,1 1 0 0 0,-1-1-1 0 0,1 0 1 0 0,-1 0 0 0 0,1-1 0 0 0,-1 1 0 0 0,1-1 0 0 0,7 0 0 0 0,-1-1 4 0 0,0 0-1 0 0,-1 0 1 0 0,1-1-1 0 0,-1-1 1 0 0,0 0-1 0 0,0 0 1 0 0,0-1-1 0 0,0 0 1 0 0,0 0-1 0 0,16-12 1 0 0,1-5-17 0 0,43-43 0 0 0,-45 39-3 0 0,0 2-1 0 0,29-21 1 0 0,-45 39 10 0 0,0-1 1 0 0,0 1-1 0 0,0 0 1 0 0,1 1-1 0 0,-1 0 1 0 0,1 0-1 0 0,0 1 1 0 0,0 0-1 0 0,0 1 1 0 0,21-2-1 0 0,-25 4 0 0 0,0 0 0 0 0,0 0-1 0 0,0 1 1 0 0,0 0 0 0 0,1 0 0 0 0,-1 1-1 0 0,-1-1 1 0 0,1 1 0 0 0,0 1-1 0 0,0-1 1 0 0,-1 1 0 0 0,1 0-1 0 0,-1 0 1 0 0,0 0 0 0 0,0 1 0 0 0,0 0-1 0 0,-1 0 1 0 0,1 0 0 0 0,-1 1-1 0 0,0-1 1 0 0,6 9 0 0 0,-8-9 10 0 0,1 0 1 0 0,-1 1-1 0 0,0-1 0 0 0,0 1 1 0 0,0-1-1 0 0,-1 1 0 0 0,1 0 1 0 0,-1-1-1 0 0,0 1 0 0 0,-1 0 1 0 0,1 0-1 0 0,-1 0 0 0 0,0 0 1 0 0,0 0-1 0 0,0-1 0 0 0,-1 1 1 0 0,0 0-1 0 0,0 0 0 0 0,0 0 1 0 0,0-1-1 0 0,-1 1 1 0 0,0-1-1 0 0,0 1 0 0 0,0-1 1 0 0,0 1-1 0 0,-1-1 0 0 0,-4 5 1 0 0,0-1 96 0 0,-1 0 0 0 0,0 0 0 0 0,-1-1 0 0 0,0 0 0 0 0,0-1 0 0 0,-1 0 0 0 0,1 0 0 0 0,-17 6-1 0 0,-31 20 1533 0 0,47-27-1349 0 0,7-7-45 0 0,3 1-236 0 0,0 0 0 0 0,0 0 0 0 0,1 0 0 0 0,-1 1 0 0 0,1-1 0 0 0,-1 0 0 0 0,1 0 0 0 0,-1 0 1 0 0,1 1-1 0 0,-1-1 0 0 0,1 0 0 0 0,-1 1 0 0 0,1-1 0 0 0,0 0 0 0 0,0 1 0 0 0,0-1 0 0 0,112-70 59 0 0,75-54-623 0 0,-165 107 484 0 0,-1-1 0 0 0,-1-1 0 0 0,-1-1 0 0 0,0 0-1 0 0,28-43 1 0 0,-40 51 57 0 0,18-23-112 0 0,-26 35 126 0 0,1 1 0 0 0,-1 0 0 0 0,0 0 0 0 0,0 0 1 0 0,0 0-1 0 0,0 0 0 0 0,1 0 0 0 0,-1-1 0 0 0,0 1 1 0 0,0 0-1 0 0,0 0 0 0 0,0 0 0 0 0,0 0 0 0 0,0-1 1 0 0,1 1-1 0 0,-1 0 0 0 0,0 0 0 0 0,0 0 1 0 0,0-1-1 0 0,0 1 0 0 0,0 0 0 0 0,0 0 0 0 0,0 0 1 0 0,0-1-1 0 0,0 1 0 0 0,0 0 0 0 0,0 0 0 0 0,0-1 1 0 0,0 1-1 0 0,0 0 0 0 0,0 0 0 0 0,0 0 1 0 0,0-1-1 0 0,0 1 0 0 0,0 0 0 0 0,0 0 0 0 0,0 0 1 0 0,-1-1-1 0 0,1 1 0 0 0,0 0 0 0 0,0 0 0 0 0,0 0 1 0 0,0 0-1 0 0,0-1 0 0 0,-1 1 0 0 0,1 0 1 0 0,0 0-1 0 0,0 0 0 0 0,-1 0 0 0 0,1 0 0 0 0,-1-1 0 0 0,1 1-1 0 0,-1 0 1 0 0,0 0 0 0 0,1 0-1 0 0,-1 0 1 0 0,1 1 0 0 0,-1-1-1 0 0,0 0 1 0 0,1 0 0 0 0,-1 0 0 0 0,1 0-1 0 0,-1 1 1 0 0,1-1 0 0 0,-1 0-1 0 0,0 0 1 0 0,1 1 0 0 0,-1-1-1 0 0,1 1 1 0 0,-1-1 0 0 0,1 0-1 0 0,0 1 1 0 0,-1 0 0 0 0,-11 12-5 0 0,1 1 1 0 0,1 0-1 0 0,0 1 1 0 0,1 0-1 0 0,0 0 1 0 0,2 1-1 0 0,0 0 1 0 0,0 0-1 0 0,2 1 1 0 0,0 0-1 0 0,0 0 1 0 0,2 0-1 0 0,0 1 1 0 0,0 31-1 0 0,3-45 10 0 0,0 1-1 0 0,1-1 1 0 0,-1 0-1 0 0,1 0 1 0 0,0 0 0 0 0,0 0-1 0 0,1 0 1 0 0,-1 0-1 0 0,1 0 1 0 0,0 0-1 0 0,0 0 1 0 0,0 0 0 0 0,0-1-1 0 0,1 1 1 0 0,-1-1-1 0 0,1 0 1 0 0,0 0-1 0 0,0 0 1 0 0,0 0 0 0 0,0 0-1 0 0,1-1 1 0 0,-1 1-1 0 0,1-1 1 0 0,0 0-1 0 0,-1 0 1 0 0,1 0-1 0 0,0-1 1 0 0,0 1 0 0 0,5 0-1 0 0,-1 0-16 0 0,-1-1 1 0 0,1 0-1 0 0,0-1 0 0 0,0 0 1 0 0,-1 0-1 0 0,1 0 0 0 0,0-1 0 0 0,-1 0 1 0 0,1-1-1 0 0,0 0 0 0 0,-1 0 0 0 0,0 0 1 0 0,1-1-1 0 0,-1 0 0 0 0,10-6 0 0 0,4-6-60 0 0,-1-1 0 0 0,0-1-1 0 0,-1-1 1 0 0,0-1-1 0 0,28-39 1 0 0,-30 36 54 0 0,1 1 1 0 0,1 1 0 0 0,1 0-1 0 0,0 2 1 0 0,26-19 0 0 0,-41 34 10 0 0,0 0 0 0 0,0 0 0 0 0,1 0-1 0 0,-1 1 1 0 0,1 0 0 0 0,-1 0 0 0 0,1 0 0 0 0,0 1 0 0 0,0-1 0 0 0,-1 1 0 0 0,1 1 0 0 0,0-1 0 0 0,0 1 0 0 0,7 1 0 0 0,-8 0 4 0 0,0 0 0 0 0,0 0 0 0 0,-1 0 0 0 0,1 1 0 0 0,0 0 1 0 0,-1 0-1 0 0,1 0 0 0 0,-1 1 0 0 0,0 0 0 0 0,0 0 0 0 0,0 0 0 0 0,0 0 0 0 0,0 0 1 0 0,-1 1-1 0 0,1-1 0 0 0,-1 1 0 0 0,4 5 0 0 0,-3-3 7 0 0,1 1 1 0 0,-1-1-1 0 0,-1 1 1 0 0,1 0-1 0 0,-1 0 1 0 0,0 0-1 0 0,-1 0 0 0 0,0 1 1 0 0,0-1-1 0 0,0 1 1 0 0,-1-1-1 0 0,0 1 1 0 0,0 0-1 0 0,-1-1 1 0 0,0 1-1 0 0,-1 0 0 0 0,0-1 1 0 0,0 1-1 0 0,0 0 1 0 0,-1-1-1 0 0,0 1 1 0 0,-1-1-1 0 0,1 0 0 0 0,-1 0 1 0 0,-1 0-1 0 0,1 0 1 0 0,-1-1-1 0 0,-1 1 1 0 0,1-1-1 0 0,-1 0 0 0 0,0 0 1 0 0,0 0-1 0 0,-7 5 1 0 0,4-5-2 0 0,7-5 1 0 0,1-1 0 0 0,0 1 0 0 0,-1-1 0 0 0,1 0 0 0 0,-1 1 0 0 0,1-1 0 0 0,0 0-1 0 0,-1 0 1 0 0,1 1 0 0 0,-1-1 0 0 0,1 0 0 0 0,-1 0 0 0 0,1 0 0 0 0,-1 1 0 0 0,1-1 0 0 0,-1 0 0 0 0,1 0 0 0 0,-1 0 0 0 0,1 0 0 0 0,-1 0-1 0 0,1 0 1 0 0,-1 0 0 0 0,1 0 0 0 0,-1 0 0 0 0,1 0 0 0 0,-2-1 0 0 0,2 1-1 0 0,-1-1 0 0 0,1 1 0 0 0,0 0 0 0 0,-1-1 0 0 0,1 1 0 0 0,0-1 0 0 0,-1 1 0 0 0,1-1 0 0 0,0 1 0 0 0,0-1 0 0 0,-1 0 0 0 0,1 1 0 0 0,0-1-1 0 0,0 1 1 0 0,0-1 0 0 0,0 1 0 0 0,0-1 0 0 0,-1 0 0 0 0,1 1 0 0 0,0-1 0 0 0,1 1 0 0 0,-1-1 0 0 0,0 0 0 0 0,0 1 0 0 0,0-1 0 0 0,0 1 0 0 0,0-1 0 0 0,1 1 0 0 0,-1-1 0 0 0,0 1 0 0 0,0-1 0 0 0,1 1 0 0 0,-1-1 0 0 0,0 1 0 0 0,1-2 0 0 0,0 1-1 0 0,8-18-2 0 0,2 1 1 0 0,0-1-1 0 0,0 2 1 0 0,2 0-1 0 0,23-26 0 0 0,-7 14 1 0 0,0 2-1 0 0,35-25 0 0 0,-45 38-5 0 0,1 0-1 0 0,1 1 1 0 0,25-11-1 0 0,-40 21 7 0 0,-1 0-1 0 0,1 1 0 0 0,-1 0 1 0 0,1 0-1 0 0,0 0 0 0 0,0 1 1 0 0,0 0-1 0 0,0 0 0 0 0,0 1 1 0 0,0-1-1 0 0,1 1 0 0 0,-1 1 0 0 0,0-1 1 0 0,0 1-1 0 0,0 0 0 0 0,0 0 1 0 0,0 1-1 0 0,6 2 0 0 0,-9-2 4 0 0,0 0-1 0 0,0 0 0 0 0,0 0 1 0 0,0 0-1 0 0,0 0 1 0 0,0 1-1 0 0,-1-1 0 0 0,1 1 1 0 0,-1 0-1 0 0,0 0 0 0 0,0 0 1 0 0,0 0-1 0 0,0 0 1 0 0,0 0-1 0 0,-1 0 0 0 0,1 1 1 0 0,-1-1-1 0 0,0 1 0 0 0,0-1 1 0 0,0 6-1 0 0,1 6 9 0 0,-1 0 0 0 0,-1 0 0 0 0,-2 28 0 0 0,0-31 0 0 0,1 0 0 0 0,1 1 0 0 0,0-1 0 0 0,3 20 0 0 0,-1-27-156 0 0,-1-1-1 0 0,1 1 1 0 0,0-1 0 0 0,1 1-1 0 0,-1-1 1 0 0,1 0 0 0 0,0 0-1 0 0,0 0 1 0 0,0-1 0 0 0,0 1-1 0 0,0-1 1 0 0,1 0 0 0 0,0 1-1 0 0,0-1 1 0 0,0-1 0 0 0,0 1-1 0 0,0-1 1 0 0,0 0 0 0 0,10 4-1 0 0,-6-3-689 0 0,0 0 0 0 0,0-1-1 0 0,0 0 1 0 0,1 0-1 0 0,-1-1 1 0 0,1 0 0 0 0,0-1-1 0 0,-1 1 1 0 0,1-2 0 0 0,12-1-1 0 0,2-3-3391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2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196 449 1280 0 0,'-28'-427'13647'0'0,"24"407"-13020"0"0,3 18-177 0 0,0 5-205 0 0,-5 19 185 0 0,0 1 1 0 0,2 0-1 0 0,-2 28 0 0 0,0-2 132 0 0,-63 309 2173 0 0,14-86-1993 0 0,54-267-771 0 0,-2 11 113 0 0,0 1 0 0 0,1 25 0 0 0,2-38-166 0 0,0-1-1 0 0,0 1 0 0 0,0-1 0 0 0,0 1 1 0 0,1-1-1 0 0,0 1 0 0 0,0-1 1 0 0,0 1-1 0 0,0-1 0 0 0,0 0 0 0 0,1 1 1 0 0,-1-1-1 0 0,1 0 0 0 0,0 0 0 0 0,0 0 1 0 0,0 0-1 0 0,1-1 0 0 0,2 4 1 0 0,-4-5-196 0 0,1 0 1 0 0,-1-1 0 0 0,1 1-1 0 0,-1 0 1 0 0,1-1 0 0 0,-1 1 0 0 0,1-1-1 0 0,0 0 1 0 0,-1 1 0 0 0,1-1-1 0 0,-1 0 1 0 0,1 0 0 0 0,0 0 0 0 0,-1 0-1 0 0,1 0 1 0 0,0 0 0 0 0,-1-1-1 0 0,1 1 1 0 0,-1 0 0 0 0,1-1 0 0 0,1 0-1 0 0,10-7-4742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2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90 145 1968 0 0,'-82'-62'11902'0'0,"82"61"-11830"0"0,-1 1 0 0 0,1 0 1 0 0,-1 0-1 0 0,1-1 0 0 0,0 1 0 0 0,-1 0 0 0 0,1-1 1 0 0,-1 1-1 0 0,1 0 0 0 0,0-1 0 0 0,-1 1 1 0 0,1 0-1 0 0,0-1 0 0 0,0 1 0 0 0,-1-1 0 0 0,1 1 1 0 0,0-1-1 0 0,0 1 0 0 0,0-1 0 0 0,-1 1 0 0 0,1-1 1 0 0,0 1-1 0 0,0-1 0 0 0,0 1 0 0 0,0-1 1 0 0,0 1-1 0 0,0-1 0 0 0,0 1 0 0 0,0-1 0 0 0,0 1 1 0 0,0-1-1 0 0,1 0 0 0 0,-1 0 0 0 0,1 0-1 0 0,0 0 1 0 0,0 0 0 0 0,0 0 0 0 0,0 0-1 0 0,0 1 1 0 0,0-1 0 0 0,0 0-1 0 0,0 1 1 0 0,1-1 0 0 0,-1 0 0 0 0,2 0-1 0 0,41-10 371 0 0,-42 11-330 0 0,269-29 1020 0 0,-127 18-5438 0 0,-112 6-1963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32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244 121 1084 0 0,'58'-119'14352'0'0,"-58"118"-13922"0"0,-17 9-119 0 0,4-3-212 0 0,0 2-56 0 0,0 2 0 0 0,0-1-1 0 0,1 2 1 0 0,0-1 0 0 0,1 2 0 0 0,0 0-1 0 0,1 0 1 0 0,0 1 0 0 0,-14 21 0 0 0,23-31-39 0 0,-1 1 1 0 0,1-1 0 0 0,0 1-1 0 0,1 0 1 0 0,-1-1-1 0 0,0 1 1 0 0,1 0 0 0 0,-1 0-1 0 0,1 0 1 0 0,0-1 0 0 0,0 1-1 0 0,0 0 1 0 0,0 0 0 0 0,1 0-1 0 0,-1-1 1 0 0,1 1 0 0 0,-1 0-1 0 0,1 0 1 0 0,0-1 0 0 0,0 1-1 0 0,0 0 1 0 0,1-1 0 0 0,-1 1-1 0 0,1-1 1 0 0,-1 0 0 0 0,1 0-1 0 0,0 1 1 0 0,0-1 0 0 0,0 0-1 0 0,0 0 1 0 0,0 0 0 0 0,3 1-1 0 0,9 7 10 0 0,0 0-1 0 0,1-1 0 0 0,0-1 1 0 0,20 9-1 0 0,-12-6-8 0 0,-10-5 17 0 0,16 8 39 0 0,-1 2 0 0 0,28 19 0 0 0,-55-35-19 0 0,0 1-1 0 0,-1 0 1 0 0,1-1 0 0 0,0 1-1 0 0,0 0 1 0 0,-1 0-1 0 0,1-1 1 0 0,-1 1 0 0 0,1 0-1 0 0,-1 0 1 0 0,1 0-1 0 0,-1 0 1 0 0,1 0 0 0 0,-1 0-1 0 0,0 0 1 0 0,1 0-1 0 0,-1 0 1 0 0,0 0-1 0 0,0 0 1 0 0,0 0 0 0 0,0 0-1 0 0,0 0 1 0 0,0 0-1 0 0,0 0 1 0 0,0 0 0 0 0,0 0-1 0 0,0 0 1 0 0,-1 0-1 0 0,1 0 1 0 0,0 0 0 0 0,-1 0-1 0 0,1 0 1 0 0,-1 0-1 0 0,1 0 1 0 0,-1 0 0 0 0,0 0-1 0 0,1 0 1 0 0,-1 0-1 0 0,0-1 1 0 0,1 1-1 0 0,-1 0 1 0 0,-1 0 0 0 0,-4 5 124 0 0,0-1 1 0 0,0 0 0 0 0,-1 0 0 0 0,-6 4 0 0 0,12-9-143 0 0,-9 6 75 0 0,-1-1-1 0 0,0 0 1 0 0,0-1 0 0 0,0 0-1 0 0,0-1 1 0 0,-21 4 0 0 0,5-4 39 0 0,-49 1 0 0 0,62-4-108 0 0,0-1 1 0 0,0 0 0 0 0,1-1-1 0 0,-23-7 1 0 0,31 8-370 0 0,0 0-1 0 0,0-1 1 0 0,0 0 0 0 0,0 0 0 0 0,1-1-1 0 0,-1 1 1 0 0,1-1 0 0 0,0 0 0 0 0,0 0 0 0 0,0 0-1 0 0,0-1 1 0 0,0 1 0 0 0,0-1 0 0 0,1 0 0 0 0,-4-6-1 0 0,6 9-25 0 0,1 0-1 0 0,0 0 1 0 0,-1 0-1 0 0,1 1 1 0 0,0-1-1 0 0,-1 0 1 0 0,1 0-1 0 0,0 0 1 0 0,0 0-1 0 0,0 0 1 0 0,0 0-1 0 0,0 0 1 0 0,0 0-1 0 0,0 0 1 0 0,0 0-1 0 0,0 0 1 0 0,1-2-1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4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79 657 1000 0 0,'-3'-2'1308'0'0,"-49"-18"4741"0"0,50 19-5416 0 0,-9-3 836 0 0,0 1-26 0 0,11 3-1429 0 0,0-1 0 0 0,0 1-1 0 0,0 0 1 0 0,0 0-1 0 0,0-1 1 0 0,0 1 0 0 0,0 0-1 0 0,1 0 1 0 0,-1-1-1 0 0,0 1 1 0 0,0 0-1 0 0,0 0 1 0 0,0-1 0 0 0,0 1-1 0 0,0 0 1 0 0,1 0-1 0 0,-1 0 1 0 0,0-1-1 0 0,0 1 1 0 0,0 0 0 0 0,1 0-1 0 0,-1 0 1 0 0,0 0-1 0 0,0-1 1 0 0,0 1-1 0 0,1 0 1 0 0,-1 0 0 0 0,0 0-1 0 0,0 0 1 0 0,1 0-1 0 0,-1 0 1 0 0,0 0 0 0 0,0 0-1 0 0,1 0 1 0 0,-1 0-1 0 0,0 0 1 0 0,1 0-1 0 0,-1 0 1 0 0,0 0 0 0 0,1 0-1 0 0,12-4 244 0 0,1 0-1 0 0,0 1 1 0 0,17-1 0 0 0,6-2-4 0 0,2048-319 1389 0 0,17 131-1512 0 0,-1497 161 48 0 0,128-8-2742 0 0,-692 37 1230 0 0,-24 2-1622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4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318 769 684 0 0,'-28'4'1044'0'0,"-32"5"1567"0"0,1-2 1 0 0,-83-2 0 0 0,139-5-2473 0 0,0 0 0 0 0,0-1 0 0 0,0 1 0 0 0,1-1 0 0 0,-1 0 0 0 0,0 0 0 0 0,1 0 0 0 0,-4-2 0 0 0,6 2-112 0 0,0 0-1 0 0,0 0 0 0 0,0 1 0 0 0,0-1 1 0 0,0 0-1 0 0,0 0 0 0 0,0 0 0 0 0,0 1 1 0 0,0-1-1 0 0,1 0 0 0 0,-1 0 1 0 0,0 0-1 0 0,0 1 0 0 0,1-1 0 0 0,-1 0 1 0 0,0 0-1 0 0,1 1 0 0 0,-1-1 0 0 0,1 0 1 0 0,-1 1-1 0 0,1-1 0 0 0,0 0 0 0 0,-1 1-11 0 0,6-6 51 0 0,0 1 0 0 0,0 0 1 0 0,0 0-1 0 0,1 1 0 0 0,0-1 0 0 0,0 1 1 0 0,0 1-1 0 0,0-1 0 0 0,14-3 0 0 0,1-2 27 0 0,96-35 175 0 0,155-35-1 0 0,-255 74-257 0 0,759-167 282 0 0,10 41-163 0 0,962-73 106 0 0,10 129-1138 0 0,-1008 90-6101 0 0,-673-13 3926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3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31 420 1468 0 0,'0'0'3105'0'0,"3"13"1633"0"0,-3-12-4545 0 0,0 0 0 0 0,-1 1 0 0 0,1-1 0 0 0,0 0 0 0 0,-1 0 1 0 0,0 1-1 0 0,1-1 0 0 0,-1 0 0 0 0,1 0 0 0 0,-1 0 0 0 0,0 0 0 0 0,0 1 0 0 0,0-1 1 0 0,0 0-1 0 0,-1 1 0 0 0,1-2-141 0 0,1 0 1 0 0,0 0-1 0 0,-1 0 1 0 0,1 0-1 0 0,-1 0 0 0 0,1 0 1 0 0,0 0-1 0 0,-1 0 1 0 0,1 0-1 0 0,-1 0 1 0 0,1 0-1 0 0,0-1 1 0 0,-1 1-1 0 0,1 0 0 0 0,0 0 1 0 0,-1 0-1 0 0,1 0 1 0 0,0-1-1 0 0,-1 1 1 0 0,1 0-1 0 0,0 0 1 0 0,-1-1-1 0 0,1 1 1 0 0,0 0-1 0 0,-1-1 0 0 0,1 1 1 0 0,0 0-1 0 0,0-1 1 0 0,0 1-1 0 0,-1 0 1 0 0,1-1-1 0 0,-2-3 9 0 0,0 0 1 0 0,1 1-1 0 0,-1-1 0 0 0,1 0 1 0 0,0 0-1 0 0,0 0 0 0 0,0 0 0 0 0,1 0 1 0 0,-1-6-1 0 0,2-7-47 0 0,1-1 0 0 0,1 1 0 0 0,0 0 1 0 0,1 0-1 0 0,1 0 0 0 0,0 1 0 0 0,1 0 0 0 0,1 0 0 0 0,1 0 0 0 0,16-25 0 0 0,-11 21-11 0 0,0 1 0 0 0,2 1-1 0 0,0 0 1 0 0,2 1-1 0 0,-1 1 1 0 0,2 0-1 0 0,29-19 1 0 0,-40 30-3 0 0,0 1-1 0 0,0 0 1 0 0,1 0 0 0 0,-1 1 0 0 0,1 0-1 0 0,-1 0 1 0 0,1 1 0 0 0,0 0-1 0 0,0 1 1 0 0,0-1 0 0 0,1 1-1 0 0,-1 1 1 0 0,0 0 0 0 0,0 0-1 0 0,11 2 1 0 0,-10 0 1 0 0,-1 0 0 0 0,1 0 0 0 0,-1 1 0 0 0,0 1 0 0 0,0-1-1 0 0,0 1 1 0 0,0 1 0 0 0,-1-1 0 0 0,1 1 0 0 0,-1 1 0 0 0,0-1 0 0 0,-1 1-1 0 0,12 13 1 0 0,-9-7-62 0 0,0-1 0 0 0,-1 1 0 0 0,0 0 0 0 0,-1 1 0 0 0,-1 0 0 0 0,0 0 0 0 0,-1 0-1 0 0,0 1 1 0 0,-1 0 0 0 0,0 0 0 0 0,2 27 0 0 0,-4-21-805 0 0,-1 0 0 0 0,-3 40-1 0 0,-1-36-1101 0 0,-2 1-1 0 0,-6 24 0 0 0,4-22-1264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4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84 1920 0 0,'-7'-18'3292'0'0,"-1"1"-1"0"0,-17-31 1 0 0,24 48-3241 0 0,0 0 0 0 0,0 1 0 0 0,0-1 0 0 0,0 1 0 0 0,0-1 0 0 0,0 1 0 0 0,1-1 0 0 0,-1 1 0 0 0,0-1 0 0 0,0 1 1 0 0,1 0-1 0 0,-1-1 0 0 0,0 1 0 0 0,1 0 0 0 0,-1-1 0 0 0,1 1 0 0 0,-1 0 0 0 0,1 0 0 0 0,-1 1 0 0 0,-31 64 1006 0 0,-39 121 1 0 0,52-132-857 0 0,-132 464-480 0 0,130-438-1257 0 0,19-72 1087 0 0,0 0 0 0 0,-1 0 0 0 0,0 0 0 0 0,-1-1-1 0 0,-8 15 1 0 0,11-21 175 0 0,-12-7-284 0 0,10 1 583 0 0,0 1 0 0 0,0-1 0 0 0,1 1 0 0 0,-1-1 0 0 0,1 0 0 0 0,0 0 0 0 0,0 0 0 0 0,0 0 0 0 0,0 0 0 0 0,1 0 0 0 0,0-1 0 0 0,-2-6 0 0 0,-3-10 742 0 0,-1 6 139 0 0,-1-6-285 0 0,6 17-335 0 0,5 9 108 0 0,0-1-375 0 0,-1 0 0 0 0,1 0-1 0 0,0-1 1 0 0,1 1 0 0 0,-1-1 0 0 0,1 1-1 0 0,-1-1 1 0 0,1 0 0 0 0,0 0-1 0 0,0-1 1 0 0,8 5 0 0 0,51 18 99 0 0,-62-25-113 0 0,23 8 32 0 0,-1-1 0 0 0,1-2-1 0 0,0 0 1 0 0,40 2 0 0 0,-52-7-129 0 0,0 0 1 0 0,0 0-1 0 0,0-1 1 0 0,0 0-1 0 0,0-1 0 0 0,0-1 1 0 0,0 0-1 0 0,0-1 1 0 0,-1 0-1 0 0,1 0 0 0 0,12-8 1 0 0,-16 7 21 0 0,-1-1 1 0 0,0 0 0 0 0,0 0-1 0 0,-1-1 1 0 0,0 1-1 0 0,0-1 1 0 0,0-1 0 0 0,-1 1-1 0 0,0-1 1 0 0,-1 0-1 0 0,0 0 1 0 0,0 0 0 0 0,0-1-1 0 0,3-14 1 0 0,1-10-41 0 0,-1 0 1 0 0,4-53-1 0 0,-9 58 228 0 0,-2 18-57 0 0,1 1-1 0 0,0-1 0 0 0,0 0 0 0 0,1 1 0 0 0,3-10 0 0 0,-5 17-46 0 0,4 52 503 0 0,-1 12-421 0 0,-18 154 352 0 0,16-214-199 0 0,3-5-88 0 0,8-14-29 0 0,18-31-102 0 0,-27 43 7 0 0,12-19-57 0 0,1 0-1 0 0,1 1 1 0 0,1 1-1 0 0,2 0 1 0 0,0 2-1 0 0,0 0 1 0 0,47-33-1 0 0,-62 50 21 0 0,-1 0 0 0 0,1 1 0 0 0,0 0 0 0 0,0-1 0 0 0,0 2 0 0 0,0-1 0 0 0,0 0 0 0 0,0 1 0 0 0,0 0 0 0 0,0 0 0 0 0,1 1 0 0 0,-1 0 0 0 0,0-1 0 0 0,8 2 0 0 0,-10 0 19 0 0,0 0 0 0 0,0-1 0 0 0,-1 1 0 0 0,1 0 0 0 0,0 1 0 0 0,-1-1-1 0 0,1 0 1 0 0,-1 1 0 0 0,1 0 0 0 0,-1-1 0 0 0,1 1 0 0 0,-1 0 0 0 0,0 0 0 0 0,0 0 0 0 0,0 1 0 0 0,0-1 0 0 0,-1 0 0 0 0,1 1 0 0 0,-1-1-1 0 0,1 1 1 0 0,-1 0 0 0 0,0-1 0 0 0,0 1 0 0 0,0 0 0 0 0,0 0 0 0 0,1 4 0 0 0,-1 3 47 0 0,1 1 0 0 0,-1-1 0 0 0,0 1 0 0 0,-1-1 0 0 0,-1 1 1 0 0,-2 19-1 0 0,-20 65 150 0 0,4-17-127 0 0,18-77-89 0 0,1 0 0 0 0,0 1 0 0 0,0-1-1 0 0,0 0 1 0 0,-1 0 0 0 0,1 0 0 0 0,0 0 0 0 0,0 1 0 0 0,0-1 0 0 0,1 0 0 0 0,-1 0-1 0 0,0 0 1 0 0,0 0 0 0 0,1 1 0 0 0,-1-1 0 0 0,0 0 0 0 0,1 0 0 0 0,-1 0-1 0 0,1 0 1 0 0,0 0 0 0 0,0 1 0 0 0,0-1-30 0 0,0 0 0 0 0,0-1-1 0 0,0 1 1 0 0,0-1 0 0 0,0 0 0 0 0,0 1 0 0 0,0-1-1 0 0,0 0 1 0 0,0 0 0 0 0,1 1 0 0 0,-1-1 0 0 0,0 0-1 0 0,0 0 1 0 0,0 0 0 0 0,0 0 0 0 0,0 0 0 0 0,0-1-1 0 0,2 1 1 0 0,3-2-245 0 0,0 0 0 0 0,0 0 0 0 0,0-1 0 0 0,0 1 0 0 0,-1-1 0 0 0,10-7 0 0 0,1-3-287 0 0,-1 0 1 0 0,-1-1-1 0 0,0-1 1 0 0,-1 0-1 0 0,0-1 1 0 0,-1 0-1 0 0,-1-1 1 0 0,11-24-1 0 0,7-18 406 0 0,24-74 1 0 0,-22 33 3474 0 0,26-140 1 0 0,-50 208-1720 0 0,6-33 1043 0 0,-12 63-2303 0 0,-2 4-184 0 0,-31 109 2083 0 0,15-43-1336 0 0,14-57-754 0 0,-66 243 2076 0 0,50-170-1759 0 0,-8 90-1 0 0,26-168-438 0 0,-1 5 16 0 0,1-1 0 0 0,0 0 0 0 0,1 1-1 0 0,0 0 1 0 0,1-1 0 0 0,0 1 0 0 0,0-1-1 0 0,4 13 1 0 0,-4-21-41 0 0,0 0-1 0 0,1 0 1 0 0,-1 0-1 0 0,0 0 0 0 0,1-1 1 0 0,-1 1-1 0 0,1 0 1 0 0,-1-1-1 0 0,1 1 0 0 0,0-1 1 0 0,-1 1-1 0 0,1-1 1 0 0,0 0-1 0 0,0 0 0 0 0,0 0 1 0 0,0 0-1 0 0,0 0 1 0 0,0-1-1 0 0,0 1 1 0 0,1 0-1 0 0,-1-1 0 0 0,0 0 1 0 0,0 1-1 0 0,0-1 1 0 0,1 0-1 0 0,-1 0 0 0 0,0 0 1 0 0,0-1-1 0 0,1 1 1 0 0,-1 0-1 0 0,3-2 1 0 0,6 0-246 0 0,0-1 1 0 0,0 0 0 0 0,-1-1 0 0 0,18-9 0 0 0,-5 1-911 0 0,-1-2-1 0 0,0 0 1 0 0,0-1-1 0 0,31-31 1 0 0,-36 30-1884 0 0,-1-1 0 0 0,26-37 1 0 0,-26 29-3304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73 1068 0 0,'-278'-35'15108'0'0,"271"34"-14737"0"0,5 1-9 0 0,4-1-293 0 0,0 0 1 0 0,0-1-1 0 0,1 2 0 0 0,-1-1 1 0 0,0 0-1 0 0,1 0 1 0 0,-1 1-1 0 0,1-1 0 0 0,2 1 1 0 0,-2-1-9 0 0,58-9 295 0 0,90-4 1 0 0,64 11-2028 0 0,-191 3 1063 0 0,24 1-1589 0 0,-3 0-3252 0 0,-20-1-599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5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1 212 0 0,'0'0'14051'0'0,"0"0"-13978"0"0,-1 0-1 0 0,1 0 1 0 0,-1 0-1 0 0,1 0 1 0 0,-1 0 0 0 0,1 0-1 0 0,-1 1 1 0 0,1-1-1 0 0,-1 0 1 0 0,1 0-1 0 0,-1 1 1 0 0,1-1-1 0 0,-1 0 1 0 0,1 0-1 0 0,0 1 1 0 0,-1-1-1 0 0,1 0 1 0 0,-1 1 0 0 0,1 0-1 0 0,1 0-57 0 0,0 0 1 0 0,0 0-1 0 0,0 0 1 0 0,0 0-1 0 0,1 0 0 0 0,-1 0 1 0 0,0-1-1 0 0,1 1 1 0 0,-1 0-1 0 0,0-1 0 0 0,1 1 1 0 0,-1-1-1 0 0,1 1 0 0 0,-1-1 1 0 0,1 0-1 0 0,1 1 1 0 0,33 2 84 0 0,-20-3-72 0 0,139 7-984 0 0,-50-8-5495 0 0,-54 1 158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6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125 143 304 0 0,'0'0'10686'0'0,"10"9"-9361"0"0,-7-7-1018 0 0,0 1-1 0 0,0 0 0 0 0,0-1 1 0 0,0 0-1 0 0,0 0 1 0 0,1 0-1 0 0,-1 0 1 0 0,0 0-1 0 0,7 1 0 0 0,-8-2-66 0 0,1-1-32 0 0,1 0-166 0 0,-1 1 1 0 0,0-1-1 0 0,1-1 1 0 0,-1 1-1 0 0,1 0 1 0 0,-1-1-1 0 0,0 1 1 0 0,0-1-1 0 0,1 0 1 0 0,-1 0 0 0 0,0-1-1 0 0,0 1 1 0 0,0-1-1 0 0,0 1 1 0 0,0-1-1 0 0,0 0 1 0 0,-1 0-1 0 0,1 0 1 0 0,-1 0-1 0 0,1-1 1 0 0,-1 1-1 0 0,0-1 1 0 0,0 1-1 0 0,0-1 1 0 0,0 0-1 0 0,0 0 1 0 0,-1 0-1 0 0,1 0 1 0 0,-1 0-1 0 0,2-4 1 0 0,-2 4-44 0 0,-1 1 1 0 0,1-1-1 0 0,-1 0 0 0 0,1 1 1 0 0,-1-1-1 0 0,0 1 0 0 0,0-1 1 0 0,0 1-1 0 0,0-1 0 0 0,0 0 1 0 0,-1 1-1 0 0,1-1 0 0 0,-1 1 1 0 0,1-1-1 0 0,-1 1 0 0 0,0-1 1 0 0,0 1-1 0 0,-2-3 0 0 0,3 4-1 0 0,-1 0 0 0 0,0 1 1 0 0,1-1-1 0 0,-1 0 0 0 0,0 1 0 0 0,0-1 0 0 0,1 1 0 0 0,-1-1 0 0 0,0 1 0 0 0,0-1 1 0 0,0 1-1 0 0,0 0 0 0 0,0-1 0 0 0,1 1 0 0 0,-1 0 0 0 0,0 0 0 0 0,0-1 0 0 0,0 1 1 0 0,0 0-1 0 0,0 0 0 0 0,-2 0 0 0 0,-18 3-9 0 0,11 1 18 0 0,-1 1 0 0 0,1-1-1 0 0,0 1 1 0 0,0 1 0 0 0,0 0 0 0 0,1 1-1 0 0,0 0 1 0 0,0 0 0 0 0,-8 9 0 0 0,-1 2-6 0 0,2 1 0 0 0,0 0 0 0 0,-14 23 0 0 0,26-35 5 0 0,0-1 1 0 0,1 1 0 0 0,-1 0 0 0 0,1 0 0 0 0,1 1-1 0 0,-1-1 1 0 0,1 0 0 0 0,0 1 0 0 0,1 0 0 0 0,-1 13-1 0 0,2-17 2 0 0,0-1 0 0 0,0 0 0 0 0,1 1 0 0 0,-1-1 0 0 0,1 0 0 0 0,0 0 0 0 0,0 1 0 0 0,0-1 0 0 0,0 0 0 0 0,0 0 0 0 0,1 0 0 0 0,0 0 0 0 0,-1 0 0 0 0,1 0 0 0 0,0-1 0 0 0,0 1 0 0 0,1-1 0 0 0,-1 1 0 0 0,0-1 0 0 0,1 0 0 0 0,0 0 0 0 0,-1 0 0 0 0,1 0 0 0 0,0 0 0 0 0,0 0 0 0 0,0-1 0 0 0,4 2 0 0 0,5 1 56 0 0,1 0 0 0 0,0 0 0 0 0,0-1-1 0 0,0-1 1 0 0,15 1 0 0 0,-13-2-567 0 0,1-1 0 0 0,-1 0 1 0 0,0-2-1 0 0,1 0 0 0 0,-1 0 0 0 0,0-2 1 0 0,21-7-1 0 0,-24 7 62 0 0,-1-1 1 0 0,1 0-1 0 0,-1 0 1 0 0,0-2-1 0 0,0 1 1 0 0,-1-1-1 0 0,0-1 0 0 0,-1 0 1 0 0,1 0-1 0 0,-1-1 1 0 0,-1 0-1 0 0,0-1 0 0 0,0 0 1 0 0,-1 0-1 0 0,0-1 1 0 0,-1 1-1 0 0,7-15 1 0 0,4-20 3594 0 0,18-79 1 0 0,-35 124-3114 0 0,0-1 1 0 0,0 1-1 0 0,0-1 0 0 0,0 1 0 0 0,1-1 0 0 0,-1 1 0 0 0,0-1 0 0 0,0 1 0 0 0,0-1 0 0 0,1 1 0 0 0,-1 0 0 0 0,0-1 0 0 0,0 1 0 0 0,1-1 0 0 0,-1 1 0 0 0,0 0 0 0 0,1-1 0 0 0,-1 1 0 0 0,0 0 0 0 0,1-1 0 0 0,-1 1 0 0 0,0 0 0 0 0,1 0 0 0 0,-1-1 0 0 0,1 1 0 0 0,-1 0 0 0 0,1 0 1 0 0,-1 0-1 0 0,1 0 0 0 0,-1 0 0 0 0,1-1 0 0 0,-1 1 0 0 0,0 0 0 0 0,1 0 0 0 0,-1 0 0 0 0,1 0 0 0 0,-1 0 0 0 0,1 0 0 0 0,-1 1 0 0 0,1-1 0 0 0,-1 0 0 0 0,1 0 0 0 0,-1 0 0 0 0,1 0 0 0 0,-1 1 0 0 0,1-1 0 0 0,-1 0 0 0 0,0 0 0 0 0,1 1 0 0 0,0-1 0 0 0,17 15 794 0 0,-18-15-804 0 0,8 10 189 0 0,0 0 0 0 0,0 1-1 0 0,-1 0 1 0 0,-1 0 0 0 0,0 1-1 0 0,0 0 1 0 0,-1 0 0 0 0,-1 0-1 0 0,0 1 1 0 0,-1-1 0 0 0,0 1-1 0 0,-1 0 1 0 0,0 0 0 0 0,0 19-1 0 0,-2-22-16 0 0,-1 0-1 0 0,0 0 0 0 0,0 0 0 0 0,-1 0 1 0 0,0 0-1 0 0,0-1 0 0 0,-1 1 1 0 0,-1 0-1 0 0,0-1 0 0 0,0 0 0 0 0,0 0 1 0 0,-1 0-1 0 0,-1-1 0 0 0,0 0 0 0 0,-12 14 1 0 0,18-21-177 0 0,-1 0 1 0 0,1 0-1 0 0,-1-1 1 0 0,1 1-1 0 0,-1 0 0 0 0,0-1 1 0 0,1 1-1 0 0,-1 0 1 0 0,0-1-1 0 0,1 1 1 0 0,-1-1-1 0 0,0 0 1 0 0,0 1-1 0 0,0-1 1 0 0,1 1-1 0 0,-1-1 1 0 0,0 0-1 0 0,0 0 0 0 0,0 1 1 0 0,0-1-1 0 0,0 0 1 0 0,0 0-1 0 0,1 0 1 0 0,-1 0-1 0 0,0 0 1 0 0,0 0-1 0 0,0 0 1 0 0,0-1-1 0 0,0 1 1 0 0,0 0-1 0 0,1 0 1 0 0,-1-1-1 0 0,0 1 0 0 0,0 0 1 0 0,0-1-1 0 0,1 1 1 0 0,-1-1-1 0 0,0 1 1 0 0,0-1-1 0 0,1 1 1 0 0,-1-1-1 0 0,-1-1 1 0 0,2 1-21 0 0,-1-1 1 0 0,0 1-1 0 0,0 0 1 0 0,1-1-1 0 0,-1 0 1 0 0,1 1-1 0 0,-1-1 1 0 0,1 1-1 0 0,0-1 1 0 0,-1 0-1 0 0,1 1 0 0 0,0-1 1 0 0,0 0-1 0 0,0 1 1 0 0,0-1-1 0 0,0 0 1 0 0,1 1-1 0 0,-1-1 1 0 0,1 1-1 0 0,-1-1 1 0 0,2-2-1 0 0,3-6-100 0 0,1 0 0 0 0,1 1 0 0 0,0 0 0 0 0,0 1 0 0 0,0-1 0 0 0,1 1 0 0 0,9-6 0 0 0,68-49-1474 0 0,-56 43 893 0 0,134-76-3568 0 0,-7 5 1614 0 0,-127 63 3898 0 0,-12 11 968 0 0,-4 4 604 0 0,-16 20-2156 0 0,0-1-691 0 0,-4 9 190 0 0,1 1 1 0 0,0 0-1 0 0,1 1 1 0 0,1-1-1 0 0,-4 33 0 0 0,7-38-142 0 0,0 0 0 0 0,0 1 0 0 0,2-1 0 0 0,-1 0 0 0 0,1 0 0 0 0,1 0 0 0 0,0 1 0 0 0,1-2-1 0 0,7 22 1 0 0,-9-29-73 0 0,1 0-1 0 0,0-1 1 0 0,0 1 0 0 0,0 0-1 0 0,0-1 1 0 0,1 1-1 0 0,-1-1 1 0 0,0 1-1 0 0,1-1 1 0 0,0 0 0 0 0,0 0-1 0 0,-1 0 1 0 0,1-1-1 0 0,0 1 1 0 0,0-1-1 0 0,1 0 1 0 0,-1 1 0 0 0,0-1-1 0 0,0-1 1 0 0,1 1-1 0 0,-1 0 1 0 0,0-1 0 0 0,1 0-1 0 0,-1 1 1 0 0,6-2-1 0 0,-3 1-560 0 0,0-1 0 0 0,1 0 0 0 0,-1 0-1 0 0,0 0 1 0 0,10-4 0 0 0,-11 3-554 0 0,0 0 0 0 0,0-1 0 0 0,0 1 0 0 0,0-1 0 0 0,-1 0 0 0 0,6-5 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6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44 1364 0 0,'-10'-11'2068'0'0,"4"3"-376"0"0,-1 1-255 0 0,2 0 495 0 0,-5-3 48 0 0,-5 11-1484 0 0,8 11-420 0 0,7 9-528 0 0,0-11-376 0 0,3 4-520 0 0,1-2-1312 0 0,1 4-693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7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122 135 224 0 0,'-12'16'11719'0'0,"4"-4"-9551"0"0,0 2-1738 0 0,1 0-1 0 0,0 1 0 0 0,1 0 1 0 0,1 0-1 0 0,0 0 0 0 0,2 1 0 0 0,-1-1 1 0 0,0 20-1 0 0,3-26-372 0 0,0 0 0 0 0,0 0 0 0 0,1 0 0 0 0,1 0 0 0 0,0 0 0 0 0,0 0-1 0 0,1 0 1 0 0,-1 0 0 0 0,2 0 0 0 0,0-1 0 0 0,0 1 0 0 0,0-1 0 0 0,1 1 0 0 0,0-1 0 0 0,11 14 0 0 0,-12-18-36 0 0,0-1 0 0 0,0 0 1 0 0,1 0-1 0 0,-1 0 0 0 0,1-1 0 0 0,-1 1 1 0 0,1-1-1 0 0,0 0 0 0 0,0 0 0 0 0,0 0 1 0 0,0 0-1 0 0,0-1 0 0 0,8 2 1 0 0,-5-2-4 0 0,0 0 0 0 0,0-1 0 0 0,0 0 0 0 0,0 0 0 0 0,0 0 0 0 0,-1-1 0 0 0,1 0 1 0 0,7-2-1 0 0,2-2-3 0 0,-1-1 0 0 0,0 0 0 0 0,-1 0 1 0 0,1-1-1 0 0,-1-1 0 0 0,24-18 0 0 0,-20 11-11 0 0,-1 0 0 0 0,-1 0-1 0 0,0-2 1 0 0,-1 0 0 0 0,-1 0-1 0 0,-1-2 1 0 0,0 0 0 0 0,-1 0 0 0 0,-1-1-1 0 0,-1 0 1 0 0,-1-1 0 0 0,-1 0-1 0 0,11-41 1 0 0,-18 56-6 0 0,0-1 0 0 0,0 0 0 0 0,-1 1 0 0 0,1-1-1 0 0,-2 1 1 0 0,1-1 0 0 0,-1 0 0 0 0,0 1 0 0 0,0-1 0 0 0,0 1 0 0 0,-4-9 0 0 0,3 12 1 0 0,1 0-1 0 0,-1-1 1 0 0,0 1 0 0 0,0 0 0 0 0,0 0 0 0 0,0 0 0 0 0,-1 0 0 0 0,1 1 0 0 0,-1-1-1 0 0,0 1 1 0 0,0-1 0 0 0,0 1 0 0 0,0 0 0 0 0,0 0 0 0 0,0 0 0 0 0,-1 1 0 0 0,1-1 0 0 0,-1 1-1 0 0,1 0 1 0 0,-1 0 0 0 0,-5-1 0 0 0,-5 0 1 0 0,0 1 0 0 0,0 0 0 0 0,0 2 0 0 0,0-1 0 0 0,0 2 0 0 0,0 0 0 0 0,0 0 0 0 0,1 1 0 0 0,-15 6 0 0 0,-18 7-1 0 0,-53 28 0 0 0,76-33 8 0 0,0 1 1 0 0,-27 19-1 0 0,44-27-6 0 0,0 1-1 0 0,0 0 1 0 0,0 0 0 0 0,1 0-1 0 0,-1 1 1 0 0,1 0 0 0 0,1 0-1 0 0,-1 0 1 0 0,1 0 0 0 0,0 1-1 0 0,0 0 1 0 0,-2 8 0 0 0,5-13-106 0 0,0 0 0 0 0,1 1-1 0 0,-1-1 1 0 0,1 0 0 0 0,0 0 0 0 0,0 1 0 0 0,0-1 0 0 0,0 0 0 0 0,0 0-1 0 0,0 1 1 0 0,1-1 0 0 0,-1 0 0 0 0,1 0 0 0 0,-1 0 0 0 0,1 1 0 0 0,0-1-1 0 0,0 0 1 0 0,0 0 0 0 0,0 0 0 0 0,0 0 0 0 0,1 0 0 0 0,-1-1 0 0 0,0 1 0 0 0,1 0-1 0 0,-1-1 1 0 0,1 1 0 0 0,0-1 0 0 0,0 1 0 0 0,-1-1 0 0 0,5 2 0 0 0,1 1-1005 0 0,0 0 1 0 0,1-1-1 0 0,0 0 1 0 0,0 0-1 0 0,0-1 1 0 0,0 0-1 0 0,11 2 1 0 0,6-1-3836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107 136 1228 0 0,'-6'-31'11791'0'0,"3"52"-10509"0"0,1 0 0 0 0,1 32 1 0 0,2-33-994 0 0,-2-1 0 0 0,0 0 1 0 0,-7 36-1 0 0,5-45 56 0 0,1 0 0 0 0,-1 0 0 0 0,-1 0 0 0 0,0 0 0 0 0,0-1 0 0 0,-1 1 0 0 0,0-1 0 0 0,-1 0 0 0 0,0-1 0 0 0,0 1 0 0 0,-11 10 0 0 0,15-18 298 0 0,-5-3-255 0 0,7 2-379 0 0,-1 0 1 0 0,1 0 0 0 0,-1 0 0 0 0,1 0 0 0 0,-1 0-1 0 0,1 0 1 0 0,0 0 0 0 0,-1 0 0 0 0,1 0 0 0 0,-1 0-1 0 0,1 0 1 0 0,-1 0 0 0 0,1 0 0 0 0,0 0 0 0 0,-1-1 0 0 0,1 1-1 0 0,-1 0 1 0 0,1 0 0 0 0,0 0 0 0 0,-1-1 0 0 0,1 1-1 0 0,0 0 1 0 0,-1-1 0 0 0,1 1 0 0 0,0 0 0 0 0,-1-1-1 0 0,1 1 1 0 0,0 0 0 0 0,0-1 0 0 0,0 1 0 0 0,-1-1-1 0 0,2-8 22 0 0,0 0-1 0 0,0 0 0 0 0,1 1 0 0 0,1-1 0 0 0,-1 0 1 0 0,1 1-1 0 0,1 0 0 0 0,0 0 0 0 0,0 0 0 0 0,0 0 0 0 0,1 0 1 0 0,5-6-1 0 0,10-11-2 0 0,1 1 1 0 0,25-24-1 0 0,-20 25-2 0 0,2 0 0 0 0,0 1 0 0 0,1 2 0 0 0,35-18 1 0 0,33-10-3401 0 0,3 6-8577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8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545 112 184 0 0,'11'-24'7038'0'0,"11"-39"0"0"0,-14 41-4078 0 0,-8 20-2508 0 0,0 9-40 0 0,-1 0-1 0 0,-1-1 1 0 0,1 1 0 0 0,-5 11 0 0 0,-1 9 348 0 0,-67 379 4445 0 0,19-93-3453 0 0,6-50-946 0 0,-94 439 245 0 0,103-549-861 0 0,29-121-213 0 0,-1 1 1 0 0,-25 47-1 0 0,36-78-61 0 0,0 0-1 0 0,0-1 0 0 0,0 1 1 0 0,0 0-1 0 0,0-1 0 0 0,-1 1 1 0 0,1-1-1 0 0,0 1 1 0 0,-1-1-1 0 0,1 1 0 0 0,-1-1 1 0 0,1 0-1 0 0,-1 0 0 0 0,0 0 1 0 0,0 0-1 0 0,1 0 0 0 0,-1 0 1 0 0,0-1-1 0 0,-3 2 0 0 0,3-2-60 0 0,0 0 0 0 0,0 0 0 0 0,0-1 0 0 0,0 1 0 0 0,0-1 0 0 0,0 1 0 0 0,1-1 0 0 0,-1 1 0 0 0,0-1 0 0 0,0 0 0 0 0,1 0-1 0 0,-1 0 1 0 0,0 0 0 0 0,1 0 0 0 0,-1 0 0 0 0,1-1 0 0 0,0 1 0 0 0,-1 0 0 0 0,1-1 0 0 0,0 1 0 0 0,0-1 0 0 0,-2-2 0 0 0,-4-6-497 0 0,1-1 0 0 0,0-1 0 0 0,1 1 0 0 0,0-1 0 0 0,0 0 0 0 0,2 0 0 0 0,-4-15 0 0 0,-11-89-3049 0 0,4-110-4267 0 0,13 144 2749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0 741 4200 0 0,'9'-44'409'0'0,"60"-246"3048"0"0,-59 257-2989 0 0,2 1 1 0 0,1 0-1 0 0,2 1 1 0 0,1 1 0 0 0,1 0-1 0 0,34-43 1 0 0,-40 59-353 0 0,1 2 0 0 0,0 0 0 0 0,1 0 0 0 0,0 2 0 0 0,0-1 0 0 0,1 2 0 0 0,1-1 0 0 0,-1 2 0 0 0,2 0 1 0 0,-1 1-1 0 0,1 0 0 0 0,0 2 0 0 0,0 0 0 0 0,1 0 0 0 0,-1 2 0 0 0,1 0 0 0 0,0 1 0 0 0,0 0 0 0 0,0 2 0 0 0,0 0 1 0 0,0 0-1 0 0,0 2 0 0 0,0 0 0 0 0,0 1 0 0 0,18 6 0 0 0,-5-1 5 0 0,0 2 0 0 0,38 18 0 0 0,-58-24-4 0 0,1 2-1 0 0,-2-1 1 0 0,1 1 0 0 0,-1 1 0 0 0,0 0-1 0 0,0 0 1 0 0,-1 1 0 0 0,1 0-1 0 0,12 18 1 0 0,-19-23-21 0 0,0 0-1 0 0,0 0 1 0 0,0 0-1 0 0,-1 1 1 0 0,1-1-1 0 0,-1 0 1 0 0,0 1-1 0 0,0-1 1 0 0,0 1-1 0 0,-1 0 1 0 0,1-1-1 0 0,-1 1 1 0 0,0 0-1 0 0,0-1 1 0 0,0 1-1 0 0,0 0 1 0 0,-1-1-1 0 0,0 5 1 0 0,-1-3 5 0 0,0 1 0 0 0,0-1 0 0 0,-1 1 0 0 0,0-1 0 0 0,0 0 0 0 0,0 0-1 0 0,-1 0 1 0 0,1-1 0 0 0,-1 1 0 0 0,-6 5 0 0 0,-2 0 14 0 0,0 0 0 0 0,-1-1 0 0 0,0 0 0 0 0,-1-1 0 0 0,1-1 0 0 0,-1 0 0 0 0,-26 9 0 0 0,26-12-194 0 0,0-1 1 0 0,0 0-1 0 0,0-1 0 0 0,-1 0 0 0 0,1-1 1 0 0,-23-2-1 0 0,37 1-23 0 0,-1 0 0 0 0,0 0-1 0 0,1 0 1 0 0,-1 0 0 0 0,0 0 0 0 0,1 0 0 0 0,-1 0 0 0 0,1 0 0 0 0,-1 0 0 0 0,0 0 0 0 0,1 0 0 0 0,-1-1-1 0 0,1 1 1 0 0,-1 0 0 0 0,1 0 0 0 0,-1-1 0 0 0,1 1 0 0 0,-1 0 0 0 0,1-1 0 0 0,-1 1 0 0 0,1-1 0 0 0,-1 1-1 0 0,1-1 1 0 0,-1 1 0 0 0,1 0 0 0 0,0-1 0 0 0,-1 1 0 0 0,1-1 0 0 0,0 0 0 0 0,-1 1 0 0 0,1-1 0 0 0,0 1 0 0 0,0-1-1 0 0,0 1 1 0 0,0-1 0 0 0,-1 0 0 0 0,1 1 0 0 0,0-1 0 0 0,0 1 0 0 0,0-1 0 0 0,0 0 0 0 0,0 1 0 0 0,0-1-1 0 0,1 0 1 0 0,-1 1 0 0 0,0-1 0 0 0,0 1 0 0 0,0-1 0 0 0,0 1 0 0 0,1-1 0 0 0,-1 0 0 0 0,0 1 0 0 0,1-1-1 0 0,-1 1 1 0 0,0-1 0 0 0,1 1 0 0 0,-1-1 0 0 0,2 0 0 0 0,1-3-1202 0 0,0-1 0 0 0,1 1 0 0 0,0 0 0 0 0,6-6 0 0 0,5-2-2936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8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90 1740 0 0,'35'-15'8633'0'0,"-24"9"-4171"0"0,-35 31-2689 0 0,15-16-1638 0 0,1 1 0 0 0,0-1 1 0 0,1 1-1 0 0,0 1 0 0 0,1 0 0 0 0,0-1 0 0 0,0 2 0 0 0,2-1 1 0 0,-1 1-1 0 0,1 0 0 0 0,1 0 0 0 0,0 0 0 0 0,1 0 0 0 0,0 0 0 0 0,1 1 1 0 0,0 13-1 0 0,1-22-114 0 0,0 0 1 0 0,1 0 0 0 0,-1 0-1 0 0,1 1 1 0 0,0-1 0 0 0,0 0-1 0 0,1 0 1 0 0,-1 0-1 0 0,1-1 1 0 0,0 1 0 0 0,0 0-1 0 0,0 0 1 0 0,0-1 0 0 0,1 0-1 0 0,-1 1 1 0 0,1-1-1 0 0,0 0 1 0 0,0 0 0 0 0,0 0-1 0 0,1-1 1 0 0,-1 1 0 0 0,6 3-1 0 0,-2-3 0 0 0,0-1 1 0 0,0 1-1 0 0,0-1 0 0 0,0 0 1 0 0,1 0-1 0 0,-1-1 0 0 0,0 0 1 0 0,1-1-1 0 0,-1 1 0 0 0,1-2 1 0 0,-1 1-1 0 0,9-2 0 0 0,-7 1-10 0 0,0-2-1 0 0,0 1 0 0 0,0-1 1 0 0,-1 0-1 0 0,1-1 0 0 0,-1 0 1 0 0,1 0-1 0 0,-1-1 0 0 0,-1 0 1 0 0,1 0-1 0 0,-1-1 0 0 0,0 0 1 0 0,0 0-1 0 0,0-1 0 0 0,-1 0 0 0 0,0 0 1 0 0,-1-1-1 0 0,1 1 0 0 0,-1-1 1 0 0,6-14-1 0 0,-6 12-12 0 0,-1 1 0 0 0,-1 0 0 0 0,0-1 0 0 0,0 1 0 0 0,-1-1 0 0 0,0 0 0 0 0,0 0 0 0 0,-1 0 0 0 0,-1 0 0 0 0,0 0 0 0 0,0 0 0 0 0,-1 0 1 0 0,0 0-1 0 0,0 0 0 0 0,-1 0 0 0 0,-1 0 0 0 0,0 1 0 0 0,0-1 0 0 0,-6-10 0 0 0,7 15-7 0 0,-1 0 0 0 0,0 1 0 0 0,-1-1 0 0 0,1 1 0 0 0,-1 0 0 0 0,0 0 0 0 0,0 0 1 0 0,0 0-1 0 0,-1 1 0 0 0,1 0 0 0 0,-1 0 0 0 0,0 0 0 0 0,1 0 0 0 0,-2 1 0 0 0,1-1 0 0 0,0 1 0 0 0,0 1 0 0 0,-1-1 1 0 0,1 1-1 0 0,0 0 0 0 0,-1 0 0 0 0,1 0 0 0 0,-1 1 0 0 0,0 0 0 0 0,1 0 0 0 0,-1 1 0 0 0,1-1 0 0 0,-1 1 0 0 0,1 0 1 0 0,-1 1-1 0 0,1-1 0 0 0,0 1 0 0 0,0 0 0 0 0,-1 0 0 0 0,1 1 0 0 0,1 0 0 0 0,-1 0 0 0 0,0 0 0 0 0,1 0 1 0 0,-1 1-1 0 0,1-1 0 0 0,0 1 0 0 0,0 0 0 0 0,1 0 0 0 0,-1 1 0 0 0,1-1 0 0 0,0 1 0 0 0,0 0 0 0 0,-4 10 0 0 0,6-12-140 0 0,0 0 0 0 0,0 0 0 0 0,0 0 0 0 0,0 0-1 0 0,1 1 1 0 0,-1-1 0 0 0,1 0 0 0 0,0 1-1 0 0,0-1 1 0 0,0 0 0 0 0,0 1 0 0 0,1-1 0 0 0,-1 0-1 0 0,1 0 1 0 0,0 0 0 0 0,0 1 0 0 0,0-1 0 0 0,0 0-1 0 0,1 0 1 0 0,-1 0 0 0 0,4 4 0 0 0,-1-2-547 0 0,0 0 0 0 0,-1-1 0 0 0,2 1 0 0 0,-1-1 0 0 0,0 0 1 0 0,1 0-1 0 0,0-1 0 0 0,0 0 0 0 0,0 1 0 0 0,0-1 0 0 0,6 2 0 0 0,10 2-4679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2484 0 0,'7'-9'2907'0'0,"-1"-1"-1"0"0,0 0 1 0 0,6-12-1 0 0,15-23 6027 0 0,-28 73-8663 0 0,-10 51 1 0 0,7-55-240 0 0,0 1-1 0 0,2-1 1 0 0,0 31-1 0 0,3-51-92 0 0,-1 0 0 0 0,0 0 0 0 0,1 0 0 0 0,0 0 1 0 0,0 0-1 0 0,0 0 0 0 0,0-1 0 0 0,1 1 0 0 0,0 0 0 0 0,-1-1 0 0 0,1 1 0 0 0,1-1 0 0 0,-1 1 0 0 0,0-1 0 0 0,1 0 0 0 0,-1 0 0 0 0,6 4 0 0 0,-6-6-108 0 0,0 0-1 0 0,-1 0 0 0 0,1-1 0 0 0,0 1 0 0 0,-1-1 1 0 0,1 1-1 0 0,0-1 0 0 0,0 0 0 0 0,0 1 0 0 0,-1-1 1 0 0,1 0-1 0 0,0 0 0 0 0,0-1 0 0 0,-1 1 0 0 0,1 0 1 0 0,0 0-1 0 0,0-1 0 0 0,2 0 0 0 0,1-1-537 0 0,0 0-1 0 0,-1 0 0 0 0,1 0 1 0 0,0 0-1 0 0,4-4 1 0 0,-5 3-419 0 0,1 0 0 0 0,-1 0 0 0 0,-1-1 0 0 0,1 0 0 0 0,3-4 0 0 0,7-9-4802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9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59 1768 0 0,'-5'-3'701'0'0,"-13"-11"2073"0"0,-1 1 0 0 0,-20-11 0 0 0,37 23-2730 0 0,1 0 1 0 0,-1 1-1 0 0,1-1 0 0 0,-1 1 0 0 0,1-1 1 0 0,-1 1-1 0 0,0-1 0 0 0,1 1 0 0 0,-1 0 1 0 0,0 0-1 0 0,1 0 0 0 0,-1 0 1 0 0,0 0-1 0 0,0 0 0 0 0,1 1 0 0 0,-1-1 1 0 0,1 1-1 0 0,-1-1 0 0 0,0 1 0 0 0,1-1 1 0 0,-1 1-1 0 0,1 0 0 0 0,-1 0 0 0 0,1-1 1 0 0,-1 1-1 0 0,1 0 0 0 0,0 1 1 0 0,0-1-1 0 0,-1 0 0 0 0,1 0 0 0 0,0 0 1 0 0,0 1-1 0 0,0-1 0 0 0,0 1 0 0 0,0-1 1 0 0,1 1-1 0 0,-1-1 0 0 0,0 3 1 0 0,-3 3-970 0 0,1 1 1 0 0,0 0-1 0 0,1 0 0 0 0,-1 0 1 0 0,2 0-1 0 0,-2 10 1 0 0,1-1-2718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9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34 121 1248 0 0,'-4'11'12039'0'0,"5"-3"-11405"0"0,0-1 1 0 0,1 1 0 0 0,-1 0 0 0 0,2 0 0 0 0,5 13-1 0 0,-4-11-439 0 0,-1 0 0 0 0,0 0 0 0 0,2 13-1 0 0,-4-13-84 0 0,0 0-1 0 0,0 0 0 0 0,-1 0 1 0 0,-3 16-1 0 0,3-21-64 0 0,-2 0 0 0 0,1 0 0 0 0,0 0 0 0 0,-1-1 0 0 0,0 1 0 0 0,0-1 0 0 0,0 1 0 0 0,-1-1 0 0 0,0 0 0 0 0,-5 7 0 0 0,8-10-42 0 0,0-1 0 0 0,-1 1 0 0 0,1-1 0 0 0,-1 1 0 0 0,1-1 0 0 0,-1 1 0 0 0,1-1 0 0 0,-1 1 0 0 0,1-1 0 0 0,-1 0-1 0 0,1 1 1 0 0,-1-1 0 0 0,0 0 0 0 0,1 0 0 0 0,-1 1 0 0 0,0-1 0 0 0,1 0 0 0 0,-1 0 0 0 0,0 0 0 0 0,1 0 0 0 0,-1 0 0 0 0,1 0 0 0 0,-1 0 0 0 0,0 0 0 0 0,1 0 0 0 0,-1 0 0 0 0,0 0 0 0 0,1 0 0 0 0,-1 0 0 0 0,0-1 0 0 0,1 1 0 0 0,-1 0 0 0 0,1 0 0 0 0,-1-1 0 0 0,0 0 0 0 0,-1 1 3 0 0,1-1 0 0 0,0 0 0 0 0,0 0 0 0 0,1 0 0 0 0,-1 0 0 0 0,0 0 0 0 0,0 0 0 0 0,0 0 0 0 0,1 0 0 0 0,-1-1 0 0 0,0 1 0 0 0,1 0 0 0 0,-1-2 0 0 0,0-2-9 0 0,1-1 0 0 0,-1 1 0 0 0,1-1 0 0 0,1 1-1 0 0,-1-1 1 0 0,1 1 0 0 0,0-1 0 0 0,0 1 0 0 0,1 0 0 0 0,2-8 0 0 0,3-5-19 0 0,15-26 0 0 0,-9 22 7 0 0,1 1 0 0 0,1 0 0 0 0,0 1-1 0 0,28-28 1 0 0,-32 37 11 0 0,1 1 0 0 0,-1 0-1 0 0,2 1 1 0 0,-1 0 0 0 0,1 1-1 0 0,1 0 1 0 0,-1 1 0 0 0,28-10-1 0 0,-36 16 3 0 0,-1 0 0 0 0,1-1 0 0 0,0 2 0 0 0,0-1 0 0 0,-1 0-1 0 0,1 1 1 0 0,0 0 0 0 0,0 0 0 0 0,0 1 0 0 0,-1-1-1 0 0,1 1 1 0 0,0 0 0 0 0,0 0 0 0 0,-1 0 0 0 0,1 1 0 0 0,8 4-1 0 0,-10-4 15 0 0,0 0 0 0 0,0 1 0 0 0,0-1 0 0 0,0 1 0 0 0,0-1 0 0 0,-1 1 0 0 0,1 0-1 0 0,-1 0 1 0 0,0 1 0 0 0,0-1 0 0 0,0 0 0 0 0,0 1 0 0 0,-1-1 0 0 0,1 1-1 0 0,-1-1 1 0 0,0 1 0 0 0,0 0 0 0 0,0 0 0 0 0,0-1 0 0 0,-1 1 0 0 0,1 6-1 0 0,-2 12 53 0 0,-1 0 0 0 0,0 1-1 0 0,-2-1 1 0 0,0 0 0 0 0,-15 41-1 0 0,-3 13-1772 0 0,21-64 142 0 0,0-3-1103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3:59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175 160 2524 0 0,'22'-154'14212'0'0,"-23"148"-12626"0"0,-4 17-1093 0 0,-6 21 9 0 0,-122 503 3192 0 0,120-482-3732 0 0,-14 73-185 0 0,24-108-1023 0 0,1 0 0 0 0,1 0 1 0 0,0 0-1 0 0,4 34 1 0 0,6-23-5927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0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370 111 2524 0 0,'7'-15'3697'0'0,"1"0"0"0"0,-2-1 0 0 0,10-32 0 0 0,-16 48-3657 0 0,0-1-1 0 0,0 1 1 0 0,0-1-1 0 0,1 1 1 0 0,-1-1-1 0 0,0 1 1 0 0,0-1-1 0 0,0 1 1 0 0,0-1-1 0 0,0 1 1 0 0,0-1 0 0 0,0 1-1 0 0,0-1 1 0 0,0 1-1 0 0,0-1 1 0 0,0 1-1 0 0,-1-1 1 0 0,1 1-1 0 0,0-1 1 0 0,0 1-1 0 0,0 0 1 0 0,-1-1-1 0 0,1 1 1 0 0,0-1-1 0 0,0 1 1 0 0,-1 0-1 0 0,1-1 1 0 0,0 1-1 0 0,-1 0 1 0 0,1-1-1 0 0,0 1 1 0 0,-1 0-1 0 0,1-1 1 0 0,-1 1 0 0 0,1 0-1 0 0,-1 0 1 0 0,1-1-1 0 0,0 1 1 0 0,-1 0-1 0 0,1 0 1 0 0,-1 0-1 0 0,1 0 1 0 0,-1 0-1 0 0,1 0 1 0 0,-1 0-1 0 0,1 0 1 0 0,-1 0-1 0 0,1 0 1 0 0,-1 0-1 0 0,1 0 1 0 0,-1 0-1 0 0,1 0 1 0 0,-2 1-1 0 0,-1-1 22 0 0,0 1 0 0 0,0 0-1 0 0,0 0 1 0 0,-1 0 0 0 0,1 0-1 0 0,-4 3 1 0 0,3-2-44 0 0,1 0 0 0 0,0 0 0 0 0,0 0-1 0 0,1 1 1 0 0,-1-1 0 0 0,0 1 0 0 0,1 0 0 0 0,-1 0 0 0 0,1 0-1 0 0,0 0 1 0 0,0 0 0 0 0,0 0 0 0 0,1 1 0 0 0,-1-1-1 0 0,1 1 1 0 0,-2 6 0 0 0,2-4-5 0 0,0 0 1 0 0,1 0-1 0 0,0 0 0 0 0,0 0 1 0 0,0 0-1 0 0,1 0 1 0 0,0 0-1 0 0,0 0 0 0 0,3 9 1 0 0,5 8 8 0 0,1 0 0 0 0,1-1 1 0 0,1 0-1 0 0,16 21 1 0 0,-24-36-9 0 0,1 0-152 0 0,-1-1 274 0 0,0 0 0 0 0,-1 0 0 0 0,1 1-1 0 0,-1-1 1 0 0,4 13 0 0 0,-7-17-80 0 0,1 0 0 0 0,-1-1 0 0 0,0 1 0 0 0,0 0 1 0 0,0-1-1 0 0,0 1 0 0 0,0 0 0 0 0,0-1 0 0 0,0 1 0 0 0,-1 0 0 0 0,1-1 1 0 0,0 1-1 0 0,-1-1 0 0 0,0 1 0 0 0,1-1 0 0 0,-1 1 0 0 0,0-1 0 0 0,0 1 0 0 0,0-1 1 0 0,0 1-1 0 0,0-1 0 0 0,0 0 0 0 0,0 0 0 0 0,0 0 0 0 0,0 1 0 0 0,-1-1 1 0 0,1 0-1 0 0,-1 0 0 0 0,1-1 0 0 0,-3 2 0 0 0,-7 4-13 0 0,0-1-1 0 0,-1-1 1 0 0,1 0-1 0 0,-1-1 1 0 0,0 0-1 0 0,0-1 1 0 0,0 0-1 0 0,0-1 1 0 0,0 0-1 0 0,0-1 1 0 0,-1 0-1 0 0,1-1 1 0 0,0-1-1 0 0,0 0 1 0 0,-15-4-1 0 0,10 1-701 0 0,0 0-1 0 0,1-1 1 0 0,-1-1-1 0 0,-16-10 1 0 0,19 9-1276 0 0,1-1 0 0 0,0 0 1 0 0,0-1-1 0 0,-16-17 0 0 0,4 0-6123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00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2152 0 0,'8'-13'2264'0'0,"1"0"-519"0"0,3 3-153 0 0,0-2-316 0 0,2 2-212 0 0,3 0-276 0 0,4-2-156 0 0,3 1-132 0 0,3 3-80 0 0,1-1-100 0 0,4 2-68 0 0,1 2-72 0 0,0 2-28 0 0,-1 1-368 0 0,-4 0-352 0 0,-3 4-784 0 0,3 0-2172 0 0,-6-1-1749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00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224 166 256 0 0,'-180'22'8432'0'0,"137"-16"-174"0"0,353-20-3725 0 0,-51 5-4127 0 0,-82-3-258 0 0,1161-73 307 0 0,1 28-378 0 0,-369 41-125 0 0,-299 16 58 0 0,-31 9 28 0 0,298 16 15 0 0,149 27-91 0 0,224 6-5 0 0,-748-61 138 0 0,-546 1-743 0 0,1-1 0 0 0,0 0-1 0 0,17-6 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09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71 876 0 0,'1'-2'2477'0'0,"0"0"-1858"0"0,0 0-1 0 0,0 0 1 0 0,0 0-1 0 0,0 0 1 0 0,0 0 0 0 0,0-1-1 0 0,-1 1 1 0 0,1 0-1 0 0,-1 0 1 0 0,0 0 0 0 0,1-1-1 0 0,-1 1 1 0 0,0 0-1 0 0,0-1 1 0 0,-1 1 0 0 0,1 0-1 0 0,0 0 1 0 0,-1-1-1 0 0,1 1 1 0 0,-3-5 659 0 0,-1-5 185 0 0,3 7-901 0 0,-1 15-1322 0 0,-8 36-3685 0 0,1-14-1613 0 0,2-14 697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09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26 1140 0 0,'-25'5'19527'0'0,"22"-6"-19014"0"0,1-1-74 0 0,-1 1 0 0 0,1-1 1 0 0,0 0-1 0 0,1 1 0 0 0,-1-1 1 0 0,0 0-1 0 0,0 0 0 0 0,1 0 1 0 0,-1 0-1 0 0,1 0 0 0 0,-2-4 1 0 0,2 4-179 0 0,-1 1-869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0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121 828 1376 0 0,'-3'0'2075'0'0,"-4"-1"-1099"0"0,1 1-1 0 0,-1 0 1 0 0,1 0-1 0 0,-1 1 1 0 0,1-1 0 0 0,0 2-1 0 0,-1-1 1 0 0,1 1 0 0 0,0-1-1 0 0,0 2 1 0 0,-10 4 0 0 0,12-5-682 0 0,1 0 1 0 0,0 0 0 0 0,-1 0 0 0 0,1 1 0 0 0,0-1 0 0 0,0 1 0 0 0,-5 7 628 0 0,8-10-906 0 0,0 0 1 0 0,0 1 0 0 0,1-1-1 0 0,-1 0 1 0 0,0 1 0 0 0,0-1-1 0 0,0 0 1 0 0,1 1 0 0 0,-1-1-1 0 0,0 0 1 0 0,0 1 0 0 0,1-1-1 0 0,-1 0 1 0 0,0 0 0 0 0,1 0-1 0 0,-1 1 1 0 0,0-1 0 0 0,1 0-1 0 0,-1 0 1 0 0,0 0 0 0 0,1 0 0 0 0,-1 1-1 0 0,0-1 1 0 0,1 0 0 0 0,-1 0-1 0 0,1 0 1 0 0,-1 0 0 0 0,0 0-1 0 0,1 0 1 0 0,-1 0 0 0 0,1 0-1 0 0,-1 0 1 0 0,0 0 0 0 0,1-1-1 0 0,-1 1 1 0 0,0 0 0 0 0,1 0-1 0 0,0 0 1 0 0,13-4 130 0 0,7-6-71 0 0,0-1 0 0 0,-1-1 0 0 0,0-1 0 0 0,-1 0 0 0 0,25-24 0 0 0,-30 26-62 0 0,20-20-2 0 0,-1-1 0 0 0,-1-1 0 0 0,-2-2 0 0 0,50-74-1 0 0,78-169-134 0 0,-155 272 118 0 0,13-24-20 0 0,5-13-30 0 0,3 2-1 0 0,46-65 0 0 0,-69 105 52 0 0,0-1 0 0 0,0 1 0 0 0,1-1 0 0 0,-1 1 1 0 0,0 0-1 0 0,0 0 0 0 0,1-1 0 0 0,-1 1 0 0 0,1 0 1 0 0,-1 0-1 0 0,1 0 0 0 0,0 1 0 0 0,-1-1 0 0 0,1 0 0 0 0,0 1 1 0 0,-1-1-1 0 0,1 1 0 0 0,0-1 0 0 0,0 1 0 0 0,0 0 0 0 0,-1 0 1 0 0,4 0-1 0 0,-3 0 3 0 0,-1 1 0 0 0,1 0 1 0 0,0-1-1 0 0,0 1 0 0 0,-1 0 1 0 0,1 0-1 0 0,0 0 0 0 0,-1 1 1 0 0,1-1-1 0 0,-1 0 0 0 0,1 1 1 0 0,-1-1-1 0 0,0 1 0 0 0,0-1 1 0 0,1 1-1 0 0,-1-1 0 0 0,0 1 1 0 0,-1 0-1 0 0,1 0 0 0 0,1 2 1 0 0,2 6 4 0 0,-1 1 1 0 0,0 0-1 0 0,0-1 1 0 0,-1 1-1 0 0,-1 0 0 0 0,0 0 1 0 0,0 0-1 0 0,-2 12 1 0 0,-10 90 40 0 0,8-92-36 0 0,-39 217 134 0 0,19-117-103 0 0,9-7-207 0 0,12-64-3277 0 0,-12-64 1896 0 0,-165-228-803 0 0,171 232 2309 0 0,-1 0 0 0 0,0 0 0 0 0,-1 1 0 0 0,0 1 0 0 0,0-1-1 0 0,-1 2 1 0 0,0-1 0 0 0,-21-9 0 0 0,27 15 52 0 0,0 0 0 0 0,0 0 0 0 0,0 0 0 0 0,0 1 0 0 0,0 0 0 0 0,-1 0 0 0 0,1 0 0 0 0,0 1 0 0 0,0 0 0 0 0,-1 0 0 0 0,1 0 0 0 0,0 0 0 0 0,-1 1 0 0 0,1 0 0 0 0,0 0 0 0 0,0 1 0 0 0,-1-1 0 0 0,1 1 0 0 0,1 0 0 0 0,-1 1 0 0 0,0-1 0 0 0,0 1-1 0 0,1 0 1 0 0,-5 4 0 0 0,8-7 10 0 0,0 1 0 0 0,-1-1 0 0 0,1 1 0 0 0,0 0 0 0 0,0 0 0 0 0,0 0 1 0 0,1-1-1 0 0,-1 1 0 0 0,0 0 0 0 0,0 0 0 0 0,0 0 0 0 0,1 0 0 0 0,-1 0 0 0 0,0 0 0 0 0,1 1 0 0 0,-1-1 0 0 0,1 0 0 0 0,0 0 0 0 0,-1 0 0 0 0,1 1 0 0 0,0-1 0 0 0,-1 0 0 0 0,1 0 0 0 0,0 1 0 0 0,0-1 0 0 0,0 0 0 0 0,0 0 0 0 0,0 1 0 0 0,1-1 0 0 0,-1 0 0 0 0,0 0 0 0 0,1 0 0 0 0,-1 1 0 0 0,0-1 0 0 0,1 0 0 0 0,0 0 0 0 0,-1 0 0 0 0,1 0 0 0 0,1 2 0 0 0,0-1 10 0 0,1 1 1 0 0,-1-1-1 0 0,1 0 1 0 0,0 0-1 0 0,0 0 1 0 0,0 0-1 0 0,0-1 0 0 0,0 1 1 0 0,1-1-1 0 0,-1 0 1 0 0,0 0-1 0 0,1 0 1 0 0,3 1-1 0 0,30 2-30 0 0,0-2 0 0 0,0-1-1 0 0,53-7 1 0 0,0 2-1120 0 0,45-1-4307 0 0,-86 1 1251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0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52 2412 0 0,'62'-52'12725'0'0,"-62"54"-12511"0"0,1-1 1 0 0,-1 1-1 0 0,0-1 1 0 0,1 1-1 0 0,-1-1 0 0 0,0 0 1 0 0,0 1-1 0 0,0-1 1 0 0,0 1-1 0 0,0-1 1 0 0,0 1-1 0 0,0-1 1 0 0,-1 1-1 0 0,1-1 1 0 0,0 0-1 0 0,-1 1 1 0 0,0 1-1 0 0,0-1-113 0 0,-51 198 5796 0 0,-27 92-3265 0 0,-41 122-1008 0 0,43-155-1139 0 0,-83 252 5 0 0,150-477-1084 0 0,6-20-845 0 0,0 0 0 0 0,-1-1-1 0 0,-11 21 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0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0 292 2340 0 0,'15'-39'2010'0'0,"2"0"0"0"0,28-50 0 0 0,-39 79-1704 0 0,-1 1 0 0 0,2 0 0 0 0,-1 0 1 0 0,1 0-1 0 0,1 1 0 0 0,0 0 0 0 0,0 1 0 0 0,0 0 1 0 0,1 0-1 0 0,0 0 0 0 0,0 1 0 0 0,1 1 1 0 0,-1-1-1 0 0,16-4 0 0 0,-18 8-181 0 0,0 0 0 0 0,0 1 0 0 0,1 0 0 0 0,-1 0 0 0 0,0 0 0 0 0,1 1-1 0 0,-1 1 1 0 0,0-1 0 0 0,1 1 0 0 0,-1 0 0 0 0,0 1 0 0 0,0-1 0 0 0,12 6 0 0 0,-10-3-44 0 0,1 0 1 0 0,-1 1-1 0 0,-1 1 1 0 0,1-1-1 0 0,-1 1 0 0 0,0 1 1 0 0,0 0-1 0 0,-1 0 1 0 0,10 11-1 0 0,-10-9-41 0 0,0 0 0 0 0,-1 1 0 0 0,0-1 0 0 0,0 2 0 0 0,-1-1 0 0 0,-1 0 0 0 0,1 1 0 0 0,2 14 0 0 0,-5-16-8 0 0,0-1 0 0 0,-1 0 0 0 0,0 0 0 0 0,0 1 0 0 0,-1-1 0 0 0,0 1 0 0 0,-1-1 1 0 0,0 0-1 0 0,0 1 0 0 0,-1-1 0 0 0,-4 13 0 0 0,3-12-10 0 0,-1-1 0 0 0,0 1 1 0 0,0-1-1 0 0,-1 0 0 0 0,0 0 1 0 0,0 0-1 0 0,-1-1 0 0 0,0 0 0 0 0,-9 9 1 0 0,9-11-15 0 0,0-1-1 0 0,0 1 1 0 0,0-2 0 0 0,0 1 0 0 0,-1-1 0 0 0,1 0 0 0 0,-1 0 0 0 0,0 0 0 0 0,0-1 0 0 0,0 0-1 0 0,0-1 1 0 0,-12 2 0 0 0,5-2-105 0 0,0 0-1 0 0,0-1 1 0 0,-22-3-1 0 0,31 2-338 0 0,-1 0 0 0 0,0 0 0 0 0,1-1 0 0 0,0 0 0 0 0,-1 0-1 0 0,-8-4 1 0 0,13 5 214 0 0,0 0-1 0 0,1 0 1 0 0,-1 0-1 0 0,0 1 1 0 0,0-1-1 0 0,1 0 1 0 0,-1 0-1 0 0,0 0 1 0 0,1 0-1 0 0,-1 0 1 0 0,1-1 0 0 0,-1 1-1 0 0,1 0 1 0 0,0 0-1 0 0,-1 0 1 0 0,1 0-1 0 0,0 0 1 0 0,0-1-1 0 0,0 1 1 0 0,0 0-1 0 0,0 0 1 0 0,0 0-1 0 0,0 0 1 0 0,0-1-1 0 0,1 1 1 0 0,-1 0-1 0 0,0 0 1 0 0,1 0 0 0 0,-1 0-1 0 0,2-2 1 0 0,3-8-3631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1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71 2144 0 0,'16'-12'1945'0'0,"-4"3"555"0"0,0 0 1 0 0,0-2-1 0 0,17-18 1217 0 0,-31 29-3576 0 0,1 1 1 0 0,-1-1 0 0 0,1 1-1 0 0,0-1 1 0 0,-1 1 0 0 0,1 0-1 0 0,0 0 1 0 0,-1 0 0 0 0,1-1-1 0 0,0 1 1 0 0,0 0 0 0 0,0 1-1 0 0,-1-1 1 0 0,1 0-1 0 0,-1 2 1 0 0,-18 25 771 0 0,14-18-533 0 0,-11 13 199 0 0,2 0 0 0 0,-16 32 0 0 0,25-43-492 0 0,1 0-1 0 0,1 0 1 0 0,0 0-1 0 0,0 1 1 0 0,1-1-1 0 0,1 1 1 0 0,-1 14-1 0 0,2-23-70 0 0,1 0 1 0 0,0 0-1 0 0,0 0 0 0 0,1 0 0 0 0,-1 0 0 0 0,1-1 0 0 0,0 1 1 0 0,0 0-1 0 0,0 0 0 0 0,0-1 0 0 0,1 1 0 0 0,-1 0 0 0 0,1-1 1 0 0,0 0-1 0 0,0 1 0 0 0,0-1 0 0 0,1 0 0 0 0,3 4 0 0 0,-2-3-5 0 0,0-1 0 0 0,1 0 0 0 0,-1 0 0 0 0,1 0 0 0 0,0-1 1 0 0,0 0-1 0 0,0 0 0 0 0,0 0 0 0 0,0 0 0 0 0,1-1 0 0 0,9 2 0 0 0,1-1-5 0 0,0-2 0 0 0,0 1 0 0 0,0-2 0 0 0,0 0 1 0 0,0-1-1 0 0,0-1 0 0 0,29-8 0 0 0,-36 8-4 0 0,1 0 0 0 0,-1-1 0 0 0,0 0 0 0 0,0-1 0 0 0,-1 0 0 0 0,1 0-1 0 0,-1-1 1 0 0,0 0 0 0 0,0 0 0 0 0,-1-1 0 0 0,0 0 0 0 0,0 0 0 0 0,-1-1 0 0 0,0 0 0 0 0,0 0 0 0 0,-1 0 0 0 0,0-1 0 0 0,0 0 0 0 0,-1 0 0 0 0,0 0 0 0 0,0 0-1 0 0,-1-1 1 0 0,-1 1 0 0 0,0-1 0 0 0,0 0 0 0 0,0 0 0 0 0,-1-15 0 0 0,-1 21-8 0 0,0 1-1 0 0,0 0 1 0 0,0-1 0 0 0,-1 1 0 0 0,1 0-1 0 0,-1-1 1 0 0,0 1 0 0 0,0 0-1 0 0,0 0 1 0 0,-1 0 0 0 0,1 0 0 0 0,0 0-1 0 0,-1 0 1 0 0,0 0 0 0 0,0 1-1 0 0,0-1 1 0 0,0 0 0 0 0,-5-3 0 0 0,3 3 15 0 0,1 0 0 0 0,-1 1 1 0 0,-1 0-1 0 0,1 0 0 0 0,0 0 1 0 0,0 0-1 0 0,-1 1 1 0 0,1 0-1 0 0,-1 0 0 0 0,1 0 1 0 0,-1 0-1 0 0,-5 0 0 0 0,0 1-275 0 0,1 0 0 0 0,0 0 0 0 0,0 1-1 0 0,-1 1 1 0 0,1-1 0 0 0,0 1 0 0 0,0 1-1 0 0,1 0 1 0 0,-1 0 0 0 0,0 1 0 0 0,1 0-1 0 0,0 0 1 0 0,-9 6 0 0 0,13-7-515 0 0,-18 17-948 0 0,21-19 1259 0 0,0 0 0 0 0,0 0 0 0 0,0 0 1 0 0,0 0-1 0 0,0 1 0 0 0,0-1 0 0 0,1 0 0 0 0,-1 1 1 0 0,0-1-1 0 0,1 0 0 0 0,-1 1 0 0 0,1-1 1 0 0,-1 1-1 0 0,1-1 0 0 0,0 1 0 0 0,0-1 0 0 0,0 3 1 0 0,1 7-4274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1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45 2700 0 0,'1'-1'420'0'0,"0"0"-1"0"0,0 0 0 0 0,0-1 1 0 0,0 1-1 0 0,0-1 1 0 0,-1 1-1 0 0,1-1 0 0 0,0 1 1 0 0,-1-1-1 0 0,1 1 1 0 0,-1-1-1 0 0,0 0 0 0 0,1 1 1 0 0,-1-1-1 0 0,0 0 1 0 0,0 1-1 0 0,0-1 0 0 0,0 0 1 0 0,0 1-1 0 0,-1-1 1 0 0,1 1-1 0 0,0-1 0 0 0,-1 0 1 0 0,1 1-1 0 0,-3-5 2134 0 0,1 6-2375 0 0,0 1 0 0 0,0-1 0 0 0,0 1-1 0 0,-1 0 1 0 0,1 0 0 0 0,0 0 0 0 0,1 0 0 0 0,-1 0 0 0 0,0 0-1 0 0,0 0 1 0 0,0 1 0 0 0,1-1 0 0 0,-1 1 0 0 0,0-1 0 0 0,1 1-1 0 0,0-1 1 0 0,-1 1 0 0 0,1 0 0 0 0,0 0 0 0 0,0 0 0 0 0,0 0 0 0 0,-1 3-1 0 0,-4 7 231 0 0,1 1 0 0 0,-5 17 0 0 0,9-25-283 0 0,-34 134 1079 0 0,32-122-1331 0 0,1-1-1 0 0,0 1 0 0 0,2 0 0 0 0,0 0 1 0 0,0 0-1 0 0,5 24 0 0 0,-4-38-171 0 0,-1-1-1 0 0,1 1 1 0 0,0-1-1 0 0,0 0 1 0 0,0 1-1 0 0,0-1 1 0 0,0 0-1 0 0,0 0 1 0 0,0 0-1 0 0,3 3 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1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46 100 1348 0 0,'-2'-10'1085'0'0,"0"0"-1"0"0,-1 0 1 0 0,0 0-1 0 0,-1 0 1 0 0,0 0-1 0 0,-1 1 1 0 0,0-1-1 0 0,-7-9 1 0 0,11 18-830 0 0,-4 10-2 0 0,6-6-495 0 0,-1 1-627 0 0,1 0 0 0 0,0 1 1 0 0,0-1-1 0 0,0 0 1 0 0,3 6-1 0 0,1 0-2890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2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1 260 0 0,'-9'44'10778'0'0,"-4"-1"-6348"0"0,-4 21-1826 0 0,14-52-2320 0 0,-28 108 1212 0 0,27-109-1423 0 0,0 1-1 0 0,0-2 1 0 0,-1 1-1 0 0,-1-1 1 0 0,0 1-1 0 0,0-1 1 0 0,-1-1-1 0 0,-9 11 1 0 0,16-20-71 0 0,0 0 1 0 0,-1 1-1 0 0,1-1 1 0 0,0 0-1 0 0,0 1 1 0 0,0-1-1 0 0,-1 0 1 0 0,1 0-1 0 0,0 1 1 0 0,0-1-1 0 0,-1 0 1 0 0,1 0-1 0 0,0 1 1 0 0,0-1-1 0 0,-1 0 1 0 0,1 0-1 0 0,0 0 1 0 0,-1 0-1 0 0,1 0 1 0 0,0 1-1 0 0,-1-1 1 0 0,1 0-1 0 0,0 0 1 0 0,-1 0-1 0 0,1 0 1 0 0,0 0-1 0 0,-1 0 1 0 0,1 0-1 0 0,0 0 1 0 0,-1 0-1 0 0,1 0 1 0 0,0-11 13 0 0,11-17-16 0 0,9-5-22 0 0,0 1 1 0 0,2 1 0 0 0,2 0 0 0 0,0 2 0 0 0,2 1-1 0 0,1 1 1 0 0,1 1 0 0 0,49-33 0 0 0,-68 53 24 0 0,1 0-1 0 0,0 1 1 0 0,0 0 0 0 0,0 1-1 0 0,1 0 1 0 0,-1 0 0 0 0,1 1 0 0 0,0 1-1 0 0,0 0 1 0 0,16-1 0 0 0,-23 2 43 0 0,0 1 1 0 0,0 0 0 0 0,0 1 0 0 0,1-1 0 0 0,-1 1-1 0 0,0 0 1 0 0,0 0 0 0 0,0 0 0 0 0,0 0-1 0 0,-1 1 1 0 0,1 0 0 0 0,0-1 0 0 0,-1 1 0 0 0,1 1-1 0 0,-1-1 1 0 0,1 0 0 0 0,-1 1 0 0 0,0 0 0 0 0,0 0-1 0 0,0 0 1 0 0,-1 0 0 0 0,1 0 0 0 0,-1 0-1 0 0,1 1 1 0 0,-1-1 0 0 0,0 1 0 0 0,0 0 0 0 0,-1-1-1 0 0,1 1 1 0 0,-1 0 0 0 0,1 4 0 0 0,0 2 24 0 0,-1 1 1 0 0,0-1-1 0 0,-1 0 1 0 0,0 0-1 0 0,-1 0 1 0 0,0 1-1 0 0,0-1 1 0 0,-1 0-1 0 0,0 0 1 0 0,-7 17 0 0 0,4-11-967 0 0,1 0 0 0 0,-4 31-1 0 0,10-28-1416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2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172 248 1740 0 0,'1'-2'155'0'0,"157"-231"13331"0"0,-149 221-11540 0 0,-9 12-1920 0 0,0 0 0 0 0,0 0-1 0 0,0 0 1 0 0,0 0 0 0 0,0 0-1 0 0,0 0 27 0 0,0 0-27 0 0,0 0 1 0 0,0-1 0 0 0,1 1 0 0 0,-1 0-1 0 0,0 0 1 0 0,0 0 0 0 0,0 0-1 0 0,0 0 1 0 0,0 0 0 0 0,0 0-1 0 0,0 0 1 0 0,0 0 0 0 0,0 0 0 0 0,0 0-1 0 0,0 0 1 0 0,1 0 0 0 0,-1 0-1 0 0,0 0 1 0 0,0 0 0 0 0,0 0-1 0 0,0 0 1 0 0,0 0 0 0 0,0 0 0 0 0,0 0-1 0 0,0 0 1 0 0,0 0 0 0 0,0 0-1 0 0,0 0 1 0 0,1 0 0 0 0,-1 0-1 0 0,0 0 1 0 0,0 0 0 0 0,0 1 77 0 0,0-1-78 0 0,0 0 1 0 0,0 0 0 0 0,0 0-1 0 0,0 0 1 0 0,0 0 0 0 0,0 0 0 0 0,0 0-1 0 0,0 0 1 0 0,0 0 0 0 0,0 0-1 0 0,0 1 1 0 0,0-1 0 0 0,0 0-1 0 0,0 0 1 0 0,0 2 123 0 0,0 0-1 0 0,0 0 1 0 0,-1-1-1 0 0,1 1 1 0 0,-1 0-1 0 0,1 0 1 0 0,-1-1 0 0 0,0 1-1 0 0,0 0 1 0 0,-1 2-1 0 0,-119 208 4891 0 0,66-111-3866 0 0,46-85-1037 0 0,-89 175 978 0 0,87-166-1026 0 0,2-1 0 0 0,1 2 0 0 0,1-1 0 0 0,1 1 0 0 0,1 0 0 0 0,-2 29 0 0 0,7-51-142 0 0,0 1 0 0 0,0-1 0 0 0,1 0-1 0 0,-1 1 1 0 0,1-1 0 0 0,0 0 0 0 0,0 0-1 0 0,1 0 1 0 0,-1 0 0 0 0,1 0 0 0 0,0 0-1 0 0,0 0 1 0 0,3 4 0 0 0,-4-7-184 0 0,0 1-1 0 0,1-1 1 0 0,-1 0 0 0 0,0 0-1 0 0,0 1 1 0 0,1-1-1 0 0,-1 0 1 0 0,1 0 0 0 0,-1 0-1 0 0,1 0 1 0 0,0-1 0 0 0,-1 1-1 0 0,1 0 1 0 0,0-1-1 0 0,-1 1 1 0 0,1-1 0 0 0,0 0-1 0 0,0 1 1 0 0,-1-1 0 0 0,1 0-1 0 0,0 0 1 0 0,0 0 0 0 0,0 0-1 0 0,-1 0 1 0 0,1-1-1 0 0,0 1 1 0 0,0-1 0 0 0,-1 1-1 0 0,1-1 1 0 0,0 1 0 0 0,-1-1-1 0 0,1 0 1 0 0,-1 0-1 0 0,4-2 1 0 0,-2 2-680 0 0,0-2 0 0 0,-1 1 0 0 0,1 0-1 0 0,0-1 1 0 0,-1 1 0 0 0,1-1 0 0 0,-1 0-1 0 0,0 1 1 0 0,0-1 0 0 0,2-4 0 0 0,5-11-6057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2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127 157 2572 0 0,'-48'-20'6106'0'0,"32"15"-3556"0"0,0-2-1 0 0,1 0 1 0 0,-17-10-1 0 0,32 17-2516 0 0,0 0 0 0 0,0-1 1 0 0,0 1-1 0 0,0 0 0 0 0,0-1 0 0 0,0 1 0 0 0,0 0 0 0 0,1 0 0 0 0,-1-1 0 0 0,0 1 0 0 0,0 0 0 0 0,0-1 0 0 0,0 1 0 0 0,0 0 0 0 0,1 0 0 0 0,-1-1 0 0 0,0 1 0 0 0,0 0 0 0 0,0 0 0 0 0,1-1 0 0 0,-1 1 0 0 0,0 0 0 0 0,0 0 0 0 0,1 0 0 0 0,-1 0 0 0 0,0-1 0 0 0,0 1 0 0 0,1 0 1 0 0,-1 0-1 0 0,0 0 0 0 0,1 0 0 0 0,-1 0 0 0 0,0 0 0 0 0,0 0 0 0 0,1 0 0 0 0,13-6 278 0 0,262-42-406 0 0,-174 35-2484 0 0,-3-2-4896 0 0,-45 3-349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3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565 183 1308 0 0,'12'-16'2491'0'0,"-2"-1"0"0"0,9-19 0 0 0,-16 31-2042 0 0,-1 0-1 0 0,1-1 1 0 0,-1 1-1 0 0,-1-1 1 0 0,1 0-1 0 0,-1 0 1 0 0,0 1-1 0 0,-1-1 1 0 0,1 0-1 0 0,-1 0 1 0 0,-1-8-1 0 0,1 12-381 0 0,0 0-1 0 0,-1 0 0 0 0,1 1 1 0 0,-1-1-1 0 0,1 1 0 0 0,-1-1 1 0 0,0 0-1 0 0,1 1 1 0 0,-1-1-1 0 0,0 1 0 0 0,0-1 1 0 0,0 1-1 0 0,0 0 0 0 0,-1 0 1 0 0,1-1-1 0 0,0 1 0 0 0,0 0 1 0 0,-1 0-1 0 0,1 0 0 0 0,-4-1 1 0 0,2 0-1 0 0,0 1 0 0 0,-1 0 1 0 0,1 0-1 0 0,-1 0 0 0 0,1 1 0 0 0,-1-1 1 0 0,0 1-1 0 0,1 0 0 0 0,-7 0 1 0 0,-3 2 87 0 0,-1 0 0 0 0,1 1 0 0 0,0 1 0 0 0,-17 6 0 0 0,-16 10 94 0 0,1 2 0 0 0,1 2 0 0 0,1 2 0 0 0,1 1 1 0 0,2 3-1 0 0,1 1 0 0 0,-61 63 0 0 0,88-82-208 0 0,2 0 0 0 0,-1 1-1 0 0,-8 15 1 0 0,16-23-24 0 0,-1 1 1 0 0,2-1-1 0 0,-1 1 0 0 0,1-1 0 0 0,0 1 1 0 0,0 0-1 0 0,0 0 0 0 0,1 0 0 0 0,0 0 1 0 0,0 0-1 0 0,0 10 0 0 0,1-14-10 0 0,1 0 1 0 0,-1 0-1 0 0,0 0 0 0 0,1 0 0 0 0,-1 0 0 0 0,1-1 1 0 0,0 1-1 0 0,-1 0 0 0 0,1 0 0 0 0,0 0 0 0 0,0-1 1 0 0,0 1-1 0 0,1 0 0 0 0,-1-1 0 0 0,0 1 0 0 0,0-1 1 0 0,3 3-1 0 0,-1-2-2 0 0,1 0 1 0 0,-1 0-1 0 0,0 0 1 0 0,1 0-1 0 0,-1-1 1 0 0,1 1-1 0 0,0-1 1 0 0,6 1-1 0 0,1 0-5 0 0,1 0 1 0 0,0-2-1 0 0,0 1 0 0 0,0-1 1 0 0,12-2-1 0 0,-2-1-3 0 0,0-1 1 0 0,0-1-1 0 0,-1-1 0 0 0,1 0 0 0 0,-1-2 0 0 0,-1 0 0 0 0,0-2 1 0 0,0 0-1 0 0,-1-1 0 0 0,0-1 0 0 0,0-1 0 0 0,-2 0 1 0 0,0-2-1 0 0,0 0 0 0 0,-1 0 0 0 0,-1-2 0 0 0,-1 0 1 0 0,0 0-1 0 0,-2-2 0 0 0,0 1 0 0 0,0-2 0 0 0,-2 1 1 0 0,12-34-1 0 0,-12 29-16 0 0,8-30 830 0 0,-31 60 44 0 0,10-2-630 0 0,0 1-1 0 0,0-1 1 0 0,0 1-1 0 0,0 0 1 0 0,1 0 0 0 0,-1 0-1 0 0,1 0 1 0 0,0 0 0 0 0,-1 7-1 0 0,-3 8 392 0 0,-9 18-125 0 0,1 1-1 0 0,3 0 1 0 0,1 1 0 0 0,2 0-1 0 0,2 1 1 0 0,-2 55 0 0 0,8-89-609 0 0,0-1 0 0 0,1 1 0 0 0,-1 0 1 0 0,1-1-1 0 0,1 1 0 0 0,-1-1 1 0 0,1 1-1 0 0,0-1 0 0 0,1 0 1 0 0,-1 0-1 0 0,5 7 0 0 0,-5-10-231 0 0,1 0 0 0 0,-1 0 0 0 0,1 0 0 0 0,0 0 0 0 0,0 0 0 0 0,0 0-1 0 0,0-1 1 0 0,1 0 0 0 0,-1 0 0 0 0,0 0 0 0 0,1 0 0 0 0,0 0 0 0 0,-1 0 0 0 0,1-1-1 0 0,0 0 1 0 0,0 0 0 0 0,0 0 0 0 0,0 0 0 0 0,6 0 0 0 0,-3-1-850 0 0,1 1 0 0 0,-1-1 0 0 0,0-1 0 0 0,0 1 0 0 0,0-1 1 0 0,0-1-1 0 0,11-2 0 0 0,10-6-5679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399 223 1920 0 0,'38'-94'7294'0'0,"-33"82"-6245"0"0,-2-2 1 0 0,1 1-1 0 0,-2 0 1 0 0,0-1-1 0 0,0-18 1 0 0,-1 31-950 0 0,-1 0 1 0 0,0-1-1 0 0,0 1 0 0 0,0 0 1 0 0,-1 0-1 0 0,1 0 1 0 0,0-1-1 0 0,0 1 0 0 0,0 0 1 0 0,-1 0-1 0 0,1 0 1 0 0,-1 0-1 0 0,1-1 0 0 0,-1 1 1 0 0,1 0-1 0 0,-1 0 1 0 0,0 0-1 0 0,0 0 0 0 0,1 0 1 0 0,-1 0-1 0 0,0 1 1 0 0,0-1-1 0 0,0 0 0 0 0,-2-1 1 0 0,1 1-9 0 0,0 1 0 0 0,1-1 0 0 0,-1 1 0 0 0,0 0 1 0 0,0-1-1 0 0,0 1 0 0 0,0 0 0 0 0,0 0 0 0 0,0 0 0 0 0,0 1 0 0 0,0-1 1 0 0,0 0-1 0 0,-4 2 0 0 0,-4 1 201 0 0,0 1 0 0 0,1 0 0 0 0,-1 1-1 0 0,-13 9 1 0 0,-9 8 71 0 0,2 1 0 0 0,0 2 0 0 0,2 1 0 0 0,1 1 0 0 0,0 2 0 0 0,3 0 0 0 0,0 2 0 0 0,2 0 0 0 0,1 2 0 0 0,2 0 0 0 0,-18 44 0 0 0,32-65-310 0 0,0 0 1 0 0,1 1-1 0 0,0-1 1 0 0,1 1-1 0 0,1 0 1 0 0,0 0-1 0 0,0 0 0 0 0,1 1 1 0 0,1-1-1 0 0,3 26 1 0 0,-2-32-44 0 0,1 0 1 0 0,-1 0-1 0 0,1-1 0 0 0,0 1 1 0 0,1-1-1 0 0,0 1 1 0 0,0-1-1 0 0,0 0 0 0 0,1 0 1 0 0,0 0-1 0 0,0-1 1 0 0,0 1-1 0 0,1-1 1 0 0,0 0-1 0 0,0 0 0 0 0,0-1 1 0 0,0 0-1 0 0,1 1 1 0 0,0-2-1 0 0,0 1 1 0 0,0-1-1 0 0,10 4 0 0 0,-2-1-374 0 0,0-2 0 0 0,0 0-1 0 0,0-1 1 0 0,1 0 0 0 0,0-1-1 0 0,-1-1 1 0 0,1 0 0 0 0,16-1-1 0 0,-18-1-809 0 0,0-1-1 0 0,0 0 0 0 0,21-7 0 0 0,-23 5-530 0 0,-1 0 0 0 0,-1 0 0 0 0,1-1-1 0 0,17-11 1 0 0,-8 1-5410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52 2452 0 0,'-138'-4'16304'0'0,"170"-3"-15557"0"0,182-13-2753 0 0,-72 4-6779 0 0,-102 11 2477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569 256 1956 0 0,'20'-55'6492'0'0,"-12"36"-4677"0"0,0-1 0 0 0,-2 0 0 0 0,0 0 0 0 0,-1 0 0 0 0,-1-1 0 0 0,1-25 0 0 0,-5 45-1769 0 0,0-1-1 0 0,0 1 0 0 0,0 0 1 0 0,0-1-1 0 0,0 1 1 0 0,0 0-1 0 0,0 0 0 0 0,-1-1 1 0 0,1 1-1 0 0,-1 0 1 0 0,1 0-1 0 0,-1 0 0 0 0,1-1 1 0 0,-1 1-1 0 0,1 0 0 0 0,-1 0 1 0 0,0 0-1 0 0,0 0 1 0 0,0 0-1 0 0,1 0 0 0 0,-1 0 1 0 0,0 0-1 0 0,0 1 1 0 0,0-1-1 0 0,0 0 0 0 0,-1 0 1 0 0,1 1-1 0 0,0-1 0 0 0,0 1 1 0 0,-2-1-1 0 0,-1 0 8 0 0,0 0 0 0 0,0 1 0 0 0,0-1 0 0 0,0 1 0 0 0,0 0 0 0 0,0 1 0 0 0,-7 0 0 0 0,-6 2 26 0 0,1 1 1 0 0,0 1-1 0 0,-1 0 0 0 0,2 1 0 0 0,-20 10 0 0 0,-69 45 190 0 0,99-58-263 0 0,-123 86 138 0 0,112-77-123 0 0,2 1 0 0 0,0 0 1 0 0,0 1-1 0 0,2 0 0 0 0,0 1 1 0 0,-11 18-1 0 0,21-30-10 0 0,0 0 1 0 0,0 0 0 0 0,1 0-1 0 0,0 0 1 0 0,-1 0-1 0 0,1 1 1 0 0,0-1-1 0 0,1 1 1 0 0,-1-1-1 0 0,0 0 1 0 0,1 1 0 0 0,0-1-1 0 0,0 1 1 0 0,0-1-1 0 0,1 5 1 0 0,0-5 0 0 0,-1-1 0 0 0,1 1 0 0 0,1 0-1 0 0,-1-1 1 0 0,0 1 0 0 0,1-1 0 0 0,-1 1 0 0 0,1-1 0 0 0,0 0 0 0 0,-1 1 0 0 0,1-1 0 0 0,0 0 0 0 0,1 0 0 0 0,-1 0 0 0 0,0-1-1 0 0,0 1 1 0 0,1-1 0 0 0,4 3 0 0 0,19 8 55 0 0,1-1 0 0 0,1-2-1 0 0,33 8 1 0 0,-26-8 634 0 0,48 19-1 0 0,-68-22-484 0 0,0 1 0 0 0,-1 0-1 0 0,1 1 1 0 0,21 17 0 0 0,-34-23-158 0 0,1 1 1 0 0,-1-1-1 0 0,1 0 1 0 0,-1 1-1 0 0,0 0 1 0 0,0-1-1 0 0,0 1 1 0 0,0 0-1 0 0,-1 0 1 0 0,1 0-1 0 0,-1 0 1 0 0,0 0-1 0 0,1 4 1 0 0,-2-5 10 0 0,1 1 0 0 0,-1-1 0 0 0,0 0 0 0 0,-1 1 0 0 0,1-1 0 0 0,0 1-1 0 0,-1-1 1 0 0,1 1 0 0 0,-1-1 0 0 0,0 0 0 0 0,0 1 0 0 0,0-1 0 0 0,0 0 0 0 0,0 0 0 0 0,0 0 0 0 0,0 0 0 0 0,-1 0 0 0 0,1 0 0 0 0,-1 0 0 0 0,-2 2 0 0 0,-6 6 116 0 0,-1-1-1 0 0,0 0 1 0 0,0-1-1 0 0,-1 0 1 0 0,0-1 0 0 0,-1 0-1 0 0,1-1 1 0 0,-1-1-1 0 0,-1 0 1 0 0,1 0-1 0 0,0-1 1 0 0,-19 2 0 0 0,8-2-142 0 0,-1-1 1 0 0,1-1 0 0 0,-1-1-1 0 0,0-1 1 0 0,1-1 0 0 0,-31-6 0 0 0,43 5 16 0 0,0-1 0 0 0,0 0 0 0 0,0-1 0 0 0,1-1 0 0 0,-16-7 0 0 0,22 10-22 0 0,-4-6 99 0 0,-4-23-63 0 0,10 22-74 0 0,2 0 0 0 0,-1 0-8 0 0,1 7-45 0 0,0-5-1604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6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42 1848 0 0,'29'-34'10652'0'0,"-19"26"-9003"0"0,-9 10-1590 0 0,0 0 0 0 0,0 0 0 0 0,0 1 0 0 0,0-1 0 0 0,0 0 0 0 0,-1 0 0 0 0,1 1-1 0 0,-1-1 1 0 0,0 0 0 0 0,1 1 0 0 0,-1-1 0 0 0,0 0 0 0 0,0 1 0 0 0,0-1 0 0 0,-1 3 0 0 0,-6 44 841 0 0,5-41-733 0 0,-12 51 577 0 0,-34 94-1 0 0,9-38-5160 0 0,37-96-1987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7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212 133 2620 0 0,'34'-44'5432'0'0,"-24"33"-3728"0"0,-2 0 0 0 0,1 0-1 0 0,-1-1 1 0 0,10-21 0 0 0,-11 23-628 0 0,-15 15-339 0 0,-8 8-644 0 0,-1 0 0 0 0,2 1-1 0 0,-1 0 1 0 0,-16 22 0 0 0,16-18-53 0 0,9-11-30 0 0,1 0 0 0 0,0 0 0 0 0,1 0 1 0 0,0 1-1 0 0,-4 8 0 0 0,9-16-8 0 0,-1 1 0 0 0,1-1 1 0 0,0 1-1 0 0,0-1 0 0 0,0 1 0 0 0,0-1 0 0 0,0 1 1 0 0,0 0-1 0 0,0-1 0 0 0,0 1 0 0 0,0-1 0 0 0,0 1 0 0 0,1-1 1 0 0,-1 1-1 0 0,0-1 0 0 0,0 1 0 0 0,0-1 0 0 0,1 1 0 0 0,-1-1 1 0 0,0 1-1 0 0,0-1 0 0 0,1 1 0 0 0,-1-1 0 0 0,1 0 1 0 0,0 1-1 0 0,7 6 12 0 0,7-3-6 0 0,8 0-8 0 0,-4-1-12 0 0,1 1 1 0 0,26 10 0 0 0,-40-12 14 0 0,-1 0 1 0 0,0 1-1 0 0,1-1 1 0 0,-1 1-1 0 0,0 0 1 0 0,-1 1-1 0 0,1-1 1 0 0,-1 1 0 0 0,1 0-1 0 0,-1 0 1 0 0,0 1-1 0 0,6 8 1 0 0,-9-11 34 0 0,0 0 1 0 0,0 0-1 0 0,0 0 1 0 0,0 0-1 0 0,0 0 1 0 0,-1 0-1 0 0,1 0 1 0 0,-1 0-1 0 0,1 0 1 0 0,-1 1-1 0 0,0-1 1 0 0,0 0-1 0 0,0 0 1 0 0,0 0-1 0 0,0 0 1 0 0,0 1-1 0 0,-1-1 1 0 0,0 2-1 0 0,0 0 41 0 0,-1 1 0 0 0,0-1 0 0 0,0 0 0 0 0,0-1 0 0 0,0 1 0 0 0,-1 0 0 0 0,0-1 0 0 0,-4 6 0 0 0,-1-1 55 0 0,0-1 0 0 0,0 0 0 0 0,-1-1 0 0 0,1 0 0 0 0,-2 0 1 0 0,-15 8-1 0 0,1-5-9 0 0,0-1 0 0 0,-25 5 0 0 0,44-12-260 0 0,1 0 1 0 0,0-1-1 0 0,-1 0 1 0 0,1 0-1 0 0,-1 0 1 0 0,1 0-1 0 0,0-1 1 0 0,-1 0-1 0 0,1 0 1 0 0,0 0-1 0 0,-1 0 1 0 0,1-1-1 0 0,0 1 1 0 0,0-1-1 0 0,0 0 0 0 0,0-1 1 0 0,1 1-1 0 0,-1 0 1 0 0,1-1-1 0 0,-7-6 1 0 0,3 1-1179 0 0,0 1 0 0 0,0-1 1 0 0,1-1-1 0 0,0 1 0 0 0,0-1 1 0 0,1 0-1 0 0,-6-16 0 0 0,0 1-4752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1848 0 0,'4'-26'3968'0'0,"-2"13"-1700"0"0,0 0 0 0 0,-1-23-1 0 0,0 46-3649 0 0,1-1 0 0 0,0 1-1 0 0,0-1 1 0 0,5 11 0 0 0,0-4-1922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17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85 992 0 0,'6'-4'1322'0'0,"-1"0"1"0"0,0 0-1 0 0,0 0 0 0 0,-1-1 0 0 0,1 0 0 0 0,-1 0 1 0 0,0 0-1 0 0,0 0 0 0 0,0 0 0 0 0,-1-1 0 0 0,0 0 1 0 0,0 0-1 0 0,2-6 0 0 0,-5 10-927 0 0,2-3 146 0 0,-10 4-197 0 0,-9 4-135 0 0,16-3-222 0 0,-13 6 64 0 0,-1 1 1 0 0,1 0-1 0 0,1 1 1 0 0,-1 0-1 0 0,2 2 1 0 0,-15 11-1 0 0,6-4-14 0 0,-19 14-29 0 0,-52 52 0 0 0,77-66-7 0 0,0 0 0 0 0,1 0 0 0 0,0 2 0 0 0,2 0 0 0 0,-18 33 0 0 0,28-46 3 0 0,-1 0 0 0 0,1 0 0 0 0,0 0 1 0 0,0 0-1 0 0,1 0 0 0 0,0 1 0 0 0,0-1 0 0 0,0 0 0 0 0,1 1 1 0 0,0-1-1 0 0,0 0 0 0 0,1 1 0 0 0,1 11 0 0 0,0-14-2 0 0,-1 1-1 0 0,1-1 1 0 0,0 1-1 0 0,0-1 1 0 0,1 0-1 0 0,-1 1 1 0 0,1-1-1 0 0,0-1 1 0 0,0 1-1 0 0,0 0 1 0 0,1-1 0 0 0,-1 1-1 0 0,1-1 1 0 0,0 0-1 0 0,-1 0 1 0 0,2-1-1 0 0,-1 1 1 0 0,6 2-1 0 0,2 0-308 0 0,1-1 1 0 0,-1 0-1 0 0,1 0 0 0 0,0-1 0 0 0,0-1 0 0 0,0 0 0 0 0,0-1 0 0 0,22-1 0 0 0,-15-1-1434 0 0,0-1 0 0 0,0-1 0 0 0,0 0 0 0 0,0-2 0 0 0,18-6 0 0 0,-9-1-4132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0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246 486 276 0 0,'8'-6'2437'0'0,"0"-1"0"0"0,0 0 0 0 0,13-16 0 0 0,-18 20-2107 0 0,-1 0 0 0 0,0 0 0 0 0,1-1 0 0 0,-2 1 0 0 0,1-1-1 0 0,0 1 1 0 0,-1-1 0 0 0,1 0 0 0 0,-1 1 0 0 0,0-1 0 0 0,-1 0-1 0 0,1 0 1 0 0,0-5 0 0 0,-1 9-316 0 0,0-1 0 0 0,0 1 0 0 0,-1-1 0 0 0,1 1 0 0 0,0-1 0 0 0,0 1 0 0 0,0 0 0 0 0,-1-1-1 0 0,1 1 1 0 0,0-1 0 0 0,-1 1 0 0 0,1 0 0 0 0,0-1 0 0 0,0 1 0 0 0,-1 0 0 0 0,1-1 0 0 0,-1 1 0 0 0,1 0 0 0 0,0 0 0 0 0,-1-1 0 0 0,1 1 0 0 0,-1 0 0 0 0,1 0 0 0 0,-1 0-1 0 0,1 0 1 0 0,0-1 0 0 0,-1 1 0 0 0,1 0 0 0 0,-1 0 0 0 0,1 0 0 0 0,-1 0 0 0 0,1 0 0 0 0,-1 0 0 0 0,0 0 0 0 0,-13 1 80 0 0,14-1-97 0 0,-7 2 17 0 0,0 1 1 0 0,0 0-1 0 0,0 0 0 0 0,1 0 1 0 0,-1 1-1 0 0,1 0 1 0 0,0 0-1 0 0,0 0 0 0 0,-9 10 1 0 0,4-5-2 0 0,-11 9 19 0 0,0 1 1 0 0,1 1-1 0 0,1 0 1 0 0,1 2-1 0 0,1 1 0 0 0,1 0 1 0 0,1 1-1 0 0,-23 44 0 0 0,38-65-24 0 0,0 0-1 0 0,0 1 0 0 0,0-1 1 0 0,0 1-1 0 0,1-1 0 0 0,-1 1 1 0 0,1-1-1 0 0,0 1 0 0 0,0-1 1 0 0,0 1-1 0 0,1 4 0 0 0,-1-7-5 0 0,1 1-1 0 0,-1-1 1 0 0,0 0-1 0 0,1 1 1 0 0,-1-1-1 0 0,1 0 1 0 0,0 1-1 0 0,0-1 0 0 0,-1 0 1 0 0,1 0-1 0 0,0 1 1 0 0,0-1-1 0 0,0 0 1 0 0,0 0-1 0 0,0 0 1 0 0,0 0-1 0 0,1 0 1 0 0,-1-1-1 0 0,0 1 0 0 0,0 0 1 0 0,1 0-1 0 0,-1-1 1 0 0,0 1-1 0 0,1-1 1 0 0,-1 1-1 0 0,1-1 1 0 0,-1 0-1 0 0,0 1 1 0 0,1-1-1 0 0,-1 0 1 0 0,1 0-1 0 0,2 0 0 0 0,5-1-4 0 0,0 1 0 0 0,0-2-1 0 0,0 1 1 0 0,0-1-1 0 0,0 0 1 0 0,0-1-1 0 0,0 0 1 0 0,0-1 0 0 0,-1 0-1 0 0,0 0 1 0 0,0 0-1 0 0,0-1 1 0 0,11-9 0 0 0,-6 3-13 0 0,0-2 0 0 0,0 1 1 0 0,-1-2-1 0 0,-1 1 0 0 0,0-2 1 0 0,11-20-1 0 0,34-50-67 0 0,-55 84 48 0 0,2-3-35 0 0,-2 11 58 0 0,-5 9 37 0 0,1-1 1 0 0,0 1-1 0 0,1-1 0 0 0,0 21 1 0 0,2-29-3 0 0,0 1-1 0 0,1 0 1 0 0,0 0 0 0 0,0 0 0 0 0,1 0-1 0 0,0-1 1 0 0,0 1 0 0 0,0-1 0 0 0,1 1 0 0 0,4 6-1 0 0,-4-9-14 0 0,0-1 0 0 0,1-1-1 0 0,-1 1 1 0 0,1 0-1 0 0,0-1 1 0 0,0 0-1 0 0,0 0 1 0 0,0 0 0 0 0,1 0-1 0 0,-1-1 1 0 0,1 1-1 0 0,-1-1 1 0 0,1 0-1 0 0,0-1 1 0 0,0 1-1 0 0,0-1 1 0 0,0 0 0 0 0,0 0-1 0 0,0 0 1 0 0,9-1-1 0 0,-1 0-13 0 0,0 0 0 0 0,-1-1 0 0 0,1-1 0 0 0,-1 0 0 0 0,1 0 0 0 0,-1-1 0 0 0,16-7 0 0 0,-10 2-6 0 0,0-1 0 0 0,-1-1 0 0 0,0-1 0 0 0,-1 0 0 0 0,0-1 0 0 0,-1-1 0 0 0,0-1 0 0 0,-1 0 1 0 0,0 0-1 0 0,11-17 0 0 0,8-16-35 0 0,-1 0 0 0 0,30-63 1 0 0,93-238 1219 0 0,-155 347-1111 0 0,-12 9-2 0 0,4 1-52 0 0,0 0 1 0 0,0 1 0 0 0,1 0-1 0 0,1 0 1 0 0,-7 11 0 0 0,1 0 2 0 0,2-5 0 0 0,-114 196 97 0 0,98-163-37 0 0,2 2-1 0 0,-23 72 1 0 0,43-109-47 0 0,0 0 0 0 0,1 0 0 0 0,1 0 1 0 0,0 0-1 0 0,1 1 0 0 0,0-1 0 0 0,3 29 1 0 0,-1-37-20 0 0,0-1 1 0 0,0 1 0 0 0,1 0 0 0 0,-1-1-1 0 0,1 1 1 0 0,0-1 0 0 0,1 1-1 0 0,0-1 1 0 0,-1 0 0 0 0,2 0 0 0 0,-1 0-1 0 0,0 0 1 0 0,1-1 0 0 0,0 1 0 0 0,0-1-1 0 0,0 0 1 0 0,1 0 0 0 0,-1-1-1 0 0,1 1 1 0 0,0-1 0 0 0,10 5 0 0 0,-8-5-6 0 0,0 0 1 0 0,1-1-1 0 0,-1 1 1 0 0,1-2-1 0 0,0 1 1 0 0,-1-1 0 0 0,1 0-1 0 0,0-1 1 0 0,0 0-1 0 0,0 0 1 0 0,14-2-1 0 0,-10-1-3 0 0,0 0-1 0 0,-1 0 1 0 0,1-1-1 0 0,-1-1 1 0 0,0 0-1 0 0,21-13 1 0 0,-9 2-16 0 0,-1-1 1 0 0,0-1 0 0 0,-2-1 0 0 0,0-1 0 0 0,33-42-1 0 0,-3-10-43 0 0,-3-2 0 0 0,-3-2 0 0 0,-3-1 0 0 0,32-88 0 0 0,-62 137 46 0 0,1 0-39 0 0,-1 0-1 0 0,13-56 1 0 0,-24 84 53 0 0,0 0 0 0 0,0 0-1 0 0,1 0 1 0 0,-1 0 0 0 0,0-1 0 0 0,0 1-1 0 0,0 0 1 0 0,0 0 0 0 0,0 0 0 0 0,0-1-1 0 0,0 1 1 0 0,0 0 0 0 0,0 0 0 0 0,0 0-1 0 0,0-1 1 0 0,0 1 0 0 0,0 0 0 0 0,0 0-1 0 0,0 0 1 0 0,0-1 0 0 0,0 1 0 0 0,0 0-1 0 0,0 0 1 0 0,0 0 0 0 0,0-1 0 0 0,0 1-1 0 0,0 0 1 0 0,0 0 0 0 0,0 0 0 0 0,0 0-1 0 0,0-1 1 0 0,-1 1 0 0 0,1 0 0 0 0,0 0-1 0 0,0 0 1 0 0,0 0 0 0 0,0 0 0 0 0,0-1-1 0 0,-1 1 1 0 0,1 0 0 0 0,0 0 0 0 0,0 0-1 0 0,0 0 1 0 0,0 0 0 0 0,-1 0 0 0 0,1 0-1 0 0,0 0 1 0 0,0 0 0 0 0,0-1 0 0 0,-1 1-1 0 0,1 0 1 0 0,0 0 0 0 0,0 0 0 0 0,-1 0 0 0 0,-12 10-30 0 0,-11 18 26 0 0,-121 202 24 0 0,121-183 26 0 0,1 1-1 0 0,3 1 1 0 0,-16 57 0 0 0,30-85-3 0 0,1 0 0 0 0,2 1 0 0 0,0 0 0 0 0,1-1 0 0 0,2 32 1 0 0,0-41-9 0 0,1-1 0 0 0,1 0 0 0 0,0 0 0 0 0,0 1 0 0 0,1-1 0 0 0,1-1 0 0 0,-1 1 0 0 0,2 0 0 0 0,0-1 0 0 0,0 0 0 0 0,1 0 0 0 0,7 10 0 0 0,-9-16-15 0 0,-1 0-1 0 0,1 0 0 0 0,0 0 1 0 0,0 0-1 0 0,1-1 1 0 0,-1 1-1 0 0,1-1 0 0 0,-1 0 1 0 0,1-1-1 0 0,0 1 1 0 0,0-1-1 0 0,0 0 0 0 0,10 2 1 0 0,-8-2-4 0 0,1-1 1 0 0,-1-1-1 0 0,1 1 1 0 0,-1-1-1 0 0,1-1 1 0 0,-1 1-1 0 0,1-1 1 0 0,-1 0-1 0 0,9-3 1 0 0,0-2-8 0 0,1 0 1 0 0,-2 0 0 0 0,1-2 0 0 0,-1 0-1 0 0,0-1 1 0 0,-1 0 0 0 0,0-1 0 0 0,15-14-1 0 0,-10 7-13 0 0,-1 0 0 0 0,-1-2-1 0 0,0 0 1 0 0,-2 0 0 0 0,0-2 0 0 0,-1 0-1 0 0,-1 0 1 0 0,20-46 0 0 0,-17 25 354 0 0,-15 40-316 0 0,-2 0 1 0 0,1 2-32 0 0,0 0-1 0 0,0-1 1 0 0,0 1-1 0 0,0 0 1 0 0,0 0-1 0 0,0 0 0 0 0,0 0 1 0 0,0-1-1 0 0,0 1 1 0 0,0 0-1 0 0,0 0 1 0 0,0 0-1 0 0,0 0 1 0 0,0-1-1 0 0,0 1 0 0 0,0 0 1 0 0,0 0-1 0 0,-1 0 1 0 0,1 0-1 0 0,0 0 1 0 0,0-1-1 0 0,0 1 0 0 0,0 0 1 0 0,0 0-1 0 0,0 0 1 0 0,0 0-1 0 0,-1 0 1 0 0,1 0-1 0 0,0 0 1 0 0,0-1-1 0 0,0 1 0 0 0,0 0 1 0 0,-1 0-1 0 0,1 0 1 0 0,0 0-1 0 0,0 0 1 0 0,0 0-1 0 0,0 0 0 0 0,-1 0 1 0 0,1 0-1 0 0,0 0 1 0 0,0 0-1 0 0,0 0 1 0 0,-1 0-1 0 0,-8 7 19 0 0,0 0 1 0 0,0 1-1 0 0,1 0 0 0 0,0 0 1 0 0,0 1-1 0 0,1 0 0 0 0,0 0 1 0 0,1 1-1 0 0,0 0 0 0 0,-6 13 1 0 0,8-16-73 0 0,1 1 0 0 0,0 0 0 0 0,0 0 0 0 0,0 0 0 0 0,1 0 1 0 0,0 0-1 0 0,1 1 0 0 0,0-1 0 0 0,0 0 0 0 0,1 1 0 0 0,0-1 1 0 0,0 1-1 0 0,1-1 0 0 0,0 0 0 0 0,2 9 0 0 0,-1-13-149 0 0,-1 0 1 0 0,1 0-1 0 0,0 0 0 0 0,0-1 0 0 0,0 1 0 0 0,1-1 0 0 0,-1 0 0 0 0,1 1 1 0 0,0-1-1 0 0,0 0 0 0 0,0-1 0 0 0,0 1 0 0 0,0 0 0 0 0,0-1 0 0 0,5 2 0 0 0,-1 0-839 0 0,0 0 0 0 0,1-1 0 0 0,-1-1 0 0 0,1 1 0 0 0,0-1 0 0 0,13 2 0 0 0,3-1-4002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0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350 720 640 0 0,'5'-7'1062'0'0,"-1"-1"0"0"0,-1 1 0 0 0,1-1-1 0 0,-1 0 1 0 0,0 0 0 0 0,-1-1 0 0 0,0 1 0 0 0,1-14-1 0 0,-2 19-960 0 0,-1 1 0 0 0,0 0-1 0 0,0 0 1 0 0,0 0 0 0 0,-1 0-1 0 0,1 0 1 0 0,0 0-1 0 0,-1 0 1 0 0,1 0 0 0 0,-1 0-1 0 0,0 0 1 0 0,0 0 0 0 0,0 0-1 0 0,0 0 1 0 0,0 0-1 0 0,0 0 1 0 0,0 1 0 0 0,-1-1-1 0 0,1 0 1 0 0,0 1 0 0 0,-1-1-1 0 0,0 1 1 0 0,1 0-1 0 0,-1-1 1 0 0,0 1 0 0 0,1 0-1 0 0,-1 0 1 0 0,0 0-1 0 0,0 0 1 0 0,0 1 0 0 0,0-1-1 0 0,0 0 1 0 0,0 1 0 0 0,0-1-1 0 0,0 1 1 0 0,-1 0-1 0 0,1 0 1 0 0,0 0 0 0 0,-3 0-1 0 0,-4 0-36 0 0,0 1 0 0 0,0 0-1 0 0,0 0 1 0 0,0 1-1 0 0,0 0 1 0 0,0 1 0 0 0,1-1-1 0 0,-1 2 1 0 0,1 0-1 0 0,-9 4 1 0 0,-9 8 69 0 0,-40 29 0 0 0,53-35-98 0 0,0 1 1 0 0,0 1-1 0 0,2 0 1 0 0,-1 1-1 0 0,1 0 1 0 0,-12 20-1 0 0,19-26-6 0 0,0 0 0 0 0,0 0 0 0 0,1 0 0 0 0,-1 0 0 0 0,2 0-1 0 0,-1 1 1 0 0,1-1 0 0 0,0 1 0 0 0,1 0 0 0 0,-1 0 0 0 0,2 0-1 0 0,-1 0 1 0 0,1-1 0 0 0,0 1 0 0 0,3 14 0 0 0,-3-19-15 0 0,1 0 1 0 0,-1-1-1 0 0,1 1 0 0 0,0-1 1 0 0,0 0-1 0 0,0 1 1 0 0,1-1-1 0 0,-1 0 0 0 0,0 0 1 0 0,1 1-1 0 0,0-1 1 0 0,-1 0-1 0 0,1 0 0 0 0,0-1 1 0 0,0 1-1 0 0,0 0 0 0 0,0-1 1 0 0,3 3-1 0 0,-1-3-2 0 0,-1 0 1 0 0,0 1-1 0 0,1-1 0 0 0,-1-1 0 0 0,1 1 0 0 0,-1 0 0 0 0,1-1 0 0 0,-1 0 1 0 0,1 0-1 0 0,-1 0 0 0 0,1 0 0 0 0,4-1 0 0 0,2-1-8 0 0,-1-1 0 0 0,1 0 0 0 0,0 0 0 0 0,-1-1 0 0 0,0 0 0 0 0,1 0 0 0 0,-2-1 0 0 0,14-10-1 0 0,-4 0-58 0 0,-1 0 0 0 0,0-2 0 0 0,-1 0 0 0 0,-1-1 0 0 0,21-33 0 0 0,-5 0-112 0 0,25-56 0 0 0,-15 17-13 0 0,34-109 0 0 0,-55 133 346 0 0,-3-1 1 0 0,13-104-1 0 0,-29 170-161 0 0,-1 0 0 0 0,0 0 0 0 0,1 0 0 0 0,-1 0 0 0 0,0 0 0 0 0,0 0 0 0 0,0 0 0 0 0,0 1 0 0 0,0-1 0 0 0,0 0 0 0 0,0 0 0 0 0,0 0 0 0 0,-1 0 0 0 0,1 0 0 0 0,0 0 0 0 0,0 0 0 0 0,-1 0 0 0 0,1 1-1 0 0,0-1 1 0 0,-1 0 0 0 0,1 0 0 0 0,-1 0 0 0 0,1 1 0 0 0,-1-1 0 0 0,0 0 0 0 0,1 1 0 0 0,-1-1 0 0 0,0 0 0 0 0,1 1 0 0 0,-1-1 0 0 0,0 1 0 0 0,0-1 0 0 0,1 1 0 0 0,-1-1 0 0 0,-2 1 0 0 0,2 0 1 0 0,-1 0-1 0 0,0 0 1 0 0,0 0 0 0 0,0 0-1 0 0,0 1 1 0 0,0-1 0 0 0,0 1-1 0 0,1-1 1 0 0,-1 1 0 0 0,0 0-1 0 0,0 0 1 0 0,1 0 0 0 0,-1 0-1 0 0,1 0 1 0 0,-1 0 0 0 0,-2 2-1 0 0,-12 13 10 0 0,0 0 0 0 0,1 1 0 0 0,0 0 0 0 0,2 2 0 0 0,-22 36 0 0 0,10-8 11 0 0,-25 69 0 0 0,34-74 52 0 0,2 1 1 0 0,-16 81-1 0 0,27-106-104 0 0,1 0-1 0 0,1 0 0 0 0,0 1 0 0 0,1-1 0 0 0,1 0 0 0 0,1 1 1 0 0,1-1-1 0 0,0 0 0 0 0,10 30 0 0 0,-10-40-446 0 0,1 0 0 0 0,0 0 0 0 0,0-1-1 0 0,0 1 1 0 0,9 9 0 0 0,-8-11-649 0 0,0-1 0 0 0,0 0-1 0 0,0 0 1 0 0,7 4 0 0 0,9 4-4246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1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415 130 572 0 0,'4'-17'2427'0'0,"-2"10"-1662"0"0,0 0-1 0 0,-1-1 1 0 0,0 1-1 0 0,0-1 1 0 0,0 1-1 0 0,-1-1 1 0 0,0 1 0 0 0,0-1-1 0 0,-1 1 1 0 0,0-1-1 0 0,-3-11 1 0 0,3 18-734 0 0,0 0 0 0 0,1 0 0 0 0,-1 0 1 0 0,1 1-1 0 0,-1-1 0 0 0,0 0 0 0 0,0 1 0 0 0,0-1 1 0 0,1 0-1 0 0,-1 1 0 0 0,0-1 0 0 0,0 1 1 0 0,0 0-1 0 0,0-1 0 0 0,0 1 0 0 0,0 0 0 0 0,0-1 1 0 0,0 1-1 0 0,0 0 0 0 0,0 0 0 0 0,0 0 0 0 0,0 0 1 0 0,0 0-1 0 0,0 0 0 0 0,0 0 0 0 0,-1 0 0 0 0,-26 7 224 0 0,6 4-150 0 0,1 1 1 0 0,0 1-1 0 0,1 1 1 0 0,0 1 0 0 0,-30 29-1 0 0,-78 97 173 0 0,114-125-260 0 0,1 2 0 0 0,-16 25 0 0 0,25-35-6 0 0,0 0 0 0 0,0 1 0 0 0,0-1 0 0 0,1 1 0 0 0,0-1 0 0 0,1 1 0 0 0,0 0-1 0 0,-1 12 1 0 0,3-19-6 0 0,0 0-1 0 0,0-1 1 0 0,0 1-1 0 0,0 0 1 0 0,0 0-1 0 0,0 0 1 0 0,1-1-1 0 0,-1 1 1 0 0,0 0-1 0 0,1 0 1 0 0,0-1-1 0 0,-1 1 1 0 0,1 0-1 0 0,0-1 0 0 0,0 1 1 0 0,0-1-1 0 0,0 1 1 0 0,0-1-1 0 0,0 1 1 0 0,1-1-1 0 0,0 2 1 0 0,1-2 0 0 0,-1 0 1 0 0,0 1 0 0 0,1-1-1 0 0,-1 0 1 0 0,1 0 0 0 0,-1 0-1 0 0,1-1 1 0 0,-1 1-1 0 0,1-1 1 0 0,0 1 0 0 0,-1-1-1 0 0,6 0 1 0 0,1-1 9 0 0,1 0 0 0 0,-1 0-1 0 0,0-1 1 0 0,0 0 0 0 0,-1 0 0 0 0,1-1 0 0 0,12-6 0 0 0,-4-1-5 0 0,0 0 1 0 0,-1-1 0 0 0,0-1 0 0 0,0 0 0 0 0,-2-2-1 0 0,18-18 1 0 0,72-99 100 0 0,-76 92 124 0 0,-9 12 41 0 0,-14 19-219 0 0,0 0 1 0 0,1 0-1 0 0,0 1 0 0 0,0-1 1 0 0,12-9-1 0 0,-17 16-47 0 0,-1 2-10 0 0,1-1 0 0 0,-1 0 0 0 0,1 1-1 0 0,-1 0 1 0 0,0-1 0 0 0,1 1 0 0 0,-1-1 0 0 0,0 1 0 0 0,1-1 0 0 0,-1 1 0 0 0,0 0 0 0 0,0-1 0 0 0,0 1 0 0 0,0-1-1 0 0,1 1 1 0 0,-1 0 0 0 0,0-1 0 0 0,0 1 0 0 0,0 0 0 0 0,0-1 0 0 0,-1 1 0 0 0,1 0 0 0 0,0-1 0 0 0,0 1 0 0 0,0-1-1 0 0,-1 2 1 0 0,-5 19 35 0 0,4-16-25 0 0,-9 29-3 0 0,4-17-108 0 0,2 1 0 0 0,-1-1-1 0 0,2 1 1 0 0,1 0 0 0 0,0 0-1 0 0,0 28 1 0 0,10-15-1927 0 0,3-13-3198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1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99 2084 0 0,'5'-6'2046'0'0,"-3"3"-902"0"0,0 0-1 0 0,1 0 1 0 0,-1 0-1 0 0,1 0 0 0 0,0 0 1 0 0,4-2-1 0 0,-7 5-1080 0 0,0 0 0 0 0,0 0 0 0 0,0 0 0 0 0,1-1-1 0 0,-1 1 1 0 0,0 0 0 0 0,0 0 0 0 0,1 0 0 0 0,-1 0-1 0 0,0 0 1 0 0,0 0 0 0 0,0 0 0 0 0,1 0-1 0 0,-1 0 1 0 0,0 0 0 0 0,0 0 0 0 0,1 0 0 0 0,-1 0-1 0 0,0 0 1 0 0,0 0 0 0 0,1 0 0 0 0,-1 1 0 0 0,0-1-1 0 0,0 0 1 0 0,0 0 0 0 0,1 0 0 0 0,-1 0 0 0 0,0 0-1 0 0,0 0 1 0 0,0 1 0 0 0,1-1 0 0 0,-1 0 0 0 0,0 0-1 0 0,0 0 1 0 0,0 0 0 0 0,0 1 0 0 0,1-1-1 0 0,2 21 37 0 0,-4 6 205 0 0,-2 1 1 0 0,0-1-1 0 0,-11 41 0 0 0,-30 78 175 0 0,40-134-365 0 0,2-6 245 0 0,1-1-1 0 0,-1 1 1 0 0,0-1-1 0 0,-1 1 1 0 0,1-1-1 0 0,-1 0 0 0 0,0 0 1 0 0,-5 6-1 0 0,7-10-51 0 0,0-1-290 0 0,1 0 1 0 0,-1 0-1 0 0,1 0 0 0 0,0-1 1 0 0,-1 1-1 0 0,1 0 0 0 0,-1 0 1 0 0,1-1-1 0 0,0 1 0 0 0,-1 0 1 0 0,1-1-1 0 0,0 1 1 0 0,0 0-1 0 0,-1-1 0 0 0,1 1 1 0 0,0-1-1 0 0,0 1 0 0 0,-1 0 1 0 0,1-1-1 0 0,0 1 1 0 0,0-1-1 0 0,0 1 0 0 0,0-1 1 0 0,0 1-1 0 0,0-1 0 0 0,0 1 1 0 0,0 0-1 0 0,0-1 0 0 0,0 1 1 0 0,0-1-1 0 0,0-17 105 0 0,0 16-86 0 0,2-13 12 0 0,0 1 0 0 0,1-1 0 0 0,0 1 0 0 0,1 0 0 0 0,1 0 0 0 0,12-24 0 0 0,-1 7-11 0 0,35-51 0 0 0,-37 65-32 0 0,0 0-1 0 0,1 0 1 0 0,0 1-1 0 0,1 1 1 0 0,28-20-1 0 0,-31 25-18 0 0,1 1 0 0 0,1 1 0 0 0,-1 0 0 0 0,1 1 0 0 0,0 1 0 0 0,1 0 0 0 0,-1 1 0 0 0,19-4 0 0 0,-28 8 9 0 0,-1 1 1 0 0,1-1-1 0 0,0 1 1 0 0,-1 0-1 0 0,1 0 1 0 0,0 0-1 0 0,-1 1 1 0 0,1 0-1 0 0,0 0 1 0 0,-1 0-1 0 0,1 1 1 0 0,-1 0-1 0 0,0 0 1 0 0,0 0-1 0 0,1 1 0 0 0,-2 0 1 0 0,1 0-1 0 0,0 0 1 0 0,0 0-1 0 0,-1 1 1 0 0,0 0-1 0 0,0 0 1 0 0,0 0-1 0 0,0 0 1 0 0,-1 1-1 0 0,1-1 1 0 0,-1 1-1 0 0,0 0 1 0 0,-1 0-1 0 0,1 0 1 0 0,-1 0-1 0 0,0 0 1 0 0,0 1-1 0 0,0-1 1 0 0,-1 1-1 0 0,1 7 1 0 0,-2 10 65 0 0,0 0 0 0 0,-2 1 0 0 0,0-1 0 0 0,-8 31-1 0 0,4-26-1121 0 0,2 0 0 0 0,-1 38-1 0 0,5-64 779 0 0,0 0 0 0 0,0 0 0 0 0,0 0 0 0 0,0 0-1 0 0,0 0 1 0 0,1 0 0 0 0,-1-1 0 0 0,1 1 0 0 0,0 0-1 0 0,0 0 1 0 0,-1 0 0 0 0,1 0 0 0 0,0-1 0 0 0,0 1-1 0 0,3 2 1 0 0,-3-2-323 0 0,1-1 0 0 0,-1 0 0 0 0,1 0 0 0 0,-1 1 0 0 0,1-1 0 0 0,0 0 0 0 0,0 0 0 0 0,-1-1 0 0 0,5 2 0 0 0,9 2-4321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56 372 0 0,'61'-55'17255'0'0,"-61"55"-17233"0"0,0 0-1 0 0,1 0 1 0 0,-1 0 0 0 0,1 1-1 0 0,-1-1 1 0 0,1 0 0 0 0,-1 0 0 0 0,0 0-1 0 0,1 1 1 0 0,-1-1 0 0 0,0 0-1 0 0,1 1 1 0 0,-1-1 0 0 0,0 0 0 0 0,1 1-1 0 0,-1-1 1 0 0,0 0 0 0 0,0 1-1 0 0,1-1 1 0 0,-1 1 0 0 0,0-1 0 0 0,0 1-1 0 0,0-1 1 0 0,1 0 0 0 0,-1 1-1 0 0,0-1 1 0 0,0 1 0 0 0,0-1 0 0 0,0 1-1 0 0,0-1 1 0 0,0 1 0 0 0,0-1-1 0 0,0 1 1 0 0,0-1 0 0 0,0 1 0 0 0,0-1-1 0 0,-1 0 1 0 0,1 1 0 0 0,0-1-1 0 0,0 1 1 0 0,-1 0 0 0 0,-6 20 314 0 0,-9 17 56 0 0,1 1 0 0 0,3 0 1 0 0,-16 81-1 0 0,26-114-778 0 0,1 1 1 0 0,0 0-1 0 0,0-1 0 0 0,1 1 1 0 0,0 0-1 0 0,0-1 0 0 0,1 1 1 0 0,1 12-1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2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71 2104 0 0,'-23'-43'5042'0'0,"22"41"-4785"0"0,-1-1 1 0 0,0 1 0 0 0,0 0-1 0 0,0 0 1 0 0,-1 0-1 0 0,1 0 1 0 0,-1 0-1 0 0,1 0 1 0 0,-1 0 0 0 0,1 1-1 0 0,-1 0 1 0 0,-4-3-1 0 0,6 4-228 0 0,-1 0-1 0 0,1 0 1 0 0,0 0 0 0 0,0 0-1 0 0,0 0 1 0 0,0 0-1 0 0,0 0 1 0 0,0 0-1 0 0,-1 1 1 0 0,1-1 0 0 0,0 0-1 0 0,0 1 1 0 0,0-1-1 0 0,0 1 1 0 0,0-1-1 0 0,0 1 1 0 0,0-1 0 0 0,0 1-1 0 0,0 0 1 0 0,0-1-1 0 0,1 1 1 0 0,-1 0-1 0 0,0 0 1 0 0,0-1 0 0 0,1 1-1 0 0,-1 0 1 0 0,0 2-1 0 0,-15 25 219 0 0,14-21-424 0 0,-1 1 0 0 0,1-1-1 0 0,1 1 1 0 0,-1 0 0 0 0,1 12 0 0 0,0 20-3958 0 0,1-40 4060 0 0,0 21-3789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1140 0 0,'3'10'8629'0'0,"19"31"-6462"0"0,-17-32-2046 0 0,0 0 0 0 0,0 0 0 0 0,0 0 0 0 0,3 14-1 0 0,-4-12-9 0 0,-2 0 0 0 0,1 0 0 0 0,-1 1-1 0 0,-1-1 1 0 0,0 1 0 0 0,-1 0-1 0 0,0-1 1 0 0,-1 1 0 0 0,0 0-1 0 0,-1-1 1 0 0,0 0 0 0 0,-1 1-1 0 0,0-1 1 0 0,0 0 0 0 0,-2 0-1 0 0,1 0 1 0 0,-13 19 0 0 0,16-28-21 0 0,-11 1 178 0 0,13-9-251 0 0,0 0 0 0 0,1-1 0 0 0,-1 1 0 0 0,1 0 0 0 0,0 0 1 0 0,1 0-1 0 0,-1 0 0 0 0,1 1 0 0 0,0-1 0 0 0,1 1 0 0 0,6-9 0 0 0,9-10-57 0 0,23-21-1 0 0,-40 42 37 0 0,32-31-42 0 0,69-55-1 0 0,-86 76 32 0 0,1 1 1 0 0,0 1-1 0 0,0 1 0 0 0,1 0 0 0 0,1 2 0 0 0,32-11 1 0 0,-48 18 12 0 0,-1 0 0 0 0,0 0 1 0 0,1 0-1 0 0,-1 1 0 0 0,1 0 0 0 0,-1-1 1 0 0,1 1-1 0 0,-1 0 0 0 0,1 1 1 0 0,-1-1-1 0 0,1 0 0 0 0,-1 1 0 0 0,0 0 1 0 0,1 0-1 0 0,-1 0 0 0 0,0 0 1 0 0,0 1-1 0 0,1-1 0 0 0,-1 1 0 0 0,3 2 1 0 0,-3-1 18 0 0,0 0 0 0 0,0 0 0 0 0,-1 0 0 0 0,1 1 0 0 0,-1-1 0 0 0,0 1 0 0 0,0 0 1 0 0,0-1-1 0 0,-1 1 0 0 0,1 0 0 0 0,-1 0 0 0 0,0 0 0 0 0,0 0 0 0 0,0 0 0 0 0,0 1 0 0 0,-1 3 0 0 0,1 17 20 0 0,-2 0 0 0 0,-1 0-1 0 0,-1-1 1 0 0,-1 1 0 0 0,-8 30-1 0 0,1-7-2066 0 0,11-39 182 0 0,0-3 753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2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258 139 1816 0 0,'51'-137'17337'0'0,"-50"135"-16724"0"0,-3 5 212 0 0,-15 23 493 0 0,1 1 1 0 0,1 0 0 0 0,-18 50 0 0 0,19-43-649 0 0,-104 264 2524 0 0,86-202-2609 0 0,-23 118 1 0 0,52-205-638 0 0,2 0 0 0 0,-1 0 1 0 0,1 0-1 0 0,0 1 0 0 0,1-1 1 0 0,0 0-1 0 0,1 0 0 0 0,0 1 1 0 0,4 16-1 0 0,-5-25-45 0 0,1-1 0 0 0,0 1 0 0 0,-1 0 0 0 0,1-1 0 0 0,0 1-1 0 0,0 0 1 0 0,-1-1 0 0 0,1 1 0 0 0,0-1 0 0 0,0 1 0 0 0,0-1 0 0 0,0 1 0 0 0,0-1 0 0 0,0 0-1 0 0,0 0 1 0 0,0 1 0 0 0,0-1 0 0 0,-1 0 0 0 0,1 0 0 0 0,0 0 0 0 0,0 0 0 0 0,0 0-1 0 0,0 0 1 0 0,0 0 0 0 0,0 0 0 0 0,0-1 0 0 0,2 1 0 0 0,25-9-2264 0 0,-10-3-591 0 0,-1 0 0 0 0,0-1 0 0 0,-1-1 1 0 0,29-31-1 0 0,-19 16-5189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3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66 1648 0 0,'-238'-64'19373'0'0,"235"63"-18561"0"0,8 1-520 0 0,244 22-691 0 0,-127-11-3801 0 0,-2-1-5131 0 0,-95-8 3540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1 360 0 0,'-2'2'1941'0'0,"-5"3"-1047"0"0,0 1 0 0 0,1 0-1 0 0,-1 0 1 0 0,2 1 0 0 0,-1 0 0 0 0,1 0 0 0 0,0 0 0 0 0,0 0 0 0 0,1 1-1 0 0,0 0 1 0 0,0 0 0 0 0,1 0 0 0 0,0 0 0 0 0,-3 16 0 0 0,6-22-773 0 0,0-1 1 0 0,0 1-1 0 0,0 0 1 0 0,0-1-1 0 0,0 1 1 0 0,0 0-1 0 0,0-1 1 0 0,1 1-1 0 0,-1-1 1 0 0,1 1-1 0 0,-1-1 1 0 0,1 1-1 0 0,0-1 1 0 0,-1 1-1 0 0,1-1 1 0 0,0 1-1 0 0,0-1 1 0 0,0 0-1 0 0,0 0 1 0 0,0 1-1 0 0,0-1 1 0 0,1 0 0 0 0,-1 0-1 0 0,0 0 1 0 0,1 0-1 0 0,-1 0 1 0 0,3 1-1 0 0,2 0 137 0 0,1 1-1 0 0,0-1 1 0 0,-1 0 0 0 0,15 2-1 0 0,-5-1 76 0 0,-11-2-283 0 0,0-1-1 0 0,0 1 1 0 0,0-1 0 0 0,0 0 0 0 0,0 0-1 0 0,0 0 1 0 0,0-1 0 0 0,0 0 0 0 0,0 0-1 0 0,0 0 1 0 0,0-1 0 0 0,8-3 0 0 0,-6 2-16 0 0,-1-1 1 0 0,1 1 0 0 0,0-1-1 0 0,-1-1 1 0 0,0 1 0 0 0,0-1-1 0 0,7-8 1 0 0,-7 7-25 0 0,-3 3-11 0 0,0 0 1 0 0,0-1 0 0 0,0 1-1 0 0,0-1 1 0 0,-1 0 0 0 0,1 0-1 0 0,-1 0 1 0 0,0 0 0 0 0,-1 0-1 0 0,4-9 1 0 0,-5 13-2 0 0,0-1 1 0 0,0 0-1 0 0,0 1 1 0 0,0-1-1 0 0,0 0 0 0 0,0 1 1 0 0,0-1-1 0 0,0 1 0 0 0,0-1 1 0 0,0 0-1 0 0,0 1 1 0 0,-1-1-1 0 0,1 1 0 0 0,0-1 1 0 0,0 0-1 0 0,0 1 0 0 0,-1-1 1 0 0,1 1-1 0 0,0-1 1 0 0,-1 1-1 0 0,1-1 0 0 0,-1 1 1 0 0,1-1-1 0 0,-1 1 1 0 0,1-1-1 0 0,0 1 0 0 0,-1 0 1 0 0,1-1-1 0 0,-1 1 0 0 0,0 0 1 0 0,1-1-1 0 0,-1 1 1 0 0,1 0-1 0 0,-1 0 0 0 0,1 0 1 0 0,-1-1-1 0 0,0 1 0 0 0,1 0 1 0 0,-1 0-1 0 0,-1 0 1 0 0,-23-1-44 0 0,16 3 44 0 0,-1 0 0 0 0,1 1 1 0 0,0 0-1 0 0,0 0 1 0 0,0 1-1 0 0,-12 7 1 0 0,-47 34-11 0 0,54-35-10 0 0,-1 0 28 0 0,1 2 1 0 0,0-1-1 0 0,0 2 0 0 0,2 0 1 0 0,-1 0-1 0 0,1 1 1 0 0,1 1-1 0 0,1 0 1 0 0,0 0-1 0 0,-15 33 1 0 0,24-45 10 0 0,0 0 1 0 0,0 0-1 0 0,0-1 0 0 0,0 1 1 0 0,0 0-1 0 0,1 0 1 0 0,-1 0-1 0 0,1 0 1 0 0,0 0-1 0 0,0 0 0 0 0,0 0 1 0 0,1 0-1 0 0,-1 0 1 0 0,1 0-1 0 0,-1 0 1 0 0,1 0-1 0 0,0 0 0 0 0,2 4 1 0 0,-1-3-26 0 0,1-1 0 0 0,-1 0 0 0 0,1 0 0 0 0,-1 0 0 0 0,1 0 0 0 0,0 0 0 0 0,0-1 0 0 0,0 1 0 0 0,1-1 0 0 0,-1 0 0 0 0,1 0 0 0 0,4 2 0 0 0,5 2-395 0 0,1-1 0 0 0,0-1 0 0 0,0-1 0 0 0,0 0 0 0 0,0 0 0 0 0,22 0 0 0 0,-18-2-1123 0 0,-1-2-1 0 0,1 0 0 0 0,0 0 0 0 0,-1-2 0 0 0,1 0 0 0 0,24-9 0 0 0,-2-4-4431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70 2052 0 0,'0'-69'13319'0'0,"9"95"-11525"0"0,-5-4-1043 0 0,14 110 1796 0 0,-17-115-2287 0 0,0 0-1 0 0,-2 0 1 0 0,0 0 0 0 0,-1 0-1 0 0,-8 31 1 0 0,7-39-81 0 0,0-1-1 0 0,0 1 1 0 0,-1-1 0 0 0,0 1 0 0 0,0-1 0 0 0,-10 13 0 0 0,11-17-90 0 0,0-1-1 0 0,0 1 1 0 0,-1-1 0 0 0,1 1 0 0 0,-1-1 0 0 0,0 0-1 0 0,0-1 1 0 0,0 1 0 0 0,0-1 0 0 0,-1 1 0 0 0,1-1 0 0 0,-1 0-1 0 0,1-1 1 0 0,-6 2 0 0 0,10-3-84 0 0,-1 0 1 0 0,0 1-1 0 0,1-1 0 0 0,-1 0 0 0 0,0 0 1 0 0,1 0-1 0 0,-1 0 0 0 0,0 0 1 0 0,1 0-1 0 0,-1 0 0 0 0,0 0 0 0 0,1 0 1 0 0,-1-1-1 0 0,1 1 0 0 0,-1 0 1 0 0,0 0-1 0 0,1-1 0 0 0,-1 1 0 0 0,1 0 1 0 0,-1 0-1 0 0,1-1 0 0 0,-1 1 1 0 0,1-1-1 0 0,-1 1 0 0 0,1 0 0 0 0,-1-1 1 0 0,1 1-1 0 0,-1-1 0 0 0,1 1 1 0 0,0-1-1 0 0,-1 0 0 0 0,1 1 0 0 0,0-1 1 0 0,-1 1-1 0 0,1-1 0 0 0,0 0 1 0 0,0 1-1 0 0,0-1 0 0 0,0 1 0 0 0,-1-1 1 0 0,1 0-1 0 0,0 1 0 0 0,0-1 1 0 0,0 0-1 0 0,0 1 0 0 0,0-1 0 0 0,1 0 1 0 0,-1 0-1 0 0,0-3 21 0 0,1 1 1 0 0,-1-1-1 0 0,1 1 1 0 0,0-1-1 0 0,0 1 1 0 0,2-6-1 0 0,5-3-234 0 0,0-1 1 0 0,1 1-1 0 0,0 1 1 0 0,1 0-1 0 0,1 0 1 0 0,-1 1-1 0 0,2 0 1 0 0,17-11-1 0 0,9-5-903 0 0,58-27 1 0 0,-30 22-507 0 0,2 4 0 0 0,95-26 0 0 0,-162 52 1611 0 0,0 1-1 0 0,0-1 1 0 0,0 1 0 0 0,0 0 0 0 0,0-1 0 0 0,1 1-1 0 0,-1 0 1 0 0,0 0 0 0 0,0 0 0 0 0,0 0 0 0 0,0 0 0 0 0,1 0-1 0 0,-1 0 1 0 0,0 0 0 0 0,0 1 0 0 0,0-1 0 0 0,0 0-1 0 0,0 1 1 0 0,2 0 0 0 0,-2 0 41 0 0,-1-1 1 0 0,1 1-1 0 0,-1 0 0 0 0,0-1 0 0 0,1 1 1 0 0,-1 0-1 0 0,0-1 0 0 0,0 1 0 0 0,1 0 1 0 0,-1 0-1 0 0,0-1 0 0 0,0 1 0 0 0,0 0 1 0 0,0 0-1 0 0,0-1 0 0 0,0 1 0 0 0,0 0 1 0 0,0 0-1 0 0,0-1 0 0 0,-1 1 1 0 0,1 0-1 0 0,0 1 0 0 0,-3 6 438 0 0,-1 0 0 0 0,0 1 0 0 0,-9 13 0 0 0,10-15-395 0 0,-3 2 227 0 0,-59 114 2227 0 0,58-108-2327 0 0,0 1 0 0 0,2 0-1 0 0,0 1 1 0 0,0-1 0 0 0,2 1-1 0 0,-2 18 1 0 0,5-33-201 0 0,-1 0-1 0 0,1 0 1 0 0,0 0 0 0 0,0 0-1 0 0,0 1 1 0 0,0-1 0 0 0,0 0-1 0 0,1 0 1 0 0,-1 0 0 0 0,0 0-1 0 0,1 0 1 0 0,0 0 0 0 0,0 0-1 0 0,-1 0 1 0 0,1 0 0 0 0,0 0-1 0 0,1 0 1 0 0,-1 0 0 0 0,0 0-1 0 0,0-1 1 0 0,1 1 0 0 0,-1 0-1 0 0,1-1 1 0 0,-1 1 0 0 0,1-1-1 0 0,0 0 1 0 0,0 1 0 0 0,0-1-1 0 0,-1 0 1 0 0,1 0 0 0 0,0 0-1 0 0,0-1 1 0 0,0 1 0 0 0,1 0-1 0 0,-1-1 1 0 0,0 1 0 0 0,0-1-1 0 0,0 0 1 0 0,0 0 0 0 0,0 0 0 0 0,1 0-1 0 0,-1 0 1 0 0,3-1 0 0 0,5 0-506 0 0,-1 0 0 0 0,0-1 1 0 0,0 0-1 0 0,0 0 1 0 0,-1-1-1 0 0,1-1 0 0 0,-1 1 1 0 0,1-1-1 0 0,8-6 1 0 0,-5 1-1310 0 0,0 0 1 0 0,-1-1-1 0 0,1 0 0 0 0,17-22 1 0 0,-3-4-4915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4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55 2520 0 0,'-12'-12'2092'0'0,"0"2"-331"0"0,2 1-269 0 0,1 3-272 0 0,-1-1-300 0 0,1 0 384 0 0,-8 3-448 0 0,0 8-548 0 0,6 1-60 0 0,3 4-88 0 0,1 1-248 0 0,0 2-424 0 0,4 2-508 0 0,-1 1-568 0 0,1-3-1480 0 0,3 4-1133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4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70 132 792 0 0,'-7'9'14583'0'0,"0"0"-14066"0"0,0 2 0 0 0,0-1 0 0 0,0 1 0 0 0,2-1 0 0 0,-1 2 0 0 0,1-1 0 0 0,-4 16 0 0 0,7-20-416 0 0,0 1-1 0 0,0-1 1 0 0,1 1 0 0 0,0-1 0 0 0,0 1 0 0 0,1 0 0 0 0,0-1 0 0 0,0 1-1 0 0,1 0 1 0 0,0-1 0 0 0,0 1 0 0 0,0-1 0 0 0,4 10 0 0 0,-3-14-64 0 0,-1 0 0 0 0,0 0 0 0 0,1 0 0 0 0,-1-1 0 0 0,1 1 1 0 0,0 0-1 0 0,0-1 0 0 0,0 1 0 0 0,0-1 0 0 0,1 0 0 0 0,-1 0 1 0 0,1 0-1 0 0,-1 0 0 0 0,1 0 0 0 0,0 0 0 0 0,0-1 0 0 0,-1 1 1 0 0,1-1-1 0 0,0 0 0 0 0,0 0 0 0 0,1 0 0 0 0,-1 0 0 0 0,0 0 1 0 0,0-1-1 0 0,0 1 0 0 0,0-1 0 0 0,1 0 0 0 0,-1 0 0 0 0,0 0 1 0 0,6-2-1 0 0,-1 1-16 0 0,-1-1 0 0 0,-1 0 0 0 0,1 0 0 0 0,0-1 0 0 0,0 0 0 0 0,-1 0 0 0 0,0 0 1 0 0,1-1-1 0 0,-1 0 0 0 0,-1 0 0 0 0,1-1 0 0 0,0 0 0 0 0,4-5 0 0 0,0-3 19 0 0,0 0-1 0 0,-1-1 1 0 0,0 0-1 0 0,-1 0 1 0 0,0-1 0 0 0,-1 0-1 0 0,-1-1 1 0 0,-1 1-1 0 0,0-1 1 0 0,-1 0 0 0 0,-1 0-1 0 0,0-1 1 0 0,-1 1-1 0 0,-1-1 1 0 0,-1-18-1 0 0,0 31-37 0 0,0-1 0 0 0,-1 1 0 0 0,0 0 0 0 0,0 0 0 0 0,0 0-1 0 0,0 0 1 0 0,-1 0 0 0 0,1 0 0 0 0,-1 0 0 0 0,0 0 0 0 0,0 1-1 0 0,0-1 1 0 0,-1 1 0 0 0,0-1 0 0 0,1 1 0 0 0,-1 0 0 0 0,0 0-1 0 0,0 0 1 0 0,-5-3 0 0 0,4 4-1 0 0,0 0-1 0 0,0 0 1 0 0,0 1 0 0 0,-1-1-1 0 0,1 1 1 0 0,-1 0 0 0 0,1 0-1 0 0,-1 0 1 0 0,1 1 0 0 0,-1 0-1 0 0,1 0 1 0 0,-1 0 0 0 0,1 0-1 0 0,-1 1 1 0 0,1-1 0 0 0,-1 1-1 0 0,-8 3 1 0 0,3-1-32 0 0,0 1 0 0 0,0 0 0 0 0,0 1 0 0 0,0 0 0 0 0,-15 11 0 0 0,21-13-212 0 0,1 0 0 0 0,-1 0 0 0 0,0 0 0 0 0,1 0 0 0 0,0 1 0 0 0,0-1-1 0 0,0 1 1 0 0,0 0 0 0 0,1 0 0 0 0,-1 0 0 0 0,1 0 0 0 0,0 0 0 0 0,0 0 0 0 0,0 1 0 0 0,-1 6 0 0 0,3-9-172 0 0,0 0-1 0 0,1 0 1 0 0,-1 0-1 0 0,0 0 1 0 0,1 1-1 0 0,-1-1 1 0 0,1 0 0 0 0,0 0-1 0 0,-1 0 1 0 0,1 0-1 0 0,0 0 1 0 0,0 0-1 0 0,1 0 1 0 0,-1 0-1 0 0,0-1 1 0 0,0 1 0 0 0,1 0-1 0 0,-1-1 1 0 0,1 1-1 0 0,0-1 1 0 0,0 0-1 0 0,-1 1 1 0 0,1-1-1 0 0,0 0 1 0 0,0 0 0 0 0,0 0-1 0 0,2 1 1 0 0,8 2-4526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1816 0 0,'46'-28'11550'0'0,"-43"29"-11038"0"0,2 0-294 0 0,0 0 0 0 0,-1 1 0 0 0,1-1-1 0 0,-1 1 1 0 0,1 0 0 0 0,-1 0 0 0 0,0 1 0 0 0,0-1 0 0 0,0 1 0 0 0,0 0-1 0 0,5 6 1 0 0,-2-2 148 0 0,-1 0-1 0 0,0 0 0 0 0,-1 1 1 0 0,0-1-1 0 0,7 16 0 0 0,-5-9 52 0 0,-1 1-1 0 0,-1 0 1 0 0,0 0 0 0 0,-1 1-1 0 0,-1-1 1 0 0,0 1-1 0 0,0 16 1 0 0,-3-23-218 0 0,0 0 0 0 0,-1 0 0 0 0,0 0 1 0 0,-1 0-1 0 0,0-1 0 0 0,0 1 1 0 0,-1 0-1 0 0,0-1 0 0 0,0 0 0 0 0,-1 0 1 0 0,-7 12-1 0 0,9-16-69 0 0,-1-1 1 0 0,1 1-1 0 0,-1-1 1 0 0,0 1-1 0 0,0-1 1 0 0,0 0-1 0 0,-1 0 1 0 0,1 0-1 0 0,-1 0 1 0 0,1-1-1 0 0,-1 1 1 0 0,0-1-1 0 0,0 0 1 0 0,0 0-1 0 0,0-1 1 0 0,0 1-1 0 0,-1-1 1 0 0,1 0-1 0 0,0 0 1 0 0,-1 0-1 0 0,1 0 1 0 0,0-1-1 0 0,-1 0 1 0 0,1 0-1 0 0,-9-1 1 0 0,12 1-84 0 0,-1 0 0 0 0,1-1 0 0 0,-1 1 0 0 0,1 0 0 0 0,-1 0 0 0 0,1-1 1 0 0,-1 1-1 0 0,1-1 0 0 0,-1 0 0 0 0,1 1 0 0 0,0-1 0 0 0,-1 0 0 0 0,1 0 1 0 0,0 0-1 0 0,0 0 0 0 0,-1 0 0 0 0,1 0 0 0 0,0 0 0 0 0,0 0 0 0 0,0 0 1 0 0,0-1-1 0 0,1 1 0 0 0,-1 0 0 0 0,-1-3 0 0 0,2 1-25 0 0,-1 1-1 0 0,1-1 1 0 0,0 0-1 0 0,0 1 1 0 0,0-1-1 0 0,1 1 0 0 0,-1-1 1 0 0,1 1-1 0 0,-1-1 1 0 0,1 1-1 0 0,0-1 1 0 0,0 1-1 0 0,0-1 1 0 0,0 1-1 0 0,3-3 1 0 0,3-7 26 0 0,0 1 0 0 0,1 0 0 0 0,0 0 0 0 0,1 1 0 0 0,1 1 0 0 0,16-15 0 0 0,72-46-318 0 0,-81 59 98 0 0,16-10-748 0 0,1 2 1 0 0,47-19-1 0 0,-2 7-3187 0 0,1 2-5260 0 0,-69 25 7453 0 0,19-6-6752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0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45 2196 0 0,'1'-3'2612'0'0,"0"-9"562"0"0,-2-17 8369 0 0,1 29-11498 0 0,-8 18 33 0 0,-25 67 1020 0 0,-44 119 1194 0 0,47-100-3750 0 0,10 2-3431 0 0,19-102 4103 0 0,0 1-2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0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599 171 1012 0 0,'10'-24'7121'0'0,"10"-30"-1"0"0,-3 4-832 0 0,-16 49-5725 0 0,1-17 2139 0 0,-2 16-2620 0 0,0 1 0 0 0,1 0 0 0 0,-1-1 1 0 0,0 1-1 0 0,0 0 0 0 0,0-1 0 0 0,0 1 0 0 0,0-1 0 0 0,0 1 1 0 0,-1 0-1 0 0,1-1 0 0 0,0 1 0 0 0,-1 0 0 0 0,0-2 0 0 0,1 2 48 0 0,-16 11-50 0 0,3 4-57 0 0,1 0 0 0 0,0 1 0 0 0,2 0 0 0 0,-1 1 0 0 0,2 0-1 0 0,-9 20 1 0 0,-10 22 40 0 0,4 2 0 0 0,1 0-1 0 0,4 1 1 0 0,-20 104-1 0 0,21-43 391 0 0,-5 181 0 0 0,21-236-353 0 0,-10 170 192 0 0,7-193-206 0 0,-1 0 0 0 0,-3 0 0 0 0,-18 54 0 0 0,23-86-38 0 0,-1 0 0 0 0,-1-1 0 0 0,0 0 0 0 0,0 0 0 0 0,-1 0-1 0 0,0-1 1 0 0,-1 0 0 0 0,0 0 0 0 0,-1-1 0 0 0,-15 12 0 0 0,21-18-125 0 0,-1 1 0 0 0,0-2 0 0 0,0 1 0 0 0,0 0 0 0 0,0-1 0 0 0,-1 0 0 0 0,1 0 0 0 0,0 0 0 0 0,-1-1 0 0 0,0 1 0 0 0,1-1 0 0 0,-1 0 0 0 0,0 0 0 0 0,0-1 0 0 0,0 1 1 0 0,1-1-1 0 0,-1 0 0 0 0,0-1 0 0 0,0 1 0 0 0,0-1 0 0 0,1 0 0 0 0,-1 0 0 0 0,0 0 0 0 0,1-1 0 0 0,-1 1 0 0 0,1-1 0 0 0,-1-1 0 0 0,1 1 0 0 0,0 0 0 0 0,-5-4 0 0 0,3 1-371 0 0,1 0 0 0 0,-1 0 0 0 0,1-1 0 0 0,0 0-1 0 0,1 0 1 0 0,-1 0 0 0 0,1 0 0 0 0,0-1 0 0 0,1 1-1 0 0,-1-1 1 0 0,1 0 0 0 0,-3-11 0 0 0,1 1-1632 0 0,1-1 1 0 0,1 0-1 0 0,1 0 0 0 0,-1-19 1 0 0,3-4-5797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1 315 1752 0 0,'9'-11'947'0'0,"24"-30"2884"0"0,2 1-1 0 0,68-60 1 0 0,-80 84-3543 0 0,1 1 1 0 0,0 1 0 0 0,0 2 0 0 0,2 0-1 0 0,-1 2 1 0 0,33-9 0 0 0,-18 5-1927 0 0,-14 4-4495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1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296 100 1628 0 0,'-128'-42'10062'0'0,"-37"-15"52"0"0,162 56-10139 0 0,19 6-4067 0 0,15 2-3851 0 0,-11-5 603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2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88 576 60 0 0,'-38'84'8585'0'0,"22"-45"-5086"0"0,-12 52 0 0 0,26-87-3292 0 0,1 0 0 0 0,0 1-1 0 0,0-1 1 0 0,1 0-1 0 0,-1 0 1 0 0,1 1-1 0 0,0-1 1 0 0,0 0-1 0 0,1 1 1 0 0,-1-1-1 0 0,1 0 1 0 0,2 8-1 0 0,-3-11-164 0 0,1 0-1 0 0,0 0 1 0 0,0 0-1 0 0,0 0 1 0 0,0 0-1 0 0,0-1 1 0 0,0 1-1 0 0,0 0 1 0 0,0 0-1 0 0,0-1 1 0 0,0 1-1 0 0,0-1 1 0 0,1 1-1 0 0,-1-1 1 0 0,0 1-1 0 0,0-1 0 0 0,1 0 1 0 0,-1 0-1 0 0,0 0 1 0 0,2 1-1 0 0,27-3 225 0 0,-12-3-215 0 0,0-1 0 0 0,0 0 0 0 0,-1-1 0 0 0,0-1 0 0 0,0-1 0 0 0,-1-1 0 0 0,0 0 0 0 0,0-1 0 0 0,-1 0 0 0 0,18-19 0 0 0,-10 7-50 0 0,-1-1 1 0 0,-1-1-1 0 0,-1 0 1 0 0,-1-2-1 0 0,18-33 0 0 0,-14 13-43 0 0,-2-2 0 0 0,-2 0 0 0 0,-2-1 0 0 0,-2-1 0 0 0,-3 0 0 0 0,-1-1 0 0 0,-3 0-1 0 0,-3-1 1 0 0,0-53 0 0 0,-5 106 41 0 0,0 0 0 0 0,0-1 0 0 0,0 1 0 0 0,0 0 0 0 0,0 0 0 0 0,0 0 0 0 0,0-1 0 0 0,0 1 0 0 0,0 0 0 0 0,0 0 0 0 0,0 0 0 0 0,0-1 0 0 0,0 1 0 0 0,0 0 0 0 0,0 0 0 0 0,0-1 0 0 0,-1 1 0 0 0,1 0 0 0 0,0 0 0 0 0,0 0 0 0 0,0 0 0 0 0,0-1 0 0 0,0 1 0 0 0,-1 0 0 0 0,1 0 0 0 0,0 0 0 0 0,0 0 0 0 0,0 0 0 0 0,0-1 0 0 0,-1 1 0 0 0,1 0 0 0 0,0 0 0 0 0,0 0 0 0 0,0 0 0 0 0,-1 0 0 0 0,1 0 0 0 0,0 0 0 0 0,0 0 0 0 0,0 0 0 0 0,-1 0 0 0 0,1 0 0 0 0,0 0 0 0 0,0 0 0 0 0,-1 0 0 0 0,1 0 0 0 0,0 0 0 0 0,0 0 0 0 0,0 0 0 0 0,-1 0 0 0 0,1 0 0 0 0,0 0 0 0 0,0 0 0 0 0,-1 0 0 0 0,-8 7-16 0 0,-2 12 14 0 0,0 0 0 0 0,2 0-1 0 0,0 1 1 0 0,-11 40 0 0 0,8-22 13 0 0,-66 208 129 0 0,61-178-96 0 0,-15 116 1 0 0,30-163-28 0 0,0 0 0 0 0,1-1 1 0 0,1 1-1 0 0,6 40 0 0 0,-6-57-35 0 0,1 1-1 0 0,1 0 1 0 0,-1-1-1 0 0,1 1 0 0 0,-1 0 1 0 0,1-1-1 0 0,0 0 1 0 0,1 1-1 0 0,-1-1 0 0 0,1 0 1 0 0,0 0-1 0 0,0-1 0 0 0,0 1 1 0 0,1-1-1 0 0,-1 1 1 0 0,1-1-1 0 0,0 0 0 0 0,-1 0 1 0 0,2 0-1 0 0,-1-1 0 0 0,0 0 1 0 0,0 0-1 0 0,1 0 1 0 0,-1 0-1 0 0,1 0 0 0 0,8 1 1 0 0,-2-2-147 0 0,0 0-1 0 0,0 0 1 0 0,1-1 0 0 0,-1-1 0 0 0,0 0 0 0 0,0 0 0 0 0,0-1-1 0 0,0 0 1 0 0,0-1 0 0 0,0-1 0 0 0,-1 1 0 0 0,18-10 0 0 0,-9 3-188 0 0,0 0 0 0 0,-1-2 0 0 0,-1 0 1 0 0,0 0-1 0 0,28-29 0 0 0,-20 13 32 0 0,0-2-1 0 0,-2-1 1 0 0,-2 0-1 0 0,0-2 1 0 0,23-53-1 0 0,62-183-244 0 0,-100 253 559 0 0,38-129 1089 0 0,-20 65-55 0 0,-24 74-702 0 0,-4 11-218 0 0,-7 15 38 0 0,-43 115 1111 0 0,-166 458 699 0 0,207-553-1894 0 0,5-14 31 0 0,0 0 0 0 0,-4 32 0 0 0,12-58-84 0 0,-1 1-1 0 0,1-1 1 0 0,0 0-1 0 0,0 1 0 0 0,0-1 1 0 0,0 0-1 0 0,0 1 1 0 0,0-1-1 0 0,0 0 1 0 0,0 1-1 0 0,0-1 0 0 0,0 1 1 0 0,0-1-1 0 0,0 0 1 0 0,0 1-1 0 0,0-1 0 0 0,0 1 1 0 0,0-1-1 0 0,0 0 1 0 0,0 1-1 0 0,0-1 0 0 0,1 0 1 0 0,-1 1-1 0 0,0-1 1 0 0,0 0-1 0 0,0 1 1 0 0,1-1-1 0 0,-1 0 0 0 0,1 1 1 0 0,6-9 34 0 0,9-20-47 0 0,-6 6 3 0 0,75-147-11 0 0,-74 152-8 0 0,0-1-1 0 0,1 1 1 0 0,2 1-1 0 0,-1 0 1 0 0,2 1-1 0 0,31-26 1 0 0,-42 38 12 0 0,0 0 0 0 0,1 0 0 0 0,-1 0 0 0 0,1 1 0 0 0,-1 0 0 0 0,1 0 0 0 0,0 0 1 0 0,0 0-1 0 0,-1 1 0 0 0,1 0 0 0 0,0 0 0 0 0,6 0 0 0 0,-8 1 10 0 0,-1 0-1 0 0,1 0 0 0 0,-1 1 1 0 0,1-1-1 0 0,-1 1 1 0 0,1 0-1 0 0,-1-1 1 0 0,0 1-1 0 0,1 0 0 0 0,-1 1 1 0 0,0-1-1 0 0,0 0 1 0 0,0 0-1 0 0,0 1 1 0 0,0 0-1 0 0,0-1 0 0 0,0 1 1 0 0,0 0-1 0 0,-1 0 1 0 0,1 0-1 0 0,-1 0 1 0 0,1 0-1 0 0,-1 0 1 0 0,0 0-1 0 0,2 4 0 0 0,1 3 4 0 0,-1 1-1 0 0,0-1 0 0 0,0 1 1 0 0,-1-1-1 0 0,0 1 0 0 0,1 14 0 0 0,-4 59 15 0 0,0-65-9 0 0,0 1-1 0 0,1-1 1 0 0,1 1 0 0 0,1-1-1 0 0,4 20 1 0 0,-5-36-2 0 0,-1 0 0 0 0,1 0 0 0 0,0 0 0 0 0,0 0 0 0 0,-1-1 0 0 0,1 1 0 0 0,1 0 0 0 0,-1 0 0 0 0,0 0 0 0 0,0-1 0 0 0,1 1 0 0 0,-1-1 0 0 0,0 1 0 0 0,1-1 0 0 0,0 1 0 0 0,-1-1 0 0 0,1 0 0 0 0,0 0 0 0 0,0 0 0 0 0,2 1 0 0 0,0 0 0 0 0,0-2 0 0 0,0 1 0 0 0,0 0 0 0 0,0-1 1 0 0,-1 1-1 0 0,1-1 0 0 0,0 0 0 0 0,0 0 1 0 0,0-1-1 0 0,5 0 0 0 0,5-3 5 0 0,0 0 0 0 0,0-1 0 0 0,0 0 0 0 0,23-13 0 0 0,-16 5-9 0 0,-2 0 1 0 0,1-1-1 0 0,-2-1 0 0 0,0-1 0 0 0,-1-1 0 0 0,0 0 0 0 0,16-24 0 0 0,-6 5-25 0 0,-2-2 1 0 0,38-76-1 0 0,-57 103 15 0 0,0-1 1 0 0,-1 0-1 0 0,-1-1 0 0 0,0 1 0 0 0,0-1 1 0 0,-1 0-1 0 0,1-14 0 0 0,-4 26 7 0 0,1 0 1 0 0,-1 0-1 0 0,0 0 1 0 0,0 0-1 0 0,0 0 0 0 0,0 1 1 0 0,0-1-1 0 0,-1 0 1 0 0,1 0-1 0 0,0 0 0 0 0,0 1 1 0 0,0-1-1 0 0,-1 0 1 0 0,1 0-1 0 0,-1 0 1 0 0,1 1-1 0 0,0-1 0 0 0,-1 0 1 0 0,1 1-1 0 0,-1-1 1 0 0,1 0-1 0 0,-1 1 0 0 0,0-1 1 0 0,1 1-1 0 0,-2-2 1 0 0,1 2 0 0 0,0 0 0 0 0,0 0 0 0 0,0 0 0 0 0,0 0 0 0 0,0 0 1 0 0,0 0-1 0 0,0 0 0 0 0,0 0 0 0 0,0 0 0 0 0,0 1 1 0 0,0-1-1 0 0,0 0 0 0 0,0 1 0 0 0,1-1 0 0 0,-1 0 1 0 0,0 1-1 0 0,-1 0 0 0 0,-6 4 14 0 0,1 0 1 0 0,0 1 0 0 0,-9 8-1 0 0,14-12-6 0 0,-20 22 58 0 0,0 0 0 0 0,2 2 0 0 0,0 0-1 0 0,2 1 1 0 0,1 1 0 0 0,1 1 0 0 0,2 0 0 0 0,-16 44 0 0 0,27-63-47 0 0,0-1 0 0 0,0 1 1 0 0,1 0-1 0 0,0 0 0 0 0,1 0 1 0 0,0 0-1 0 0,1 0 0 0 0,0 0 1 0 0,1 11-1 0 0,0-17-11 0 0,0 0 1 0 0,0 0-1 0 0,0-1 0 0 0,0 1 1 0 0,0 0-1 0 0,1-1 0 0 0,0 1 1 0 0,0-1-1 0 0,0 1 1 0 0,0-1-1 0 0,0 0 0 0 0,1 0 1 0 0,-1 0-1 0 0,1 0 0 0 0,0-1 1 0 0,0 1-1 0 0,0-1 0 0 0,0 1 1 0 0,0-1-1 0 0,0 0 0 0 0,1 0 1 0 0,-1-1-1 0 0,1 1 0 0 0,-1-1 1 0 0,1 0-1 0 0,5 2 0 0 0,3-1 6 0 0,1 0 0 0 0,0-1-1 0 0,0 0 1 0 0,0-1 0 0 0,0 0-1 0 0,-1-1 1 0 0,1-1 0 0 0,0 0-1 0 0,0 0 1 0 0,-1-2-1 0 0,24-8 1 0 0,-9 1-8 0 0,-1-2 1 0 0,0 0-1 0 0,-1-2 0 0 0,28-21 1 0 0,-22 13-9 0 0,-2-1 0 0 0,-1-2 0 0 0,-1 0-1 0 0,30-39 1 0 0,-44 49-6 0 0,-1-1 0 0 0,-1-1-1 0 0,0 0 1 0 0,-1 0 0 0 0,-1-1 0 0 0,-1 0-1 0 0,-1-1 1 0 0,-1 0 0 0 0,6-26-1 0 0,-11 41 4 0 0,0-1-1 0 0,-1 1 0 0 0,1 0 0 0 0,-1 0 0 0 0,0-1 0 0 0,0 1 0 0 0,-1 0 0 0 0,1 0 0 0 0,-1-1 0 0 0,0 1 1 0 0,-1 0-1 0 0,1 0 0 0 0,-4-5 0 0 0,4 8 3 0 0,0 1 1 0 0,0 0-1 0 0,0 0 1 0 0,0 1 0 0 0,0-1-1 0 0,-1 0 1 0 0,1 0-1 0 0,0 0 1 0 0,-1 1-1 0 0,1-1 1 0 0,0 1-1 0 0,-1-1 1 0 0,1 1 0 0 0,-1 0-1 0 0,1-1 1 0 0,-1 1-1 0 0,1 0 1 0 0,-1 0-1 0 0,1 0 1 0 0,-2 0-1 0 0,1 0 3 0 0,0 1 0 0 0,-1-1 0 0 0,1 0-1 0 0,0 1 1 0 0,0-1 0 0 0,0 1-1 0 0,0 0 1 0 0,0-1 0 0 0,0 1 0 0 0,0 0-1 0 0,0 0 1 0 0,1 0 0 0 0,-1 1-1 0 0,0-1 1 0 0,1 0 0 0 0,-1 1 0 0 0,-2 2-1 0 0,-1 2 0 0 0,2-4 4 0 0,3-1-2 0 0,-1 0-1 0 0,0-1 0 0 0,0 1 0 0 0,0-1 1 0 0,1 1-1 0 0,-1 0 0 0 0,0-1 1 0 0,1 1-1 0 0,-1 0 0 0 0,1 0 0 0 0,-1 0 1 0 0,1-1-1 0 0,-1 1 0 0 0,1 0 0 0 0,0 0 1 0 0,-1 0-1 0 0,1 0 0 0 0,0 0 0 0 0,0 0 1 0 0,-1 0-1 0 0,1 0 0 0 0,0 0 1 0 0,0 1-1 0 0,0 0 1 0 0,0 0 1 0 0,0 0-1 0 0,0 1 1 0 0,1-1-1 0 0,-1 0 1 0 0,0 0-1 0 0,1 0 1 0 0,0 0-1 0 0,-1 0 0 0 0,1 0 1 0 0,0 0-1 0 0,0 0 1 0 0,0 0-1 0 0,0 0 1 0 0,0 0-1 0 0,1-1 1 0 0,-1 1-1 0 0,1 0 1 0 0,-1-1-1 0 0,1 1 1 0 0,2 1-1 0 0,0-1 4 0 0,0 1 1 0 0,1-2-1 0 0,-1 1 1 0 0,0 0-1 0 0,1-1 1 0 0,8 2-1 0 0,-7-1-3 0 0,24 3-1 0 0,-1-1 1 0 0,0-1 0 0 0,1-2 0 0 0,0-1-1 0 0,-1-1 1 0 0,1-1 0 0 0,46-11-1 0 0,-70 12-10 0 0,0-1-1 0 0,-1 0 1 0 0,1 0-1 0 0,0 0 1 0 0,10-6-1 0 0,-15 7-7 0 0,-3 2 3 0 0,-5 1 17 0 0,0 1 1 0 0,1 1-1 0 0,0 0 0 0 0,-1 0 0 0 0,1 0 0 0 0,0 0 1 0 0,-5 7-1 0 0,-40 41 21 0 0,40-40-33 0 0,-13 15 25 0 0,-28 39 1 0 0,44-55-3 0 0,1 1 1 0 0,0 1-1 0 0,1-1 0 0 0,0 1 1 0 0,0 0-1 0 0,-4 20 1 0 0,9-29-9 0 0,0-1-1 0 0,0 0 1 0 0,1 1 0 0 0,-1-1-1 0 0,1 1 1 0 0,0-1 0 0 0,0 0 0 0 0,0 1-1 0 0,1-1 1 0 0,-1 1 0 0 0,1-1-1 0 0,-1 0 1 0 0,1 1 0 0 0,0-1 0 0 0,1 0-1 0 0,-1 0 1 0 0,0 0 0 0 0,1 0-1 0 0,0 0 1 0 0,0 0 0 0 0,0 0-1 0 0,0 0 1 0 0,0-1 0 0 0,0 1 0 0 0,6 4-1 0 0,-3-4 3 0 0,1 0-1 0 0,0 0 1 0 0,-1 0-1 0 0,1-1 1 0 0,0 1-1 0 0,0-2 0 0 0,1 1 1 0 0,-1-1-1 0 0,0 1 1 0 0,0-2-1 0 0,1 1 1 0 0,-1-1-1 0 0,8 0 1 0 0,12-3-2 0 0,1 0 0 0 0,-1-1 0 0 0,-1-2 0 0 0,1-1 0 0 0,-1-1 0 0 0,0-1 0 0 0,-1-1 0 0 0,0-1 0 0 0,23-14 0 0 0,6-8 4 0 0,-1-3 0 0 0,78-68 0 0 0,-55 32-12 0 0,-64 61 5 0 0,-2-1 0 0 0,1 0 0 0 0,-2 0 0 0 0,14-25 1 0 0,-21 36-6 0 0,0-1 1 0 0,-1 1-1 0 0,1-1 1 0 0,0 0 0 0 0,-1 1-1 0 0,1-1 1 0 0,-1 1 0 0 0,0-1-1 0 0,1 0 1 0 0,-1 0 0 0 0,0 1-1 0 0,0-1 1 0 0,0 0-1 0 0,-1-2 1 0 0,1 3 1 0 0,0 0 0 0 0,-1 1-1 0 0,1-1 1 0 0,0 1 0 0 0,-1-1 0 0 0,1 1-1 0 0,0-1 1 0 0,-1 1 0 0 0,1-1 0 0 0,-1 1-1 0 0,1 0 1 0 0,-1-1 0 0 0,1 1 0 0 0,-1 0-1 0 0,1-1 1 0 0,-1 1 0 0 0,0 0 0 0 0,1-1-1 0 0,-1 1 1 0 0,1 0 0 0 0,-1 0 0 0 0,0 0-1 0 0,1 0 1 0 0,-1 0 0 0 0,0 0 0 0 0,0 0-1 0 0,-3 0 6 0 0,-1 0-1 0 0,1 1 0 0 0,0 0 0 0 0,-1 0 1 0 0,1 0-1 0 0,0 0 0 0 0,0 1 0 0 0,-1 0 1 0 0,-4 2-1 0 0,-6 5 42 0 0,1 1-1 0 0,0 0 1 0 0,0 1 0 0 0,1 0-1 0 0,0 1 1 0 0,1 0 0 0 0,-11 15-1 0 0,15-15-13 0 0,-1-1-1 0 0,2 1 1 0 0,-1 0 0 0 0,2 1-1 0 0,-1 0 1 0 0,2 0-1 0 0,0 0 1 0 0,-7 28-1 0 0,12-38-17 0 0,-1 1-1 0 0,0 0 0 0 0,1 0 0 0 0,0-1 1 0 0,0 1-1 0 0,0 0 0 0 0,1 0 1 0 0,-1 0-1 0 0,1-1 0 0 0,0 1 0 0 0,0 0 1 0 0,0-1-1 0 0,0 1 0 0 0,1 0 0 0 0,-1-1 1 0 0,1 0-1 0 0,2 4 0 0 0,0-3-2 0 0,-1 0-1 0 0,0-1 1 0 0,1 1-1 0 0,0-1 1 0 0,0 0 0 0 0,0 0-1 0 0,0-1 1 0 0,0 1-1 0 0,0-1 1 0 0,1 0-1 0 0,8 3 1 0 0,0-1-319 0 0,-1-1 0 0 0,1-1 0 0 0,0 0 0 0 0,0 0 0 0 0,0-2 0 0 0,1 1 0 0 0,-1-2 1 0 0,0 0-1 0 0,15-3 0 0 0,-14 1-1086 0 0,-1 0 0 0 0,25-10 0 0 0,2-10-4586 0 0,-18 5 160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3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423 108 2432 0 0,'-335'4'11273'0'0,"260"-4"-8515"0"0,63-2-1228 0 0,24-2-1101 0 0,29-5-250 0 0,249-29-953 0 0,7 10-3405 0 0,-132 13-414 0 0,0-1-2058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3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184 145 820 0 0,'-75'15'13068'0'0,"76"-13"-12375"0"0,-1-1-676 0 0,0-1 0 0 0,0 0 1 0 0,0 0-1 0 0,0 0 0 0 0,0 1 0 0 0,0-1 1 0 0,0 0-1 0 0,0 0 0 0 0,0 1 0 0 0,0-1 1 0 0,0 0-1 0 0,0 0 0 0 0,0 0 1 0 0,0 1-1 0 0,1-1 0 0 0,-1 0 0 0 0,0 0 1 0 0,0 0-1 0 0,0 1 0 0 0,0-1 0 0 0,0 0 1 0 0,0 0-1 0 0,1 0 0 0 0,-1 0 0 0 0,0 0 1 0 0,0 1-1 0 0,0-1 0 0 0,1 0 1 0 0,-1 0-1 0 0,0 0 0 0 0,0 0 0 0 0,0 0 1 0 0,1 0-1 0 0,-1 0 0 0 0,0 0 0 0 0,0 0 1 0 0,0 0-1 0 0,1 0 0 0 0,-1 0 0 0 0,0 0 1 0 0,34-5 379 0 0,0-3 1 0 0,-1 0 0 0 0,0-3-1 0 0,55-24 1 0 0,-86 34-409 0 0,0 1 0 0 0,0-1 0 0 0,1-1 0 0 0,-1 1 0 0 0,0 0 0 0 0,0 0 0 0 0,0-1 0 0 0,-1 0 0 0 0,1 1 0 0 0,0-1 0 0 0,0 0 0 0 0,-1 0 0 0 0,1 1 0 0 0,-1-1 0 0 0,0 0 0 0 0,1-1 0 0 0,-1 1 0 0 0,0 0 0 0 0,0 0 0 0 0,-1 0 0 0 0,1-1 0 0 0,0 1 0 0 0,-1 0 0 0 0,1-1 0 0 0,-1 1 0 0 0,0-1 0 0 0,0 1 0 0 0,0-3 0 0 0,0 2-12 0 0,-1 1 1 0 0,0 0-1 0 0,1-1 1 0 0,-1 1-1 0 0,0 0 1 0 0,0 0-1 0 0,-1 0 1 0 0,1 0-1 0 0,0 0 1 0 0,-1 0-1 0 0,1 0 1 0 0,-1 0-1 0 0,1 1 1 0 0,-1-1-1 0 0,0 0 1 0 0,0 1-1 0 0,0 0 1 0 0,0-1-1 0 0,0 1 1 0 0,0 0-1 0 0,0 0 1 0 0,0 0-1 0 0,-1 0 1 0 0,1 1-1 0 0,0-1 1 0 0,0 0-1 0 0,-1 1 1 0 0,1 0-1 0 0,-3-1 1 0 0,-3 1 16 0 0,1 0 1 0 0,-1 0-1 0 0,0 1 0 0 0,1 0 1 0 0,-1 1-1 0 0,1-1 0 0 0,-1 2 1 0 0,1-1-1 0 0,0 1 0 0 0,0 0 1 0 0,0 0-1 0 0,0 1 0 0 0,1-1 1 0 0,-1 2-1 0 0,1-1 0 0 0,0 1 1 0 0,-6 5-1 0 0,-7 8-13 0 0,1 1 0 0 0,0 0 0 0 0,-24 37 0 0 0,22-27 28 0 0,-18 35 0 0 0,32-54-5 0 0,1 1 0 0 0,0 0 0 0 0,1 0 0 0 0,1 0 0 0 0,0 0 0 0 0,0 1 0 0 0,-1 15 0 0 0,4-25 7 0 0,-1 1 0 0 0,1-1-1 0 0,0 1 1 0 0,1-1 0 0 0,-1 1-1 0 0,0-1 1 0 0,1 0-1 0 0,-1 1 1 0 0,1-1 0 0 0,0 1-1 0 0,0-1 1 0 0,0 0 0 0 0,0 0-1 0 0,0 0 1 0 0,0 1-1 0 0,1-1 1 0 0,-1 0 0 0 0,3 3-1 0 0,-1-3-54 0 0,0 0 0 0 0,0 0 0 0 0,0 0-1 0 0,0 0 1 0 0,0-1 0 0 0,0 1 0 0 0,0-1 0 0 0,0 0-1 0 0,1 0 1 0 0,-1 0 0 0 0,7 0 0 0 0,5 1-542 0 0,0-2-1 0 0,-1 0 1 0 0,1-1 0 0 0,28-5 0 0 0,-21 1-1459 0 0,0-1 1 0 0,32-12 0 0 0,-18 3-2315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4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1 253 808 0 0,'27'-38'4294'0'0,"-15"19"-2718"0"0,2 1-1 0 0,0 0 1 0 0,1 1-1 0 0,28-26 1 0 0,-40 41-1519 0 0,-1 0 1 0 0,0 1 0 0 0,1-1-1 0 0,-1 0 1 0 0,1 1 0 0 0,0 0-1 0 0,-1-1 1 0 0,1 1-1 0 0,0 0 1 0 0,0 0 0 0 0,0 1-1 0 0,-1-1 1 0 0,1 0-1 0 0,0 1 1 0 0,0 0 0 0 0,0 0-1 0 0,0 0 1 0 0,0 0 0 0 0,0 0-1 0 0,0 0 1 0 0,0 1-1 0 0,0 0 1 0 0,0-1 0 0 0,0 1-1 0 0,0 0 1 0 0,-1 1 0 0 0,1-1-1 0 0,0 0 1 0 0,-1 1-1 0 0,1-1 1 0 0,-1 1 0 0 0,1 0-1 0 0,2 3 1 0 0,1 1 67 0 0,-2-1 0 0 0,1 1 0 0 0,-1 0 0 0 0,0 0 0 0 0,0 0 1 0 0,0 1-1 0 0,-1 0 0 0 0,0-1 0 0 0,0 1 0 0 0,-1 0 0 0 0,0 0 0 0 0,2 12 1 0 0,-3-6-33 0 0,0 1 0 0 0,-1 0 1 0 0,0 0-1 0 0,-1 0 1 0 0,-1 0-1 0 0,0-1 0 0 0,-1 1 1 0 0,0-1-1 0 0,-1 1 1 0 0,0-1-1 0 0,-7 13 0 0 0,-5 5 79 0 0,0-1-1 0 0,-2 0 0 0 0,-26 32 0 0 0,37-54-88 0 0,11-13-106 0 0,12-15-169 0 0,239-208-1927 0 0,-35 35 896 0 0,-212 185 1172 0 0,0 0 0 0 0,0 0 1 0 0,-1-1-1 0 0,0 0 0 0 0,0 0 1 0 0,9-19-1 0 0,-16 28 50 0 0,1 0 0 0 0,-1 0-1 0 0,0-1 1 0 0,0 1 0 0 0,0 0 0 0 0,0 0-1 0 0,0 0 1 0 0,0-1 0 0 0,0 1 0 0 0,0 0-1 0 0,0 0 1 0 0,0-1 0 0 0,0 1 0 0 0,0 0-1 0 0,0 0 1 0 0,0-1 0 0 0,0 1 0 0 0,0 0-1 0 0,0 0 1 0 0,0 0 0 0 0,0-1 0 0 0,0 1-1 0 0,0 0 1 0 0,0 0 0 0 0,-1-1 0 0 0,1 1-1 0 0,0 0 1 0 0,0 0 0 0 0,0 0 0 0 0,0 0 0 0 0,0-1-1 0 0,-1 1 1 0 0,1 0 0 0 0,0 0 0 0 0,0 0-1 0 0,0 0 1 0 0,-1 0 0 0 0,1-1 0 0 0,0 1-1 0 0,0 0 1 0 0,-1 0 0 0 0,1 0 0 0 0,0 0-1 0 0,0 0 1 0 0,0 0 0 0 0,-1 0 0 0 0,1 0-1 0 0,0 0 1 0 0,0 0 0 0 0,-1 0 0 0 0,1 0-1 0 0,0 0 1 0 0,0 0 0 0 0,-1 0 0 0 0,1 0-1 0 0,0 0 1 0 0,-12 3-5 0 0,12-3 7 0 0,-5 2 0 0 0,1 0 1 0 0,-1 0-1 0 0,1 1 1 0 0,0 0-1 0 0,-1 0 1 0 0,1 0-1 0 0,1 0 1 0 0,-1 1-1 0 0,0-1 1 0 0,1 1-1 0 0,0 0 1 0 0,-4 6-1 0 0,-2 3 7 0 0,1 1 0 0 0,-10 23 0 0 0,14-28 5 0 0,0 1 0 0 0,1-1-1 0 0,0 1 1 0 0,1 0 0 0 0,0 0-1 0 0,1 0 1 0 0,0 0-1 0 0,0 0 1 0 0,1 0 0 0 0,0 0-1 0 0,4 18 1 0 0,-3-21-6 0 0,1-1 0 0 0,0 1 1 0 0,0-1-1 0 0,0 0 0 0 0,1 0 0 0 0,0 0 0 0 0,0-1 0 0 0,1 1 1 0 0,0-1-1 0 0,-1 1 0 0 0,2-1 0 0 0,-1 0 0 0 0,1-1 1 0 0,-1 1-1 0 0,1-1 0 0 0,1 0 0 0 0,-1 0 0 0 0,1-1 1 0 0,5 4-1 0 0,3-1-225 0 0,0 0 1 0 0,0 0 0 0 0,0-2 0 0 0,1 1-1 0 0,-1-2 1 0 0,1 0 0 0 0,0-1-1 0 0,0-1 1 0 0,0 0 0 0 0,0-1 0 0 0,1 0-1 0 0,-1-1 1 0 0,0-1 0 0 0,21-5-1 0 0,-22 3 144 0 0,-1 0-1 0 0,1-1 0 0 0,-1 0 1 0 0,0-1-1 0 0,-1 0 0 0 0,0-1 1 0 0,0-1-1 0 0,0 0 0 0 0,-1 0 0 0 0,0-1 1 0 0,-1-1-1 0 0,0 1 0 0 0,0-2 1 0 0,-1 1-1 0 0,12-20 0 0 0,-7 6 1364 0 0,-2-1 0 0 0,16-46 0 0 0,-10 25 1428 0 0,-10 31-1852 0 0,-7 25-212 0 0,-8 30 107 0 0,-17 60 250 0 0,-20 118-207 0 0,44-214-828 0 0,-1 0 0 0 0,1 0 1 0 0,0 0-1 0 0,0 0 0 0 0,2 8 1 0 0,-2-11-93 0 0,1 0 1 0 0,-1 0-1 0 0,0 1 1 0 0,1-1-1 0 0,-1 0 1 0 0,1 0-1 0 0,0 0 1 0 0,-1 0-1 0 0,1 0 1 0 0,0 0-1 0 0,0 0 1 0 0,0 0-1 0 0,-1 0 1 0 0,1 0-1 0 0,0 0 1 0 0,0-1-1 0 0,0 1 1 0 0,0 0-1 0 0,1-1 1 0 0,0 2-1 0 0,0-2-44 0 0,-1 0-1 0 0,0 0 0 0 0,0 0 0 0 0,0 0 1 0 0,0 0-1 0 0,0 0 0 0 0,0 0 0 0 0,0-1 0 0 0,0 1 1 0 0,0 0-1 0 0,0 0 0 0 0,0-1 0 0 0,0 1 1 0 0,0-1-1 0 0,0 1 0 0 0,0-1 0 0 0,0 0 1 0 0,0 1-1 0 0,0-1 0 0 0,0 0 0 0 0,-1 1 1 0 0,1-1-1 0 0,1-1 0 0 0,18-22-4533 0 0,-6 5-2754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31 952 0 0,'-7'-10'1976'0'0,"-1"3"-368"0"0,-1 0 549 0 0,-10 2-769 0 0,1 3-952 0 0,5 6 24 0 0,1-1-192 0 0,0 2 0 0 0,0 4-392 0 0,4-1-380 0 0,-1 1-556 0 0,2-1-1401 0 0,2 3-499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67 2196 0 0,'15'-3'1870'0'0,"0"-1"0"0"0,0-1 0 0 0,0 0-1 0 0,-1-1 1 0 0,0-1 0 0 0,0 0 0 0 0,0-1 0 0 0,12-9-1 0 0,-24 16-1536 0 0,7-3 512 0 0,-20 9-564 0 0,9-4-273 0 0,-6 3 15 0 0,0 0 0 0 0,0 1 0 0 0,0 0 0 0 0,1 0 0 0 0,0 1 0 0 0,0 0 0 0 0,0 0 0 0 0,-9 13 0 0 0,15-18-23 0 0,0 1 0 0 0,0 0 1 0 0,0 0-1 0 0,0 0 0 0 0,0 0 1 0 0,1 0-1 0 0,-1 0 0 0 0,1 0 0 0 0,0 0 1 0 0,-1 0-1 0 0,1 1 0 0 0,0-1 0 0 0,0 0 1 0 0,0 0-1 0 0,1 0 0 0 0,-1 0 1 0 0,0 0-1 0 0,1 0 0 0 0,-1 0 0 0 0,1 0 1 0 0,0 0-1 0 0,0 0 0 0 0,0 0 1 0 0,0 0-1 0 0,0 0 0 0 0,0-1 0 0 0,0 1 1 0 0,3 3-1 0 0,6 6 14 0 0,0 0 1 0 0,0-1-1 0 0,15 12 1 0 0,-16-15-5 0 0,-1-1 1 0 0,-1 1-1 0 0,1 1 1 0 0,-1 0-1 0 0,0 0 0 0 0,-1 0 1 0 0,11 17-1 0 0,-16-22 21 0 0,0-1-1 0 0,-1 0 1 0 0,1 1-1 0 0,0-1 1 0 0,-1 1-1 0 0,1-1 1 0 0,-1 1-1 0 0,0-1 1 0 0,0 1-1 0 0,0-1 1 0 0,0 1 0 0 0,0-1-1 0 0,-1 1 1 0 0,1-1-1 0 0,-1 0 1 0 0,-1 5-1 0 0,0-3 7 0 0,0 0 1 0 0,0 1-1 0 0,-1-1 1 0 0,0 0-1 0 0,0 0 0 0 0,0 0 1 0 0,-7 6-1 0 0,0 0 10 0 0,-1-2 0 0 0,0 1 0 0 0,-1-2-1 0 0,0 1 1 0 0,-13 5 0 0 0,6-5-27 0 0,-1 0 0 0 0,0-2 1 0 0,0 0-1 0 0,-1-1 0 0 0,-26 3 0 0 0,45-8-125 0 0,0 1-1 0 0,0-1 1 0 0,1 0-1 0 0,-1 0 1 0 0,0 0-1 0 0,0 0 1 0 0,0 0-1 0 0,0 0 1 0 0,1 0-1 0 0,-1-1 1 0 0,0 1-1 0 0,0-1 1 0 0,1 1-1 0 0,-1-1 1 0 0,0 0-1 0 0,1 0 1 0 0,-1 0-1 0 0,-2-1 1 0 0,3 1-50 0 0,1 0 1 0 0,-1 0-1 0 0,0 0 1 0 0,1 0-1 0 0,-1 0 1 0 0,1-1-1 0 0,0 1 1 0 0,-1 0-1 0 0,1 0 1 0 0,0 0-1 0 0,-1 0 1 0 0,1-1-1 0 0,0 1 1 0 0,0 0-1 0 0,0 0 1 0 0,0 0 0 0 0,0 0-1 0 0,1-1 1 0 0,-1 1-1 0 0,0 0 1 0 0,1-1-1 0 0,1-5-932 0 0,1 1 1 0 0,-1-1-1 0 0,2 1 0 0 0,-1 0 0 0 0,1 0 1 0 0,-1 0-1 0 0,9-8 0 0 0,8-8-4479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5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78 1620 0 0,'23'-29'5653'0'0,"-16"19"-2605"0"0,1 0 1 0 0,18-17-1 0 0,-25 26-2555 0 0,-4 29 1402 0 0,-91 280 909 0 0,28-107-3303 0 0,52-140-1515 0 0,13-30-770 0 0,7-3-3999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5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393 125 2328 0 0,'8'-9'2274'0'0,"-1"-1"-1"0"0,12-21 1 0 0,-17 27-1823 0 0,-1 1-1 0 0,1-1 1 0 0,0 0 0 0 0,-1 0 0 0 0,0 0-1 0 0,0 0 1 0 0,0 0 0 0 0,-1 0 0 0 0,1 0-1 0 0,-1 0 1 0 0,0-1 0 0 0,-1-3 0 0 0,1 7-385 0 0,0 0 1 0 0,0 0-1 0 0,-1 0 1 0 0,1 0-1 0 0,-1 0 1 0 0,1 1-1 0 0,-1-1 1 0 0,1 0-1 0 0,-1 0 1 0 0,0 0-1 0 0,1 1 1 0 0,-1-1-1 0 0,0 0 1 0 0,1 1 0 0 0,-1-1-1 0 0,0 1 1 0 0,0-1-1 0 0,0 1 1 0 0,0-1-1 0 0,1 1 1 0 0,-1-1-1 0 0,0 1 1 0 0,0 0-1 0 0,0 0 1 0 0,0-1-1 0 0,-1 1 1 0 0,-24-2 467 0 0,22 3-502 0 0,-1-1 0 0 0,1 1 1 0 0,-1 0-1 0 0,0 0 0 0 0,1 0 0 0 0,0 1 0 0 0,-1-1 0 0 0,1 1 1 0 0,0 0-1 0 0,0 0 0 0 0,0 1 0 0 0,0-1 0 0 0,0 1 1 0 0,1 0-1 0 0,-1 0 0 0 0,1 0 0 0 0,-1 1 0 0 0,1-1 1 0 0,0 1-1 0 0,1 0 0 0 0,-4 5 0 0 0,3-4-15 0 0,1 0-1 0 0,-1 0 0 0 0,1 0 1 0 0,1 0-1 0 0,-1 1 0 0 0,1-1 1 0 0,0 1-1 0 0,0-1 0 0 0,0 1 1 0 0,1-1-1 0 0,0 1 1 0 0,0-1-1 0 0,0 1 0 0 0,1 0 1 0 0,0-1-1 0 0,0 0 0 0 0,2 7 1 0 0,6 12 208 0 0,20 36 1 0 0,3 9 593 0 0,-31-67-782 0 0,0 0 0 0 0,-1 0 0 0 0,1 1 0 0 0,-1-1 0 0 0,0 0 0 0 0,1 1 0 0 0,-1-1 0 0 0,0 0 0 0 0,0 1 0 0 0,0-1 0 0 0,-1 0-1 0 0,1 1 1 0 0,0-1 0 0 0,-1 0 0 0 0,0 0 0 0 0,1 1 0 0 0,-1-1 0 0 0,-2 3 0 0 0,1-1 3 0 0,-1 0 0 0 0,0 0 0 0 0,0-1 0 0 0,0 1 0 0 0,0-1 0 0 0,-1 1 0 0 0,1-1 0 0 0,-8 4 0 0 0,1 0-63 0 0,-1-1 0 0 0,-1 0 0 0 0,1-1 0 0 0,-1 0 1 0 0,1-1-1 0 0,-15 3 0 0 0,13-4-603 0 0,-1-1 1 0 0,0 0 0 0 0,0-1-1 0 0,-1-1 1 0 0,1 0-1 0 0,-22-4 1 0 0,22 2-1318 0 0,-1-2 1 0 0,1 0-1 0 0,-21-8 0 0 0,0-3-4018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5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31 207 1884 0 0,'-8'-13'3162'0'0,"4"8"-1572"0"0,1 1-1 0 0,0-1 1 0 0,0 0-1 0 0,1 0 0 0 0,0-1 1 0 0,-3-7-1 0 0,5 11-1399 0 0,-1 0 0 0 0,1 1 0 0 0,0-1 0 0 0,0 0 0 0 0,0 0 0 0 0,1 0-1 0 0,-1 0 1 0 0,0 0 0 0 0,1 0 0 0 0,-1 0 0 0 0,1 0 0 0 0,0 0 0 0 0,-1 1 0 0 0,1-1 0 0 0,0 0 0 0 0,0 1 0 0 0,0-1-1 0 0,0 0 1 0 0,1 1 0 0 0,-1-1 0 0 0,0 1 0 0 0,1 0 0 0 0,1-2 0 0 0,5-4-6 0 0,0 1-1 0 0,1 0 1 0 0,0 1 0 0 0,0 0 0 0 0,1 0-1 0 0,-1 1 1 0 0,1 0 0 0 0,17-5-1 0 0,88-13 193 0 0,-94 19-322 0 0,85-10-2533 0 0,111 3 0 0 0,-75 5-5821 0 0,-77 1 1149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6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551 159 96 0 0,'4'-10'1827'0'0,"1"-2"99"0"0,-1-1 1 0 0,0 0 0 0 0,3-20-1 0 0,-6 30-1724 0 0,-1-1 0 0 0,0 0 1 0 0,0 1-1 0 0,0-1 0 0 0,0 1 0 0 0,0-1 0 0 0,-1 0 0 0 0,0 1 0 0 0,0-1 0 0 0,0 1 0 0 0,0 0 0 0 0,0-1 0 0 0,-1 1 0 0 0,1 0 0 0 0,-1 0 0 0 0,0-1 0 0 0,0 1 0 0 0,-3-3 1 0 0,4 5-167 0 0,0 0 1 0 0,-1 0 0 0 0,1 0 0 0 0,-1 0-1 0 0,1 1 1 0 0,-1-1 0 0 0,0 0 0 0 0,1 1-1 0 0,-1-1 1 0 0,0 1 0 0 0,1-1 0 0 0,-1 1 0 0 0,0 0-1 0 0,1 0 1 0 0,-1 0 0 0 0,0 0 0 0 0,0 0-1 0 0,1 0 1 0 0,-1 0 0 0 0,-3 1 0 0 0,-2 0 14 0 0,1 1 1 0 0,-1 0-1 0 0,1 0 1 0 0,-8 4-1 0 0,-12 9 225 0 0,0 0 0 0 0,1 1 0 0 0,-37 32 0 0 0,-62 66 856 0 0,113-102-1025 0 0,-32 29 303 0 0,-36 48-1 0 0,68-77-343 0 0,1 2 0 0 0,1-1-1 0 0,1 1 1 0 0,0 1 0 0 0,0 0 0 0 0,2 0-1 0 0,-1 0 1 0 0,-5 27 0 0 0,11-38-51 0 0,0 0 1 0 0,0 1 0 0 0,1-1 0 0 0,0 1 0 0 0,-1-1-1 0 0,2 1 1 0 0,-1-1 0 0 0,0 1 0 0 0,1-1 0 0 0,0 1-1 0 0,0-1 1 0 0,1 0 0 0 0,-1 0 0 0 0,1 1-1 0 0,0-1 1 0 0,0 0 0 0 0,0 0 0 0 0,0-1 0 0 0,6 8-1 0 0,-5-8-4 0 0,1 1-1 0 0,0-1 1 0 0,0 0-1 0 0,0 0 0 0 0,1-1 1 0 0,-1 1-1 0 0,0-1 0 0 0,1 0 1 0 0,0 0-1 0 0,0 0 1 0 0,-1-1-1 0 0,1 1 0 0 0,0-1 1 0 0,0-1-1 0 0,0 1 1 0 0,0 0-1 0 0,7-1 0 0 0,-2-1-4 0 0,-1 1-1 0 0,1-1 0 0 0,-1 0 0 0 0,1-1 0 0 0,-1 0 0 0 0,0-1 0 0 0,0 0 0 0 0,0 0 0 0 0,0-1 1 0 0,-1 0-1 0 0,0-1 0 0 0,1 0 0 0 0,-1 0 0 0 0,11-10 0 0 0,-7 3-12 0 0,0 1-1 0 0,-1-2 0 0 0,-1 0 1 0 0,0 0-1 0 0,0-1 1 0 0,-2 0-1 0 0,12-25 0 0 0,62-168-94 0 0,-35 78 426 0 0,-46 128-95 0 0,2 3 187 0 0,-3-2-403 0 0,0 0-1 0 0,0 0 0 0 0,0 0 0 0 0,1 0 1 0 0,-1 0-1 0 0,0 0 0 0 0,0 0 0 0 0,0 0 1 0 0,1 0-1 0 0,-1 0 0 0 0,0 0 1 0 0,0 1-1 0 0,0-1 0 0 0,0 0 0 0 0,1 0 1 0 0,-1 0-1 0 0,0 0 0 0 0,0 0 0 0 0,0 1 1 0 0,0-1-1 0 0,0 0 0 0 0,0 0 1 0 0,1 0-1 0 0,-1 0 0 0 0,0 1 0 0 0,0-1 1 0 0,0 0-1 0 0,0 0 0 0 0,0 0 0 0 0,0 1 1 0 0,0-1-1 0 0,0 0 0 0 0,0 0 1 0 0,0 0-1 0 0,0 1 0 0 0,0-1 0 0 0,0 0 1 0 0,0 0-1 0 0,0 0 0 0 0,0 1 1 0 0,-3 69 1148 0 0,-13 73 0 0 0,-3 22-4684 0 0,20-137 636 0 0,4-12-3904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82 660 0 0,'10'-16'2932'0'0,"27"-42"5138"0"0,-37 57-7989 0 0,1 1-1 0 0,-1-1 0 0 0,0 1 1 0 0,1-1-1 0 0,-1 1 1 0 0,0-1-1 0 0,1 1 0 0 0,-1-1 1 0 0,1 1-1 0 0,-1 0 0 0 0,1-1 1 0 0,-1 1-1 0 0,1 0 0 0 0,-1-1 1 0 0,1 1-1 0 0,-1 0 0 0 0,1 0 1 0 0,-1 0-1 0 0,1-1 1 0 0,-1 1-1 0 0,1 0 0 0 0,0 0 1 0 0,-1 0-1 0 0,1 0 0 0 0,-1 0 1 0 0,1 0-1 0 0,0 0 0 0 0,-1 0 1 0 0,2 0-1 0 0,-1 1 16 0 0,0 0-1 0 0,-1-1 1 0 0,1 1 0 0 0,0 0-1 0 0,0 0 1 0 0,0 0-1 0 0,0 0 1 0 0,-1 0 0 0 0,1-1-1 0 0,0 1 1 0 0,-1 0 0 0 0,1 0-1 0 0,0 3 1 0 0,10 36 1488 0 0,-9-14-1121 0 0,0 0 0 0 0,-2-1 0 0 0,-1 1-1 0 0,-1 0 1 0 0,-8 36 0 0 0,0-15-195 0 0,-2-1 1 0 0,-20 47-1 0 0,31-90-243 0 0,-1 0 1 0 0,1 0 0 0 0,-1-1-1 0 0,0 1 1 0 0,0 0-1 0 0,0-1 1 0 0,0 1-1 0 0,-4 3 39 0 0,5-6-62 0 0,1 0 0 0 0,-1 0 1 0 0,1-1-1 0 0,-1 1 0 0 0,0 0 0 0 0,1 0 0 0 0,-1 0 1 0 0,1 0-1 0 0,-1-1 0 0 0,1 1 0 0 0,-1 0 0 0 0,1-1 1 0 0,-1 1-1 0 0,1 0 0 0 0,-1-1 0 0 0,1 1 1 0 0,0-1-1 0 0,-1 1 0 0 0,1 0 0 0 0,0-1 0 0 0,-1 1 1 0 0,1-1-1 0 0,0 1 0 0 0,-1-2 0 0 0,3-11 3 0 0,1-1 0 0 0,1 1 0 0 0,0 0 0 0 0,0 0 0 0 0,1 0 0 0 0,14-24 0 0 0,51-72-2 0 0,-51 83-13 0 0,1 1 0 0 0,47-44 0 0 0,-53 56 1 0 0,1 1 0 0 0,1 0 0 0 0,0 1 0 0 0,0 1 0 0 0,1 1 1 0 0,25-11-1 0 0,-36 18 6 0 0,0 0 1 0 0,0 0-1 0 0,0 1 0 0 0,0 0 1 0 0,1 0-1 0 0,-1 0 1 0 0,0 1-1 0 0,1 0 1 0 0,-1 0-1 0 0,0 0 1 0 0,1 1-1 0 0,-1 0 1 0 0,0 1-1 0 0,0-1 1 0 0,0 1-1 0 0,0 0 1 0 0,0 0-1 0 0,0 1 1 0 0,0 0-1 0 0,-1 0 1 0 0,1 0-1 0 0,-1 1 0 0 0,0 0 1 0 0,6 5-1 0 0,-5-3 5 0 0,0 1 0 0 0,0 0 0 0 0,-1 0-1 0 0,1 0 1 0 0,-2 0 0 0 0,1 1 0 0 0,-1 0-1 0 0,0 0 1 0 0,-1 0 0 0 0,1 1 0 0 0,-2-1-1 0 0,1 1 1 0 0,-1 0 0 0 0,-1 0 0 0 0,1-1-1 0 0,-1 16 1 0 0,-2 0 14 0 0,-1 0 0 0 0,-7 28 0 0 0,4-29-1213 0 0,2 0 0 0 0,-1 29 0 0 0,8-24-2009 0 0,4-12-1861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525 171 2268 0 0,'27'-34'3968'0'0,"80"-92"7694"0"0,-107 126-11640 0 0,1 0 1 0 0,-1 0-1 0 0,0 0 0 0 0,0 0 1 0 0,0-1-1 0 0,1 1 1 0 0,-1 0-1 0 0,0 0 1 0 0,0 0-1 0 0,0 0 0 0 0,0 0 1 0 0,1-1-1 0 0,-1 1 1 0 0,0 0-1 0 0,0 0 1 0 0,0 0-1 0 0,0 0 0 0 0,0-1 1 0 0,0 1-1 0 0,0 0 1 0 0,1 0-1 0 0,-1-1 1 0 0,0 1-1 0 0,0 0 0 0 0,0 0 1 0 0,0 0-1 0 0,0-1 1 0 0,0 1-1 0 0,0 0 1 0 0,0 0-1 0 0,0-1 0 0 0,0 1 1 0 0,0 0-1 0 0,0 0 1 0 0,0-1-1 0 0,0 1 1 0 0,-1 0-1 0 0,1 0 1 0 0,0 0-1 0 0,0-1 0 0 0,0 1 1 0 0,0 0-1 0 0,0 0 1 0 0,0 0-1 0 0,-1-1 1 0 0,-12 0 235 0 0,-20 6-137 0 0,4 4-49 0 0,0 0 0 0 0,0 2 0 0 0,1 2 0 0 0,0 0-1 0 0,-48 32 1 0 0,29-12-23 0 0,2 2 0 0 0,-52 51 0 0 0,64-53-26 0 0,1 1 0 0 0,-30 42 0 0 0,52-62 1 0 0,-1 1-1 0 0,2 1 1 0 0,0 0-1 0 0,1 1 0 0 0,1-1 1 0 0,1 1-1 0 0,0 1 1 0 0,-5 24-1 0 0,10-38 14 0 0,0 1 0 0 0,1 0 0 0 0,-1-1 0 0 0,1 1 0 0 0,0-1 0 0 0,0 1 1 0 0,1-1-1 0 0,-1 1 0 0 0,1 0 0 0 0,0-1 0 0 0,0 0 0 0 0,1 1 0 0 0,-1-1 0 0 0,1 0 0 0 0,0 1 0 0 0,0-1 0 0 0,1 0 0 0 0,-1-1 0 0 0,1 1 0 0 0,-1 0 0 0 0,1-1 0 0 0,1 1 0 0 0,-1-1 0 0 0,0 0 0 0 0,1 0 0 0 0,-1 0 0 0 0,1-1 1 0 0,0 1-1 0 0,8 3 0 0 0,2 0-5 0 0,-1-2 0 0 0,1 1 0 0 0,1-2 1 0 0,-1 1-1 0 0,0-2 0 0 0,1 0 0 0 0,22-1 1 0 0,22-5-2508 0 0,-54 3 1861 0 0,-1 0 0 0 0,0 0 0 0 0,0 0 0 0 0,0 0 1 0 0,0-1-1 0 0,0 0 0 0 0,-1 1 0 0 0,5-4 0 0 0,4-5-4532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66 105 2824 0 0,'-56'-19'13188'0'0,"53"17"-12173"0"0,-3-3 498 0 0,9 3-1448 0 0,0 0 0 0 0,0 0-1 0 0,0 0 1 0 0,0 1 0 0 0,0-1 0 0 0,1 1 0 0 0,-1 0 0 0 0,0 0 0 0 0,1 0 0 0 0,4 0 0 0 0,45-6 108 0 0,-29 4-84 0 0,150-15 147 0 0,-91 11-156 0 0,-76 6-279 0 0,72-10 220 0 0,-57 5-2699 0 0,0-3-3456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7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2788 0 0,'9'18'13131'0'0,"-4"-17"-12680"0"0,1 1 0 0 0,-1-1-1 0 0,1 0 1 0 0,0 0-1 0 0,-1-1 1 0 0,1 1-1 0 0,0-1 1 0 0,7-1-1 0 0,55-9 547 0 0,-26 4-663 0 0,-20 4-685 0 0,1-2 0 0 0,37-10 0 0 0,-39 6-3658 0 0,-2-2-3406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8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1332 0 0,'0'-7'1070'0'0,"0"0"-1"0"0,1 0 0 0 0,0 0 1 0 0,0 0-1 0 0,1 0 0 0 0,3-7 1 0 0,-4 10-789 0 0,1-1 0 0 0,0 1 0 0 0,0-1 0 0 0,1 1 0 0 0,-1 0 1 0 0,1 0-1 0 0,0 0 0 0 0,0 1 0 0 0,0-1 0 0 0,1 1 0 0 0,-1 0 0 0 0,1-1 0 0 0,0 2 1 0 0,0-1-1 0 0,4-3 0 0 0,-6 6-243 0 0,0-1 0 0 0,0 1 0 0 0,0-1 1 0 0,0 1-1 0 0,0 0 0 0 0,0-1 0 0 0,-1 1 0 0 0,1 0 1 0 0,0 0-1 0 0,0 0 0 0 0,0 1 0 0 0,0-1 0 0 0,0 0 1 0 0,0 1-1 0 0,0-1 0 0 0,3 2 0 0 0,-1 0 2 0 0,0 0 0 0 0,-1 0-1 0 0,1 0 1 0 0,0 0 0 0 0,-1 1 0 0 0,5 3-1 0 0,-3-1 40 0 0,1 1-1 0 0,-1-1 0 0 0,-1 1 0 0 0,1 0 1 0 0,-1 0-1 0 0,0 1 0 0 0,-1-1 1 0 0,1 1-1 0 0,-1 0 0 0 0,-1 0 1 0 0,1 0-1 0 0,-1 0 0 0 0,0 0 0 0 0,-1 0 1 0 0,0 1-1 0 0,0-1 0 0 0,0 0 1 0 0,-1 1-1 0 0,0-1 0 0 0,-1 1 0 0 0,0-1 1 0 0,-2 12-1 0 0,-1-3 107 0 0,-1 0 0 0 0,-1 0-1 0 0,0 0 1 0 0,-1-1 0 0 0,-1 1 0 0 0,0-2-1 0 0,-1 1 1 0 0,-20 24 0 0 0,-12 10 743 0 0,31-44-533 0 0,10-5-389 0 0,0 0 0 0 0,0 0 0 0 0,0 0 0 0 0,-1 0 0 0 0,1 0 0 0 0,0 0 1 0 0,0 0-1 0 0,0 0 0 0 0,-1 0 0 0 0,1 0 0 0 0,0 0 0 0 0,0 0 0 0 0,0 0 0 0 0,-1 0 0 0 0,1-1 0 0 0,0 1 0 0 0,0 0 0 0 0,0 0 0 0 0,0 0 0 0 0,-1 0 0 0 0,1 0 0 0 0,0 0 0 0 0,0 0 0 0 0,0-1 0 0 0,0 1 0 0 0,-1 0 0 0 0,1 0 0 0 0,0 0 0 0 0,0 0 0 0 0,0 0 0 0 0,0-1 0 0 0,0 1 0 0 0,0 0 0 0 0,0 0 0 0 0,0 0 0 0 0,-1-1 0 0 0,1 1 0 0 0,0 0 0 0 0,0 0 0 0 0,0 0 0 0 0,0-1 0 0 0,0 1 0 0 0,0 0 0 0 0,0 0 0 0 0,0 0 0 0 0,0-1 0 0 0,0 1 0 0 0,0 0 0 0 0,0 0 0 0 0,1 0 0 0 0,-1-1 0 0 0,0 1 0 0 0,0 0 0 0 0,0 0 0 0 0,5-16 11 0 0,1 2 1 0 0,1-1-1 0 0,0 0 0 0 0,1 1 0 0 0,13-18 1 0 0,54-65 56 0 0,-57 76-83 0 0,0 0-1 0 0,2 1 1 0 0,0 1 0 0 0,1 1-1 0 0,0 1 1 0 0,2 1 0 0 0,40-22-1 0 0,-61 36 11 0 0,0 1-1 0 0,1 0 1 0 0,-1 0-1 0 0,1 0 1 0 0,-1 0-1 0 0,1 1 1 0 0,-1-1-1 0 0,1 1 1 0 0,-1-1-1 0 0,1 1 1 0 0,0 0-1 0 0,-1 0 1 0 0,1 0-1 0 0,0 0 1 0 0,-1 1-1 0 0,1-1 1 0 0,-1 1-1 0 0,1-1 1 0 0,-1 1-1 0 0,1 0 1 0 0,-1 0-1 0 0,1 0 1 0 0,-1 1-1 0 0,0-1 1 0 0,1 0-1 0 0,-1 1 1 0 0,0-1-1 0 0,0 1 1 0 0,3 3-1 0 0,-2 0 6 0 0,1-1 0 0 0,-1 1 0 0 0,0 0 0 0 0,-1 0-1 0 0,1 0 1 0 0,-1 1 0 0 0,0-1 0 0 0,-1 0 0 0 0,1 1-1 0 0,-1-1 1 0 0,0 1 0 0 0,0 0 0 0 0,0 6-1 0 0,-5 100 213 0 0,0-11-1021 0 0,5-85-831 0 0,5 33 0 0 0,-6-48 1512 0 0,0-1-1 0 0,0 1 1 0 0,0-1 0 0 0,0 1-1 0 0,0-1 1 0 0,1 1 0 0 0,-1-1 0 0 0,0 1-1 0 0,0-1 1 0 0,0 0 0 0 0,1 1 0 0 0,-1-1-1 0 0,0 1 1 0 0,1-1 0 0 0,-1 0 0 0 0,0 1-1 0 0,1-1 1 0 0,-1 0 0 0 0,0 1 0 0 0,1-1-1 0 0,-1 0 1 0 0,1 1 0 0 0,-1-1 0 0 0,1 0-1 0 0,-1 0 1 0 0,0 0 0 0 0,1 1 0 0 0,-1-1-1 0 0,1 0 1 0 0,-1 0 0 0 0,1 0 0 0 0,-1 0-1 0 0,1 0 1 0 0,-1 0 0 0 0,1 0 0 0 0,-1 0-1 0 0,1 0 1 0 0,-1 0 0 0 0,1 0 0 0 0,-1 0-1 0 0,1 0 1 0 0,-1-1 0 0 0,1 1 0 0 0,-1 0-1 0 0,1 0 1 0 0,-1-1 0 0 0,2 0-316 0 0,0 1 0 0 0,0-1 0 0 0,0-1 0 0 0,-1 1 1 0 0,1 0-1 0 0,-1 0 0 0 0,1-1 0 0 0,-1 1 0 0 0,3-3 1 0 0,5-10-2742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9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0 384 1904 0 0,'33'-75'2540'0'0,"107"-220"7250"0"0,-140 294-9765 0 0,0 0 0 0 0,0 0 0 0 0,1 1 0 0 0,-1-1 0 0 0,0 0 0 0 0,1 1 0 0 0,-1-1 0 0 0,1 0 1 0 0,-1 1-1 0 0,1-1 0 0 0,-1 1 0 0 0,1-1 0 0 0,0 0 0 0 0,-1 1 0 0 0,1 0 0 0 0,0-1 0 0 0,-1 1 0 0 0,1-1 0 0 0,0 1 0 0 0,-1 0 0 0 0,1-1 0 0 0,0 1 0 0 0,0 0 0 0 0,-1 0 0 0 0,2 0 1 0 0,-1 0 12 0 0,0 0 1 0 0,0 1 0 0 0,-1-1-1 0 0,1 1 1 0 0,0-1 0 0 0,-1 1 0 0 0,1-1-1 0 0,0 1 1 0 0,-1 0 0 0 0,1-1 0 0 0,-1 1-1 0 0,1 0 1 0 0,-1 0 0 0 0,0-1 0 0 0,1 1-1 0 0,-1 0 1 0 0,1 0 0 0 0,-1 1-1 0 0,2 5 208 0 0,0-1 0 0 0,0 1-1 0 0,-1 0 1 0 0,1 10 0 0 0,-3 37 474 0 0,-3-1 0 0 0,-3 1 1 0 0,-17 71-1 0 0,10-54-308 0 0,-2 12 306 0 0,-40 119 0 0 0,52-185 516 0 0,10-21-300 0 0,17-29-130 0 0,-17 24-915 0 0,11-15 141 0 0,1 1 1 0 0,31-31-1 0 0,-37 42-27 0 0,0 1-1 0 0,1 1 0 0 0,0 0 1 0 0,1 1-1 0 0,-1 1 0 0 0,16-7 1 0 0,-23 12-5 0 0,0 1 0 0 0,-1 1 0 0 0,1-1 0 0 0,0 1 0 0 0,0 0 0 0 0,0 0 0 0 0,0 1 0 0 0,0 0 0 0 0,0 0 0 0 0,0 0 0 0 0,0 1 0 0 0,0 0 0 0 0,0 0 0 0 0,0 0 0 0 0,0 1 0 0 0,-1 0 0 0 0,1 0 0 0 0,-1 0 0 0 0,1 1 0 0 0,-1 0 0 0 0,0 0 0 0 0,0 0 0 0 0,0 1 0 0 0,0-1 0 0 0,-1 1 0 0 0,1 0 0 0 0,-1 1 0 0 0,0-1 0 0 0,0 1 0 0 0,-1 0 0 0 0,1 0 0 0 0,-1 0 0 0 0,0 0 0 0 0,3 8 0 0 0,-3-6 35 0 0,0 1 1 0 0,0-1-1 0 0,-1 1 0 0 0,0-1 0 0 0,0 1 1 0 0,-1 0-1 0 0,0 0 0 0 0,0 0 0 0 0,0 0 1 0 0,-1 0-1 0 0,-1 0 0 0 0,0 0 0 0 0,0 0 0 0 0,0 0 1 0 0,-1 0-1 0 0,0-1 0 0 0,0 1 0 0 0,-1 0 1 0 0,0-1-1 0 0,-5 10 0 0 0,2-7 29 0 0,-1-1 0 0 0,0 1 0 0 0,0-1 1 0 0,-1-1-1 0 0,0 1 0 0 0,0-1 0 0 0,-1-1 0 0 0,0 1 0 0 0,0-2 0 0 0,-1 1 0 0 0,0-1 0 0 0,0-1 1 0 0,-17 8-1 0 0,13-8-41 0 0,-1 0 1 0 0,1-1-1 0 0,-1 0 1 0 0,0-1-1 0 0,0-1 0 0 0,0 0 1 0 0,0-1-1 0 0,0 0 1 0 0,-1-2-1 0 0,-15-1 1 0 0,20 0-673 0 0,0-1-1 0 0,1 1 1 0 0,-1-2 0 0 0,1 1 0 0 0,-11-7 0 0 0,20 10 507 0 0,1 0 1 0 0,-1 0-1 0 0,0-1 1 0 0,1 1-1 0 0,-1-1 1 0 0,1 1-1 0 0,-1 0 1 0 0,1-1-1 0 0,-1 1 1 0 0,1-1-1 0 0,-1 1 1 0 0,1-1-1 0 0,-1 1 1 0 0,1-1-1 0 0,0 0 1 0 0,-1 1-1 0 0,1-1 1 0 0,0 1-1 0 0,0-1 1 0 0,-1 0-1 0 0,1 1 1 0 0,0-1-1 0 0,0 0 1 0 0,0 1 0 0 0,0-1-1 0 0,0 0 1 0 0,0 1-1 0 0,0-1 1 0 0,0 0-1 0 0,0 1 1 0 0,0-1-1 0 0,0 0 1 0 0,0 1-1 0 0,0-1 1 0 0,1 0-1 0 0,-1 1 1 0 0,0-1-1 0 0,0 0 1 0 0,1 1-1 0 0,-1-1 1 0 0,0 1-1 0 0,1-1 1 0 0,-1 1-1 0 0,1-1 1 0 0,0 0-1 0 0,1-2-903 0 0,1 0-1 0 0,0 0 0 0 0,-1 0 1 0 0,1 1-1 0 0,1-1 0 0 0,4-3 1 0 0,11-4-4990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39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192 658 2536 0 0,'13'-9'2628'0'0,"-1"0"-1"0"0,0-1 1 0 0,12-14-1 0 0,-18 18-1125 0 0,-22 12-951 0 0,3 1-245 0 0,-1 1 0 0 0,1 0 0 0 0,1 1 0 0 0,-22 19 0 0 0,-39 47 452 0 0,66-67-699 0 0,-7 7 72 0 0,1 1-1 0 0,-16 25 1 0 0,26-37-99 0 0,1-1 0 0 0,0 1 0 0 0,-1 1 0 0 0,1-1 0 0 0,1 0-1 0 0,-1 0 1 0 0,1 1 0 0 0,-1-1 0 0 0,1 1 0 0 0,0-1 0 0 0,1 1 0 0 0,-1 0 0 0 0,1-1 0 0 0,0 1 0 0 0,0-1 0 0 0,1 1 0 0 0,0 6 0 0 0,0-9-18 0 0,0 0 1 0 0,1 0-1 0 0,-1 0 0 0 0,0 0 1 0 0,1 0-1 0 0,-1 0 0 0 0,1-1 1 0 0,0 1-1 0 0,-1-1 0 0 0,1 1 1 0 0,0-1-1 0 0,0 1 0 0 0,0-1 0 0 0,0 0 1 0 0,0 0-1 0 0,0 0 0 0 0,1 0 1 0 0,-1 0-1 0 0,0 0 0 0 0,0-1 1 0 0,1 1-1 0 0,-1-1 0 0 0,5 1 1 0 0,1-1 6 0 0,0 1 1 0 0,1-1 0 0 0,-1 0 0 0 0,0-1-1 0 0,14-3 1 0 0,-3-1-3 0 0,1 0-1 0 0,-1-2 1 0 0,-1 0 0 0 0,1-2-1 0 0,-1 0 1 0 0,0 0-1 0 0,25-20 1 0 0,-20 11-11 0 0,-2-1 0 0 0,0 0 0 0 0,-1-2 0 0 0,32-42 0 0 0,-25 24-13 0 0,-2-2 0 0 0,-2 0-1 0 0,-2-2 1 0 0,-1 0 0 0 0,-3-2-1 0 0,15-55 1 0 0,-21 58-14 0 0,11-81 0 0 0,-20 108 12 0 0,-1 1 0 0 0,-1-1 0 0 0,0 0 0 0 0,-1 0 0 0 0,-1 1 0 0 0,0-1 0 0 0,-1 1 1 0 0,0 0-1 0 0,-7-18 0 0 0,9 30 6 0 0,0 0 1 0 0,1 0 0 0 0,-1 1-1 0 0,0-1 1 0 0,0 0 0 0 0,0 1-1 0 0,0-1 1 0 0,0 1 0 0 0,0-1-1 0 0,0 1 1 0 0,0-1 0 0 0,-1 1-1 0 0,1 0 1 0 0,0-1 0 0 0,-1 1-1 0 0,1 0 1 0 0,-1 0 0 0 0,0 0-1 0 0,1 0 1 0 0,-1 1 0 0 0,0-1-1 0 0,0 0 1 0 0,1 1 0 0 0,-1-1-1 0 0,0 1 1 0 0,0-1 0 0 0,0 1-1 0 0,0 0 1 0 0,0 0 0 0 0,1 0-1 0 0,-1 0 1 0 0,0 0 0 0 0,0 0-1 0 0,0 1 1 0 0,0-1 0 0 0,-3 2-1 0 0,-1 0 28 0 0,1 1-1 0 0,0 0 1 0 0,-1 0-1 0 0,1 0 1 0 0,0 1-1 0 0,1 0 1 0 0,-1 0-1 0 0,1 0 1 0 0,0 0 0 0 0,-6 8-1 0 0,-6 10 149 0 0,2 1 0 0 0,0 1 0 0 0,2 1 1 0 0,0-1-1 0 0,2 2 0 0 0,-12 39 0 0 0,6 1 211 0 0,-13 99 0 0 0,28-156-371 0 0,-15 180 316 0 0,16-170-319 0 0,0 0 0 0 0,1 0 0 0 0,2 1 0 0 0,0-2-1 0 0,1 1 1 0 0,0 0 0 0 0,14 31 0 0 0,-14-41-208 0 0,1 0 0 0 0,1 0 1 0 0,-1 0-1 0 0,1-1 0 0 0,1 0 0 0 0,0 0 0 0 0,0 0 0 0 0,9 6 1 0 0,-5-5-732 0 0,1 0 1 0 0,0-1-1 0 0,0-1 1 0 0,1 0 0 0 0,17 7-1 0 0,1-2-3269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41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610 210 2308 0 0,'18'-39'5603'0'0,"-2"0"1"0"0,18-68-1 0 0,-33 106-5577 0 0,-1 0 0 0 0,0 1 0 0 0,0-1 0 0 0,0 0 0 0 0,0 0 0 0 0,0 0 1 0 0,0 1-1 0 0,0-1 0 0 0,0 0 0 0 0,0 0 0 0 0,0 1 0 0 0,-1-1 0 0 0,1 0 0 0 0,0 0 0 0 0,0 1 1 0 0,-1-1-1 0 0,1 0 0 0 0,0 1 0 0 0,-1-1 0 0 0,1 0 0 0 0,-1 1 0 0 0,1-1 0 0 0,-1 0 0 0 0,1 1 1 0 0,-1-1-1 0 0,0 1 0 0 0,1-1 0 0 0,-1 1 0 0 0,1 0 0 0 0,-1-1 0 0 0,0 1 0 0 0,0-1 0 0 0,1 1 1 0 0,-1 0-1 0 0,0 0 0 0 0,1-1 0 0 0,-1 1 0 0 0,-1 0 0 0 0,-29-1 283 0 0,20 3-273 0 0,0 0 1 0 0,1 1-1 0 0,-1 0 1 0 0,0 0-1 0 0,1 1 1 0 0,0 1-1 0 0,-14 8 1 0 0,-63 47 165 0 0,75-51-146 0 0,-26 21 160 0 0,1 2 1 0 0,2 2-1 0 0,2 1 1 0 0,-55 73-1 0 0,54-59-22 0 0,3 2-1 0 0,1 0 0 0 0,-35 89 1 0 0,56-118-133 0 0,1-1 1 0 0,2 1-1 0 0,0 0 1 0 0,1 0-1 0 0,-4 45 1 0 0,9-59-25 0 0,0-1 1 0 0,0 0 0 0 0,0 1-1 0 0,1-1 1 0 0,0 0 0 0 0,1 0-1 0 0,-1 1 1 0 0,2-1 0 0 0,-1 0-1 0 0,1-1 1 0 0,0 1 0 0 0,0 0-1 0 0,0-1 1 0 0,1 0 0 0 0,0 1-1 0 0,1-2 1 0 0,-1 1 0 0 0,1 0-1 0 0,0-1 1 0 0,1 0 0 0 0,-1 0 0 0 0,9 5-1 0 0,-4-4 112 0 0,0 0 0 0 0,0 0 0 0 0,1-1-1 0 0,0 0 1 0 0,0-1 0 0 0,0-1 0 0 0,1 1-1 0 0,-1-2 1 0 0,1 0 0 0 0,0 0 0 0 0,-1-1-1 0 0,18 0 1 0 0,-19-2-75 0 0,-1 0-1 0 0,0 0 1 0 0,0-1-1 0 0,0 0 1 0 0,0-1 0 0 0,0 0-1 0 0,0 0 1 0 0,0-1-1 0 0,-1 0 1 0 0,0 0-1 0 0,0-1 1 0 0,0 0-1 0 0,-1 0 1 0 0,1-1-1 0 0,-1 0 1 0 0,8-10-1 0 0,-6 7-41 0 0,-1-1 0 0 0,-1-1 0 0 0,1 0 0 0 0,-2 0 0 0 0,1 0-1 0 0,-2-1 1 0 0,1 1 0 0 0,-1-2 0 0 0,-1 1 0 0 0,4-18 0 0 0,-6 14-8 0 0,0 1 1 0 0,-1-1 0 0 0,0 0 0 0 0,-1 1 0 0 0,-1-1-1 0 0,0 0 1 0 0,-2 1 0 0 0,-4-20 0 0 0,5 25 45 0 0,0-1 0 0 0,0 1 1 0 0,1 0-1 0 0,0-1 0 0 0,2-19 0 0 0,-1 30-70 0 0,1-1-1 0 0,0 0 1 0 0,-1 0-1 0 0,1 1 1 0 0,0-1-1 0 0,0 0 1 0 0,0 1-1 0 0,0-1 1 0 0,-1 1-1 0 0,1-1 1 0 0,0 1-1 0 0,0-1 1 0 0,0 1-1 0 0,0 0 1 0 0,0 0-1 0 0,0-1 1 0 0,0 1-1 0 0,0 0 0 0 0,2 0 1 0 0,16-2-6 0 0,-19 2 5 0 0,30-2 6 0 0,0 1 0 0 0,1 2 0 0 0,-1 1 1 0 0,41 8-1 0 0,-8-2-6 0 0,2 0 17 0 0,-3-1 1841 0 0,-59-6-1156 0 0,16 1 784 0 0,-18-2-1475 0 0,0 0-1 0 0,-1 0 0 0 0,1 0 1 0 0,0 0-1 0 0,-1 1 1 0 0,1-1-1 0 0,0 0 0 0 0,-1 1 1 0 0,1-1-1 0 0,0 0 1 0 0,-1 1-1 0 0,1-1 0 0 0,-1 1 1 0 0,1-1-1 0 0,-1 1 1 0 0,1-1-1 0 0,-1 1 0 0 0,1 0 1 0 0,-1-1-1 0 0,0 1 1 0 0,1-1-1 0 0,-1 1 0 0 0,0 0 1 0 0,1-1-1 0 0,-1 1 0 0 0,0 0 1 0 0,0-1-1 0 0,0 1 1 0 0,0 0-1 0 0,0 0 0 0 0,1-1 1 0 0,-1 1-1 0 0,0 0 1 0 0,-1-1-1 0 0,1 1 0 0 0,0 0 1 0 0,0 0-1 0 0,0-1 1 0 0,0 1-1 0 0,0 0 0 0 0,-1-1 1 0 0,1 1-1 0 0,0 0 1 0 0,-1-1-1 0 0,0 2 0 0 0,-62 143-6 0 0,32-78-3 0 0,-33 75 0 0 0,47-101 0 0 0,11-28 0 0 0,2-3 0 0 0,0 1 0 0 0,-2-2 0 0 0,3-1 0 0 0,0 0 0 0 0,-1 0 0 0 0,1-2-82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43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328 473 2404 0 0,'2'-3'549'0'0,"-1"1"0"0"0,1-1 0 0 0,0 0 1 0 0,0 0-1 0 0,-1 0 0 0 0,0 0 0 0 0,0 0 0 0 0,0-1 0 0 0,0 1 0 0 0,0 0 0 0 0,0 0 0 0 0,-1-1 0 0 0,0 1 0 0 0,0 0 1 0 0,0-1-1 0 0,0 1 0 0 0,-1-6 0 0 0,1 9-510 0 0,0-1-1 0 0,0 0 1 0 0,0 0 0 0 0,-1 1 0 0 0,1-1 0 0 0,0 0-1 0 0,-1 0 1 0 0,1 1 0 0 0,0-1 0 0 0,-1 0 0 0 0,1 1 0 0 0,-1-1-1 0 0,1 0 1 0 0,-1 1 0 0 0,0-1 0 0 0,1 1 0 0 0,-1-1-1 0 0,1 1 1 0 0,-1-1 0 0 0,0 1 0 0 0,0-1 0 0 0,1 1 0 0 0,-1 0-1 0 0,0-1 1 0 0,0 1 0 0 0,1 0 0 0 0,-1 0 0 0 0,0 0-1 0 0,0-1 1 0 0,0 1 0 0 0,1 0 0 0 0,-1 0 0 0 0,0 0 0 0 0,0 0-1 0 0,0 0 1 0 0,1 1 0 0 0,-1-1 0 0 0,0 0 0 0 0,0 0-1 0 0,0 0 1 0 0,1 1 0 0 0,-1-1 0 0 0,0 0 0 0 0,0 1-1 0 0,-33 17 283 0 0,3 4-160 0 0,2 1-1 0 0,0 2 0 0 0,2 1 1 0 0,1 2-1 0 0,1 0 0 0 0,1 1 1 0 0,-29 49-1 0 0,47-67-121 0 0,0-1-1 0 0,1 1 1 0 0,0 0 0 0 0,1 0-1 0 0,-4 18 1 0 0,7-28-30 0 0,1 1-1 0 0,-1 0 1 0 0,1 0 0 0 0,-1 0 0 0 0,1 0 0 0 0,0 0 0 0 0,0 0 0 0 0,0 0 0 0 0,0 0-1 0 0,0-1 1 0 0,1 1 0 0 0,-1 0 0 0 0,1 0 0 0 0,-1 0 0 0 0,1 0 0 0 0,-1 0 0 0 0,1-1 0 0 0,0 1-1 0 0,0 0 1 0 0,0-1 0 0 0,0 1 0 0 0,0-1 0 0 0,0 1 0 0 0,1-1 0 0 0,-1 1 0 0 0,0-1-1 0 0,1 0 1 0 0,-1 1 0 0 0,1-1 0 0 0,-1 0 0 0 0,1 0 0 0 0,0 0 0 0 0,-1 0 0 0 0,1-1-1 0 0,0 1 1 0 0,0 0 0 0 0,0-1 0 0 0,0 1 0 0 0,-1-1 0 0 0,1 0 0 0 0,0 0 0 0 0,3 1-1 0 0,9-1 3 0 0,0 1 0 0 0,0-2 0 0 0,0 0-1 0 0,0-1 1 0 0,-1 0 0 0 0,1-1-1 0 0,0 0 1 0 0,-1-2 0 0 0,0 1-1 0 0,0-1 1 0 0,0-1 0 0 0,23-14-1 0 0,-15 6-11 0 0,0-1 1 0 0,-1-1-1 0 0,-1 0 0 0 0,0-1 0 0 0,-1-2 0 0 0,19-24 0 0 0,-23 25 3 0 0,-2-1 1 0 0,0-1-1 0 0,-1 0 0 0 0,-1 0 0 0 0,9-26 1 0 0,-14 32-7 0 0,-1 0 0 0 0,0 0 0 0 0,-1 0 0 0 0,0-1 0 0 0,-1 1 0 0 0,-1-1 0 0 0,-1 1 0 0 0,0-1 0 0 0,-2-17 0 0 0,2 28 2 0 0,-1 1-1 0 0,0-1 1 0 0,0 1-1 0 0,0-1 1 0 0,0 1-1 0 0,-1-1 0 0 0,1 1 1 0 0,-1-1-1 0 0,0 1 1 0 0,0 0-1 0 0,0 0 1 0 0,0 0-1 0 0,0 0 1 0 0,-1 1-1 0 0,0-1 1 0 0,1 0-1 0 0,-7-3 1 0 0,5 3-3 0 0,0 1 0 0 0,0 1 1 0 0,-1-1-1 0 0,1 0 0 0 0,-1 1 1 0 0,1 0-1 0 0,-1 0 0 0 0,1 0 1 0 0,-1 1-1 0 0,0 0 0 0 0,1 0 1 0 0,-1 0-1 0 0,0 0 0 0 0,-5 2 1 0 0,-5 0 4 0 0,0 2 0 0 0,0 0-1 0 0,0 1 1 0 0,1 1 0 0 0,0 0 0 0 0,-25 15 0 0 0,29-15 1 0 0,0 0 0 0 0,0 1 0 0 0,1 1-1 0 0,0-1 1 0 0,0 1 0 0 0,1 1 0 0 0,0 0 0 0 0,0 0 0 0 0,-9 16 0 0 0,16-24-1 0 0,-1 1 0 0 0,1 0 1 0 0,0 0-1 0 0,0 1 0 0 0,0-1 1 0 0,0 0-1 0 0,1 0 0 0 0,-1 0 1 0 0,0 1-1 0 0,1-1 0 0 0,0 0 1 0 0,-1 1-1 0 0,1-1 0 0 0,0 0 1 0 0,0 0-1 0 0,1 1 0 0 0,-1-1 1 0 0,0 0-1 0 0,1 1 0 0 0,-1-1 1 0 0,1 0-1 0 0,0 0 0 0 0,-1 1 1 0 0,1-1-1 0 0,1 0 0 0 0,-1 0 1 0 0,0 0-1 0 0,0 0 0 0 0,1 0 1 0 0,-1-1-1 0 0,1 1 0 0 0,-1 0 1 0 0,1-1-1 0 0,0 1 0 0 0,-1-1 1 0 0,1 1-1 0 0,0-1 0 0 0,0 0 1 0 0,0 0-1 0 0,0 0 0 0 0,4 1 1 0 0,6 3 1 0 0,0 0 0 0 0,1-2 0 0 0,-1 0 0 0 0,1 0 0 0 0,0-1 0 0 0,16 1 0 0 0,30-1-6 0 0,0-3 1 0 0,-1-3 0 0 0,1-2-1 0 0,-1-2 1 0 0,-1-3 0 0 0,0-3-1 0 0,97-36 1 0 0,-109 31 21 0 0,-1-2 0 0 0,-1-2 0 0 0,-1-1 0 0 0,-1-3 0 0 0,-1-1 0 0 0,-2-3 0 0 0,0 0 0 0 0,-3-3 0 0 0,-1 0 0 0 0,52-69 0 0 0,-71 75 179 0 0,-14 27-173 0 0,-4 2 1 0 0,-5 6 8 0 0,-1 0 0 0 0,1 1 0 0 0,0-1 0 0 0,1 2 0 0 0,0-1 0 0 0,0 1 0 0 0,-6 10 0 0 0,-39 76 467 0 0,40-71-365 0 0,-133 307 1118 0 0,28 11-525 0 0,20-57-409 0 0,71-211-241 0 0,-27 74 88 0 0,-98 197 0 0 0,147-337-137 0 0,0-1 1 0 0,-1 1-1 0 0,0-1 1 0 0,0 0 0 0 0,-1 0-1 0 0,0-1 1 0 0,0 0 0 0 0,-13 10-1 0 0,16-13 8 0 0,-1-1-1 0 0,0 0 0 0 0,0 0 1 0 0,0 0-1 0 0,0-1 0 0 0,0 1 1 0 0,0-1-1 0 0,0 0 0 0 0,-1 0 1 0 0,1-1-1 0 0,0 1 0 0 0,-1-1 1 0 0,1 0-1 0 0,0 0 0 0 0,-1 0 1 0 0,1-1-1 0 0,0 0 0 0 0,0 0 1 0 0,-7-1-1 0 0,-1-3 18 0 0,0 0 0 0 0,1-1 0 0 0,-1 0 0 0 0,1-1-1 0 0,0 0 1 0 0,1 0 0 0 0,-1-1 0 0 0,2-1 0 0 0,-15-14 0 0 0,4 0 112 0 0,0-1 0 0 0,-30-49 0 0 0,40 58-78 0 0,2-1 0 0 0,0 1-1 0 0,1-2 1 0 0,0 1 0 0 0,2-1 0 0 0,0 0-1 0 0,-5-27 1 0 0,9 34-71 0 0,0 1 0 0 0,1-2-1 0 0,0 1 1 0 0,1 0 0 0 0,-1 0 0 0 0,2 1 0 0 0,0-1-1 0 0,0 0 1 0 0,1 0 0 0 0,0 1 0 0 0,0-1-1 0 0,1 1 1 0 0,0 0 0 0 0,11-15 0 0 0,1 3-9 0 0,0 1-1 0 0,2 0 1 0 0,0 2 0 0 0,1 0-1 0 0,1 1 1 0 0,1 1 0 0 0,0 1-1 0 0,1 1 1 0 0,28-14 0 0 0,24-8 38 0 0,124-40 0 0 0,-39 30 27 0 0,-71 22-2355 0 0,1-4-6527 0 0,-75 22 4764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45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397 182 1760 0 0,'7'-10'4496'0'0,"-4"5"-3629"0"0,0 0 1 0 0,0 0-1 0 0,0-1 0 0 0,-1 1 1 0 0,1-1-1 0 0,-2 1 0 0 0,1-1 1 0 0,1-8-1 0 0,-2 10-689 0 0,-1 0 0 0 0,0 1 0 0 0,0-1 0 0 0,0 0 0 0 0,-1 0 0 0 0,1 1 0 0 0,-1-1-1 0 0,0 0 1 0 0,0 0 0 0 0,0 1 0 0 0,-1-1 0 0 0,1 1 0 0 0,-1-1 0 0 0,-3-4 0 0 0,2 3 27 0 0,-1 0 0 0 0,1 0 0 0 0,-1 0 1 0 0,0 1-1 0 0,-1-1 0 0 0,1 1 0 0 0,-9-6 0 0 0,11 9-142 0 0,-1-1 0 0 0,0 0 0 0 0,0 1 0 0 0,0 0 0 0 0,0 0 0 0 0,0 0 0 0 0,0 0 0 0 0,-5-1-1 0 0,-16 4 48 0 0,13 1-70 0 0,0 1-1 0 0,0 0 1 0 0,0 1-1 0 0,0 0 1 0 0,0 1 0 0 0,1 0-1 0 0,-16 13 1 0 0,1 1 19 0 0,-37 41 1 0 0,43-40-33 0 0,0 1 1 0 0,1 1-1 0 0,-17 31 0 0 0,29-45-12 0 0,1 0 0 0 0,1 0-1 0 0,-1 0 1 0 0,2 1 0 0 0,-1 0-1 0 0,1 0 1 0 0,1 0 0 0 0,0 0-1 0 0,0 0 1 0 0,1 1 0 0 0,0-1-1 0 0,2 16 1 0 0,-1-23 13 0 0,0-1 0 0 0,1 1 0 0 0,-1 0 0 0 0,1 0-1 0 0,0-1 1 0 0,0 1 0 0 0,0 0 0 0 0,1-1 0 0 0,-1 1 0 0 0,0-1 0 0 0,1 1 0 0 0,0-1 0 0 0,-1 0 0 0 0,1 0 0 0 0,0 0 0 0 0,0 0 0 0 0,3 3 0 0 0,-1-3 22 0 0,0 0 0 0 0,0 0 0 0 0,0 0 0 0 0,0 0 0 0 0,0 0 0 0 0,0-1 0 0 0,0 0 0 0 0,1 0 0 0 0,-1 0 0 0 0,6 0 0 0 0,2 0 76 0 0,0-1 0 0 0,-1-1 0 0 0,1 0 0 0 0,0 0 1 0 0,-1-1-1 0 0,1-1 0 0 0,18-6 0 0 0,-10 1-9 0 0,1-2 0 0 0,-2 0 0 0 0,1-2-1 0 0,-1 0 1 0 0,22-18 0 0 0,81-82 489 0 0,-54 47 1033 0 0,-26 28-833 0 0,-41 36-801 0 0,-4 21 4 0 0,-26 51 21 0 0,18-47-70 0 0,1 1 1 0 0,-10 35-1 0 0,18-52 39 0 0,1-1 1 0 0,-1 1-1 0 0,1-1 0 0 0,1 1 0 0 0,0 0 1 0 0,0-1-1 0 0,0 1 0 0 0,1 0 1 0 0,0-1-1 0 0,1 1 0 0 0,0-1 0 0 0,4 14 1 0 0,-3-16 6 0 0,0 0 0 0 0,0 0-1 0 0,0-1 1 0 0,0 1 0 0 0,1-1 0 0 0,0 0 0 0 0,0 0 0 0 0,0 0 0 0 0,0 0 0 0 0,1-1 0 0 0,-1 0 0 0 0,1 0 0 0 0,0 0 0 0 0,0 0 0 0 0,0-1 0 0 0,0 0-1 0 0,1 0 1 0 0,-1 0 0 0 0,0 0 0 0 0,1-1 0 0 0,-1 0 0 0 0,1 0 0 0 0,6-1 0 0 0,0 1-569 0 0,0 0 1 0 0,-1-2-1 0 0,1 1 1 0 0,15-4-1 0 0,-15 2-1725 0 0,0-1 1 0 0,-1 0-1 0 0,20-8 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369 430 1428 0 0,'-2'0'1834'0'0,"-30"1"2470"0"0,29-1-3591 0 0,-20 12 2575 0 0,23-12-3224 0 0,-1 1 1 0 0,1-1-1 0 0,0 0 0 0 0,0 0 0 0 0,0 0 1 0 0,0 1-1 0 0,0-1 0 0 0,0 0 0 0 0,0 0 1 0 0,-1 1-1 0 0,1-1 0 0 0,0 0 1 0 0,0 0-1 0 0,0 0 0 0 0,0 1 0 0 0,0-1 1 0 0,0 0-1 0 0,0 0 0 0 0,0 1 0 0 0,0-1 1 0 0,0 0-1 0 0,1 0 0 0 0,-1 1 1 0 0,0-1-1 0 0,0 0 0 0 0,0 0 0 0 0,0 0 1 0 0,0 1-1 0 0,0-1 0 0 0,0 0 0 0 0,0 0 1 0 0,1 0-1 0 0,-1 1 0 0 0,0-1 0 0 0,0 0 1 0 0,0 0-1 0 0,0 0 0 0 0,1 0 1 0 0,-1 1-1 0 0,0-1 0 0 0,0 0 0 0 0,1 0 1 0 0,12-2 931 0 0,18-10-448 0 0,-13 2-462 0 0,0-1 0 0 0,0 0 1 0 0,-1-1-1 0 0,-1-1 0 0 0,0-1 1 0 0,-1 0-1 0 0,0-1 0 0 0,-1 0 0 0 0,-1-1 1 0 0,12-18-1 0 0,-10 10-68 0 0,-2-1-1 0 0,0 0 1 0 0,-1-1 0 0 0,-2 0-1 0 0,-1-1 1 0 0,12-53 0 0 0,-12 42-55 0 0,-8 36 12 0 0,-4 6-39 0 0,-5 11 62 0 0,0 1 1 0 0,1-1-1 0 0,0 2 0 0 0,1-1 1 0 0,2 1-1 0 0,-5 21 1 0 0,0-3 20 0 0,-117 619 280 0 0,96-464-231 0 0,14-89-8 0 0,-43 226 108 0 0,41-248-91 0 0,-4 0 0 0 0,-33 78 0 0 0,53-151-20 0 0,0 0 0 0 0,-1 0 0 0 0,0-1 0 0 0,0 1 0 0 0,0-1 0 0 0,0 0-1 0 0,-1 0 1 0 0,0 0 0 0 0,0 0 0 0 0,0-1 0 0 0,-1 1 0 0 0,1-1 0 0 0,-1 0 0 0 0,0-1-1 0 0,-9 6 1 0 0,12-9-41 0 0,1 0 0 0 0,0 1 0 0 0,0-1 0 0 0,-1 0 0 0 0,1 0 0 0 0,0 0 0 0 0,0 0 0 0 0,-1 0 0 0 0,1-1 0 0 0,0 1 1 0 0,0 0-1 0 0,-1 0 0 0 0,1-1 0 0 0,0 1 0 0 0,0-1 0 0 0,-2 0 0 0 0,-1-1 24 0 0,-1 0-18 0 0,0-1 0 0 0,0 1 0 0 0,0-1 0 0 0,0 0 0 0 0,0 0 0 0 0,1-1-1 0 0,0 1 1 0 0,-1-1 0 0 0,2 0 0 0 0,-1 0 0 0 0,0 0 0 0 0,1-1 0 0 0,-1 1 0 0 0,-1-6 0 0 0,-6-8 12 0 0,2-1-1 0 0,-11-27 1 0 0,7 10-31 0 0,3 0-1 0 0,0-1 1 0 0,2-1-1 0 0,2 1 1 0 0,2-1-1 0 0,1 0 1 0 0,2-1-1 0 0,2 1 1 0 0,1 0-1 0 0,2 0 1 0 0,1 0-1 0 0,3 1 1 0 0,18-59-1 0 0,-13 58-16 0 0,1 0-1 0 0,2 1 1 0 0,2 0-1 0 0,2 2 1 0 0,1 0-1 0 0,1 1 1 0 0,2 1-1 0 0,1 1 1 0 0,2 2-1 0 0,1 0 1 0 0,1 2-1 0 0,55-41 1 0 0,-70 60 4 0 0,1 0-1 0 0,0 0 1 0 0,0 1 0 0 0,1 1 0 0 0,0 1-1 0 0,0 0 1 0 0,1 1 0 0 0,26-5 0 0 0,-36 10 9 0 0,-1-1 0 0 0,1 1 0 0 0,-1 0 1 0 0,1 0-1 0 0,-1 1 0 0 0,1-1 0 0 0,-1 2 1 0 0,0-1-1 0 0,1 1 0 0 0,-1 0 0 0 0,6 2 1 0 0,-7-1 5 0 0,-1-1 0 0 0,1 1 1 0 0,-1 0-1 0 0,0 0 0 0 0,0 1 1 0 0,-1-1-1 0 0,1 1 0 0 0,-1 0 0 0 0,0-1 1 0 0,0 2-1 0 0,0-1 0 0 0,0 0 1 0 0,0 0-1 0 0,-1 1 0 0 0,3 9 1 0 0,-2-5 1 0 0,0 1 1 0 0,-1 0 0 0 0,-1-1-1 0 0,1 1 1 0 0,-2 0-1 0 0,1 0 1 0 0,-2 0 0 0 0,1 0-1 0 0,-1 0 1 0 0,0 0-1 0 0,-5 15 1 0 0,0-5 14 0 0,0 1-1 0 0,-2-1 1 0 0,0 0-1 0 0,-15 24 1 0 0,16-30-4 0 0,-2-1 0 0 0,0 0 0 0 0,-1-1 0 0 0,-15 15 0 0 0,20-21-1 0 0,-1 0 0 0 0,-1-1 0 0 0,1 0 0 0 0,-1-1 0 0 0,0 1 0 0 0,0-1 0 0 0,0-1 0 0 0,0 1 0 0 0,-15 4 0 0 0,20-7-22 0 0,0-1 0 0 0,0 1 0 0 0,0-1-1 0 0,0 1 1 0 0,-1-1 0 0 0,1 0 0 0 0,0 0 0 0 0,0 0-1 0 0,0 0 1 0 0,0 0 0 0 0,0-1 0 0 0,0 1 0 0 0,0-1-1 0 0,0 1 1 0 0,0-1 0 0 0,0 0 0 0 0,0 1 0 0 0,0-1-1 0 0,0 0 1 0 0,0 0 0 0 0,0-1 0 0 0,1 1 0 0 0,-1 0-1 0 0,0-1 1 0 0,1 1 0 0 0,-1-1 0 0 0,1 1 0 0 0,0-1-1 0 0,-1 1 1 0 0,1-1 0 0 0,0 0 0 0 0,0 0 0 0 0,-1-2-1 0 0,1 0-221 0 0,-1 0 0 0 0,1 0 0 0 0,0 0 0 0 0,0 0 0 0 0,1 0 0 0 0,-1 0-1 0 0,1-1 1 0 0,0 1 0 0 0,0 0 0 0 0,1 0 0 0 0,-1 0 0 0 0,1-1 0 0 0,0 1-1 0 0,0 0 1 0 0,2-5 0 0 0,1 0-1024 0 0,1 0 0 0 0,0 1 0 0 0,0 0 0 0 0,1 0 0 0 0,0 0 0 0 0,10-10 0 0 0,2-1-3376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6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27 1376 0 0,'-3'-10'8514'0'0,"2"9"-8204"0"0,-1 0-107 0 0,0 1 0 0 0,0-1 0 0 0,0 1 0 0 0,0-1 0 0 0,-1 1-1 0 0,1 0 1 0 0,0 0 0 0 0,0 0 0 0 0,0 0 0 0 0,-1 1 0 0 0,1-1 0 0 0,0 0-1 0 0,0 1 1 0 0,0 0 0 0 0,0-1 0 0 0,0 1 0 0 0,-3 2 0 0 0,0-1 38 0 0,0 2 0 0 0,0-1 1 0 0,0 1-1 0 0,1-1 0 0 0,-1 1 1 0 0,-5 7-1 0 0,-1 3 65 0 0,0 0-1 0 0,2 1 0 0 0,-14 26 1 0 0,16-27-184 0 0,0 0 0 0 0,2 1 1 0 0,0 0-1 0 0,-6 28 0 0 0,10-37-93 0 0,0 1 1 0 0,0-1-1 0 0,1 0 0 0 0,0 0 1 0 0,0 1-1 0 0,1-1 0 0 0,-1 0 0 0 0,1 1 1 0 0,1-1-1 0 0,-1 0 0 0 0,1 0 1 0 0,0 0-1 0 0,0 0 0 0 0,6 9 1 0 0,-6-13-20 0 0,0 0 0 0 0,0 0 0 0 0,0 0 1 0 0,0 0-1 0 0,0 0 0 0 0,1 0 0 0 0,-1-1 1 0 0,1 1-1 0 0,-1-1 0 0 0,1 0 0 0 0,0 0 1 0 0,-1 0-1 0 0,1 0 0 0 0,0 0 0 0 0,0 0 0 0 0,0-1 1 0 0,0 1-1 0 0,-1-1 0 0 0,1 0 0 0 0,0 0 1 0 0,0 0-1 0 0,0 0 0 0 0,0-1 0 0 0,0 1 1 0 0,3-2-1 0 0,3 0 9 0 0,-1 0-1 0 0,0 0 1 0 0,0-1-1 0 0,-1 0 1 0 0,1 0 0 0 0,0-1-1 0 0,12-8 1 0 0,-13 6-10 0 0,0 0 0 0 0,-1-1-1 0 0,0 0 1 0 0,0 0 0 0 0,0 0 0 0 0,-1-1 0 0 0,0 0-1 0 0,-1 0 1 0 0,0 0 0 0 0,0 0 0 0 0,0-1-1 0 0,-1 1 1 0 0,-1-1 0 0 0,4-18 0 0 0,-4 17-12 0 0,0-1 0 0 0,-1 0-1 0 0,-1 0 1 0 0,0 0 0 0 0,0 0 0 0 0,-1 0 0 0 0,0 1 0 0 0,-1-1 0 0 0,0 0 0 0 0,-1 1 0 0 0,0-1-1 0 0,-7-13 1 0 0,8 21-4 0 0,1-1-1 0 0,-1 1 0 0 0,-1 0 0 0 0,1 0 1 0 0,0 0-1 0 0,-1 0 0 0 0,0 0 0 0 0,0 1 1 0 0,0-1-1 0 0,0 1 0 0 0,-5-3 0 0 0,7 4 7 0 0,-1 0 0 0 0,1 0-1 0 0,0 1 1 0 0,-1-1 0 0 0,1 1-1 0 0,-1-1 1 0 0,0 1 0 0 0,1 0-1 0 0,-1-1 1 0 0,1 1 0 0 0,-1 0-1 0 0,1 0 1 0 0,-1 0 0 0 0,0 0-1 0 0,1 1 1 0 0,-1-1-1 0 0,1 0 1 0 0,-1 1 0 0 0,1-1-1 0 0,-1 1 1 0 0,1-1 0 0 0,-1 1-1 0 0,1 0 1 0 0,-1 0 0 0 0,1-1-1 0 0,0 1 1 0 0,-1 0 0 0 0,1 0-1 0 0,-2 2 1 0 0,1-1-106 0 0,1 0 0 0 0,-1-1 0 0 0,1 1 0 0 0,-1 0 1 0 0,1 0-1 0 0,0 0 0 0 0,0 1 0 0 0,0-1 0 0 0,0 0 0 0 0,0 0 0 0 0,0 0 0 0 0,0 1 0 0 0,1-1 0 0 0,-1 0 1 0 0,1 1-1 0 0,0-1 0 0 0,0 1 0 0 0,0-1 0 0 0,0 0 0 0 0,0 1 0 0 0,1 2 0 0 0,0-1-604 0 0,0 0 0 0 0,0 0 0 0 0,0-1 0 0 0,1 1 0 0 0,0 0 0 0 0,0-1 0 0 0,0 0-1 0 0,0 1 1 0 0,0-1 0 0 0,1 0 0 0 0,3 4 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5 110 564 0 0,'4'-8'2176'0'0,"-1"0"0"0"0,0 0 0 0 0,0 0-1 0 0,-1 0 1 0 0,-1-1 0 0 0,2-12 0 0 0,-1-7 1443 0 0,-2 26-3057 0 0,0-8 955 0 0,2 40-802 0 0,-2-1 1 0 0,-1 1-1 0 0,-5 29 0 0 0,0 3-263 0 0,0 10-120 0 0,-3 66-1891 0 0,10-126 1344 0 0,3-1-4276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7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39 2472 0 0,'-8'-11'1780'0'0,"1"3"-227"0"0,-2 1 555 0 0,-6 0-792 0 0,-3 2-480 0 0,6 10-340 0 0,0 5-588 0 0,7-1-260 0 0,-2 1-396 0 0,6 1-612 0 0,-3 1-1160 0 0,-1-2-565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7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1 844 0 0,'6'10'5417'0'0,"2"4"-3233"0"0,-1 1 1 0 0,0 1-1 0 0,6 21 1 0 0,-7-16-1465 0 0,-1-1 0 0 0,-1 1 0 0 0,-1 0 0 0 0,1 33 0 0 0,-4 5 2121 0 0,16-85-2650 0 0,-1 3-213 0 0,0 1 1 0 0,1 0-1 0 0,2 1 1 0 0,0 1 0 0 0,1 0-1 0 0,1 2 1 0 0,1 0-1 0 0,41-26 1 0 0,-58 41 10 0 0,0 1 1 0 0,1 0-1 0 0,0 0 0 0 0,-1 0 1 0 0,1 1-1 0 0,0-1 0 0 0,0 1 1 0 0,0 1-1 0 0,0-1 0 0 0,0 1 1 0 0,0-1-1 0 0,0 1 0 0 0,0 1 1 0 0,6 0-1 0 0,-9-1 16 0 0,0 1-1 0 0,0-1 1 0 0,0 1 0 0 0,0-1-1 0 0,0 1 1 0 0,1 0 0 0 0,-1 0-1 0 0,-1 0 1 0 0,1 0 0 0 0,0 0-1 0 0,0 0 1 0 0,0 0 0 0 0,-1 1-1 0 0,1-1 1 0 0,0 1 0 0 0,-1-1-1 0 0,1 1 1 0 0,-1 0 0 0 0,0-1-1 0 0,0 1 1 0 0,1 0 0 0 0,-1 0-1 0 0,-1 0 1 0 0,1 0 0 0 0,0 0 0 0 0,0 2-1 0 0,2 5-165 0 0,-1 0 0 0 0,0 1 0 0 0,-1-1-1 0 0,0 14 1 0 0,0-12-517 0 0,-1 6-873 0 0,1 7-1197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7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136 126 2864 0 0,'7'-25'3073'0'0,"-2"3"642"0"0,2-1 0 0 0,11-23 1 0 0,-14 37-2207 0 0,-6 11-438 0 0,-9 19-162 0 0,-39 115 871 0 0,-50 218 0 0 0,95-333-1728 0 0,2 1 0 0 0,0-1 0 0 0,1 1 0 0 0,1 28 1 0 0,2-44-245 0 0,-1-1 1 0 0,0 1-1 0 0,1 0 1 0 0,0-1 0 0 0,1 1-1 0 0,-1-1 1 0 0,1 1 0 0 0,0-1-1 0 0,0 0 1 0 0,1 1 0 0 0,-1-1-1 0 0,1 0 1 0 0,0-1-1 0 0,1 1 1 0 0,-1-1 0 0 0,1 1-1 0 0,0-1 1 0 0,0 0 0 0 0,0 0-1 0 0,1-1 1 0 0,6 5 0 0 0,-8-6-306 0 0,0 0 1 0 0,1-1-1 0 0,-1 0 1 0 0,1 0-1 0 0,-1 0 1 0 0,1 0-1 0 0,-1-1 1 0 0,7 1-1 0 0,15-3-6070 0 0,-10-3-176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45 1236 0 0,'-82'-41'14689'0'0,"116"37"-13827"0"0,148 18-5880 0 0,-130-9 1021 0 0,-4-1-1371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8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177 496 2992 0 0,'0'0'4193'0'0,"-15"5"510"0"0,2 1-3953 0 0,0 1-1 0 0,1 1 0 0 0,0 0 0 0 0,0 1 0 0 0,1 0 1 0 0,-15 15-1 0 0,19-17-641 0 0,1 0 0 0 0,0 0 0 0 0,0 1 0 0 0,1 0 0 0 0,0 0 1 0 0,0 0-1 0 0,1 0 0 0 0,0 1 0 0 0,1 0 0 0 0,-1-1 0 0 0,-2 15 0 0 0,6-19-71 0 0,-1 1-1 0 0,1 0 0 0 0,0 0 0 0 0,0 0 1 0 0,0 0-1 0 0,0 0 0 0 0,1 0 0 0 0,0 0 0 0 0,0 0 1 0 0,0 0-1 0 0,1 0 0 0 0,2 6 0 0 0,-2-9-20 0 0,-1 1-1 0 0,1 0 1 0 0,0-1-1 0 0,-1 0 1 0 0,1 1-1 0 0,0-1 1 0 0,0 0-1 0 0,1 0 1 0 0,-1 0-1 0 0,0 0 1 0 0,1-1-1 0 0,-1 1 1 0 0,1 0-1 0 0,-1-1 0 0 0,1 0 1 0 0,0 0-1 0 0,0 0 1 0 0,0 0-1 0 0,-1 0 1 0 0,1 0-1 0 0,5 0 1 0 0,2 0 8 0 0,0-1 1 0 0,0 0-1 0 0,1 0 0 0 0,-1-1 1 0 0,0 0-1 0 0,0-1 0 0 0,0 0 1 0 0,0-1-1 0 0,0 0 0 0 0,-1 0 1 0 0,1-1-1 0 0,-1-1 1 0 0,0 1-1 0 0,0-1 0 0 0,-1-1 1 0 0,1 0-1 0 0,10-9 0 0 0,-11 7-17 0 0,1-1-1 0 0,-1 0 1 0 0,0 0-1 0 0,-1-1 1 0 0,0 0-1 0 0,-1-1 1 0 0,0 1-1 0 0,0-1 1 0 0,-1 0-1 0 0,0-1 1 0 0,-1 1-1 0 0,-1-1 1 0 0,0 0-1 0 0,2-15 1 0 0,-3 11-9 0 0,-1-1-1 0 0,0 1 1 0 0,-2-1 0 0 0,0 1-1 0 0,-3-19 1 0 0,2 27-4 0 0,1 0 0 0 0,-1 0 1 0 0,-1 0-1 0 0,0 1 0 0 0,0-1 0 0 0,0 1 0 0 0,-1-1 1 0 0,0 1-1 0 0,0 0 0 0 0,-1 0 0 0 0,0 1 0 0 0,-7-8 0 0 0,8 11 0 0 0,0 0-1 0 0,-1 0 0 0 0,1 1 1 0 0,0-1-1 0 0,-1 1 0 0 0,0 0 1 0 0,1 0-1 0 0,-1 1 0 0 0,0 0 1 0 0,0-1-1 0 0,0 2 0 0 0,0-1 1 0 0,0 0-1 0 0,0 1 0 0 0,0 0 1 0 0,0 0-1 0 0,0 1 0 0 0,0-1 1 0 0,0 1-1 0 0,-7 2 0 0 0,8-2 5 0 0,1 0 0 0 0,-1 0 0 0 0,1 0 0 0 0,0 0 0 0 0,-1 1 0 0 0,1 0 0 0 0,0-1 0 0 0,0 1 0 0 0,0 0 0 0 0,0 0 0 0 0,0 1 0 0 0,0-1 0 0 0,1 1 0 0 0,-1-1 0 0 0,1 1 0 0 0,0 0 0 0 0,0 0 0 0 0,0 0 0 0 0,0 0 0 0 0,0 0 0 0 0,1 0 0 0 0,-1 1 0 0 0,1-1 0 0 0,0 0 0 0 0,0 1 0 0 0,0-1 0 0 0,0 1 0 0 0,0 6 0 0 0,2-6 3 0 0,-1 0 1 0 0,1 0 0 0 0,0-1 0 0 0,0 1-1 0 0,1 0 1 0 0,-1-1 0 0 0,1 1-1 0 0,-1-1 1 0 0,1 1 0 0 0,0-1 0 0 0,1 0-1 0 0,-1 0 1 0 0,0 0 0 0 0,1 0-1 0 0,0-1 1 0 0,0 1 0 0 0,-1 0 0 0 0,2-1-1 0 0,-1 0 1 0 0,0 0 0 0 0,5 3-1 0 0,4 1 6 0 0,0 0 0 0 0,1 0 0 0 0,0-1-1 0 0,23 6 1 0 0,-2-5-3 0 0,1 0 0 0 0,1-3 0 0 0,-1-1 0 0 0,0-1 0 0 0,1-2-1 0 0,-1-2 1 0 0,0-1 0 0 0,0-2 0 0 0,-1-1 0 0 0,1-2 0 0 0,65-26 0 0 0,-81 27-3 0 0,-1-2 0 0 0,0 0-1 0 0,0-1 1 0 0,-1-1 0 0 0,0-1 0 0 0,-1 0 0 0 0,0-2 0 0 0,-1 1 0 0 0,-1-2 0 0 0,-1 0 0 0 0,0 0-1 0 0,-1-1 1 0 0,0-1 0 0 0,-2 0 0 0 0,0-1 0 0 0,-1 0 0 0 0,11-34 0 0 0,-6 9 38 0 0,16-60 976 0 0,-30 104-1010 0 0,0 0-1 0 0,0 0 1 0 0,0 0 0 0 0,0 0 0 0 0,0 0 0 0 0,0-1-1 0 0,1 1 1 0 0,-1 0 0 0 0,0 0 0 0 0,0 0 0 0 0,0 0-1 0 0,0-1 1 0 0,0 1 0 0 0,0 0 0 0 0,0 0 0 0 0,0 0 0 0 0,0-1-1 0 0,0 1 1 0 0,0 0 0 0 0,0 0 0 0 0,0 0 0 0 0,0 0-1 0 0,0-1 1 0 0,0 1 0 0 0,0 0 0 0 0,0 0 0 0 0,0 0-1 0 0,0-1 1 0 0,0 1 0 0 0,0 0 0 0 0,0 0 0 0 0,-1 0-1 0 0,1 0 1 0 0,0-1 0 0 0,0 1 0 0 0,0 0 0 0 0,0 0-1 0 0,0 0 1 0 0,0 0 0 0 0,-1 0 0 0 0,1 0 0 0 0,0-1-1 0 0,0 1 1 0 0,0 0 0 0 0,0 0 0 0 0,0 0 0 0 0,-1 0-1 0 0,1 0 1 0 0,0 0 0 0 0,-10 7 64 0 0,-10 18-35 0 0,-30 66 351 0 0,4 2 1 0 0,-38 113 0 0 0,-49 204 1092 0 0,115-352-1382 0 0,-190 759 494 0 0,199-774-459 0 0,4-23 639 0 0,1 0 0 0 0,-3 37 0 0 0,7-57-739 0 0,0 1 1 0 0,0-1-1 0 0,0 0 0 0 0,0 1 0 0 0,0-1 1 0 0,0 0-1 0 0,0 1 0 0 0,0-1 0 0 0,0 0 1 0 0,0 1-1 0 0,0-1 0 0 0,1 0 0 0 0,-1 0 1 0 0,0 1-1 0 0,0-1 0 0 0,0 0 0 0 0,0 1 1 0 0,0-1-1 0 0,1 0 0 0 0,-1 0 0 0 0,0 1 1 0 0,0-1-1 0 0,0 0 0 0 0,1 0 0 0 0,-1 0 1 0 0,0 1-1 0 0,0-1 0 0 0,1 0 0 0 0,-1 0 1 0 0,0 0-1 0 0,1 0 0 0 0,-1 1 0 0 0,0-1 1 0 0,0 0-1 0 0,1 0 0 0 0,-1 0 0 0 0,1 0 1 0 0,14-5 335 0 0,12-14-130 0 0,34-30-11 0 0,-3-3 0 0 0,-1-3 1 0 0,85-108-1 0 0,-134 153-215 0 0,-2 0 0 0 0,1 0 0 0 0,-1 0 0 0 0,-1-1 0 0 0,0 0 0 0 0,0 0 0 0 0,-1 0 0 0 0,4-23 0 0 0,-7 27-11 0 0,0-1-1 0 0,-1 0 1 0 0,0 1 0 0 0,0-1-1 0 0,-1 1 1 0 0,0-1 0 0 0,0 1-1 0 0,-1 0 1 0 0,0-1 0 0 0,0 1-1 0 0,0 0 1 0 0,-1 0-1 0 0,0 0 1 0 0,-1 1 0 0 0,-5-9-1 0 0,-5-5-3 0 0,-1 1-1 0 0,-1 0 0 0 0,-1 1 0 0 0,0 1 0 0 0,-40-30 0 0 0,-110-62 1 0 0,122 82 4 0 0,42 25-29 0 0,0 0 1 0 0,1 0-1 0 0,-1 0 1 0 0,0 0-1 0 0,1 0 0 0 0,-1 0 1 0 0,1-1-1 0 0,0 1 1 0 0,0-1-1 0 0,0 1 0 0 0,0-1 1 0 0,1 0-1 0 0,-1 0 0 0 0,0 0 1 0 0,0-3-1 0 0,1 3-80 0 0,1 0 1 0 0,0 0-1 0 0,-1 1 0 0 0,1-1 1 0 0,0 0-1 0 0,0 0 0 0 0,1 0 0 0 0,-1 0 1 0 0,1 1-1 0 0,-1-1 0 0 0,1 0 1 0 0,0 0-1 0 0,0 1 0 0 0,0-1 0 0 0,0 0 1 0 0,1 1-1 0 0,-1-1 0 0 0,3-2 0 0 0,6-8-627 0 0,0-1 0 0 0,2 2-1 0 0,-1-1 1 0 0,2 2 0 0 0,-1-1-1 0 0,27-16 1 0 0,96-51-6878 0 0,-86 53 3414 0 0,21-11-3444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29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510 133 2164 0 0,'5'-7'1305'0'0,"0"0"-306"0"0,0-1 0 0 0,0 1 0 0 0,-1-1 0 0 0,0 0 1 0 0,0 0-1 0 0,-1 0 0 0 0,0-1 0 0 0,0 1 0 0 0,-1-1 0 0 0,2-15 0 0 0,-4 23-958 0 0,0 0 0 0 0,0 0 0 0 0,0 0-1 0 0,0 1 1 0 0,0-1 0 0 0,0 0 0 0 0,0 0-1 0 0,0 0 1 0 0,-1 1 0 0 0,1-1 0 0 0,0 0 0 0 0,0 0-1 0 0,-1 1 1 0 0,1-1 0 0 0,-1 0 0 0 0,1 0-1 0 0,-1 1 1 0 0,1-1 0 0 0,-1 1 0 0 0,1-1-1 0 0,-1 0 1 0 0,1 1 0 0 0,-1-1 0 0 0,0 1-1 0 0,0-1 1 0 0,-1 0-13 0 0,1 1 0 0 0,0 0 0 0 0,-1-1 0 0 0,1 1 0 0 0,-1 0 0 0 0,1 0 0 0 0,0 0 0 0 0,-1 0 0 0 0,1 0-1 0 0,-1 0 1 0 0,1 1 0 0 0,0-1 0 0 0,-3 1 0 0 0,-5 2 3 0 0,1 1-1 0 0,0 0 1 0 0,-13 8-1 0 0,18-10 25 0 0,-47 31 46 0 0,1 3-1 0 0,2 2 1 0 0,-79 82 0 0 0,111-104-80 0 0,-65 74 60 0 0,73-81-68 0 0,0 1 0 0 0,0 1 0 0 0,1-1-1 0 0,0 1 1 0 0,1 0 0 0 0,0 1-1 0 0,-5 16 1 0 0,9-26-8 0 0,1 1 0 0 0,-1-1-1 0 0,1 0 1 0 0,0 1 0 0 0,0-1-1 0 0,0 1 1 0 0,0-1 0 0 0,0 1-1 0 0,0-1 1 0 0,0 0 0 0 0,1 1-1 0 0,-1-1 1 0 0,1 1 0 0 0,0-1-1 0 0,0 0 1 0 0,0 0 0 0 0,0 1 0 0 0,2 2-1 0 0,-1-2 2 0 0,0-1-1 0 0,1 0 1 0 0,-1 0-1 0 0,1 1 1 0 0,0-2-1 0 0,-1 1 1 0 0,1 0-1 0 0,0 0 1 0 0,0-1-1 0 0,0 1 0 0 0,0-1 1 0 0,4 1-1 0 0,10 2 9 0 0,-1-1-1 0 0,1-1 1 0 0,0 0-1 0 0,24-2 1 0 0,-20 1-16 0 0,3-1 26 0 0,66 6-87 0 0,-81-5 93 0 0,1 0-1 0 0,-1 1 1 0 0,0 1-1 0 0,0-1 1 0 0,0 1-1 0 0,-1 1 1 0 0,11 5 0 0 0,-17-8 74 0 0,1 1 0 0 0,0-1 1 0 0,-1 1-1 0 0,1 0 0 0 0,-1 0 1 0 0,0 0-1 0 0,1 0 1 0 0,-1 0-1 0 0,0 1 0 0 0,0-1 1 0 0,-1 1-1 0 0,1-1 1 0 0,0 1-1 0 0,-1 0 0 0 0,0 0 1 0 0,0 0-1 0 0,1-1 0 0 0,-2 1 1 0 0,2 4-1 0 0,-2-3-2 0 0,0 0 0 0 0,0 0 0 0 0,0 0 1 0 0,-1 0-1 0 0,1 0 0 0 0,-1 0 0 0 0,0 0 0 0 0,0 0 0 0 0,-1-1 0 0 0,1 1 0 0 0,-1 0 0 0 0,1-1 0 0 0,-4 4 0 0 0,-4 7 92 0 0,0-2 1 0 0,-2 1-1 0 0,1-1 0 0 0,-2-1 0 0 0,1 0 0 0 0,-16 11 0 0 0,10-10-90 0 0,0 0-1 0 0,-2-1 0 0 0,1-1 0 0 0,-1-1 1 0 0,-35 12-1 0 0,40-16-93 0 0,1-1 0 0 0,-1-1 0 0 0,0 0 0 0 0,0-1 1 0 0,0-1-1 0 0,0 0 0 0 0,-1-1 0 0 0,1 0 0 0 0,-20-4 0 0 0,31 4-168 0 0,0-1 1 0 0,0 1-1 0 0,1-1 1 0 0,-1 0-1 0 0,0 0 0 0 0,1 0 1 0 0,-1 0-1 0 0,0 0 1 0 0,1-1-1 0 0,0 1 0 0 0,-1-1 1 0 0,1 0-1 0 0,0 1 1 0 0,0-1-1 0 0,0 0 0 0 0,0 0 1 0 0,0-1-1 0 0,0 1 0 0 0,0 0 1 0 0,1 0-1 0 0,-1-1 1 0 0,1 1-1 0 0,0-1 0 0 0,-2-4 1 0 0,3 4-489 0 0,-1-1 0 0 0,1 1 1 0 0,0 0-1 0 0,0 0 0 0 0,0 0 1 0 0,0 0-1 0 0,1 0 0 0 0,-1 0 0 0 0,1-1 1 0 0,0 1-1 0 0,-1 0 0 0 0,2 0 1 0 0,-1 1-1 0 0,2-6 0 0 0,11-13-6038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5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48 669 1172 0 0,'-37'47'9241'0'0,"31"-54"-8251"0"0,5 7-976 0 0,1 0 0 0 0,0 0 0 0 0,0-1 0 0 0,-1 1 0 0 0,1 0 0 0 0,0 0 0 0 0,0 0 0 0 0,-1-1 0 0 0,1 1 0 0 0,0 0 0 0 0,0 0 0 0 0,0-1-1 0 0,0 1 1 0 0,0 0 0 0 0,-1 0 0 0 0,1-1 0 0 0,0 1 0 0 0,0 0 0 0 0,0-1 0 0 0,0 1 0 0 0,0 0 0 0 0,0-1 0 0 0,0 1 0 0 0,0 0 0 0 0,0 0 0 0 0,0-1 0 0 0,0 1 0 0 0,0 0 0 0 0,0-1 0 0 0,0 1-1 0 0,0 0 1 0 0,0 0 0 0 0,1-1 0 0 0,-1 1 0 0 0,0 0 0 0 0,0-1 0 0 0,0 1 0 0 0,3-7 80 0 0,0-1 0 0 0,1 1 0 0 0,0 1 0 0 0,0-1 0 0 0,0 0 0 0 0,1 1 0 0 0,0 0 0 0 0,0 0-1 0 0,0 1 1 0 0,10-8 0 0 0,-3 1-9 0 0,176-152 415 0 0,16 14-401 0 0,-113 85-94 0 0,189-136-135 0 0,-278 200 127 0 0,0-1 0 0 0,0 1 0 0 0,0-1 0 0 0,-1 1 0 0 0,1-1 0 0 0,-1 0 0 0 0,1 0 0 0 0,-1 1 0 0 0,1-1 0 0 0,0-3 0 0 0,-2 4 2 0 0,1 1 1 0 0,-1 0 0 0 0,0 0-1 0 0,0 0 1 0 0,0-1-1 0 0,0 1 1 0 0,0 0-1 0 0,0 0 1 0 0,0-1-1 0 0,0 1 1 0 0,0 0-1 0 0,0 0 1 0 0,0-1 0 0 0,0 1-1 0 0,0 0 1 0 0,0 0-1 0 0,-1 0 1 0 0,1-1-1 0 0,0 1 1 0 0,0 0-1 0 0,0 0 1 0 0,0 0-1 0 0,0-1 1 0 0,0 1 0 0 0,0 0-1 0 0,-1 0 1 0 0,1 0-1 0 0,0 0 1 0 0,0-1-1 0 0,0 1 1 0 0,-1 0-1 0 0,-12-1-3 0 0,4 4 5 0 0,-1 0 0 0 0,1 0 1 0 0,0 1-1 0 0,0 1 1 0 0,0-1-1 0 0,1 1 1 0 0,0 1-1 0 0,-15 11 1 0 0,8-5 7 0 0,1-3-6 0 0,1 1 1 0 0,0 1-1 0 0,1 0 1 0 0,0 0-1 0 0,1 1 1 0 0,-10 15 0 0 0,18-24-4 0 0,0 1 1 0 0,1 0 0 0 0,0 0-1 0 0,0 0 1 0 0,0 0 0 0 0,1 0-1 0 0,-1 0 1 0 0,1 1 0 0 0,0-1-1 0 0,0 0 1 0 0,1 1 0 0 0,-1-1-1 0 0,1 1 1 0 0,0-1 0 0 0,0 1-1 0 0,0-1 1 0 0,1 1 0 0 0,-1-1-1 0 0,1 0 1 0 0,0 1 0 0 0,1-1 0 0 0,-1 0-1 0 0,1 0 1 0 0,0 0 0 0 0,0 0-1 0 0,0 0 1 0 0,3 4 0 0 0,6 7-7 0 0,0-1 0 0 0,21 18 0 0 0,-21-21 4 0 0,-1 0 0 0 0,0 0-1 0 0,0 1 1 0 0,10 16 0 0 0,-19-26 7 0 0,-1 0-1 0 0,1-1 1 0 0,0 1 0 0 0,-1-1 0 0 0,1 1 0 0 0,-1 0-1 0 0,0-1 1 0 0,1 1 0 0 0,-1 0 0 0 0,0 0-1 0 0,0-1 1 0 0,0 1 0 0 0,0 0 0 0 0,0-1-1 0 0,-1 1 1 0 0,1 0 0 0 0,0-1 0 0 0,-2 4 0 0 0,1-2 17 0 0,-1 1 1 0 0,0-1 0 0 0,0 0 0 0 0,0 1-1 0 0,-1-1 1 0 0,1 0 0 0 0,-1-1 0 0 0,-3 4-1 0 0,-2 2 81 0 0,-1-1 0 0 0,0-1 0 0 0,-1 0 0 0 0,-19 10-1 0 0,10-8-41 0 0,1-1-1 0 0,-1-1 0 0 0,0 0 1 0 0,-1-2-1 0 0,1 0 0 0 0,-1-1 1 0 0,0-1-1 0 0,0-1 0 0 0,0-1 0 0 0,0-1 1 0 0,1 0-1 0 0,-1-1 0 0 0,0-2 1 0 0,-20-5-1 0 0,40 9-128 0 0,-1 0 1 0 0,0 0-1 0 0,0 0 0 0 0,1-1 1 0 0,-1 1-1 0 0,0 0 0 0 0,0-1 0 0 0,1 1 1 0 0,-1 0-1 0 0,0-1 0 0 0,1 1 1 0 0,-1-1-1 0 0,1 1 0 0 0,-1-1 0 0 0,0 1 1 0 0,1-1-1 0 0,-1 1 0 0 0,1-1 1 0 0,-1 1-1 0 0,1-1 0 0 0,0 0 1 0 0,-1 1-1 0 0,1-1 0 0 0,0 0 0 0 0,-1 0 1 0 0,1 1-1 0 0,0-1 0 0 0,0 0 1 0 0,-1 0-1 0 0,1 1 0 0 0,0-1 0 0 0,0 0 1 0 0,0 0-1 0 0,0 1 0 0 0,0-1 1 0 0,0 0-1 0 0,0 0 0 0 0,1 1 1 0 0,-1-1-1 0 0,0 0 0 0 0,0 0 0 0 0,1 1 1 0 0,-1-1-1 0 0,0 0 0 0 0,1 0 1 0 0,-1 0-1 0 0,3-3-879 0 0,0 0 1 0 0,0 1-1 0 0,0-1 1 0 0,0 0-1 0 0,6-4 1 0 0,6-5-3013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5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1364 0 0,'43'-29'11759'0'0,"-43"29"-11710"0"0,1 1 1 0 0,-1-1-1 0 0,1 1 0 0 0,-1-1 0 0 0,1 1 0 0 0,-1-1 0 0 0,0 1 1 0 0,0-1-1 0 0,1 1 0 0 0,-1-1 0 0 0,0 1 0 0 0,0-1 0 0 0,1 1 1 0 0,-1 0-1 0 0,0-1 0 0 0,0 1 0 0 0,0-1 0 0 0,0 1 0 0 0,0 0 1 0 0,0-1-1 0 0,0 1 0 0 0,0-1 0 0 0,0 1 0 0 0,0 0 0 0 0,-4 19 352 0 0,3-16-306 0 0,-13 54 435 0 0,-9 51-144 0 0,21-97-363 0 0,1 0 1 0 0,1 0-1 0 0,0 1 1 0 0,0-1-1 0 0,1 0 1 0 0,5 24-1 0 0,-5-34-15 0 0,-1-1-5 0 0,0 1 0 0 0,1-1 0 0 0,-1 1 0 0 0,1 0 0 0 0,-1-1 0 0 0,1 1 0 0 0,-1-1 0 0 0,1 1 0 0 0,0-1 0 0 0,0 0 0 0 0,0 1 0 0 0,0-1 0 0 0,0 0 0 0 0,0 1 0 0 0,0-1 0 0 0,0 0 0 0 0,1 0 0 0 0,-1 0 0 0 0,0 0 0 0 0,2 1 0 0 0,1-1-2 0 0,0 1 0 0 0,-1-1 0 0 0,1 0 0 0 0,0 0 0 0 0,0-1 0 0 0,0 1 0 0 0,0-1 0 0 0,-1 0 0 0 0,1 0 0 0 0,0 0-1 0 0,0 0 1 0 0,0-1 0 0 0,0 1 0 0 0,0-1 0 0 0,-1 0 0 0 0,1-1 0 0 0,0 1 0 0 0,-1 0 0 0 0,1-1 0 0 0,-1 0 0 0 0,1 0-1 0 0,-1 0 1 0 0,5-4 0 0 0,-1 2 1 0 0,6-5 0 0 0,0-1 0 0 0,0 0 0 0 0,-1-1 0 0 0,0 0 0 0 0,-1-1 0 0 0,11-15 0 0 0,52-84-21 0 0,-72 108 18 0 0,45-70 702 0 0,-47 71-476 0 0,-5 18-50 0 0,-1-4-209 0 0,-11 22 280 0 0,-22 61 1 0 0,36-86-411 0 0,0 0 0 0 0,1 1 0 0 0,0-1 0 0 0,0 1 0 0 0,1-1 1 0 0,1 1-1 0 0,-1-1 0 0 0,2 1 0 0 0,-1 0 0 0 0,1-1 0 0 0,1 1 1 0 0,2 11-1 0 0,-2-18-112 0 0,-1 1-1 0 0,1 0 1 0 0,0-1 0 0 0,0 1 0 0 0,0-1-1 0 0,1 1 1 0 0,-1-1 0 0 0,1 0 0 0 0,0 0 0 0 0,4 3-1 0 0,21 12-5067 0 0,-13-14 684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6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242 414 908 0 0,'10'-29'3109'0'0,"-4"12"-40"0"0,7-33 0 0 0,-12 44-2550 0 0,0 1-1 0 0,-1 0 1 0 0,0-1-1 0 0,0 1 1 0 0,0-1 0 0 0,-1 1-1 0 0,1 0 1 0 0,-1-1-1 0 0,0 1 1 0 0,-4-9-1 0 0,5 14-475 0 0,-1-1-1 0 0,1 0 1 0 0,-1 1 0 0 0,1-1-1 0 0,-1 1 1 0 0,1-1-1 0 0,-1 1 1 0 0,0-1-1 0 0,1 1 1 0 0,-1-1-1 0 0,0 1 1 0 0,0 0-1 0 0,1-1 1 0 0,-1 1-1 0 0,0 0 1 0 0,0-1-1 0 0,1 1 1 0 0,-1 0-1 0 0,0 0 1 0 0,0 0-1 0 0,0 0 1 0 0,0 0-1 0 0,1 0 1 0 0,-1 0-1 0 0,0 0 1 0 0,0 0-1 0 0,0 0 1 0 0,1 1-1 0 0,-1-1 1 0 0,0 0-1 0 0,0 0 1 0 0,1 1-1 0 0,-2 0 1 0 0,-25 12 346 0 0,10-1-300 0 0,1 2 0 0 0,1-1-1 0 0,0 2 1 0 0,1 0 0 0 0,1 1 0 0 0,0 0 0 0 0,-12 22 0 0 0,11-15-54 0 0,1 1 0 0 0,1 0 0 0 0,1 1 0 0 0,-15 51 0 0 0,24-66-28 0 0,0 0-1 0 0,0-1 0 0 0,1 1 0 0 0,0 0 0 0 0,0 0 1 0 0,1-1-1 0 0,1 1 0 0 0,0 0 0 0 0,3 15 1 0 0,-3-21-7 0 0,0-1 0 0 0,0 1 0 0 0,1 0 1 0 0,-1-1-1 0 0,1 0 0 0 0,0 1 0 0 0,0-1 0 0 0,0 0 1 0 0,0 0-1 0 0,1 0 0 0 0,-1 0 0 0 0,1 0 1 0 0,0-1-1 0 0,0 1 0 0 0,0-1 0 0 0,0 0 1 0 0,0 0-1 0 0,0 0 0 0 0,1 0 0 0 0,-1-1 1 0 0,1 1-1 0 0,-1-1 0 0 0,1 0 0 0 0,0 0 1 0 0,-1 0-1 0 0,8 1 0 0 0,0-2-48 0 0,0 1 1 0 0,0-2-1 0 0,0 0 0 0 0,0 0 1 0 0,0-1-1 0 0,0 0 1 0 0,-1-1-1 0 0,1 0 0 0 0,-1 0 1 0 0,1-1-1 0 0,-1-1 0 0 0,0 0 1 0 0,14-9-1 0 0,0-3-342 0 0,-1 0-1 0 0,0-1 1 0 0,38-40-1 0 0,-33 26-33 0 0,-1-1 1 0 0,-2-1-1 0 0,-1-2 0 0 0,29-57 1 0 0,-19 22-48 0 0,37-114 1 0 0,-45 96 308 0 0,-25 69 198 0 0,-1 20-34 0 0,0-1 1 0 0,0 1-1 0 0,0 0 1 0 0,0 0-1 0 0,0 0 0 0 0,0 0 1 0 0,-1-1-1 0 0,1 1 0 0 0,0 0 1 0 0,0 0-1 0 0,0 0 0 0 0,-1 0 1 0 0,1 0-1 0 0,0 0 1 0 0,0-1-1 0 0,0 1 0 0 0,-1 0 1 0 0,1 0-1 0 0,0 0 0 0 0,0 0 1 0 0,0 0-1 0 0,-1 0 1 0 0,1 0-1 0 0,0 0 0 0 0,0 0 1 0 0,0 0-1 0 0,-1 0 0 0 0,1 0 1 0 0,0 0-1 0 0,0 0 0 0 0,-1 0 1 0 0,1 0-1 0 0,0 1 1 0 0,0-1-1 0 0,0 0 0 0 0,-1 0 1 0 0,1 0-1 0 0,0 0 0 0 0,-18 15 197 0 0,17-14-184 0 0,-15 17 225 0 0,0 0 1 0 0,1 2-1 0 0,-18 30 1 0 0,-30 68 538 0 0,34-58-526 0 0,3 1 0 0 0,3 1 1 0 0,-19 74-1 0 0,41-132-178 0 0,0 1 0 0 0,0-1 0 0 0,1 0 0 0 0,0 0 1 0 0,-1 0-1 0 0,2 5 0 0 0,-1-8-61 0 0,0-1 0 0 0,0 1-1 0 0,0 0 1 0 0,0-1 0 0 0,0 1 0 0 0,1-1 0 0 0,-1 1 0 0 0,0-1 0 0 0,0 1-1 0 0,1-1 1 0 0,-1 1 0 0 0,0-1 0 0 0,1 1 0 0 0,-1-1 0 0 0,0 1-1 0 0,1-1 1 0 0,-1 0 0 0 0,1 1 0 0 0,-1-1 0 0 0,0 1 0 0 0,1-1-1 0 0,-1 0 1 0 0,1 0 0 0 0,0 1 0 0 0,-1-1 0 0 0,1 0 0 0 0,-1 0-1 0 0,1 0 1 0 0,-1 1 0 0 0,1-1 0 0 0,-1 0 0 0 0,1 0 0 0 0,0 0 0 0 0,-1 0-1 0 0,1 0 1 0 0,-1 0 0 0 0,1 0 0 0 0,-1 0 0 0 0,1 0 0 0 0,0-1-1 0 0,-1 1 1 0 0,1 0 0 0 0,-1 0 0 0 0,1 0 0 0 0,-1-1 0 0 0,1 1-1 0 0,-1 0 1 0 0,1-1 0 0 0,0 1 0 0 0,5-4 18 0 0,0 0 0 0 0,0 0-1 0 0,0 0 1 0 0,-1-1 0 0 0,0 0 0 0 0,1 0 0 0 0,6-9 0 0 0,0 1 7 0 0,34-36 39 0 0,-18 17-65 0 0,1 2 0 0 0,2 0 0 0 0,58-42 0 0 0,-84 69-7 0 0,0 1-1 0 0,0-1 1 0 0,0 1-1 0 0,0 0 1 0 0,0 0-1 0 0,0 0 1 0 0,1 1 0 0 0,-1-1-1 0 0,12 0 1 0 0,-15 2 6 0 0,0 0 1 0 0,1 0-1 0 0,-1 0 1 0 0,0 0-1 0 0,1 1 1 0 0,-1-1 0 0 0,0 1-1 0 0,0-1 1 0 0,1 1-1 0 0,-1 0 1 0 0,0 0-1 0 0,0 0 1 0 0,0 0-1 0 0,0 0 1 0 0,0 1 0 0 0,0-1-1 0 0,0 1 1 0 0,0-1-1 0 0,-1 1 1 0 0,1-1-1 0 0,-1 1 1 0 0,1 0-1 0 0,-1 0 1 0 0,1 0 0 0 0,-1 0-1 0 0,2 3 1 0 0,0 4 91 0 0,0-1 1 0 0,-1 1-1 0 0,0 0 1 0 0,0 0-1 0 0,-1-1 1 0 0,0 1 0 0 0,0 0-1 0 0,-1 0 1 0 0,0 0-1 0 0,-2 10 1 0 0,-3 16 240 0 0,-11 42 0 0 0,7-41-224 0 0,-5 38 365 0 0,14-74-480 0 0,0 0 1 0 0,0 1-1 0 0,0-1 0 0 0,0 0 0 0 0,0 1 0 0 0,0-1 1 0 0,0 0-1 0 0,0 1 0 0 0,0-1 0 0 0,0 0 0 0 0,0 1 1 0 0,0-1-1 0 0,0 0 0 0 0,0 1 0 0 0,0-1 0 0 0,0 1 1 0 0,1-1-1 0 0,-1 0 0 0 0,0 0 0 0 0,0 1 0 0 0,0-1 1 0 0,0 0-1 0 0,1 1 0 0 0,-1-1 0 0 0,0 0 0 0 0,0 0 1 0 0,1 1-1 0 0,-1-1 0 0 0,0 0 0 0 0,1 0 0 0 0,-1 0 0 0 0,0 1 1 0 0,1-1-1 0 0,-1 0 0 0 0,0 0 0 0 0,1 0 0 0 0,-1 0 1 0 0,0 0-1 0 0,1 0 0 0 0,-1 0 0 0 0,0 0 0 0 0,1 1 1 0 0,-1-1-1 0 0,0-1 0 0 0,1 1 0 0 0,-1 0 0 0 0,0 0 1 0 0,1 0-1 0 0,-1 0 0 0 0,1 0 0 0 0,-1 0 0 0 0,1 0 1 0 0,17-8 30 0 0,-17 8-24 0 0,21-14-65 0 0,-1 0 0 0 0,-1-2 0 0 0,31-30 0 0 0,2 0-1348 0 0,24-15-2615 0 0,-25 21-1998 0 0,-13 13-1105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7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41 767 2012 0 0,'-36'30'9073'0'0,"34"-28"-8370"0"0,2-2-594 0 0,0 1 0 0 0,-1-1 0 0 0,1 0 0 0 0,0 1 0 0 0,0-1 0 0 0,0 1 0 0 0,0-1 0 0 0,-1 0 1 0 0,1 1-1 0 0,0-1 0 0 0,0 0 0 0 0,0 1 0 0 0,0-1 0 0 0,0 1 0 0 0,0-1 0 0 0,0 0 0 0 0,0 1 0 0 0,0-1 0 0 0,0 1 0 0 0,0-1 0 0 0,0 0 0 0 0,0 1 0 0 0,1 0 0 0 0,1 0 25 0 0,1 0 0 0 0,-1 0 0 0 0,1 0 0 0 0,-1-1 1 0 0,1 1-1 0 0,0-1 0 0 0,0 0 0 0 0,-1 1 0 0 0,1-1 1 0 0,0 0-1 0 0,-1-1 0 0 0,1 1 0 0 0,0 0 0 0 0,-1-1 1 0 0,1 0-1 0 0,0 1 0 0 0,3-3 0 0 0,51-21 304 0 0,-42 17-261 0 0,15-6-136 0 0,-1-2 0 0 0,-1-1 0 0 0,-1-1 0 0 0,0-1-1 0 0,-1-2 1 0 0,-1 0 0 0 0,-1-2 0 0 0,-1 0 0 0 0,-1-2 0 0 0,-1 0 0 0 0,-1-2 0 0 0,-2 0 0 0 0,0-1-1 0 0,27-57 1 0 0,-18 17-106 0 0,-2-1-1 0 0,-4-1 0 0 0,23-129 1 0 0,-44 196 30 0 0,-3 5-12 0 0,-4 1 44 0 0,1 2 0 0 0,0-1 0 0 0,1 1 0 0 0,-1-1 0 0 0,1 2 0 0 0,-6 7 0 0 0,-27 49-2 0 0,15-24 19 0 0,-70 123 57 0 0,77-130-53 0 0,2 0-1 0 0,2 1 1 0 0,-12 45 0 0 0,22-70-123 0 0,0-1 0 0 0,1 0 0 0 0,0 1 0 0 0,1-1 0 0 0,-1 1 0 0 0,2-1 0 0 0,-1 1 0 0 0,1-1 0 0 0,3 15 0 0 0,-3-19 1 0 0,0 0 1 0 0,0-1 0 0 0,0 1 0 0 0,1 0-1 0 0,0 0 1 0 0,-1-1 0 0 0,1 1 0 0 0,0 0-1 0 0,0-1 1 0 0,0 0 0 0 0,1 0 0 0 0,-1 1 0 0 0,0-1-1 0 0,1-1 1 0 0,0 1 0 0 0,-1 0 0 0 0,1-1-1 0 0,0 1 1 0 0,0-1 0 0 0,0 0 0 0 0,0 0-1 0 0,0 0 1 0 0,0 0 0 0 0,0 0 0 0 0,6 0-1 0 0,5 0-265 0 0,0-1 0 0 0,0 0-1 0 0,0-1 1 0 0,1 0 0 0 0,-1-1-1 0 0,0-1 1 0 0,0 0-1 0 0,-1-1 1 0 0,1-1 0 0 0,-1 0-1 0 0,24-13 1 0 0,-9 3-49 0 0,-2-2 1 0 0,0 0-1 0 0,-2-2 0 0 0,33-30 1 0 0,-26 17 297 0 0,-1-1 0 0 0,43-62 0 0 0,38-81 3600 0 0,-97 153-2627 0 0,-12 20-477 0 0,-3 5-121 0 0,-3 11 10 0 0,-9 18 77 0 0,-149 307 2031 0 0,154-318-2289 0 0,0 0 0 0 0,1 1 0 0 0,1 0 0 0 0,1 0 0 0 0,-4 40 0 0 0,9-61-76 0 0,0 1 0 0 0,0 0 0 0 0,0 0-1 0 0,0 0 1 0 0,0-1 0 0 0,0 1-1 0 0,0 0 1 0 0,0 0 0 0 0,0 0 0 0 0,0-1-1 0 0,1 1 1 0 0,-1 0 0 0 0,0 0 0 0 0,0 0-1 0 0,1-1 1 0 0,-1 1 0 0 0,1 0-1 0 0,-1-1 1 0 0,1 1 0 0 0,-1 0 0 0 0,1-1-1 0 0,-1 1 1 0 0,1-1 0 0 0,-1 1 0 0 0,1-1-1 0 0,1 2 1 0 0,-1-2 1 0 0,0 0 0 0 0,1 0 0 0 0,-1 0-1 0 0,0 0 1 0 0,0 0 0 0 0,1 0 0 0 0,-1 0 0 0 0,0 0 0 0 0,0 0-1 0 0,0-1 1 0 0,1 1 0 0 0,-1 0 0 0 0,0-1 0 0 0,0 1 0 0 0,2-2 0 0 0,3-2 16 0 0,1 0 0 0 0,-1 0 0 0 0,0 0 0 0 0,8-9 0 0 0,44-46 9 0 0,90-84-67 0 0,-146 142 32 0 0,0-1-1 0 0,-1 0 0 0 0,1 1 1 0 0,0-1-1 0 0,1 1 0 0 0,-1 0 1 0 0,0-1-1 0 0,0 1 0 0 0,1 0 1 0 0,-1 0-1 0 0,0 1 1 0 0,1-1-1 0 0,-1 0 0 0 0,1 1 1 0 0,-1 0-1 0 0,1-1 0 0 0,-1 1 1 0 0,1 0-1 0 0,-1 0 1 0 0,1 0-1 0 0,-1 1 0 0 0,1-1 1 0 0,-1 1-1 0 0,4 0 0 0 0,-5 0 4 0 0,1 0 0 0 0,-1-1-1 0 0,0 1 1 0 0,0 0-1 0 0,1 0 1 0 0,-1 0 0 0 0,0 0-1 0 0,0 0 1 0 0,0 0-1 0 0,0 0 1 0 0,0 1-1 0 0,0-1 1 0 0,-1 0 0 0 0,1 0-1 0 0,0 1 1 0 0,0-1-1 0 0,-1 1 1 0 0,1-1 0 0 0,-1 0-1 0 0,0 1 1 0 0,1 2-1 0 0,2 31 34 0 0,-3-34-34 0 0,-1 29 23 0 0,0-18-50 0 0,1 1 0 0 0,0 0 1 0 0,1-1-1 0 0,4 22 0 0 0,-4-30-119 0 0,0-1 0 0 0,0 1 0 0 0,1 0 0 0 0,0-1 0 0 0,-1 0 0 0 0,1 1 0 0 0,0-1 0 0 0,0 0 0 0 0,1 0 0 0 0,-1 0 0 0 0,1 0 0 0 0,-1 0 0 0 0,1-1 0 0 0,0 1 0 0 0,0-1 1 0 0,0 1-1 0 0,1-1 0 0 0,-1 0 0 0 0,0-1 0 0 0,5 3 0 0 0,0-1-743 0 0,1 0 0 0 0,0-1 0 0 0,-1 0 0 0 0,1 0 0 0 0,0-1 0 0 0,1 0 0 0 0,13 0 0 0 0,1-4-2629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7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212 593 1720 0 0,'6'-9'1028'0'0,"0"-1"0"0"0,-1 0 0 0 0,0 0-1 0 0,-1-1 1 0 0,0 1 0 0 0,-1-1 0 0 0,0 0-1 0 0,-1 0 1 0 0,0 0 0 0 0,1-12 0 0 0,-3 22-998 0 0,0 1 1 0 0,0-1-1 0 0,0 0 1 0 0,0 1-1 0 0,0-1 1 0 0,0 1 0 0 0,0-1-1 0 0,-1 1 1 0 0,1-1-1 0 0,0 1 1 0 0,0-1-1 0 0,0 0 1 0 0,-1 1-1 0 0,1-1 1 0 0,0 1-1 0 0,0-1 1 0 0,-1 1-1 0 0,1 0 1 0 0,-1-1-1 0 0,1 1 1 0 0,0-1-1 0 0,-1 1 1 0 0,1 0-1 0 0,-1-1 1 0 0,1 1-1 0 0,-1 0 1 0 0,1-1 0 0 0,-1 1-1 0 0,1 0 1 0 0,-1 0-1 0 0,1-1 1 0 0,-1 1-1 0 0,0 0 1 0 0,1 0-1 0 0,-1 0 1 0 0,1 0-1 0 0,-1 0 1 0 0,1 0-1 0 0,-1 0 1 0 0,0 0-1 0 0,1 0 1 0 0,-1 0-1 0 0,1 0 1 0 0,-1 0-1 0 0,1 1 1 0 0,-1-1-1 0 0,0 0 1 0 0,1 0 0 0 0,-1 1-1 0 0,-25 11 312 0 0,3 4-130 0 0,1 1-1 0 0,1 0 1 0 0,-33 36 0 0 0,42-38-174 0 0,0-1 0 0 0,1 1 1 0 0,0 1-1 0 0,2 0 0 0 0,0 0 0 0 0,-10 25 1 0 0,18-39-38 0 0,0-1 0 0 0,0 1 0 0 0,1-1 0 0 0,-1 1 0 0 0,1 0 0 0 0,-1-1 0 0 0,1 1 0 0 0,0 0 0 0 0,-1 0 0 0 0,1-1 0 0 0,0 1 0 0 0,0 0 0 0 0,0 0 0 0 0,1-1 0 0 0,-1 1 0 0 0,0 0 0 0 0,0-1 0 0 0,1 1 0 0 0,-1 0 0 0 0,1-1 0 0 0,0 1 0 0 0,0 0 0 0 0,-1-1 0 0 0,1 1 0 0 0,0-1 0 0 0,0 0 0 0 0,0 1 0 0 0,0-1 0 0 0,1 0 0 0 0,-1 1 0 0 0,0-1 0 0 0,1 0 0 0 0,-1 0 0 0 0,0 0 0 0 0,1 0 0 0 0,-1 0 0 0 0,1-1 1 0 0,-1 1-1 0 0,1 0 0 0 0,2 0 0 0 0,1 0 1 0 0,1 0 0 0 0,-1 0 0 0 0,0 0 0 0 0,0-1 0 0 0,1 1 1 0 0,-1-2-1 0 0,0 1 0 0 0,0 0 0 0 0,1-1 0 0 0,-1 0 0 0 0,0 0 1 0 0,9-4-1 0 0,6-4-11 0 0,0 0 1 0 0,-1-2-1 0 0,0 0 1 0 0,21-18-1 0 0,65-62-20 0 0,-74 62 13 0 0,-30 29 13 0 0,0-1 1 0 0,-1 0 0 0 0,1 0-1 0 0,-1 0 1 0 0,1 1-1 0 0,0-1 1 0 0,0 0 0 0 0,0 1-1 0 0,-1-1 1 0 0,1 1-1 0 0,0-1 1 0 0,0 1-1 0 0,0-1 1 0 0,0 1 0 0 0,0-1-1 0 0,0 1 1 0 0,0 0-1 0 0,0 0 1 0 0,0-1 0 0 0,0 1-1 0 0,0 0 1 0 0,0 0-1 0 0,0 0 1 0 0,0 0 0 0 0,0 0-1 0 0,0 0 1 0 0,0 1-1 0 0,0-1 1 0 0,0 0 0 0 0,1 1-1 0 0,-1 1 7 0 0,-1 0-1 0 0,0 1 0 0 0,0-1 1 0 0,0 0-1 0 0,0 0 1 0 0,0 0-1 0 0,-1 0 1 0 0,1 1-1 0 0,-1-1 0 0 0,1 0 1 0 0,-1 0-1 0 0,-1 3 1 0 0,0 1 2 0 0,-2 9 9 0 0,1-1-1 0 0,0 1 1 0 0,1 0-1 0 0,0 26 1 0 0,2-38-15 0 0,0 0 1 0 0,0 0 0 0 0,0 0-1 0 0,1 0 1 0 0,-1 0 0 0 0,1 0 0 0 0,0-1-1 0 0,0 1 1 0 0,0 0 0 0 0,0-1 0 0 0,0 1-1 0 0,1 0 1 0 0,-1-1 0 0 0,1 0-1 0 0,0 1 1 0 0,-1-1 0 0 0,1 0 0 0 0,0 0-1 0 0,0 0 1 0 0,1 0 0 0 0,-1 0 0 0 0,0 0-1 0 0,1-1 1 0 0,-1 1 0 0 0,1-1-1 0 0,-1 0 1 0 0,1 1 0 0 0,0-1 0 0 0,-1 0-1 0 0,1-1 1 0 0,3 2 0 0 0,8 0-183 0 0,0 0 0 0 0,0-1 0 0 0,0 0 0 0 0,0-1 1 0 0,-1 0-1 0 0,1-2 0 0 0,0 1 0 0 0,17-5 0 0 0,-12 0-146 0 0,1 0 0 0 0,-1-1 0 0 0,0-1 0 0 0,-1-1 0 0 0,18-11 0 0 0,0-4-145 0 0,-1-2 0 0 0,-1-1 0 0 0,-2-1 0 0 0,49-55 1 0 0,-48 43 381 0 0,-1-1 0 0 0,-2-1 0 0 0,33-62 0 0 0,-28 36 2056 0 0,42-119-1 0 0,-64 154-1010 0 0,-12 32-384 0 0,-4 3-497 0 0,0 1-1 0 0,1-1 0 0 0,-1 1 1 0 0,1 0-1 0 0,0 0 0 0 0,0-1 0 0 0,0 2 1 0 0,0-1-1 0 0,0 0 0 0 0,1 0 1 0 0,-1 1-1 0 0,0 3 0 0 0,-3 5 160 0 0,-94 218 2429 0 0,78-172-2298 0 0,2 0 1 0 0,-12 67 0 0 0,31-124-361 0 0,-3 12 50 0 0,1 0 0 0 0,0 0 0 0 0,1 0 1 0 0,0 0-1 0 0,1 0 0 0 0,0 0 1 0 0,3 15-1 0 0,-2-26-78 0 0,-1 0 1 0 0,1-1-1 0 0,-1 1 1 0 0,1-1-1 0 0,0 0 0 0 0,0 1 1 0 0,0-1-1 0 0,0 0 1 0 0,0 1-1 0 0,0-1 1 0 0,0 0-1 0 0,0 0 0 0 0,0 0 1 0 0,0 0-1 0 0,1 0 1 0 0,-1 0-1 0 0,1 0 0 0 0,-1 0 1 0 0,0-1-1 0 0,1 1 1 0 0,-1 0-1 0 0,1-1 1 0 0,0 1-1 0 0,-1-1 0 0 0,1 0 1 0 0,-1 1-1 0 0,1-1 1 0 0,0 0-1 0 0,-1 0 1 0 0,1 0-1 0 0,-1 0 0 0 0,1 0 1 0 0,0-1-1 0 0,2 0 1 0 0,5 0-439 0 0,-1-1 0 0 0,1-1 0 0 0,-1 1 0 0 0,0-1 0 0 0,12-6 0 0 0,0-2-1798 0 0,-1 0-1 0 0,0-2 1 0 0,30-24-1 0 0,-22 13-3186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33 1556 0 0,'-142'2'14360'0'0,"141"-2"-14275"0"0,1 0 0 0 0,0-1 0 0 0,-1 1-1 0 0,1 0 1 0 0,-1 0 0 0 0,1 0 0 0 0,0 0 0 0 0,-1 0 0 0 0,1 0-1 0 0,-1 0 1 0 0,1 0 0 0 0,-1 0 0 0 0,1 0 0 0 0,0 0 0 0 0,-1 0-1 0 0,1 1 1 0 0,-1-1 0 0 0,1 0 0 0 0,0 0 0 0 0,-1 0 0 0 0,1 0-1 0 0,-1 1 1 0 0,1-1 0 0 0,0 0 0 0 0,-1 0 0 0 0,1 1-1 0 0,0-1 1 0 0,0 0 0 0 0,-1 1 0 0 0,1-1 0 0 0,17 4 1125 0 0,373-26-475 0 0,-306 16-2788 0 0,-44 0-911 0 0,-17-2-3663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8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36 1080 0 0,'-160'26'13021'0'0,"242"-30"-12437"0"0,80-13 1 0 0,-53 3-1392 0 0,44-2-4933 0 0,-64 5-579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4:5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353 588 584 0 0,'20'-31'3033'0'0,"28"-50"2541"0"0,-44 74-5086 0 0,-1-1-1 0 0,0 0 1 0 0,0 0-1 0 0,0 0 0 0 0,-1 0 1 0 0,0 0-1 0 0,-1-1 1 0 0,1-10-1 0 0,-2 18-446 0 0,0 0 1 0 0,1 0 0 0 0,-1 0-1 0 0,0-1 1 0 0,0 1-1 0 0,0 0 1 0 0,0 0 0 0 0,0 0-1 0 0,-1 0 1 0 0,1 0-1 0 0,0 0 1 0 0,0 0-1 0 0,-1 0 1 0 0,1 0 0 0 0,-1 0-1 0 0,1 0 1 0 0,0 0-1 0 0,-1 1 1 0 0,0-1-1 0 0,1 0 1 0 0,-1 0 0 0 0,0 0-1 0 0,1 0 1 0 0,-1 1-1 0 0,0-1 1 0 0,0 0-1 0 0,1 1 1 0 0,-1-1 0 0 0,0 1-1 0 0,0-1 1 0 0,0 1-1 0 0,0-1 1 0 0,0 1-1 0 0,0 0 1 0 0,0-1 0 0 0,0 1-1 0 0,0 0 1 0 0,0 0-1 0 0,0-1 1 0 0,0 1-1 0 0,0 0 1 0 0,0 0 0 0 0,0 0-1 0 0,0 1 1 0 0,0-1-1 0 0,0 0 1 0 0,0 0-1 0 0,0 0 1 0 0,0 1 0 0 0,0-1-1 0 0,0 1 1 0 0,0-1-1 0 0,-2 1 1 0 0,-6 3 77 0 0,0 1-1 0 0,0 0 1 0 0,0 0 0 0 0,-9 8 0 0 0,15-11-55 0 0,-37 26 122 0 0,2 3 0 0 0,0 1 0 0 0,2 1 0 0 0,2 3 0 0 0,1 0 0 0 0,2 2 0 0 0,-39 62 0 0 0,66-92-169 0 0,0-1 0 0 0,0 1 1 0 0,0 0-1 0 0,1 0 0 0 0,1 1 0 0 0,-1-1 1 0 0,1 0-1 0 0,-1 15 0 0 0,3-21-13 0 0,-1 1 0 0 0,2-1-1 0 0,-1 0 1 0 0,0 1 0 0 0,0-1 0 0 0,1 0 0 0 0,-1 1 0 0 0,1-1-1 0 0,0 0 1 0 0,0 1 0 0 0,0-1 0 0 0,0 0 0 0 0,0 0 0 0 0,0 0-1 0 0,0 0 1 0 0,1 0 0 0 0,-1 0 0 0 0,1-1 0 0 0,0 1-1 0 0,-1 0 1 0 0,1-1 0 0 0,0 1 0 0 0,0-1 0 0 0,0 1 0 0 0,0-1-1 0 0,0 0 1 0 0,0 0 0 0 0,0 0 0 0 0,1 0 0 0 0,-1 0 0 0 0,0-1-1 0 0,0 1 1 0 0,1-1 0 0 0,-1 1 0 0 0,4-1 0 0 0,4 1 0 0 0,0-1-1 0 0,-1 0 1 0 0,1 0 0 0 0,0-1 0 0 0,-1 0 0 0 0,1-1 0 0 0,0 0 0 0 0,-1-1 0 0 0,0 0 0 0 0,0 0 0 0 0,18-9 0 0 0,-11 3-2 0 0,1-1 1 0 0,-1 0 0 0 0,-1-1 0 0 0,0-1-1 0 0,17-17 1 0 0,-10 4-10 0 0,-1-1 1 0 0,-1-1-1 0 0,22-39 1 0 0,20-28-12 0 0,-58 86 13 0 0,-4 7 2 0 0,1-1-1 0 0,0 0 0 0 0,-1 1 1 0 0,1-1-1 0 0,0 1 0 0 0,0-1 1 0 0,0 1-1 0 0,0 0 0 0 0,0-1 0 0 0,1 1 1 0 0,-1 0-1 0 0,2-2 0 0 0,-2 4 7 0 0,-1 1-1 0 0,1-1 1 0 0,0 0-1 0 0,-1 0 1 0 0,1 1-1 0 0,-1-1 1 0 0,0 0-1 0 0,1 1 1 0 0,-1-1-1 0 0,0 0 1 0 0,0 1-1 0 0,0-1 1 0 0,0 0-1 0 0,0 2 1 0 0,-12 63 103 0 0,4-21-37 0 0,-4 51 1 0 0,11-83-53 0 0,1 0 0 0 0,0 0 0 0 0,1 1 1 0 0,1-1-1 0 0,0 0 0 0 0,0-1 0 0 0,2 1 0 0 0,6 19 1 0 0,-7-27-14 0 0,-1 0 1 0 0,1 0 0 0 0,0 0-1 0 0,0-1 1 0 0,0 1 0 0 0,0-1-1 0 0,1 0 1 0 0,0 0 0 0 0,0-1-1 0 0,0 1 1 0 0,0-1 0 0 0,0 1-1 0 0,1-1 1 0 0,6 3-1 0 0,-3-3 0 0 0,0 0 0 0 0,-1 0 0 0 0,1-1 0 0 0,0 0 0 0 0,0 0-1 0 0,0-1 1 0 0,1 0 0 0 0,15-1 0 0 0,-10 0-10 0 0,1-2 1 0 0,-1 0 0 0 0,0 0-1 0 0,1-2 1 0 0,-1 0 0 0 0,0 0-1 0 0,-1-1 1 0 0,1-1 0 0 0,-1 0-1 0 0,18-12 1 0 0,-9 1-69 0 0,0-1-1 0 0,-1-1 1 0 0,-1-1-1 0 0,-1-1 1 0 0,-1 0-1 0 0,0-1 1 0 0,22-40-1 0 0,82-182-482 0 0,-108 213 526 0 0,16-35-54 0 0,-4-1-1 0 0,19-72 1 0 0,-44 138 83 0 0,-1 0 1 0 0,1 0-1 0 0,-1 0 0 0 0,0-1 0 0 0,0 1 1 0 0,0 0-1 0 0,1 0 0 0 0,-1-1 1 0 0,0 1-1 0 0,0 0 0 0 0,-1 0 1 0 0,1 0-1 0 0,0-1 0 0 0,0 1 1 0 0,-1-2-1 0 0,1 3 0 0 0,-1 0 1 0 0,1 0-1 0 0,0 0 1 0 0,-1-1 0 0 0,1 1-1 0 0,0 0 1 0 0,-1 0-1 0 0,1 0 1 0 0,0 0-1 0 0,-1 0 1 0 0,1 0-1 0 0,0 0 1 0 0,-1 0-1 0 0,1 0 1 0 0,-1 0 0 0 0,1 0-1 0 0,0 0 1 0 0,-1 0-1 0 0,1 0 1 0 0,0 0-1 0 0,-1 0 1 0 0,1 0-1 0 0,0 0 1 0 0,-1 0-1 0 0,1 0 1 0 0,0 1 0 0 0,-1-1-1 0 0,1 0 1 0 0,0 0-1 0 0,-1 0 1 0 0,1 1-1 0 0,-5 2-8 0 0,1 0-1 0 0,0 1 0 0 0,0 0 1 0 0,0-1-1 0 0,-4 8 1 0 0,-19 27 17 0 0,1 1 0 0 0,3 1 0 0 0,1 1 0 0 0,2 1 0 0 0,2 1 0 0 0,2 1 0 0 0,1 0 0 0 0,-9 57 0 0 0,21-85 12 0 0,0 0 1 0 0,2 1-1 0 0,0-1 1 0 0,0 1-1 0 0,2-1 1 0 0,0 1-1 0 0,6 27 1 0 0,-6-37-12 0 0,1-1 0 0 0,0 0 0 0 0,0 0 0 0 0,1 0 0 0 0,0 0-1 0 0,0-1 1 0 0,0 1 0 0 0,1-1 0 0 0,0 1 0 0 0,0-1 0 0 0,0 0 0 0 0,0-1 0 0 0,1 1 0 0 0,0-1 0 0 0,0 0 0 0 0,0 0 0 0 0,0-1 0 0 0,1 1 0 0 0,-1-1 0 0 0,1 0 0 0 0,0-1 0 0 0,10 4 0 0 0,0-2-7 0 0,1 0-1 0 0,-1-2 0 0 0,1 0 1 0 0,0 0-1 0 0,0-2 1 0 0,0 0-1 0 0,0-1 0 0 0,0-1 1 0 0,-1 0-1 0 0,1-1 1 0 0,-1-1-1 0 0,1-1 0 0 0,-1 0 1 0 0,17-9-1 0 0,-9 4-8 0 0,-1-2-1 0 0,-1-1 1 0 0,0-1-1 0 0,0 0 1 0 0,-2-2-1 0 0,0 0 1 0 0,0-2-1 0 0,26-31 1 0 0,-12 6-9 0 0,-1-2 1 0 0,-3-2 0 0 0,31-63 0 0 0,-27 37 6 0 0,41-126-1 0 0,-72 191 12 0 0,2-7-5 0 0,0 0 0 0 0,-1 0 0 0 0,-1 0-1 0 0,0-1 1 0 0,-1 0 0 0 0,0-17 0 0 0,-2 32 3 0 0,0 0 1 0 0,0 0 0 0 0,0 0-1 0 0,0 0 1 0 0,0 0-1 0 0,0 0 1 0 0,0 0 0 0 0,-1 0-1 0 0,1 0 1 0 0,0 0 0 0 0,0 0-1 0 0,-1 0 1 0 0,1 0 0 0 0,-1 0-1 0 0,1 0 1 0 0,-1 0 0 0 0,1 1-1 0 0,-1-1 1 0 0,0 0 0 0 0,1 0-1 0 0,-1 0 1 0 0,0 1 0 0 0,0-1-1 0 0,1 0 1 0 0,-1 1-1 0 0,0-1 1 0 0,0 1 0 0 0,0-1-1 0 0,0 1 1 0 0,0-1 0 0 0,0 1-1 0 0,0 0 1 0 0,0-1 0 0 0,0 1-1 0 0,0 0 1 0 0,0 0 0 0 0,0 0-1 0 0,0 0 1 0 0,0 0 0 0 0,0 0-1 0 0,0 0 1 0 0,0 0-1 0 0,0 0 1 0 0,0 0 0 0 0,0 1-1 0 0,0-1 1 0 0,0 0 0 0 0,0 1-1 0 0,-1 0 1 0 0,-6 2-1 0 0,1 0-1 0 0,0 0 1 0 0,1 1-1 0 0,-1 0 1 0 0,-8 7 0 0 0,-12 12 26 0 0,1 1 0 0 0,1 1 1 0 0,1 1-1 0 0,2 1 1 0 0,-25 38-1 0 0,9-5 224 0 0,-49 105-1 0 0,78-144-204 0 0,0 1-1 0 0,1 0 1 0 0,1 0-1 0 0,1 0 1 0 0,1 1-1 0 0,1 0 1 0 0,1 0-1 0 0,0 30 1 0 0,3-44-31 0 0,0 0 1 0 0,1 0-1 0 0,0 0 1 0 0,0 0 0 0 0,1 0-1 0 0,1-1 1 0 0,-1 1-1 0 0,2-1 1 0 0,-1 1-1 0 0,1-1 1 0 0,0 0-1 0 0,0-1 1 0 0,1 1 0 0 0,0-1-1 0 0,1 0 1 0 0,0 0-1 0 0,0 0 1 0 0,0-1-1 0 0,1 0 1 0 0,0 0 0 0 0,0 0-1 0 0,0-1 1 0 0,1 0-1 0 0,9 4 1 0 0,-1-2-292 0 0,0 0 1 0 0,1-1-1 0 0,0-1 1 0 0,0-1-1 0 0,0 0 1 0 0,28 2-1 0 0,-22-5-2187 0 0,0 0 0 0 0,32-5 0 0 0,-6-2-4499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0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30 857 496 0 0,'-9'6'7005'0'0,"7"-5"-6789"0"0,1 0 0 0 0,-1 0 1 0 0,1 0-1 0 0,0 0 1 0 0,-1 0-1 0 0,1 0 0 0 0,0 1 1 0 0,0-1-1 0 0,0 0 0 0 0,0 1 1 0 0,0-1-1 0 0,0 1 1 0 0,1-1-1 0 0,-1 1 0 0 0,0-1 1 0 0,1 1-1 0 0,-1 0 0 0 0,1-1 1 0 0,-1 1-1 0 0,1 0 0 0 0,0-1 1 0 0,0 3-1 0 0,0-2-134 0 0,0 0 1 0 0,0 0-1 0 0,0 0 0 0 0,1 0 0 0 0,-1 0 1 0 0,0 0-1 0 0,1 0 0 0 0,0 0 0 0 0,-1-1 0 0 0,1 1 1 0 0,0 0-1 0 0,0 0 0 0 0,0-1 0 0 0,0 1 1 0 0,1 0-1 0 0,-1-1 0 0 0,0 1 0 0 0,1-1 0 0 0,-1 0 1 0 0,1 1-1 0 0,-1-1 0 0 0,1 0 0 0 0,0 0 1 0 0,-1 0-1 0 0,1 0 0 0 0,0 0 0 0 0,0 0 0 0 0,0-1 1 0 0,-1 1-1 0 0,4 0 0 0 0,1 0-13 0 0,1 0 0 0 0,0-1-1 0 0,0 0 1 0 0,0 0 0 0 0,-1-1 0 0 0,1 0-1 0 0,10-2 1 0 0,47-17 118 0 0,-39 12-125 0 0,9-4-53 0 0,0 0-1 0 0,-1-2 0 0 0,-1-2 0 0 0,0-1 0 0 0,-1-1 1 0 0,-1-2-1 0 0,0-1 0 0 0,-2-1 0 0 0,-1-1 0 0 0,0-2 0 0 0,-2 0 1 0 0,-1-2-1 0 0,-1-1 0 0 0,-2-1 0 0 0,0 0 0 0 0,-2-2 0 0 0,-2 0 1 0 0,24-56-1 0 0,20-95-42 0 0,-53 150 20 0 0,-2-1 1 0 0,0 1-1 0 0,1-59 0 0 0,-7 90 14 0 0,0 1-1 0 0,0 0 1 0 0,0-1 0 0 0,0 1 0 0 0,0 0-1 0 0,0-1 1 0 0,0 1 0 0 0,0 0-1 0 0,0-1 1 0 0,0 1 0 0 0,-1 0-1 0 0,1-1 1 0 0,0 1 0 0 0,0 0-1 0 0,0-1 1 0 0,0 1 0 0 0,0 0-1 0 0,-1 0 1 0 0,1-1 0 0 0,0 1-1 0 0,0 0 1 0 0,0 0 0 0 0,-1-1-1 0 0,1 1 1 0 0,0 0 0 0 0,-1 0-1 0 0,1 0 1 0 0,0-1 0 0 0,0 1-1 0 0,-1 0 1 0 0,1 0 0 0 0,0 0 0 0 0,-1 0-1 0 0,1 0 1 0 0,0 0 0 0 0,-1 0-1 0 0,1 0 1 0 0,0 0 0 0 0,-1 0-1 0 0,1 0 1 0 0,0 0 0 0 0,-1 0-1 0 0,1 0 1 0 0,0 0 0 0 0,-1 0-1 0 0,1 0 1 0 0,0 0 0 0 0,0 0-1 0 0,-1 0 1 0 0,1 0 0 0 0,0 1-1 0 0,-1-1 1 0 0,1 0 0 0 0,0 0-1 0 0,-1 1 1 0 0,-13 8-3 0 0,1 6 6 0 0,0 0 0 0 0,2 1 0 0 0,0 0 0 0 0,1 1 0 0 0,-11 24 0 0 0,5-11 1 0 0,-32 58 42 0 0,4 1 0 0 0,3 2 0 0 0,-37 129 0 0 0,74-207-43 0 0,1 0 0 0 0,1 0 1 0 0,0 0-1 0 0,1 0 0 0 0,0 0 1 0 0,2 23-1 0 0,-1-32-42 0 0,1 0 0 0 0,-1 0-1 0 0,1-1 1 0 0,0 1 0 0 0,0 0 0 0 0,1 0-1 0 0,-1-1 1 0 0,1 1 0 0 0,0 0 0 0 0,0-1-1 0 0,0 0 1 0 0,0 1 0 0 0,1-1-1 0 0,-1 0 1 0 0,1 0 0 0 0,0-1 0 0 0,-1 1-1 0 0,2 0 1 0 0,-1-1 0 0 0,0 0 0 0 0,0 0-1 0 0,1 0 1 0 0,-1 0 0 0 0,1 0 0 0 0,-1-1-1 0 0,7 3 1 0 0,0-2-119 0 0,1 0 1 0 0,-1-1-1 0 0,1 0 0 0 0,-1 0 1 0 0,1-1-1 0 0,-1-1 0 0 0,1 0 1 0 0,-1 0-1 0 0,1-1 1 0 0,11-3-1 0 0,0-2-188 0 0,0-1 0 0 0,0 0 1 0 0,32-18-1 0 0,-28 9 172 0 0,0 0 0 0 0,-1-2 0 0 0,-1 0 0 0 0,-1-2 0 0 0,0-1 0 0 0,-2 0 0 0 0,-1-2 0 0 0,-1 0 0 0 0,25-40 0 0 0,9-27 132 0 0,58-141 0 0 0,-83 171 105 0 0,2-8 291 0 0,33-68 902 0 0,-63 137-1240 0 0,0 0-1 0 0,0 0 0 0 0,0 0 0 0 0,0 0 0 0 0,0 0 0 0 0,0 0 0 0 0,0 0 0 0 0,0 0 0 0 0,0 0 0 0 0,0 0 1 0 0,1 0-1 0 0,-1 0 0 0 0,0 0 0 0 0,0 0 0 0 0,0 0 0 0 0,0 0 0 0 0,0 0 0 0 0,0 0 0 0 0,0 0 1 0 0,0 0-1 0 0,0 0 0 0 0,0 0 0 0 0,0 0 0 0 0,0 0 0 0 0,0 0 0 0 0,0 0 0 0 0,0 0 0 0 0,1 0 0 0 0,-1 0 1 0 0,0 0-1 0 0,0 0 0 0 0,0 0 0 0 0,-3 13 174 0 0,-7 21 35 0 0,-86 222 1299 0 0,-45 130-541 0 0,118-318-878 0 0,8-27 135 0 0,-12 56 1 0 0,27-97-234 0 0,0 0 0 0 0,0 0 0 0 0,0 1 0 0 0,0-1 0 0 0,0 0 0 0 0,0 0 0 0 0,0 1 0 0 0,0-1 0 0 0,0 0 0 0 0,0 0 0 0 0,-1 1 0 0 0,1-1 0 0 0,0 0 0 0 0,0 0 0 0 0,1 1 0 0 0,-1-1 0 0 0,0 0 0 0 0,0 1 0 0 0,0-1 0 0 0,0 0 0 0 0,0 0 0 0 0,0 1 0 0 0,0-1 0 0 0,0 0 0 0 0,0 0 0 0 0,1 0 0 0 0,-1 1 0 0 0,0-1 0 0 0,0 0 0 0 0,0 0 0 0 0,0 0 0 0 0,1 1 0 0 0,-1-1 0 0 0,0 0 0 0 0,1 0 0 0 0,8-3 75 0 0,9-14-17 0 0,5-13-55 0 0,-1-1 0 0 0,25-50 0 0 0,4-6-33 0 0,-34 62 15 0 0,1 1 0 0 0,27-30 0 0 0,-38 47 3 0 0,0 0 1 0 0,1 0 0 0 0,0 1 0 0 0,0 0 0 0 0,0 0 0 0 0,1 1 0 0 0,-1 0 0 0 0,1 0 0 0 0,1 1 0 0 0,14-5 0 0 0,-23 9 5 0 0,1 0 0 0 0,0-1 0 0 0,0 1 0 0 0,0 0 0 0 0,-1 0 0 0 0,1 0 0 0 0,0 1 0 0 0,0-1 0 0 0,0 0 0 0 0,-1 1 0 0 0,1-1 1 0 0,0 1-1 0 0,-1-1 0 0 0,1 1 0 0 0,0 0 0 0 0,-1 0 0 0 0,1 0 0 0 0,-1 0 0 0 0,1 0 0 0 0,-1 0 0 0 0,1 0 0 0 0,-1 0 0 0 0,0 1 0 0 0,0-1 0 0 0,0 0 0 0 0,1 1 0 0 0,-1-1 1 0 0,-1 1-1 0 0,1 0 0 0 0,0-1 0 0 0,0 1 0 0 0,0 0 0 0 0,0 2 0 0 0,2 4 13 0 0,-1 0 0 0 0,1 1 0 0 0,-1-1-1 0 0,-1 1 1 0 0,1 9 0 0 0,-1 13 115 0 0,-6 58 0 0 0,2-68-97 0 0,1 0 0 0 0,1 0 0 0 0,1 0 0 0 0,1 1 0 0 0,1-1 0 0 0,5 25 1 0 0,-6-43-25 0 0,0 0 1 0 0,0-1 0 0 0,0 1 0 0 0,0 0 0 0 0,1-1 0 0 0,-1 1 0 0 0,1-1 0 0 0,-1 1 0 0 0,1-1 0 0 0,0 0 0 0 0,0 1 0 0 0,0-1 0 0 0,0 0 0 0 0,1 0 0 0 0,-1-1 0 0 0,0 1 0 0 0,4 2 0 0 0,-1-2 1 0 0,-1-1-1 0 0,1 1 1 0 0,0 0-1 0 0,-1-1 1 0 0,1 0-1 0 0,0 0 1 0 0,0-1-1 0 0,0 0 1 0 0,8 0 0 0 0,1-1 8 0 0,-1 0 0 0 0,1-2 0 0 0,-1 0 0 0 0,1 0 0 0 0,-1-1 0 0 0,19-9 0 0 0,-14 4-12 0 0,0-2 0 0 0,-1 0 0 0 0,0-1-1 0 0,0 0 1 0 0,-1-1 0 0 0,-1-1 0 0 0,0-1-1 0 0,-1 0 1 0 0,19-28 0 0 0,-6 4 21 0 0,-3-1 0 0 0,-1-1 1 0 0,20-49-1 0 0,-40 83 52 0 0,0 1-1 0 0,0-1 1 0 0,-1 1 0 0 0,0-1 0 0 0,0 0-1 0 0,-1 0 1 0 0,1 0 0 0 0,-2 0 0 0 0,1-12-1 0 0,-1 18-27 0 0,-4 1-18 0 0,-1 2-24 0 0,-1 0 1 0 0,0 1-1 0 0,1-1 0 0 0,0 1 0 0 0,-1 1 0 0 0,1-1 0 0 0,1 0 0 0 0,-1 1 1 0 0,0 0-1 0 0,1 0 0 0 0,0 1 0 0 0,0-1 0 0 0,0 1 0 0 0,-5 9 0 0 0,-9 13 37 0 0,-20 40-1 0 0,32-56-29 0 0,1 1 0 0 0,0 0 0 0 0,0-1 0 0 0,2 2 0 0 0,-1-1 1 0 0,1 0-1 0 0,1 1 0 0 0,-1 20 0 0 0,3-28-7 0 0,0 1 1 0 0,0-1-1 0 0,1 0 0 0 0,0 0 0 0 0,0 1 1 0 0,0-1-1 0 0,1 0 0 0 0,0 0 1 0 0,0 0-1 0 0,0 0 0 0 0,0 0 1 0 0,1-1-1 0 0,-1 1 0 0 0,1-1 1 0 0,1 1-1 0 0,-1-1 0 0 0,1 0 1 0 0,-1-1-1 0 0,1 1 0 0 0,0 0 0 0 0,0-1 1 0 0,1 0-1 0 0,4 3 0 0 0,4 1-77 0 0,0-1-1 0 0,0 0 1 0 0,1-1-1 0 0,-1-1 1 0 0,1 0 0 0 0,0-1-1 0 0,0 0 1 0 0,28 1-1 0 0,11-6-2628 0 0,-4-9-3315 0 0,-23 0-759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1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43 764 0 0,'-88'11'4080'0'0,"-123"21"4369"0"0,201-28-7773 0 0,18-3 59 0 0,19-1-276 0 0,297-42-1236 0 0,-107 9-5490 0 0,-116 17 552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16 233 1324 0 0,'-2'-1'358'0'0,"0"-1"0"0"0,1 0 0 0 0,0 0 0 0 0,-1 0 0 0 0,1-1 0 0 0,0 1 0 0 0,0 0-1 0 0,0 0 1 0 0,0-1 0 0 0,0 1 0 0 0,1 0 0 0 0,-1-1 0 0 0,1 1 0 0 0,0-1 0 0 0,-1 1 0 0 0,1-1 0 0 0,0 1 0 0 0,0 0 0 0 0,1-5 0 0 0,0 4-95 0 0,0-1 0 0 0,1 1 1 0 0,-1 0-1 0 0,1-1 0 0 0,0 1 1 0 0,-1 0-1 0 0,1 0 0 0 0,1 0 1 0 0,-1 0-1 0 0,0 0 1 0 0,1 1-1 0 0,2-4 0 0 0,1 2-56 0 0,0-1 0 0 0,0 0 0 0 0,1 1 0 0 0,-1 0 0 0 0,1 1-1 0 0,0-1 1 0 0,0 1 0 0 0,0 1 0 0 0,0-1 0 0 0,1 1 0 0 0,-1 1-1 0 0,10-2 1 0 0,-11 3-150 0 0,1 0-1 0 0,-1 0 1 0 0,0 0 0 0 0,0 1-1 0 0,0 0 1 0 0,0 0-1 0 0,0 1 1 0 0,0 0-1 0 0,0 0 1 0 0,0 0 0 0 0,-1 1-1 0 0,1 0 1 0 0,-1 0-1 0 0,1 0 1 0 0,-1 1-1 0 0,0-1 1 0 0,-1 1 0 0 0,1 0-1 0 0,-1 1 1 0 0,8 8-1 0 0,-7-6-19 0 0,0 1 0 0 0,-1 0 0 0 0,0 0-1 0 0,0 0 1 0 0,-1 0 0 0 0,0 0 0 0 0,0 1 0 0 0,-1 0-1 0 0,0-1 1 0 0,0 1 0 0 0,-1 0 0 0 0,0 0-1 0 0,-1 17 1 0 0,-2-11 23 0 0,0 1 0 0 0,-2-1 0 0 0,1 0 1 0 0,-8 20-1 0 0,-3 10 229 0 0,14-43-208 0 0,2-15-84 0 0,0 0-1 0 0,1 1 1 0 0,1-1 0 0 0,0 1-1 0 0,1 0 1 0 0,0 0 0 0 0,12-20 0 0 0,-7 13-9 0 0,11-22-17 0 0,2 1 0 0 0,28-38 0 0 0,-39 62 19 0 0,0 1 0 0 0,1 1-1 0 0,0-1 1 0 0,2 2 0 0 0,-1 0-1 0 0,2 1 1 0 0,23-15 0 0 0,-26 21-6 0 0,2 4-6 0 0,-13 2 25 0 0,1 0 0 0 0,-1 0 0 0 0,0 0 0 0 0,1 1 0 0 0,-1-1 0 0 0,0 1 1 0 0,1 0-1 0 0,-1-1 0 0 0,0 1 0 0 0,0 0 0 0 0,0 0 0 0 0,0 1 0 0 0,0-1 0 0 0,0 0 0 0 0,0 1 0 0 0,0-1 0 0 0,2 4 0 0 0,-1-2 6 0 0,0 1-1 0 0,0 0 1 0 0,-1 0-1 0 0,0 0 1 0 0,0 0 0 0 0,0 0-1 0 0,0 0 1 0 0,2 8-1 0 0,-1 7 29 0 0,1 1 1 0 0,-2-1-1 0 0,0 29 0 0 0,-2-36-22 0 0,-1 63 7 0 0,2 30 130 0 0,0-93-430 0 0,0 1 0 0 0,1-1 0 0 0,1 0 0 0 0,0 0 0 0 0,0 0-1 0 0,7 13 1 0 0,-10-24 141 0 0,1 1-1 0 0,-1-1 1 0 0,1 0-1 0 0,0 0 0 0 0,-1 0 1 0 0,1 1-1 0 0,0-1 0 0 0,0 0 1 0 0,-1 0-1 0 0,1 0 1 0 0,0 0-1 0 0,0-1 0 0 0,0 1 1 0 0,0 0-1 0 0,1 0 0 0 0,-1 0 1 0 0,0-1-1 0 0,0 1 1 0 0,0-1-1 0 0,1 1 0 0 0,-1-1 1 0 0,0 1-1 0 0,0-1 1 0 0,1 0-1 0 0,-1 0 0 0 0,0 1 1 0 0,1-1-1 0 0,-1 0 0 0 0,0 0 1 0 0,1 0-1 0 0,-1-1 1 0 0,0 1-1 0 0,2 0 0 0 0,1-2-388 0 0,-1 1 1 0 0,1 0-1 0 0,-1-1 0 0 0,1 0 0 0 0,-1 0 0 0 0,0 0 0 0 0,1 0 1 0 0,-1-1-1 0 0,5-4 0 0 0,7-9-2380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2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95 165 1792 0 0,'88'-161'8816'0'0,"-82"157"-6785"0"0,-7 19-1350 0 0,-7 23-157 0 0,-35 120 563 0 0,-81 365-26 0 0,121-507-1030 0 0,-1 5 19 0 0,1 0 0 0 0,1 0-1 0 0,2 38 1 0 0,0-57-46 0 0,0-1-1 0 0,0 1 0 0 0,0-1 1 0 0,0 0-1 0 0,0 1 0 0 0,1-1 1 0 0,-1 1-1 0 0,1-1 0 0 0,-1 0 1 0 0,1 1-1 0 0,-1-1 0 0 0,1 0 1 0 0,0 0-1 0 0,0 1 0 0 0,-1-1 1 0 0,1 0-1 0 0,0 0 0 0 0,0 0 1 0 0,2 1-1 0 0,-2-2-2 0 0,0 1 0 0 0,-1-1 0 0 0,1 0 0 0 0,0 0 0 0 0,0 0 0 0 0,0 0 0 0 0,0 0 0 0 0,0 0-1 0 0,0 0 1 0 0,0 0 0 0 0,0 0 0 0 0,0 0 0 0 0,-1 0 0 0 0,1-1 0 0 0,0 1 0 0 0,0 0 0 0 0,0-1 0 0 0,0 1 0 0 0,0-1-1 0 0,-1 1 1 0 0,2-2 0 0 0,5-2-6 0 0,-2-1 0 0 0,1-1 0 0 0,-1 1 0 0 0,0-1 0 0 0,9-11 0 0 0,-14 16 5 0 0,102-132-29 0 0,-92 121 22 0 0,1 0 1 0 0,1 1-1 0 0,0 1 0 0 0,1 0 0 0 0,0 0 1 0 0,0 1-1 0 0,1 1 0 0 0,21-10 0 0 0,-30 16 6 0 0,1 0-1 0 0,0 0 1 0 0,0 1-1 0 0,0-1 1 0 0,0 1-1 0 0,0 1 1 0 0,1-1-1 0 0,-1 1 1 0 0,0 0-1 0 0,0 1 1 0 0,0-1-1 0 0,0 1 1 0 0,0 0-1 0 0,0 1 0 0 0,0-1 1 0 0,0 1-1 0 0,0 1 1 0 0,9 4-1 0 0,-11-4 22 0 0,1 0 0 0 0,-1 0 1 0 0,0 0-1 0 0,0 1 0 0 0,-1-1 0 0 0,1 1 0 0 0,-1 0 0 0 0,1 0 0 0 0,-1 1 0 0 0,-1-1 0 0 0,1 1 0 0 0,-1-1 0 0 0,1 1 0 0 0,-1 0 0 0 0,0 0 0 0 0,-1 0 0 0 0,0 0 0 0 0,1 0 0 0 0,-1 0 0 0 0,-1 0 0 0 0,1 0 0 0 0,-1 9 1 0 0,0-5 49 0 0,-1 1 0 0 0,0-1 0 0 0,-1 1 0 0 0,0-1 1 0 0,-1 0-1 0 0,1 0 0 0 0,-2 0 0 0 0,1 0 1 0 0,-1 0-1 0 0,-1 0 0 0 0,1-1 0 0 0,-1 0 0 0 0,-1 0 1 0 0,0-1-1 0 0,0 1 0 0 0,-13 11 0 0 0,11-12-28 0 0,0 0 0 0 0,0-1 0 0 0,-1 0 0 0 0,0 0-1 0 0,0-1 1 0 0,0 0 0 0 0,-1 0 0 0 0,0-1 0 0 0,0-1-1 0 0,0 0 1 0 0,0 0 0 0 0,-1-1 0 0 0,1 0 0 0 0,-1-1 0 0 0,-10 1-1 0 0,6-3-252 0 0,1-1-1 0 0,-1 0 0 0 0,1-1 0 0 0,0-1 1 0 0,0 0-1 0 0,0 0 0 0 0,-21-11 0 0 0,24 7-1781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246 757 572 0 0,'3'-2'485'0'0,"1"-1"1"0"0,-1 0-1 0 0,0 1 0 0 0,0-1 0 0 0,0 0 1 0 0,0-1-1 0 0,0 1 0 0 0,-1 0 1 0 0,1-1-1 0 0,-1 0 0 0 0,0 1 0 0 0,0-1 1 0 0,-1 0-1 0 0,1 0 0 0 0,-1 0 0 0 0,0 0 1 0 0,0 0-1 0 0,0 0 0 0 0,0-1 1 0 0,-1 1-1 0 0,1 0 0 0 0,-1 0 0 0 0,0-1 1 0 0,-1 1-1 0 0,0-5 0 0 0,1 8-426 0 0,0 1 0 0 0,-1-1 0 0 0,1 0 0 0 0,0 0 0 0 0,-1 0 0 0 0,1 1 0 0 0,-1-1 0 0 0,1 0 0 0 0,-1 0 0 0 0,1 1 0 0 0,-1-1 0 0 0,1 0 0 0 0,-1 1 0 0 0,0-1 0 0 0,1 1 0 0 0,-1-1 0 0 0,0 1 0 0 0,0-1-1 0 0,1 1 1 0 0,-1-1 0 0 0,0 1 0 0 0,0 0 0 0 0,0-1 0 0 0,1 1 0 0 0,-1 0 0 0 0,0 0 0 0 0,0-1 0 0 0,-1 1 0 0 0,-23 1 667 0 0,18 1-629 0 0,0 0 0 0 0,0 0 0 0 0,0 1 0 0 0,0 0 0 0 0,0 1 0 0 0,0-1 0 0 0,1 1-1 0 0,-9 7 1 0 0,-44 42 278 0 0,52-47-324 0 0,-7 8 17 0 0,1 0 1 0 0,1 1 0 0 0,-16 23-1 0 0,22-28-43 0 0,0 0-1 0 0,1 0 1 0 0,0 1-1 0 0,1-1 1 0 0,0 1-1 0 0,0 0 0 0 0,-1 13 1 0 0,4-21-17 0 0,1 0 0 0 0,-1-1-1 0 0,1 1 1 0 0,0 0 0 0 0,0 0 0 0 0,0 0 0 0 0,0-1 0 0 0,0 1-1 0 0,1 0 1 0 0,-1 0 0 0 0,1 0 0 0 0,0-1 0 0 0,0 1 0 0 0,0 0-1 0 0,0-1 1 0 0,0 1 0 0 0,1-1 0 0 0,-1 0 0 0 0,1 1 0 0 0,2 2-1 0 0,-1-3 1 0 0,0 1 0 0 0,0-1-1 0 0,0 0 1 0 0,0 0 0 0 0,0-1-1 0 0,1 1 1 0 0,-1-1-1 0 0,1 1 1 0 0,-1-1 0 0 0,1 0-1 0 0,-1 0 1 0 0,1-1-1 0 0,6 1 1 0 0,3 0 0 0 0,1-1 0 0 0,-1-1 0 0 0,1 0 1 0 0,-1-1-1 0 0,0-1 0 0 0,0 0 0 0 0,17-6 0 0 0,-8 1-10 0 0,-1-2-1 0 0,0 0 1 0 0,-1-1-1 0 0,0-2 1 0 0,-1 0-1 0 0,0 0 1 0 0,21-22-1 0 0,-17 13-10 0 0,-1-2-1 0 0,-2 0 0 0 0,0-2 1 0 0,28-48-1 0 0,-22 23 1 0 0,-1-1 0 0 0,-3-2-1 0 0,-2 0 1 0 0,-3-2 0 0 0,16-83 0 0 0,-13 15-25 0 0,-19 105 23 0 0,1-1 1 0 0,-2 1-1 0 0,-1 0 0 0 0,-4-26 0 0 0,5 40 10 0 0,-1 1 1 0 0,0-1-1 0 0,-1 1 0 0 0,1 0 0 0 0,-1-1 0 0 0,-3-5 0 0 0,4 9 6 0 0,0 1 0 0 0,0 0 0 0 0,0-1 1 0 0,0 1-1 0 0,0 0 0 0 0,1 0 0 0 0,-1 0 0 0 0,0 0 0 0 0,0-1 0 0 0,0 2 0 0 0,0-1 0 0 0,0 0 0 0 0,0 0 0 0 0,0 0 0 0 0,1 0 0 0 0,-1 0 0 0 0,0 1 1 0 0,0-1-1 0 0,-1 1 0 0 0,2-1 0 0 0,-3 2 8 0 0,0 0 0 0 0,0 0 0 0 0,0 1 0 0 0,1-1 0 0 0,-1 1 0 0 0,0 0 0 0 0,1 0 0 0 0,0 0 0 0 0,0 0 0 0 0,0 0 0 0 0,0 1 0 0 0,0-1 0 0 0,1 0 0 0 0,-1 1 0 0 0,0 3 0 0 0,0-2 4 0 0,-22 56 131 0 0,3 1 1 0 0,3 1 0 0 0,3 0-1 0 0,-11 93 1 0 0,21-120-68 0 0,2 0 0 0 0,1 0 0 0 0,2 0 0 0 0,2 0 0 0 0,1 0 0 0 0,14 66 0 0 0,-14-94-125 0 0,0 0 0 0 0,0 0-1 0 0,0 0 1 0 0,1 0-1 0 0,0-1 1 0 0,0 1-1 0 0,1-1 1 0 0,0 0 0 0 0,1 0-1 0 0,-1-1 1 0 0,1 0-1 0 0,0 0 1 0 0,1 0-1 0 0,-1-1 1 0 0,10 7-1 0 0,-9-8-552 0 0,1-1 0 0 0,-1 1 0 0 0,0-1-1 0 0,9 2 1 0 0,-7-2-974 0 0,0-2 0 0 0,-1 1 0 0 0,18 0 0 0 0,7-2-4798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4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155 713 208 0 0,'9'-18'3367'0'0,"0"-1"1"0"0,8-24-1 0 0,-2 2-459 0 0,-14 40-2844 0 0,-1 0 0 0 0,1 0-1 0 0,-1 0 1 0 0,1 0 0 0 0,-1 0 0 0 0,0 0 0 0 0,0 0 0 0 0,0 0 0 0 0,1 0-1 0 0,-1-1 1 0 0,0 1 0 0 0,0 0 0 0 0,0 0 0 0 0,-1 0 0 0 0,1 0 0 0 0,0 0-1 0 0,0 0 1 0 0,-1 0 0 0 0,1 0 0 0 0,0 0 0 0 0,-1 0 0 0 0,0-2 0 0 0,0 3-43 0 0,1-1 0 0 0,-1 1 1 0 0,1-1-1 0 0,-1 1 0 0 0,1-1 1 0 0,-1 1-1 0 0,0 0 0 0 0,1-1 1 0 0,-1 1-1 0 0,0 0 0 0 0,1-1 1 0 0,-1 1-1 0 0,0 0 0 0 0,0 0 1 0 0,1 0-1 0 0,-1 0 0 0 0,0-1 1 0 0,0 1-1 0 0,1 0 0 0 0,-1 0 1 0 0,0 0-1 0 0,0 1 0 0 0,1-1 1 0 0,-1 0-1 0 0,0 0 0 0 0,-1 1 1 0 0,-4 1 9 0 0,1 1 0 0 0,-1 0 0 0 0,0 0 1 0 0,1 0-1 0 0,0 1 0 0 0,0 0 0 0 0,0 0 1 0 0,-5 6-1 0 0,-35 42 158 0 0,37-42-146 0 0,-6 8 21 0 0,0 1-1 0 0,-18 31 1 0 0,29-45-55 0 0,1 1 0 0 0,-1-1 0 0 0,1 0 0 0 0,0 1 0 0 0,0 0 0 0 0,1-1 0 0 0,0 1 0 0 0,0 0 0 0 0,0 0 0 0 0,0 0 0 0 0,1 0 0 0 0,0-1 0 0 0,0 1 0 0 0,1 0 0 0 0,2 10 0 0 0,-3-14-1 0 0,1 0-1 0 0,0 0 1 0 0,0 0-1 0 0,0 0 0 0 0,0 0 1 0 0,0 0-1 0 0,0 0 0 0 0,1 0 1 0 0,-1-1-1 0 0,0 1 0 0 0,1 0 1 0 0,0-1-1 0 0,-1 0 0 0 0,1 1 1 0 0,0-1-1 0 0,0 0 0 0 0,2 2 1 0 0,0-2 7 0 0,0 1 1 0 0,0-1-1 0 0,0 0 1 0 0,0 0-1 0 0,0 0 1 0 0,0-1-1 0 0,0 1 1 0 0,8-1-1 0 0,2-1 54 0 0,0-1-1 0 0,0-1 1 0 0,0 0 0 0 0,19-7-1 0 0,-22 6-25 0 0,-1 0 1 0 0,0-1-1 0 0,0-1 0 0 0,0 0 0 0 0,-1 0 1 0 0,0-1-1 0 0,0 0 0 0 0,-1 0 0 0 0,1-1 0 0 0,-2 0 1 0 0,1 0-1 0 0,-1-1 0 0 0,0 0 0 0 0,-1-1 1 0 0,0 1-1 0 0,-1-1 0 0 0,6-15 0 0 0,-4 8-29 0 0,-1-1-1 0 0,0 0 1 0 0,-2 0-1 0 0,0 0 1 0 0,-1 0-1 0 0,0-1 1 0 0,-2 0-1 0 0,0 1 0 0 0,-4-34 1 0 0,2 47-14 0 0,1 1 0 0 0,-1-1 0 0 0,0 0 1 0 0,0 0-1 0 0,-1 1 0 0 0,1-1 0 0 0,-1 1 0 0 0,0-1 1 0 0,0 1-1 0 0,-1 0 0 0 0,1 0 0 0 0,-1 0 0 0 0,0 0 0 0 0,-4-4 1 0 0,4 6-5 0 0,1 0 0 0 0,-1 0 1 0 0,1 1-1 0 0,-1-1 1 0 0,0 1-1 0 0,1-1 0 0 0,-1 1 1 0 0,0 0-1 0 0,0 0 0 0 0,0 1 1 0 0,0-1-1 0 0,0 0 1 0 0,0 1-1 0 0,0 0 0 0 0,0 0 1 0 0,-1 0-1 0 0,1 0 1 0 0,0 0-1 0 0,0 1 0 0 0,0-1 1 0 0,0 1-1 0 0,0 0 1 0 0,-3 1-1 0 0,-4 2 1 0 0,0 0 0 0 0,1 0 1 0 0,-1 1-1 0 0,1 1 0 0 0,0 0 0 0 0,1 0 0 0 0,-1 0 1 0 0,1 1-1 0 0,0 1 0 0 0,1-1 0 0 0,0 1 0 0 0,0 0 1 0 0,1 1-1 0 0,0 0 0 0 0,0 0 0 0 0,1 0 1 0 0,0 0-1 0 0,1 1 0 0 0,0 0 0 0 0,0 0 0 0 0,-2 12 1 0 0,6-21 2 0 0,-1 1 0 0 0,1 0 1 0 0,0 0-1 0 0,0-1 1 0 0,0 1-1 0 0,0 0 1 0 0,0 0-1 0 0,0-1 0 0 0,0 1 1 0 0,1 0-1 0 0,-1 0 1 0 0,0-1-1 0 0,1 1 1 0 0,0 0-1 0 0,-1-1 0 0 0,1 1 1 0 0,0 0-1 0 0,0-1 1 0 0,0 1-1 0 0,0-1 1 0 0,1 2-1 0 0,1-1 1 0 0,-1 0-1 0 0,0-1 1 0 0,0 1-1 0 0,1-1 1 0 0,-1 0 0 0 0,1 0-1 0 0,-1 1 1 0 0,1-2 0 0 0,-1 1-1 0 0,1 0 1 0 0,0 0-1 0 0,3 0 1 0 0,6-1 0 0 0,0 1 0 0 0,-1-2 0 0 0,1 1 0 0 0,-1-1 1 0 0,17-4-1 0 0,30-11-9 0 0,0-1 0 0 0,-1-4 0 0 0,-2-1 0 0 0,0-4 0 0 0,-1-1 1 0 0,-2-3-1 0 0,63-46 0 0 0,-90 56-2 0 0,0 0 1 0 0,-1-1-1 0 0,-2-1 0 0 0,0-1 1 0 0,-1-1-1 0 0,-2-1 1 0 0,0-1-1 0 0,-2-1 0 0 0,0 0 1 0 0,-2-1-1 0 0,-2-1 0 0 0,0 0 1 0 0,15-57-1 0 0,-27 80-85 0 0,-3 6 46 0 0,-5 10 42 0 0,-10 20 54 0 0,-95 293 386 0 0,20 8 444 0 0,40-135-483 0 0,-272 805 857 0 0,286-907-727 0 0,-83 147 1 0 0,117-233-361 0 0,-2 0 1 0 0,1-1-1 0 0,-12 13 1 0 0,15-17-108 0 0,-1-1 1 0 0,1 0-1 0 0,-1 1 1 0 0,0-1 0 0 0,0 0-1 0 0,0 0 1 0 0,0-1 0 0 0,0 1-1 0 0,0-1 1 0 0,-1 0-1 0 0,1 1 1 0 0,-5 0 0 0 0,5-2-37 0 0,0 0 0 0 0,-1 0 1 0 0,1 0-1 0 0,0-1 0 0 0,0 1 0 0 0,0-1 1 0 0,0 0-1 0 0,0 1 0 0 0,0-2 1 0 0,0 1-1 0 0,0 0 0 0 0,0 0 0 0 0,1-1 1 0 0,-1 0-1 0 0,0 1 0 0 0,1-1 1 0 0,-1 0-1 0 0,1 0 0 0 0,0-1 1 0 0,-1 1-1 0 0,1 0 0 0 0,0-1 0 0 0,1 1 1 0 0,-3-5-1 0 0,-4-5-13 0 0,1-1-1 0 0,1 1 1 0 0,-9-24 0 0 0,15 35-8 0 0,-7-21 7 0 0,1 0 0 0 0,1-1-1 0 0,0 0 1 0 0,2 0 0 0 0,0-29 0 0 0,2 7 5 0 0,11-79 1 0 0,-3 77-4 0 0,2 1 0 0 0,2 0 0 0 0,3 0 0 0 0,1 2-1 0 0,2-1 1 0 0,2 2 0 0 0,2 1 0 0 0,2 0 0 0 0,38-53 0 0 0,-41 68-186 0 0,2 0 0 0 0,0 1 0 0 0,2 2 0 0 0,1 0 0 0 0,0 2-1 0 0,2 0 1 0 0,0 2 0 0 0,2 1 0 0 0,0 1 0 0 0,1 2 0 0 0,0 1 0 0 0,2 1 0 0 0,57-17 0 0 0,-63 26-1450 0 0,0 1 0 0 0,1 2 0 0 0,-1 0 1 0 0,31 3-1 0 0,-25-1-2714 0 0,-8 0-1646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5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293 229 1600 0 0,'22'-24'2582'0'0,"-1"-1"-1"0"0,-1-1 1 0 0,-1 0-1 0 0,-2-2 1 0 0,18-34 0 0 0,-30 39-1397 0 0,-5 22-1171 0 0,0 1 0 0 0,0-1-1 0 0,0 1 1 0 0,0-1 0 0 0,0 1-1 0 0,0-1 1 0 0,0 1-1 0 0,0-1 1 0 0,0 1 0 0 0,0-1-1 0 0,-1 1 1 0 0,1-1-1 0 0,0 1 1 0 0,0-1 0 0 0,0 1-1 0 0,-1-1 1 0 0,1 1 0 0 0,0-1-1 0 0,-1 1 1 0 0,1-1-1 0 0,0 1 1 0 0,-1 0 0 0 0,1-1-1 0 0,0 1 1 0 0,-1 0-1 0 0,1-1 1 0 0,-1 1 0 0 0,1 0-1 0 0,-1 0 1 0 0,1-1 0 0 0,-1 1-1 0 0,1 0 1 0 0,-1 0-1 0 0,1 0 1 0 0,-1 0 0 0 0,1-1-1 0 0,-1 1 1 0 0,1 0-1 0 0,-1 0 1 0 0,1 0 0 0 0,-1 0-1 0 0,1 0 1 0 0,-1 0 0 0 0,1 0-1 0 0,-1 1 1 0 0,1-1-1 0 0,-2 0 1 0 0,-14 4 36 0 0,0 2 0 0 0,1-1 0 0 0,-1 2 0 0 0,1 0 0 0 0,0 0-1 0 0,-25 19 1 0 0,-82 70 55 0 0,93-71-97 0 0,-28 32 0 0 0,46-45 2 0 0,2 0 0 0 0,-1 0 0 0 0,2 1-1 0 0,0 0 1 0 0,-12 24 0 0 0,19-33-7 0 0,-1 0 0 0 0,1-1 0 0 0,0 1 0 0 0,0 0 1 0 0,1 0-1 0 0,-1 0 0 0 0,1 0 0 0 0,0-1 0 0 0,0 1 0 0 0,0 0 1 0 0,0 0-1 0 0,1 0 0 0 0,-1 0 0 0 0,2 4 0 0 0,-1-6-1 0 0,0 1 0 0 0,0-1 0 0 0,0 1 0 0 0,1-1-1 0 0,-1 0 1 0 0,1 0 0 0 0,-1 1 0 0 0,1-1 0 0 0,0 0 0 0 0,0 0 0 0 0,0-1 0 0 0,0 1-1 0 0,0 0 1 0 0,0-1 0 0 0,0 1 0 0 0,1-1 0 0 0,-1 0 0 0 0,0 0 0 0 0,1 0 0 0 0,4 2-1 0 0,2-1 1 0 0,0 1-1 0 0,0-2 0 0 0,0 1 0 0 0,1-1 0 0 0,-1-1 1 0 0,0 0-1 0 0,1 0 0 0 0,-1-1 0 0 0,0 0 0 0 0,1 0 0 0 0,8-3 1 0 0,-6 0-8 0 0,0-1 0 0 0,0 0 0 0 0,0 0 0 0 0,0-1 0 0 0,-1-1 0 0 0,0 0 0 0 0,11-9 0 0 0,7-10 94 0 0,-1-1 0 0 0,-2-1 0 0 0,0-2 0 0 0,26-40 0 0 0,-52 70-83 0 0,15-18 55 0 0,-7 15-39 0 0,-8 3-18 0 0,1 0 0 0 0,-1 1-1 0 0,0-1 1 0 0,0 0 0 0 0,1 1 0 0 0,-1-1-1 0 0,0 1 1 0 0,0-1 0 0 0,0 0 0 0 0,0 1-1 0 0,1-1 1 0 0,-1 1 0 0 0,0-1 0 0 0,0 1-1 0 0,0-1 1 0 0,0 1 0 0 0,0-1 0 0 0,0 0-1 0 0,0 1 1 0 0,0-1 0 0 0,0 1 0 0 0,0-1-1 0 0,0 1 1 0 0,-1 0 0 0 0,-8 59 185 0 0,4-35-141 0 0,1-1 1 0 0,0 32-1 0 0,3-50-34 0 0,1 0 0 0 0,1 1 0 0 0,-1-1 0 0 0,1 0 0 0 0,1 0 0 0 0,-1 1 0 0 0,1-1 0 0 0,0 0 0 0 0,0 0 0 0 0,0-1 1 0 0,1 1-1 0 0,0 0 0 0 0,7 9 0 0 0,-6-11-89 0 0,1 1 1 0 0,0-1 0 0 0,0 0 0 0 0,0 0 0 0 0,1 0 0 0 0,-1-1 0 0 0,1 0 0 0 0,0 0-1 0 0,0 0 1 0 0,0-1 0 0 0,0 0 0 0 0,0 0 0 0 0,0 0 0 0 0,1-1 0 0 0,-1 0 0 0 0,1 0-1 0 0,-1-1 1 0 0,1 0 0 0 0,12-1 0 0 0,-1-1-1610 0 0,0 0 0 0 0,-1-1-1 0 0,1-2 1 0 0,0 1 0 0 0,31-14 0 0 0,-10 2-4916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6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315 117 740 0 0,'3'-9'1690'0'0,"5"-10"1176"0"0,-2 0 0 0 0,0 0 0 0 0,5-30-1 0 0,-11 47-1997 0 0,-16 55 244 0 0,-25 56 0 0 0,17-49-804 0 0,-18 51 34 0 0,-168 423 581 0 0,196-509-253 0 0,14-25-659 0 0,0-1-1 0 0,0 1 1 0 0,0 0-1 0 0,0 0 0 0 0,0 0 1 0 0,0 0-1 0 0,0 0 1 0 0,0 0-1 0 0,0 0 1 0 0,0 0-1 0 0,0 0 1 0 0,0 0-1 0 0,0 0 0 0 0,0 0 1 0 0,0 0-1 0 0,0 0 1 0 0,0 0-1 0 0,-1 0 1 0 0,1 0-1 0 0,0 0 1 0 0,0-1-1 0 0,0 1 0 0 0,0 0 1 0 0,0 0-1 0 0,0 0 1 0 0,0 0-1 0 0,0 0 1 0 0,0 0-1 0 0,0 0 1 0 0,0 0-1 0 0,0 0 0 0 0,0 0 1 0 0,0 0-1 0 0,0 0 1 0 0,0 0-1 0 0,0 0 1 0 0,0 0-1 0 0,0 0 1 0 0,0 0-1 0 0,0 0 0 0 0,-1 0 1 0 0,1 0-1 0 0,8-17 64 0 0,13-25-32 0 0,3 1-1 0 0,54-72 1 0 0,-65 96-43 0 0,1 1 1 0 0,1 1-1 0 0,0 0 1 0 0,1 1 0 0 0,0 1-1 0 0,1 0 1 0 0,1 1 0 0 0,36-18-1 0 0,-46 26-1 0 0,-1 1 0 0 0,1 1-1 0 0,-1-1 1 0 0,1 1 0 0 0,0 1-1 0 0,0-1 1 0 0,0 1-1 0 0,0 1 1 0 0,0-1 0 0 0,0 1-1 0 0,0 1 1 0 0,-1 0-1 0 0,1 0 1 0 0,0 0 0 0 0,0 1-1 0 0,0 0 1 0 0,-1 0-1 0 0,1 1 1 0 0,-1 0 0 0 0,0 1-1 0 0,0-1 1 0 0,0 2-1 0 0,0-1 1 0 0,0 0 0 0 0,-1 1-1 0 0,0 1 1 0 0,0-1-1 0 0,-1 1 1 0 0,1 0 0 0 0,-1 0-1 0 0,5 8 1 0 0,-3-3 14 0 0,0 0-1 0 0,0 0 1 0 0,-1 1 0 0 0,-1 0 0 0 0,0 1 0 0 0,-1-1-1 0 0,5 24 1 0 0,-7-27 40 0 0,-1-1 0 0 0,0 0 1 0 0,0 1-1 0 0,-1-1 0 0 0,0 1 0 0 0,-1-1 0 0 0,0 0 0 0 0,0 1 0 0 0,-1-1 0 0 0,0 0 1 0 0,0 0-1 0 0,-1 0 0 0 0,-5 10 0 0 0,5-13 15 0 0,0 1 0 0 0,-1-1 0 0 0,0 0 0 0 0,0-1 0 0 0,0 1 0 0 0,-1-1 0 0 0,0 0-1 0 0,1 0 1 0 0,-2 0 0 0 0,1-1 0 0 0,0 1 0 0 0,-1-1 0 0 0,1 0 0 0 0,-1-1 0 0 0,0 0 0 0 0,0 0 0 0 0,0 0 0 0 0,0 0 0 0 0,0-1 0 0 0,0 0 0 0 0,-7 0 0 0 0,-15 0 78 0 0,1 0-1 0 0,0-2 1 0 0,-42-7 0 0 0,40 4-86 0 0,-27-3-344 0 0,-73-20 1 0 0,127 27-149 0 0,1 0 270 0 0,1 0 1 0 0,-1-1-1 0 0,1 1 1 0 0,-1 0-1 0 0,1 0 1 0 0,-1 0-1 0 0,1 0 1 0 0,-1-1-1 0 0,1 1 1 0 0,-1 0-1 0 0,1-1 1 0 0,-1 1 0 0 0,1 0-1 0 0,-1-1 1 0 0,1 1-1 0 0,-1-1 1 0 0,1 1-1 0 0,-1-1 1 0 0,37-9-5004 0 0,-8 3-473 0 0,-8 2 206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83 181 1532 0 0,'6'-7'3737'0'0,"-5"7"-3488"0"0,0 0 0 0 0,-1-1 0 0 0,1 1 1 0 0,-1 0-1 0 0,1 0 0 0 0,0 0 0 0 0,-1 0 0 0 0,1 0 0 0 0,0-1 0 0 0,-1 1 0 0 0,1 0 1 0 0,-1 1-1 0 0,2-1 0 0 0,2 15 4150 0 0,-3-13-4203 0 0,-1 1-1 0 0,0-1 0 0 0,1 0 1 0 0,-1 1-1 0 0,1-1 1 0 0,0 0-1 0 0,0 0 0 0 0,0 0 1 0 0,1 3-1 0 0,1-2-89 0 0,-1-1-1 0 0,1 0 1 0 0,-1 0 0 0 0,1-1-1 0 0,0 1 1 0 0,0 0 0 0 0,0-1-1 0 0,0 0 1 0 0,0 0 0 0 0,0 0-1 0 0,0 0 1 0 0,0 0 0 0 0,0 0-1 0 0,1-1 1 0 0,-1 0 0 0 0,0 1-1 0 0,0-1 1 0 0,1 0 0 0 0,-1-1-1 0 0,0 1 1 0 0,0-1 0 0 0,0 1-1 0 0,1-1 1 0 0,5-2 0 0 0,-4 1-87 0 0,1 0 1 0 0,0 0 0 0 0,-1 0 0 0 0,0-1 0 0 0,1 0 0 0 0,-1 0 0 0 0,0 0-1 0 0,-1 0 1 0 0,1-1 0 0 0,-1 0 0 0 0,1 0 0 0 0,-1 0 0 0 0,5-7 0 0 0,-3 1-9 0 0,-1 0 0 0 0,0-1 0 0 0,0 1 0 0 0,-1-1 0 0 0,4-16 0 0 0,-6 22-10 0 0,-1 1 0 0 0,-1-1 0 0 0,1 1 0 0 0,0-1 0 0 0,-1 0 0 0 0,0 1 0 0 0,0-1 0 0 0,-1 0 0 0 0,1 1 0 0 0,-1-1 0 0 0,0 1 0 0 0,0-1 0 0 0,-1 1 0 0 0,1-1 0 0 0,-1 1 0 0 0,-3-7 0 0 0,4 10-4 0 0,0 0 1 0 0,0 0-1 0 0,0 0 0 0 0,0 0 1 0 0,0 0-1 0 0,0 0 0 0 0,0 0 0 0 0,-1 0 1 0 0,1 0-1 0 0,0 0 0 0 0,0 0 1 0 0,-1 1-1 0 0,1-1 0 0 0,0 1 1 0 0,-1-1-1 0 0,1 1 0 0 0,-1-1 0 0 0,1 1 1 0 0,-3 0-1 0 0,0 0 2 0 0,1 0 0 0 0,-1 0 0 0 0,1 1-1 0 0,-1-1 1 0 0,1 1 0 0 0,0 0 0 0 0,-1 0 0 0 0,-3 2 0 0 0,-3 1 3 0 0,1 1 0 0 0,0 0 1 0 0,1 1-1 0 0,-16 12 0 0 0,6-1 4 0 0,0 1-1 0 0,1 1 1 0 0,1 0 0 0 0,-26 41-1 0 0,34-45 4 0 0,0 0 0 0 0,0 0 1 0 0,1 0-1 0 0,1 1 0 0 0,1 0 0 0 0,0 0 0 0 0,1 0 0 0 0,-2 23 0 0 0,5-34-5 0 0,1-1-1 0 0,0 1 1 0 0,0-1-1 0 0,0 1 1 0 0,1-1-1 0 0,0 1 1 0 0,-1-1-1 0 0,2 1 1 0 0,-1-1-1 0 0,0 0 1 0 0,1 1-1 0 0,0-1 1 0 0,0 0-1 0 0,0 0 1 0 0,0 0-1 0 0,1-1 1 0 0,-1 1-1 0 0,1 0 1 0 0,0-1-1 0 0,0 0 0 0 0,6 5 1 0 0,-3-4-99 0 0,0 0 0 0 0,1 0 0 0 0,-1-1 0 0 0,1 0 0 0 0,0 0 0 0 0,0 0 0 0 0,0-1 1 0 0,0 0-1 0 0,1-1 0 0 0,-1 0 0 0 0,1 0 0 0 0,10 0 0 0 0,-1-1-606 0 0,0 0 1 0 0,0-1 0 0 0,0-1-1 0 0,0-1 1 0 0,-1-1-1 0 0,1 0 1 0 0,-1-1-1 0 0,0 0 1 0 0,0-2-1 0 0,-1 0 1 0 0,0 0 0 0 0,0-1-1 0 0,-1-1 1 0 0,0-1-1 0 0,25-21 1 0 0,-3-3-2702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6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181 279 1012 0 0,'22'-51'3027'0'0,"-2"-2"0"0"0,-3 0 0 0 0,12-60 0 0 0,-30 104-2151 0 0,-5 13-585 0 0,-8 15 57 0 0,-20 51 867 0 0,-33 98-1 0 0,-12 81-358 0 0,78-245-850 0 0,-20 64 189 0 0,-21 135 1 0 0,40-189-463 0 0,1-1-1 0 0,1 0 1 0 0,0 0 0 0 0,1 1-1 0 0,5 24 1 0 0,-5-33-94 0 0,0-1 0 0 0,1 1 0 0 0,-1-1 0 0 0,1 1 0 0 0,1-1 0 0 0,-1 0 0 0 0,0 0 0 0 0,6 6 0 0 0,-6-8-111 0 0,0 1 1 0 0,0-1-1 0 0,1 0 0 0 0,-1 0 0 0 0,1 0 0 0 0,-1-1 0 0 0,1 1 0 0 0,0 0 1 0 0,0-1-1 0 0,0 0 0 0 0,0 0 0 0 0,0 0 0 0 0,0 0 0 0 0,3 0 1 0 0,10 1-3512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7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115 298 2228 0 0,'14'-28'3416'0'0,"13"-40"0"0"0,5-13 1905 0 0,-26 71-4350 0 0,-10 21-26 0 0,-5 13-515 0 0,5-8-237 0 0,-4 11 28 0 0,2 1 1 0 0,1 0 0 0 0,-3 52-1 0 0,8-74-191 0 0,0 1 0 0 0,0 0 0 0 0,1-1 0 0 0,0 1 0 0 0,0-1 0 0 0,0 1 0 0 0,1-1 0 0 0,0 0 0 0 0,0 1-1 0 0,1-1 1 0 0,-1 0 0 0 0,1 0 0 0 0,1-1 0 0 0,-1 1 0 0 0,1-1 0 0 0,0 1 0 0 0,0-1 0 0 0,1 0 0 0 0,-1-1 0 0 0,1 1 0 0 0,0-1-1 0 0,8 5 1 0 0,-8-6-4 0 0,-1 0-1 0 0,1-1 1 0 0,0 1-1 0 0,-1-1 1 0 0,1 0-1 0 0,0-1 0 0 0,1 1 1 0 0,-1-1-1 0 0,0 0 1 0 0,0 0-1 0 0,0-1 1 0 0,1 0-1 0 0,-1 0 1 0 0,0 0-1 0 0,1 0 0 0 0,-1-1 1 0 0,0 0-1 0 0,0 0 1 0 0,0 0-1 0 0,0-1 1 0 0,1 1-1 0 0,-2-1 0 0 0,1-1 1 0 0,0 1-1 0 0,0-1 1 0 0,-1 1-1 0 0,0-1 1 0 0,1-1-1 0 0,5-4 1 0 0,-2-1-14 0 0,0 0 1 0 0,0 0-1 0 0,0 0 1 0 0,-1-1-1 0 0,-1 0 1 0 0,0-1 0 0 0,0 1-1 0 0,-1-1 1 0 0,0 0-1 0 0,-1 0 1 0 0,0-1 0 0 0,2-12-1 0 0,-4 10-10 0 0,0 0 0 0 0,-1 0 0 0 0,0 0 0 0 0,-1-1 0 0 0,0 1-1 0 0,-2 0 1 0 0,1 0 0 0 0,-2 0 0 0 0,0 1 0 0 0,0-1 0 0 0,-1 0 0 0 0,-11-21 0 0 0,12 28-3 0 0,0 1 1 0 0,-1-1 0 0 0,0 1 0 0 0,0 0 0 0 0,0 1 0 0 0,-1-1 0 0 0,0 1 0 0 0,0 0 0 0 0,0 0 0 0 0,-1 0 0 0 0,0 1 0 0 0,0 0 0 0 0,0 0 0 0 0,0 0 0 0 0,-1 1 0 0 0,1 0 0 0 0,-1 0 0 0 0,0 0 0 0 0,0 1 0 0 0,0 0 0 0 0,0 1 0 0 0,0 0 0 0 0,0 0 0 0 0,0 0 0 0 0,-1 1-1 0 0,-9 1 1 0 0,2 0 9 0 0,1 2-1 0 0,-1 0 0 0 0,1 0 1 0 0,0 1-1 0 0,0 1 0 0 0,1 1 0 0 0,-1 0 1 0 0,1 0-1 0 0,0 1 0 0 0,-15 12 1 0 0,20-14-59 0 0,1 1 0 0 0,0-1-1 0 0,0 2 1 0 0,0-1 0 0 0,1 1 0 0 0,0 0 0 0 0,0 0 0 0 0,0 0 0 0 0,1 1 0 0 0,0 0 0 0 0,1 0 0 0 0,0 0 0 0 0,0 1 0 0 0,1-1 0 0 0,0 1 0 0 0,0 0 0 0 0,-1 13 0 0 0,4-19-125 0 0,0 1-1 0 0,0 0 1 0 0,0 0-1 0 0,0 0 1 0 0,1 0-1 0 0,0 0 1 0 0,0 0-1 0 0,0 0 1 0 0,0-1-1 0 0,1 1 1 0 0,-1 0-1 0 0,1-1 1 0 0,0 1-1 0 0,0-1 1 0 0,4 5 0 0 0,-2-2-792 0 0,1-1 1 0 0,0 0-1 0 0,1 0 1 0 0,-1-1 0 0 0,1 0-1 0 0,0 0 1 0 0,10 6 0 0 0,5-1-4727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7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1468 0 0,'33'-48'10633'0'0,"-31"49"-10571"0"0,-1-1 1 0 0,1 0-1 0 0,-1 1 0 0 0,1-1 1 0 0,-1 1-1 0 0,1 0 0 0 0,-1-1 1 0 0,0 1-1 0 0,1 0 1 0 0,-1 0-1 0 0,0 0 0 0 0,0 0 1 0 0,1 0-1 0 0,-1 0 0 0 0,0 0 1 0 0,0 0-1 0 0,0 0 0 0 0,0 1 1 0 0,0-1-1 0 0,-1 0 0 0 0,1 1 1 0 0,0-1-1 0 0,-1 1 0 0 0,1-1 1 0 0,0 1-1 0 0,-1-1 0 0 0,0 1 1 0 0,1 2-1 0 0,2 7 216 0 0,-1 1 1 0 0,1 21-1 0 0,-2-23-86 0 0,-1 19 76 0 0,-1 0 0 0 0,-1 0 0 0 0,-1 0 0 0 0,-9 35 0 0 0,0 6 3463 0 0,15-81-3437 0 0,13-26-228 0 0,2 1 0 0 0,2 0 0 0 0,1 2 0 0 0,1 0 1 0 0,30-32-1 0 0,-38 48-69 0 0,0 1 0 0 0,2 1 0 0 0,32-27 0 0 0,-43 39-1 0 0,1 0 0 0 0,-1 0-1 0 0,1 0 1 0 0,0 1 0 0 0,0 0 0 0 0,1 0-1 0 0,-1 0 1 0 0,0 1 0 0 0,1 0 0 0 0,0 0-1 0 0,-1 0 1 0 0,1 1 0 0 0,0 0 0 0 0,0 1-1 0 0,0 0 1 0 0,13 0 0 0 0,-17 1 2 0 0,0 0 0 0 0,0 0 0 0 0,1 0-1 0 0,-1 0 1 0 0,0 0 0 0 0,0 1 0 0 0,0-1 0 0 0,0 1 0 0 0,0 0 0 0 0,-1 0 0 0 0,1 0 0 0 0,0 0-1 0 0,-1 0 1 0 0,1 0 0 0 0,-1 1 0 0 0,4 4 0 0 0,-4-2 3 0 0,1 0 1 0 0,-1 0-1 0 0,0 0 0 0 0,0 0 0 0 0,0 0 1 0 0,0 1-1 0 0,-1-1 0 0 0,0 0 0 0 0,0 9 1 0 0,0 2-10 0 0,-2 1 0 0 0,1-1 0 0 0,-2 0 0 0 0,-1 1 0 0 0,-8 29 0 0 0,-19 36-1724 0 0,-1 1-4732 0 0,28-67 2431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8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994 222 1176 0 0,'21'-30'3277'0'0,"-1"0"0"0"0,-1-1 0 0 0,-1-1 0 0 0,20-53 0 0 0,-38 85-3256 0 0,0-1 0 0 0,0 1 0 0 0,0 0 1 0 0,1-1-1 0 0,-1 1 0 0 0,0-1 0 0 0,0 1 0 0 0,0 0 1 0 0,0-1-1 0 0,0 1 0 0 0,0-1 0 0 0,0 1 0 0 0,0 0 0 0 0,0-1 1 0 0,0 1-1 0 0,0-1 0 0 0,0 1 0 0 0,0 0 0 0 0,-1-1 0 0 0,1 1 1 0 0,0 0-1 0 0,0-1 0 0 0,0 1 0 0 0,0 0 0 0 0,-1-1 0 0 0,1 1 1 0 0,0 0-1 0 0,0-1 0 0 0,-1 1 0 0 0,1 0 0 0 0,0 0 1 0 0,-1-1-1 0 0,1 1 0 0 0,0 0 0 0 0,-1 0 0 0 0,1-1 0 0 0,0 1 1 0 0,-1 0-1 0 0,1 0 0 0 0,0 0 0 0 0,-1 0 0 0 0,1 0 0 0 0,-1 0 1 0 0,1-1-1 0 0,0 1 0 0 0,-1 0 0 0 0,1 0 0 0 0,-1 0 1 0 0,1 0-1 0 0,-1 1 0 0 0,-20 3 265 0 0,-4 7-218 0 0,0 2 0 0 0,1 1 0 0 0,1 1 0 0 0,0 1 0 0 0,1 2 0 0 0,1-1 0 0 0,1 2 0 0 0,-35 42-1 0 0,44-48-50 0 0,0 1 0 0 0,2 0 0 0 0,-11 19 1 0 0,18-30-14 0 0,0 1 1 0 0,0-1 0 0 0,1 0 0 0 0,-1 1 0 0 0,1-1 0 0 0,0 1-1 0 0,0-1 1 0 0,0 1 0 0 0,1 0 0 0 0,-1-1 0 0 0,1 1 0 0 0,0 0 0 0 0,0 0-1 0 0,0-1 1 0 0,0 1 0 0 0,1 0 0 0 0,-1-1 0 0 0,1 1 0 0 0,0-1-1 0 0,0 1 1 0 0,3 5 0 0 0,-1-6 2 0 0,-1 0 1 0 0,1-1-1 0 0,0 1 0 0 0,0-1 0 0 0,0 1 1 0 0,0-1-1 0 0,1 0 0 0 0,-1 0 0 0 0,1-1 1 0 0,-1 1-1 0 0,1-1 0 0 0,-1 0 0 0 0,1 1 1 0 0,0-2-1 0 0,0 1 0 0 0,-1 0 1 0 0,1-1-1 0 0,0 0 0 0 0,0 1 0 0 0,0-2 1 0 0,0 1-1 0 0,0 0 0 0 0,-1-1 0 0 0,1 0 1 0 0,4-1-1 0 0,5-2 7 0 0,0 0 1 0 0,1-2-1 0 0,-2 0 1 0 0,23-13-1 0 0,46-38 258 0 0,-33 21 232 0 0,-45 34-466 0 0,-1 0-40 0 0,-1 1 1 0 0,1 0-1 0 0,0 0 0 0 0,0-1 1 0 0,0 1-1 0 0,0 0 0 0 0,-1 1 1 0 0,2-1-1 0 0,-1 0 0 0 0,0 0 1 0 0,0 1-1 0 0,0-1 0 0 0,3 1 1 0 0,-4 0 0 0 0,0 1 0 0 0,-1 0 0 0 0,1 0 0 0 0,-1 0 1 0 0,0-1-1 0 0,1 1 0 0 0,-1 0 0 0 0,1 0 1 0 0,-1 0-1 0 0,0 0 0 0 0,0 0 0 0 0,0 0 0 0 0,1 0 1 0 0,-1-1-1 0 0,0 1 0 0 0,0 0 0 0 0,0 0 0 0 0,0 0 1 0 0,-1 1-1 0 0,1-2 1 0 0,0 9 22 0 0,-1 0 1 0 0,-1 0 0 0 0,1 0-1 0 0,-1 0 1 0 0,-1 0 0 0 0,-6 14-1 0 0,-27 50 262 0 0,22-46-198 0 0,-169 300 1324 0 0,85-157-842 0 0,-53 78 74 0 0,125-211-531 0 0,-1-2 0 0 0,-2 0 1 0 0,-1-2-1 0 0,-51 42 0 0 0,70-65 0 0 0,-1-2 0 0 0,0 0 0 0 0,-1 0 0 0 0,0-1 0 0 0,0 0 0 0 0,0-1 0 0 0,-1-1 0 0 0,0 0 0 0 0,0-1 0 0 0,0-1 0 0 0,-1 0 0 0 0,-17 1 0 0 0,20-3-4 0 0,-1-1-1 0 0,1-1 0 0 0,-1 0 0 0 0,1-1 1 0 0,0 0-1 0 0,-1-1 0 0 0,1-1 1 0 0,1 0-1 0 0,-1 0 0 0 0,0-1 0 0 0,1 0 1 0 0,0-1-1 0 0,0-1 0 0 0,-16-12 1 0 0,22 16-72 0 0,1-1 1 0 0,-1 0 0 0 0,1 0 0 0 0,0 0 0 0 0,0-1 0 0 0,1 1 0 0 0,-1-1 0 0 0,1 0 0 0 0,0 0 0 0 0,0 0 0 0 0,1-1 0 0 0,-1 1 0 0 0,1 0 0 0 0,1-1-1 0 0,-1 0 1 0 0,-1-9 0 0 0,3 8-22 0 0,-1 0 1 0 0,1 0-1 0 0,1 0 0 0 0,0 0 0 0 0,0 0 0 0 0,0 0 0 0 0,1 0 0 0 0,0 1 0 0 0,0-1 0 0 0,0 0 0 0 0,1 1 0 0 0,0-1 0 0 0,6-8 1 0 0,4-4-302 0 0,1 1 0 0 0,0 1 0 0 0,1 0 0 0 0,1 1 0 0 0,0 1 0 0 0,2 0 1 0 0,-1 1-1 0 0,2 1 0 0 0,31-17 0 0 0,70-28-4513 0 0,2 12-4884 0 0,-71 28 1142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9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27 839 2340 0 0,'-22'34'8093'0'0,"21"-32"-7789"0"0,1 0-1 0 0,-1 0 1 0 0,0 1-1 0 0,1-1 1 0 0,-1 0-1 0 0,1 1 1 0 0,0-1-1 0 0,0 0 1 0 0,0 1-1 0 0,0-1 1 0 0,0 0-1 0 0,0 1 1 0 0,1 3-1 0 0,0-5-196 0 0,-1 0 0 0 0,1 0 0 0 0,0 0 0 0 0,-1 0 0 0 0,1 0 0 0 0,0-1 0 0 0,0 1 0 0 0,0 0 0 0 0,0 0 0 0 0,0 0-1 0 0,0-1 1 0 0,0 1 0 0 0,0 0 0 0 0,0-1 0 0 0,0 1 0 0 0,0-1 0 0 0,0 1 0 0 0,0-1 0 0 0,0 0 0 0 0,0 1 0 0 0,3-1 0 0 0,24 3 786 0 0,-9-3-696 0 0,0-1 0 0 0,-1-1 0 0 0,1-1-1 0 0,-1-1 1 0 0,0-1 0 0 0,0 0 0 0 0,23-10-1 0 0,-17 4-104 0 0,-1-1-1 0 0,-1-1 0 0 0,0-1 0 0 0,34-29 1 0 0,-17 8-96 0 0,-1-3 0 0 0,-2-1 0 0 0,-2-2 1 0 0,46-73-1 0 0,-13 2-107 0 0,-5-4 0 0 0,72-186 1 0 0,-134 300 57 0 0,-3 4-47 0 0,-4 1 100 0 0,1 1-1 0 0,-1 0 1 0 0,1 0-1 0 0,1 0 1 0 0,-1 1 0 0 0,1 0-1 0 0,-1 0 1 0 0,1 0-1 0 0,-5 8 1 0 0,-42 61 33 0 0,45-63-33 0 0,-144 238 49 0 0,124-198-41 0 0,3 1-1 0 0,2 1 1 0 0,-17 59 0 0 0,35-97-157 0 0,0 1 1 0 0,1-1 0 0 0,1 1-1 0 0,1 0 1 0 0,0-1-1 0 0,1 1 1 0 0,0 0 0 0 0,5 28-1 0 0,-3-36-131 0 0,0-1-1 0 0,0 1 0 0 0,0-1 0 0 0,1 0 0 0 0,1 0 1 0 0,-1 0-1 0 0,1 0 0 0 0,0-1 0 0 0,0 1 0 0 0,1-1 1 0 0,0 0-1 0 0,0 0 0 0 0,1-1 0 0 0,-1 1 0 0 0,1-1 1 0 0,0-1-1 0 0,1 1 0 0 0,-1-1 0 0 0,13 6 0 0 0,-10-6 55 0 0,0 0 0 0 0,1-1-1 0 0,-1 0 1 0 0,1-1 0 0 0,0 0-1 0 0,0 0 1 0 0,0-1 0 0 0,0-1-1 0 0,0 0 1 0 0,0 0 0 0 0,0-1-1 0 0,0 0 1 0 0,0 0 0 0 0,0-1-1 0 0,0-1 1 0 0,0 0 0 0 0,-1 0-1 0 0,1-1 1 0 0,-1 0-1 0 0,17-10 1 0 0,-7 2 488 0 0,0-1-1 0 0,-1-1 0 0 0,-1-1 1 0 0,0 0-1 0 0,-1-1 0 0 0,-1 0 1 0 0,-1-2-1 0 0,17-24 1 0 0,63-119 4335 0 0,-71 117-3055 0 0,-17 35-999 0 0,-8 14-268 0 0,-13 28-183 0 0,1 0-3 0 0,-29 93 110 0 0,39-112-166 0 0,2-1-1 0 0,-1 0 1 0 0,2 1 0 0 0,-1-1-1 0 0,2 1 1 0 0,0-1 0 0 0,3 25-1 0 0,-2-35 30 0 0,-1 0 0 0 0,1 0 0 0 0,0-1 0 0 0,0 1 0 0 0,0 0 0 0 0,0-1 0 0 0,0 1 0 0 0,1 0 0 0 0,-1-1 0 0 0,1 1 0 0 0,0-1 0 0 0,-1 0 0 0 0,1 0 0 0 0,0 1 0 0 0,0-1 0 0 0,1 0 0 0 0,-1-1 0 0 0,0 1 0 0 0,1 0 0 0 0,-1-1 0 0 0,1 1 0 0 0,-1-1 0 0 0,1 0 0 0 0,0 0 0 0 0,-1 0 0 0 0,1 0 0 0 0,0 0 0 0 0,0-1 0 0 0,0 1 0 0 0,4-1 0 0 0,-1 0 40 0 0,0 0 1 0 0,1 0 0 0 0,-1-1-1 0 0,0 0 1 0 0,0 0-1 0 0,1 0 1 0 0,-1-1-1 0 0,0 0 1 0 0,0 0 0 0 0,-1-1-1 0 0,1 1 1 0 0,0-1-1 0 0,5-4 1 0 0,-1-1-30 0 0,-1 1 0 0 0,0-2 0 0 0,0 1 0 0 0,0-1 0 0 0,-1 0 0 0 0,0-1 0 0 0,-1 0 0 0 0,0 0 0 0 0,-1-1 0 0 0,0 1 0 0 0,-1-1 0 0 0,0-1 0 0 0,0 1 0 0 0,-1-1 0 0 0,-1 0 0 0 0,4-20 0 0 0,-6 22-106 0 0,0 0 1 0 0,-1 0-1 0 0,0 0 1 0 0,0 0-1 0 0,-1 0 0 0 0,0 0 1 0 0,-1 0-1 0 0,0 0 1 0 0,-1 0-1 0 0,0 1 0 0 0,0-1 1 0 0,-1 1-1 0 0,0 0 1 0 0,-1 0-1 0 0,0 0 1 0 0,0 0-1 0 0,-1 1 0 0 0,0 0 1 0 0,-1 0-1 0 0,-11-11 1 0 0,4 8-635 0 0,1 1 1 0 0,-2 0 0 0 0,1 0 0 0 0,-21-8-1 0 0,-30-13-4632 0 0,30 15 280 0 0,13 6-652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9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157 107 3000 0 0,'-56'-9'5278'0'0,"-43"-10"4140"0"0,99 19-9393 0 0,0 0-1 0 0,0 0 0 0 0,1 0 1 0 0,-1 0-1 0 0,0-1 1 0 0,0 1-1 0 0,0 0 0 0 0,1 0 1 0 0,-1 0-1 0 0,0 0 0 0 0,0-1 1 0 0,0 1-1 0 0,0 0 1 0 0,0 0-1 0 0,1 0 0 0 0,-1-1 1 0 0,0 1-1 0 0,0 0 0 0 0,0 0 1 0 0,0 0-1 0 0,0-1 1 0 0,0 1-1 0 0,0 0 0 0 0,0 0 1 0 0,0-1-1 0 0,0 1 0 0 0,0 0 1 0 0,0 0-1 0 0,0 0 1 0 0,0-1-1 0 0,0 1 0 0 0,0 0 1 0 0,0 0-1 0 0,0-1 1 0 0,0 1-1 0 0,0 0 0 0 0,0 0 1 0 0,-1 0-1 0 0,1-1 0 0 0,0 1 1 0 0,0 0-1 0 0,0 0 1 0 0,0 0-1 0 0,0-1 0 0 0,-1 1 1 0 0,1 0-1 0 0,0 0 0 0 0,0 0 1 0 0,0 0-1 0 0,-1 0 1 0 0,1-1-1 0 0,0 1 0 0 0,0 0 1 0 0,0 0-1 0 0,-1 0 0 0 0,1 0 1 0 0,0 0-1 0 0,17-6 192 0 0,62-11-384 0 0,109-8-1 0 0,82 9-7257 0 0,-226 14 5003 0 0,33 0-4313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09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472 104 820 0 0,'15'-25'8451'0'0,"13"-31"2521"0"0,-25 40-8764 0 0,-3 16-2178 0 0,0-1 1 0 0,-1 1 0 0 0,1 0 0 0 0,0-1 0 0 0,0 1 0 0 0,0 0 0 0 0,0 0 0 0 0,0-1-1 0 0,-1 1 1 0 0,1 0 0 0 0,0-1 0 0 0,0 1 0 0 0,0 0 0 0 0,-1 0 0 0 0,1 0 0 0 0,0-1-1 0 0,-1 1 1 0 0,1 0 0 0 0,0 0 0 0 0,0 0 0 0 0,-1-1 0 0 0,1 1 0 0 0,0 0 0 0 0,-1 0-1 0 0,0 0 1 0 0,-1 0-10 0 0,-1 0-1 0 0,0 0 1 0 0,0 0 0 0 0,0 1-1 0 0,1-1 1 0 0,-1 1-1 0 0,-4 1 1 0 0,7-2-13 0 0,-31 11 73 0 0,0 1-1 0 0,2 2 1 0 0,-1 1-1 0 0,2 1 1 0 0,-38 27 0 0 0,46-29-31 0 0,0 1 1 0 0,-24 25 0 0 0,35-31-40 0 0,1 0 1 0 0,1 0 0 0 0,-1 1-1 0 0,1 0 1 0 0,1 0 0 0 0,0 0-1 0 0,-5 12 1 0 0,10-19-9 0 0,0-1 1 0 0,1 0 0 0 0,-1 0-1 0 0,0 1 1 0 0,1-1-1 0 0,0 0 1 0 0,-1 1 0 0 0,1-1-1 0 0,0 1 1 0 0,0-1-1 0 0,0 0 1 0 0,1 1 0 0 0,-1-1-1 0 0,1 0 1 0 0,-1 1-1 0 0,1-1 1 0 0,1 5 0 0 0,0-4-1 0 0,0 0 0 0 0,1 0 1 0 0,-1 0-1 0 0,0 0 0 0 0,1 0 0 0 0,0 0 1 0 0,0-1-1 0 0,0 1 0 0 0,0-1 0 0 0,4 3 1 0 0,8 3 1 0 0,1 0 1 0 0,0-2-1 0 0,0 0 0 0 0,18 5 1 0 0,-18-7-2 0 0,25 9-1 0 0,11 2-15 0 0,91 41 0 0 0,-129-49 18 0 0,0 1 0 0 0,0 0 0 0 0,0 1 0 0 0,-1 1-1 0 0,-1 0 1 0 0,1 0 0 0 0,-2 1 0 0 0,1 1 0 0 0,-2 0-1 0 0,16 22 1 0 0,-24-30 48 0 0,0-1-1 0 0,0 1 1 0 0,0-1-1 0 0,0 1 1 0 0,-1-1-1 0 0,1 1 1 0 0,-1 0-1 0 0,0 0 1 0 0,-1 0-1 0 0,1 0 1 0 0,0 0-1 0 0,-1 0 0 0 0,0 0 1 0 0,0 0-1 0 0,0 0 1 0 0,-1 0-1 0 0,1 0 1 0 0,-2 4-1 0 0,0-2 49 0 0,-1-1-1 0 0,1 1 1 0 0,-1-1-1 0 0,0 0 0 0 0,0 0 1 0 0,-1 0-1 0 0,1 0 1 0 0,-1-1-1 0 0,0 1 1 0 0,0-1-1 0 0,-6 4 0 0 0,-5 3 153 0 0,-1 0-1 0 0,0-1 0 0 0,0-1 0 0 0,-1 0 0 0 0,0-1 1 0 0,-32 9-1 0 0,10-6 53 0 0,-1-1 0 0 0,-65 6 0 0 0,82-14-232 0 0,0-1-1 0 0,0-1 1 0 0,0-1 0 0 0,0-1 0 0 0,0-1 0 0 0,-25-7 0 0 0,40 8-46 0 0,0 0 0 0 0,0-1 0 0 0,0-1 0 0 0,1 1 0 0 0,-1-1 0 0 0,1-1 0 0 0,-12-8 0 0 0,15 9-364 0 0,0 0 1 0 0,0 1-1 0 0,1-1 1 0 0,0 0 0 0 0,-5-7-1 0 0,6 7-547 0 0,0 0-1 0 0,0 0 1 0 0,1 1-1 0 0,-1-1 1 0 0,1 0-1 0 0,0 0 0 0 0,-1-7 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4 193 964 0 0,'16'-57'8884'0'0,"11"-78"1184"0"0,-30 208-8740 0 0,-15 81 0 0 0,3-29-1132 0 0,11-89-252 0 0,-1 11-575 0 0,3-15-6707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2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36 158 92 0 0,'-3'-17'2662'0'0,"-1"-7"1277"0"0,-1 0 0 0 0,-12-34 0 0 0,16 55-3696 0 0,0 0 0 0 0,0 0 0 0 0,0 0 0 0 0,0-1 0 0 0,1 1-1 0 0,-1 0 1 0 0,1-7 0 0 0,0 10-274 0 0,0 0 0 0 0,0 0 0 0 0,-1 0 0 0 0,1 0 0 0 0,0 0 0 0 0,0 0 1 0 0,0 0-1 0 0,0 0 0 0 0,0 0 0 0 0,0-1 0 0 0,1 1 0 0 0,-1 0 0 0 0,0 0 0 0 0,0 0 0 0 0,0 0 0 0 0,0 0 0 0 0,0 0 0 0 0,0 0 0 0 0,0 0 0 0 0,0 0 0 0 0,0 0 1 0 0,0-1-1 0 0,0 1 0 0 0,0 0-186 0 0,1 0 186 0 0,-1 0 0 0 0,0 0 0 0 0,0 0 0 0 0,0 0 0 0 0,0 0 0 0 0,0 0 1 0 0,0 0-1 0 0,0 0 0 0 0,0 0 0 0 0,0 0 0 0 0,1 0 0 0 0,-1 0 0 0 0,0 0 0 0 0,0 0 0 0 0,0 0 0 0 0,0 0 0 0 0,0 0 0 0 0,0 0 0 0 0,0 0 0 0 0,0 0 0 0 0,0 0 1 0 0,1 0-1 0 0,-1 0 0 0 0,0 0 0 0 0,0 0 0 0 0,0 0 0 0 0,0 0 0 0 0,0 0 0 0 0,0 0-93 0 0,9 15-5926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178 165 1420 0 0,'-8'7'19182'0'0,"7"-8"-18774"0"0,0 1 0 0 0,-1 0 0 0 0,1 0 0 0 0,0 0 0 0 0,-1 0 0 0 0,1 0 0 0 0,0 1 0 0 0,-1-1 0 0 0,1 0 0 0 0,0 1 0 0 0,0-1 0 0 0,-3 1 0 0 0,-1 6-922 0 0,4-6 510 0 0,7 2 15 0 0,1-1-1 0 0,-1 0 1 0 0,1 0-1 0 0,-1-1 1 0 0,1 0-1 0 0,0 0 1 0 0,-1 0-1 0 0,1-1 0 0 0,0 0 1 0 0,-1-1-1 0 0,1 1 1 0 0,12-4-1 0 0,-11 3-7 0 0,1-2 0 0 0,-1 1 0 0 0,0-1 0 0 0,0 0 0 0 0,-1-1 0 0 0,1 1 0 0 0,-1-2 0 0 0,0 1 0 0 0,12-10 0 0 0,-16 11-2 0 0,1-1-1 0 0,-1 1 1 0 0,-1-1 0 0 0,1 1 0 0 0,0-1 0 0 0,-1 0 0 0 0,0 0 0 0 0,0 0 0 0 0,0 0 0 0 0,-1-1-1 0 0,1 1 1 0 0,-1 0 0 0 0,0-1 0 0 0,0 1 0 0 0,0-1 0 0 0,-1 1 0 0 0,0-10 0 0 0,0 12-10 0 0,0-1 0 0 0,0 0 1 0 0,-1 0-1 0 0,0 0 0 0 0,1 0 1 0 0,-1 0-1 0 0,0 0 0 0 0,0 1 1 0 0,0-1-1 0 0,-1 0 1 0 0,1 1-1 0 0,-1-1 0 0 0,1 1 1 0 0,-1 0-1 0 0,0-1 0 0 0,0 1 1 0 0,0 0-1 0 0,0 0 0 0 0,-1 0 1 0 0,1 0-1 0 0,0 1 0 0 0,-1-1 1 0 0,1 1-1 0 0,-1-1 1 0 0,1 1-1 0 0,-1 0 0 0 0,-4-2 1 0 0,3 3-5 0 0,-1-1 1 0 0,1 1 0 0 0,0 0-1 0 0,0 0 1 0 0,0 0 0 0 0,0 0-1 0 0,0 1 1 0 0,0-1 0 0 0,0 1 0 0 0,0 0-1 0 0,0 0 1 0 0,0 1 0 0 0,0-1-1 0 0,1 1 1 0 0,-8 4 0 0 0,-1 2-10 0 0,0 0 0 0 0,-21 19 1 0 0,10-6-16 0 0,1 1-1 0 0,0 1 1 0 0,2 0 0 0 0,-17 28 0 0 0,29-38 26 0 0,0 0 0 0 0,0 0 0 0 0,1 1 0 0 0,1 0 0 0 0,0 1 0 0 0,1 0 0 0 0,1-1 0 0 0,0 2 0 0 0,1-1 1 0 0,-1 17-1 0 0,4-28 33 0 0,0 1 0 0 0,0 0 0 0 0,0 0 1 0 0,1 0-1 0 0,0 0 0 0 0,0-1 0 0 0,0 1 0 0 0,0 0 1 0 0,1-1-1 0 0,0 1 0 0 0,0-1 0 0 0,0 1 1 0 0,0-1-1 0 0,1 0 0 0 0,0 0 0 0 0,-1 0 1 0 0,2 0-1 0 0,-1-1 0 0 0,0 1 0 0 0,1-1 1 0 0,-1 0-1 0 0,1 0 0 0 0,0 0 0 0 0,0 0 0 0 0,0-1 1 0 0,1 1-1 0 0,-1-1 0 0 0,1 0 0 0 0,5 1 1 0 0,3 2-725 0 0,0-1 0 0 0,0-1 0 0 0,25 3-1 0 0,38-2-10981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3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0 3180 0 0,'-132'0'13254'0'0,"50"0"-8787"0"0,79 0-4315 0 0,-6 1-140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2392 0 0,'61'-31'19161'0'0,"-59"30"-18655"0"0,13-10 391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8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90 448 0 0,'18'-25'7191'0'0,"-16"21"-6630"0"0,-1 1-1 0 0,1 0 1 0 0,0 0-1 0 0,-1-1 0 0 0,0 1 1 0 0,0-1-1 0 0,0 1 1 0 0,0-1-1 0 0,-1 0 1 0 0,1-4-1 0 0,-1 7-489 0 0,0 0 0 0 0,0 0 0 0 0,0 0 0 0 0,-1 0 0 0 0,1 0 0 0 0,0 0 1 0 0,0 0-1 0 0,-1 0 0 0 0,1 1 0 0 0,0-1 0 0 0,-1 0 0 0 0,1 0 0 0 0,-1 0 0 0 0,1 1 0 0 0,-1-1 0 0 0,0 0 0 0 0,1 0 1 0 0,-1 1-1 0 0,0-1 0 0 0,1 1 0 0 0,-1-1 0 0 0,0 0 0 0 0,0 1 0 0 0,1 0 0 0 0,-1-1 0 0 0,0 1 0 0 0,0-1 0 0 0,0 1 1 0 0,0 0-1 0 0,0 0 0 0 0,0-1 0 0 0,0 1 0 0 0,1 0 0 0 0,-1 0 0 0 0,0 0 0 0 0,0 0 0 0 0,-1 0 0 0 0,-30 4 324 0 0,18 1-350 0 0,0 1 0 0 0,1 0 0 0 0,0 0 0 0 0,0 2 0 0 0,0-1 0 0 0,-21 18 0 0 0,4 0-10 0 0,-35 40-1 0 0,32-29 2 0 0,1 1 0 0 0,3 1 1 0 0,-39 65-1 0 0,55-80-15 0 0,1 1 0 0 0,1 0 0 0 0,2 0 0 0 0,0 1 0 0 0,1 0 0 0 0,2 1 0 0 0,0 0 0 0 0,-2 32 0 0 0,8-47 56 0 0,0 0 0 0 0,0-1 0 0 0,1 1 1 0 0,0 0-1 0 0,1-1 0 0 0,0 1 0 0 0,1-1 1 0 0,0 1-1 0 0,1-1 0 0 0,0 0 0 0 0,0 0 1 0 0,1-1-1 0 0,0 1 0 0 0,1-1 0 0 0,0 0 1 0 0,1-1-1 0 0,-1 0 0 0 0,2 0 0 0 0,-1 0 1 0 0,1-1-1 0 0,0 0 0 0 0,1 0 0 0 0,-1-1 1 0 0,1 0-1 0 0,1 0 0 0 0,-1-1 0 0 0,1-1 1 0 0,0 1-1 0 0,0-2 0 0 0,0 1 0 0 0,0-1 1 0 0,1-1-1 0 0,0 0 0 0 0,-1 0 0 0 0,1-1 1 0 0,0-1-1 0 0,15 0 0 0 0,-21-1-37 0 0,0 1-1 0 0,-1-1 0 0 0,1 0 1 0 0,0 0-1 0 0,0 0 0 0 0,-1-1 1 0 0,1 1-1 0 0,-1-1 0 0 0,0 0 1 0 0,1 0-1 0 0,-1-1 0 0 0,0 0 1 0 0,0 1-1 0 0,0-1 0 0 0,-1 0 1 0 0,1-1-1 0 0,-1 1 0 0 0,1-1 1 0 0,-1 1-1 0 0,0-1 0 0 0,-1 0 1 0 0,1 0-1 0 0,-1-1 0 0 0,0 1 1 0 0,0 0-1 0 0,0-1 0 0 0,0 1 1 0 0,-1-1-1 0 0,0 0 0 0 0,2-6 1 0 0,-1-1-7 0 0,-1-1 0 0 0,0 1 0 0 0,-1 0 0 0 0,0-1 0 0 0,-1 1 0 0 0,0 0-1 0 0,-1 0 1 0 0,0-1 0 0 0,-1 1 0 0 0,-8-22 0 0 0,-38-83 1227 0 0,49 116-1258 0 0,0 0 0 0 0,0 0 1 0 0,0 0-1 0 0,0 0 0 0 0,0 1 1 0 0,0-1-1 0 0,0 0 0 0 0,0 0 1 0 0,0 0-1 0 0,0 0 0 0 0,1 1 1 0 0,-1-1-1 0 0,0 0 0 0 0,1 0 0 0 0,-1 0 1 0 0,1 1-1 0 0,-1-1 0 0 0,1 0 1 0 0,-1 1-1 0 0,1-1 0 0 0,-1 0 1 0 0,1 1-1 0 0,0-1 0 0 0,0 0 1 0 0,18-12 7 0 0,-6 6-2 0 0,1 1 0 0 0,0 0 0 0 0,0 1 0 0 0,1 0 0 0 0,22-3-1 0 0,75-6-29 0 0,-87 12-10 0 0,-23 2 29 0 0,1 0 0 0 0,-1 0-1 0 0,1 0 1 0 0,-1 0 0 0 0,1 0-1 0 0,-1 0 1 0 0,1 1 0 0 0,-1-1-1 0 0,1 1 1 0 0,-1-1 0 0 0,0 1-1 0 0,1 0 1 0 0,-1 0 0 0 0,0 0-1 0 0,0 1 1 0 0,0-1 0 0 0,1 0 0 0 0,2 4-1 0 0,-3-2 22 0 0,1-1-1 0 0,-1 1 1 0 0,0 0-1 0 0,0 1 1 0 0,-1-1-1 0 0,1 0 1 0 0,-1 0-1 0 0,1 1 1 0 0,-1-1-1 0 0,0 1 1 0 0,1 5-1 0 0,0 6 59 0 0,-1 1 0 0 0,-1 0 0 0 0,0 0-1 0 0,-3 24 1 0 0,2-35-84 0 0,-32 190 25 0 0,24-150-883 0 0,9-17-2120 0 0,5-14-530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8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 93 2592 0 0,'46'-72'17131'0'0,"-45"66"-16211"0"0,-4-5 3766 0 0,-6 8-4639 0 0,7 3 87 0 0,-2 0-15 0 0,-20 3-66 0 0,0 0 0 0 0,1 2 1 0 0,0 1-1 0 0,0 1 0 0 0,0 1 0 0 0,1 1 0 0 0,0 1 1 0 0,1 1-1 0 0,0 0 0 0 0,-27 21 0 0 0,24-14-42 0 0,0 1-1 0 0,2 1 1 0 0,1 1 0 0 0,0 0-1 0 0,1 2 1 0 0,2 1 0 0 0,0 0-1 0 0,-15 29 1 0 0,23-36-4 0 0,1 1 0 0 0,1 0 1 0 0,0 1-1 0 0,2-1 1 0 0,0 1-1 0 0,-7 39 0 0 0,13-51 6 0 0,-1 1-1 0 0,1-1 1 0 0,0 0-1 0 0,0 0 0 0 0,1 1 1 0 0,0-1-1 0 0,0 0 1 0 0,1 0-1 0 0,0 0 1 0 0,0 0-1 0 0,0 0 0 0 0,1 0 1 0 0,0 0-1 0 0,1-1 1 0 0,0 0-1 0 0,0 0 1 0 0,0 0-1 0 0,0 0 0 0 0,1 0 1 0 0,0-1-1 0 0,0 0 1 0 0,6 5-1 0 0,1-2-14 0 0,1 0 0 0 0,-1-1 0 0 0,1 0 0 0 0,0-1-1 0 0,1-1 1 0 0,-1 0 0 0 0,1 0 0 0 0,0-2 0 0 0,0 0 0 0 0,18 2 0 0 0,21 0 381 0 0,72-2 0 0 0,-98-3 92 0 0,30 0 2090 0 0,-54 0-2272 0 0,0 0-45 0 0,3-1-213 0 0,-3 2-2 0 0,1-2 0 0 0,-1 1 0 0 0,1 0 0 0 0,-1-1 0 0 0,1 1 0 0 0,-1-1 0 0 0,0 0 0 0 0,1 0 0 0 0,-1 0 0 0 0,0-1 0 0 0,6-2 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19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451 192 572 0 0,'24'-42'6404'0'0,"-4"7"454"0"0,21-48 1 0 0,-39 77-5850 0 0,-1 5-833 0 0,0 0 1 0 0,-1 0-1 0 0,1-1 0 0 0,-1 1 1 0 0,1 0-1 0 0,-1-1 0 0 0,0 1 1 0 0,0 0-1 0 0,1-1 0 0 0,-1 1 1 0 0,0-2-1 0 0,-1 2-157 0 0,1 0 0 0 0,-1 1 1 0 0,1-1-1 0 0,-1 1 0 0 0,1-1 0 0 0,-1 1 0 0 0,0-1 1 0 0,1 1-1 0 0,-1-1 0 0 0,0 1 0 0 0,1-1 0 0 0,-1 1 0 0 0,0 0 1 0 0,1 0-1 0 0,-1-1 0 0 0,0 1 0 0 0,0 0 0 0 0,1 0 0 0 0,-1 0 1 0 0,0 0-1 0 0,0 0 0 0 0,1 0 0 0 0,-1 0 0 0 0,-1 0 1 0 0,-15-1 21 0 0,0 2 0 0 0,1 0 1 0 0,-1 1-1 0 0,1 1 1 0 0,-1 0-1 0 0,1 1 1 0 0,0 1-1 0 0,-29 12 0 0 0,7 1-25 0 0,1 1 0 0 0,-48 34 0 0 0,66-40 18 0 0,1 1 0 0 0,1 1-1 0 0,0 1 1 0 0,1 0 0 0 0,-24 33 0 0 0,32-39-28 0 0,1 0 0 0 0,1 0 1 0 0,0 1-1 0 0,0 0 1 0 0,1 0-1 0 0,0 1 0 0 0,1-1 1 0 0,1 1-1 0 0,0 0 0 0 0,0 0 1 0 0,1 0-1 0 0,0 15 1 0 0,2-22-2 0 0,0-1 0 0 0,0 1 1 0 0,1-1-1 0 0,-1 1 1 0 0,1-1-1 0 0,0 0 0 0 0,1 1 1 0 0,-1-1-1 0 0,1 0 0 0 0,0 0 1 0 0,0 1-1 0 0,0-2 1 0 0,0 1-1 0 0,1 0 0 0 0,0 0 1 0 0,6 6-1 0 0,-3-5 7 0 0,1 1 1 0 0,0-2-1 0 0,0 1 0 0 0,0-1 0 0 0,0 0 1 0 0,1 0-1 0 0,0-1 0 0 0,10 4 1 0 0,54 15 31 0 0,-24-8-49 0 0,69 31-1 0 0,-102-38 30 0 0,-1 0 0 0 0,-1 1 0 0 0,1 1 0 0 0,-1 0 0 0 0,-1 1 0 0 0,0 0 0 0 0,0 1 0 0 0,20 24 0 0 0,-29-31 96 0 0,0 0 0 0 0,0 1 0 0 0,-1-1 0 0 0,1 1 0 0 0,-1-1 0 0 0,0 1 0 0 0,0 0 0 0 0,0 0 0 0 0,-1 0 1 0 0,0 0-1 0 0,0 0 0 0 0,0 0 0 0 0,-1 0 0 0 0,0 1 0 0 0,1-1 0 0 0,-2 0 0 0 0,1 0 0 0 0,-1 0 0 0 0,0 0 0 0 0,-1 6 0 0 0,-1-3 49 0 0,0-1 0 0 0,0 1-1 0 0,-1-1 1 0 0,0-1 0 0 0,0 1 0 0 0,0 0 0 0 0,-1-1-1 0 0,0 0 1 0 0,0 0 0 0 0,-1 0 0 0 0,0-1-1 0 0,-10 8 1 0 0,4-4-35 0 0,0 0-1 0 0,-1-1 1 0 0,-1-1-1 0 0,1 0 1 0 0,-1-1-1 0 0,0 0 1 0 0,0-1 0 0 0,-1-1-1 0 0,0 0 1 0 0,-15 1-1 0 0,17-3-360 0 0,0-2-1 0 0,0 1 0 0 0,0-2 1 0 0,0 0-1 0 0,0 0 0 0 0,1-2 1 0 0,-19-4-1 0 0,15 2-2508 0 0,-29-13 0 0 0,26 8-1728 0 0,0-2-3330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25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214 153 24 0 0,'-47'-48'12044'0'0,"47"48"-11949"0"0,0-1 0 0 0,0 1 0 0 0,-1-1 1 0 0,1 1-1 0 0,-1 0 0 0 0,1-1 0 0 0,0 1 0 0 0,-1 0 1 0 0,1-1-1 0 0,-1 1 0 0 0,1 0 0 0 0,-1 0 0 0 0,1-1 1 0 0,-1 1-1 0 0,1 0 0 0 0,-1 0 0 0 0,1 0 1 0 0,-1 0-1 0 0,0 0 0 0 0,0 1-85 0 0,1 0 0 0 0,0 0 0 0 0,0 0 0 0 0,0 0-1 0 0,-1 0 1 0 0,1 0 0 0 0,0 0 0 0 0,0 0 0 0 0,0 0 0 0 0,1 0 0 0 0,-1 0 0 0 0,0 0 0 0 0,0 1-1 0 0,1-1 1 0 0,-1 0 0 0 0,0 0 0 0 0,1 0 0 0 0,-1 0 0 0 0,1-1 0 0 0,-1 1 0 0 0,1 0 0 0 0,0 0-1 0 0,-1 0 1 0 0,1 0 0 0 0,0 0 0 0 0,0-1 0 0 0,-1 1 0 0 0,1 0 0 0 0,0-1 0 0 0,0 1 0 0 0,1 0-1 0 0,3 3 26 0 0,0 0-1 0 0,0 0 1 0 0,0-1-1 0 0,11 5 1 0 0,-9-5 8 0 0,0-1 0 0 0,0 0 1 0 0,0-1-1 0 0,1 1 1 0 0,-1-1-1 0 0,1-1 0 0 0,-1 0 1 0 0,1 0-1 0 0,-1 0 1 0 0,0-1-1 0 0,1 0 0 0 0,12-4 1 0 0,-17 5-36 0 0,0-1 1 0 0,0 0 0 0 0,-1 0 0 0 0,1 0-1 0 0,0 0 1 0 0,-1-1 0 0 0,1 1-1 0 0,-1-1 1 0 0,0 1 0 0 0,1-1 0 0 0,-1 0-1 0 0,0 0 1 0 0,0 0 0 0 0,0 0 0 0 0,0 0-1 0 0,0-1 1 0 0,-1 1 0 0 0,1-1-1 0 0,-1 1 1 0 0,1-1 0 0 0,-1 1 0 0 0,0-1-1 0 0,0 0 1 0 0,0 0 0 0 0,0 1 0 0 0,-1-1-1 0 0,1 0 1 0 0,-1 0 0 0 0,0 0-1 0 0,0 0 1 0 0,0 0 0 0 0,0 0 0 0 0,0 1-1 0 0,0-1 1 0 0,-2-3 0 0 0,2 1-7 0 0,-2 1 0 0 0,1-1-1 0 0,0 1 1 0 0,-1-1 0 0 0,0 1 0 0 0,0 0 0 0 0,0 0 0 0 0,0 0 0 0 0,-1 0 0 0 0,1 0 0 0 0,-1 1-1 0 0,-5-6 1 0 0,6 7-3 0 0,-1 0 1 0 0,1 0-1 0 0,0 1 0 0 0,-1-1 0 0 0,1 1 0 0 0,-1 0 0 0 0,0 0 0 0 0,1 0 0 0 0,-1 0 0 0 0,0 0 0 0 0,0 0 0 0 0,0 1 0 0 0,1 0 0 0 0,-1-1 1 0 0,0 1-1 0 0,0 0 0 0 0,0 0 0 0 0,0 0 0 0 0,0 1 0 0 0,-4 0 0 0 0,0 1 4 0 0,1 1-1 0 0,-1-1 1 0 0,1 1 0 0 0,-1 0-1 0 0,1 1 1 0 0,0 0-1 0 0,0 0 1 0 0,0 0 0 0 0,1 0-1 0 0,-1 1 1 0 0,-4 6 0 0 0,-7 7 13 0 0,-24 36 1 0 0,17-19 31 0 0,1 2-1 0 0,-21 46 1 0 0,36-65-29 0 0,0 1 0 0 0,1 0 0 0 0,1 1 0 0 0,1 0-1 0 0,0 0 1 0 0,-2 36 0 0 0,7-49 32 0 0,0-1 0 0 0,0 1-1 0 0,0 0 1 0 0,1 0 0 0 0,0 0-1 0 0,1-1 1 0 0,-1 1 0 0 0,1 0 0 0 0,1-1-1 0 0,-1 1 1 0 0,1-1 0 0 0,0 0-1 0 0,7 11 1 0 0,-6-13 18 0 0,0 0 0 0 0,0 1 0 0 0,0-1 0 0 0,1-1 0 0 0,-1 1 0 0 0,1-1 0 0 0,0 1 0 0 0,0-2 0 0 0,0 1 0 0 0,0 0 0 0 0,1-1 0 0 0,-1 0 0 0 0,1 0 1 0 0,-1-1-1 0 0,1 1 0 0 0,8 0 0 0 0,5 0 46 0 0,-1-1 0 0 0,1-1 0 0 0,-1 0 0 0 0,1-2 0 0 0,34-7 1 0 0,-38 6-98 0 0,-1 0 1 0 0,-1-2 0 0 0,1 0-1 0 0,-1 0 1 0 0,0-2 0 0 0,0 1 0 0 0,0-1-1 0 0,13-11 1 0 0,-19 12-849 0 0,-1 1 0 0 0,0-1 0 0 0,8-11-1 0 0,3-9-7219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2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69 80 0 0,'5'-27'13879'0'0,"-6"6"-10409"0"0,-2 2-907 0 0,2 18-2492 0 0,-18 35-9829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26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433 224 1128 0 0,'5'-10'1394'0'0,"-1"-1"0"0"0,0 0 0 0 0,0-1-1 0 0,-1 1 1 0 0,-1 0 0 0 0,0-1 0 0 0,0 0 0 0 0,0-13 0 0 0,-2 21-1202 0 0,0-1 0 0 0,0 1 0 0 0,0-1 0 0 0,-1 0 0 0 0,0 1 0 0 0,0-1 0 0 0,0 1 0 0 0,0 0 0 0 0,-1-1 0 0 0,1 1 0 0 0,-1 0 0 0 0,0 0 0 0 0,0 0 0 0 0,-1 0 0 0 0,1 0 0 0 0,-1 0 0 0 0,0 1 0 0 0,0-1 0 0 0,0 1 0 0 0,0 0 1 0 0,-1 0-1 0 0,1 0 0 0 0,-7-4 0 0 0,6 6-167 0 0,0-1-1 0 0,-1 1 1 0 0,1-1 0 0 0,0 1 0 0 0,-1 0 0 0 0,1 1 0 0 0,-1-1-1 0 0,1 1 1 0 0,-1 0 0 0 0,1 0 0 0 0,0 0 0 0 0,-1 1 0 0 0,1 0 0 0 0,-1 0-1 0 0,1 0 1 0 0,0 0 0 0 0,-1 0 0 0 0,1 1 0 0 0,-7 4 0 0 0,-3 1-11 0 0,1 1 0 0 0,0 1-1 0 0,0 0 1 0 0,-15 15 0 0 0,6-4 2 0 0,2 1-1 0 0,0 1 0 0 0,-27 39 0 0 0,39-50-9 0 0,1 0 0 0 0,0 1 0 0 0,1 0 0 0 0,1 0 0 0 0,0 1 0 0 0,0-1 0 0 0,1 1 0 0 0,1 0 0 0 0,0 0 0 0 0,-1 17 0 0 0,3-26-4 0 0,1 0 1 0 0,0 0-1 0 0,0 0 0 0 0,0 0 0 0 0,1 0 0 0 0,-1 0 1 0 0,1 0-1 0 0,0-1 0 0 0,0 1 0 0 0,1 0 0 0 0,-1 0 1 0 0,1-1-1 0 0,-1 1 0 0 0,1-1 0 0 0,0 1 1 0 0,1-1-1 0 0,-1 0 0 0 0,1 0 0 0 0,-1 0 0 0 0,1 0 1 0 0,0 0-1 0 0,0 0 0 0 0,0-1 0 0 0,0 0 0 0 0,1 1 1 0 0,-1-1-1 0 0,1-1 0 0 0,-1 1 0 0 0,1 0 1 0 0,-1-1-1 0 0,1 0 0 0 0,0 1 0 0 0,7 0 0 0 0,2 0 0 0 0,-1-1 0 0 0,1 0 0 0 0,0-1 0 0 0,0 0 0 0 0,-1-1 0 0 0,1-1-1 0 0,0 0 1 0 0,-1 0 0 0 0,17-6 0 0 0,-18 4 5 0 0,0-1 0 0 0,0 0 0 0 0,0 0 0 0 0,0-1-1 0 0,-1-1 1 0 0,0 0 0 0 0,18-16 0 0 0,-12 8 248 0 0,-1-1 0 0 0,-1 0 0 0 0,18-29 0 0 0,12-14 946 0 0,-43 57-1161 0 0,0 4-33 0 0,0 1 1 0 0,0-1-1 0 0,-1 0 0 0 0,1 0 1 0 0,-1 0-1 0 0,1 1 1 0 0,-1-1-1 0 0,0 0 1 0 0,0 5-1 0 0,-2 70 154 0 0,-16 96-1 0 0,-25 76 593 0 0,32-192-547 0 0,-3 21 87 0 0,-31 145 386 0 0,31-163 25 0 0,-38 95 1 0 0,46-141-422 0 0,0-1 1 0 0,0 0-1 0 0,-1 0 1 0 0,-1-1 0 0 0,0 0-1 0 0,-11 12 1 0 0,17-22-230 0 0,0 1-1 0 0,0-1 1 0 0,-1 1 0 0 0,1-1-1 0 0,-1 0 1 0 0,1 0 0 0 0,-1 0-1 0 0,0 0 1 0 0,0-1 0 0 0,0 1 0 0 0,0-1-1 0 0,0 0 1 0 0,0 1 0 0 0,-1-2-1 0 0,1 1 1 0 0,0 0 0 0 0,-1-1-1 0 0,1 1 1 0 0,0-1 0 0 0,-1 0 0 0 0,1 0-1 0 0,0 0 1 0 0,-1 0 0 0 0,1-1-1 0 0,0 0 1 0 0,-1 1 0 0 0,1-1 0 0 0,0 0-1 0 0,0-1 1 0 0,0 1 0 0 0,-5-3-1 0 0,-3-3-1 0 0,0-1 1 0 0,1 0-1 0 0,0-1 0 0 0,0 0 0 0 0,1 0 0 0 0,1-1 0 0 0,-1-1 0 0 0,1 1 0 0 0,1-1 0 0 0,0 0 0 0 0,1-1 0 0 0,-9-22 1 0 0,7 14-24 0 0,1-1 1 0 0,0 0-1 0 0,2-1 1 0 0,1 1-1 0 0,1-1 1 0 0,-2-41-1 0 0,5 47-108 0 0,2-1 0 0 0,-1 0 0 0 0,2 1-1 0 0,0 0 1 0 0,1 0 0 0 0,1 0-1 0 0,0 0 1 0 0,1 0 0 0 0,1 1-1 0 0,0 0 1 0 0,14-20 0 0 0,-10 19-984 0 0,2 0 1 0 0,0 0-1 0 0,0 1 1 0 0,2 1-1 0 0,-1 1 1 0 0,2 0-1 0 0,0 0 1 0 0,35-19-1 0 0,9-1-7784 0 0,-27 18 905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2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28 2624 0 0,'-17'-19'19621'0'0,"12"11"-20868"0"0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3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385 197 720 0 0,'3'-4'783'0'0,"7"-11"1292"0"0,-2 0 1 0 0,9-18-1 0 0,-15 29-1680 0 0,-1 0 1 0 0,1-1-1 0 0,-1 1 1 0 0,0 0-1 0 0,0-1 1 0 0,0 1-1 0 0,-1-1 1 0 0,1 1-1 0 0,-1-1 0 0 0,0 1 1 0 0,-1-1-1 0 0,1 1 1 0 0,-2-8-1 0 0,1 11-330 0 0,1 0 0 0 0,-1-1 0 0 0,0 1-1 0 0,1 0 1 0 0,-1 0 0 0 0,0-1 0 0 0,0 1 0 0 0,0 0 0 0 0,0 0-1 0 0,0 0 1 0 0,0 0 0 0 0,0 0 0 0 0,0 0 0 0 0,0 0-1 0 0,-1 0 1 0 0,1 1 0 0 0,0-1 0 0 0,0 0 0 0 0,-1 1-1 0 0,1-1 1 0 0,-1 1 0 0 0,1 0 0 0 0,0-1 0 0 0,-1 1 0 0 0,1 0-1 0 0,-1 0 1 0 0,1 0 0 0 0,-1 0 0 0 0,1 0 0 0 0,-1 0-1 0 0,1 0 1 0 0,-2 0 0 0 0,-3 1 35 0 0,-1 1 0 0 0,1-1 0 0 0,-1 1 0 0 0,1 0 0 0 0,0 0 0 0 0,-6 4 0 0 0,-14 8 67 0 0,1 1 0 0 0,0 2 0 0 0,2 0 0 0 0,-24 22 0 0 0,12-6 21 0 0,-52 65 1 0 0,75-83-152 0 0,0 1 1 0 0,2 0 0 0 0,-11 21-1 0 0,18-32-30 0 0,1 0 0 0 0,0 0 0 0 0,0 0 0 0 0,0 0 0 0 0,0 0 0 0 0,1 1-1 0 0,0-1 1 0 0,0 1 0 0 0,1-1 0 0 0,-1 1 0 0 0,1-1 0 0 0,0 1 0 0 0,1-1 0 0 0,-1 1-1 0 0,3 9 1 0 0,-2-13-6 0 0,0 0 0 0 0,0 0 1 0 0,0 1-1 0 0,0-1 0 0 0,0 0 0 0 0,1 0 0 0 0,-1 0 0 0 0,1 0 0 0 0,-1-1 0 0 0,1 1 0 0 0,0 0 1 0 0,-1-1-1 0 0,1 1 0 0 0,0-1 0 0 0,0 1 0 0 0,0-1 0 0 0,5 2 0 0 0,-4-2 2 0 0,1 0 0 0 0,0 0 0 0 0,0 0 0 0 0,0 0 0 0 0,0-1 0 0 0,0 0 0 0 0,0 0 1 0 0,0 0-1 0 0,0 0 0 0 0,4-1 0 0 0,1-1 2 0 0,0 0 0 0 0,0 0 0 0 0,-1-1 0 0 0,1 0 0 0 0,-1-1 0 0 0,0 0 0 0 0,0 0 0 0 0,15-10 0 0 0,-13 5 11 0 0,0 0-1 0 0,-1-1 1 0 0,0 1 0 0 0,-1-2 0 0 0,0 1-1 0 0,13-23 1 0 0,28-73 172 0 0,-14 26-125 0 0,-34 78-61 0 0,0 4-6 0 0,0-1 4 0 0,-1 0 1 0 0,1-1-1 0 0,-1 1 1 0 0,1 0-1 0 0,-1-1 1 0 0,1 1-1 0 0,-1 0 1 0 0,1 0-1 0 0,-1 0 1 0 0,0 0-1 0 0,1-1 1 0 0,-1 1 0 0 0,0 0-1 0 0,0 0 1 0 0,0 0-1 0 0,1 0 1 0 0,-1 0-1 0 0,0 0 1 0 0,0 0-1 0 0,0 0 1 0 0,-1-1-1 0 0,1 1 1 0 0,0 0-1 0 0,0 0 1 0 0,0 0-1 0 0,-1 1 1 0 0,0 1 1 0 0,-1 11 23 0 0,1 1 0 0 0,1-1-1 0 0,0 1 1 0 0,1-1 0 0 0,0 1 0 0 0,6 23 0 0 0,-6-34-150 0 0,0 1-1 0 0,1-1 1 0 0,-1 0 0 0 0,1 0-1 0 0,0 1 1 0 0,0-1-1 0 0,1-1 1 0 0,-1 1 0 0 0,1 0-1 0 0,0-1 1 0 0,0 1-1 0 0,0-1 1 0 0,0 0 0 0 0,0 0-1 0 0,1 0 1 0 0,0 0 0 0 0,-1-1-1 0 0,1 1 1 0 0,0-1-1 0 0,0 0 1 0 0,0 0 0 0 0,1 0-1 0 0,-1-1 1 0 0,5 2-1 0 0,-5-2-53 0 0,1-1 0 0 0,0 1-1 0 0,-1-1 1 0 0,1 0 0 0 0,-1 0-1 0 0,1 0 1 0 0,0 0-1 0 0,-1-1 1 0 0,1 0 0 0 0,-1 0-1 0 0,1 0 1 0 0,-1 0 0 0 0,7-4-1 0 0,-5 2 50 0 0,0-1-1 0 0,0 0 1 0 0,0 0-1 0 0,0 0 1 0 0,-1-1 0 0 0,0 0-1 0 0,9-10 1 0 0,0-4 106 0 0,-2 0 1 0 0,0-1 0 0 0,-1 0 0 0 0,9-23-1 0 0,56-115 2538 0 0,-75 157-2488 0 0,-1-1-1 0 0,1 1 1 0 0,-1-1-1 0 0,1 1 1 0 0,0 0 0 0 0,0-1-1 0 0,-1 1 1 0 0,1 0 0 0 0,0 0-1 0 0,0 0 1 0 0,0-1 0 0 0,1 1-1 0 0,-1 0 1 0 0,0 0-1 0 0,0 1 1 0 0,1-1 0 0 0,-1 0-1 0 0,0 0 1 0 0,1 1 0 0 0,-1-1-1 0 0,0 0 1 0 0,1 1 0 0 0,-1 0-1 0 0,1-1 1 0 0,-1 1-1 0 0,1 0 1 0 0,-1 0 0 0 0,1-1-1 0 0,0 1 1 0 0,-1 0 0 0 0,1 1-1 0 0,-1-1 1 0 0,1 0 0 0 0,-1 0-1 0 0,3 2 1 0 0,0-1 67 0 0,-1 1 0 0 0,1 0 0 0 0,-1 1 1 0 0,0-1-1 0 0,1 1 0 0 0,-1-1 0 0 0,0 1 0 0 0,-1 0 0 0 0,1 0 1 0 0,-1 0-1 0 0,1 0 0 0 0,3 7 0 0 0,2 5 152 0 0,-1 1-1 0 0,0 0 0 0 0,-1 1 1 0 0,-1-1-1 0 0,0 1 1 0 0,-2 0-1 0 0,3 18 0 0 0,0 120 1626 0 0,-6-143-1599 0 0,1-12-244 0 0,-1 1-1 0 0,0 0 1 0 0,-1 0-1 0 0,1-1 1 0 0,0 1 0 0 0,0 0-1 0 0,0 0 1 0 0,0-1 0 0 0,0 1-1 0 0,-1 0 1 0 0,1 0 0 0 0,0-1-1 0 0,-1 1 1 0 0,1 0 0 0 0,-1-1-1 0 0,1 1 1 0 0,0-1 0 0 0,-1 1-1 0 0,1 0 1 0 0,-1-1 0 0 0,0 1-1 0 0,1-1 1 0 0,-1 1 0 0 0,1-1-1 0 0,-1 0 1 0 0,0 1 0 0 0,1-1-1 0 0,-2 1 1 0 0,1-1-20 0 0,1 0 0 0 0,-1 0 0 0 0,1 0 0 0 0,-1 0 0 0 0,1 0 0 0 0,-1 0 0 0 0,0 0 0 0 0,1-1 0 0 0,-1 1 0 0 0,1 0 0 0 0,-1 0 0 0 0,1 0 0 0 0,-1-1 0 0 0,1 1 0 0 0,-1 0 0 0 0,1 0 0 0 0,0-1 0 0 0,-1 1 0 0 0,1 0 0 0 0,-1-1 0 0 0,1 1 0 0 0,0-1 0 0 0,-1 1 0 0 0,1-1 0 0 0,0 1 0 0 0,-1-1 0 0 0,1 1 0 0 0,0 0 0 0 0,0-1 0 0 0,-1 0 0 0 0,1 1 0 0 0,0-1 0 0 0,0 1 0 0 0,0-1 0 0 0,0 1 0 0 0,0-1 0 0 0,0 1 0 0 0,0-2 0 0 0,-3-19-1 0 0,2-1-1 0 0,1 0 1 0 0,0 1-1 0 0,2-1 1 0 0,0 1 0 0 0,2-1-1 0 0,0 1 1 0 0,2 0 0 0 0,0 0-1 0 0,17-37 1 0 0,-16 45-11 0 0,0 1-1 0 0,1 1 1 0 0,0-1 0 0 0,1 1 0 0 0,1 1-1 0 0,0 0 1 0 0,0 0 0 0 0,1 1 0 0 0,0 0-1 0 0,0 1 1 0 0,1 0 0 0 0,15-7 0 0 0,-21 12-2 0 0,1 0 1 0 0,-1 0-1 0 0,1 1 1 0 0,0 0-1 0 0,-1 1 1 0 0,1-1-1 0 0,0 1 1 0 0,0 1-1 0 0,0-1 1 0 0,0 1-1 0 0,11 1 1 0 0,-13 0 3 0 0,1 1-1 0 0,-1-1 1 0 0,0 1 0 0 0,0 0-1 0 0,0 0 1 0 0,0 1 0 0 0,0-1-1 0 0,0 1 1 0 0,0 0 0 0 0,-1 1-1 0 0,0-1 1 0 0,1 1 0 0 0,-1 0-1 0 0,-1 0 1 0 0,1 0 0 0 0,3 5-1 0 0,-1-1 8 0 0,-1 0 0 0 0,0 1-1 0 0,0-1 1 0 0,-1 1 0 0 0,0 0-1 0 0,-1 0 1 0 0,0 0-1 0 0,0 1 1 0 0,-1-1 0 0 0,0 0-1 0 0,-1 1 1 0 0,0 0 0 0 0,0-1-1 0 0,-2 12 1 0 0,-2 9 41 0 0,-1-1 1 0 0,-1 1-1 0 0,-12 33 0 0 0,-1 9 66 0 0,18-70-103 0 0,-1 0 0 0 0,1 0 0 0 0,-1 0 0 0 0,1 0-1 0 0,0-1 1 0 0,0 1 0 0 0,0 0 0 0 0,0 0 0 0 0,1 0 0 0 0,-1 0 0 0 0,1 2 0 0 0,-1-3-9 0 0,1 0 0 0 0,-1-1 1 0 0,1 1-1 0 0,-1 0 1 0 0,1-1-1 0 0,-1 1 0 0 0,1-1 1 0 0,-1 1-1 0 0,1 0 1 0 0,0-1-1 0 0,-1 1 0 0 0,1-1 1 0 0,0 0-1 0 0,-1 1 1 0 0,1-1-1 0 0,0 0 1 0 0,0 1-1 0 0,-1-1 0 0 0,1 0 1 0 0,0 0-1 0 0,0 0 1 0 0,0 1-1 0 0,-1-1 0 0 0,1 0 1 0 0,0 0-1 0 0,0 0 1 0 0,1 0-1 0 0,5-1-258 0 0,1 0 1 0 0,-1 0-1 0 0,1-1 0 0 0,-1 1 1 0 0,0-2-1 0 0,0 1 0 0 0,13-7 1 0 0,0-1-1942 0 0,25-17 1 0 0,-5-1-2813 0 0,3-1-2596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4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89 748 2012 0 0,'5'-40'5086'0'0,"2"-45"5477"0"0,-7 83-10290 0 0,-8 9 137 0 0,-2 5-325 0 0,1 1 0 0 0,0-1 1 0 0,1 1-1 0 0,1 0 0 0 0,0 1 1 0 0,1 0-1 0 0,-6 19 0 0 0,10-30-79 0 0,-3 10 23 0 0,1 0 0 0 0,0 0 0 0 0,1 1 0 0 0,0-1-1 0 0,0 16 1 0 0,3-26-22 0 0,0 0 0 0 0,0 0 0 0 0,0 0 0 0 0,0 0 0 0 0,1 0-1 0 0,-1 0 1 0 0,1 0 0 0 0,0-1 0 0 0,0 1 0 0 0,0 0 0 0 0,0 0-1 0 0,0-1 1 0 0,1 1 0 0 0,-1 0 0 0 0,1-1 0 0 0,0 1 0 0 0,0-1-1 0 0,0 0 1 0 0,0 0 0 0 0,0 0 0 0 0,0 0 0 0 0,1 0 0 0 0,-1 0-1 0 0,0 0 1 0 0,1-1 0 0 0,0 1 0 0 0,-1-1 0 0 0,1 0 0 0 0,4 2-1 0 0,1-1 7 0 0,0 0 0 0 0,0-1 0 0 0,0 0 0 0 0,0 0 0 0 0,1 0 0 0 0,-1-1 0 0 0,0 0 0 0 0,0-1 0 0 0,0 0 0 0 0,0 0 0 0 0,0-1 0 0 0,0 0 0 0 0,0 0 0 0 0,0-1 0 0 0,-1 0-1 0 0,1-1 1 0 0,-1 1 0 0 0,8-6 0 0 0,-4 3-8 0 0,-1-2 0 0 0,0 1 0 0 0,0-1-1 0 0,-1-1 1 0 0,0 0 0 0 0,0 0-1 0 0,-1 0 1 0 0,0-1 0 0 0,0-1 0 0 0,11-21-1 0 0,-12 17-4 0 0,0-1-1 0 0,-1 0 0 0 0,-1 0 1 0 0,-1 0-1 0 0,0-1 0 0 0,-1 1 0 0 0,-1-1 1 0 0,0 0-1 0 0,-1 0 0 0 0,-1 0 1 0 0,-1 1-1 0 0,0-1 0 0 0,-1 0 1 0 0,-7-26-1 0 0,8 40-2 0 0,0-1 1 0 0,0 1 0 0 0,-1-1-1 0 0,1 1 1 0 0,-1 0-1 0 0,0 0 1 0 0,0 0 0 0 0,0 0-1 0 0,0 0 1 0 0,0 0-1 0 0,-1 0 1 0 0,1 1 0 0 0,-1-1-1 0 0,0 1 1 0 0,1 0-1 0 0,-1-1 1 0 0,0 1 0 0 0,-1 1-1 0 0,1-1 1 0 0,0 0-1 0 0,-6-1 1 0 0,4 2-1 0 0,1 0-1 0 0,-1 1 1 0 0,0-1-1 0 0,1 1 0 0 0,-1 0 1 0 0,1 1-1 0 0,-1-1 1 0 0,1 1-1 0 0,-1 0 1 0 0,1 0-1 0 0,-1 0 1 0 0,1 0-1 0 0,-1 1 1 0 0,1 0-1 0 0,0 0 1 0 0,0 0-1 0 0,-4 3 1 0 0,-9 6-4 0 0,1 1-1 0 0,0 1 1 0 0,0 0 0 0 0,-16 19 0 0 0,24-22 9 0 0,-1-1-1 0 0,2 1 1 0 0,0 1-1 0 0,0-1 1 0 0,1 1 0 0 0,0 1-1 0 0,0-1 1 0 0,-3 14-1 0 0,8-23 1 0 0,1 0 0 0 0,-1 0-1 0 0,1-1 1 0 0,-1 1 0 0 0,1 0-1 0 0,0 0 1 0 0,-1 0-1 0 0,1 0 1 0 0,0 0 0 0 0,0 0-1 0 0,1 0 1 0 0,-1 0-1 0 0,0 0 1 0 0,1-1 0 0 0,-1 1-1 0 0,1 0 1 0 0,0 0 0 0 0,-1 0-1 0 0,1-1 1 0 0,0 1-1 0 0,2 2 1 0 0,-1-2-4 0 0,0 0 0 0 0,0-1 0 0 0,0 1-1 0 0,0-1 1 0 0,0 1 0 0 0,0-1 0 0 0,0 0 0 0 0,1 0-1 0 0,-1 0 1 0 0,1 0 0 0 0,-1-1 0 0 0,0 1 0 0 0,1-1-1 0 0,3 1 1 0 0,6 0-70 0 0,0-1 1 0 0,1 0-1 0 0,-1-1 0 0 0,0 0 0 0 0,20-5 0 0 0,22-9-450 0 0,-1-2 0 0 0,-1-2-1 0 0,0-2 1 0 0,-2-3 0 0 0,0-2 0 0 0,73-51-1 0 0,-54 26 121 0 0,-1-4 0 0 0,-3-2 0 0 0,89-101-1 0 0,-61 35 2242 0 0,-47 59 424 0 0,-46 65-2250 0 0,0-1 1 0 0,0 0-1 0 0,0 0 1 0 0,0 0-1 0 0,0 0 1 0 0,0 0-1 0 0,0 0 1 0 0,0 0-1 0 0,0 0 1 0 0,0 0-1 0 0,0 0 0 0 0,0 1 1 0 0,0-1-1 0 0,0 0 1 0 0,0 0-1 0 0,0 0 1 0 0,1 0-1 0 0,-1 0 1 0 0,0 0-1 0 0,0 0 1 0 0,0 0-1 0 0,0 0 0 0 0,0 0 1 0 0,0 0-1 0 0,0 0 1 0 0,0 0-1 0 0,0 0 1 0 0,0 0-1 0 0,0 0 1 0 0,0 0-1 0 0,1 0 1 0 0,-1 0-1 0 0,0 0 0 0 0,0 0 1 0 0,0 0-1 0 0,0 0 1 0 0,0 0-1 0 0,0 0 1 0 0,0 0-1 0 0,0 0 1 0 0,0 0-1 0 0,0 0 1 0 0,1 0-1 0 0,-1 0 0 0 0,0 0 1 0 0,0 0-1 0 0,0 0 1 0 0,0 0-1 0 0,0 0 1 0 0,0 0-1 0 0,0 0 1 0 0,0 0-1 0 0,0 0 1 0 0,0 0-1 0 0,-1 15 338 0 0,-8 21 225 0 0,-113 370 3404 0 0,-44 208-2827 0 0,77-290-1430 0 0,10-114-2833 0 0,70-192 2009 0 0,-1 1 0 0 0,-13 20 0 0 0,18-33 51 0 0,1 1 0 0 0,-1-1 0 0 0,0 0 0 0 0,0-1 0 0 0,-1 1 0 0 0,0-1 0 0 0,0 0 0 0 0,-13 8 0 0 0,2-7-5175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4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1 358 1864 0 0,'19'-39'1878'0'0,"2"0"-1"0"0,2 2 1 0 0,45-59-1 0 0,-57 83-1497 0 0,1-1 1 0 0,1 1-1 0 0,0 1 0 0 0,1 0 0 0 0,0 1 1 0 0,1 0-1 0 0,0 2 0 0 0,0-1 1 0 0,1 2-1 0 0,0 0 0 0 0,30-9 0 0 0,-34 14-245 0 0,0 1 0 0 0,0 0 0 0 0,0 1 0 0 0,0 0 0 0 0,0 1 0 0 0,1 1 0 0 0,-1 0 0 0 0,0 0 0 0 0,0 1 0 0 0,0 1 0 0 0,20 6 0 0 0,-22-5 7 0 0,1 0-1 0 0,-1 1 0 0 0,0 0 0 0 0,-1 0 1 0 0,1 1-1 0 0,-1 0 0 0 0,0 1 0 0 0,0 0 1 0 0,-1 0-1 0 0,0 1 0 0 0,0 0 0 0 0,12 17 1 0 0,-18-22-12 0 0,0 0 1 0 0,0 1 0 0 0,-1-1 0 0 0,1 1-1 0 0,-1-1 1 0 0,0 1 0 0 0,0-1 0 0 0,0 1-1 0 0,0 0 1 0 0,0-1 0 0 0,-1 1 0 0 0,0 0-1 0 0,1 0 1 0 0,-2 0 0 0 0,1-1 0 0 0,0 1-1 0 0,-2 5 1 0 0,0-3-7 0 0,0-1 0 0 0,0 1 0 0 0,0-1 1 0 0,-1 0-1 0 0,0 0 0 0 0,0 0 0 0 0,-1 0 0 0 0,1 0 0 0 0,-1-1 0 0 0,-5 6 1 0 0,-4 1 11 0 0,0 0 1 0 0,-1-1 0 0 0,0 0 0 0 0,-1-1-1 0 0,1-1 1 0 0,-31 12 0 0 0,16-9 11 0 0,-35 8-1 0 0,54-16-254 0 0,0-1 0 0 0,0-1 0 0 0,0 0-1 0 0,0 0 1 0 0,-1-1 0 0 0,1 0 0 0 0,-16-2-1 0 0,25 1-84 0 0,-1 1 1 0 0,0 0-1 0 0,1-1 0 0 0,-1 1 0 0 0,0-1 0 0 0,1 0 1 0 0,-1 1-1 0 0,1-1 0 0 0,-1 0 0 0 0,1 0 0 0 0,-1 0 0 0 0,1 0 1 0 0,0 0-1 0 0,0 0 0 0 0,-1-1 0 0 0,1 1 0 0 0,0 0 0 0 0,0-1 1 0 0,0 1-1 0 0,0-1 0 0 0,1 1 0 0 0,-2-3 0 0 0,1 1-332 0 0,1 1 0 0 0,-1 0 0 0 0,1 0 0 0 0,0-1 0 0 0,0 1 1 0 0,0 0-1 0 0,0 0 0 0 0,0-1 0 0 0,0 1 0 0 0,0 0 0 0 0,1-1 0 0 0,0 1 0 0 0,-1 0 0 0 0,1 0 0 0 0,0 0 0 0 0,2-4 0 0 0,8-9-5260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5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71 1216 0 0,'3'-1'2166'0'0,"-2"1"-1891"0"0,1-1 0 0 0,-1 1 0 0 0,1 0 0 0 0,0-1 0 0 0,-1 1-1 0 0,1 0 1 0 0,-1 0 0 0 0,1 0 0 0 0,0 0 0 0 0,-1 1 0 0 0,1-1 0 0 0,-1 0 0 0 0,1 1 0 0 0,0-1 0 0 0,-1 1 0 0 0,1-1 0 0 0,-1 1 0 0 0,1 0 0 0 0,-1 0 0 0 0,0 0 0 0 0,1 0 0 0 0,-1 0 0 0 0,0 0 0 0 0,0 0 0 0 0,0 0 0 0 0,0 0 0 0 0,1 0 0 0 0,-1 1 0 0 0,-1-1 0 0 0,3 3 0 0 0,17 41 2688 0 0,-15-33-2428 0 0,-1-1 1 0 0,11 17-1 0 0,-12-24-463 0 0,0 0 0 0 0,0 0 0 0 0,0 0 0 0 0,1-1 0 0 0,-1 0-1 0 0,1 1 1 0 0,-1-1 0 0 0,1-1 0 0 0,0 1 0 0 0,7 3 0 0 0,-7-4-45 0 0,0 0-1 0 0,0 0 0 0 0,0-1 1 0 0,1 1-1 0 0,-1-1 0 0 0,0 0 1 0 0,1-1-1 0 0,-1 1 1 0 0,1-1-1 0 0,-1 1 0 0 0,1-1 1 0 0,0-1-1 0 0,4 0 0 0 0,-6 1-21 0 0,-1-1-1 0 0,1 0 0 0 0,0 0 0 0 0,-1 0 0 0 0,1 0 0 0 0,-1-1 0 0 0,0 1 1 0 0,1 0-1 0 0,-1-1 0 0 0,0 0 0 0 0,0 0 0 0 0,0 0 0 0 0,0 1 0 0 0,0-2 1 0 0,-1 1-1 0 0,1 0 0 0 0,0 0 0 0 0,-1-1 0 0 0,0 1 0 0 0,1 0 1 0 0,-1-1-1 0 0,0 1 0 0 0,0-4 0 0 0,1-1-3 0 0,0-1-1 0 0,0 1 1 0 0,-1-1 0 0 0,0 1-1 0 0,-1-1 1 0 0,0 0 0 0 0,0 1-1 0 0,-1-1 1 0 0,1 1 0 0 0,-2-1-1 0 0,1 1 1 0 0,-1-1 0 0 0,0 1-1 0 0,-1 0 1 0 0,0 0 0 0 0,-4-9-1 0 0,5 12 1 0 0,0 0-1 0 0,0 1 0 0 0,-1-1 0 0 0,1 1 0 0 0,-1 0 0 0 0,0-1 1 0 0,0 1-1 0 0,0 0 0 0 0,-1 1 0 0 0,1-1 0 0 0,0 0 0 0 0,-1 1 1 0 0,0 0-1 0 0,0 0 0 0 0,0 0 0 0 0,0 0 0 0 0,0 1 1 0 0,0 0-1 0 0,0-1 0 0 0,0 2 0 0 0,0-1 0 0 0,-1 0 0 0 0,1 1 1 0 0,0 0-1 0 0,0 0 0 0 0,-1 0 0 0 0,1 0 0 0 0,0 1 0 0 0,-7 1 1 0 0,1 1-2 0 0,0 0 0 0 0,1 1 1 0 0,-1 1-1 0 0,1-1 0 0 0,0 2 1 0 0,1-1-1 0 0,-1 1 0 0 0,1 0 1 0 0,0 1-1 0 0,1 0 0 0 0,0 0 1 0 0,-10 13-1 0 0,6-7 10 0 0,1 1 0 0 0,0 0-1 0 0,2 1 1 0 0,0 0 0 0 0,0 1 0 0 0,-9 28-1 0 0,15-38-8 0 0,0 1-1 0 0,0-1 1 0 0,1 0-1 0 0,0 1 1 0 0,0-1-1 0 0,1 1 1 0 0,0-1-1 0 0,0 1 1 0 0,0-1-1 0 0,1 0 1 0 0,0 1 0 0 0,0-1-1 0 0,1 1 1 0 0,0-1-1 0 0,0 0 1 0 0,0 0-1 0 0,1 0 1 0 0,0 0-1 0 0,0-1 1 0 0,0 1-1 0 0,1-1 1 0 0,0 1-1 0 0,0-1 1 0 0,0-1-1 0 0,0 1 1 0 0,1 0-1 0 0,0-1 1 0 0,0 0-1 0 0,0 0 1 0 0,0-1-1 0 0,1 1 1 0 0,0-1-1 0 0,0 0 1 0 0,-1-1-1 0 0,12 4 1 0 0,1 0-565 0 0,0-2 1 0 0,0 0-1 0 0,0 0 0 0 0,0-2 0 0 0,32 1 1 0 0,-28-4-1594 0 0,0 0 1 0 0,27-6 0 0 0,-9-1-3366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5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51 104 0 0,'1'-13'3014'0'0,"-1"8"-1884"0"0,0 1 0 0 0,0-1 1 0 0,-1 0-1 0 0,1 0 1 0 0,-3-8 1341 0 0,0 14-1917 0 0,0 1-401 0 0,-1 1-1 0 0,1-1 0 0 0,0 1 1 0 0,0-1-1 0 0,0 1 1 0 0,0 0-1 0 0,1 0 1 0 0,-1 1-1 0 0,1-1 1 0 0,-1 0-1 0 0,1 1 1 0 0,-1 3-1 0 0,-22 54 993 0 0,11-24-700 0 0,-120 312 1345 0 0,122-324-1553 0 0,12-25-236 0 0,0 0 0 0 0,0 1 0 0 0,0-1 0 0 0,0 0-1 0 0,0 0 1 0 0,0 1 0 0 0,-1-1 0 0 0,1 0 0 0 0,0 0-1 0 0,0 0 1 0 0,0 1 0 0 0,-1-1 0 0 0,1 0 0 0 0,0 0-1 0 0,0 0 1 0 0,-1 1 0 0 0,1-1 0 0 0,0 0-1 0 0,0 0 1 0 0,-1 0 0 0 0,1 0 0 0 0,0 0 0 0 0,0 0-1 0 0,-1 0 1 0 0,1 0 0 0 0,0 0 0 0 0,-1 0 0 0 0,1 0-1 0 0,0 0 1 0 0,0 0 0 0 0,-1 0 0 0 0,1 0 0 0 0,0 0-1 0 0,-1 0 1 0 0,1 0 0 0 0,0 0 0 0 0,0 0 0 0 0,-1 0-1 0 0,1 0 1 0 0,0 0 0 0 0,0-1 0 0 0,-1 1 0 0 0,1 0-1 0 0,0 0 1 0 0,0 0 0 0 0,-1-1 0 0 0,1 1 0 0 0,0 0-1 0 0,0 0 1 0 0,0 0 0 0 0,0-1 0 0 0,-1 1 0 0 0,1 0-1 0 0,0 0 1 0 0,0-1 0 0 0,0 1 0 0 0,0 0-1 0 0,0 0 1 0 0,0-1 0 0 0,0 1 0 0 0,0 0 0 0 0,0-1-1 0 0,0 1 1 0 0,0 0 0 0 0,0 0 0 0 0,0-1 0 0 0,-1-3-6 0 0,1 0 0 0 0,0-1 0 0 0,0 1 0 0 0,1 0 0 0 0,-1 0-1 0 0,1 0 1 0 0,0-1 0 0 0,0 1 0 0 0,0 0 0 0 0,1 0 0 0 0,2-6 0 0 0,0 0-1 0 0,9-28-7 0 0,2 2 0 0 0,1 0 0 0 0,2 1 0 0 0,25-38 0 0 0,-35 61 9 0 0,1-1-1 0 0,0 1 1 0 0,1 1-1 0 0,1 0 1 0 0,-1 0-1 0 0,2 1 1 0 0,-1 1-1 0 0,2 0 1 0 0,-1 0-1 0 0,1 1 0 0 0,0 1 1 0 0,1 0-1 0 0,26-9 1 0 0,-36 14 7 0 0,0 1 0 0 0,0 0 0 0 0,1 1-1 0 0,-1-1 1 0 0,0 1 0 0 0,1 0 0 0 0,-1 0 0 0 0,0 0 0 0 0,1 0 0 0 0,-1 1 0 0 0,0 0 0 0 0,0 0 0 0 0,1 0-1 0 0,-1 0 1 0 0,0 1 0 0 0,0-1 0 0 0,0 1 0 0 0,0 0 0 0 0,-1 0 0 0 0,1 1 0 0 0,0-1 0 0 0,-1 1-1 0 0,0 0 1 0 0,1 0 0 0 0,-1 0 0 0 0,0 0 0 0 0,4 6 0 0 0,-3-2 113 0 0,0-1 1 0 0,-1 1-1 0 0,1 0 0 0 0,-1 0 1 0 0,0 0-1 0 0,-1 0 0 0 0,0 1 1 0 0,0-1-1 0 0,0 1 0 0 0,-1 0 0 0 0,0-1 1 0 0,-1 1-1 0 0,0 0 0 0 0,-1 13 1 0 0,-5 13 522 0 0,-2 0 1 0 0,-12 35 0 0 0,-2 4 54 0 0,22-72-689 0 0,0-1 0 0 0,0 1-1 0 0,0-1 1 0 0,0 1-1 0 0,0-1 1 0 0,0 1-1 0 0,0-1 1 0 0,0 1 0 0 0,0-1-1 0 0,0 0 1 0 0,0 1-1 0 0,0-1 1 0 0,0 1 0 0 0,0-1-1 0 0,0 1 1 0 0,0-1-1 0 0,1 1 1 0 0,-1-1 0 0 0,0 0-1 0 0,0 1 1 0 0,0-1-1 0 0,1 1 1 0 0,-1-1 0 0 0,0 0-1 0 0,1 1 1 0 0,-1-1-1 0 0,0 0 1 0 0,1 1 0 0 0,-1-1-1 0 0,1 0 1 0 0,-1 0-1 0 0,0 1 1 0 0,1-1 0 0 0,-1 0-1 0 0,1 0 1 0 0,-1 0-1 0 0,1 0 1 0 0,-1 1-1 0 0,0-1 1 0 0,1 0 0 0 0,-1 0-1 0 0,1 0 1 0 0,-1 0-1 0 0,1 0 1 0 0,20-2 73 0 0,14-11-406 0 0,-1-2 0 0 0,0-1 0 0 0,-1-2 1 0 0,36-26-1 0 0,3 0-1875 0 0,4-1-1177 0 0,-25 14-1954 0 0,-10 4-1903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50 2560 0 0,'28'-50'15719'0'0,"-27"51"-15639"0"0,0 0-1 0 0,-1 0 1 0 0,1 0-1 0 0,0 0 1 0 0,0 1 0 0 0,-1-1-1 0 0,1 0 1 0 0,-1 0 0 0 0,1 0-1 0 0,-1 1 1 0 0,1-1-1 0 0,-1 0 1 0 0,0 1 0 0 0,0-1-1 0 0,0 0 1 0 0,1 1 0 0 0,-1-1-1 0 0,-1 2 1 0 0,-1 31 388 0 0,-2 0 0 0 0,-2 0 0 0 0,-18 62 0 0 0,5-26-259 0 0,12-40-187 0 0,1-9-282 0 0,1 0 0 0 0,1 0 0 0 0,1 1 0 0 0,-1 37 0 0 0,5-57-66 0 0,-1-1 1 0 0,0 1-1 0 0,0 0 1 0 0,1 0-1 0 0,-1 0 1 0 0,1 0 0 0 0,-1 0-1 0 0,1 0 1 0 0,0 0-1 0 0,0-1 1 0 0,1 3-1 0 0,17 1-7513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6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104 119 1464 0 0,'-2'-13'1543'0'0,"-1"0"0"0"0,0 0 0 0 0,0 0-1 0 0,-2 0 1 0 0,1 1 0 0 0,-10-18 0 0 0,14 30-1512 0 0,-1-1-1 0 0,1 0 1 0 0,0 1 0 0 0,-1-1-1 0 0,1 0 1 0 0,-1 1 0 0 0,1-1 0 0 0,-1 0-1 0 0,0 1 1 0 0,1-1 0 0 0,-1 1-1 0 0,0-1 1 0 0,1 1 0 0 0,-1-1 0 0 0,0 1-1 0 0,1 0 1 0 0,-1-1 0 0 0,0 1 0 0 0,0 0-1 0 0,1-1 1 0 0,-1 1 0 0 0,0 0-1 0 0,0 0 1 0 0,0 0 0 0 0,1 0 0 0 0,-1 0-1 0 0,0 0 1 0 0,0 0 0 0 0,0 0 0 0 0,1 0-1 0 0,-1 0 1 0 0,0 0 0 0 0,0 1-1 0 0,0-1 1 0 0,1 0 0 0 0,-1 1 0 0 0,0-1-1 0 0,0 0 1 0 0,1 1 0 0 0,-1-1 0 0 0,0 1-1 0 0,1-1 1 0 0,-1 1 0 0 0,1-1-1 0 0,-1 1 1 0 0,0 0 0 0 0,-2 2-260 0 0,0 0 0 0 0,0 1 0 0 0,0-1 0 0 0,1 1 0 0 0,-1-1 0 0 0,-2 8-1 0 0,-7 20-4691 0 0,8-14 142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6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95 1060 0 0,'-4'12'12616'0'0,"5"-3"-12168"0"0,1 0 0 0 0,0-1 0 0 0,0 1 0 0 0,0-1 0 0 0,5 10 0 0 0,7 26 74 0 0,-11-29-337 0 0,-1 1 1 0 0,0 0-1 0 0,-1 0 1 0 0,-1 0-1 0 0,-3 28 1 0 0,2-38-81 0 0,0 1 0 0 0,0-1 0 0 0,-1 1 1 0 0,0-1-1 0 0,0 0 0 0 0,0 1 0 0 0,-1-1 0 0 0,0 0 0 0 0,0-1 0 0 0,-1 1 1 0 0,0 0-1 0 0,0-1 0 0 0,0 0 0 0 0,0 0 0 0 0,-1 0 0 0 0,-7 6 0 0 0,10-10-60 0 0,1 0 0 0 0,-1 0-1 0 0,0 0 1 0 0,0 0-1 0 0,1 0 1 0 0,-1 0-1 0 0,0 0 1 0 0,0 0 0 0 0,0-1-1 0 0,0 1 1 0 0,0-1-1 0 0,-3 1 1 0 0,4-1-30 0 0,0 0-1 0 0,0-1 1 0 0,0 1 0 0 0,0 0 0 0 0,0 0 0 0 0,0 0 0 0 0,0-1 0 0 0,1 1-1 0 0,-1 0 1 0 0,0-1 0 0 0,0 1 0 0 0,0-1 0 0 0,0 1 0 0 0,1-1-1 0 0,-1 0 1 0 0,0 1 0 0 0,1-1 0 0 0,-1 0 0 0 0,-1-1 0 0 0,1-1-3 0 0,-1 0-1 0 0,1 0 1 0 0,0 0 0 0 0,0 0 0 0 0,0-1 0 0 0,0 1 0 0 0,0 0 0 0 0,1-1 0 0 0,-1 1 0 0 0,1-1 0 0 0,0 1-1 0 0,0-1 1 0 0,1-3 0 0 0,2-16-7 0 0,2 0 0 0 0,0 0 0 0 0,2 0-1 0 0,0 1 1 0 0,2 0 0 0 0,0 0 0 0 0,2 1-1 0 0,0 0 1 0 0,1 1 0 0 0,1 0 0 0 0,1 1-1 0 0,1 1 1 0 0,0 0 0 0 0,32-27 0 0 0,-40 39-9 0 0,0 0 0 0 0,0 1 1 0 0,1 0-1 0 0,0 0 1 0 0,0 1-1 0 0,0 0 0 0 0,1 1 1 0 0,-1 0-1 0 0,1 0 1 0 0,17-3-1 0 0,-22 5 11 0 0,0 1 1 0 0,0 0-1 0 0,0 0 0 0 0,-1 0 0 0 0,1 1 1 0 0,0-1-1 0 0,0 1 0 0 0,0 0 0 0 0,0 0 1 0 0,-1 1-1 0 0,1-1 0 0 0,0 1 1 0 0,-1-1-1 0 0,1 1 0 0 0,-1 0 0 0 0,0 0 1 0 0,0 1-1 0 0,0-1 0 0 0,0 1 0 0 0,0 0 1 0 0,0-1-1 0 0,-1 1 0 0 0,1 0 1 0 0,-1 1-1 0 0,0-1 0 0 0,0 0 0 0 0,3 6 1 0 0,-1 1 59 0 0,0-1 0 0 0,0 1 1 0 0,-1 0-1 0 0,0 0 1 0 0,-1 0-1 0 0,0 0 1 0 0,0 0-1 0 0,-1 0 1 0 0,-1 21-1 0 0,-3 1 201 0 0,-12 59 0 0 0,9-63-1001 0 0,1 1 1 0 0,-1 42-1 0 0,6-71 518 0 0,0 1 0 0 0,0-1-1 0 0,0 1 1 0 0,0-1 0 0 0,0 1 0 0 0,0 0-1 0 0,0-1 1 0 0,0 1 0 0 0,0-1-1 0 0,0 1 1 0 0,0-1 0 0 0,0 1 0 0 0,1-1-1 0 0,-1 1 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7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73 282 1264 0 0,'28'-74'5091'0'0,"-5"15"1811"0"0,18-74 1 0 0,-36 117-5722 0 0,-4 21-95 0 0,-4 29 368 0 0,-56 228 3955 0 0,-37 198-2501 0 0,95-454-2902 0 0,-4 22 67 0 0,2-1 1 0 0,0 34-1 0 0,3-55-92 0 0,0 1-1 0 0,0-1 1 0 0,1 1 0 0 0,0-1-1 0 0,0 1 1 0 0,1-1 0 0 0,0 0-1 0 0,0 1 1 0 0,0-1 0 0 0,1 0-1 0 0,-1 0 1 0 0,2-1 0 0 0,-1 1 0 0 0,1-1-1 0 0,5 7 1 0 0,-6-9-209 0 0,0 0 0 0 0,0 0 0 0 0,1-1-1 0 0,-1 1 1 0 0,1-1 0 0 0,0 0 0 0 0,-1 0 0 0 0,1-1 0 0 0,0 1 0 0 0,0-1 0 0 0,0 1 0 0 0,0-1-1 0 0,0 0 1 0 0,1-1 0 0 0,-1 1 0 0 0,0-1 0 0 0,0 0 0 0 0,1 0 0 0 0,-1 0 0 0 0,0-1-1 0 0,0 1 1 0 0,0-1 0 0 0,1 0 0 0 0,-1 0 0 0 0,0-1 0 0 0,0 1 0 0 0,6-4 0 0 0,-2 1-1055 0 0,0-1 1 0 0,0 0-1 0 0,0 0 1 0 0,-1-1-1 0 0,0 0 1 0 0,0 0-1 0 0,0 0 1 0 0,-1-1 0 0 0,0 0-1 0 0,-1 0 1 0 0,9-14-1 0 0,-1-5-6651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98 2652 0 0,'-170'-73'15405'0'0,"170"73"-15386"0"0,0 0 1 0 0,0 0-1 0 0,0-1 0 0 0,0 1 1 0 0,0 0-1 0 0,0-1 1 0 0,-1 1-1 0 0,1 0 0 0 0,0-1 1 0 0,0 1-1 0 0,0 0 0 0 0,0-1 1 0 0,0 1-1 0 0,0 0 0 0 0,0 0 1 0 0,1-1-1 0 0,-1 1 1 0 0,0 0-1 0 0,0-1 0 0 0,0 1 1 0 0,0 0-1 0 0,0-1 0 0 0,0 1 1 0 0,1 0-1 0 0,-1 0 0 0 0,0-1 1 0 0,0 1-1 0 0,0 0 1 0 0,0 0-1 0 0,1-1 0 0 0,-1 1 1 0 0,0 0-1 0 0,0 0 0 0 0,1 0 1 0 0,-1 0-1 0 0,0-1 0 0 0,1 1 1 0 0,-1 0-1 0 0,0 0 0 0 0,0 0 1 0 0,1 0-1 0 0,-1 0 1 0 0,0 0-1 0 0,1 0 0 0 0,-1 0 1 0 0,1 0-1 0 0,19-5 132 0 0,1 1-1 0 0,0 1 1 0 0,39 0 0 0 0,71 7-857 0 0,-108-2 367 0 0,112 8-3577 0 0,-46 0-2939 0 0,-54-7 1505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7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44 32 0 0,'-17'16'5238'0'0,"8"-7"-3696"0"0,0 0-1 0 0,0 0 1 0 0,1 1-1 0 0,0 0 0 0 0,0 0 1 0 0,-7 14-1 0 0,14-23-1468 0 0,1 1 0 0 0,0-1 1 0 0,-1 0-1 0 0,1 0 0 0 0,0 0 0 0 0,-1 1 0 0 0,1-1 0 0 0,0 0 1 0 0,0 0-1 0 0,0 1 0 0 0,0-1 0 0 0,0 0 0 0 0,0 0 0 0 0,1 1 1 0 0,-1-1-1 0 0,0 0 0 0 0,1 0 0 0 0,-1 1 0 0 0,0-1 0 0 0,1 0 0 0 0,0 0 1 0 0,-1 0-1 0 0,1 0 0 0 0,0 0 0 0 0,-1 0 0 0 0,1 0 0 0 0,0 0 1 0 0,0 0-1 0 0,0 0 0 0 0,0 0 0 0 0,0-1 0 0 0,0 1 0 0 0,0 0 1 0 0,0-1-1 0 0,0 1 0 0 0,0 0 0 0 0,0-1 0 0 0,1 0 0 0 0,-1 1 0 0 0,0-1 1 0 0,2 1-1 0 0,6 1 56 0 0,0 1 0 0 0,0-1 0 0 0,1-1 1 0 0,9 1-1 0 0,-14-1-38 0 0,6 0-29 0 0,1-1 1 0 0,-1 0-1 0 0,1 0 0 0 0,-1-1 1 0 0,0-1-1 0 0,1 0 1 0 0,-1 0-1 0 0,0-1 1 0 0,19-7-1 0 0,-26 8-57 0 0,0 0 0 0 0,0 0 0 0 0,0-1 1 0 0,0 1-1 0 0,-1-1 0 0 0,1 0 0 0 0,-1 0 0 0 0,0 0 0 0 0,1 0 1 0 0,-1 0-1 0 0,-1-1 0 0 0,1 1 0 0 0,0-1 0 0 0,-1 0 0 0 0,0 0 1 0 0,0 0-1 0 0,0 0 0 0 0,0 0 0 0 0,-1-1 0 0 0,1 1 0 0 0,-1 0 1 0 0,0-1-1 0 0,-1 1 0 0 0,1-1 0 0 0,-1 1 0 0 0,0-1 0 0 0,0-6 1 0 0,0 8-7 0 0,-1 0 0 0 0,1 0 1 0 0,-1 0-1 0 0,1 0 1 0 0,-1 0-1 0 0,0 0 1 0 0,0 0-1 0 0,0 1 1 0 0,0-1-1 0 0,0 0 1 0 0,-1 1-1 0 0,0-1 1 0 0,1 1-1 0 0,-1-1 0 0 0,0 1 1 0 0,0 0-1 0 0,0 0 1 0 0,0-1-1 0 0,0 2 1 0 0,-1-1-1 0 0,1 0 1 0 0,-5-2-1 0 0,3 2 2 0 0,1 1-1 0 0,-1 0 1 0 0,1 0 0 0 0,-1 0-1 0 0,0 0 1 0 0,0 1-1 0 0,1-1 1 0 0,-1 1 0 0 0,0 0-1 0 0,0 0 1 0 0,1 1 0 0 0,-1-1-1 0 0,0 1 1 0 0,1 0-1 0 0,-1-1 1 0 0,0 2 0 0 0,-6 2-1 0 0,-2 2 91 0 0,-1 1-1 0 0,1 0 1 0 0,0 1 0 0 0,1 1-1 0 0,0 0 1 0 0,0 0-1 0 0,1 1 1 0 0,-16 20 0 0 0,6-3 302 0 0,0 1 0 0 0,-22 46 0 0 0,33-58-315 0 0,1 0 1 0 0,1 1-1 0 0,1 0 1 0 0,1 0-1 0 0,0 0 0 0 0,1 1 1 0 0,-2 18-1 0 0,5-30-61 0 0,1-1 0 0 0,0 1 0 0 0,0-1-1 0 0,0 1 1 0 0,0-1 0 0 0,1 0 0 0 0,0 1-1 0 0,0-1 1 0 0,1 1 0 0 0,-1-1 0 0 0,1 0-1 0 0,0 0 1 0 0,1 0 0 0 0,-1 0 0 0 0,1 0 0 0 0,0-1-1 0 0,0 1 1 0 0,0-1 0 0 0,1 0 0 0 0,0 0-1 0 0,-1 0 1 0 0,1 0 0 0 0,1-1 0 0 0,-1 1 0 0 0,1-1-1 0 0,-1 0 1 0 0,6 2 0 0 0,6 2-230 0 0,0-1 1 0 0,1 0 0 0 0,0-1-1 0 0,0-1 1 0 0,0-1 0 0 0,0-1-1 0 0,1 0 1 0 0,-1-1-1 0 0,26-1 1 0 0,-15-2-787 0 0,0-2-1 0 0,0 0 1 0 0,-1-1-1 0 0,1-2 1 0 0,28-11-1 0 0,-38 11-666 0 0,-1-1-1 0 0,0 0 1 0 0,22-16-1 0 0,1-5-4871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8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199 160 2000 0 0,'2'-22'2201'0'0,"-2"0"-1"0"0,0 0 0 0 0,-1-1 1 0 0,-2 1-1 0 0,-5-24 1 0 0,8 44-1863 0 0,-12 25 1661 0 0,-9 118 900 0 0,16-96-2311 0 0,-2-1-1 0 0,-24 86 1 0 0,28-123-382 0 0,1-1 0 0 0,-1 1-1 0 0,-1 0 1 0 0,1-1 0 0 0,-1 0 0 0 0,0 0-1 0 0,-1 0 1 0 0,1 0 0 0 0,-1-1 0 0 0,0 0-1 0 0,-1 0 1 0 0,1 0 0 0 0,-1 0 0 0 0,0-1 0 0 0,-13 7-1 0 0,17-10 64 0 0,-1-1-31 0 0,2 0-222 0 0,0 0 1 0 0,0 0-1 0 0,0 0 0 0 0,0 0 1 0 0,0-1-1 0 0,0 1 0 0 0,1 0 0 0 0,-1 0 1 0 0,0-1-1 0 0,0 1 0 0 0,0 0 1 0 0,0-1-1 0 0,0 1 0 0 0,1-1 1 0 0,-1 1-1 0 0,0-1 0 0 0,0 0 0 0 0,1 1 1 0 0,-1-1-1 0 0,0 0 0 0 0,1 1 1 0 0,-1-1-1 0 0,1 0 0 0 0,-1 0 1 0 0,1 1-1 0 0,-1-1 0 0 0,1 0 1 0 0,-1 0-1 0 0,1 0 0 0 0,0 0 0 0 0,0 0 1 0 0,-1 0-1 0 0,1 0 0 0 0,0 1 1 0 0,0-1-1 0 0,0 0 0 0 0,0 0 1 0 0,0 0-1 0 0,0 0 0 0 0,0 0 0 0 0,0 0 1 0 0,0 0-1 0 0,1 0 0 0 0,-1 0 1 0 0,0 0-1 0 0,1 0 0 0 0,-1 1 1 0 0,0-1-1 0 0,1 0 0 0 0,0-1 0 0 0,6-12-133 0 0,1 0 0 0 0,0 1 0 0 0,1 0 1 0 0,0 1-1 0 0,1 0 0 0 0,0 0 0 0 0,1 1 0 0 0,18-15 0 0 0,9-4-2934 0 0,59-34 1 0 0,-25 24-3399 0 0,-45 27 1706 0 0,-6 2-1340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8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57 84 0 0,'-29'-30'24797'0'0,"29"40"-24149"0"0,-3 34-612 0 0,-3 102-92 0 0,6-126 47 0 0,2 1-1 0 0,0 0 1 0 0,1-1-1 0 0,11 38 1 0 0,-13-55 20 0 0,0 0 0 0 0,0-1 0 0 0,0 1 0 0 0,0-1 1 0 0,0 1-1 0 0,0-1 0 0 0,1 0 0 0 0,0 0 0 0 0,-1 1 0 0 0,1-1 1 0 0,0 0-1 0 0,0 0 0 0 0,0-1 0 0 0,0 1 0 0 0,0 0 1 0 0,1-1-1 0 0,3 3 0 0 0,-4-3-2 0 0,1-1 1 0 0,-1 1-1 0 0,0-1 0 0 0,0 0 0 0 0,0 1 1 0 0,1-1-1 0 0,-1 0 0 0 0,0-1 1 0 0,0 1-1 0 0,0 0 0 0 0,0 0 0 0 0,1-1 1 0 0,-1 0-1 0 0,0 1 0 0 0,0-1 0 0 0,0 0 1 0 0,0 0-1 0 0,0 0 0 0 0,0 0 1 0 0,-1 0-1 0 0,1-1 0 0 0,0 1 0 0 0,1-2 1 0 0,14-12 15 0 0,0-1 1 0 0,-2 0-1 0 0,0-1 1 0 0,16-24-1 0 0,46-83-59 0 0,-38 59 32 0 0,-14 19 75 0 0,7-10-3435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9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422 845 2656 0 0,'-11'-48'7457'0'0,"8"41"-6628"0"0,0-1 0 0 0,-1 1 0 0 0,1 0 0 0 0,-7-8 0 0 0,8 11-661 0 0,-1 0-1 0 0,0 1 1 0 0,0-1-1 0 0,0 1 0 0 0,0 0 1 0 0,-1 0-1 0 0,1 0 1 0 0,-1 0-1 0 0,0 0 1 0 0,0 1-1 0 0,0 0 0 0 0,0 0 1 0 0,0 0-1 0 0,0 0 1 0 0,-1 1-1 0 0,1 0 1 0 0,-1-1-1 0 0,1 2 1 0 0,-8-2-1 0 0,4 2-104 0 0,-1 1 0 0 0,1 0 1 0 0,0 1-1 0 0,-1-1 0 0 0,1 1 0 0 0,0 1 0 0 0,0 0 0 0 0,0 0 1 0 0,1 0-1 0 0,-1 1 0 0 0,1 0 0 0 0,-12 9 0 0 0,-1 1-8 0 0,2 2 0 0 0,0 0 0 0 0,-19 21 0 0 0,20-18-3 0 0,-28 41-1 0 0,40-52-26 0 0,1-1-1 0 0,-1 1 0 0 0,1 0 1 0 0,1 1-1 0 0,-1-1 0 0 0,2 1 1 0 0,-1-1-1 0 0,-2 18 0 0 0,5-24-15 0 0,0 0 0 0 0,0 0 0 0 0,0 0 0 0 0,0 0 0 0 0,0 0-1 0 0,0 0 1 0 0,1-1 0 0 0,-1 1 0 0 0,1 0 0 0 0,-1 0 0 0 0,1 0-1 0 0,0 0 1 0 0,0-1 0 0 0,0 1 0 0 0,0 0 0 0 0,0-1 0 0 0,0 1 0 0 0,0-1-1 0 0,0 1 1 0 0,1-1 0 0 0,-1 1 0 0 0,0-1 0 0 0,1 0 0 0 0,-1 0-1 0 0,1 0 1 0 0,0 0 0 0 0,-1 0 0 0 0,1 0 0 0 0,0 0 0 0 0,0 0-1 0 0,-1-1 1 0 0,1 1 0 0 0,4 0 0 0 0,-1 0 1 0 0,0 0 1 0 0,0-1-1 0 0,1 0 1 0 0,-1 0-1 0 0,0 0 1 0 0,1 0-1 0 0,-1-1 1 0 0,0 0-1 0 0,0 0 1 0 0,1-1-1 0 0,6-2 0 0 0,0-1-6 0 0,-1-1-1 0 0,0 0 0 0 0,0-1 0 0 0,0 0 1 0 0,-1-1-1 0 0,10-9 0 0 0,49-58 15 0 0,-4 2-43 0 0,-63 71 19 0 0,-2 3 15 0 0,1 0 1 0 0,0 0-1 0 0,-1-1 0 0 0,1 1 1 0 0,-1 0-1 0 0,1 0 0 0 0,-1 0 1 0 0,1-1-1 0 0,-1 1 1 0 0,0 0-1 0 0,1 0 0 0 0,-1 0 1 0 0,0 0-1 0 0,0 1 0 0 0,-1 15 163 0 0,-2 2 90 0 0,1 1-1 0 0,2 0 0 0 0,0 0 1 0 0,1 0-1 0 0,4 25 1 0 0,-4-40-207 0 0,0 0 1 0 0,1 0 0 0 0,0 0 0 0 0,0 0 0 0 0,0 0-1 0 0,0-1 1 0 0,0 1 0 0 0,1-1 0 0 0,0 0 0 0 0,0 0-1 0 0,0 0 1 0 0,1 0 0 0 0,-1 0 0 0 0,1-1 0 0 0,0 0 0 0 0,0 1-1 0 0,0-1 1 0 0,0-1 0 0 0,1 1 0 0 0,-1-1 0 0 0,1 1-1 0 0,0-1 1 0 0,0-1 0 0 0,-1 1 0 0 0,1-1 0 0 0,8 2-1 0 0,-2-1-15 0 0,0-1-1 0 0,0 0 0 0 0,1 0 1 0 0,-1-1-1 0 0,0-1 0 0 0,1 0 0 0 0,-1 0 1 0 0,0-1-1 0 0,19-6 0 0 0,-14 2-13 0 0,-1 0 0 0 0,1-1-1 0 0,-1-1 1 0 0,-1 0 0 0 0,27-20 0 0 0,-14 5-22 0 0,-2-1 1 0 0,0 0-1 0 0,-1-2 1 0 0,-2-1 0 0 0,33-50-1 0 0,-18 15-26 0 0,-2-2 0 0 0,-2-1 0 0 0,-4-1-1 0 0,-2-1 1 0 0,-4-2 0 0 0,29-137 0 0 0,-47 182 8 0 0,-1-2 1 0 0,-1 1 0 0 0,-2 0-1 0 0,0 0 1 0 0,-1-1-1 0 0,-5-27 1 0 0,5 52 11 0 0,0-1 0 0 0,0 1 0 0 0,0 0 0 0 0,-1 0 0 0 0,1 0 0 0 0,0-1 1 0 0,-1 1-1 0 0,1 0 0 0 0,-1 0 0 0 0,1 0 0 0 0,-1 0 0 0 0,0 0 0 0 0,1 0 0 0 0,-1 0 0 0 0,0 0 1 0 0,0 0-1 0 0,1 0 0 0 0,-1 0 0 0 0,0 0 0 0 0,0 0 0 0 0,0 1 0 0 0,0-1 0 0 0,0 0 0 0 0,-1 1 0 0 0,1-1 1 0 0,0 1-1 0 0,0-1 0 0 0,0 1 0 0 0,0 0 0 0 0,-1-1 0 0 0,1 1 0 0 0,0 0 0 0 0,0 0 0 0 0,-1 0 1 0 0,1 0-1 0 0,0 0 0 0 0,0 0 0 0 0,-1 0 0 0 0,1 0 0 0 0,0 1 0 0 0,0-1 0 0 0,0 0 0 0 0,-1 1 1 0 0,1-1-1 0 0,0 1 0 0 0,-2 0 0 0 0,-4 3 6 0 0,-1 0-1 0 0,1 1 1 0 0,0-1 0 0 0,1 1-1 0 0,-12 12 1 0 0,-1 3 24 0 0,0 1 1 0 0,2 0-1 0 0,1 2 0 0 0,-27 48 0 0 0,-36 106 559 0 0,56-112-275 0 0,-24 95 0 0 0,41-129-235 0 0,1-1 1 0 0,1 1-1 0 0,2 0 1 0 0,0 0-1 0 0,6 48 1 0 0,-2-65-257 0 0,0-1-1 0 0,1 0 1 0 0,0 0 0 0 0,1 0-1 0 0,1 0 1 0 0,0 0 0 0 0,1-1-1 0 0,0 0 1 0 0,1 0 0 0 0,0-1 0 0 0,1 0-1 0 0,0 0 1 0 0,11 10 0 0 0,-10-12-813 0 0,0 0 1 0 0,1-1-1 0 0,14 9 1 0 0,-13-11-874 0 0,1 1 0 0 0,-1-1 1 0 0,17 5-1 0 0,9 1-6665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0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2164 0 0,'84'-85'13842'0'0,"-82"84"-13272"0"0,-1 1-454 0 0,-1-1 0 0 0,1 1 0 0 0,0-1 0 0 0,-1 1 0 0 0,1 0-1 0 0,0-1 1 0 0,0 1 0 0 0,0 0 0 0 0,-1 0 0 0 0,1 0 0 0 0,0-1 0 0 0,0 1 0 0 0,0 0-1 0 0,1 0 1 0 0,0 5 124 0 0,0 1-1 0 0,0-1 1 0 0,-1 0-1 0 0,1 1 1 0 0,-1-1-1 0 0,0 1 1 0 0,-1-1-1 0 0,0 1 1 0 0,1 0-1 0 0,-2-1 1 0 0,0 7-1 0 0,-10 64 560 0 0,10-74-779 0 0,-20 96 363 0 0,-9 45-179 0 0,19-47-3153 0 0,10-92 2390 0 0,1 1 0 0 0,0 0 0 0 0,0-1 0 0 0,1 1 0 0 0,-1 0 0 0 0,3 5 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0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125 155 1976 0 0,'31'-38'9391'0'0,"46"-76"-1"0"0,-75 112-8724 0 0,-10 2-562 0 0,0 1 1 0 0,0 1-1 0 0,1-1 0 0 0,-1 1 0 0 0,1 0 0 0 0,-1 1 1 0 0,1 0-1 0 0,-14 7 0 0 0,10-3-65 0 0,-1 0 1 0 0,1 1 0 0 0,0 0-1 0 0,-13 14 1 0 0,22-21-37 0 0,1 0 1 0 0,-1 1 0 0 0,1-1-1 0 0,-1 1 1 0 0,1 0 0 0 0,0-1 0 0 0,0 1-1 0 0,0 0 1 0 0,0 0 0 0 0,0 0-1 0 0,0 0 1 0 0,1 0 0 0 0,-1 0-1 0 0,0 0 1 0 0,1 0 0 0 0,0 0-1 0 0,-1 0 1 0 0,1 0 0 0 0,0 0 0 0 0,0 0-1 0 0,1 3 1 0 0,-1-2-2 0 0,1 0-1 0 0,1 0 1 0 0,-1 0 0 0 0,0-1-1 0 0,1 1 1 0 0,-1 0-1 0 0,1-1 1 0 0,0 1 0 0 0,0-1-1 0 0,0 1 1 0 0,0-1 0 0 0,4 4-1 0 0,7 3-2 0 0,1 1-1 0 0,0-2 1 0 0,0 1-1 0 0,19 6 1 0 0,-30-13 2 0 0,6 2 61 0 0,0 0 0 0 0,0 1 0 0 0,-1 0 0 0 0,1 0 0 0 0,-1 1 1 0 0,0 0-1 0 0,-1 1 0 0 0,1 0 0 0 0,10 12 0 0 0,-17-17 39 0 0,0-1-1 0 0,0 1 1 0 0,-1 0 0 0 0,1-1-1 0 0,0 1 1 0 0,-1 0 0 0 0,0-1-1 0 0,1 1 1 0 0,-1 0 0 0 0,0-1-1 0 0,1 1 1 0 0,-1 0-1 0 0,0 0 1 0 0,0-1 0 0 0,-1 1-1 0 0,1 0 1 0 0,0 0 0 0 0,-1-1-1 0 0,0 4 1 0 0,0-2 19 0 0,-1 0-1 0 0,1 0 1 0 0,-1-1 0 0 0,0 1 0 0 0,0 0-1 0 0,0-1 1 0 0,0 0 0 0 0,-1 1 0 0 0,-4 3-1 0 0,-2 0 44 0 0,0 0-1 0 0,0 0 1 0 0,0-1-1 0 0,-1-1 1 0 0,-12 5-1 0 0,15-7-204 0 0,1 0 0 0 0,0 0 0 0 0,-1-1 0 0 0,1 0-1 0 0,-1 0 1 0 0,0 0 0 0 0,1-1 0 0 0,-1 0 0 0 0,0 0 0 0 0,1-1 0 0 0,-1 0 0 0 0,1 0-1 0 0,-1-1 1 0 0,-9-3 0 0 0,11 3-550 0 0,0 0 0 0 0,0-1 1 0 0,1 1-1 0 0,-1-1 0 0 0,1 0 0 0 0,0-1 0 0 0,-7-6 1 0 0,7 5-811 0 0,0 1 0 0 0,0-1 0 0 0,1 0 0 0 0,0 0 0 0 0,0 0 0 0 0,0-1 0 0 0,-3-8 0 0 0,1-6-7073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0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25 114 2596 0 0,'-12'-57'11812'0'0,"6"28"-8163"0"0,0 1-4634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1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421 116 2496 0 0,'3'-10'1681'0'0,"0"-1"0"0"0,0 1-1 0 0,-1-1 1 0 0,-1 0-1 0 0,1 0 1 0 0,-2 0 0 0 0,0-17-1 0 0,0 28-1633 0 0,-1-1-1 0 0,1 0 1 0 0,0 1-1 0 0,0-1 1 0 0,0 1-1 0 0,-1-1 1 0 0,1 0 0 0 0,0 1-1 0 0,-1-1 1 0 0,1 1-1 0 0,0-1 1 0 0,-1 1-1 0 0,1-1 1 0 0,-1 1-1 0 0,1-1 1 0 0,-1 1-1 0 0,1-1 1 0 0,-1 1-1 0 0,1 0 1 0 0,-1-1-1 0 0,1 1 1 0 0,-1 0-1 0 0,0-1 1 0 0,1 1-1 0 0,-1 0 1 0 0,-1 0-1 0 0,-21 0 481 0 0,-20 15-129 0 0,6 3-60 0 0,1 1 0 0 0,-62 46 1 0 0,75-47-256 0 0,0 1-1 0 0,1 1 1 0 0,1 1 0 0 0,-32 42 0 0 0,47-55-68 0 0,1 1-1 0 0,-1 0 1 0 0,2 0 0 0 0,-1 0 0 0 0,1 0-1 0 0,0 0 1 0 0,-2 14 0 0 0,5-20-10 0 0,0-1 1 0 0,1 1-1 0 0,-1 0 1 0 0,1 0-1 0 0,0-1 1 0 0,0 1-1 0 0,0 0 1 0 0,0 0-1 0 0,1 0 1 0 0,-1-1-1 0 0,1 1 1 0 0,0 0-1 0 0,-1-1 1 0 0,1 1-1 0 0,1 0 1 0 0,-1-1-1 0 0,0 1 1 0 0,0-1 0 0 0,1 1-1 0 0,0-1 1 0 0,-1 0-1 0 0,1 0 1 0 0,0 0-1 0 0,0 0 1 0 0,0 0-1 0 0,0 0 1 0 0,0 0-1 0 0,1-1 1 0 0,-1 1-1 0 0,5 1 1 0 0,-2 0-1 0 0,1 0 1 0 0,-1-1-1 0 0,1 0 1 0 0,-1-1-1 0 0,1 1 1 0 0,0-1-1 0 0,0 0 1 0 0,0 0-1 0 0,0-1 1 0 0,-1 1-1 0 0,1-1 1 0 0,0-1-1 0 0,0 1 1 0 0,7-2-1 0 0,-6-1 0 0 0,1 1-1 0 0,-1-1 0 0 0,1 0 0 0 0,-1-1 0 0 0,0 1 0 0 0,0-1 0 0 0,0-1 0 0 0,-1 1 1 0 0,8-8-1 0 0,7-9 8 0 0,-2-1 0 0 0,-1 0 0 0 0,0-1 0 0 0,21-39 0 0 0,-35 57-8 0 0,71-129 701 0 0,-75 133-673 0 0,1 3-27 0 0,-1 1 0 0 0,0-1 0 0 0,0 1 0 0 0,0 0 0 0 0,0-1-1 0 0,-1 1 1 0 0,1-1 0 0 0,-1 1 0 0 0,0-1 0 0 0,1 0 0 0 0,-3 5 0 0 0,0 2 10 0 0,-18 65 69 0 0,12-43-58 0 0,-9 45 1 0 0,17-66-27 0 0,-1 0 0 0 0,2 0 0 0 0,0-1-1 0 0,0 1 1 0 0,0 0 0 0 0,2 0 0 0 0,-1 0 0 0 0,6 18 0 0 0,-6-25-135 0 0,0-1 0 0 0,0 1 0 0 0,1 0 0 0 0,-1-1 0 0 0,1 0 0 0 0,-1 1 0 0 0,1-1 0 0 0,0 0 0 0 0,0 0 0 0 0,0 0 0 0 0,0 0 0 0 0,0 0 0 0 0,0 0 0 0 0,1-1 0 0 0,-1 1 0 0 0,1-1 0 0 0,-1 1 0 0 0,1-1 0 0 0,-1 0 0 0 0,1 0 1 0 0,0 0-1 0 0,-1-1 0 0 0,1 1 0 0 0,0 0 0 0 0,0-1 0 0 0,0 0 0 0 0,0 0 0 0 0,4 0 0 0 0,4-4-487 0 0,0 0 0 0 0,-1 0 1 0 0,1-2-1 0 0,-1 1 0 0 0,0-1 1 0 0,0-1-1 0 0,-1 1 0 0 0,0-2 0 0 0,0 1 1 0 0,0-1-1 0 0,-1-1 0 0 0,8-10 1 0 0,13-18 708 0 0,39-69 0 0 0,5-21 8151 0 0,-72 125-7588 0 0,0 2-584 0 0,0 0 0 0 0,0 1 0 0 0,0-1 0 0 0,0 0 0 0 0,0 0 1 0 0,0 1-1 0 0,-1-1 0 0 0,1 1 0 0 0,0-1 0 0 0,0 0 0 0 0,0 1 0 0 0,-1-1 0 0 0,1 1 0 0 0,0 0 1 0 0,-1-1-1 0 0,1 1 0 0 0,0 0 0 0 0,-1-1 0 0 0,1 1 0 0 0,-1 0 0 0 0,1 0 0 0 0,-1-1 0 0 0,0 1 0 0 0,1 0 1 0 0,-1 0-1 0 0,0 0 0 0 0,1 0 0 0 0,-1 0 0 0 0,0-1 0 0 0,0 1 0 0 0,0 2 0 0 0,2 33 1059 0 0,-2-28-835 0 0,-2 34 609 0 0,-16 86 0 0 0,2-29-346 0 0,16-98-545 0 0,0-1 1 0 0,0 0 0 0 0,1 1 0 0 0,-1-1 0 0 0,0 0 0 0 0,0 1 0 0 0,0-1 0 0 0,-1 1 0 0 0,1-1 0 0 0,0 0 0 0 0,0 1 0 0 0,0-1 0 0 0,0 0 0 0 0,0 1-1 0 0,0-1 1 0 0,0 0 0 0 0,-1 1 0 0 0,1-1 0 0 0,0 0 0 0 0,0 1 0 0 0,0-1 0 0 0,-1 0 0 0 0,1 0 0 0 0,0 1 0 0 0,0-1 0 0 0,-1 0 0 0 0,1 0-1 0 0,0 0 1 0 0,-1 1 0 0 0,1-1 0 0 0,0 0 0 0 0,-1 0 0 0 0,1 0 0 0 0,-1 0-2 0 0,1 0-1 0 0,0-1 1 0 0,-1 1 0 0 0,1-1 0 0 0,0 1-1 0 0,-1-1 1 0 0,1 1 0 0 0,0 0-1 0 0,0-1 1 0 0,0 1 0 0 0,0-1 0 0 0,-1 0-1 0 0,1 1 1 0 0,0-1 0 0 0,0 1-1 0 0,0-1 1 0 0,0 1 0 0 0,0-1 0 0 0,0 1-1 0 0,0-1 1 0 0,0 1 0 0 0,0-1-1 0 0,1 1 1 0 0,-1-2 0 0 0,4-20 12 0 0,1 0-1 0 0,1 0 1 0 0,1 0 0 0 0,1 1-1 0 0,1 0 1 0 0,0 0 0 0 0,2 1-1 0 0,22-32 1 0 0,-25 41-27 0 0,0 0 0 0 0,1 1 0 0 0,0 0 0 0 0,1 0 0 0 0,0 1 1 0 0,0 1-1 0 0,1-1 0 0 0,0 2 0 0 0,0 0 0 0 0,1 0 0 0 0,0 1 0 0 0,0 0 0 0 0,1 1 0 0 0,0 1 0 0 0,-1 0 0 0 0,20-4 0 0 0,-29 8 18 0 0,0-1 0 0 0,1 1 0 0 0,-1 0 0 0 0,1 0 0 0 0,-1 0 0 0 0,1 0 0 0 0,-1 0-1 0 0,0 1 1 0 0,1-1 0 0 0,-1 1 0 0 0,0 0 0 0 0,1 0 0 0 0,-1 0 0 0 0,0 1 0 0 0,0-1 0 0 0,0 1 0 0 0,0 0-1 0 0,0 0 1 0 0,0 0 0 0 0,-1 0 0 0 0,1 0 0 0 0,0 0 0 0 0,-1 1 0 0 0,0 0 0 0 0,0-1 0 0 0,0 1-1 0 0,0 0 1 0 0,0 0 0 0 0,0 0 0 0 0,-1 0 0 0 0,1 0 0 0 0,-1 0 0 0 0,0 1 0 0 0,0-1 0 0 0,1 5 0 0 0,1 6 262 0 0,-1 1 1 0 0,0-1-1 0 0,-1 1 1 0 0,-1-1-1 0 0,0 1 1 0 0,-5 29-1 0 0,-3-2 165 0 0,5-25-218 0 0,0 0 0 0 0,0 0 0 0 0,2 0-1 0 0,0 22 1 0 0,1-38-185 0 0,0 0-1 0 0,1 0 1 0 0,-1 0-1 0 0,0 0 1 0 0,1 1 0 0 0,-1-1-1 0 0,0 0 1 0 0,1 0-1 0 0,-1 0 1 0 0,1 0-1 0 0,0 0 1 0 0,-1 0-1 0 0,1 0 1 0 0,0 0 0 0 0,0 0-1 0 0,-1 0 1 0 0,1-1-1 0 0,0 1 1 0 0,0 0-1 0 0,0 0 1 0 0,0-1-1 0 0,2 2 1 0 0,-1-1 10 0 0,1 0 0 0 0,0 0 0 0 0,0 0 0 0 0,0-1 0 0 0,0 1 0 0 0,0-1 0 0 0,0 0 0 0 0,5 1 0 0 0,3-2-14 0 0,-1 0 0 0 0,0-1 1 0 0,0 0-1 0 0,12-4 0 0 0,17-8-1561 0 0,-1-1-1 0 0,46-26 1 0 0,16-19-10843 0 0,-67 36 2206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29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94 180 1140 0 0,'-1'-2'2263'0'0,"1"-3"-831"0"0,-1-1 0 0 0,0 1 1 0 0,-1 0-1 0 0,1 0 0 0 0,-5-10 1327 0 0,5 19-2693 0 0,2-1 1 0 0,-1 0-1 0 0,0 1 0 0 0,1-1 0 0 0,-1 0 1 0 0,1 0-1 0 0,0 0 0 0 0,0 1 0 0 0,0-1 0 0 0,1 0 1 0 0,-1 0-1 0 0,1 0 0 0 0,-1-1 0 0 0,1 1 1 0 0,0 0-1 0 0,0-1 0 0 0,5 5 0 0 0,-3-4-5 0 0,0 0 0 0 0,0 0 0 0 0,0 0 0 0 0,1-1 0 0 0,-1 0 0 0 0,1 0 0 0 0,-1 0 0 0 0,1-1 0 0 0,0 1 0 0 0,-1-1 0 0 0,7 1 0 0 0,-2-1-10 0 0,0-1 0 0 0,0 1 0 0 0,0-1-1 0 0,0-1 1 0 0,-1 0 0 0 0,1 0 0 0 0,0 0 0 0 0,0-1 0 0 0,-1-1-1 0 0,1 0 1 0 0,-1 0 0 0 0,0 0 0 0 0,9-5 0 0 0,-13 5-38 0 0,0 0-1 0 0,-1 0 1 0 0,1-1 0 0 0,-1 1 0 0 0,1-1-1 0 0,-1 0 1 0 0,0 1 0 0 0,0-2 0 0 0,-1 1 0 0 0,1 0-1 0 0,-1 0 1 0 0,0-1 0 0 0,0 1 0 0 0,0-1 0 0 0,-1 0-1 0 0,2-7 1 0 0,-2 5 3 0 0,0 1-1 0 0,0-1 1 0 0,-1 0 0 0 0,0 0-1 0 0,0 0 1 0 0,-1 0 0 0 0,0 1-1 0 0,0-1 1 0 0,0 0 0 0 0,-1 1-1 0 0,-4-10 1 0 0,6 15-11 0 0,-1-1 0 0 0,0 0-1 0 0,1 1 1 0 0,-1 0 0 0 0,0-1 0 0 0,0 1-1 0 0,0-1 1 0 0,0 1 0 0 0,-1 0-1 0 0,1 0 1 0 0,0 0 0 0 0,0 0 0 0 0,-1 0-1 0 0,1 0 1 0 0,-1 0 0 0 0,1 0-1 0 0,-1 0 1 0 0,1 1 0 0 0,-1-1 0 0 0,1 0-1 0 0,-1 1 1 0 0,0 0 0 0 0,1-1 0 0 0,-1 1-1 0 0,0 0 1 0 0,1 0 0 0 0,-1 0-1 0 0,0 0 1 0 0,1 0 0 0 0,-1 0 0 0 0,0 0-1 0 0,1 1 1 0 0,-1-1 0 0 0,0 0 0 0 0,1 1-1 0 0,-1 0 1 0 0,1-1 0 0 0,-3 2-1 0 0,-5 2 7 0 0,1 1 0 0 0,-1-1 0 0 0,1 2 0 0 0,0-1 0 0 0,-8 8 0 0 0,-6 7 36 0 0,0 2 1 0 0,2 0-1 0 0,0 1 1 0 0,1 1-1 0 0,2 1 1 0 0,0 1 0 0 0,2 0-1 0 0,1 1 1 0 0,1 0-1 0 0,-17 53 1 0 0,28-71-32 0 0,-1-1 1 0 0,1 1-1 0 0,1 0 0 0 0,0-1 1 0 0,0 1-1 0 0,1 0 0 0 0,0 0 1 0 0,0 0-1 0 0,1-1 1 0 0,3 15-1 0 0,-2-18-7 0 0,-1-1-1 0 0,0 0 1 0 0,1 0 0 0 0,0 0-1 0 0,0 0 1 0 0,1-1 0 0 0,-1 1-1 0 0,1-1 1 0 0,-1 1 0 0 0,1-1-1 0 0,0 0 1 0 0,0 0 0 0 0,1 0-1 0 0,-1 0 1 0 0,1-1 0 0 0,-1 1-1 0 0,1-1 1 0 0,0 0 0 0 0,0 0-1 0 0,0 0 1 0 0,0-1 0 0 0,0 1-1 0 0,5 0 1 0 0,3 1-1 0 0,1-1 0 0 0,0-1-1 0 0,0 0 1 0 0,0-1 0 0 0,0 0 0 0 0,-1-1-1 0 0,1-1 1 0 0,0 0 0 0 0,0 0 0 0 0,20-8 0 0 0,-12 3-18 0 0,-2-1 1 0 0,1-1 0 0 0,-1 0 0 0 0,0-2 0 0 0,28-21 0 0 0,-26 15-8 0 0,-1-1 0 0 0,-1-1 0 0 0,0-1 0 0 0,-2-1 0 0 0,17-25 0 0 0,65-120 8 0 0,-84 146-66 0 0,-15 20 74 0 0,1 0 0 0 0,-1-1 1 0 0,1 1-1 0 0,-1 0 0 0 0,1 0 0 0 0,-1-1 0 0 0,1 1 0 0 0,0 0 0 0 0,-1 0 0 0 0,1 0 0 0 0,-1 0 1 0 0,1 0-1 0 0,-1 0 0 0 0,1 0 0 0 0,0 0 0 0 0,-1 0 0 0 0,1 0 0 0 0,-1 0 0 0 0,1 0 1 0 0,-1 0-1 0 0,1 1 0 0 0,-1-1 0 0 0,1 0 0 0 0,0 0 0 0 0,-1 1 0 0 0,1-1 0 0 0,-1 0 0 0 0,0 1 1 0 0,1-1-1 0 0,-1 0 0 0 0,1 1 0 0 0,-1-1 0 0 0,1 0 0 0 0,-1 1 0 0 0,0-1 0 0 0,1 1 1 0 0,-1-1-1 0 0,0 1 0 0 0,0-1 0 0 0,1 1 0 0 0,-1-1 0 0 0,0 2 0 0 0,10 15 46 0 0,-2 1-1 0 0,0 0 0 0 0,-1 1 0 0 0,7 32 1 0 0,-7-25-6 0 0,1-1 1 0 0,11 24 0 0 0,-15-39-13 0 0,0-1-1 0 0,1 0 1 0 0,0 0-1 0 0,0 0 1 0 0,1-1-1 0 0,1 0 1 0 0,-1 0 0 0 0,1-1-1 0 0,0 0 1 0 0,1 0-1 0 0,-1 0 1 0 0,2-1-1 0 0,-1 0 1 0 0,15 8 0 0 0,-21-14-21 0 0,1 1 1 0 0,-1 0 0 0 0,1-1 0 0 0,-1 1-1 0 0,1-1 1 0 0,-1 0 0 0 0,1 0-1 0 0,0 0 1 0 0,-1 0 0 0 0,1 0 0 0 0,-1-1-1 0 0,1 1 1 0 0,-1-1 0 0 0,1 1 0 0 0,-1-1-1 0 0,0 0 1 0 0,1 0 0 0 0,-1 0 0 0 0,0 0-1 0 0,0-1 1 0 0,1 1 0 0 0,-1-1-1 0 0,0 1 1 0 0,0-1 0 0 0,-1 0 0 0 0,1 0-1 0 0,3-3 1 0 0,2-4-1 0 0,0-1-1 0 0,0 0 1 0 0,0 0-1 0 0,6-14 1 0 0,26-67-14 0 0,-26 58-19 0 0,1 0 0 0 0,24-38 0 0 0,-36 68 23 0 0,-1 1 0 0 0,0 0 1 0 0,1 0 0 0 0,-1-1-1 0 0,1 1 1 0 0,-1 0-1 0 0,1 0 1 0 0,0 1 0 0 0,0-1-1 0 0,0 0 1 0 0,0 0 0 0 0,0 1-1 0 0,0 0 1 0 0,0-1 0 0 0,1 1-1 0 0,-1 0 1 0 0,5-2 0 0 0,-4 2 3 0 0,1 0 0 0 0,-1 0 0 0 0,1 0 0 0 0,-1 1 0 0 0,0-1 0 0 0,1 1 0 0 0,-1 0 0 0 0,1 0 0 0 0,-1 0-1 0 0,1 1 1 0 0,-1-1 0 0 0,1 1 0 0 0,-1 0 0 0 0,0-1 0 0 0,1 2 0 0 0,-1-1 0 0 0,4 2 0 0 0,8 3 9 0 0,37 12 41 0 0,-34-12-38 0 0,-1 0 0 0 0,1-1-1 0 0,0 0 1 0 0,0-2 0 0 0,1 0 0 0 0,32 0-1 0 0,-47-3-11 0 0,-1 0 0 0 0,0 0 0 0 0,1 0-1 0 0,-1-1 1 0 0,0 0 0 0 0,0 0 0 0 0,0 0-1 0 0,0 0 1 0 0,0 0 0 0 0,0 0 0 0 0,0-1-1 0 0,0 1 1 0 0,0-1 0 0 0,0 0 0 0 0,-1 0-1 0 0,1 0 1 0 0,-1 0 0 0 0,0-1 0 0 0,1 1-1 0 0,-1-1 1 0 0,0 1 0 0 0,0-1 0 0 0,-1 0-1 0 0,1 0 1 0 0,0 0 0 0 0,-1 0 0 0 0,0 0-1 0 0,0 0 1 0 0,0 0 0 0 0,0 0 0 0 0,0 0-1 0 0,0-7 1 0 0,0 5-3 0 0,0-1 0 0 0,-1 1-1 0 0,0-1 1 0 0,0 0 0 0 0,0 1 0 0 0,-1-1 0 0 0,0 1-1 0 0,0-1 1 0 0,0 1 0 0 0,-1 0 0 0 0,0-1-1 0 0,0 1 1 0 0,0 0 0 0 0,0 0 0 0 0,-1 0 0 0 0,0 0-1 0 0,0 1 1 0 0,-4-5 0 0 0,5 7-2 0 0,1 1 1 0 0,-1 0-1 0 0,0 0 0 0 0,1 0 1 0 0,-1 0-1 0 0,0 0 0 0 0,0 0 1 0 0,0 1-1 0 0,0-1 0 0 0,0 0 1 0 0,0 1-1 0 0,0 0 0 0 0,0 0 1 0 0,0-1-1 0 0,0 1 0 0 0,0 0 1 0 0,-4 1-1 0 0,1 0-1 0 0,-1-1 0 0 0,1 2 0 0 0,-1-1 0 0 0,1 1-1 0 0,-9 3 1 0 0,3 1 7 0 0,-1 1 0 0 0,1 0 0 0 0,0 0 1 0 0,1 1-1 0 0,0 1 0 0 0,0 0 0 0 0,-11 14 0 0 0,-54 75 26 0 0,63-81-14 0 0,2 1 1 0 0,0 0 0 0 0,-16 39-1 0 0,24-51-4 0 0,0 1 0 0 0,-1 0 0 0 0,2 0-1 0 0,-1 0 1 0 0,1 0 0 0 0,0 0 0 0 0,1 0 0 0 0,0 0-1 0 0,0 0 1 0 0,0 0 0 0 0,1 0 0 0 0,0 0 0 0 0,0 0-1 0 0,1 0 1 0 0,3 8 0 0 0,-4-12-3 0 0,1 1 0 0 0,0-1 0 0 0,0 0 0 0 0,1 1 0 0 0,-1-1 0 0 0,0 0 0 0 0,1-1 1 0 0,0 1-1 0 0,0 0 0 0 0,0-1 0 0 0,0 1 0 0 0,0-1 0 0 0,5 3 0 0 0,-1-2 6 0 0,0-1 0 0 0,-1 1 0 0 0,1-1 0 0 0,0 0 0 0 0,0-1 0 0 0,13 2 0 0 0,-1-2 5 0 0,-1-1 1 0 0,1-1 0 0 0,-1 0 0 0 0,33-8-1 0 0,-30 4-18 0 0,-1-1 1 0 0,0-1-1 0 0,0 0 0 0 0,-1-2 0 0 0,0 0 0 0 0,0-2 0 0 0,-1 0 0 0 0,-1 0 0 0 0,0-2 0 0 0,21-19 1 0 0,-25 19-8 0 0,-1 0 0 0 0,0 0 1 0 0,-1-1-1 0 0,0 0 1 0 0,-2-1-1 0 0,1-1 0 0 0,-2 1 1 0 0,0-1-1 0 0,-1-1 0 0 0,0 1 1 0 0,-1-1-1 0 0,5-28 1 0 0,-10 36 1 0 0,0 0 0 0 0,0 0 0 0 0,-1 0 0 0 0,-1-14 0 0 0,0 20 3 0 0,1-1 0 0 0,-1 0-1 0 0,0 1 1 0 0,0-1 0 0 0,0 1 0 0 0,0-1-1 0 0,0 1 1 0 0,-1-1 0 0 0,0 1-1 0 0,1 0 1 0 0,-1 0 0 0 0,-4-5 0 0 0,5 7 1 0 0,1 0 1 0 0,-1 1 0 0 0,0-1 0 0 0,0 0 0 0 0,1 1 0 0 0,-1-1 0 0 0,0 0 0 0 0,0 1 0 0 0,0-1 0 0 0,1 1 0 0 0,-1-1 0 0 0,0 1 1 0 0,0-1-1 0 0,0 1 0 0 0,0 0 0 0 0,0 0 0 0 0,0-1 0 0 0,0 1 0 0 0,0 0 0 0 0,-2 0 0 0 0,0 0-1 0 0,0 0 1 0 0,-1 0-1 0 0,1 0 1 0 0,0 1-1 0 0,0-1 1 0 0,-1 1-1 0 0,1 0 1 0 0,0 0-1 0 0,0 0 1 0 0,0 0-1 0 0,0 0 1 0 0,0 1-1 0 0,-4 2 1 0 0,6-3 1 0 0,-1 1 0 0 0,1-1 0 0 0,0 0 0 0 0,0 0 0 0 0,0 1 0 0 0,0-1 0 0 0,0 1 0 0 0,0-1 0 0 0,0 1 0 0 0,1 0 0 0 0,-1-1 0 0 0,0 1 0 0 0,1-1 0 0 0,-1 1 0 0 0,1 0 0 0 0,0 0 0 0 0,-1-1 0 0 0,1 3 0 0 0,0 0 2 0 0,1-1-1 0 0,-1 0 1 0 0,1 0 0 0 0,-1 1-1 0 0,1-1 1 0 0,0 0 0 0 0,0 0 0 0 0,1 0-1 0 0,-1 0 1 0 0,0 0 0 0 0,1 0-1 0 0,0 0 1 0 0,0 0 0 0 0,0 0-1 0 0,0-1 1 0 0,0 1 0 0 0,1-1 0 0 0,-1 0-1 0 0,1 0 1 0 0,2 2 0 0 0,8 4 7 0 0,0-2 1 0 0,0 0-1 0 0,1-1 1 0 0,-1 0-1 0 0,1-1 1 0 0,1 0-1 0 0,-1-1 1 0 0,0-1-1 0 0,19 1 1 0 0,-21-3-14 0 0,-1 0 1 0 0,1 0-1 0 0,0-1 1 0 0,0 0-1 0 0,0-1 1 0 0,0 0-1 0 0,-1-1 1 0 0,1-1-1 0 0,-1 0 0 0 0,0 0 1 0 0,18-10-1 0 0,-20 8 2 0 0,-1 0 1 0 0,-1-1-1 0 0,1 1 0 0 0,-1-1 0 0 0,0-1 0 0 0,-1 1 0 0 0,0-1 0 0 0,0-1 0 0 0,-1 1 0 0 0,0-1 0 0 0,0 0 0 0 0,-1 0 1 0 0,0 0-1 0 0,4-15 0 0 0,-8 22-18 0 0,0 1 19 0 0,0 1 1 0 0,0 0 0 0 0,0-1-1 0 0,0 1 1 0 0,-1 0 0 0 0,1-1-1 0 0,0 1 1 0 0,0 0 0 0 0,0 0-1 0 0,-1-1 1 0 0,1 1 0 0 0,0 0 0 0 0,-1 0-1 0 0,1-1 1 0 0,0 1 0 0 0,0 0-1 0 0,-1 0 1 0 0,1 0 0 0 0,0-1-1 0 0,-1 1 1 0 0,1 0 0 0 0,0 0-1 0 0,-1 0 1 0 0,0 0 0 0 0,-3 3-3 0 0,-1 0 0 0 0,1 0 0 0 0,0 0 0 0 0,0 1 0 0 0,0-1 0 0 0,0 1 0 0 0,1 0 0 0 0,-4 5 0 0 0,-26 41 14 0 0,22-30 12 0 0,-10 14 13 0 0,-27 57 0 0 0,42-76-21 0 0,0-1 0 0 0,1 1 0 0 0,1 0 0 0 0,0 0 0 0 0,1 0 0 0 0,1 0 0 0 0,-1 19 0 0 0,3-29-6 0 0,0 1 1 0 0,0-1-1 0 0,1 0 0 0 0,0 0 0 0 0,-1 0 1 0 0,2 0-1 0 0,-1-1 0 0 0,0 1 0 0 0,1 0 1 0 0,0 0-1 0 0,0-1 0 0 0,1 1 1 0 0,-1-1-1 0 0,1 0 0 0 0,0 1 0 0 0,0-1 1 0 0,0-1-1 0 0,1 1 0 0 0,-1 0 0 0 0,1-1 1 0 0,0 0-1 0 0,0 0 0 0 0,0 0 0 0 0,0 0 1 0 0,1 0-1 0 0,-1-1 0 0 0,1 0 1 0 0,-1 0-1 0 0,1 0 0 0 0,0-1 0 0 0,0 0 1 0 0,0 1-1 0 0,0-2 0 0 0,0 1 0 0 0,0-1 1 0 0,0 1-1 0 0,0-1 0 0 0,0-1 1 0 0,0 1-1 0 0,8-2 0 0 0,-3 0-11 0 0,0-1-1 0 0,0 0 1 0 0,0 0 0 0 0,-1-1-1 0 0,0 0 1 0 0,0-1-1 0 0,0 0 1 0 0,0 0 0 0 0,10-10-1 0 0,-6 5-19 0 0,-1-1 0 0 0,-1-1 0 0 0,0 0 1 0 0,-1 0-1 0 0,12-19 0 0 0,-3-2-14 0 0,-1-1 0 0 0,-1-2 0 0 0,-2 1 0 0 0,11-43 0 0 0,-20 58 36 0 0,11-27-52 0 0,-17 46 44 0 0,-8 31 22 0 0,2-14-4 0 0,-1 7 5 0 0,2 1 1 0 0,-5 43-1 0 0,9-59-4 0 0,1-1 0 0 0,0 0 0 0 0,0 1 0 0 0,1-1 0 0 0,0 0 0 0 0,0 0 0 0 0,0 0 0 0 0,1 1 0 0 0,0-1-1 0 0,1-1 1 0 0,0 1 0 0 0,0 0 0 0 0,7 11 0 0 0,-6-13-3 0 0,0-1-1 0 0,0 0 1 0 0,0 0-1 0 0,1-1 1 0 0,-1 1-1 0 0,1-1 1 0 0,0 0-1 0 0,0 0 1 0 0,0-1-1 0 0,0 0 1 0 0,1 1-1 0 0,-1-2 1 0 0,0 1-1 0 0,1-1 1 0 0,0 1-1 0 0,-1-2 1 0 0,1 1-1 0 0,0-1 1 0 0,9 0-1 0 0,-5 0 1 0 0,0-1 0 0 0,0 0-1 0 0,0 0 1 0 0,0-1 0 0 0,0-1 0 0 0,-1 0-1 0 0,1 0 1 0 0,-1 0 0 0 0,0-2 0 0 0,12-5-1 0 0,-11 3-11 0 0,-1-1-1 0 0,0 1 0 0 0,0-1 1 0 0,-1-1-1 0 0,0 1 0 0 0,0-2 1 0 0,-1 1-1 0 0,0-1 0 0 0,-1 0 1 0 0,0 0-1 0 0,9-21 0 0 0,-2-5-12 0 0,-2 0 0 0 0,10-48-1 0 0,-21 80 18 0 0,1 2 14 0 0,-2 2 2 0 0,0 1 0 0 0,1-1 1 0 0,-1 1-1 0 0,0-1 0 0 0,0 1 1 0 0,0-1-1 0 0,1 1 0 0 0,-1-1 1 0 0,0 1-1 0 0,1 0 0 0 0,-1 0 1 0 0,1-1-1 0 0,-1 1 0 0 0,1 0 1 0 0,-1 0-1 0 0,1 0 0 0 0,-1-1 1 0 0,1 2-1 0 0,-10 21 354 0 0,7-15-231 0 0,-30 73 1594 0 0,-35 133 0 0 0,-3 91 15 0 0,45-183-1361 0 0,1-12-102 0 0,-116 449 680 0 0,131-528-865 0 0,-25 55 0 0 0,31-79-81 0 0,1 1 1 0 0,-2-1-1 0 0,1 0 1 0 0,-1 0 0 0 0,0-1-1 0 0,-1 1 1 0 0,1-1-1 0 0,-1 0 1 0 0,-1 0-1 0 0,1-1 1 0 0,-1 0-1 0 0,-12 7 1 0 0,17-11-9 0 0,-1 0 0 0 0,0 0 0 0 0,0 0-1 0 0,0 0 1 0 0,0-1 0 0 0,0 1 0 0 0,0-1 0 0 0,0 0 0 0 0,0 0 0 0 0,0 0 0 0 0,0 0 0 0 0,0-1 0 0 0,1 1 0 0 0,-1-1 0 0 0,0 1-1 0 0,0-1 1 0 0,0 0 0 0 0,0 0 0 0 0,1-1 0 0 0,-1 1 0 0 0,0-1 0 0 0,1 1 0 0 0,-1-1 0 0 0,1 0 0 0 0,0 0 0 0 0,0 0 0 0 0,-1 0-1 0 0,-1-2 1 0 0,-4-5 17 0 0,1 0 0 0 0,0-1-1 0 0,0 0 1 0 0,1 0-1 0 0,-9-19 1 0 0,6 7-24 0 0,1 0 1 0 0,1 0 0 0 0,1-1-1 0 0,1 0 1 0 0,0-1 0 0 0,2 1-1 0 0,1-1 1 0 0,1 1 0 0 0,1-1-1 0 0,1 0 1 0 0,1 1-1 0 0,10-44 1 0 0,-4 33-44 0 0,2 1 0 0 0,1 0 0 0 0,2 0 0 0 0,1 1 0 0 0,2 1 0 0 0,0 0 0 0 0,43-56 0 0 0,-34 55-579 0 0,3 2 0 0 0,0 0 0 0 0,2 2 0 0 0,54-40-1 0 0,28-5-3891 0 0,7 7-4927 0 0,-67 38 1591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29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67 2496 0 0,'9'-67'13523'0'0,"-10"72"-12838"0"0,-45 408 5971 0 0,-21 1-5298 0 0,27-184-797 0 0,-16 171-455 0 0,37-228-6270 0 0,17-163 5222 0 0,0-3-1503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2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0 216 1232 0 0,'8'-20'1282'0'0,"1"0"0"0"0,0 1 1 0 0,2 0-1 0 0,0 0 0 0 0,1 1 0 0 0,25-29 0 0 0,-33 42-1156 0 0,1 0 0 0 0,0 1-1 0 0,0-1 1 0 0,1 1 0 0 0,-1 0 0 0 0,1 1-1 0 0,0-1 1 0 0,0 1 0 0 0,0 0 0 0 0,0 0-1 0 0,1 1 1 0 0,-1 0 0 0 0,1 0 0 0 0,0 1-1 0 0,-1-1 1 0 0,1 2 0 0 0,0-1 0 0 0,0 1-1 0 0,0 0 1 0 0,-1 0 0 0 0,1 0 0 0 0,0 1-1 0 0,0 0 1 0 0,0 1 0 0 0,7 2 0 0 0,-5-1-82 0 0,1 1 0 0 0,-1 0 0 0 0,0 1 1 0 0,0 0-1 0 0,0 0 0 0 0,-1 1 1 0 0,0 0-1 0 0,0 1 0 0 0,0-1 1 0 0,-1 2-1 0 0,0-1 0 0 0,0 1 0 0 0,-1 0 1 0 0,0 0-1 0 0,0 1 0 0 0,4 9 1 0 0,-7-12-22 0 0,-1-1 1 0 0,1 1 0 0 0,-1-1 0 0 0,-1 1-1 0 0,1 0 1 0 0,-1 0 0 0 0,0 0 0 0 0,-1 0-1 0 0,1 0 1 0 0,-1 0 0 0 0,0 0 0 0 0,0 0-1 0 0,-1 0 1 0 0,0 0 0 0 0,0 0 0 0 0,0 0-1 0 0,-1-1 1 0 0,0 1 0 0 0,0 0 0 0 0,-1-1-1 0 0,1 1 1 0 0,-1-1 0 0 0,0 0 0 0 0,-1 0-1 0 0,1 0 1 0 0,-1 0 0 0 0,-8 7 0 0 0,7-6-5 0 0,-1-2 1 0 0,-1 1 0 0 0,1-1-1 0 0,0 1 1 0 0,-1-2 0 0 0,0 1-1 0 0,0-1 1 0 0,0 0 0 0 0,-11 3-1 0 0,5-3-15 0 0,0 0 0 0 0,0-1 0 0 0,-1 0-1 0 0,-18-1 1 0 0,30-1-258 0 0,-1 0 0 0 0,1 0 0 0 0,-1 0 0 0 0,1-1-1 0 0,-1 1 1 0 0,1-1 0 0 0,-5-1 0 0 0,7 1 107 0 0,-1 1-1 0 0,1 0 1 0 0,0 0 0 0 0,-1-1 0 0 0,1 1 0 0 0,-1 0-1 0 0,-1-3-882 0 0,2 3 882 0 0,0 0 1 0 0,0-1 0 0 0,0 1 0 0 0,-1-1-1 0 0,1 1 1 0 0,0 0 0 0 0,0-1 0 0 0,0 1-1 0 0,0-1 1 0 0,0 1 0 0 0,0-1 0 0 0,0 1-1 0 0,0-1 1 0 0,0 1 0 0 0,0 0 0 0 0,0-1-1 0 0,0 1 1 0 0,0-1 0 0 0,0 1 0 0 0,0-1-1 0 0,1 1 1 0 0,-1 0 0 0 0,0-1 0 0 0,0 1-1 0 0,0-1 1 0 0,1 1 0 0 0,-1 0 0 0 0,0-1-1 0 0,3-1-882 0 0,9-11-2281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0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73 161 2660 0 0,'3'-2'936'0'0,"0"-1"1"0"0,0 1-1 0 0,-1 0 0 0 0,1-1 0 0 0,-1 1 1 0 0,1-1-1 0 0,-1 0 0 0 0,0 0 0 0 0,0 0 1 0 0,0 0-1 0 0,0 0 0 0 0,2-7 2259 0 0,-13 16-2795 0 0,8-6-388 0 0,0 1 0 0 0,0-1 1 0 0,0 0-1 0 0,1 1 0 0 0,-1-1 0 0 0,0 1 0 0 0,0-1 0 0 0,1 1 1 0 0,-1-1-1 0 0,1 1 0 0 0,-1 0 0 0 0,0-1 0 0 0,1 1 0 0 0,-1 0 1 0 0,1-1-1 0 0,-1 2 0 0 0,-8 13 255 0 0,-7 12 87 0 0,1 0 0 0 0,-16 42 0 0 0,28-62-326 0 0,1 1-1 0 0,-1 0 1 0 0,1-1 0 0 0,1 1 0 0 0,0 0-1 0 0,0 0 1 0 0,0 0 0 0 0,1 0-1 0 0,0 1 1 0 0,1-1 0 0 0,0 0 0 0 0,0 0-1 0 0,0 0 1 0 0,5 12 0 0 0,-5-17-17 0 0,1 0 0 0 0,-1 0 1 0 0,1-1-1 0 0,-1 1 0 0 0,1-1 0 0 0,0 1 1 0 0,0-1-1 0 0,0 0 0 0 0,0 0 0 0 0,0 0 1 0 0,1 0-1 0 0,-1 0 0 0 0,1 0 1 0 0,-1-1-1 0 0,6 3 0 0 0,-3-1 1 0 0,1-2-1 0 0,-1 1 1 0 0,0-1-1 0 0,1 1 1 0 0,-1-2-1 0 0,1 1 1 0 0,0 0-1 0 0,6-1 1 0 0,-2-1-4 0 0,0 0 0 0 0,0 0-1 0 0,-1-1 1 0 0,1 0 0 0 0,-1 0 0 0 0,1-1-1 0 0,-1-1 1 0 0,0 0 0 0 0,14-8 0 0 0,-15 7-4 0 0,-1-1 1 0 0,0 0 0 0 0,-1 0-1 0 0,1-1 1 0 0,-1 0 0 0 0,-1 0-1 0 0,1 0 1 0 0,-1-1 0 0 0,-1 0-1 0 0,1 0 1 0 0,-1 0-1 0 0,-1-1 1 0 0,1 1 0 0 0,-1-1-1 0 0,2-14 1 0 0,-1 4-2 0 0,-1 1-1 0 0,-1 0 1 0 0,-1-1 0 0 0,-1 1-1 0 0,0-1 1 0 0,-6-33-1 0 0,5 44-4 0 0,-1-1-1 0 0,-1 1 0 0 0,1 0 1 0 0,-1 0-1 0 0,0 0 0 0 0,-1 0 1 0 0,-9-13-1 0 0,11 17 0 0 0,-1 0 0 0 0,0 0 1 0 0,0 1-1 0 0,0-1 0 0 0,-1 1 0 0 0,1 0 0 0 0,-1 0 1 0 0,1 0-1 0 0,-1 1 0 0 0,0-1 0 0 0,0 1 1 0 0,-1 0-1 0 0,1 0 0 0 0,0 1 0 0 0,-7-3 0 0 0,8 4 3 0 0,-1 0-1 0 0,1 0 0 0 0,-1 0 0 0 0,0 0 0 0 0,1 0 0 0 0,-1 1 0 0 0,1-1 0 0 0,-1 1 0 0 0,1 0 0 0 0,0 0 0 0 0,-1 0 0 0 0,1 1 0 0 0,0-1 0 0 0,0 1 0 0 0,-5 3 0 0 0,1-1 1 0 0,1 1 0 0 0,0-1-1 0 0,0 2 1 0 0,1-1 0 0 0,-10 11-1 0 0,9-7-208 0 0,0 0-1 0 0,0 1 1 0 0,0-1 0 0 0,2 1-1 0 0,-1 1 1 0 0,-4 16 0 0 0,7-21-390 0 0,0 0 1 0 0,1 1 0 0 0,1-1 0 0 0,-1 1 0 0 0,1 9 0 0 0,0-12-108 0 0,1 0 0 0 0,-1 0 0 0 0,1-1 1 0 0,0 1-1 0 0,0-1 0 0 0,0 1 0 0 0,0-1 1 0 0,1 1-1 0 0,0-1 0 0 0,2 5 0 0 0,5 4-3885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0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1788 0 0,'47'-71'15364'0'0,"-45"70"-14816"0"0,-2 1-519 0 0,-1 0 0 0 0,1 0 0 0 0,0 1 0 0 0,0-1 0 0 0,0 0 1 0 0,0 1-1 0 0,0-1 0 0 0,0 0 0 0 0,0 0 0 0 0,1 1 1 0 0,-1-1-1 0 0,0 0 0 0 0,0 0 0 0 0,0 1 0 0 0,0-1 0 0 0,0 0 1 0 0,0 0-1 0 0,0 1 0 0 0,1-1 0 0 0,-1 0 0 0 0,0 0 0 0 0,0 1 1 0 0,0-1-1 0 0,1 0 0 0 0,-1 0 0 0 0,0 0 0 0 0,0 1 0 0 0,0-1 1 0 0,1 0-1 0 0,-1 0 0 0 0,0 0 0 0 0,0 0 0 0 0,1 0 0 0 0,-1 0 1 0 0,0 0-1 0 0,0 1 0 0 0,1-1 0 0 0,-1 0 0 0 0,0 0 0 0 0,1 0 1 0 0,-1 0-1 0 0,0 0 0 0 0,0 0 0 0 0,1 0 0 0 0,-1 0 0 0 0,0 0 1 0 0,1-1-1 0 0,-1 1 0 0 0,0 0 0 0 0,0 0 0 0 0,1 0 1 0 0,-1 0-1 0 0,0 0 0 0 0,0 0 0 0 0,1-1 0 0 0,-1 1 0 0 0,0 0 1 0 0,0 0-1 0 0,0 0 0 0 0,1 0 0 0 0,-1-1 0 0 0,0 1 0 0 0,0 0 1 0 0,1-1-1 0 0,-10 123 1504 0 0,5-78-1471 0 0,1 74 0 0 0,3-114-275 0 0,0 1 1 0 0,1-1 0 0 0,0 1 0 0 0,0-1 0 0 0,2 7 0 0 0,-3-10-100 0 0,1 0 0 0 0,0 1 0 0 0,-1-1 1 0 0,1 0-1 0 0,0 0 0 0 0,0 1 0 0 0,0-1 0 0 0,0 0 1 0 0,0 0-1 0 0,0 0 0 0 0,0 0 0 0 0,0 0 0 0 0,1 0 0 0 0,-1-1 1 0 0,0 1-1 0 0,0 0 0 0 0,1-1 0 0 0,2 2 0 0 0,-4-2 66 0 0,1 0 0 0 0,0 0-1 0 0,-1 0 1 0 0,1 0 0 0 0,0 0-1 0 0,-1 0 1 0 0,1-1-1 0 0,0 1 1 0 0,-1 0 0 0 0,1 0-1 0 0,0-1 1 0 0,-1 1 0 0 0,1 0-1 0 0,-1-1 1 0 0,4-2-1232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0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96 1636 0 0,'-3'-17'2248'0'0,"-1"2"-383"0"0,-1 1-273 0 0,2 2-304 0 0,-2 2-280 0 0,-2-1-220 0 0,0 4 316 0 0,-7-3-156 0 0,-3 12-824 0 0,5 8-656 0 0,8-1-280 0 0,1 1-588 0 0,0-1-1724 0 0,1 4-1205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1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28 2716 0 0,'15'47'8970'0'0,"-12"-32"-8223"0"0,-1 0-1 0 0,0 30 1 0 0,-2-20-248 0 0,-1 0 0 0 0,-1 0 0 0 0,-7 30 0 0 0,7-45-313 0 0,0-1 0 0 0,-2 1 1 0 0,1-1-1 0 0,-1 0 0 0 0,0 0 1 0 0,-1 0-1 0 0,0 0 1 0 0,0-1-1 0 0,-1 0 0 0 0,-13 14 1 0 0,19-21-175 0 0,-1 0 1 0 0,0-1-1 0 0,1 1 1 0 0,-1-1 0 0 0,0 1-1 0 0,1-1 1 0 0,-1 1-1 0 0,0-1 1 0 0,0 1-1 0 0,1-1 1 0 0,-1 0 0 0 0,0 0-1 0 0,0 1 1 0 0,0-1-1 0 0,0 0 1 0 0,1 0-1 0 0,-1 0 1 0 0,0 0 0 0 0,0 0-1 0 0,0 0 1 0 0,0 0-1 0 0,1 0 1 0 0,-1 0-1 0 0,0 0 1 0 0,0-1 0 0 0,0 1-1 0 0,0 0 1 0 0,1 0-1 0 0,-1-1 1 0 0,0 1-1 0 0,0-1 1 0 0,1 1 0 0 0,-1-1-1 0 0,0 1 1 0 0,1-1-1 0 0,-1 1 1 0 0,0-1 0 0 0,1 0-1 0 0,-1 1 1 0 0,1-1-1 0 0,-1 0 1 0 0,1 1-1 0 0,-1-1 1 0 0,1 0 0 0 0,-1 0-1 0 0,1 1 1 0 0,0-1-1 0 0,0 0 1 0 0,-1 0-1 0 0,1-1 1 0 0,-1-6-5 0 0,1 0 0 0 0,0 0 0 0 0,1 1 0 0 0,-1-1 0 0 0,2 0 0 0 0,-1 0 0 0 0,1 1 0 0 0,4-14 0 0 0,-1 5-3 0 0,1-4-6 0 0,1 0-1 0 0,0 0 0 0 0,2 1 1 0 0,0 0-1 0 0,1 1 0 0 0,1 0 0 0 0,13-17 1 0 0,-16 25-3 0 0,1 0 1 0 0,-1 0 0 0 0,2 1-1 0 0,-1 0 1 0 0,1 1 0 0 0,1 0-1 0 0,-1 0 1 0 0,1 1-1 0 0,1 1 1 0 0,-1 0 0 0 0,1 0-1 0 0,19-5 1 0 0,-27 10 1 0 0,-1 0 0 0 0,1 0 0 0 0,0 0 0 0 0,-1 1 0 0 0,1-1 0 0 0,0 1 0 0 0,-1 0 0 0 0,1 0 0 0 0,0 0 0 0 0,-1 1 0 0 0,1-1 0 0 0,0 1 0 0 0,-1 0 1 0 0,1 0-1 0 0,-1 0 0 0 0,1 1 0 0 0,-1-1 0 0 0,0 1 0 0 0,1 0 0 0 0,-1 0 0 0 0,0 0 0 0 0,0 0 0 0 0,0 1 0 0 0,-1-1 0 0 0,1 1 0 0 0,-1-1 0 0 0,1 1 0 0 0,-1 0 0 0 0,0 0 0 0 0,0 0 0 0 0,0 0 0 0 0,0 1 0 0 0,-1-1 0 0 0,1 0 0 0 0,-1 1 0 0 0,0-1 0 0 0,0 1 0 0 0,1 5 0 0 0,0 7 37 0 0,0 1-1 0 0,-1 0 0 0 0,-1-1 0 0 0,-1 1 0 0 0,0 0 0 0 0,-5 19 0 0 0,2-10-682 0 0,0 36-1 0 0,7-48-996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1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48 208 2576 0 0,'47'-207'16210'0'0,"-77"362"-11186"0"0,3-10-3476 0 0,13-76-1172 0 0,4 1 0 0 0,2 0 0 0 0,2 88 0 0 0,7-139-354 0 0,0 1 0 0 0,1 0 1 0 0,2-1-1 0 0,9 37 0 0 0,-10-49-234 0 0,-1-1-1 0 0,1 0 1 0 0,0 0-1 0 0,0 0 1 0 0,1 0-1 0 0,0-1 1 0 0,8 10-1 0 0,-10-12-142 0 0,1-1 0 0 0,0 1 0 0 0,0-1-1 0 0,1 1 1 0 0,-1-1 0 0 0,0 0 0 0 0,1-1 0 0 0,0 1-1 0 0,-1 0 1 0 0,1-1 0 0 0,0 0 0 0 0,0 0 0 0 0,-1 0-1 0 0,6 0 1 0 0,-7 0-289 0 0,1-1 0 0 0,-1 0 0 0 0,1 0 0 0 0,-1 0-1 0 0,0-1 1 0 0,1 1 0 0 0,-1 0 0 0 0,1-1 0 0 0,-1 0 0 0 0,0 1 0 0 0,1-1-1 0 0,-1 0 1 0 0,0 0 0 0 0,0-1 0 0 0,3-1 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1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152 167 3420 0 0,'-62'-28'6642'0'0,"32"15"-2429"0"0,-30-17-1 0 0,70 21-3611 0 0,-1 5-507 0 0,0 1 1 0 0,0 0-1 0 0,0 1 0 0 0,1 0 0 0 0,15-2 0 0 0,6-1 7 0 0,256-36-2662 0 0,-152 24-6318 0 0,-91 12 2969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32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319 431 2920 0 0,'-2'-5'1254'0'0,"-1"1"0"0"0,0 0 1 0 0,0 0-1 0 0,0 1 0 0 0,-1-1 0 0 0,1 1 0 0 0,-8-7 0 0 0,-9 3 528 0 0,15 7-1600 0 0,0 0 0 0 0,-1 1 0 0 0,1-1 0 0 0,0 1 0 0 0,0 0 1 0 0,0 0-1 0 0,0 1 0 0 0,-1-1 0 0 0,2 1 0 0 0,-8 3 0 0 0,2 1-5 0 0,1 0 0 0 0,-1 0 1 0 0,1 1-1 0 0,-12 10 1 0 0,1 3-26 0 0,1 1 0 0 0,1 1-1 0 0,-17 26 1 0 0,28-37-112 0 0,0 0 0 0 0,1 0 1 0 0,0 1-1 0 0,1-1 0 0 0,0 1 0 0 0,1 1 0 0 0,0-1 0 0 0,-3 20 0 0 0,6-29-33 0 0,1 1 0 0 0,0-1 0 0 0,0 1 0 0 0,0-1 0 0 0,0 1 0 0 0,0 0 0 0 0,1-1 0 0 0,-1 1 0 0 0,1-1 0 0 0,0 1 0 0 0,0-1 0 0 0,0 0 0 0 0,1 1 0 0 0,-1-1 0 0 0,1 0 0 0 0,0 0 0 0 0,0 0 0 0 0,0 0 0 0 0,0 0 0 0 0,0 0 0 0 0,1-1 0 0 0,-1 1 0 0 0,1-1 0 0 0,0 1 0 0 0,0-1 0 0 0,0 0 0 0 0,0 0 0 0 0,0-1 0 0 0,0 1 0 0 0,0-1 0 0 0,1 1 0 0 0,-1-1 0 0 0,0 0 0 0 0,1 0 0 0 0,3 0 0 0 0,5 2 1 0 0,-1-1 0 0 0,1-1 0 0 0,0 0 0 0 0,0 0 0 0 0,0-1 0 0 0,-1-1 0 0 0,1 0 0 0 0,0 0 0 0 0,0-1 0 0 0,-1-1 0 0 0,1 0 0 0 0,15-7 0 0 0,-20 7-4 0 0,1 0 0 0 0,-1-1 0 0 0,0 0 0 0 0,0 0 0 0 0,0-1-1 0 0,-1 0 1 0 0,1 0 0 0 0,-1-1 0 0 0,0 0 0 0 0,-1 0 0 0 0,1 0 0 0 0,-1-1 0 0 0,-1 1 0 0 0,1-1 0 0 0,-1 0-1 0 0,0-1 1 0 0,-1 1 0 0 0,5-14 0 0 0,-3 4 1 0 0,-2 0 0 0 0,0-1 0 0 0,-1 1-1 0 0,0 0 1 0 0,-2-1 0 0 0,-1-26 0 0 0,0 35-6 0 0,0 0 1 0 0,-1 0-1 0 0,0 0 1 0 0,0 0-1 0 0,0 0 0 0 0,-1 1 1 0 0,-1-1-1 0 0,0 1 1 0 0,0 0-1 0 0,0 0 1 0 0,-1 0-1 0 0,0 1 1 0 0,0 0-1 0 0,-9-9 0 0 0,12 14-1 0 0,-1 1 1 0 0,0-1-1 0 0,1 1 0 0 0,-1-1 0 0 0,0 1 0 0 0,1 0 0 0 0,-1 0 0 0 0,0 0 0 0 0,0 1 0 0 0,0-1 0 0 0,0 1 0 0 0,0-1 0 0 0,0 1 0 0 0,0 0 0 0 0,0 0 1 0 0,0 0-1 0 0,0 1 0 0 0,0-1 0 0 0,0 1 0 0 0,0-1 0 0 0,1 1 0 0 0,-1 0 0 0 0,0 0 0 0 0,0 1 0 0 0,-2 0 0 0 0,-5 3-4 0 0,1 0-1 0 0,1 0 1 0 0,-1 0-1 0 0,1 1 0 0 0,0 1 1 0 0,-9 7-1 0 0,12-8 11 0 0,-1 1-1 0 0,1-1 1 0 0,0 1-1 0 0,0 0 1 0 0,1 0-1 0 0,-1 0 1 0 0,2 1-1 0 0,-1 0 1 0 0,1-1-1 0 0,-3 12 1 0 0,6-16-5 0 0,-1-1 1 0 0,1 1-1 0 0,-1-1 1 0 0,1 1 0 0 0,0-1-1 0 0,0 1 1 0 0,0-1-1 0 0,0 1 1 0 0,1-1 0 0 0,-1 1-1 0 0,1-1 1 0 0,-1 1-1 0 0,1-1 1 0 0,0 0 0 0 0,0 1-1 0 0,0-1 1 0 0,0 0-1 0 0,1 0 1 0 0,-1 1 0 0 0,0-1-1 0 0,1 0 1 0 0,0 0-1 0 0,-1-1 1 0 0,1 1 0 0 0,0 0-1 0 0,0-1 1 0 0,0 1-1 0 0,0-1 1 0 0,0 1 0 0 0,0-1-1 0 0,1 0 1 0 0,-1 0-1 0 0,0 0 1 0 0,1 0 0 0 0,-1 0-1 0 0,0-1 1 0 0,1 1-1 0 0,3 0 1 0 0,12 2 4 0 0,0-1 0 0 0,0 0 0 0 0,1-1 0 0 0,-1-1 0 0 0,1-1 0 0 0,-1 0 0 0 0,29-7 0 0 0,-3-2-1 0 0,81-30-1 0 0,-100 31 0 0 0,0-2-1 0 0,0-1 0 0 0,-1-1 0 0 0,0-2 1 0 0,-1 0-1 0 0,-1-1 0 0 0,21-19 1 0 0,-27 19-5 0 0,-1-1 0 0 0,0 0 0 0 0,-1-1 0 0 0,0-1 0 0 0,-2 0 0 0 0,0 0 0 0 0,-2-1 0 0 0,16-39 0 0 0,10-70 9 0 0,-26 84-25 0 0,-9 36 24 0 0,-5 12-2 0 0,-6 16-2 0 0,-6 35 15 0 0,2 1 1 0 0,-12 103-1 0 0,15-79 4 0 0,-36 254 103 0 0,-46 259 0 0 0,70-485-28 0 0,-5 0 1 0 0,-5-2-1 0 0,-64 140 0 0 0,12-87 328 0 0,68-133-93 0 0,-1 0 0 0 0,-1-1 1 0 0,-39 37-1 0 0,52-55-220 0 0,0-1-1 0 0,0 0 1 0 0,0-1-1 0 0,-1 1 1 0 0,1-1-1 0 0,-1-1 1 0 0,0 1-1 0 0,0-1 1 0 0,-1 0-1 0 0,-12 3 1 0 0,17-6-81 0 0,0 1 1 0 0,0-1 0 0 0,0 0-1 0 0,0 0 1 0 0,0 0 0 0 0,0 0-1 0 0,0-1 1 0 0,0 1 0 0 0,0-1-1 0 0,0 0 1 0 0,0 0 0 0 0,0 0-1 0 0,0 0 1 0 0,0 0 0 0 0,0-1-1 0 0,1 1 1 0 0,-1-1 0 0 0,1 0-1 0 0,-1 0 1 0 0,1 0 0 0 0,0 0-1 0 0,-1 0 1 0 0,1 0 0 0 0,0-1-1 0 0,0 1 1 0 0,1-1 0 0 0,-1 1-1 0 0,0-1 1 0 0,-1-4 0 0 0,-1-3-4 0 0,0-1 1 0 0,0 1-1 0 0,1-1 0 0 0,1 0 1 0 0,0 1-1 0 0,0-1 0 0 0,1 0 1 0 0,1 0-1 0 0,0 0 0 0 0,0 0 1 0 0,4-20-1 0 0,0 4-36 0 0,2 0 0 0 0,1 0-1 0 0,17-42 1 0 0,-2 21 1 0 0,1 1-1 0 0,3 2 0 0 0,1 0 1 0 0,2 2-1 0 0,3 1 0 0 0,50-53 1 0 0,-15 27 16 0 0,4 4 0 0 0,124-89 1 0 0,-150 123-853 0 0,0 1 0 0 0,2 3-1 0 0,1 2 1 0 0,53-19 0 0 0,-54 28-2838 0 0,-16 9-2963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3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65 2772 0 0,'0'-3'2352'0'0,"0"-5"-1021"0"0,0-27 8497 0 0,0 28-9105 0 0,0 5 53 0 0,-3-7 1588 0 0,-4 17-2222 0 0,1 2 1 0 0,1-1-1 0 0,0 0 1 0 0,0 1-1 0 0,1 0 1 0 0,-6 20-1 0 0,2-7-25 0 0,-51 146 271 0 0,48-131-686 0 0,2 1 1 0 0,-7 59-1 0 0,10-68-2460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3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1772 0 0,'2'-17'1924'0'0,"0"-1"-492"0"0,-2 6-275 0 0,1 2-237 0 0,1 0-216 0 0,-2 1 308 0 0,5-6-772 0 0,2 6-768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3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91 2268 0 0,'2'12'6148'0'0,"5"8"-4198"0"0,2 7-324 0 0,0 0 0 0 0,4 30 0 0 0,-12-47-1469 0 0,0 0 0 0 0,0 1 0 0 0,-1-1 0 0 0,0 0 0 0 0,-1 0-1 0 0,0 0 1 0 0,-1 0 0 0 0,0 0 0 0 0,-5 16 0 0 0,6-25-150 0 0,-2 8 254 0 0,0-1 0 0 0,0 1 0 0 0,-1 0 0 0 0,-1-1 0 0 0,-5 8 0 0 0,9-15 62 0 0,-4-4-215 0 0,5 3-106 0 0,0 0 0 0 0,-1 0 0 0 0,1 0 0 0 0,0 0-1 0 0,0 0 1 0 0,-1 0 0 0 0,1-1 0 0 0,0 1 0 0 0,0 0-1 0 0,-1 0 1 0 0,1 0 0 0 0,0 0 0 0 0,0 0 0 0 0,-1 0 0 0 0,1-1-1 0 0,0 1 1 0 0,0 0 0 0 0,0 0 0 0 0,-1 0 0 0 0,1-1-1 0 0,0 1 1 0 0,0 0 0 0 0,0 0 0 0 0,0-1 0 0 0,-1 1-1 0 0,1 0 1 0 0,0 0 0 0 0,0-1 0 0 0,0 1 0 0 0,0 0-1 0 0,0 0 1 0 0,0-1 0 0 0,0 1 0 0 0,0 0 0 0 0,0-1-1 0 0,0 1 1 0 0,0 0 0 0 0,0 0 0 0 0,0-1 0 0 0,8-24 9 0 0,1 1 1 0 0,1 1 0 0 0,1 0 0 0 0,1 0 0 0 0,1 1-1 0 0,1 1 1 0 0,20-24 0 0 0,-11 16-5 0 0,3 2 0 0 0,0 1 0 0 0,1 1 1 0 0,44-31-1 0 0,-65 51-14 0 0,0 1 1 0 0,1 0-1 0 0,-1 1 1 0 0,1-1-1 0 0,0 1 1 0 0,0 1-1 0 0,10-4 0 0 0,-15 6 14 0 0,0 0 0 0 0,0-1 0 0 0,-1 1 0 0 0,1 0-1 0 0,0 0 1 0 0,0 0 0 0 0,0 1 0 0 0,0-1-1 0 0,-1 0 1 0 0,1 1 0 0 0,0-1 0 0 0,0 1-1 0 0,-1-1 1 0 0,1 1 0 0 0,0 0 0 0 0,-1 0 0 0 0,1 0-1 0 0,-1 0 1 0 0,1 0 0 0 0,-1 0 0 0 0,1 0-1 0 0,-1 0 1 0 0,0 1 0 0 0,1-1 0 0 0,-1 0-1 0 0,0 1 1 0 0,0-1 0 0 0,0 1 0 0 0,0 0 0 0 0,0-1-1 0 0,-1 1 1 0 0,1 0 0 0 0,0-1 0 0 0,0 4-1 0 0,1 5 81 0 0,1 0-1 0 0,-2 0 1 0 0,1 1-1 0 0,-2-1 1 0 0,1 0-1 0 0,-1 1 1 0 0,-1-1-1 0 0,0 1 1 0 0,0-1-1 0 0,-4 13 0 0 0,-4 12 56 0 0,-21 53 0 0 0,13-46-90 0 0,8-23-220 0 0,1 1 0 0 0,1 0 0 0 0,-5 26 0 0 0,12-45 41 0 0,0 0 0 0 0,0 0 0 0 0,0 0 0 0 0,1 0 0 0 0,-1 0 0 0 0,0 0 0 0 0,1-1 0 0 0,-1 1 0 0 0,0 0 0 0 0,1 0 0 0 0,-1 0-1 0 0,1 0 1 0 0,0 0 0 0 0,-1 0 0 0 0,1-1 0 0 0,0 1 0 0 0,-1 0 0 0 0,1-1 0 0 0,0 1 0 0 0,0 0 0 0 0,0-1 0 0 0,-1 1 0 0 0,1-1 0 0 0,0 1 0 0 0,0-1 0 0 0,0 0 0 0 0,0 1 0 0 0,0-1 0 0 0,0 0 0 0 0,0 1-1 0 0,0-1 1 0 0,0 0 0 0 0,0 0 0 0 0,0 0 0 0 0,0 0 0 0 0,0 0 0 0 0,0 0 0 0 0,1-1 0 0 0,-2 1 100 0 0,6 0-1004 0 0,0-1-1 0 0,-1 0 0 0 0,1-1 0 0 0,-1 0 1 0 0,7-2-1 0 0,7-7-5211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3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199 176 1824 0 0,'21'-123'12147'0'0,"-15"80"-8173"0"0,-5 33-2249 0 0,-5 29-833 0 0,-18 73 1834 0 0,-50 135 0 0 0,22-78-1624 0 0,27-81-884 0 0,10-34-140 0 0,2 1-1 0 0,1 0 0 0 0,2 1 1 0 0,-5 50-1 0 0,13-83-71 0 0,0 0 0 0 0,0 0 0 0 0,0 0 0 0 0,0-1 0 0 0,0 1 0 0 0,0 0 0 0 0,1 0 0 0 0,0 0 0 0 0,-1 0 0 0 0,1 0 0 0 0,0-1 0 0 0,0 1 0 0 0,1 0 0 0 0,-1-1 0 0 0,1 1 0 0 0,-1-1 1 0 0,1 1-1 0 0,0-1 0 0 0,0 0 0 0 0,0 0 0 0 0,0 0 0 0 0,3 2 0 0 0,-2-1-47 0 0,1-1 0 0 0,0-1 0 0 0,0 1 0 0 0,0-1 0 0 0,0 1 0 0 0,0-1 0 0 0,0 0 0 0 0,1 0 0 0 0,-1-1 0 0 0,0 0 0 0 0,1 1 0 0 0,-1-1 0 0 0,7-1 0 0 0,-4 0-338 0 0,0-1 0 0 0,0 1 1 0 0,0-1-1 0 0,0 0 0 0 0,0-1 0 0 0,-1 0 1 0 0,1 0-1 0 0,-1 0 0 0 0,0-1 0 0 0,0 0 1 0 0,0 0-1 0 0,5-6 0 0 0,0 1-2032 0 0,0-2 1 0 0,-1 1-1 0 0,0-1 1 0 0,13-21-1 0 0,-12 13-5494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4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80 3068 0 0,'-53'-10'6015'0'0,"33"7"-1748"0"0,-40-11-1 0 0,60 14-4246 0 0,0 0-1 0 0,-1 0 0 0 0,1 0 1 0 0,0 0-1 0 0,0-1 0 0 0,-1 1 1 0 0,1 0-1 0 0,0 0 1 0 0,0 0-1 0 0,0 0 0 0 0,-1-1 1 0 0,1 1-1 0 0,0 0 0 0 0,0 0 1 0 0,0-1-1 0 0,0 1 0 0 0,-1 0 1 0 0,1 0-1 0 0,0-1 1 0 0,0 1-1 0 0,0 0 0 0 0,0 0 1 0 0,0-1-1 0 0,0 1 0 0 0,0 0 1 0 0,0-1-1 0 0,0 1 0 0 0,0 0 1 0 0,0 0-1 0 0,0-1 1 0 0,0 1-1 0 0,0 0 0 0 0,0 0 1 0 0,0-1-1 0 0,0 1 0 0 0,0 0 1 0 0,0 0-1 0 0,1-1 0 0 0,-1 1 1 0 0,0 0-1 0 0,0 0 1 0 0,0-1-1 0 0,0 1 0 0 0,1 0 1 0 0,-1 0-1 0 0,0-1 0 0 0,0 1 1 0 0,0 0-1 0 0,1 0 0 0 0,-1 0 1 0 0,0 0-1 0 0,0 0 0 0 0,1-1 1 0 0,-1 1-1 0 0,0 0 1 0 0,0 0-1 0 0,1 0 0 0 0,-1 0 1 0 0,15-9 247 0 0,1 2-365 0 0,0 2-1 0 0,0 0 0 0 0,0 1 0 0 0,1 0 0 0 0,0 1 1 0 0,28-1-1 0 0,103 8-6863 0 0,-113-2 3209 0 0,0 1-1463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5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179 100 68 0 0,'-18'19'9216'0'0,"10"-7"-7019"0"0,5-9-1691 0 0,1 0 0 0 0,0 1-1 0 0,-1-1 1 0 0,1 1 0 0 0,1 0-1 0 0,-1-1 1 0 0,-1 5 0 0 0,3-6-387 0 0,0 0 0 0 0,1-1 0 0 0,-1 1 0 0 0,0 0 1 0 0,1-1-1 0 0,-1 1 0 0 0,1-1 0 0 0,0 1 0 0 0,-1-1 1 0 0,1 1-1 0 0,0-1 0 0 0,0 0 0 0 0,0 1 0 0 0,0-1 0 0 0,2 2 1 0 0,3 1-59 0 0,0 0 1 0 0,0-1 0 0 0,0 1 0 0 0,1-2 0 0 0,-1 1 0 0 0,1-1-1 0 0,0 0 1 0 0,0 0 0 0 0,0 0 0 0 0,0-1 0 0 0,0 0-1 0 0,0-1 1 0 0,0 0 0 0 0,0 0 0 0 0,1 0 0 0 0,-1-1 0 0 0,0 0-1 0 0,0-1 1 0 0,0 1 0 0 0,0-1 0 0 0,11-5 0 0 0,-15 6-60 0 0,-1 0 0 0 0,0-1 1 0 0,0 1-1 0 0,0 0 1 0 0,0 0-1 0 0,-1-1 0 0 0,1 0 1 0 0,0 1-1 0 0,0-1 1 0 0,-1 0-1 0 0,1 0 0 0 0,-1 1 1 0 0,0-1-1 0 0,1-1 0 0 0,-1 1 1 0 0,0 0-1 0 0,0 0 1 0 0,-1 0-1 0 0,1 0 0 0 0,0-1 1 0 0,-1 1-1 0 0,1 0 1 0 0,-1-1-1 0 0,0 1 0 0 0,1 0 1 0 0,-1-1-1 0 0,0 1 0 0 0,-1 0 1 0 0,1-1-1 0 0,0 1 1 0 0,-1 0-1 0 0,0-4 0 0 0,0 2 0 0 0,-1-1-1 0 0,1 1 1 0 0,-1 0 0 0 0,0 0-1 0 0,0 0 1 0 0,0 0-1 0 0,-1 0 1 0 0,1 1-1 0 0,-1-1 1 0 0,0 1-1 0 0,0-1 1 0 0,0 1-1 0 0,0 0 1 0 0,-1 0 0 0 0,-5-3-1 0 0,6 4-1 0 0,-1 0 0 0 0,1 1 0 0 0,-1 0 0 0 0,1-1 0 0 0,-1 1 0 0 0,0 1 0 0 0,1-1 0 0 0,-1 0 0 0 0,0 1 0 0 0,0 0 0 0 0,0 0 0 0 0,1 0-1 0 0,-1 0 1 0 0,0 1 0 0 0,-4 0 0 0 0,2 1 3 0 0,-1 1-1 0 0,1-1 0 0 0,0 1 1 0 0,-1 0-1 0 0,1 0 0 0 0,0 1 1 0 0,-9 7-1 0 0,-2 3 22 0 0,1 2 1 0 0,1 0-1 0 0,0 0 0 0 0,-12 20 0 0 0,14-19 22 0 0,0 2 0 0 0,2-1-1 0 0,-18 41 1 0 0,26-53-27 0 0,1 0 0 0 0,-1 1 1 0 0,1-1-1 0 0,1 1 0 0 0,-1-1 1 0 0,1 1-1 0 0,0 0 0 0 0,1 0 1 0 0,-1-1-1 0 0,1 1 0 0 0,1 0 1 0 0,-1 0-1 0 0,1-1 0 0 0,1 1 0 0 0,-1 0 1 0 0,5 12-1 0 0,-4-16-6 0 0,0 1-1 0 0,0-1 0 0 0,0 0 1 0 0,1 0-1 0 0,-1 0 1 0 0,1 0-1 0 0,-1-1 1 0 0,1 1-1 0 0,0-1 0 0 0,0 1 1 0 0,0-1-1 0 0,1 0 1 0 0,4 2-1 0 0,-2-1 2 0 0,1-1 1 0 0,0 1-1 0 0,-1-2 0 0 0,1 1 0 0 0,0-1 0 0 0,13 1 1 0 0,-1-2 2 0 0,0-1 0 0 0,1 0 0 0 0,-1-2 0 0 0,25-6 0 0 0,-21 3-10 0 0,-1-1 1 0 0,0-1-1 0 0,-1-1 1 0 0,0-1 0 0 0,0-1-1 0 0,-1 0 1 0 0,-1-2-1 0 0,0 0 1 0 0,0-1-1 0 0,-1-1 1 0 0,-1-1-1 0 0,-1-1 1 0 0,0 0 0 0 0,-1-1-1 0 0,-1 0 1 0 0,-1-1-1 0 0,-1-1 1 0 0,0 0-1 0 0,-1-1 1 0 0,13-36 0 0 0,-21 48-11 0 0,0 0 0 0 0,-1 0 0 0 0,0 0 0 0 0,0-1 0 0 0,0-16 0 0 0,-2 23 2 0 0,0 1 0 0 0,0 0 0 0 0,0-1 0 0 0,0 1 0 0 0,-1 0 1 0 0,1-1-1 0 0,0 1 0 0 0,-1 0 0 0 0,0-1 0 0 0,0 1 0 0 0,0 0 0 0 0,0 0 0 0 0,0 0 0 0 0,0 0 0 0 0,0 0 0 0 0,0 0 0 0 0,-1 0 0 0 0,1 0 0 0 0,-1 0 0 0 0,0 1 0 0 0,0-1 0 0 0,1 0 0 0 0,-1 1 1 0 0,0 0-1 0 0,0-1 0 0 0,0 1 0 0 0,0 0 0 0 0,-3-1 0 0 0,0 1-2 0 0,0 0 1 0 0,0 0-1 0 0,0 1 1 0 0,0 0-1 0 0,0 0 0 0 0,0 0 1 0 0,0 1-1 0 0,0-1 1 0 0,0 1-1 0 0,0 0 1 0 0,-7 3-1 0 0,8-3-1 0 0,1 0 0 0 0,-1 1 0 0 0,0-1 0 0 0,1 1 0 0 0,0 0 0 0 0,-1 0 0 0 0,1 0-1 0 0,0 0 1 0 0,0 0 0 0 0,0 1 0 0 0,0-1 0 0 0,0 1 0 0 0,1 0 0 0 0,-1 0 0 0 0,-3 6 0 0 0,5-8 5 0 0,1 1-1 0 0,-1-1 1 0 0,1 0 0 0 0,-1 0-1 0 0,1 1 1 0 0,0-1 0 0 0,0 0 0 0 0,-1 0-1 0 0,1 1 1 0 0,0-1 0 0 0,0 0 0 0 0,0 1-1 0 0,0-1 1 0 0,0 0 0 0 0,1 1 0 0 0,-1-1-1 0 0,0 0 1 0 0,0 0 0 0 0,1 1-1 0 0,-1-1 1 0 0,1 0 0 0 0,-1 0 0 0 0,1 0-1 0 0,0 1 1 0 0,0-1 0 0 0,-1 0 0 0 0,1 0-1 0 0,2 1 1 0 0,0 1-1 0 0,0-1 0 0 0,0 1-1 0 0,1-1 1 0 0,-1 0 0 0 0,1-1 0 0 0,5 3 0 0 0,-6-2 0 0 0,23 6-15 0 0,1-1 0 0 0,1-1 1 0 0,-1-1-1 0 0,1-2 0 0 0,38 1 0 0 0,-20-1-136 0 0,12 1-437 0 0,103-6 0 0 0,-153 1 554 0 0,-4 1 24 0 0,0 0 0 0 0,-1-1-1 0 0,1 1 1 0 0,0-1 0 0 0,-1 0-1 0 0,1 0 1 0 0,0 0 0 0 0,-1-1-1 0 0,5-2 1 0 0,-6 3 76 0 0,-18 4 109 0 0,12-2-105 0 0,0 1 0 0 0,-1-1 0 0 0,1 1 0 0 0,0 0-1 0 0,0 0 1 0 0,1 0 0 0 0,-1 1 0 0 0,0-1 0 0 0,-3 4-1 0 0,-29 29 662 0 0,31-30-613 0 0,-22 24 699 0 0,-45 63 0 0 0,62-77-720 0 0,0 0 0 0 0,2 1 1 0 0,0 0-1 0 0,0 0 0 0 0,2 1 1 0 0,-8 29-1 0 0,13-42-90 0 0,0-1 0 0 0,1 0 0 0 0,-1 1 0 0 0,1-1 0 0 0,0 1 1 0 0,0-1-1 0 0,0 1 0 0 0,0-1 0 0 0,1 1 0 0 0,-1-1 0 0 0,1 0 0 0 0,0 1 0 0 0,0-1 0 0 0,0 0 0 0 0,1 0 0 0 0,-1 1 0 0 0,1-1 0 0 0,-1 0 1 0 0,1 0-1 0 0,0-1 0 0 0,0 1 0 0 0,1 0 0 0 0,-1-1 0 0 0,0 1 0 0 0,1-1 0 0 0,0 0 0 0 0,-1 1 0 0 0,1-1 0 0 0,0-1 0 0 0,0 1 0 0 0,0 0 1 0 0,0-1-1 0 0,1 0 0 0 0,5 2 0 0 0,3 1-306 0 0,0-1 1 0 0,0-1-1 0 0,0 0 1 0 0,0-1-1 0 0,1 0 1 0 0,-1-1-1 0 0,1 0 1 0 0,20-4-1 0 0,-11 0-467 0 0,0-1-1 0 0,-1-1 0 0 0,1-1 1 0 0,-1 0-1 0 0,-1-2 1 0 0,1-1-1 0 0,-1 0 1 0 0,-1-2-1 0 0,0 0 1 0 0,20-17-1 0 0,-23 15 502 0 0,-1 0 0 0 0,0-1 0 0 0,-1-1 0 0 0,19-26 0 0 0,-24 27 656 0 0,0 0 1 0 0,-1-1-1 0 0,0 0 0 0 0,-1 0 0 0 0,8-30 0 0 0,-10 29 983 0 0,-1 0-1 0 0,-1-1 1 0 0,2-23-1 0 0,-18 52-528 0 0,10-6-626 0 0,0 0-1 0 0,-1 0 1 0 0,2 1 0 0 0,-1 0 0 0 0,1-1 0 0 0,0 1-1 0 0,-3 11 1 0 0,-2 7 202 0 0,-4 5-166 0 0,0 0 1 0 0,2 1 0 0 0,1 0 0 0 0,-7 59 0 0 0,15-84-292 0 0,0 0-1 0 0,0-1 1 0 0,0 1-1 0 0,1-1 1 0 0,0 0-1 0 0,0 1 1 0 0,0-1-1 0 0,0 1 1 0 0,1-1-1 0 0,0 0 1 0 0,-1 0-1 0 0,2 0 1 0 0,-1 0 0 0 0,4 6-1 0 0,-1-5-175 0 0,0 0 0 0 0,0 0 0 0 0,0 0 0 0 0,0-1 0 0 0,1 0 0 0 0,-1 0 0 0 0,1 0 0 0 0,12 5 0 0 0,-5-4-1083 0 0,0 0 0 0 0,1 0-1 0 0,0-1 1 0 0,0-1 0 0 0,0-1 0 0 0,1 0 0 0 0,-1 0-1 0 0,25-2 1 0 0,-6-3-4623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5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87 149 2788 0 0,'4'-21'3718'0'0,"-1"-1"0"0"0,0-26 1058 0 0,-5 49-4180 0 0,-1 1-406 0 0,0 0 0 0 0,0 0 0 0 0,0 0 0 0 0,1 0 0 0 0,-1 1 0 0 0,1-1-1 0 0,-1 1 1 0 0,1 0 0 0 0,0 0 0 0 0,0 0 0 0 0,0 0 0 0 0,0 0 0 0 0,-1 6 0 0 0,-21 50 972 0 0,22-52-1042 0 0,-6 13 82 0 0,1 1-1 0 0,2 1 1 0 0,0-1-1 0 0,-2 25 1 0 0,6-41-185 0 0,1 0 1 0 0,-1 1 0 0 0,1-1-1 0 0,1 0 1 0 0,-1 0-1 0 0,1 0 1 0 0,0 0-1 0 0,0-1 1 0 0,0 1-1 0 0,1 0 1 0 0,-1 0-1 0 0,1-1 1 0 0,0 1-1 0 0,1-1 1 0 0,-1 1-1 0 0,1-1 1 0 0,0 0 0 0 0,0 0-1 0 0,0 0 1 0 0,1 0-1 0 0,-1-1 1 0 0,1 1-1 0 0,0-1 1 0 0,5 4-1 0 0,-1-3-25 0 0,-1 0 0 0 0,1 0 0 0 0,0-1-1 0 0,0 0 1 0 0,1 0 0 0 0,-1-1 0 0 0,0 0 0 0 0,1-1-1 0 0,-1 1 1 0 0,1-2 0 0 0,0 1 0 0 0,-1-1-1 0 0,1-1 1 0 0,0 1 0 0 0,-1-1 0 0 0,11-3 0 0 0,-13 2-44 0 0,0 0 0 0 0,0 0 0 0 0,0 0 1 0 0,-1-1-1 0 0,1 0 0 0 0,-1 0 1 0 0,0 0-1 0 0,1-1 0 0 0,-2 0 0 0 0,1 0 1 0 0,0 0-1 0 0,-1 0 0 0 0,0-1 1 0 0,0 0-1 0 0,0 0 0 0 0,0 0 0 0 0,-1 0 1 0 0,0 0-1 0 0,0-1 0 0 0,-1 1 1 0 0,1-1-1 0 0,-1 0 0 0 0,2-9 0 0 0,-2 7 34 0 0,0-1-1 0 0,-1-1 0 0 0,1 1 0 0 0,-2 0 0 0 0,0 0 0 0 0,0 0 0 0 0,0-1 0 0 0,-1 1 0 0 0,0 0 0 0 0,-1 0 0 0 0,0 0 0 0 0,-1 0 0 0 0,0 0 0 0 0,0 1 0 0 0,-1-1 1 0 0,0 1-1 0 0,0 0 0 0 0,-1 0 0 0 0,0 0 0 0 0,0 1 0 0 0,-1 0 0 0 0,0 0 0 0 0,0 0 0 0 0,-1 1 0 0 0,0-1 0 0 0,0 2 0 0 0,0-1 0 0 0,-1 1 0 0 0,0 0 0 0 0,0 1 0 0 0,0-1 1 0 0,-1 2-1 0 0,1-1 0 0 0,-13-2 0 0 0,10 3 12 0 0,0 1 0 0 0,-1 1 1 0 0,1 0-1 0 0,-1 1 0 0 0,-11 0 1 0 0,20 0 4 0 0,-1 1 1 0 0,0-1 0 0 0,1 0 0 0 0,-1 1 0 0 0,1 0 0 0 0,-1 0 0 0 0,1 0 0 0 0,-1 0 0 0 0,1 1 0 0 0,0-1 0 0 0,0 1-1 0 0,-1 0 1 0 0,1 0 0 0 0,0 0 0 0 0,1 0 0 0 0,-1 1 0 0 0,0-1 0 0 0,1 1 0 0 0,-4 3 0 0 0,6-5 4 0 0,-1 0 0 0 0,1 1 0 0 0,-1-1 1 0 0,1 1-1 0 0,0-1 0 0 0,-1 1 0 0 0,1-1 0 0 0,0 1 1 0 0,0-1-1 0 0,0 1 0 0 0,0-1 0 0 0,0 1 0 0 0,0-1 1 0 0,1 1-1 0 0,-1-1 0 0 0,0 0 0 0 0,1 1 1 0 0,-1-1-1 0 0,1 1 0 0 0,-1-1 0 0 0,1 0 0 0 0,0 1 1 0 0,0-1-1 0 0,0 0 0 0 0,-1 0 0 0 0,1 0 0 0 0,0 1 1 0 0,1-1-1 0 0,-1 0 0 0 0,0 0 0 0 0,0 0 0 0 0,0-1 1 0 0,3 3-1 0 0,3 2 10 0 0,1-1 0 0 0,0 1 0 0 0,16 6 0 0 0,-8-5-9 0 0,0-1 0 0 0,0-1-1 0 0,1-1 1 0 0,-1 0 0 0 0,1-1 0 0 0,25 0-1 0 0,101-10-32 0 0,-130 7 27 0 0,46-6-21 0 0,63-14 0 0 0,-91 13 17 0 0,-1 0-1 0 0,0-3 0 0 0,51-24 1 0 0,-78 34 5 0 0,0 0 0 0 0,0-1 1 0 0,0 0-1 0 0,0 1 1 0 0,0-1-1 0 0,0 0 0 0 0,0-1 1 0 0,-1 1-1 0 0,1 0 0 0 0,-1-1 1 0 0,0 0-1 0 0,0 1 1 0 0,0-1-1 0 0,0 0 0 0 0,0 0 1 0 0,0 0-1 0 0,-1 0 0 0 0,1 0 1 0 0,0-5-1 0 0,-2 7 0 0 0,0 0 1 0 0,0-1-1 0 0,0 1 0 0 0,0 0 0 0 0,0 0 1 0 0,-1 0-1 0 0,1 0 0 0 0,0 0 0 0 0,-1 0 1 0 0,1-1-1 0 0,-1 1 0 0 0,1 0 0 0 0,-1 0 1 0 0,0 0-1 0 0,1 0 0 0 0,-1 1 0 0 0,0-1 1 0 0,0 0-1 0 0,0 0 0 0 0,0 0 1 0 0,0 0-1 0 0,1 1 0 0 0,-1-1 0 0 0,0 1 1 0 0,-1-1-1 0 0,1 0 0 0 0,0 1 0 0 0,0 0 1 0 0,-2-1-1 0 0,-32-7 9 0 0,21 7-9 0 0,0 0 0 0 0,0 1 0 0 0,0 0-1 0 0,0 2 1 0 0,1-1 0 0 0,-1 2 0 0 0,0-1 0 0 0,1 2-1 0 0,-1 0 1 0 0,1 1 0 0 0,0 0 0 0 0,-18 11 0 0 0,29-16 5 0 0,1 1 0 0 0,0 0 0 0 0,0-1 0 0 0,0 1 0 0 0,-1 0 0 0 0,1 0-1 0 0,0 0 1 0 0,0 0 0 0 0,0 0 0 0 0,1 0 0 0 0,-1 0 0 0 0,0 0 0 0 0,0 0 0 0 0,0 1 0 0 0,1-1 0 0 0,-1 0 0 0 0,1 1 0 0 0,-1-1 0 0 0,1 0 0 0 0,-1 1 0 0 0,1-1 0 0 0,0 0 0 0 0,0 1 0 0 0,0-1 0 0 0,0 1 0 0 0,0-1 0 0 0,0 0 0 0 0,0 1 0 0 0,0-1 0 0 0,0 1 0 0 0,1-1 0 0 0,-1 0 0 0 0,0 1-1 0 0,1-1 1 0 0,-1 0 0 0 0,1 1 0 0 0,0-1 0 0 0,-1 0 0 0 0,1 0 0 0 0,0 0 0 0 0,0 0 0 0 0,0 0 0 0 0,0 1 0 0 0,2 0 0 0 0,5 6 6 0 0,0 0 0 0 0,1-1 0 0 0,0 0 0 0 0,16 8 0 0 0,-18-10-3 0 0,82 43 17 0 0,11 7-22 0 0,-98-53 62 0 0,0-1 1 0 0,0 0-1 0 0,0 1 1 0 0,0-1-1 0 0,0 1 1 0 0,0 0-1 0 0,-1-1 0 0 0,1 1 1 0 0,-1 0-1 0 0,1 0 1 0 0,-1 0-1 0 0,1 0 0 0 0,-1 1 1 0 0,0-1-1 0 0,0 0 1 0 0,0 0-1 0 0,0 1 0 0 0,-1-1 1 0 0,1 1-1 0 0,-1-1 1 0 0,1 0-1 0 0,-1 1 0 0 0,0-1 1 0 0,0 1-1 0 0,0-1 1 0 0,0 1-1 0 0,0-1 0 0 0,-1 1 1 0 0,1-1-1 0 0,-1 1 1 0 0,-1 3-1 0 0,-3 5 304 0 0,0-1-1 0 0,0 0 0 0 0,-2-1 1 0 0,1 1-1 0 0,-13 13 1 0 0,-2 4 77 0 0,21-26-433 0 0,-1-1 1 0 0,1 1 0 0 0,0 0 0 0 0,-1-1-1 0 0,1 1 1 0 0,0 0 0 0 0,-1-1 0 0 0,1 1-1 0 0,0 0 1 0 0,0-1 0 0 0,-1 1 0 0 0,1 0 0 0 0,0 0-1 0 0,0-1 1 0 0,0 1 0 0 0,0 0 0 0 0,0 0-1 0 0,0-1 1 0 0,0 1 0 0 0,1 0 0 0 0,-1 0-1 0 0,0-1 1 0 0,0 1 0 0 0,0 0 0 0 0,1 1 0 0 0,0-1-1 0 0,0 0 0 0 0,0 0 0 0 0,0 0 0 0 0,0 0 0 0 0,0 0 0 0 0,1 0 1 0 0,-1 0-1 0 0,0 0 0 0 0,0-1 0 0 0,1 1 0 0 0,-1 0 0 0 0,2 0 0 0 0,3 1 5 0 0,-1-1 0 0 0,1 1 0 0 0,-1-1 0 0 0,1 0 0 0 0,8 0 0 0 0,2-1-460 0 0,0-1 0 0 0,0-1 0 0 0,0 0 0 0 0,-1-1 0 0 0,1-1 0 0 0,20-7 0 0 0,-26 7-1101 0 0,0-1 0 0 0,0 1 0 0 0,0-2 0 0 0,-1 0 0 0 0,0 0 0 0 0,8-7 0 0 0,3-6-6626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31 2076 0 0,'-127'-12'5868'0'0,"-72"-5"1276"0"0,172 16-6099 0 0,25 0-845 0 0,12 5-544 0 0,33 8-6711 0 0,-23-7 525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539 562 2044 0 0,'-1'-1'1921'0'0,"-1"-1"-1605"0"0,0 0 1 0 0,1 0-1 0 0,-1-1 0 0 0,1 1 1 0 0,-1 0-1 0 0,1-1 0 0 0,0 1 1 0 0,0-1-1 0 0,0 0 0 0 0,0 1 0 0 0,1-1 1 0 0,-1 0-1 0 0,1 1 0 0 0,0-1 1 0 0,-1 0-1 0 0,1 1 0 0 0,0-1 1 0 0,1 0-1 0 0,-1 0 0 0 0,0 1 1 0 0,2-4-1 0 0,1-11 265 0 0,1-1 1 0 0,8-18-1 0 0,-6 18-164 0 0,22-67 567 0 0,-10 35-400 0 0,-3-2 0 0 0,16-84 0 0 0,-30 123-487 0 0,1 3-28 0 0,-1 1-1 0 0,0-1 1 0 0,0 1 0 0 0,-1-1-1 0 0,-2-16 1 0 0,1 24-46 0 0,-13 9-7 0 0,10-1-17 0 0,0-1-1 0 0,0 0 0 0 0,1 1 0 0 0,0 0 0 0 0,0 0 0 0 0,0 0 1 0 0,1 0-1 0 0,-1 0 0 0 0,1 0 0 0 0,-1 12 0 0 0,-3 1 0 0 0,-33 131 631 0 0,-28 203 1 0 0,8 162 1190 0 0,41-332-1594 0 0,11-103-50 0 0,-12 89-5 0 0,15-146-11 0 0,-1-1 0 0 0,-1 1 0 0 0,-1-1 0 0 0,-1-1 0 0 0,-13 26 0 0 0,19-42-106 0 0,-1 0 0 0 0,0-1 0 0 0,0 1 0 0 0,0-1 0 0 0,0 0 0 0 0,-1 0 0 0 0,0 0 0 0 0,1 0 0 0 0,-2 0 0 0 0,1-1 0 0 0,0 0 0 0 0,-1 0 0 0 0,1 0 0 0 0,-1-1 0 0 0,0 1 0 0 0,0-1 0 0 0,0 0 0 0 0,0 0 0 0 0,0-1 0 0 0,0 1 0 0 0,0-1 0 0 0,-1-1 0 0 0,1 1 1 0 0,0-1-1 0 0,-1 0 0 0 0,1 0 0 0 0,0 0 0 0 0,-1-1 0 0 0,1 1 0 0 0,0-1 0 0 0,-1-1 0 0 0,1 1 0 0 0,0-1 0 0 0,0 0 0 0 0,0 0 0 0 0,0 0 0 0 0,-7-6 0 0 0,2 0-30 0 0,-1 0 0 0 0,1-1 0 0 0,1 0 0 0 0,0 0 0 0 0,0-1 0 0 0,1-1 0 0 0,0 1 0 0 0,1-1 0 0 0,0-1 0 0 0,1 1-1 0 0,0-1 1 0 0,0 0 0 0 0,-5-21 0 0 0,3 5-26 0 0,1 0 0 0 0,1 0 0 0 0,2-1 0 0 0,0 0 0 0 0,2-34 0 0 0,3 25 12 0 0,1 1-1 0 0,3 1 0 0 0,1-1 0 0 0,1 0 1 0 0,2 1-1 0 0,2 1 0 0 0,1 0 0 0 0,2 0 1 0 0,1 2-1 0 0,27-44 0 0 0,-25 49-11 0 0,1 2-1 0 0,1 0 0 0 0,1 1 1 0 0,2 1-1 0 0,0 1 1 0 0,2 0-1 0 0,0 2 1 0 0,1 1-1 0 0,2 1 1 0 0,0 2-1 0 0,0 0 1 0 0,36-15-1 0 0,-44 25-7 0 0,-1 0-1 0 0,0 2 1 0 0,1 0-1 0 0,0 1 1 0 0,1 1-1 0 0,-1 1 1 0 0,0 0-1 0 0,29 2 1 0 0,-35 1 0 0 0,-1 0 0 0 0,1 1 0 0 0,0 0 0 0 0,0 1 0 0 0,-1 1 0 0 0,0 0 1 0 0,0 0-1 0 0,0 1 0 0 0,0 1 0 0 0,-1 0 0 0 0,0 1 0 0 0,0 0 0 0 0,17 14 0 0 0,-26-20 7 0 0,0 1 0 0 0,0 0 0 0 0,0 0 1 0 0,0 0-1 0 0,-1 0 0 0 0,1 1 0 0 0,0-1 0 0 0,-1 0 0 0 0,1 1 0 0 0,-1-1 0 0 0,0 1 0 0 0,0-1 0 0 0,0 1 0 0 0,0 0 0 0 0,-1-1 0 0 0,1 1 0 0 0,-1 0 0 0 0,1 0 0 0 0,-1-1 0 0 0,0 1 0 0 0,0 0 0 0 0,-1 4 0 0 0,0-3 3 0 0,0-1 1 0 0,-1 1 0 0 0,1-1-1 0 0,-1 0 1 0 0,0 0 0 0 0,0 0-1 0 0,0 0 1 0 0,0 0-1 0 0,0 0 1 0 0,-1 0 0 0 0,1 0-1 0 0,-1-1 1 0 0,0 0 0 0 0,0 1-1 0 0,0-1 1 0 0,0 0 0 0 0,-4 1-1 0 0,-7 5 15 0 0,0-2 0 0 0,-1 0 0 0 0,0 0 0 0 0,-1-2 0 0 0,1 1 0 0 0,-1-2 0 0 0,-18 2 1 0 0,-111 1-943 0 0,135-6 706 0 0,9 0 98 0 0,0 0 1 0 0,0 0-1 0 0,0 0 0 0 0,0 0 0 0 0,0 0 0 0 0,0 0 0 0 0,0 0 0 0 0,0-1 0 0 0,0 1 0 0 0,0 0 0 0 0,0 0 1 0 0,0-1-1 0 0,0 1 0 0 0,-2-2 0 0 0,48-27-17717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7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72 2932 0 0,'0'-2'488'0'0,"1"0"0"0"0,-1-1 0 0 0,0 1 0 0 0,0 0 0 0 0,0-1 0 0 0,0 1 0 0 0,-1 0 0 0 0,1-1 0 0 0,-1 1 0 0 0,1 0 0 0 0,-1-1-1 0 0,0 1 1 0 0,0 0 0 0 0,0 0 0 0 0,0 0 0 0 0,-2-4 0 0 0,1 4-189 0 0,0 1 0 0 0,1-1 0 0 0,-1 0-1 0 0,0 0 1 0 0,0 1 0 0 0,-1-1 0 0 0,1 1 0 0 0,0 0-1 0 0,0-1 1 0 0,-1 1 0 0 0,1 0 0 0 0,-1 0 0 0 0,-2 0-1 0 0,0 0-153 0 0,0 0-1 0 0,1 0 1 0 0,-1 1-1 0 0,0 0 1 0 0,0 0-1 0 0,1 0 1 0 0,-1 0-1 0 0,0 1 1 0 0,0 0-1 0 0,1 0 1 0 0,-1 0-1 0 0,0 1 0 0 0,1-1 1 0 0,0 1-1 0 0,-1 0 1 0 0,-4 3-1 0 0,0 2-71 0 0,1 0-1 0 0,-1 0 0 0 0,1 1 0 0 0,1 0 0 0 0,-1 0 1 0 0,1 1-1 0 0,1 0 0 0 0,0 0 0 0 0,0 1 1 0 0,1 0-1 0 0,0 0 0 0 0,-6 18 0 0 0,9-23-59 0 0,0 0 0 0 0,1 0 0 0 0,0 0 0 0 0,0 0 0 0 0,0 0 0 0 0,0 1 0 0 0,1-1 0 0 0,0 0 0 0 0,0 0 0 0 0,1 1 0 0 0,-1-1 0 0 0,1 0 0 0 0,0 0 0 0 0,0 0 0 0 0,1 0 0 0 0,0 0 0 0 0,0 0 0 0 0,0 0 0 0 0,0 0 0 0 0,1-1 0 0 0,0 1 0 0 0,0-1 0 0 0,0 0 0 0 0,0 1 0 0 0,1-2 0 0 0,-1 1 0 0 0,1 0 0 0 0,7 5 0 0 0,-5-5-8 0 0,1 0 0 0 0,-1-1-1 0 0,0 0 1 0 0,1 0 0 0 0,0 0 0 0 0,0-1 0 0 0,-1 0 0 0 0,1 0 0 0 0,1-1 0 0 0,-1 0-1 0 0,0 0 1 0 0,0-1 0 0 0,0 0 0 0 0,0 0 0 0 0,10-2 0 0 0,-11 2-2 0 0,-1-1 1 0 0,1-1-1 0 0,-1 1 1 0 0,0-1-1 0 0,1 0 1 0 0,-1 0-1 0 0,0-1 1 0 0,0 0 0 0 0,-1 1-1 0 0,1-2 1 0 0,0 1-1 0 0,-1 0 1 0 0,0-1-1 0 0,0 0 1 0 0,0 0-1 0 0,0 0 1 0 0,-1-1-1 0 0,0 1 1 0 0,1-1-1 0 0,2-5 1 0 0,-2 0-5 0 0,0 0 0 0 0,0 0 1 0 0,-1 0-1 0 0,0 0 0 0 0,-1 0 1 0 0,0-1-1 0 0,-1 1 0 0 0,0-1 1 0 0,-1 1-1 0 0,0-1 0 0 0,-2-15 1 0 0,2 20-2 0 0,-1 0 1 0 0,-1 0 0 0 0,1 0-1 0 0,-1 0 1 0 0,0 0 0 0 0,0 1-1 0 0,-1-1 1 0 0,1 1-1 0 0,-1-1 1 0 0,-1 1 0 0 0,1 0-1 0 0,-1 0 1 0 0,0 0 0 0 0,0 1-1 0 0,0-1 1 0 0,-1 1 0 0 0,1 0-1 0 0,-1 0 1 0 0,0 1-1 0 0,-9-6 1 0 0,12 8-14 0 0,1 0 0 0 0,-1 1 0 0 0,0-1 0 0 0,0 0 0 0 0,0 1 0 0 0,1-1 0 0 0,-1 1 0 0 0,0 0 0 0 0,0-1-1 0 0,0 1 1 0 0,0 0 0 0 0,0 0 0 0 0,0 0 0 0 0,0 1 0 0 0,0-1 0 0 0,0 0 0 0 0,0 1 0 0 0,1-1 0 0 0,-1 1 0 0 0,0-1 0 0 0,0 1 0 0 0,0 0 0 0 0,1 0 0 0 0,-1 0-1 0 0,0 0 1 0 0,1 0 0 0 0,-1 0 0 0 0,1 1 0 0 0,-1-1 0 0 0,1 0 0 0 0,-2 3 0 0 0,2-2-118 0 0,0-1 0 0 0,0 1 0 0 0,0 0 0 0 0,0 0 0 0 0,0-1 0 0 0,1 1 0 0 0,-1 0 0 0 0,1 0 0 0 0,-1 0 0 0 0,1 0 0 0 0,0 0-1 0 0,-1 0 1 0 0,1 0 0 0 0,0 0 0 0 0,0 0 0 0 0,0 0 0 0 0,1 0 0 0 0,-1 0 0 0 0,0-1 0 0 0,1 1 0 0 0,0 0 0 0 0,-1 0 0 0 0,1 0 0 0 0,0 0 0 0 0,0-1 0 0 0,0 1 0 0 0,0 0 0 0 0,0-1 0 0 0,0 1 0 0 0,2 1 0 0 0,1 1-910 0 0,0 0 0 0 0,0-1 1 0 0,0 1-1 0 0,0-1 0 0 0,1 0 1 0 0,6 4-1 0 0,7 1-3945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52 340 0 0,'6'-23'8233'0'0,"1"-5"1457"0"0,-13 59-6998 0 0,0-7-2534 0 0,1 0 0 0 0,1 0 0 0 0,1 1 0 0 0,1-1 0 0 0,2 1 0 0 0,2 29 0 0 0,-2-51-249 0 0,1-1 0 0 0,0 1 0 0 0,0 0 1 0 0,-1-1-1 0 0,1 1 0 0 0,1-1 0 0 0,-1 0 0 0 0,0 1 0 0 0,1-1 0 0 0,-1 0 0 0 0,1 0 0 0 0,-1 0 0 0 0,1 0 0 0 0,0 0 0 0 0,0 0 0 0 0,0 0 0 0 0,0-1 0 0 0,1 1 0 0 0,-1-1 0 0 0,0 1 0 0 0,0-1 0 0 0,1 0 0 0 0,-1 0 0 0 0,5 1 1 0 0,-5-1-419 0 0,0-1 0 0 0,0 0 0 0 0,0 0 0 0 0,0 0 0 0 0,0 0 0 0 0,0 0 0 0 0,0 0 0 0 0,0 0 0 0 0,0 0 0 0 0,0-1 0 0 0,0 1 0 0 0,0-1 0 0 0,0 0 0 0 0,0 0 0 0 0,0 1 0 0 0,0-1 0 0 0,0 0 0 0 0,0 0 0 0 0,-1-1 0 0 0,4-1 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7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115 119 2340 0 0,'0'0'83'0'0,"-10"-17"1628"0"0,0 1 0 0 0,-1 1 1 0 0,-1 0-1 0 0,0 1 0 0 0,-23-21 0 0 0,35 34-1672 0 0,-1 1 0 0 0,0-1 0 0 0,0 1 0 0 0,1-1 0 0 0,-1 1 0 0 0,0-1 0 0 0,0 1 0 0 0,0-1 0 0 0,0 1 0 0 0,1 0 0 0 0,-1 0 0 0 0,0-1 0 0 0,0 1 0 0 0,0 0 0 0 0,-1 0 0 0 0,1 0-47 0 0,1 0 0 0 0,-1 0 0 0 0,1 0 0 0 0,-1 0 0 0 0,1 1 0 0 0,0-1-1 0 0,-1 0 1 0 0,1 0 0 0 0,0 0 0 0 0,-1 1 0 0 0,1-1 0 0 0,-1 0 0 0 0,1 0-1 0 0,0 1 1 0 0,0-1 0 0 0,-1 0 0 0 0,1 1 0 0 0,0-1 0 0 0,0 1 0 0 0,-1-1-1 0 0,1 0 1 0 0,0 1 0 0 0,0 0 0 0 0,-1 0-173 0 0,1 1-1 0 0,-1 0 1 0 0,1 0-1 0 0,0-1 1 0 0,0 1 0 0 0,0 0-1 0 0,0-1 1 0 0,0 1-1 0 0,0 0 1 0 0,1 0-1 0 0,-1-1 1 0 0,0 1 0 0 0,1 0-1 0 0,-1-1 1 0 0,2 3-1 0 0,5 9-3065 0 0,0 0-1318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8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1 860 0 0,'3'12'6748'0'0,"1"6"-4501"0"0,12 65 2115 0 0,-9-44-3740 0 0,0-1 0 0 0,1 63 0 0 0,-8-95-555 0 0,0 1 0 0 0,0 0 0 0 0,-1 0 0 0 0,0 0 0 0 0,0-1 0 0 0,-1 1 0 0 0,-4 12 0 0 0,5-17 84 0 0,-2-9-104 0 0,3 6-46 0 0,0 1-1 0 0,-1-1 0 0 0,1 1 1 0 0,0-1-1 0 0,0 1 0 0 0,0-1 1 0 0,-1 1-1 0 0,1-1 0 0 0,0 1 1 0 0,0-1-1 0 0,0 1 0 0 0,0-1 1 0 0,0 0-1 0 0,0 1 1 0 0,0-1-1 0 0,0 1 0 0 0,0-1 1 0 0,0 1-1 0 0,0-2 0 0 0,4-11-2 0 0,1 1 0 0 0,0-1 0 0 0,1 1 1 0 0,0 0-1 0 0,1 0 0 0 0,0 1 0 0 0,1 0 0 0 0,0 0 0 0 0,0 1 0 0 0,15-13 0 0 0,-4 5-6 0 0,0 2 0 0 0,2 0 0 0 0,-1 2 0 0 0,37-20 1 0 0,-48 28 2 0 0,-6 4 4 0 0,0 1-1 0 0,0-1 0 0 0,0 1 1 0 0,0-1-1 0 0,0 1 1 0 0,1 0-1 0 0,-1 0 0 0 0,0 0 1 0 0,1 1-1 0 0,-1-1 1 0 0,0 1-1 0 0,1 0 0 0 0,3 0 1 0 0,-4-1 10 0 0,-1 1 0 0 0,1 0 0 0 0,-1 0 0 0 0,1 0 0 0 0,-1 1 0 0 0,1-1 0 0 0,-1 1 0 0 0,1-1 0 0 0,-1 1 0 0 0,1 0 0 0 0,-1 0 0 0 0,0 0 0 0 0,0 0 0 0 0,1 0 0 0 0,-1 0-1 0 0,0 1 1 0 0,0-1 0 0 0,0 1 0 0 0,0 0 0 0 0,0-1 0 0 0,-1 1 0 0 0,1 0 0 0 0,0 0 0 0 0,-1 0 0 0 0,0 0 0 0 0,1 0 0 0 0,1 4 0 0 0,1 5 52 0 0,-1 0-1 0 0,0 0 0 0 0,0 0 0 0 0,-1 0 1 0 0,1 14-1 0 0,-3-16-32 0 0,1-1 0 0 0,1 1 0 0 0,-1-1 0 0 0,1 1 0 0 0,1-1 0 0 0,-1 0 0 0 0,1 0 0 0 0,6 11 0 0 0,-7-16-138 0 0,1 0-1 0 0,-1 0 0 0 0,1 0 0 0 0,-1 0 1 0 0,1 0-1 0 0,0-1 0 0 0,0 1 1 0 0,0-1-1 0 0,0 0 0 0 0,1 0 1 0 0,-1 0-1 0 0,1-1 0 0 0,-1 1 1 0 0,1-1-1 0 0,0 0 0 0 0,-1 0 0 0 0,1 0 1 0 0,0 0-1 0 0,0 0 0 0 0,4-1 1 0 0,-4 0-221 0 0,0-1-1 0 0,0 1 1 0 0,0-1 0 0 0,0 0 0 0 0,0 0 0 0 0,0 0 0 0 0,0-1 0 0 0,0 0-1 0 0,0 1 1 0 0,-1-1 0 0 0,1-1 0 0 0,-1 1 0 0 0,1 0 0 0 0,-1-1 0 0 0,0 0 0 0 0,0 1-1 0 0,0-1 1 0 0,4-6 0 0 0,8-11-2510 0 0,0-4-900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0 281 1044 0 0,'92'-256'16319'0'0,"-86"234"-14960"0"0,-6 20-923 0 0,-5 12 823 0 0,-7 18-335 0 0,1 0-1 0 0,2 0 1 0 0,0 1 0 0 0,-6 49-1 0 0,11-58-648 0 0,-5 30 423 0 0,-5 89 0 0 0,13-115-611 0 0,2-1 0 0 0,0 1 0 0 0,2 0 0 0 0,0-1-1 0 0,14 46 1 0 0,-13-57-271 0 0,1 0-1 0 0,0-1 0 0 0,1 0 1 0 0,0 0-1 0 0,1 0 0 0 0,0-1 1 0 0,0 0-1 0 0,1 0 1 0 0,10 8-1 0 0,-11-11-751 0 0,2 0 1 0 0,-1-1-1 0 0,1 0 0 0 0,13 8 1 0 0,-14-10-885 0 0,0 0 1 0 0,1-1 0 0 0,-1 0-1 0 0,1-1 1 0 0,14 3 0 0 0,-6-3-5564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8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279 217 700 0 0,'-65'-25'6779'0'0,"1"-3"-1"0"0,-61-36 1 0 0,123 63-6622 0 0,0 0 0 0 0,1-1 0 0 0,-1 1 0 0 0,0 0 0 0 0,1 0-1 0 0,-1-1 1 0 0,1 1 0 0 0,-1-1 0 0 0,1 0 0 0 0,0 1 0 0 0,-1-1 0 0 0,1 0 0 0 0,0 0 0 0 0,0 1 0 0 0,0-1 0 0 0,0-3 0 0 0,1 4-103 0 0,0 0 0 0 0,0-1 0 0 0,0 1 0 0 0,0 0 0 0 0,0 0 1 0 0,0-1-1 0 0,1 1 0 0 0,-1 0 0 0 0,1 0 0 0 0,-1-1 0 0 0,1 1 0 0 0,-1 0 0 0 0,1 0 1 0 0,0 0-1 0 0,-1 0 0 0 0,1 0 0 0 0,0 0 0 0 0,0 0 0 0 0,0 0 0 0 0,0 0 1 0 0,0 0-1 0 0,0 1 0 0 0,0-1 0 0 0,0 0 0 0 0,0 0 0 0 0,0 1 0 0 0,0-1 1 0 0,2 0-1 0 0,10-5-49 0 0,0 1 0 0 0,0 0 0 0 0,0 1 1 0 0,0 0-1 0 0,1 1 0 0 0,21-2 1 0 0,87-1-2789 0 0,-110 6 2398 0 0,52 0-2507 0 0,20-1-5186 0 0,-36-1-691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48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41 6201 0 0,'-3'-24'15401'0'0,"1"16"-13525"0"0,7-1-2308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4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20 141 1432 0 0,'0'-140'15354'0'0,"17"154"-13296"0"0,-6 16-1337 0 0,-1 2 0 0 0,-2-1 0 0 0,-1 1 0 0 0,-1 0-1 0 0,1 37 1 0 0,-4-41-445 0 0,6 76 310 0 0,-4 1-1 0 0,-5 0 0 0 0,-5 0 1 0 0,-4-1-1 0 0,-30 143 0 0 0,38-244-580 0 0,1-1 1 0 0,-1 1-1 0 0,0-1 0 0 0,0 1 0 0 0,1-1 1 0 0,-2 0-1 0 0,1 0 0 0 0,-2 3 0 0 0,3-4-37 0 0,-1 0 0 0 0,1-1-1 0 0,-1 1 1 0 0,1-1 0 0 0,-1 1-1 0 0,0-1 1 0 0,1 0 0 0 0,-1 1-1 0 0,0-1 1 0 0,0 0 0 0 0,1 1 0 0 0,-1-1-1 0 0,0 0 1 0 0,0 0 0 0 0,1 1-1 0 0,-1-1 1 0 0,0 0 0 0 0,0 0-1 0 0,0 0 1 0 0,1 0 0 0 0,-1 0-1 0 0,-1-1 1 0 0,1 1-123 0 0,0-1 0 0 0,-1 0 0 0 0,1 0 0 0 0,0 0 0 0 0,0 0 0 0 0,0 0 0 0 0,1-1 0 0 0,-1 1 0 0 0,0 0 0 0 0,0 0 0 0 0,1-1 0 0 0,-1 1 0 0 0,1 0-1 0 0,-1-1 1 0 0,1 1 0 0 0,-1 0 0 0 0,1-1 0 0 0,0-1 0 0 0,-1 1-344 0 0,-1-8-1396 0 0,0 1-1 0 0,0 0 1 0 0,1-1-1 0 0,1 0 1 0 0,-1 1-1 0 0,3-18 1 0 0,2 3-5249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5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83 383 2292 0 0,'-5'-18'1127'0'0,"1"-1"-1"0"0,1 0 0 0 0,1 0 0 0 0,0 0 1 0 0,1 0-1 0 0,2 0 0 0 0,2-27 1 0 0,-1 38-988 0 0,0-1 1 0 0,0 1 0 0 0,0-1 0 0 0,1 1 0 0 0,1 0 0 0 0,-1 0 0 0 0,1 0-1 0 0,1 1 1 0 0,-1-1 0 0 0,1 1 0 0 0,0 0 0 0 0,1 0 0 0 0,0 1 0 0 0,0 0 0 0 0,0 0-1 0 0,1 0 1 0 0,0 1 0 0 0,11-7 0 0 0,0 2-6 0 0,1 1 0 0 0,0 1-1 0 0,1 1 1 0 0,0 0 0 0 0,0 2 0 0 0,1 0 0 0 0,-1 1 0 0 0,1 1-1 0 0,0 1 1 0 0,0 1 0 0 0,0 1 0 0 0,0 1 0 0 0,27 4 0 0 0,-30-3-84 0 0,0 2 1 0 0,1 0-1 0 0,-1 1 1 0 0,0 0 0 0 0,-1 2-1 0 0,0 0 1 0 0,0 1 0 0 0,0 0-1 0 0,-1 2 1 0 0,0 0-1 0 0,-1 0 1 0 0,0 2 0 0 0,-1 0-1 0 0,0 0 1 0 0,14 18 0 0 0,-22-22-39 0 0,0 0 1 0 0,-1 0 0 0 0,0 1-1 0 0,0 0 1 0 0,-1 0 0 0 0,0 0 0 0 0,-1 0-1 0 0,0 0 1 0 0,0 1 0 0 0,-1 0 0 0 0,0 0-1 0 0,-1-1 1 0 0,0 1 0 0 0,-1 0 0 0 0,0 0-1 0 0,0 0 1 0 0,-1 0 0 0 0,0 0 0 0 0,-1 0-1 0 0,0-1 1 0 0,0 1 0 0 0,-1-1 0 0 0,-1 1-1 0 0,1-1 1 0 0,-2 0 0 0 0,-5 10 0 0 0,-4 3 34 0 0,0 0 0 0 0,-1-2 1 0 0,-1 1-1 0 0,-1-2 0 0 0,-1 0 1 0 0,-1-1-1 0 0,0-1 0 0 0,-1-1 1 0 0,-34 21-1 0 0,31-24 66 0 0,0 0 0 0 0,0-1 0 0 0,-1-1 0 0 0,-1-2 0 0 0,1 0 0 0 0,-2-2 0 0 0,1-1 0 0 0,-1 0 0 0 0,-37 2 0 0 0,60-8-80 0 0,0 0 0 0 0,0 1-1 0 0,0-1 1 0 0,0 0 0 0 0,0 0-1 0 0,1 0 1 0 0,-1-1 0 0 0,0 1 0 0 0,0-1-1 0 0,0 0 1 0 0,0 0 0 0 0,1 0 0 0 0,-1 0-1 0 0,0 0 1 0 0,1 0 0 0 0,-1-1 0 0 0,1 1-1 0 0,-1-1 1 0 0,1 0 0 0 0,-3-2-1 0 0,5 3-25 0 0,-1 0-1 0 0,1 0 1 0 0,-1 0-1 0 0,1 0 0 0 0,0 0 1 0 0,-1 0-1 0 0,1-1 0 0 0,0 1 1 0 0,0 0-1 0 0,0 0 1 0 0,0 0-1 0 0,0 0 0 0 0,0 0 1 0 0,0 0-1 0 0,1-1 1 0 0,-1 1-1 0 0,0 0 0 0 0,0 0 1 0 0,1 0-1 0 0,-1 0 0 0 0,1 0 1 0 0,-1 0-1 0 0,1 0 1 0 0,0 0-1 0 0,-1 0 0 0 0,1 0 1 0 0,1-1-1 0 0,22-22 45 0 0,-8 13-38 0 0,1 1 0 0 0,0 0 0 0 0,1 2 0 0 0,0 0 0 0 0,0 0 1 0 0,1 2-1 0 0,0 0 0 0 0,0 2 0 0 0,1 0 0 0 0,-1 0 0 0 0,1 2 0 0 0,-1 1 0 0 0,1 0 1 0 0,27 4-1 0 0,-31-2-10 0 0,1 1 0 0 0,-1 0 0 0 0,0 2 0 0 0,0 0 0 0 0,0 1 0 0 0,-1 0 1 0 0,0 1-1 0 0,0 1 0 0 0,0 1 0 0 0,0 0 0 0 0,-1 0 0 0 0,-1 2 0 0 0,0-1 1 0 0,0 2-1 0 0,-1 0 0 0 0,0 0 0 0 0,16 21 0 0 0,-23-24 64 0 0,1-1 0 0 0,-2 1 0 0 0,1 0-1 0 0,-1 1 1 0 0,0-1 0 0 0,-1 1 0 0 0,0 0 0 0 0,0 0 0 0 0,-1 0-1 0 0,0 0 1 0 0,-1 0 0 0 0,0 0 0 0 0,0 0 0 0 0,-1 14 0 0 0,-1-13 12 0 0,-1 0 0 0 0,0-1 0 0 0,0 1 0 0 0,-1-1 0 0 0,-1 1 1 0 0,1-1-1 0 0,-1 0 0 0 0,-1 0 0 0 0,0-1 0 0 0,0 1 0 0 0,0-1 1 0 0,-1 0-1 0 0,-10 9 0 0 0,2-3 30 0 0,-1 0 0 0 0,0-2 0 0 0,-1 0 0 0 0,0 0 1 0 0,-1-2-1 0 0,-1 0 0 0 0,1-1 0 0 0,-33 11 0 0 0,14-7 45 0 0,-1-2-1 0 0,-1-2 1 0 0,-56 6 0 0 0,56-11-14 0 0,0-2 0 0 0,0-1 0 0 0,-61-8 0 0 0,72 3-797 0 0,0-1-1 0 0,0-1 1 0 0,0-1 0 0 0,1-2-1 0 0,-42-19 1 0 0,51 16-4457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80 2692 0 0,'0'-7'1069'0'0,"0"0"0"0"0,-1 1 0 0 0,0-1-1 0 0,0 1 1 0 0,0 0 0 0 0,-1-1 0 0 0,0 1-1 0 0,-4-9 1 0 0,5 14-968 0 0,1 0-1 0 0,-1 0 1 0 0,0 0-1 0 0,0 1 1 0 0,1-1 0 0 0,-1 0-1 0 0,0 0 1 0 0,0 1-1 0 0,0-1 1 0 0,0 0 0 0 0,0 1-1 0 0,0-1 1 0 0,0 1-1 0 0,0-1 1 0 0,0 1 0 0 0,0 0-1 0 0,0-1 1 0 0,-1 1-1 0 0,1 0 1 0 0,0 0-1 0 0,0 0 1 0 0,0 0 0 0 0,0 0-1 0 0,0 0 1 0 0,-1 0-1 0 0,1 0 1 0 0,0 0 0 0 0,0 1-1 0 0,0-1 1 0 0,0 0-1 0 0,0 1 1 0 0,0-1-1 0 0,0 1 1 0 0,0-1 0 0 0,0 1-1 0 0,-2 0 1 0 0,-2 2 128 0 0,-1 1 1 0 0,1-1-1 0 0,0 0 0 0 0,0 1 1 0 0,-5 5-1 0 0,-15 17 92 0 0,1 0-1 0 0,2 2 1 0 0,1 1-1 0 0,1 0 1 0 0,1 1 0 0 0,1 1-1 0 0,2 1 1 0 0,2 1 0 0 0,-17 52-1 0 0,28-74-283 0 0,1 0 0 0 0,0 0-1 0 0,0 0 1 0 0,1 1 0 0 0,1-1 0 0 0,0 0-1 0 0,1 12 1 0 0,0-19-26 0 0,-1 0-1 0 0,1 0 1 0 0,0 0 0 0 0,0 0-1 0 0,0-1 1 0 0,1 1-1 0 0,0 0 1 0 0,-1 0 0 0 0,1-1-1 0 0,0 1 1 0 0,1-1 0 0 0,-1 0-1 0 0,1 0 1 0 0,-1 0-1 0 0,1 0 1 0 0,0 0 0 0 0,0 0-1 0 0,0-1 1 0 0,0 1-1 0 0,1-1 1 0 0,-1 0 0 0 0,7 3-1 0 0,2-1-1 0 0,0-1 1 0 0,0 0-1 0 0,0 0 0 0 0,0-1 0 0 0,1-1 0 0 0,-1 0 1 0 0,0 0-1 0 0,1-2 0 0 0,-1 1 0 0 0,1-2 0 0 0,-1 1 1 0 0,21-7-1 0 0,-16 3 2 0 0,0 0 0 0 0,0-1-1 0 0,-1-1 1 0 0,0-1 0 0 0,0 0 0 0 0,-1-1 0 0 0,0-1 0 0 0,19-15 0 0 0,-27 18-4 0 0,1 0 0 0 0,-1-1 0 0 0,-1 1 0 0 0,0-1 0 0 0,0-1 0 0 0,0 1 0 0 0,-1-1 0 0 0,0 0 0 0 0,-1 0 0 0 0,0 0 0 0 0,-1-1 1 0 0,1 1-1 0 0,-2-1 0 0 0,4-19 0 0 0,-6 21-7 0 0,1-1-1 0 0,-1 1 1 0 0,0-1 0 0 0,-1 1 0 0 0,0-1 0 0 0,-1 1-1 0 0,1-1 1 0 0,-2 1 0 0 0,1 0 0 0 0,-1 0 0 0 0,0 0-1 0 0,-1 0 1 0 0,0 0 0 0 0,0 1 0 0 0,-1 0 0 0 0,1 0-1 0 0,-12-12 1 0 0,6 9 5 0 0,-1-1 0 0 0,0 2 0 0 0,-1 0 0 0 0,0 0 1 0 0,-1 1-1 0 0,1 1 0 0 0,-28-12 0 0 0,33 15-108 0 0,-1 2 0 0 0,0-1 0 0 0,0 1 0 0 0,1 0 0 0 0,-1 0 0 0 0,-1 1 1 0 0,1 0-1 0 0,0 1 0 0 0,0 0 0 0 0,0 0 0 0 0,0 0 0 0 0,0 1 0 0 0,-1 1 1 0 0,1-1-1 0 0,-15 6 0 0 0,21-6-101 0 0,-1 0 0 0 0,1 1 1 0 0,-1-1-1 0 0,1 1 0 0 0,0-1 1 0 0,0 1-1 0 0,-1 0 0 0 0,1 0 1 0 0,0 0-1 0 0,1 0 0 0 0,-1 0 1 0 0,0 0-1 0 0,1 0 0 0 0,-1 1 0 0 0,1-1 1 0 0,0 1-1 0 0,-1-1 0 0 0,1 1 1 0 0,0-1-1 0 0,1 1 0 0 0,-1 0 1 0 0,0 3-1 0 0,1-4-305 0 0,0 1 0 0 0,0 0 0 0 0,0 0 0 0 0,0 0 0 0 0,0 0 0 0 0,1-1 0 0 0,-1 1 0 0 0,1 0 0 0 0,0-1 0 0 0,0 1-1 0 0,0 0 1 0 0,0-1 0 0 0,1 1 0 0 0,1 2 0 0 0,8 7-4634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51 2268 0 0,'-46'-50'11750'0'0,"44"50"-11621"0"0,1 0 0 0 0,0 1 0 0 0,0-1 0 0 0,-1 1 0 0 0,1-1 0 0 0,0 1 0 0 0,0-1 0 0 0,0 1 0 0 0,0 0 0 0 0,0-1 0 0 0,0 1 0 0 0,0 0 0 0 0,0 0 0 0 0,0 0 0 0 0,0 0 0 0 0,0 0 0 0 0,0 0 0 0 0,1 0 0 0 0,-1 0 0 0 0,0 0 0 0 0,1 0 1 0 0,-1 0-1 0 0,1 1 0 0 0,-1-1 0 0 0,1 0 0 0 0,-1 2 0 0 0,-7 39 1322 0 0,6-34-1059 0 0,-3 23 452 0 0,0-1-152 0 0,-2 38 0 0 0,6-60-630 0 0,1 0 1 0 0,0 1-1 0 0,1-1 1 0 0,0 0-1 0 0,0 1 1 0 0,1-1-1 0 0,0 0 0 0 0,1 0 1 0 0,4 10-1 0 0,-4-12-46 0 0,1-1 0 0 0,-1 0 0 0 0,1-1 0 0 0,0 1 1 0 0,1-1-1 0 0,-1 0 0 0 0,1 0 0 0 0,0 0 0 0 0,0 0 0 0 0,0-1 0 0 0,0 0 0 0 0,0 0 0 0 0,1 0 0 0 0,0-1 0 0 0,-1 0 0 0 0,1 0 0 0 0,0 0 0 0 0,0-1 0 0 0,0 0 0 0 0,0 0 0 0 0,0 0 0 0 0,0-1 0 0 0,8 0 0 0 0,-5 0-14 0 0,1 0-1 0 0,-1-1 1 0 0,0 0 0 0 0,0-1 0 0 0,-1 1-1 0 0,1-2 1 0 0,0 1 0 0 0,-1-1-1 0 0,1-1 1 0 0,-1 1 0 0 0,0-2 0 0 0,0 1-1 0 0,0-1 1 0 0,-1 0 0 0 0,9-7-1 0 0,-8 3-3 0 0,0 0-1 0 0,-1 0 0 0 0,0-1 0 0 0,-1 0 0 0 0,0 0 0 0 0,-1-1 0 0 0,0 1 1 0 0,7-22-1 0 0,-3-2 4 0 0,-1 1 1 0 0,4-39-1 0 0,-13 52 240 0 0,-3 20 321 0 0,-3 13-125 0 0,-4 17-107 0 0,1 1 0 0 0,1 0 0 0 0,-6 49 0 0 0,11-44-2023 0 0,0 46 1 0 0,4-75 972 0 0,0 0 0 0 0,1 0 0 0 0,0 1 0 0 0,1-1 0 0 0,1 7 0 0 0,11 15-7810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6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1 169 2412 0 0,'3'-12'1199'0'0,"1"1"0"0"0,0 0 1 0 0,0 0-1 0 0,1 0 0 0 0,1 1 0 0 0,0-1 0 0 0,0 1 0 0 0,11-11 0 0 0,-14 17-958 0 0,0 1-1 0 0,0-1 1 0 0,1 1 0 0 0,-1 0-1 0 0,1 0 1 0 0,0 0 0 0 0,0 1-1 0 0,0 0 1 0 0,0-1-1 0 0,1 1 1 0 0,-1 1 0 0 0,0-1-1 0 0,1 1 1 0 0,-1-1-1 0 0,1 1 1 0 0,0 1 0 0 0,-1-1-1 0 0,1 1 1 0 0,0-1 0 0 0,-1 1-1 0 0,1 1 1 0 0,0-1-1 0 0,8 2 1 0 0,-7 0-127 0 0,-1 0 0 0 0,0 0 0 0 0,0 0 0 0 0,0 0 0 0 0,0 1 0 0 0,0 0 0 0 0,0 0 0 0 0,-1 0 0 0 0,1 0 0 0 0,-1 1 0 0 0,0 0 0 0 0,0 0 0 0 0,0 0 0 0 0,-1 0 0 0 0,0 1 0 0 0,1-1 0 0 0,-2 1 0 0 0,1 0 0 0 0,0 0 1 0 0,-1 0-1 0 0,0 0 0 0 0,0 0 0 0 0,0 1 0 0 0,-1-1 0 0 0,0 0 0 0 0,0 1 0 0 0,0 7 0 0 0,0-3-59 0 0,0 1 1 0 0,-1 0 0 0 0,-1 0 0 0 0,1 0 0 0 0,-2-1-1 0 0,0 1 1 0 0,0-1 0 0 0,-1 1 0 0 0,0-1 0 0 0,0 0-1 0 0,-1 0 1 0 0,-1 0 0 0 0,-7 13 0 0 0,8-19-7 0 0,1 0 1 0 0,-1 0 0 0 0,0 0-1 0 0,0 0 1 0 0,-9 6 0 0 0,10-9-16 0 0,-1-1 38 0 0,4 0-70 0 0,-1 0 0 0 0,1 0 1 0 0,-1 1-1 0 0,0-1 0 0 0,1 0 0 0 0,-1 0 0 0 0,1 0 1 0 0,-1 0-1 0 0,0 0 0 0 0,1 0 0 0 0,-1-1 0 0 0,0 1 0 0 0,1 0 1 0 0,-1 0-1 0 0,1 0 0 0 0,-1 0 0 0 0,1-1 0 0 0,-1 1 1 0 0,0-1-1 0 0,-1-3 8 0 0,0 1 0 0 0,0-1 0 0 0,1 0 0 0 0,0 0 0 0 0,-1 0 0 0 0,2 0 0 0 0,-1 0 0 0 0,0 0 0 0 0,1 0 1 0 0,0 0-1 0 0,0-1 0 0 0,0 1 0 0 0,0 0 0 0 0,1 0 0 0 0,-1 0 0 0 0,1 0 0 0 0,0 0 0 0 0,1 0 0 0 0,-1 0 0 0 0,0 0 0 0 0,1 1 0 0 0,3-5 1 0 0,2-7-5 0 0,1 1 1 0 0,1 0-1 0 0,1 0 1 0 0,14-16 0 0 0,-10 15-9 0 0,0 1 0 0 0,1 0 1 0 0,1 1-1 0 0,0 0 1 0 0,1 1-1 0 0,0 1 1 0 0,1 1-1 0 0,0 1 0 0 0,1 0 1 0 0,0 1-1 0 0,24-6 1 0 0,-41 13 0 0 0,1 0 1 0 0,-1 0-1 0 0,1 0 1 0 0,0 1-1 0 0,-1-1 0 0 0,1 1 1 0 0,0-1-1 0 0,-1 1 1 0 0,1 0-1 0 0,0 0 0 0 0,-1 1 1 0 0,1-1-1 0 0,-1 0 1 0 0,1 1-1 0 0,0 0 1 0 0,3 1-1 0 0,1 1-2 0 0,-4-2 4 0 0,-1 0 1 0 0,1 0-1 0 0,-1 0 0 0 0,0 1 0 0 0,1-1 1 0 0,-1 1-1 0 0,0-1 0 0 0,0 1 0 0 0,0 0 1 0 0,0 0-1 0 0,0 0 0 0 0,0 0 0 0 0,-1 0 1 0 0,1 0-1 0 0,2 5 0 0 0,-2-2-2 0 0,0 0 0 0 0,0 1-1 0 0,-1-1 1 0 0,0 0 0 0 0,0 1-1 0 0,0-1 1 0 0,0 8 0 0 0,-1 7-57 0 0,-1-1 1 0 0,-1 1-1 0 0,-5 25 1 0 0,6-44 48 0 0,-2 14-733 0 0,1-1 0 0 0,0 1 1 0 0,1-1-1 0 0,1 25 0 0 0,0-36 217 0 0,1 1 0 0 0,-1 0 0 0 0,1 0 0 0 0,0-1 0 0 0,0 1 0 0 0,0 0 0 0 0,1-1 0 0 0,-1 1 0 0 0,1-1 0 0 0,0 1 0 0 0,0-1 0 0 0,0 0 0 0 0,0 0 0 0 0,0 0 0 0 0,1 0 0 0 0,-1 0 0 0 0,1 0 0 0 0,0-1 0 0 0,0 0 0 0 0,0 1 0 0 0,0-1 0 0 0,7 3 0 0 0,7 2-4692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7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251 733 688 0 0,'14'-29'4880'0'0,"15"-52"1"0"0,-26 72-4317 0 0,-1-1 1 0 0,0 1 0 0 0,0-1-1 0 0,-1 0 1 0 0,-1 1 0 0 0,1-1-1 0 0,-2 0 1 0 0,1 0 0 0 0,-4-18-1 0 0,3 26-515 0 0,1 0-1 0 0,-1 0 1 0 0,0 0-1 0 0,1 1 1 0 0,-1-1-1 0 0,0 0 1 0 0,0 1-1 0 0,0-1 1 0 0,0 0-1 0 0,-1 1 1 0 0,1 0-1 0 0,0-1 1 0 0,-1 1-1 0 0,1 0 1 0 0,-1-1-1 0 0,1 1 1 0 0,-1 0-1 0 0,1 0 1 0 0,-1 0-1 0 0,0 0 0 0 0,1 1 1 0 0,-1-1-1 0 0,0 0 1 0 0,0 1-1 0 0,0-1 1 0 0,0 1-1 0 0,0-1 1 0 0,1 1-1 0 0,-1 0 1 0 0,0 0-1 0 0,0 0 1 0 0,0 0-1 0 0,0 0 1 0 0,0 1-1 0 0,0-1 1 0 0,0 1-1 0 0,0-1 1 0 0,-2 2-1 0 0,-6 1 59 0 0,0 0 0 0 0,0 2 1 0 0,0-1-1 0 0,0 1 0 0 0,-13 9 0 0 0,3-1 6 0 0,2 1 0 0 0,0 1 0 0 0,-23 24 0 0 0,33-31-78 0 0,1 1 1 0 0,0-1-1 0 0,0 2 1 0 0,1-1-1 0 0,0 1 1 0 0,0 0-1 0 0,1 0 1 0 0,-7 22-1 0 0,11-29-19 0 0,0 0-1 0 0,0 0 0 0 0,1 0 1 0 0,-1 0-1 0 0,1 0 0 0 0,0 0 1 0 0,0 0-1 0 0,0 0 0 0 0,0 0 1 0 0,1 1-1 0 0,-1-1 0 0 0,1 0 1 0 0,0 0-1 0 0,-1 0 0 0 0,1 0 0 0 0,1-1 1 0 0,-1 1-1 0 0,0 0 0 0 0,1 0 1 0 0,-1-1-1 0 0,1 1 0 0 0,0-1 1 0 0,0 1-1 0 0,0-1 0 0 0,0 0 1 0 0,0 0-1 0 0,1 0 0 0 0,2 2 0 0 0,0-1 1 0 0,0 0-1 0 0,1 0 0 0 0,-1-1 0 0 0,1 0 1 0 0,-1 0-1 0 0,1-1 0 0 0,0 1 0 0 0,-1-1 1 0 0,1 0-1 0 0,0-1 0 0 0,0 1 0 0 0,0-1 1 0 0,0-1-1 0 0,6 0 0 0 0,0 0-57 0 0,-1-2 0 0 0,1 1-1 0 0,0-1 1 0 0,-1-1 0 0 0,0 0 0 0 0,0-1-1 0 0,0 0 1 0 0,0-1 0 0 0,-1 0 0 0 0,0 0-1 0 0,0-1 1 0 0,14-14 0 0 0,-12 9-95 0 0,0-1 1 0 0,-1 0-1 0 0,-1-1 0 0 0,0 0 1 0 0,-1 0-1 0 0,0-1 1 0 0,-2 0-1 0 0,9-22 0 0 0,-3-1 9 0 0,-1 0-1 0 0,-3-1 1 0 0,0-1-1 0 0,-3 1 1 0 0,2-43-1 0 0,-6-10 595 0 0,-10-99 1 0 0,9 190-455 0 0,-1 0 1 0 0,0 0 0 0 0,0-1-1 0 0,0 1 1 0 0,0 0 0 0 0,-1 0-1 0 0,1 0 1 0 0,0 0 0 0 0,0-1-1 0 0,-1 1 1 0 0,1 0 0 0 0,-1 0-1 0 0,1 0 1 0 0,-1 0 0 0 0,0-1-1 0 0,-5 13 513 0 0,-4 32 661 0 0,-31 267 1913 0 0,39-297-3095 0 0,-10 61-299 0 0,4 1 1 0 0,1 77 0 0 0,7-141-144 0 0,1 0 0 0 0,1 0 0 0 0,0 0 0 0 0,0 0 0 0 0,1 0 0 0 0,0 0 0 0 0,9 18 0 0 0,-8-22-402 0 0,-1-1 0 0 0,1 0 0 0 0,0 1 0 0 0,1-1 0 0 0,0-1 0 0 0,0 1 0 0 0,0-1 0 0 0,0 0 0 0 0,1 0 0 0 0,0 0 0 0 0,0-1 0 0 0,11 6 0 0 0,5 0-4921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7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283 158 1812 0 0,'7'-19'4281'0'0,"6"-36"0"0"0,-12 49-3716 0 0,0 0 0 0 0,-1 0 0 0 0,1 0 0 0 0,-1-1 0 0 0,-1 1 0 0 0,1 0 0 0 0,-1 0 0 0 0,0 0 0 0 0,-1 0 0 0 0,-1-7 0 0 0,2 13-516 0 0,1-1-1 0 0,-1 0 1 0 0,1 1 0 0 0,-1-1 0 0 0,1 0-1 0 0,-1 1 1 0 0,1-1 0 0 0,-1 1 0 0 0,0-1 0 0 0,1 1-1 0 0,-1-1 1 0 0,0 1 0 0 0,1 0 0 0 0,-1-1-1 0 0,0 1 1 0 0,0 0 0 0 0,1-1 0 0 0,-1 1-1 0 0,0 0 1 0 0,0 0 0 0 0,0 0 0 0 0,1 0-1 0 0,-1-1 1 0 0,0 1 0 0 0,0 0 0 0 0,-1 1 0 0 0,-23 5 841 0 0,10 2-597 0 0,0 1 0 0 0,1 0 1 0 0,0 1-1 0 0,0 1 0 0 0,1 0 0 0 0,-13 15 1 0 0,-64 82 410 0 0,83-98-651 0 0,0-1 1 0 0,1 1-1 0 0,0 0 0 0 0,1 1 1 0 0,0-1-1 0 0,-6 23 1 0 0,10-30-39 0 0,0 1 0 0 0,0-1 0 0 0,1 0 1 0 0,-1 0-1 0 0,1 1 0 0 0,0-1 0 0 0,0 1 0 0 0,0-1 1 0 0,0 0-1 0 0,0 1 0 0 0,1-1 0 0 0,-1 0 0 0 0,1 0 1 0 0,0 1-1 0 0,0-1 0 0 0,1 0 0 0 0,-1 0 0 0 0,0 0 0 0 0,1 0 1 0 0,0 0-1 0 0,0 0 0 0 0,0-1 0 0 0,0 1 0 0 0,0-1 1 0 0,0 1-1 0 0,1-1 0 0 0,-1 0 0 0 0,5 3 0 0 0,-3-2-8 0 0,1 0 0 0 0,0-1 0 0 0,0 0 0 0 0,-1 0 0 0 0,1 0 0 0 0,0 0-1 0 0,1-1 1 0 0,-1 0 0 0 0,0 0 0 0 0,0 0 0 0 0,1-1 0 0 0,-1 0 0 0 0,0 0-1 0 0,1 0 1 0 0,-1-1 0 0 0,0 1 0 0 0,0-1 0 0 0,0 0 0 0 0,1-1 0 0 0,-1 0 0 0 0,0 1-1 0 0,0-1 1 0 0,-1-1 0 0 0,1 1 0 0 0,8-6 0 0 0,-1-1 1 0 0,-1 0 1 0 0,1-1-1 0 0,-2 0 0 0 0,1-1 1 0 0,-2 0-1 0 0,1-1 1 0 0,-1 0-1 0 0,8-15 0 0 0,57-96 14 0 0,-73 121-28 0 0,4 0-7 0 0,-1 0 125 0 0,0 10 365 0 0,-2 7-251 0 0,-1 0-1 0 0,-1 0 1 0 0,0-1-1 0 0,-1 1 1 0 0,-4 23-1 0 0,-1 35-165 0 0,6-61-583 0 0,0 6-215 0 0,0 0 0 0 0,4 20 0 0 0,6-4-3205 0 0,-9-31 3000 0 0,1 0 0 0 0,0 0 0 0 0,-1-1 0 0 0,1 1 0 0 0,0-1 0 0 0,0 1 1 0 0,1-1-1 0 0,2 4 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7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2752 0 0,'5'-15'1793'0'0,"0"-1"-61"0"0,1 0 0 0 0,1 1 1 0 0,0-1-1 0 0,18-26 1 0 0,-23 38-1539 0 0,1 1-1 0 0,0 0 1 0 0,0-1 0 0 0,0 1 0 0 0,1 0 0 0 0,-1 1 0 0 0,1-1-1 0 0,-1 1 1 0 0,1-1 0 0 0,0 1 0 0 0,0 0 0 0 0,0 0 0 0 0,0 1 0 0 0,0-1-1 0 0,1 1 1 0 0,-1 0 0 0 0,0 0 0 0 0,1 1 0 0 0,-1-1 0 0 0,1 1-1 0 0,-1 0 1 0 0,0 0 0 0 0,9 1 0 0 0,-5 0 13 0 0,0 1-1 0 0,0 0 1 0 0,0 0-1 0 0,0 0 1 0 0,0 1 0 0 0,0 0-1 0 0,-1 1 1 0 0,1 0 0 0 0,-1 0-1 0 0,0 0 1 0 0,0 1 0 0 0,-1 0-1 0 0,1 1 1 0 0,-1-1-1 0 0,-1 1 1 0 0,1 0 0 0 0,8 12-1 0 0,-9-10-90 0 0,0 1 0 0 0,-1 0 0 0 0,1 0 0 0 0,-2 0 0 0 0,1 1 0 0 0,-1-1 0 0 0,-1 1 0 0 0,0 0-1 0 0,0 0 1 0 0,-1 0 0 0 0,0 0 0 0 0,-1 0 0 0 0,0 0 0 0 0,-2 14 0 0 0,1-12 27 0 0,-1-1 1 0 0,-1 0 0 0 0,1 0-1 0 0,-2 0 1 0 0,-6 15 0 0 0,8-21-59 0 0,0-1 0 0 0,-1 0 0 0 0,1 1 0 0 0,-1-1 1 0 0,0 0-1 0 0,0-1 0 0 0,0 1 0 0 0,-1-1 1 0 0,1 1-1 0 0,-1-1 0 0 0,0 0 0 0 0,0 0 1 0 0,0-1-1 0 0,-8 5 0 0 0,9-6-54 0 0,1 0 1 0 0,0 0-1 0 0,0-1 1 0 0,-1 1-1 0 0,1-1 0 0 0,0 1 1 0 0,-1-1-1 0 0,1 0 1 0 0,0 0-1 0 0,-1 0 1 0 0,1 0-1 0 0,-1 0 0 0 0,1 0 1 0 0,0-1-1 0 0,-1 1 1 0 0,1-1-1 0 0,0 0 0 0 0,0 1 1 0 0,-1-1-1 0 0,1 0 1 0 0,0-1-1 0 0,0 1 0 0 0,0 0 1 0 0,0 0-1 0 0,0-1 1 0 0,0 1-1 0 0,1-1 1 0 0,-1 0-1 0 0,0 1 0 0 0,1-1 1 0 0,-1 0-1 0 0,1 0 1 0 0,0 0-1 0 0,0 0 0 0 0,-1 0 1 0 0,1-1-1 0 0,-1-2 1 0 0,-1-2 16 0 0,1 0 1 0 0,-1-1 0 0 0,1 1-1 0 0,0 0 1 0 0,1-1 0 0 0,0 1 0 0 0,0-1-1 0 0,1 0 1 0 0,0 1 0 0 0,0-11-1 0 0,3 6-13 0 0,-1 1 0 0 0,1-1-1 0 0,1 1 1 0 0,0-1 0 0 0,1 1-1 0 0,0 0 1 0 0,1 0 0 0 0,0 1-1 0 0,0 0 1 0 0,1 0 0 0 0,1 0-1 0 0,14-14 1 0 0,-15 17-194 0 0,0 1 0 0 0,1 0 0 0 0,-1 1 1 0 0,1 0-1 0 0,0 0 0 0 0,0 1 0 0 0,13-5 0 0 0,-14 6-362 0 0,1 1-1 0 0,-1 0 1 0 0,1 1-1 0 0,0-1 1 0 0,-1 2-1 0 0,1-1 0 0 0,0 1 1 0 0,0 0-1 0 0,11 2 1 0 0,-1 0-1293 0 0,13 3-2172 0 0,-10-2-1479 0 0,-4 1-2017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64 1484 0 0,'0'-15'6495'0'0,"-5"-22"2663"0"0,6 25-4035 0 0,2 22-4575 0 0,0 0 0 0 0,-1 0 0 0 0,0 0 1 0 0,-1 0-1 0 0,0 0 0 0 0,-1 16 0 0 0,3 22 235 0 0,1-17-434 0 0,-2-12-88 0 0,0-1 0 0 0,10 34 1 0 0,-10-47-228 0 0,0 0 0 0 0,0 0 1 0 0,0 0-1 0 0,0-1 0 0 0,1 1 1 0 0,0-1-1 0 0,0 1 0 0 0,0-1 1 0 0,1 0-1 0 0,-1 0 0 0 0,1-1 0 0 0,0 1 1 0 0,0-1-1 0 0,7 5 0 0 0,-7-7-26 0 0,0 0-1 0 0,-1 0 0 0 0,1 0 1 0 0,0-1-1 0 0,0 0 1 0 0,0 1-1 0 0,-1-1 0 0 0,1-1 1 0 0,0 1-1 0 0,0-1 0 0 0,0 1 1 0 0,-1-1-1 0 0,1 0 0 0 0,0 0 1 0 0,-1-1-1 0 0,1 1 1 0 0,5-4-1 0 0,0 0-16 0 0,-1-1 0 0 0,0 1 0 0 0,-1-1 0 0 0,1 0 0 0 0,-1-1 1 0 0,10-13-1 0 0,35-51 100 0 0,-20 24-81 0 0,-4 9-231 0 0,-26 36 164 0 0,-1 4-24 0 0,0 2 73 0 0,0-1 1 0 0,0 0-1 0 0,-1 0 1 0 0,1 0-1 0 0,-1 0 1 0 0,1 1-1 0 0,-1-1 1 0 0,0 0 0 0 0,0 0-1 0 0,-1 1 1 0 0,1-1-1 0 0,-2 5 1 0 0,-12 48 326 0 0,7-31 16 0 0,-17 90 306 0 0,-9 117 0 0 0,7 116 1243 0 0,6-69-1180 0 0,1-126-704 0 0,14-129 0 0 0,0 0 0 0 0,-2-1 0 0 0,-1 1 0 0 0,-14 27 0 0 0,19-44 0 0 0,0 0 0 0 0,-1-1 0 0 0,0 1 0 0 0,0-1 0 0 0,-1 0 0 0 0,0-1 0 0 0,0 1 0 0 0,0-1 0 0 0,0 0 0 0 0,-1 0 0 0 0,0 0 0 0 0,0-1 0 0 0,0 0 0 0 0,-1 0 0 0 0,1-1 0 0 0,-1 0 0 0 0,0 0 0 0 0,0 0 0 0 0,0-1 0 0 0,0 0 0 0 0,-1-1 0 0 0,1 1 0 0 0,0-1 0 0 0,-1-1 0 0 0,1 1 0 0 0,-1-1 0 0 0,1-1 0 0 0,0 1 0 0 0,-15-4 0 0 0,3-1 0 0 0,0-1 0 0 0,0-1 0 0 0,1-1 0 0 0,0 0 0 0 0,0-1 0 0 0,1-1 0 0 0,-29-22 0 0 0,17 9 0 0 0,1-2 0 0 0,1 0 0 0 0,-30-39 0 0 0,45 50 0 0 0,1-1 0 0 0,0 0 0 0 0,1-1 0 0 0,1 0 0 0 0,1-1 0 0 0,-13-33 0 0 0,18 39 0 0 0,0 1 0 0 0,1-1 0 0 0,0 0 0 0 0,1 0 0 0 0,0 0 0 0 0,1 0 0 0 0,0 0 0 0 0,1 0 0 0 0,0 0 0 0 0,1 1 0 0 0,0-1 0 0 0,0 0 0 0 0,5-10 0 0 0,1 2-201 0 0,1 0 0 0 0,1 1 0 0 0,0 1 0 0 0,2-1 0 0 0,0 2 0 0 0,0 0 0 0 0,2 0 0 0 0,0 1 0 0 0,1 1 0 0 0,0 0 0 0 0,24-16 0 0 0,6-1-585 0 0,2 3-1 0 0,1 1 0 0 0,55-22 0 0 0,85-21-3809 0 0,-61 32-1277 0 0,-48 14-472 0 0,-20 5-1645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9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189 123 1964 0 0,'0'-122'14562'0'0,"-10"143"-12369"0"0,-7 63 870 0 0,-7 102-1 0 0,15-106-2029 0 0,-66 627 4423 0 0,51-474-5051 0 0,16-125-136 0 0,0-3-1314 0 0,-1-35-2887 0 0,4-56-14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9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0 306 2520 0 0,'9'-19'789'0'0,"0"0"-1"0"0,1 0 0 0 0,2 1 1 0 0,-1 0-1 0 0,2 1 0 0 0,0 0 1 0 0,1 1-1 0 0,21-18 0 0 0,-19 20-480 0 0,1 0-1 0 0,1 2 0 0 0,0 0 0 0 0,0 1 0 0 0,1 0 0 0 0,1 2 0 0 0,0 0 0 0 0,0 1 1 0 0,0 1-1 0 0,1 1 0 0 0,0 1 0 0 0,1 1 0 0 0,25-2 0 0 0,-29 6-170 0 0,0 0 0 0 0,0 1 0 0 0,1 1 0 0 0,-1 1 0 0 0,-1 0 0 0 0,1 1 0 0 0,0 1 0 0 0,-1 1 0 0 0,21 10 0 0 0,-27-11-15 0 0,0 0-1 0 0,0 1 1 0 0,-1 0-1 0 0,0 1 1 0 0,0 0-1 0 0,-1 1 0 0 0,0 0 1 0 0,0 0-1 0 0,-1 1 1 0 0,0 0-1 0 0,-1 1 1 0 0,0-1-1 0 0,0 1 0 0 0,10 21 1 0 0,-15-26-4 0 0,-1 0 0 0 0,1 0 0 0 0,-1-1 1 0 0,1 1-1 0 0,-1 0 0 0 0,-1 0 0 0 0,1 0 0 0 0,-1 1 1 0 0,0-1-1 0 0,0 0 0 0 0,0 0 0 0 0,-1 0 0 0 0,0 0 0 0 0,0 0 1 0 0,-3 9-1 0 0,1-8-8 0 0,0 0 1 0 0,0-1-1 0 0,0 1 1 0 0,-1 0-1 0 0,0-1 1 0 0,0 0 0 0 0,-1 0-1 0 0,1 0 1 0 0,-1-1-1 0 0,-10 8 1 0 0,1-3-12 0 0,-1 0 0 0 0,0-1 0 0 0,0-1 1 0 0,-1 0-1 0 0,0-1 0 0 0,0 0 1 0 0,-1-2-1 0 0,-25 4 0 0 0,18-4-651 0 0,-1-2 0 0 0,-41 0 0 0 0,66-2 443 0 0,0 0-1 0 0,-1 0 0 0 0,1 0 1 0 0,-1 0-1 0 0,1 0 1 0 0,-1 0-1 0 0,1 0 1 0 0,-1 0-1 0 0,1 0 0 0 0,-1 0 1 0 0,1 0-1 0 0,-1 0 1 0 0,1 0-1 0 0,-1 0 0 0 0,1-1 1 0 0,0 1-1 0 0,-1 0 1 0 0,1 0-1 0 0,-1 0 1 0 0,1-1-1 0 0,0 1 0 0 0,-1 0 1 0 0,1-1-1 0 0,-1 1 1 0 0,1 0-1 0 0,0-1 1 0 0,0 1-1 0 0,-1 0 0 0 0,1-1 1 0 0,0 1-1 0 0,0 0 1 0 0,-1-1-1 0 0,1 1 1 0 0,0-1-1 0 0,0 1 0 0 0,0-1 1 0 0,-1 1-1 0 0,1-1 1 0 0,0 1-1 0 0,0-1 0 0 0,0 1 1 0 0,0-1-1 0 0,1-1-350 0 0,-1 1-1 0 0,1 0 0 0 0,-1 0 1 0 0,1 0-1 0 0,0-1 1 0 0,0 1-1 0 0,-1 0 0 0 0,7-5-1842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9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119 146 496 0 0,'3'-3'853'0'0,"0"-1"0"0"0,-1 0 1 0 0,1 0-1 0 0,-1 0 0 0 0,0 0 0 0 0,0-1 0 0 0,-1 1 0 0 0,1 0 1 0 0,1-8-1 0 0,-3 10-667 0 0,0 1 0 0 0,0-1 0 0 0,0 0 0 0 0,0 0-1 0 0,0 0 1 0 0,0 0 0 0 0,-1 1 0 0 0,1-1 0 0 0,-1 0 0 0 0,1 0 0 0 0,-1 1 0 0 0,1-1 0 0 0,-1 0 0 0 0,0 1 0 0 0,0-1 0 0 0,0 1 0 0 0,0-1 0 0 0,0 1 0 0 0,0-1 0 0 0,-1 1 0 0 0,1 0 0 0 0,0 0 0 0 0,-1-1 0 0 0,-1 0 0 0 0,2 1-121 0 0,0 1 0 0 0,0 0 0 0 0,0-1 0 0 0,0 1 1 0 0,0 0-1 0 0,-1-1 0 0 0,1 1 0 0 0,0 0 0 0 0,0 0 0 0 0,0 0 1 0 0,0 0-1 0 0,0 0 0 0 0,0 0 0 0 0,0 1 0 0 0,0-1 1 0 0,0 0-1 0 0,-1 0 0 0 0,1 1 0 0 0,0-1 0 0 0,0 1 1 0 0,-1 0-1 0 0,-20 14 827 0 0,14-5-661 0 0,0 0 0 0 0,1 0 0 0 0,0 0 0 0 0,0 1 1 0 0,2 0-1 0 0,-1 0 0 0 0,1 0 0 0 0,1 1 0 0 0,0 0 0 0 0,0-1 0 0 0,-2 23 1 0 0,4-25-142 0 0,1-1 0 0 0,0 1 1 0 0,0-1-1 0 0,1 1 1 0 0,0 0-1 0 0,1-1 1 0 0,0 1-1 0 0,0-1 1 0 0,1 1-1 0 0,0-1 0 0 0,1 0 1 0 0,-1 0-1 0 0,2 0 1 0 0,-1 0-1 0 0,1 0 1 0 0,0-1-1 0 0,10 14 1 0 0,-7-15-38 0 0,-1 0 0 0 0,2 0 0 0 0,-1-1 0 0 0,1 0 0 0 0,-1-1 0 0 0,1 1 1 0 0,1-1-1 0 0,-1-1 0 0 0,1 0 0 0 0,-1 0 0 0 0,1 0 0 0 0,0-1 0 0 0,0-1 1 0 0,0 1-1 0 0,10-1 0 0 0,-1 0 87 0 0,1-1-1 0 0,-1 0 1 0 0,1-1 0 0 0,0-2 0 0 0,-1 0 0 0 0,25-7-1 0 0,-34 7-43 0 0,0 1-1 0 0,-1-2 1 0 0,0 1-1 0 0,0-2 1 0 0,0 1-1 0 0,0-1 1 0 0,-1 0-1 0 0,1 0 1 0 0,-1-1-1 0 0,-1 0 1 0 0,1 0-1 0 0,-1-1 1 0 0,8-9-1 0 0,-10 9-39 0 0,0 1 1 0 0,-1-1-1 0 0,0 0 0 0 0,0 0 0 0 0,0 0 1 0 0,-1 0-1 0 0,0 0 0 0 0,0-1 0 0 0,0 1 1 0 0,-1-1-1 0 0,-1 1 0 0 0,1-1 0 0 0,-1 1 1 0 0,0-1-1 0 0,-1 0 0 0 0,-2-8 0 0 0,1 4-33 0 0,-1-1-1 0 0,-1 2 0 0 0,0-1 1 0 0,0 0-1 0 0,-1 1 0 0 0,-1 0 0 0 0,0 0 1 0 0,0 0-1 0 0,-1 1 0 0 0,-1 0 1 0 0,0 0-1 0 0,0 1 0 0 0,-11-10 1 0 0,12 13-27 0 0,0 0 1 0 0,-1 0-1 0 0,0 0 1 0 0,0 1-1 0 0,-1 0 1 0 0,1 1 0 0 0,-1 0-1 0 0,0 0 1 0 0,0 1-1 0 0,-1 0 1 0 0,1 1 0 0 0,-1 0-1 0 0,1 0 1 0 0,-1 1-1 0 0,0 0 1 0 0,1 1-1 0 0,-14 1 1 0 0,19-1-111 0 0,1 1 0 0 0,-1-1 0 0 0,0 1 0 0 0,1 0 0 0 0,-1 0 0 0 0,1 0 0 0 0,-1 0 0 0 0,1 1 0 0 0,-1 0 0 0 0,1-1 0 0 0,0 1 0 0 0,0 0 0 0 0,0 1 0 0 0,0-1 0 0 0,0 0 0 0 0,0 1 0 0 0,1 0 0 0 0,-1 0 0 0 0,1-1 0 0 0,0 2-1 0 0,0-1 1 0 0,0 0 0 0 0,-2 4 0 0 0,3-3-277 0 0,0-1 0 0 0,0 0 0 0 0,0 1 0 0 0,1-1 0 0 0,0 1-1 0 0,0-1 1 0 0,0 1 0 0 0,0-1 0 0 0,0 1 0 0 0,0-1 0 0 0,1 0 0 0 0,0 1-1 0 0,0-1 1 0 0,0 1 0 0 0,0-1 0 0 0,0 0 0 0 0,1 0 0 0 0,-1 0-1 0 0,1 0 1 0 0,0 0 0 0 0,0 0 0 0 0,0 0 0 0 0,0-1 0 0 0,0 1 0 0 0,4 3-1 0 0,9 6-3544 0 0,0-2-1594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5:59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1 104 852 0 0,'19'-43'8037'0'0,"10"-17"2403"0"0,-29 60-10354 0 0,1 0 0 0 0,0 1 0 0 0,-1-1 0 0 0,1 1-1 0 0,-1-1 1 0 0,0 1 0 0 0,1 0 0 0 0,-1-1 0 0 0,1 1 0 0 0,-1-1 0 0 0,0 1 0 0 0,1 0-1 0 0,-1-1 1 0 0,0 1 0 0 0,0 0 0 0 0,0-1 0 0 0,1 1 0 0 0,-1 0 0 0 0,0-1-1 0 0,0 1 1 0 0,0 0 0 0 0,0-1 0 0 0,0 1 0 0 0,0 1 0 0 0,0 23 1050 0 0,0-22-911 0 0,-13 157 3399 0 0,7-111-3467 0 0,1 96 0 0 0,5-140-459 0 0,1 0 0 0 0,0-1 0 0 0,0 1 0 0 0,0 0 0 0 0,0-1 0 0 0,1 1 0 0 0,3 7-1 0 0,-3-10-279 0 0,-1 0 0 0 0,0 1-1 0 0,0-1 1 0 0,1-1-1 0 0,-1 1 1 0 0,1 0 0 0 0,-1 0-1 0 0,1-1 1 0 0,0 1-1 0 0,0-1 1 0 0,0 1-1 0 0,0-1 1 0 0,0 0 0 0 0,0 1-1 0 0,0-1 1 0 0,3 1-1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0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40 197 744 0 0,'-16'-87'8245'0'0,"-5"-20"-1007"0"0,20 105-6795 0 0,-1 21-922 0 0,6 41-7427 0 0,-2-43 2025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1596 0 0,'0'0'2639'0'0,"21"10"5884"0"0,-12-1-8049 0 0,-1 0 1 0 0,0 0-1 0 0,0 1 1 0 0,-1 0-1 0 0,-1 0 0 0 0,1 0 1 0 0,-2 1-1 0 0,1 0 1 0 0,-1 0-1 0 0,-1 1 0 0 0,0-1 1 0 0,2 16-1 0 0,-2-11-385 0 0,-1 1-1 0 0,-1-1 1 0 0,-1 1 0 0 0,0-1-1 0 0,-1 1 1 0 0,-1 0-1 0 0,-1-1 1 0 0,-5 27-1 0 0,4-34-13 0 0,0 0 0 0 0,0 0-1 0 0,-1 0 1 0 0,-6 10 0 0 0,10-19-66 0 0,0 1 1 0 0,0-1-1 0 0,-1 1 0 0 0,1-1 1 0 0,0 0-1 0 0,0 1 0 0 0,0-1 1 0 0,-1 1-1 0 0,1-1 1 0 0,0 0-1 0 0,-1 1 0 0 0,1-1 1 0 0,0 0-1 0 0,-1 1 0 0 0,1-1 1 0 0,0 0-1 0 0,-1 0 1 0 0,1 1-1 0 0,-1-1 0 0 0,1 0 1 0 0,-1 0-1 0 0,1 0 0 0 0,0 1 1 0 0,-2-1-1 0 0,-3-8 82 0 0,3-13-36 0 0,3 10-43 0 0,1 0-1 0 0,0 0 1 0 0,0 0 0 0 0,1 0-1 0 0,1 0 1 0 0,7-15 0 0 0,1 2-1 0 0,23-35 0 0 0,-17 33-14 0 0,2 1 0 0 0,0 0-1 0 0,2 2 1 0 0,1 0 0 0 0,0 2 0 0 0,2 0 0 0 0,52-33 0 0 0,-70 50 2 0 0,1 0 0 0 0,0 1-1 0 0,0 0 1 0 0,0 0 0 0 0,1 0 0 0 0,-1 1 0 0 0,0 0 0 0 0,1 1 0 0 0,0 0 0 0 0,14 0 0 0 0,-20 1 1 0 0,0 0-1 0 0,-1 1 1 0 0,1-1-1 0 0,0 0 1 0 0,0 1-1 0 0,0-1 1 0 0,-1 1-1 0 0,1 0 0 0 0,0 0 1 0 0,-1 0-1 0 0,1 1 1 0 0,-1-1-1 0 0,1 0 1 0 0,-1 1-1 0 0,1 0 1 0 0,-1 0-1 0 0,0-1 1 0 0,0 1-1 0 0,0 0 1 0 0,0 1-1 0 0,0-1 0 0 0,-1 0 1 0 0,1 0-1 0 0,-1 1 1 0 0,1-1-1 0 0,-1 1 1 0 0,0 0-1 0 0,0-1 1 0 0,0 1-1 0 0,0 0 1 0 0,0-1-1 0 0,-1 1 1 0 0,1 0-1 0 0,-1 0 0 0 0,0 4 1 0 0,0 15-3 0 0,-2-1-1 0 0,0 1 1 0 0,-1-1 0 0 0,-11 35 0 0 0,4-13-359 0 0,2-11-600 0 0,-3 14-1745 0 0,8-13-5301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0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1 322 2556 0 0,'63'-212'10132'0'0,"-37"131"-5904"0"0,-25 79-4108 0 0,0 0 0 0 0,0 0 0 0 0,-1 0 0 0 0,2 0 0 0 0,-1 0 0 0 0,0 0 0 0 0,0 0-1 0 0,0 0 1 0 0,1 1 0 0 0,-1-1 0 0 0,1 0 0 0 0,2-1 0 0 0,-3 2-85 0 0,-1 1 0 0 0,1 0 0 0 0,-1-1 1 0 0,1 1-1 0 0,0 0 0 0 0,-1 0 0 0 0,1 0 0 0 0,0-1 0 0 0,-1 1 0 0 0,1 0 1 0 0,-1 0-1 0 0,1 0 0 0 0,0 0 0 0 0,-1 0 0 0 0,1 0 0 0 0,0 0 1 0 0,-1 0-1 0 0,1 0 0 0 0,0 1 0 0 0,-1-1 0 0 0,1 0 0 0 0,0 0 0 0 0,-1 1 1 0 0,1-1-1 0 0,-1 0 0 0 0,1 0 0 0 0,0 1 0 0 0,-1-1 0 0 0,1 1 1 0 0,-1-1-1 0 0,1 1 0 0 0,-1-1 0 0 0,0 1 0 0 0,1-1 0 0 0,-1 1 0 0 0,1-1 1 0 0,-1 1-1 0 0,0-1 0 0 0,1 1 0 0 0,-1 0 0 0 0,0-1 0 0 0,1 2 1 0 0,5 12 334 0 0,0 1 1 0 0,0 0 0 0 0,-1 0 0 0 0,-1 0-1 0 0,-1 0 1 0 0,0 1 0 0 0,-1 0 0 0 0,0 19-1 0 0,-8 130 1803 0 0,3-133-1975 0 0,-43 273 1259 0 0,10-95-938 0 0,33-189-532 0 0,0-1 122 0 0,1-1 0 0 0,0 21 0 0 0,2-36-124 0 0,0 1 0 0 0,0 0 1 0 0,1-1-1 0 0,-1 1 0 0 0,1-1 0 0 0,0 1 0 0 0,1-1 1 0 0,-1 0-1 0 0,1 1 0 0 0,0-1 0 0 0,0 0 0 0 0,0 0 0 0 0,0 0 1 0 0,4 4-1 0 0,-4-7-160 0 0,-1 1 1 0 0,1-1 0 0 0,-1 0-1 0 0,1 0 1 0 0,0 0 0 0 0,0 0-1 0 0,-1 0 1 0 0,1 0-1 0 0,0 0 1 0 0,0-1 0 0 0,0 1-1 0 0,0-1 1 0 0,0 1-1 0 0,0-1 1 0 0,0 0 0 0 0,0 0-1 0 0,0 1 1 0 0,0-2 0 0 0,0 1-1 0 0,0 0 1 0 0,0 0-1 0 0,0-1 1 0 0,0 1 0 0 0,0-1-1 0 0,-1 1 1 0 0,1-1-1 0 0,0 0 1 0 0,0 0 0 0 0,2-1-1 0 0,1-1-1118 0 0,1 0-1 0 0,-1-1 1 0 0,1 1 0 0 0,-1-1-1 0 0,-1-1 1 0 0,1 1-1 0 0,0 0 1 0 0,4-7 0 0 0,3-9-7193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1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184 151 584 0 0,'-49'-20'4779'0'0,"8"3"1268"0"0,-41-23 1 0 0,82 39-5960 0 0,-1 1 0 0 0,0 0 0 0 0,1-1 0 0 0,-1 1 0 0 0,0 0 1 0 0,1-1-1 0 0,-1 1 0 0 0,1-1 0 0 0,-1 1 0 0 0,0-1 0 0 0,1 1 0 0 0,-1-1 0 0 0,1 1 0 0 0,-1-1 0 0 0,1 1 0 0 0,0-1 0 0 0,-1 0 0 0 0,1 1 0 0 0,0-1 0 0 0,-1 0 0 0 0,1 0 0 0 0,0 1 0 0 0,0-1 0 0 0,-1 0 0 0 0,1 1 0 0 0,0-1 1 0 0,0-1-1 0 0,1 1-31 0 0,-1 0 0 0 0,1 0 1 0 0,-1 0-1 0 0,1 0 1 0 0,0 0-1 0 0,-1 0 1 0 0,1 0-1 0 0,0 0 1 0 0,0 0-1 0 0,0 1 1 0 0,0-1-1 0 0,0 0 1 0 0,0 1-1 0 0,0-1 0 0 0,2 0 1 0 0,6-4 54 0 0,0 2 1 0 0,0-1 0 0 0,11-1-1 0 0,-19 4-69 0 0,35-7 102 0 0,1 1-1 0 0,0 2 1 0 0,40 0 0 0 0,112 10-3154 0 0,-79 9-3195 0 0,-88-10 3289 0 0,15 2-4468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1 720 0 0,'31'1'16266'0'0,"-4"-2"-8488"0"0,-25 1-7503 0 0,-4 11-4363 0 0,0-9 3728 0 0,0 0 1 0 0,1-1 0 0 0,-1 1-1 0 0,0 0 1 0 0,-1-1 0 0 0,1 1-1 0 0,0-1 1 0 0,0 0 0 0 0,-1 1 0 0 0,1-1-1 0 0,-4 1 1 0 0,-34 10-4588 0 0,29-9 2656 0 0,-27 7-4706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2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78 199 256 0 0,'-2'1'3069'0'0,"-27"2"3720"0"0,13-2-4249 0 0,-14-4 3010 0 0,35 5-5284 0 0,0-1 0 0 0,0 1 1 0 0,1-1-1 0 0,-1 0 0 0 0,7 0 1 0 0,410 26 1493 0 0,-1-31-1376 0 0,-376 3-283 0 0,710-31 820 0 0,218-2-143 0 0,-602 35-651 0 0,677-9 35 0 0,-545-3-96 0 0,187-7-31 0 0,1332-32-18 0 0,-1300 16 28 0 0,-562 22-43 0 0,-157 12-11 0 0,9-3-2913 0 0,-14-5 266 0 0,-19-13-3539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0 214 448 0 0,'74'-86'8041'0'0,"43"-36"-1546"0"0,-112 117-6148 0 0,-10 8-495 0 0,-13 15-1152 0 0,1 7-1511 0 0,5-9-424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1692 0 0,'33'36'19611'0'0,"-21"-29"-16998"0"0,-3 2-3211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03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1460 0 0,'2'-16'7744'0'0,"-1"12"-6574"0"0,0-1 0 0 0,-1 1 0 0 0,2 0 1 0 0,-1 0-1 0 0,0-1 0 0 0,1 1 1 0 0,0 0-1 0 0,3-6 0 0 0,-3 7-845 0 0,1 0-1 0 0,-1 0 1 0 0,1 0-1 0 0,-1 1 1 0 0,1-1 0 0 0,0 1-1 0 0,0 0 1 0 0,0 0-1 0 0,0 0 1 0 0,1 0-1 0 0,5-3 1 0 0,14-3 67 0 0,-1 1 1 0 0,1 1 0 0 0,0 1-1 0 0,38-4 1 0 0,97 1 79 0 0,-149 8-434 0 0,152-2-88 0 0,-59 2-3236 0 0,-98 0 2519 0 0,12-2-875 0 0,-13 2 758 0 0,-16 1-4118 0 0,-1 1 2483 0 0,1-2-2187 0 0,-5-1-138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0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559 478 96 0 0,'11'-29'9685'0'0,"-11"28"-9597"0"0,0 0 0 0 0,0 0 1 0 0,0 0-1 0 0,0 0 0 0 0,0 0 0 0 0,0 0 0 0 0,0 0 1 0 0,0 1-1 0 0,0-1 0 0 0,0 0 0 0 0,-1 0 0 0 0,1 0 1 0 0,0 0-1 0 0,-1 0 0 0 0,1 0 0 0 0,-1 0 0 0 0,1 0 1 0 0,-1 1-1 0 0,1-1 0 0 0,-1 0 0 0 0,0 0 1 0 0,-2-1 823 0 0,1 1-773 0 0,0-1-1 0 0,0 1 1 0 0,0 0-1 0 0,1-1 1 0 0,-1 1-1 0 0,0-1 1 0 0,1 1-1 0 0,-1-1 1 0 0,1 0-1 0 0,-1 0 0 0 0,-3-5 1312 0 0,5 5-1476 0 0,0 1-1 0 0,0 0 0 0 0,0-1 1 0 0,0 1-1 0 0,0 0 0 0 0,0 0 1 0 0,0-1-1 0 0,-1 1 0 0 0,1 0 1 0 0,-1 0-1 0 0,1 0 0 0 0,-1-2 1 0 0,-5 8 29 0 0,0 1 0 0 0,1 0 0 0 0,0 0-1 0 0,0 1 1 0 0,-7 12 0 0 0,-6 8 56 0 0,-146 164 768 0 0,163-190-421 0 0,1 0-381 0 0,-1-1 0 0 0,1 0 0 0 0,0 0 0 0 0,-1 0 0 0 0,1 0 0 0 0,0 0 0 0 0,-1 0 0 0 0,1 0 0 0 0,-1 0 0 0 0,1 0 0 0 0,0 0-1 0 0,-1 0 1 0 0,1 0 0 0 0,0 0 0 0 0,-1 0 0 0 0,1 0 0 0 0,0 0 0 0 0,-1-1 0 0 0,1 1 0 0 0,0 0 0 0 0,-1 0 0 0 0,1 0 0 0 0,0 0 0 0 0,-1-1 0 0 0,1 1 0 0 0,0 0 0 0 0,0 0-1 0 0,-1-1 1 0 0,1 1 0 0 0,0 0 0 0 0,0-1 0 0 0,0 1 0 0 0,-1 0 0 0 0,1 0 0 0 0,0-1 0 0 0,0 1 0 0 0,0 0 0 0 0,0-1 0 0 0,0 1 0 0 0,-1 0 0 0 0,1-1 0 0 0,0 1 0 0 0,0-1-1 0 0,0 1 1 0 0,0 0 0 0 0,0-1 0 0 0,0 1 0 0 0,0 0 0 0 0,0-1 0 0 0,1 0 0 0 0,-1 0-35 0 0,-1-10 63 0 0,1 1 1 0 0,1-1 0 0 0,0 0-1 0 0,1 0 1 0 0,0 1 0 0 0,4-12-1 0 0,-1-2-5 0 0,-2 12-37 0 0,48-207 113 0 0,-37 170-134 0 0,3 1-1 0 0,30-66 1 0 0,-40 102-14 0 0,0 0 0 0 0,10-15 0 0 0,-14 23 14 0 0,0 0 0 0 0,0 1-1 0 0,1-1 1 0 0,-1 1 0 0 0,1 0 0 0 0,0 0 0 0 0,-1 0 0 0 0,1 0 0 0 0,8-3 0 0 0,-10 6 9 0 0,0-1 0 0 0,-1 1 0 0 0,1-1 0 0 0,0 1 0 0 0,0 0 0 0 0,0 0 0 0 0,-1 0 0 0 0,1 0 0 0 0,0 0 0 0 0,0 0 0 0 0,0 1 0 0 0,0-1 0 0 0,-1 0 0 0 0,1 1 0 0 0,0 0 0 0 0,-1-1 0 0 0,1 1 0 0 0,0 0 0 0 0,-1 0 0 0 0,1 0 0 0 0,-1 0 0 0 0,1 0 0 0 0,-1 0 0 0 0,1 0 0 0 0,0 2 0 0 0,2 1 1 0 0,1 1 1 0 0,-2-1-1 0 0,1 1 1 0 0,-1 0-1 0 0,1 0 1 0 0,2 7-1 0 0,2 7-1 0 0,-1 0-1 0 0,-1 0 1 0 0,-1 1 0 0 0,0 0-1 0 0,-2 0 1 0 0,0 0-1 0 0,-2 1 1 0 0,0 25 0 0 0,-4 19 0 0 0,-14 81-1 0 0,-76 312 118 0 0,87-435-104 0 0,0 1 22 0 0,-12 33 1 0 0,16-51-23 0 0,-1-1 0 0 0,1 1-1 0 0,-1-1 1 0 0,0 0 0 0 0,-1 0-1 0 0,1 0 1 0 0,-1 0 0 0 0,0-1 0 0 0,0 1-1 0 0,0-1 1 0 0,-7 5 0 0 0,7-7-5 0 0,-1 1 1 0 0,0-1 0 0 0,1-1-1 0 0,-1 1 1 0 0,0-1-1 0 0,0 0 1 0 0,0 0 0 0 0,0 0-1 0 0,0-1 1 0 0,0 1 0 0 0,0-1-1 0 0,0 0 1 0 0,0-1 0 0 0,0 1-1 0 0,0-1 1 0 0,0 0-1 0 0,0-1 1 0 0,-7-1 0 0 0,-10-6-1 0 0,0 0 0 0 0,-34-19 0 0 0,36 17-11 0 0,9 5 3 0 0,-26-14-19 0 0,-1 2 1 0 0,-61-21-1 0 0,59 36-921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545 119 184 0 0,'1'-24'5025'0'0,"-1"-29"1"0"0,-1 11 324 0 0,-8 86-3171 0 0,-113 571 1757 0 0,74-412-3248 0 0,10-36-308 0 0,-64 296 197 0 0,28 4-467 0 0,66-407-70 0 0,-7 124 224 0 0,15-183-256 0 0,0 0 0 0 0,0 1 1 0 0,0-1-1 0 0,0 0 0 0 0,0 1 0 0 0,0-1 0 0 0,0 0 1 0 0,0 0-1 0 0,0 1 0 0 0,1-1 0 0 0,-1 0 1 0 0,1 0-1 0 0,-1 1 0 0 0,1-1 0 0 0,-1 0 0 0 0,1 0 1 0 0,0 0-1 0 0,-1 0 0 0 0,1 0 0 0 0,0 0 1 0 0,0 0-1 0 0,0 0 0 0 0,0 0 0 0 0,0 0 0 0 0,0 0 1 0 0,0-1-1 0 0,0 1 0 0 0,0 0 0 0 0,2 0 1 0 0,0-1-6 0 0,-1 1 0 0 0,1-1 0 0 0,0 0 0 0 0,0 0 0 0 0,0 0 0 0 0,0-1 1 0 0,0 1-1 0 0,-1-1 0 0 0,1 0 0 0 0,0 1 0 0 0,0-1 0 0 0,-1 0 0 0 0,4-2 1 0 0,6-3 9 0 0,-2 0 1 0 0,1-1-1 0 0,0 0 1 0 0,-1-1 0 0 0,-1 0-1 0 0,1 0 1 0 0,-1-1-1 0 0,-1-1 1 0 0,0 1 0 0 0,0-1-1 0 0,-1-1 1 0 0,0 1 0 0 0,-1-1-1 0 0,0 0 1 0 0,0-1-1 0 0,5-18 1 0 0,-4 9 0 0 0,-1 1-1 0 0,-1-1 1 0 0,-1 0 0 0 0,-1 0-1 0 0,-1 0 1 0 0,-1-1 0 0 0,-1 1-1 0 0,-1 0 1 0 0,-3-23 0 0 0,-3 8-27 0 0,0 2 1 0 0,-3-1-1 0 0,-1 1 1 0 0,-1 1 0 0 0,-2 0-1 0 0,-1 1 1 0 0,-2 0 0 0 0,-1 1-1 0 0,-1 1 1 0 0,-2 1-1 0 0,0 1 1 0 0,-3 1 0 0 0,-36-34-1 0 0,29 32 3 0 0,13 14-471 0 0,1-1 0 0 0,-16-21 0 0 0,33 36 372 0 0,-1 0 0 0 0,0 0 0 0 0,1 0 0 0 0,-1 0 0 0 0,1 0 0 0 0,-1 0 0 0 0,1 0 0 0 0,0 0 0 0 0,0 0 0 0 0,-1-1 0 0 0,1 1 0 0 0,0 0 0 0 0,0 0 0 0 0,0 0 0 0 0,0 0-1 0 0,0-1 1 0 0,0 1 0 0 0,0 0 0 0 0,1 0 0 0 0,-1 0 0 0 0,0 0 0 0 0,1 0 0 0 0,-1-1 0 0 0,1 1 0 0 0,-1 0 0 0 0,1 0 0 0 0,-1 0 0 0 0,1 0 0 0 0,0 0 0 0 0,0 0 0 0 0,-1 1 0 0 0,1-1 0 0 0,0 0 0 0 0,0 0 0 0 0,0 0 0 0 0,0 1 0 0 0,1-2 0 0 0,5-3-806 0 0,0 1 1 0 0,0-1-1 0 0,14-5 0 0 0,-19 9 731 0 0,54-25-6336 0 0,-23 11 639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1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11 162 1980 0 0,'-4'-34'4324'0'0,"1"20"-2363"0"0,1 1 0 0 0,0-28 0 0 0,2 38-1805 0 0,1 0 0 0 0,-1 0 0 0 0,0 0 1 0 0,1 0-1 0 0,0 0 0 0 0,0-1 1 0 0,0 1-1 0 0,0 1 0 0 0,0-1 1 0 0,0 0-1 0 0,1 0 0 0 0,-1 0 1 0 0,1 1-1 0 0,0-1 0 0 0,0 1 0 0 0,0-1 1 0 0,4-3-1 0 0,-4 5-132 0 0,-1 1 0 0 0,0-1 0 0 0,0 1 0 0 0,1-1 0 0 0,-1 1 0 0 0,0-1 0 0 0,1 1 0 0 0,-1 0 1 0 0,1 0-1 0 0,-1 0 0 0 0,0 0 0 0 0,1 0 0 0 0,-1 0 0 0 0,0 0 0 0 0,1 0 0 0 0,-1 1 0 0 0,1-1 0 0 0,-1 0 0 0 0,0 1 0 0 0,0-1 0 0 0,1 1 0 0 0,1 1 0 0 0,24 15 150 0 0,-20-9-109 0 0,0 0 1 0 0,-1 1-1 0 0,1-1 1 0 0,-2 1-1 0 0,1 0 1 0 0,-1 1-1 0 0,-1-1 1 0 0,0 1-1 0 0,0 0 0 0 0,-1 0 1 0 0,0 0-1 0 0,-1 1 1 0 0,0-1-1 0 0,-1 0 1 0 0,1 18-1 0 0,-2-8 112 0 0,0 0 0 0 0,-2 0 0 0 0,0 0-1 0 0,-1-1 1 0 0,-1 1 0 0 0,-1-1 0 0 0,-10 28-1 0 0,8-27 142 0 0,-6 13 1171 0 0,12-31-914 0 0,0-3-562 0 0,1 1 0 0 0,-1 0 0 0 0,1 0-1 0 0,-1 0 1 0 0,1-1 0 0 0,-1 1 0 0 0,1 0 0 0 0,0-1 0 0 0,-1 1 0 0 0,1 0-1 0 0,0-1 1 0 0,-1 1 0 0 0,1-1 0 0 0,0 1 0 0 0,-1 0 0 0 0,1-1 0 0 0,0 1 0 0 0,0-1-1 0 0,-1 1 1 0 0,1-1 0 0 0,0 1 0 0 0,0-1 0 0 0,0 1 0 0 0,0-1 0 0 0,-1 0 0 0 0,5-20 6 0 0,0-1 1 0 0,1 1 0 0 0,1 0-1 0 0,1 1 1 0 0,1-1 0 0 0,1 2 0 0 0,0-1-1 0 0,2 1 1 0 0,0 0 0 0 0,1 1-1 0 0,1 1 1 0 0,0 0 0 0 0,23-21 0 0 0,-30 31-30 0 0,1 1 1 0 0,0 1 0 0 0,1-1 0 0 0,-1 1 0 0 0,1 0 0 0 0,0 1-1 0 0,0 0 1 0 0,1 0 0 0 0,-1 1 0 0 0,1 0 0 0 0,15-4 0 0 0,-21 7 6 0 0,0 0 0 0 0,0-1 1 0 0,0 1-1 0 0,0 0 1 0 0,0 1-1 0 0,0-1 1 0 0,0 0-1 0 0,0 1 1 0 0,0 0-1 0 0,0 0 0 0 0,0 0 1 0 0,0 0-1 0 0,0 0 1 0 0,-1 0-1 0 0,1 1 1 0 0,0-1-1 0 0,3 4 1 0 0,-3-2 0 0 0,0 0 0 0 0,0 0 0 0 0,-1 0 0 0 0,1 1 0 0 0,-1 0 0 0 0,1-1 0 0 0,-1 1 0 0 0,0 0 0 0 0,0 0 0 0 0,2 8 0 0 0,-1 1-1 0 0,0 0-1 0 0,-1 0 0 0 0,-1 0 1 0 0,0 0-1 0 0,-1 1 1 0 0,-1 21-1 0 0,-11 31-651 0 0,7-41-2020 0 0,-2 27 0 0 0,10-29-3673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1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38 156 2936 0 0,'7'-64'11202'0'0,"-8"64"-11161"0"0,-1 1-1 0 0,1-1 1 0 0,0 1-1 0 0,0-1 1 0 0,0 1 0 0 0,0 0-1 0 0,0-1 1 0 0,0 1 0 0 0,0 0-1 0 0,0 0 1 0 0,0 0-1 0 0,0 0 1 0 0,0 0 0 0 0,0 0-1 0 0,0 0 1 0 0,1 0-1 0 0,-1 0 1 0 0,0 0 0 0 0,1 0-1 0 0,-1 0 1 0 0,1 1 0 0 0,-1 1-1 0 0,-10 33 571 0 0,10-33-524 0 0,-2 8 78 0 0,0 1 1 0 0,1 0-1 0 0,0 1 0 0 0,1 23 1 0 0,1-34-147 0 0,0 1 1 0 0,0 0 0 0 0,0 0-1 0 0,1 0 1 0 0,0-1 0 0 0,-1 1-1 0 0,1 0 1 0 0,0-1 0 0 0,0 1-1 0 0,0-1 1 0 0,1 1 0 0 0,-1-1-1 0 0,1 1 1 0 0,-1-1 0 0 0,1 0-1 0 0,0 0 1 0 0,0 0-1 0 0,0 0 1 0 0,0 0 0 0 0,0 0-1 0 0,0 0 1 0 0,1-1 0 0 0,-1 1-1 0 0,0-1 1 0 0,1 1 0 0 0,-1-1-1 0 0,6 2 1 0 0,1-1-1 0 0,-1 0 1 0 0,1 0-1 0 0,0-1 1 0 0,0 0-1 0 0,0 0 1 0 0,0-1-1 0 0,0-1 1 0 0,-1 1-1 0 0,1-1 1 0 0,0-1-1 0 0,0 1 0 0 0,-1-2 1 0 0,1 1-1 0 0,-1-1 1 0 0,1 0-1 0 0,14-9 1 0 0,-17 8-18 0 0,1 0 0 0 0,-1 0 0 0 0,0-1 1 0 0,0 0-1 0 0,0 0 0 0 0,-1-1 0 0 0,0 0 0 0 0,0 0 0 0 0,0 0 1 0 0,-1 0-1 0 0,0-1 0 0 0,0 1 0 0 0,-1-1 0 0 0,0 0 1 0 0,0 0-1 0 0,0-1 0 0 0,-1 1 0 0 0,0-1 0 0 0,2-12 1 0 0,-4 14 5 0 0,0 1 1 0 0,0-1-1 0 0,0 1 0 0 0,-1-1 1 0 0,0 1-1 0 0,0-1 1 0 0,0 1-1 0 0,-1 0 1 0 0,1-1-1 0 0,-1 1 1 0 0,-1 0-1 0 0,1 0 1 0 0,-1 0-1 0 0,0 1 0 0 0,0-1 1 0 0,0 0-1 0 0,0 1 1 0 0,-1 0-1 0 0,0 0 1 0 0,0 0-1 0 0,0 0 1 0 0,0 1-1 0 0,-1 0 1 0 0,1 0-1 0 0,-9-5 1 0 0,6 5-148 0 0,1 0 0 0 0,-1 0 1 0 0,0 1-1 0 0,0-1 1 0 0,0 1-1 0 0,0 1 1 0 0,0 0-1 0 0,-12-1 1 0 0,13 2-282 0 0,1 0 0 0 0,-1 0 0 0 0,0 1 0 0 0,0 0 0 0 0,1 0 0 0 0,-1 0 1 0 0,0 1-1 0 0,1-1 0 0 0,0 1 0 0 0,-1 1 0 0 0,-4 2 0 0 0,-3 3-3274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93 1792 0 0,'-17'-41'7130'0'0,"15"33"-6305"0"0,-1 1 1 0 0,0 0 0 0 0,0 0 0 0 0,-1 0 0 0 0,-4-8 0 0 0,7 14-676 0 0,-8 2-93 0 0,0 0 0 0 0,1 0 1 0 0,-1 1-1 0 0,1 0 1 0 0,-1 0-1 0 0,1 1 1 0 0,-13 6-1 0 0,-56 33-30 0 0,47-24 5 0 0,5-4-7 0 0,-38 22-32 0 0,58-32 17 0 0,-1 0 0 0 0,1 0 0 0 0,0 0 0 0 0,0 1 0 0 0,0 0 0 0 0,0 0 0 0 0,-5 9 0 0 0,9-14-7 0 0,1 1 0 0 0,0-1 0 0 0,0 1 0 0 0,0-1 1 0 0,0 1-1 0 0,-1 0 0 0 0,1-1 0 0 0,0 1 0 0 0,0-1 0 0 0,0 1 1 0 0,0-1-1 0 0,0 1 0 0 0,0 0 0 0 0,1-1 0 0 0,-1 1 1 0 0,0-1-1 0 0,0 1 0 0 0,0-1 0 0 0,0 1 0 0 0,1-1 0 0 0,-1 1 1 0 0,0-1-1 0 0,1 1 0 0 0,-1-1 0 0 0,0 1 0 0 0,1-1 0 0 0,-1 1 1 0 0,0-1-1 0 0,1 1 0 0 0,-1-1 0 0 0,1 0 0 0 0,-1 1 1 0 0,1-1-1 0 0,-1 0 0 0 0,2 1 0 0 0,18 8 43 0 0,10-3-44 0 0,1-2 0 0 0,32 2 0 0 0,23 2-38 0 0,-81-7 44 0 0,13 1-28 0 0,1 2-1 0 0,23 7 0 0 0,-38-10 41 0 0,0 1-1 0 0,0-1 0 0 0,-1 1 1 0 0,1-1-1 0 0,-1 1 0 0 0,1 0 0 0 0,-1 1 1 0 0,0-1-1 0 0,1 0 0 0 0,-1 1 1 0 0,-1 0-1 0 0,1 0 0 0 0,0 0 1 0 0,-1 0-1 0 0,1 0 0 0 0,-1 0 0 0 0,3 5 1 0 0,-5-5 53 0 0,1 0 0 0 0,-1 0 0 0 0,1-1 1 0 0,-1 1-1 0 0,0 0 0 0 0,0 0 0 0 0,0-1 0 0 0,-1 1 1 0 0,1 0-1 0 0,-1-1 0 0 0,1 1 0 0 0,-1 0 1 0 0,0-1-1 0 0,0 1 0 0 0,0-1 0 0 0,0 1 0 0 0,-1-1 1 0 0,1 1-1 0 0,-1-1 0 0 0,1 0 0 0 0,-1 0 1 0 0,0 0-1 0 0,0 0 0 0 0,0 0 0 0 0,-3 3 0 0 0,-4 3 154 0 0,-1 0 0 0 0,0 0 0 0 0,-21 12 0 0 0,5-7-113 0 0,0-1-1 0 0,-1-1 1 0 0,0-1 0 0 0,0-1-1 0 0,-1-2 1 0 0,0-1-1 0 0,-1-1 1 0 0,-53 3-1 0 0,75-8-439 0 0,1 0 0 0 0,-1 0-1 0 0,0-1 1 0 0,0 0-1 0 0,1 0 1 0 0,-1 0-1 0 0,0-1 1 0 0,1 0 0 0 0,-10-5-1 0 0,12-1-2218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88 1608 0 0,'38'-87'13745'0'0,"-36"120"-11597"0"0,-36 111 376 0 0,23-104-2266 0 0,1 1 0 0 0,-6 48 0 0 0,16-82-234 0 0,-1 0 0 0 0,1 0 0 0 0,1 0 0 0 0,-1 0 1 0 0,1 1-1 0 0,0-1 0 0 0,1 0 0 0 0,-1-1 0 0 0,4 8 0 0 0,-4-10-13 0 0,1-1 1 0 0,0 0 0 0 0,0 0-1 0 0,0 1 1 0 0,0-1 0 0 0,0 0 0 0 0,0-1-1 0 0,1 1 1 0 0,-1 0 0 0 0,1-1-1 0 0,0 1 1 0 0,0-1 0 0 0,0 0-1 0 0,0 0 1 0 0,0 0 0 0 0,1 0-1 0 0,-1-1 1 0 0,0 1 0 0 0,5 0-1 0 0,-2 0-3 0 0,0-1-1 0 0,1 1 1 0 0,-1-1-1 0 0,0-1 1 0 0,1 1-1 0 0,-1-1 1 0 0,1 0-1 0 0,-1-1 1 0 0,0 1-1 0 0,1-1 1 0 0,-1 0-1 0 0,12-4 1 0 0,-10 1 0 0 0,0 0 1 0 0,-1 0-1 0 0,1 0 0 0 0,-1-1 1 0 0,0 0-1 0 0,0 0 0 0 0,0-1 1 0 0,8-9-1 0 0,6-9 5 0 0,-2-1 1 0 0,-1-2 0 0 0,-1 1-1 0 0,15-35 1 0 0,-17 33-15 0 0,1 1-88 0 0,-15 25 70 0 0,0 21 11 0 0,-9 9 5 0 0,-1-1 0 0 0,-18 35 0 0 0,0 3 8 0 0,14-33-387 0 0,-12 35-954 0 0,18-34-2372 0 0,7-2-3840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3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239 509 852 0 0,'16'-57'6761'0'0,"-15"52"-6277"0"0,-1 0 1 0 0,1 0-1 0 0,-1 0 0 0 0,0 0 0 0 0,0 0 1 0 0,-1 0-1 0 0,1 0 0 0 0,-1 0 1 0 0,-2-6-1 0 0,2 10-428 0 0,1 0 0 0 0,0 0 0 0 0,-1 0-1 0 0,1 0 1 0 0,-1 1 0 0 0,1-1 0 0 0,-1 0 0 0 0,1 0 0 0 0,-1 1 0 0 0,1-1 0 0 0,-1 0 0 0 0,0 1 0 0 0,1-1-1 0 0,-1 1 1 0 0,0-1 0 0 0,0 1 0 0 0,1-1 0 0 0,-1 1 0 0 0,0 0 0 0 0,0-1 0 0 0,0 1 0 0 0,0 0 0 0 0,0 0 0 0 0,1-1-1 0 0,-1 1 1 0 0,0 0 0 0 0,0 0 0 0 0,0 0 0 0 0,0 0 0 0 0,0 0 0 0 0,0 0 0 0 0,0 0 0 0 0,0 1 0 0 0,1-1-1 0 0,-1 0 1 0 0,0 0 0 0 0,0 1 0 0 0,0-1 0 0 0,-1 1 0 0 0,-3 1 121 0 0,1 0-1 0 0,-1 1 1 0 0,1-1-1 0 0,0 1 1 0 0,-6 4-1 0 0,-8 9 8 0 0,1 0-1 0 0,1 2 0 0 0,1 0 0 0 0,0 0 0 0 0,1 1 1 0 0,1 1-1 0 0,1 1 0 0 0,1-1 0 0 0,1 2 0 0 0,1 0 1 0 0,0 0-1 0 0,2 0 0 0 0,0 1 0 0 0,2 0 0 0 0,1 0 1 0 0,-2 26-1 0 0,5-42-160 0 0,1 1 1 0 0,1-1-1 0 0,-1 0 1 0 0,1 1-1 0 0,0-1 1 0 0,1 0-1 0 0,0 0 0 0 0,0 0 1 0 0,0 0-1 0 0,1 0 1 0 0,0-1-1 0 0,1 1 1 0 0,-1-1-1 0 0,10 12 1 0 0,-10-14-92 0 0,1 0 0 0 0,0-1 0 0 0,0 1 0 0 0,0-1 0 0 0,0 0 0 0 0,1 0 1 0 0,-1-1-1 0 0,1 1 0 0 0,0-1 0 0 0,-1 0 0 0 0,1 0 0 0 0,0 0 0 0 0,0-1 0 0 0,1 0 0 0 0,-1 0 1 0 0,0 0-1 0 0,0-1 0 0 0,0 1 0 0 0,1-1 0 0 0,-1-1 0 0 0,9 0 0 0 0,-3-2-258 0 0,0 0 0 0 0,-1 0 0 0 0,1-1 0 0 0,-1 0 1 0 0,0-1-1 0 0,0 0 0 0 0,0 0 0 0 0,0-1 0 0 0,-1-1 0 0 0,0 1 0 0 0,-1-2 0 0 0,0 1 0 0 0,0-1 0 0 0,0 0 0 0 0,7-10 0 0 0,8-13-682 0 0,-1 0-1 0 0,-2-2 1 0 0,18-37-1 0 0,-7 5 399 0 0,-3-2 0 0 0,21-72-1 0 0,-26 58 2653 0 0,17-124 0 0 0,-35 175-1215 0 0,-1 8 138 0 0,1-32 0 0 0,-5 51-756 0 0,-9 30 908 0 0,-118 557 2859 0 0,98-418-3430 0 0,29-166-537 0 0,0 1 0 0 0,-1 0 0 0 0,1 0 0 0 0,0-1 0 0 0,0 1 0 0 0,0 0 0 0 0,0 0 1 0 0,0-1-1 0 0,0 1 0 0 0,0 0 0 0 0,0 0 0 0 0,0 0 0 0 0,0-1 0 0 0,1 1 0 0 0,-1 0 0 0 0,0 0 0 0 0,0-1 0 0 0,1 1 0 0 0,-1 0 0 0 0,0-1 0 0 0,1 1 0 0 0,-1 0 0 0 0,1-1 0 0 0,0 2 1 0 0,0-2-6 0 0,0 0 0 0 0,-1 0 0 0 0,1 0 0 0 0,0 0 0 0 0,0 0 0 0 0,0 0 0 0 0,-1 0 0 0 0,1 0 0 0 0,0 0 0 0 0,0 0 1 0 0,-1 0-1 0 0,1 0 0 0 0,0-1 0 0 0,0 1 0 0 0,-1 0 0 0 0,1-1 0 0 0,0 1 0 0 0,0-1 0 0 0,0 0 0 0 0,34-27 17 0 0,-32 25-9 0 0,29-28 6 0 0,-14 12-22 0 0,2 1 0 0 0,0 0 0 0 0,0 2 0 0 0,2 0 0 0 0,33-18 0 0 0,-52 31 1 0 0,-2 2 2 0 0,0 1 0 0 0,0-1 0 0 0,0 0 0 0 0,1 1-1 0 0,-1-1 1 0 0,0 1 0 0 0,0 0 0 0 0,0-1 0 0 0,0 1 0 0 0,0 0 0 0 0,1-1 0 0 0,-1 1 0 0 0,0 0-1 0 0,0 0 1 0 0,0 0 0 0 0,1 0 0 0 0,-1 0 0 0 0,1 1 0 0 0,1-2 3 0 0,0 1 0 0 0,0 0 0 0 0,0 0 0 0 0,-1 0 0 0 0,1 0 0 0 0,0 1 0 0 0,0-1 0 0 0,0 1 0 0 0,-1 0 0 0 0,1-1 0 0 0,0 1 0 0 0,-1 0 0 0 0,1 1 0 0 0,-1-1 1 0 0,1 0-1 0 0,-1 1 0 0 0,0 0 0 0 0,1-1 0 0 0,-1 1 0 0 0,0 0 0 0 0,0 0 0 0 0,0 0 0 0 0,-1 0 0 0 0,1 1 0 0 0,0-1 0 0 0,-1 0 0 0 0,1 1 0 0 0,-1-1 0 0 0,0 1 0 0 0,0-1 0 0 0,0 1 0 0 0,0 0 0 0 0,0-1 0 0 0,0 5 1 0 0,2 10 48 0 0,0 1 0 0 0,-2 0 0 0 0,0 0 0 0 0,-1 26 0 0 0,-1-18-2 0 0,1-20-19 0 0,0-1 0 0 0,1 1 0 0 0,-1 0 1 0 0,1 0-1 0 0,1-1 0 0 0,2 10 0 0 0,-4-15-58 0 0,1 1 0 0 0,0 0-1 0 0,-1 0 1 0 0,1-1 0 0 0,0 1-1 0 0,0-1 1 0 0,-1 1 0 0 0,1 0-1 0 0,0-1 1 0 0,0 0 0 0 0,0 1-1 0 0,0-1 1 0 0,0 1 0 0 0,0-1-1 0 0,0 0 1 0 0,0 0 0 0 0,0 0-1 0 0,0 1 1 0 0,-1-1 0 0 0,1 0-1 0 0,2 0 1 0 0,18-2-1589 0 0,-16 0 663 0 0,1 0-1 0 0,-1 0 1 0 0,0 0 0 0 0,0-1 0 0 0,0 0-1 0 0,0 0 1 0 0,0 0 0 0 0,0-1-1 0 0,4-4 1 0 0,11-7-5090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1464 0 0,'0'-5'702'0'0,"0"0"-1"0"0,1 1 1 0 0,0-1 0 0 0,0 0-1 0 0,0 1 1 0 0,1-1-1 0 0,-1 1 1 0 0,1-1 0 0 0,4-6-1 0 0,-2 4-201 0 0,0 0 1 0 0,1 1-1 0 0,0 0 0 0 0,0 0 1 0 0,11-9-1 0 0,-11 10-371 0 0,1 0 0 0 0,0 1 0 0 0,0 0 0 0 0,0 0 0 0 0,1 0 0 0 0,0 1 1 0 0,-1 0-1 0 0,1 0 0 0 0,0 0 0 0 0,1 1 0 0 0,-1 0 0 0 0,0 1 0 0 0,13-1 0 0 0,-17 1-102 0 0,1 2 0 0 0,0-1 0 0 0,-1 0-1 0 0,1 1 1 0 0,-1-1 0 0 0,1 1 0 0 0,0 0 0 0 0,-1 1 0 0 0,0-1-1 0 0,1 0 1 0 0,-1 1 0 0 0,0 0 0 0 0,0 0 0 0 0,1 0 0 0 0,-2 0-1 0 0,1 0 1 0 0,4 4 0 0 0,-4-2 6 0 0,1 1 0 0 0,-1 0 0 0 0,0-1 1 0 0,0 1-1 0 0,-1 0 0 0 0,1 1 0 0 0,-1-1 0 0 0,0 0 0 0 0,0 1 1 0 0,0 6-1 0 0,1 6 38 0 0,-1 1 0 0 0,0 0 0 0 0,-2 0 0 0 0,0 0 0 0 0,-5 29 0 0 0,0-16 145 0 0,-2-1-1 0 0,-1 0 0 0 0,-2 0 1 0 0,-14 33-1 0 0,23-61-33 0 0,-1 0-1 0 0,0 0 1 0 0,1 0-1 0 0,-1 0 1 0 0,0 0-1 0 0,-1-1 1 0 0,1 1-1 0 0,-5 4 1 0 0,2-3 61 0 0,5-3-238 0 0,0-1 0 0 0,0 0 0 0 0,-1 0 1 0 0,1 0-1 0 0,0 0 0 0 0,0 0 0 0 0,-1-1 0 0 0,1 1 0 0 0,0 0 0 0 0,0 0 1 0 0,0 0-1 0 0,-1 0 0 0 0,1 0 0 0 0,0 0 0 0 0,0 0 0 0 0,0 0 0 0 0,-1 0 1 0 0,1-1-1 0 0,0 1 0 0 0,0 0 0 0 0,0 0 0 0 0,-1 0 0 0 0,1 0 0 0 0,0 0 1 0 0,0-1-1 0 0,0 1 0 0 0,0 0 0 0 0,0 0 0 0 0,0 0 0 0 0,0-1 0 0 0,-1 1 1 0 0,1 0-1 0 0,0 0 0 0 0,0-1 0 0 0,0 1 0 0 0,0 0 0 0 0,0 0 1 0 0,0 0-1 0 0,0-1 0 0 0,0 1 0 0 0,0 0 0 0 0,0 0 0 0 0,0-1 0 0 0,0 1 1 0 0,0 0-1 0 0,0 0 0 0 0,-2-15 65 0 0,2 14-63 0 0,1-9 13 0 0,1 0 0 0 0,0 0 1 0 0,0 0-1 0 0,1 0 0 0 0,1 0 0 0 0,0 1 1 0 0,5-10-1 0 0,38-62 0 0 0,-32 58-20 0 0,1 1-1 0 0,1 0 1 0 0,1 1 0 0 0,0 0-1 0 0,2 2 1 0 0,0 0-1 0 0,40-27 1 0 0,-56 44-3 0 0,0-1 0 0 0,0 1 0 0 0,0 1 0 0 0,0-1 0 0 0,0 0 0 0 0,0 1 0 0 0,0 0 0 0 0,0 0 0 0 0,0 0 0 0 0,1 1-1 0 0,-1-1 1 0 0,0 1 0 0 0,0 0 0 0 0,1 0 0 0 0,-1 1 0 0 0,0-1 0 0 0,1 1 0 0 0,-1 0 0 0 0,0 0 0 0 0,6 2 0 0 0,-5 0 2 0 0,1 0-1 0 0,-1 0 1 0 0,0 0-1 0 0,0 1 1 0 0,0 0-1 0 0,-1 0 1 0 0,1 0 0 0 0,-1 0-1 0 0,0 1 1 0 0,0 0-1 0 0,0 0 1 0 0,-1 0-1 0 0,5 10 1 0 0,1 3 41 0 0,-1 0 1 0 0,-1 0-1 0 0,-1 1 1 0 0,4 24-1 0 0,9 79-1978 0 0,-18-118 1516 0 0,0 0 0 0 0,0 0-1 0 0,0 1 1 0 0,0-1 0 0 0,1 0-1 0 0,2 4 1 0 0,8 9-5334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4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225 184 820 0 0,'40'-179'12218'0'0,"-39"175"-11171"0"0,-3 4-330 0 0,-6 11 22 0 0,-7 19 32 0 0,-16 53 345 0 0,-21 93-1 0 0,-6 86-555 0 0,34-140-384 0 0,5-23 256 0 0,18-96-343 0 0,1-28-37 0 0,2 14-50 0 0,0 1 0 0 0,1-1 0 0 0,0 0 0 0 0,1 1 0 0 0,0-1 0 0 0,1 1 0 0 0,0 0 0 0 0,0 1 0 0 0,1-1-1 0 0,0 1 1 0 0,1 0 0 0 0,0 1 0 0 0,0 0 0 0 0,15-13 0 0 0,-16 16-6 0 0,1 1 0 0 0,-1-1 0 0 0,1 1 0 0 0,0 0-1 0 0,0 1 1 0 0,0 0 0 0 0,0 0 0 0 0,1 1 0 0 0,-1-1 0 0 0,1 2 0 0 0,0-1 0 0 0,-1 1 0 0 0,1 0 0 0 0,0 1 0 0 0,0-1 0 0 0,0 2 0 0 0,0-1-1 0 0,-1 1 1 0 0,1 0 0 0 0,0 1 0 0 0,10 3 0 0 0,-10-3 8 0 0,1 1-1 0 0,-1 1 1 0 0,0-1 0 0 0,0 1-1 0 0,-1 0 1 0 0,1 1 0 0 0,-1 0-1 0 0,0 0 1 0 0,0 1 0 0 0,-1 0-1 0 0,1 0 1 0 0,-1 0 0 0 0,-1 1-1 0 0,1 0 1 0 0,-1 0 0 0 0,0 0 0 0 0,-1 0-1 0 0,0 1 1 0 0,0 0 0 0 0,0 0-1 0 0,-1 0 1 0 0,-1 1 0 0 0,1-1-1 0 0,-1 1 1 0 0,-1-1 0 0 0,1 1-1 0 0,-1 0 1 0 0,-1-1 0 0 0,0 1-1 0 0,0 0 1 0 0,-1 0 0 0 0,0-1-1 0 0,0 1 1 0 0,-1-1 0 0 0,0 1-1 0 0,-1-1 1 0 0,1 1 0 0 0,-2-1-1 0 0,-5 10 1 0 0,5-10 73 0 0,-1-1 1 0 0,0 1-1 0 0,0-1 1 0 0,-1-1-1 0 0,0 1 1 0 0,0-1-1 0 0,0 0 1 0 0,-1 0-1 0 0,0-1 1 0 0,0 0-1 0 0,-12 6 1 0 0,9-6 24 0 0,-2 0 0 0 0,1 0 1 0 0,0-2-1 0 0,-1 1 1 0 0,0-1-1 0 0,1-1 0 0 0,-23 2 1 0 0,17-4-157 0 0,0 0 1 0 0,1-1-1 0 0,-1 0 1 0 0,1-2 0 0 0,-1 0-1 0 0,1 0 1 0 0,0-2-1 0 0,0 0 1 0 0,0-1-1 0 0,1 0 1 0 0,0-1-1 0 0,-19-12 1 0 0,33 18-61 0 0,0 1-1 0 0,0 0 1 0 0,1-1 0 0 0,-1 1 0 0 0,0-1-1 0 0,0 1 1 0 0,1-1 0 0 0,-1 1 0 0 0,0-1-1 0 0,1 0 1 0 0,-1 1 0 0 0,0-1 0 0 0,1 0 0 0 0,-1 1-1 0 0,1-1 1 0 0,-1 0 0 0 0,1 0 0 0 0,-1 0-1 0 0,1 1 1 0 0,0-1 0 0 0,0 0 0 0 0,-1 0-1 0 0,1 0 1 0 0,0 0 0 0 0,0 0 0 0 0,0 0-1 0 0,0 1 1 0 0,0-1 0 0 0,0 0 0 0 0,0 0-1 0 0,0 0 1 0 0,0 0 0 0 0,0 0 0 0 0,0 0-1 0 0,1 0 1 0 0,-1 1 0 0 0,1-2 0 0 0,1-1-613 0 0,0 1 0 0 0,0 0 0 0 0,0 0 1 0 0,0 0-1 0 0,1 0 0 0 0,-1 0 1 0 0,1 0-1 0 0,-1 1 0 0 0,1-1 1 0 0,4-1-1 0 0,13-6-5526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5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446 699 748 0 0,'3'-5'801'0'0,"0"0"0"0"0,0 0-1 0 0,-1 0 1 0 0,0 0 0 0 0,0 0 0 0 0,0-1-1 0 0,-1 1 1 0 0,1-1 0 0 0,0-8 0 0 0,-2 12-635 0 0,0-1 1 0 0,0 1 0 0 0,0 0-1 0 0,0-1 1 0 0,0 1-1 0 0,-1 0 1 0 0,1-1-1 0 0,-1 1 1 0 0,1 0 0 0 0,-1-1-1 0 0,0 1 1 0 0,0 0-1 0 0,0 0 1 0 0,0 0 0 0 0,0 0-1 0 0,-1 0 1 0 0,1 0-1 0 0,-1 0 1 0 0,1 0 0 0 0,-1 1-1 0 0,1-1 1 0 0,-1 0-1 0 0,0 1 1 0 0,-3-2 0 0 0,4 2-128 0 0,0 1 0 0 0,0 0 1 0 0,0-1-1 0 0,0 1 1 0 0,-1 0-1 0 0,1 0 0 0 0,0 0 1 0 0,0 0-1 0 0,0 0 1 0 0,-1 0-1 0 0,1 0 1 0 0,0 0-1 0 0,0 1 0 0 0,0-1 1 0 0,0 0-1 0 0,-2 1 1 0 0,0 0 72 0 0,-5 1 60 0 0,1 1 0 0 0,0-1 0 0 0,0 1 1 0 0,0 0-1 0 0,0 1 0 0 0,0 0 0 0 0,-8 6 1 0 0,-40 35 697 0 0,53-43-841 0 0,-158 153 1299 0 0,138-130-1166 0 0,0 0 0 0 0,2 2 1 0 0,1 1-1 0 0,-25 48 0 0 0,43-74-148 0 0,0 0 1 0 0,0 0-1 0 0,0 0 1 0 0,0 0-1 0 0,0 1 0 0 0,1-1 1 0 0,-1 0-1 0 0,1 0 0 0 0,-1 0 1 0 0,1 1-1 0 0,0-1 1 0 0,0 0-1 0 0,0 0 0 0 0,0 0 1 0 0,0 1-1 0 0,1-1 0 0 0,-1 0 1 0 0,1 0-1 0 0,-1 0 1 0 0,1 1-1 0 0,0-1 0 0 0,0 0 1 0 0,0 0-1 0 0,0 0 1 0 0,2 3-1 0 0,0-3-1 0 0,-1 0 0 0 0,1 0 1 0 0,-1 0-1 0 0,1 0 0 0 0,0-1 0 0 0,0 1 1 0 0,0-1-1 0 0,0 1 0 0 0,0-1 0 0 0,0 0 0 0 0,0 0 1 0 0,0-1-1 0 0,0 1 0 0 0,1-1 0 0 0,-1 1 1 0 0,0-1-1 0 0,5 0 0 0 0,4-1 1 0 0,0 0-1 0 0,0-1 1 0 0,0-1-1 0 0,0 1 1 0 0,0-2-1 0 0,-1 0 1 0 0,1 0 0 0 0,19-11-1 0 0,-7 1-2 0 0,1-1 1 0 0,36-30-1 0 0,-29 16-6 0 0,-1-1 0 0 0,-1-2 0 0 0,-1 0 0 0 0,-2-2-1 0 0,-2-1 1 0 0,-1-1 0 0 0,37-75 0 0 0,-35 53 1 0 0,-3-1 0 0 0,-1-2 0 0 0,-4 0 0 0 0,18-109 0 0 0,-34 163-8 0 0,10-90-17 0 0,-11 83 5 0 0,0 0 1 0 0,-2 0 0 0 0,1 0-1 0 0,-5-25 1 0 0,4 38 11 0 0,1 0 0 0 0,0 0 0 0 0,0 0 0 0 0,0 0 0 0 0,-1 0 1 0 0,1-1-1 0 0,-1 1 0 0 0,1 1 0 0 0,0-1 0 0 0,-1 0 0 0 0,0 0 0 0 0,1 0 1 0 0,-1 0-1 0 0,0 0 0 0 0,1 0 0 0 0,-1 1 0 0 0,0-1 0 0 0,0 0 0 0 0,0 0 0 0 0,1 1 1 0 0,-1-1-1 0 0,0 1 0 0 0,0-1 0 0 0,-2 0 0 0 0,2 1 1 0 0,-1 0 0 0 0,1 0 0 0 0,-1 0 0 0 0,1 0 0 0 0,-1 0 0 0 0,1 1 1 0 0,-1-1-1 0 0,1 0 0 0 0,-1 1 0 0 0,1-1 0 0 0,-1 1 0 0 0,1 0 0 0 0,0-1 0 0 0,-1 1 0 0 0,0 1 0 0 0,-5 3 5 0 0,1 0 1 0 0,0 0-1 0 0,0 0 0 0 0,0 1 0 0 0,-7 10 1 0 0,-3 8 16 0 0,2 0 0 0 0,0 1 1 0 0,1 1-1 0 0,2 0 0 0 0,1 1 1 0 0,1 0-1 0 0,1 0 0 0 0,-5 32 1 0 0,3 7 55 0 0,2 1 0 0 0,2 91 0 0 0,15 132-363 0 0,3-97-6003 0 0,-9-157 2104 0 0,1-2-1906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8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134 398 1684 0 0,'6'-10'1511'0'0,"-1"-1"0"0"0,0 1 0 0 0,-1-1-1 0 0,5-17 1 0 0,-7 19-1130 0 0,0 0-1 0 0,0 0 0 0 0,-1 0 1 0 0,0 0-1 0 0,-1-1 1 0 0,0 1-1 0 0,-1 0 0 0 0,1 0 1 0 0,-2 0-1 0 0,-2-10 1 0 0,4 19-370 0 0,0-1 0 0 0,0 1 0 0 0,0-1 1 0 0,0 1-1 0 0,0-1 0 0 0,-1 0 1 0 0,1 1-1 0 0,0-1 0 0 0,0 1 1 0 0,-1-1-1 0 0,1 1 0 0 0,0-1 1 0 0,-1 1-1 0 0,1 0 0 0 0,-1-1 1 0 0,1 1-1 0 0,0-1 0 0 0,-1 1 0 0 0,1 0 1 0 0,-1-1-1 0 0,1 1 0 0 0,-1 0 1 0 0,1 0-1 0 0,-1-1 0 0 0,1 1 1 0 0,-1 0-1 0 0,0 0 0 0 0,0-1 1 0 0,0 2-6 0 0,0-1 1 0 0,0 0-1 0 0,0 0 1 0 0,-1 1 0 0 0,1-1-1 0 0,0 0 1 0 0,0 1 0 0 0,0-1-1 0 0,0 1 1 0 0,0 0-1 0 0,0-1 1 0 0,1 1 0 0 0,-3 1-1 0 0,-20 24 31 0 0,6 2-22 0 0,2 0 1 0 0,1 1-1 0 0,1 1 0 0 0,2 0 1 0 0,1 1-1 0 0,1 0 0 0 0,1 0 1 0 0,-3 41-1 0 0,10-66-4 0 0,0 1 0 0 0,1-1 0 0 0,0 0 0 0 0,0 0 0 0 0,0 0 0 0 0,1 0 1 0 0,0 0-1 0 0,0 0 0 0 0,1 0 0 0 0,-1 0 0 0 0,1 0 0 0 0,5 10 0 0 0,-5-13-2 0 0,1 0 1 0 0,-1 0-1 0 0,0 0 0 0 0,1-1 1 0 0,0 1-1 0 0,-1-1 0 0 0,1 1 1 0 0,0-1-1 0 0,0 0 0 0 0,1 0 1 0 0,-1 0-1 0 0,0 0 0 0 0,1-1 1 0 0,-1 1-1 0 0,1-1 0 0 0,-1 0 1 0 0,1 0-1 0 0,0 0 0 0 0,-1-1 1 0 0,1 1-1 0 0,7-1 0 0 0,3 0 33 0 0,1 0 0 0 0,-1-1 0 0 0,0-1 0 0 0,0 0 0 0 0,0-1 0 0 0,0-1 0 0 0,-1 0 0 0 0,1 0 0 0 0,-1-2 0 0 0,0 1 0 0 0,0-2-1 0 0,-1 0 1 0 0,0 0 0 0 0,0-1 0 0 0,0-1 0 0 0,-1 0 0 0 0,15-16 0 0 0,-12 10-11 0 0,-1-1 0 0 0,0 0-1 0 0,-2-1 1 0 0,0 0 0 0 0,0-1 0 0 0,-2 0-1 0 0,0-1 1 0 0,-1 0 0 0 0,-1 0 0 0 0,-1-1 0 0 0,6-31-1 0 0,-7 17 2 0 0,2-34 0 0 0,-6 56-39 0 0,-1 0-1 0 0,-1 0 1 0 0,0 0 0 0 0,0 0-1 0 0,-1 0 1 0 0,-5-16-1 0 0,2 19 6 0 0,-5 4 4 0 0,7 6-5 0 0,0-1 0 0 0,0 1 1 0 0,-1-1-1 0 0,1 1 0 0 0,0 0 1 0 0,0 0-1 0 0,0 0 0 0 0,1 1 1 0 0,-1-1-1 0 0,0 1 0 0 0,0-1 1 0 0,1 1-1 0 0,-1 0 0 0 0,1 0 1 0 0,-1 0-1 0 0,1 1 0 0 0,0-1 0 0 0,0 0 1 0 0,0 1-1 0 0,0-1 0 0 0,-2 5 1 0 0,-7 10-17 0 0,1 1 1 0 0,-9 20 0 0 0,15-31 18 0 0,-3 6-2 0 0,1 1 1 0 0,1 0-1 0 0,0 0 1 0 0,1 0 0 0 0,1 0-1 0 0,0 1 1 0 0,-1 16-1 0 0,3-27 5 0 0,1 0 0 0 0,0 0 0 0 0,0 1-1 0 0,1-1 1 0 0,-1 0 0 0 0,1 1 0 0 0,0-1-1 0 0,0 0 1 0 0,0 0 0 0 0,1 0 0 0 0,-1 0-1 0 0,1 0 1 0 0,0 0 0 0 0,0 0 0 0 0,1-1 0 0 0,-1 1-1 0 0,1-1 1 0 0,-1 1 0 0 0,1-1 0 0 0,0 0-1 0 0,0 0 1 0 0,1-1 0 0 0,-1 1 0 0 0,1 0-1 0 0,-1-1 1 0 0,1 0 0 0 0,0 0 0 0 0,5 2-1 0 0,1-1 5 0 0,1 1-1 0 0,0-2 0 0 0,0 0 1 0 0,0 0-1 0 0,1-1 0 0 0,-1 0 0 0 0,0-1 1 0 0,1 0-1 0 0,19-4 0 0 0,-6 0 11 0 0,0-1 0 0 0,0-1 0 0 0,30-13 0 0 0,-33 10-6 0 0,-1-1-1 0 0,0 0 1 0 0,-1-2-1 0 0,0-1 1 0 0,-1 0-1 0 0,-1-1 1 0 0,0-1-1 0 0,0-1 1 0 0,15-18-1 0 0,-13 9 2 0 0,-1 0 0 0 0,-1 0 0 0 0,-2-2 0 0 0,0 0 0 0 0,-2-1 0 0 0,14-37 0 0 0,3-7 4 0 0,-31 70-16 0 0,-12 28 24 0 0,-14 46 834 0 0,-21 103 0 0 0,19-65-103 0 0,28-108-745 0 0,-137 478 2032 0 0,-28-11-1222 0 0,63-247-633 0 0,88-196-156 0 0,-2-2 1 0 0,0 1 0 0 0,-1-2 0 0 0,-2 0 0 0 0,0-2-1 0 0,-29 26 1 0 0,41-42 8 0 0,1 0 0 0 0,-1 0 0 0 0,0 0 0 0 0,0-1-1 0 0,0 0 1 0 0,0-1 0 0 0,-1 0 0 0 0,0 0 0 0 0,1 0-1 0 0,-1-1 1 0 0,0 0 0 0 0,0-1 0 0 0,-1 1 0 0 0,-10-1 0 0 0,12-1 16 0 0,-1-1 0 0 0,1 0 0 0 0,0 0 0 0 0,0-1 0 0 0,0 0 0 0 0,0 0 0 0 0,0-1 0 0 0,1 0 0 0 0,-1 0 0 0 0,1 0 1 0 0,-1-1-1 0 0,1 0 0 0 0,0 0 0 0 0,0 0 0 0 0,1-1 0 0 0,-8-8 0 0 0,3 2-18 0 0,0 0 0 0 0,0-1-1 0 0,1 0 1 0 0,1 0 0 0 0,0-1 0 0 0,1 0 0 0 0,0 0-1 0 0,1-1 1 0 0,1 0 0 0 0,0 0 0 0 0,0 0 0 0 0,2-1-1 0 0,0 1 1 0 0,0-1 0 0 0,2 0 0 0 0,0 0 0 0 0,0 0-1 0 0,2 0 1 0 0,-1 1 0 0 0,2-1 0 0 0,0 0-1 0 0,1 0 1 0 0,0 1 0 0 0,2-1 0 0 0,-1 1 0 0 0,2 0-1 0 0,11-21 1 0 0,-2 10-22 0 0,1 0-1 0 0,1 2 0 0 0,1 0 1 0 0,1 1-1 0 0,1 1 1 0 0,1 1-1 0 0,1 1 1 0 0,1 1-1 0 0,0 1 0 0 0,1 0 1 0 0,1 2-1 0 0,32-14 1 0 0,-5 6-813 0 0,2 1 1 0 0,-1 4 0 0 0,2 1 0 0 0,1 3 0 0 0,72-8 0 0 0,-52 15-3278 0 0,-14 1-3527 0 0,-40 3 2078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8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383 220 424 0 0,'13'-20'2596'0'0,"2"-5"877"0"0,16-31 0 0 0,-28 49-3025 0 0,0 0 0 0 0,0 0 1 0 0,-1 0-1 0 0,0-1 0 0 0,0 0 0 0 0,-1 1 1 0 0,0-1-1 0 0,0 0 0 0 0,-1-11 1 0 0,0 17-407 0 0,0 1 0 0 0,0-1 0 0 0,0 1-1 0 0,0 0 1 0 0,0-1 0 0 0,-1 1 0 0 0,1 0 0 0 0,-1 0 0 0 0,1-1 0 0 0,-1 1 0 0 0,1 0 0 0 0,-1 0 0 0 0,0-1 0 0 0,1 1 0 0 0,-1 0 0 0 0,0 0 0 0 0,0 0 0 0 0,0 0 0 0 0,0 0 0 0 0,0 0 0 0 0,0 1 0 0 0,0-1 0 0 0,-3-1 0 0 0,2 1-2 0 0,0 0 0 0 0,-1 1 0 0 0,1-1 0 0 0,-1 1 1 0 0,1 0-1 0 0,-1 0 0 0 0,1 0 0 0 0,-1 0 0 0 0,1 0 0 0 0,0 0 1 0 0,-1 0-1 0 0,-2 2 0 0 0,-8 1 81 0 0,1 1-1 0 0,0 1 1 0 0,-22 11 0 0 0,1 4-20 0 0,0 1 1 0 0,1 1-1 0 0,1 2 1 0 0,2 1-1 0 0,0 1 1 0 0,2 2-1 0 0,1 0 1 0 0,-28 41-1 0 0,48-61-81 0 0,1 1 0 0 0,0 0 0 0 0,0 0 0 0 0,1 0 0 0 0,0 0 0 0 0,0 1 0 0 0,1 0 0 0 0,1-1 0 0 0,-3 20 0 0 0,4-26-9 0 0,1 0 0 0 0,0 0 0 0 0,0 0 0 0 0,0 0-1 0 0,1 0 1 0 0,-1 0 0 0 0,0 0 0 0 0,1 0 0 0 0,0 0 0 0 0,0 0-1 0 0,0 0 1 0 0,0 0 0 0 0,0 0 0 0 0,1 0 0 0 0,-1-1 0 0 0,1 1-1 0 0,0-1 1 0 0,0 1 0 0 0,0-1 0 0 0,0 0 0 0 0,0 1 0 0 0,0-1-1 0 0,1 0 1 0 0,-1-1 0 0 0,1 1 0 0 0,-1 0 0 0 0,1-1 0 0 0,0 1-1 0 0,-1-1 1 0 0,1 0 0 0 0,0 0 0 0 0,0 0 0 0 0,0 0-1 0 0,0 0 1 0 0,0-1 0 0 0,5 1 0 0 0,0 0 0 0 0,1 0 0 0 0,0-1-1 0 0,-1 0 1 0 0,1 0 0 0 0,-1-1 0 0 0,1 0 0 0 0,-1-1-1 0 0,1 0 1 0 0,-1 0 0 0 0,0-1 0 0 0,0 0 0 0 0,0 0-1 0 0,0-1 1 0 0,0 0 0 0 0,-1 0 0 0 0,0-1 0 0 0,0 0-1 0 0,0 0 1 0 0,12-12 0 0 0,2-7-1 0 0,-1 0-1 0 0,0-1 1 0 0,-2-1-1 0 0,15-29 1 0 0,-29 47-7 0 0,26-41-61 0 0,-29 48 37 0 0,-13 30-21 0 0,7-16 72 0 0,0-1 0 0 0,1 1 0 0 0,0 1-1 0 0,1-1 1 0 0,0 0 0 0 0,2 1 0 0 0,-1 0 0 0 0,2 18 0 0 0,0-26-125 0 0,0 0 0 0 0,1-1 0 0 0,0 1-1 0 0,0-1 1 0 0,0 1 0 0 0,1-1 0 0 0,0 1 0 0 0,0-1 0 0 0,0 0 0 0 0,1 0 0 0 0,0 0 0 0 0,0 0 0 0 0,0 0 0 0 0,0-1-1 0 0,1 1 1 0 0,0-1 0 0 0,-1 0 0 0 0,2 0 0 0 0,-1 0 0 0 0,0-1 0 0 0,1 1 0 0 0,7 3 0 0 0,-1-2-1011 0 0,-1 0 1 0 0,1-1 0 0 0,-1 0-1 0 0,1-1 1 0 0,0 0-1 0 0,0-1 1 0 0,12 2-1 0 0,10-1-3849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9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392 219 640 0 0,'-2'-2'3099'0'0,"-20"-23"6533"0"0,19 25-8774 0 0,0-1-654 0 0,1 1 0 0 0,-1 0 1 0 0,1 0-1 0 0,-1 0 0 0 0,1 0 0 0 0,-1 1 0 0 0,1-1 0 0 0,-1 0 0 0 0,1 1 0 0 0,-1 0 0 0 0,1 0 0 0 0,0 0 0 0 0,-3 1 0 0 0,4-2-168 0 0,1 0-1 0 0,-1 1 0 0 0,0-1 0 0 0,1 0 1 0 0,-1 1-1 0 0,1-1 0 0 0,-1 0 1 0 0,1 1-1 0 0,-1-1 0 0 0,1 1 0 0 0,-1-1 1 0 0,1 1-1 0 0,0-1 0 0 0,-1 1 1 0 0,1-1-1 0 0,-1 1 0 0 0,1-1 0 0 0,0 1 1 0 0,0 0-1 0 0,-1-1 0 0 0,1 1 1 0 0,0-1-1 0 0,0 1 0 0 0,0 0 0 0 0,0-1 1 0 0,0 1-1 0 0,0 0 0 0 0,0-1 1 0 0,0 1-1 0 0,0 0 0 0 0,0-1 1 0 0,0 1-1 0 0,0-1 0 0 0,0 1 0 0 0,0 0 1 0 0,1-1-1 0 0,-1 1 0 0 0,0-1 1 0 0,0 1-1 0 0,1 0 0 0 0,-1-1 0 0 0,0 1 1 0 0,1-1-1 0 0,-1 1 0 0 0,1-1 1 0 0,-1 1-1 0 0,0-1 0 0 0,1 1 0 0 0,-1-1 1 0 0,1 0-1 0 0,0 1 0 0 0,-1-1 1 0 0,1 0-1 0 0,-1 1 0 0 0,1-1 0 0 0,0 0 1 0 0,3 3 90 0 0,0-1 1 0 0,1 0-1 0 0,-1 0 1 0 0,0 0-1 0 0,8 2 0 0 0,-7-3-98 0 0,0 0 0 0 0,-1-1 0 0 0,1 0-1 0 0,0 0 1 0 0,0 0 0 0 0,-1-1-1 0 0,1 1 1 0 0,0-1 0 0 0,-1 0-1 0 0,1 0 1 0 0,-1-1 0 0 0,1 1 0 0 0,-1-1-1 0 0,0 0 1 0 0,1-1 0 0 0,-1 1-1 0 0,0-1 1 0 0,-1 1 0 0 0,1-1-1 0 0,0 0 1 0 0,-1-1 0 0 0,5-3-1 0 0,-2-1-17 0 0,0 0-1 0 0,0 0 0 0 0,-1 0 0 0 0,0 0 0 0 0,0-1 0 0 0,-1 0 0 0 0,0 0 0 0 0,-1 0 0 0 0,4-14 1 0 0,-6 19-12 0 0,0 1 1 0 0,-1 0 0 0 0,1-1-1 0 0,-1 1 1 0 0,1-1 0 0 0,-1 1 0 0 0,0-1-1 0 0,-1 1 1 0 0,1-1 0 0 0,0 1 0 0 0,-1 0-1 0 0,0-1 1 0 0,0 1 0 0 0,0-1 0 0 0,0 1-1 0 0,-1 0 1 0 0,1 0 0 0 0,-1 0 0 0 0,0 0-1 0 0,0 0 1 0 0,0 0 0 0 0,0 0-1 0 0,0 1 1 0 0,-5-5 0 0 0,3 4-3 0 0,0 1-1 0 0,0 0 1 0 0,0-1 0 0 0,0 1-1 0 0,-1 1 1 0 0,1-1 0 0 0,0 1-1 0 0,-1-1 1 0 0,0 1 0 0 0,1 1-1 0 0,-1-1 1 0 0,0 1 0 0 0,1-1-1 0 0,-1 1 1 0 0,0 1 0 0 0,1-1-1 0 0,-1 1 1 0 0,-5 1 0 0 0,-3 1 0 0 0,-1 2 1 0 0,0-1-1 0 0,1 2 1 0 0,0 0-1 0 0,1 1 1 0 0,-1 0 0 0 0,1 0-1 0 0,-13 12 1 0 0,-9 9 64 0 0,-42 44 0 0 0,52-47-1 0 0,1 2 0 0 0,1 0-1 0 0,-21 34 1 0 0,36-50-33 0 0,0 1-1 0 0,1-1 1 0 0,1 1-1 0 0,0 0 0 0 0,0 1 1 0 0,1-1-1 0 0,1 1 1 0 0,0 0-1 0 0,1 0 1 0 0,0 0-1 0 0,0 20 1 0 0,2-29-16 0 0,1 0 1 0 0,-1 0 0 0 0,1 0-1 0 0,0 0 1 0 0,0 0-1 0 0,0 0 1 0 0,0 0 0 0 0,1-1-1 0 0,0 1 1 0 0,0 0 0 0 0,0-1-1 0 0,0 0 1 0 0,0 1 0 0 0,1-1-1 0 0,4 5 1 0 0,-2-4 8 0 0,0 1 1 0 0,1-2 0 0 0,-1 1 0 0 0,1-1-1 0 0,0 1 1 0 0,-1-2 0 0 0,1 1-1 0 0,13 3 1 0 0,0-1-144 0 0,1-2 1 0 0,0 0-1 0 0,0-1 1 0 0,0-1-1 0 0,26-2 0 0 0,-18-1-857 0 0,0-1 0 0 0,0-2 0 0 0,0 0 1 0 0,29-11-1 0 0,-32 8-1596 0 0,0-2 1 0 0,30-17 0 0 0,-20 7-3151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19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106 173 1984 0 0,'44'-112'11194'0'0,"-43"111"-10713"0"0,15 7 31 0 0,-15-6-473 0 0,0 1 0 0 0,0 0 0 0 0,0-1 0 0 0,0 1-1 0 0,0 0 1 0 0,0 0 0 0 0,0 0 0 0 0,-1 0 0 0 0,1 0-1 0 0,0 0 1 0 0,0 0 0 0 0,-1 1 0 0 0,1-1 0 0 0,-1 0-1 0 0,1 0 1 0 0,0 2 0 0 0,2 4 214 0 0,2 2-109 0 0,-1 1 1 0 0,0-1-1 0 0,-1 1 0 0 0,0-1 1 0 0,0 1-1 0 0,-1 0 0 0 0,0 0 1 0 0,-1 1-1 0 0,0-1 0 0 0,0 0 1 0 0,-2 0-1 0 0,1 0 0 0 0,-1 1 1 0 0,0-1-1 0 0,-1 0 0 0 0,0 0 1 0 0,-1 0-1 0 0,0-1 0 0 0,-8 18 1 0 0,2-8 25 0 0,-1 0 1 0 0,-1 0 0 0 0,-1-1-1 0 0,0 0 1 0 0,-1-1 0 0 0,-1-1-1 0 0,-1 0 1 0 0,-24 20-1 0 0,-6-2 738 0 0,44-34-674 0 0,1 1-230 0 0,0-1 0 0 0,0 0 0 0 0,-1 0 0 0 0,1 0 0 0 0,0 0 0 0 0,0 0 0 0 0,-1 0 0 0 0,1 0 0 0 0,0 0 0 0 0,0 0 0 0 0,-1 0 0 0 0,1 0 0 0 0,0 0 0 0 0,-1 0 0 0 0,1 0 0 0 0,0 0 0 0 0,0-1 0 0 0,0 1 0 0 0,-1 0 1 0 0,1 0-1 0 0,0 0 0 0 0,0 0 0 0 0,-1 0 0 0 0,1 0 0 0 0,0-1 0 0 0,0 1 0 0 0,0 0 0 0 0,-1 0 0 0 0,1 0 0 0 0,0-1 0 0 0,0 1 0 0 0,0 0 0 0 0,0 0 0 0 0,0-1 0 0 0,0 1 0 0 0,-1 0 0 0 0,1 0 0 0 0,0-1 0 0 0,0 1 0 0 0,0 0 0 0 0,0 0 0 0 0,0-1 0 0 0,0 1 0 0 0,0 0 0 0 0,9-15 89 0 0,24-17-31 0 0,-25 26-38 0 0,51-46-58 0 0,90-59 0 0 0,-23 18-141 0 0,-85 61 121 0 0,-2-2-1 0 0,-1-2 0 0 0,38-46 1 0 0,-76 82 50 0 0,0 0 1 0 0,1-1 0 0 0,-1 1 0 0 0,0 0 0 0 0,1-1 0 0 0,-1 1 0 0 0,0 0-1 0 0,0 0 1 0 0,1-1 0 0 0,-1 1 0 0 0,0 0 0 0 0,0-1 0 0 0,1 1 0 0 0,-1-1-1 0 0,0 1 1 0 0,0 0 0 0 0,0-1 0 0 0,0 1 0 0 0,0-1 0 0 0,1 1 0 0 0,-1 0-1 0 0,0-1 1 0 0,0 1 0 0 0,0-1 0 0 0,0 1 0 0 0,0-1 0 0 0,0 1 0 0 0,-1 0-1 0 0,1-1 1 0 0,0 1 0 0 0,0-1 0 0 0,0 1 0 0 0,0 0 0 0 0,0-1 0 0 0,-1 1-1 0 0,1-1 1 0 0,0 1 0 0 0,0 0 0 0 0,0-1 0 0 0,-1 1 0 0 0,1 0 0 0 0,0-1-1 0 0,-1 1 1 0 0,1 0 0 0 0,0 0 0 0 0,-1-1 0 0 0,1 1 0 0 0,0 0 0 0 0,-1-1-1 0 0,-1 1-1 0 0,1 0-1 0 0,-1-1 0 0 0,1 1 0 0 0,-1 0 0 0 0,1 0 0 0 0,0 0 0 0 0,-1 0 0 0 0,1 0 0 0 0,-1 0 0 0 0,1 0 0 0 0,-3 1 1 0 0,-9 4 2 0 0,1 2 1 0 0,0 0-1 0 0,0 0 1 0 0,1 1-1 0 0,-1 0 1 0 0,2 1-1 0 0,-12 12 1 0 0,6-7 3 0 0,1 1 0 0 0,1 0 0 0 0,0 2 0 0 0,1 0 1 0 0,0 0-1 0 0,2 1 0 0 0,0 0 0 0 0,1 1 0 0 0,-14 36 1 0 0,22-48 2 0 0,1-1 1 0 0,-1 0-1 0 0,1 0 1 0 0,0 1 0 0 0,1-1-1 0 0,0 1 1 0 0,0-1 0 0 0,0 1-1 0 0,0-1 1 0 0,1 0 0 0 0,0 1-1 0 0,1-1 1 0 0,-1 0-1 0 0,1 0 1 0 0,1 1 0 0 0,-1-2-1 0 0,1 1 1 0 0,0 0 0 0 0,4 5-1 0 0,-3-4 2 0 0,1-1-1 0 0,1 0 0 0 0,-1 0 0 0 0,1 0 1 0 0,0-1-1 0 0,0 0 0 0 0,1 0 0 0 0,0 0 0 0 0,-1-1 1 0 0,1 0-1 0 0,1-1 0 0 0,-1 1 0 0 0,1-1 1 0 0,14 3-1 0 0,-12-3-298 0 0,1-1 0 0 0,0 0 0 0 0,0-1 0 0 0,0 0 0 0 0,1-1 0 0 0,-1 0-1 0 0,0-1 1 0 0,0 0 0 0 0,0-1 0 0 0,0 0 0 0 0,0-1 0 0 0,-1 0 0 0 0,1-1 0 0 0,-1 0 0 0 0,0 0 0 0 0,0-1 0 0 0,0 0 0 0 0,0-1 0 0 0,-1 0 0 0 0,0-1 0 0 0,14-13 0 0 0,-4 1-63 0 0,0-1 1 0 0,-1 0-1 0 0,-1-1 1 0 0,-2-1-1 0 0,17-29 1 0 0,-4-2 2309 0 0,27-71-1 0 0,-73 172-832 0 0,3 1 0 0 0,-11 54 0 0 0,23-91-1021 0 0,2-1-1 0 0,0 1 0 0 0,0 0 1 0 0,1 0-1 0 0,2 13 0 0 0,-1-21-217 0 0,-1-1-1 0 0,1 0 1 0 0,0 1-1 0 0,0-1 1 0 0,1 0-1 0 0,-1 1 1 0 0,1-1 0 0 0,0 0-1 0 0,3 4 1 0 0,-3-5-316 0 0,0 1 0 0 0,0-1 0 0 0,1 0 1 0 0,-1 0-1 0 0,1 0 0 0 0,-1 0 1 0 0,1 0-1 0 0,0-1 0 0 0,0 1 0 0 0,-1-1 1 0 0,1 0-1 0 0,4 1 0 0 0,5 2-3766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0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125 134 1116 0 0,'-107'-127'12115'0'0,"97"120"-11328"0"0,5 13-970 0 0,3 13-1184 0 0,4 9-3764 0 0,1-14 198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0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96 980 0 0,'3'-5'1758'0'0,"0"1"-1"0"0,0-1 1 0 0,0 0 0 0 0,-1 0-1 0 0,3-9 1 0 0,-3 9-987 0 0,-1-1 1 0 0,1 1-1 0 0,-1-1 1 0 0,-1 1-1 0 0,1-6 1 0 0,-1 10-728 0 0,0 0 1 0 0,-1 0 0 0 0,1 0-1 0 0,0 0 1 0 0,0 0-1 0 0,-1 1 1 0 0,1-1 0 0 0,-1 0-1 0 0,1 0 1 0 0,-1 0-1 0 0,1 1 1 0 0,-1-1 0 0 0,1 0-1 0 0,-1 0 1 0 0,0 1-1 0 0,1-1 1 0 0,-1 1 0 0 0,0-1-1 0 0,1 1 1 0 0,-1-1-1 0 0,0 1 1 0 0,0-1 0 0 0,0 1-1 0 0,1-1 1 0 0,-1 1-1 0 0,0 0 1 0 0,0 0 0 0 0,0-1-1 0 0,0 1 1 0 0,0 0-1 0 0,0 0 1 0 0,0 0-1 0 0,0 0 1 0 0,1 0 0 0 0,-3 0-1 0 0,-14 0 41 0 0,0 1-1 0 0,0 0 1 0 0,1 1-1 0 0,-1 1 1 0 0,0 1-1 0 0,-20 6 1 0 0,16-3-55 0 0,0 2 0 0 0,1 0 0 0 0,-1 1 0 0 0,-26 17 0 0 0,43-24-20 0 0,0 0 0 0 0,0-1 0 0 0,0 1 0 0 0,0 1 0 0 0,1-1 0 0 0,-1 1 0 0 0,1-1 0 0 0,0 1 0 0 0,0 0 0 0 0,0 0 0 0 0,1 0 0 0 0,-4 7 0 0 0,6-10-6 0 0,0 0 0 0 0,0 0-1 0 0,-1 1 1 0 0,1-1 0 0 0,0 0-1 0 0,0 1 1 0 0,0-1 0 0 0,1 0-1 0 0,-1 0 1 0 0,0 1 0 0 0,0-1-1 0 0,1 0 1 0 0,-1 0 0 0 0,1 0-1 0 0,-1 1 1 0 0,1-1 0 0 0,-1 0-1 0 0,1 0 1 0 0,0 0 0 0 0,-1 0-1 0 0,1 0 1 0 0,0 0 0 0 0,2 2-1 0 0,25 18 38 0 0,-20-16-34 0 0,16 10 5 0 0,0-2 0 0 0,1-1 0 0 0,33 12-1 0 0,20 10-26 0 0,-62-26 66 0 0,7 3-82 0 0,23 16-1 0 0,-41-24 167 0 0,0 1-1 0 0,0 0 1 0 0,0 0-1 0 0,0 0 0 0 0,-1 1 1 0 0,1-1-1 0 0,-1 1 0 0 0,0 0 1 0 0,5 10-1 0 0,-8-13-76 0 0,-1-1-1 0 0,1 1 1 0 0,-1 0-1 0 0,1 0 1 0 0,-1 0 0 0 0,0 0-1 0 0,1 0 1 0 0,-1 0 0 0 0,0 0-1 0 0,0 0 1 0 0,0 0 0 0 0,-1 0-1 0 0,1 0 1 0 0,0 0 0 0 0,-1 0-1 0 0,0 0 1 0 0,1 0 0 0 0,-1-1-1 0 0,0 1 1 0 0,0 0 0 0 0,0 0-1 0 0,0-1 1 0 0,0 1 0 0 0,0 0-1 0 0,0-1 1 0 0,-1 1 0 0 0,1-1-1 0 0,-1 0 1 0 0,1 1 0 0 0,-1-1-1 0 0,1 0 1 0 0,-1 0 0 0 0,-2 1-1 0 0,-6 4 40 0 0,0 0-1 0 0,0 0 1 0 0,-1-2 0 0 0,-12 5-1 0 0,5-2-137 0 0,0-2-1 0 0,-1 0 1 0 0,0-1 0 0 0,0-1-1 0 0,-1-1 1 0 0,1 0-1 0 0,0-2 1 0 0,-1 0-1 0 0,-36-6 1 0 0,53 6-184 0 0,1 0 1 0 0,0-1-1 0 0,0 1 0 0 0,0-1 1 0 0,0 0-1 0 0,-1 0 1 0 0,1 1-1 0 0,0-1 1 0 0,0-1-1 0 0,1 1 0 0 0,-1 0 1 0 0,0 0-1 0 0,0-1 1 0 0,0 1-1 0 0,-1-3 1 0 0,2 3-207 0 0,0-1 1 0 0,1 1-1 0 0,-1-1 1 0 0,0 1-1 0 0,1-1 0 0 0,0 1 1 0 0,-1-1-1 0 0,1 0 1 0 0,0 1-1 0 0,0-1 1 0 0,0 1-1 0 0,0-1 1 0 0,0 1-1 0 0,0-1 1 0 0,0 0-1 0 0,0 1 1 0 0,1-1-1 0 0,-1 1 1 0 0,1-1-1 0 0,-1 1 1 0 0,2-3-1 0 0,4-11-6261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1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256 230 1116 0 0,'-20'-91'8831'0'0,"15"54"-4424"0"0,-1-65 1300 0 0,8 104-5341 0 0,0 3-229 0 0,1 0-1 0 0,-1 0 1 0 0,0 0-1 0 0,0 0 1 0 0,0 1-1 0 0,-1-1 1 0 0,0 0 0 0 0,0 1-1 0 0,0-1 1 0 0,-1 8-1 0 0,-1 63 856 0 0,0-62-822 0 0,-6 42 389 0 0,-2-1 0 0 0,-3-1 0 0 0,-26 76 0 0 0,22-77-344 0 0,-74 220 384 0 0,49-151-443 0 0,12-17 191 0 0,29-103-314 0 0,5 34 166 0 0,-5-34-187 0 0,21 19 82 0 0,-19-20-96 0 0,17 13-28 0 0,-18-13 31 0 0,38 10 98 0 0,-36-10-96 0 0,29-1 22 0 0,-2-1-272 0 0,0-2-1 0 0,58-13 1 0 0,-74 13-588 0 0,1-2 1 0 0,-1 0-1 0 0,0 0 0 0 0,-1-1 0 0 0,1-1 0 0 0,-1 0 1 0 0,0-1-1 0 0,12-11 0 0 0,-3-6-2944 0 0,-11 5-1641 0 0,-6 3-1800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1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149 125 872 0 0,'-43'-26'4760'0'0,"23"15"-2022"0"0,0-1 0 0 0,1-1 1 0 0,-26-24-1 0 0,45 37-2709 0 0,-1 0 0 0 0,1 0-1 0 0,0-1 1 0 0,0 1 0 0 0,0 0 0 0 0,0 0 0 0 0,0-1-1 0 0,0 1 1 0 0,-1 0 0 0 0,1-1 0 0 0,0 1 0 0 0,0 0 0 0 0,0 0-1 0 0,0-1 1 0 0,0 1 0 0 0,0 0 0 0 0,0-1 0 0 0,0 1 0 0 0,0 0-1 0 0,0-1 1 0 0,0 1 0 0 0,0 0 0 0 0,1 0 0 0 0,-1-1 0 0 0,0 1-1 0 0,0 0 1 0 0,0-1 0 0 0,0 1 0 0 0,0 0 0 0 0,0 0 0 0 0,1-1-1 0 0,-1 1 1 0 0,0 0 0 0 0,0 0 0 0 0,1 0 0 0 0,-1-1 0 0 0,0 1-1 0 0,0 0 1 0 0,1 0 0 0 0,-1 0 0 0 0,0 0 0 0 0,0-1 0 0 0,1 1-1 0 0,-1 0 1 0 0,0 0 0 0 0,0 0 0 0 0,1 0 0 0 0,0 0-1 0 0,13-5 189 0 0,-14 5-202 0 0,21-4 119 0 0,0 1 1 0 0,0 2-1 0 0,0 0 0 0 0,0 1 1 0 0,36 5-1 0 0,-26-3-73 0 0,286 33 21 0 0,-180-13-2728 0 0,-109-17 1034 0 0,2 0-1458 0 0,-4-1-2929 0 0,-14-2 2552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2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80 16 0 0,'14'-21'7344'0'0,"-11"13"-6413"0"0,0 1 1 0 0,0 0-1 0 0,1 0 0 0 0,4-8 0 0 0,-7 14-651 0 0,4-9 537 0 0,-5 10-813 0 0,1 0-1 0 0,-1 0 1 0 0,0 0-1 0 0,0 0 1 0 0,0-1-1 0 0,0 1 1 0 0,0 0-1 0 0,0 0 1 0 0,0 0 0 0 0,0 0-1 0 0,0 0 1 0 0,0 0-1 0 0,0 0 1 0 0,0 0-1 0 0,0-1 1 0 0,0 1-1 0 0,0 0 1 0 0,0 0-1 0 0,-1 0 1 0 0,1 0-1 0 0,0 0 1 0 0,0 0-1 0 0,0 0 1 0 0,0 0-1 0 0,0 0 1 0 0,0 0 0 0 0,0-1-1 0 0,0 1 1 0 0,0 0-1 0 0,0 0 1 0 0,0 0-1 0 0,0 0 1 0 0,0 0-1 0 0,0 0 1 0 0,-1 0-1 0 0,1 0 1 0 0,0 0-1 0 0,0 0 1 0 0,0 0-1 0 0,0 0 1 0 0,0 0-1 0 0,0 0 1 0 0,0 0 0 0 0,0 0-1 0 0,-1 0 1 0 0,1 0-1 0 0,0 0 1 0 0,0 0-1 0 0,0 0 1 0 0,0 0-1 0 0,0 0 1 0 0,0 0-1 0 0,0 0 1 0 0,0 0-1 0 0,0 0 1 0 0,-1 0-1 0 0,1 0 1 0 0,0 0-1 0 0,0 0 1 0 0,0 0 0 0 0,-11 6 71 0 0,-19 19-104 0 0,14-12 65 0 0,-243 172-1374 0 0,112-82-4369 0 0,96-66 1745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5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153 291 1272 0 0,'0'0'9270'0'0,"-6"8"-7063"0"0,5-5-2045 0 0,0 0 0 0 0,1 0 1 0 0,-1-1-1 0 0,0 1 0 0 0,1 0 1 0 0,0 0-1 0 0,-1 0 0 0 0,1 0 1 0 0,0 0-1 0 0,1 0 0 0 0,0 4 1 0 0,-1-5-20 0 0,12 7 268 0 0,-6-8-374 0 0,1-1 0 0 0,0 0 0 0 0,0 0 0 0 0,0-1 1 0 0,-1 0-1 0 0,1 0 0 0 0,0 0 0 0 0,-1-1 0 0 0,1 0 0 0 0,-1-1 1 0 0,11-4-1 0 0,-8 1-12 0 0,0 1 1 0 0,-1-1 0 0 0,1 0 0 0 0,-1-1-1 0 0,-1 0 1 0 0,1 0 0 0 0,7-11-1 0 0,-5 5-14 0 0,-1 0 0 0 0,0-1 0 0 0,-1 0 0 0 0,0 0 0 0 0,-1-1-1 0 0,-1 0 1 0 0,-1-1 0 0 0,0 1 0 0 0,6-31 0 0 0,-8 23-12 0 0,-1 12-8 0 0,0 1 0 0 0,-1-1-1 0 0,0 0 1 0 0,-1-12-1 0 0,0 23 10 0 0,0-1 0 0 0,-1 1 0 0 0,1 0-1 0 0,0-1 1 0 0,0 1 0 0 0,-1 0 0 0 0,1-1-1 0 0,0 1 1 0 0,0 0 0 0 0,-1-1 0 0 0,1 1-1 0 0,0 0 1 0 0,-1 0 0 0 0,1 0 0 0 0,0-1 0 0 0,-1 1-1 0 0,1 0 1 0 0,0 0 0 0 0,-1 0 0 0 0,1-1-1 0 0,-1 1 1 0 0,1 0 0 0 0,0 0 0 0 0,-1 0-1 0 0,1 0 1 0 0,-1 0 0 0 0,1 0 0 0 0,0 0-1 0 0,-1 0 1 0 0,1 0 0 0 0,-1 0 0 0 0,1 0-1 0 0,-1 0 1 0 0,1 1 0 0 0,0-1 0 0 0,-1 0-1 0 0,1 0 1 0 0,0 0 0 0 0,-1 0 0 0 0,1 1-1 0 0,0-1 1 0 0,-1 0 0 0 0,1 0 0 0 0,0 1-1 0 0,-1-1 1 0 0,-15 9 4 0 0,16-9-5 0 0,-9 9 1 0 0,-1 0 0 0 0,2 1 0 0 0,-1 0 0 0 0,1 1 0 0 0,1 0 0 0 0,0 0 0 0 0,-10 21 0 0 0,4-9-7 0 0,-39 74 64 0 0,5 2 1 0 0,3 3-1 0 0,5 1 0 0 0,-32 137 0 0 0,40-67 176 0 0,31-172-230 0 0,-2 23 271 0 0,2-22-124 0 0,1-4-118 0 0,10-26-1 0 0,8-39 1 0 0,9-24-48 0 0,-18 67 11 0 0,0 2 0 0 0,2-1 0 0 0,0 1 0 0 0,23-29 0 0 0,-30 43 2 0 0,1 2 1 0 0,0-1-1 0 0,0 0 0 0 0,0 1 0 0 0,1 0 0 0 0,0 1 1 0 0,0 0-1 0 0,0 0 0 0 0,1 0 0 0 0,0 1 1 0 0,0 0-1 0 0,0 0 0 0 0,0 1 0 0 0,0 0 0 0 0,1 1 1 0 0,10-3-1 0 0,-14 5 15 0 0,-1 0 1 0 0,0-1 0 0 0,1 2-1 0 0,-1-1 1 0 0,0 0-1 0 0,1 1 1 0 0,-1 0-1 0 0,0 0 1 0 0,1 0-1 0 0,-1 1 1 0 0,0-1-1 0 0,0 1 1 0 0,0 0 0 0 0,0 0-1 0 0,-1 0 1 0 0,1 1-1 0 0,-1-1 1 0 0,1 1-1 0 0,-1 0 1 0 0,0 0-1 0 0,5 6 1 0 0,-3-3 24 0 0,-1 1 0 0 0,0 0 1 0 0,0 0-1 0 0,0 0 0 0 0,-1 1 1 0 0,0-1-1 0 0,0 1 0 0 0,-1-1 0 0 0,0 1 1 0 0,1 16-1 0 0,1 41 68 0 0,2 16-119 0 0,-5-80-70 0 0,-1 1 0 0 0,1-1 1 0 0,-1 1-1 0 0,1-1 0 0 0,-1 1 1 0 0,1-1-1 0 0,0 1 0 0 0,0-1 1 0 0,0 0-1 0 0,0 1 0 0 0,0-1 1 0 0,0 0-1 0 0,0 0 1 0 0,0 0-1 0 0,0 0 0 0 0,0 0 1 0 0,1 0-1 0 0,-1 0 0 0 0,0 0 1 0 0,1 0-1 0 0,-1-1 0 0 0,1 1 1 0 0,-1-1-1 0 0,1 1 0 0 0,-1-1 1 0 0,1 1-1 0 0,-1-1 0 0 0,1 0 1 0 0,2 0-1 0 0,1 1-219 0 0,0-1 0 0 0,0 0 0 0 0,0 0 0 0 0,0-1-1 0 0,0 0 1 0 0,0 1 0 0 0,9-4 0 0 0,-3-1 85 0 0,-1 0 1 0 0,1-1-1 0 0,-1 0 0 0 0,0-1 1 0 0,-1 0-1 0 0,1 0 0 0 0,-1-1 1 0 0,-1 0-1 0 0,1-1 0 0 0,-2 0 1 0 0,13-18-1 0 0,-2 0 429 0 0,-1 0 0 0 0,-2-1 0 0 0,14-35-1 0 0,-17 32 1343 0 0,15-58-1 0 0,-27 87-731 0 0,-16 11-213 0 0,10-3-457 0 0,0 1 0 0 0,0 0 0 0 0,0 1 0 0 0,1-1 1 0 0,0 1-1 0 0,1 0 0 0 0,0 1 0 0 0,0-1 0 0 0,-5 17 0 0 0,1-5 12 0 0,3-9-104 0 0,0 2 0 0 0,1-1 0 0 0,1 0 1 0 0,0 1-1 0 0,1-1 0 0 0,0 1 0 0 0,0 0 1 0 0,2 16-1 0 0,0-24-40 0 0,0 0-1 0 0,1-1 1 0 0,0 1-1 0 0,0-1 1 0 0,0 1 0 0 0,0-1-1 0 0,1 0 1 0 0,0 0-1 0 0,0 1 1 0 0,0-1 0 0 0,0 0-1 0 0,0-1 1 0 0,1 1-1 0 0,0 0 1 0 0,0-1-1 0 0,0 1 1 0 0,0-1 0 0 0,1 0-1 0 0,-1 0 1 0 0,1 0-1 0 0,0-1 1 0 0,-1 1 0 0 0,1-1-1 0 0,1 0 1 0 0,-1 0-1 0 0,6 2 1 0 0,-2-1-6 0 0,0-1 0 0 0,0 1 0 0 0,0-2 0 0 0,0 1 0 0 0,1-1 0 0 0,-1 0 0 0 0,1-1 0 0 0,-1 0 0 0 0,0 0 0 0 0,1-1 0 0 0,-1 0 0 0 0,0 0 0 0 0,1-1 0 0 0,-1 0 0 0 0,0 0 0 0 0,0-1 0 0 0,-1 0 0 0 0,1-1 0 0 0,0 0 0 0 0,-1 0 0 0 0,0 0 0 0 0,0-1 0 0 0,0 0 0 0 0,-1-1 0 0 0,0 1 0 0 0,0-1 0 0 0,8-9 0 0 0,-7 4-8 0 0,0 0-1 0 0,0 0 1 0 0,-1-1-1 0 0,0 1 1 0 0,-1-1-1 0 0,0-1 1 0 0,-1 1 0 0 0,-1-1-1 0 0,0 0 1 0 0,2-17-1 0 0,-3 18-6 0 0,-1 0 0 0 0,-1 0 0 0 0,0 0 0 0 0,-1 0 0 0 0,0 0 0 0 0,-1 1 0 0 0,0-1 0 0 0,-1 0 0 0 0,0 1 0 0 0,-1-1 0 0 0,-8-16 0 0 0,10 24-1 0 0,0 0-1 0 0,-1 0 1 0 0,1 0 0 0 0,-1 0 0 0 0,0 1-1 0 0,0-1 1 0 0,0 1 0 0 0,-1 0 0 0 0,1 0-1 0 0,-1 0 1 0 0,0 0 0 0 0,0 1 0 0 0,0 0-1 0 0,0-1 1 0 0,0 1 0 0 0,-8-2-1 0 0,6 2 9 0 0,-1 1-1 0 0,0 0 0 0 0,0 0 0 0 0,0 1 1 0 0,0-1-1 0 0,0 2 0 0 0,0-1 0 0 0,0 1 0 0 0,1 0 1 0 0,-10 2-1 0 0,3 1-31 0 0,0 0 1 0 0,1 1 0 0 0,-1 0-1 0 0,1 1 1 0 0,0 1-1 0 0,1 0 1 0 0,0 0-1 0 0,0 1 1 0 0,1 0-1 0 0,-1 1 1 0 0,-10 12-1 0 0,17-16-208 0 0,0 0 0 0 0,1 0-1 0 0,0 0 1 0 0,-1 0-1 0 0,1 0 1 0 0,1 1 0 0 0,-1-1-1 0 0,1 1 1 0 0,0 0-1 0 0,1 0 1 0 0,-1 0 0 0 0,1 0-1 0 0,0 0 1 0 0,0 9-1 0 0,1-12-112 0 0,1 1 0 0 0,-1 0 0 0 0,1 0 0 0 0,0-1 0 0 0,0 1 0 0 0,0 0-1 0 0,0-1 1 0 0,1 1 0 0 0,0-1 0 0 0,-1 1 0 0 0,1-1 0 0 0,0 0 0 0 0,1 0-1 0 0,-1 0 1 0 0,1 0 0 0 0,-1 0 0 0 0,1-1 0 0 0,0 1 0 0 0,0-1 0 0 0,0 1-1 0 0,0-1 1 0 0,0 0 0 0 0,0 0 0 0 0,4 1 0 0 0,9 3-3294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0 209 1680 0 0,'54'-106'11109'0'0,"-53"104"-10681"0"0,-1 2-393 0 0,0 0 0 0 0,0-1 0 0 0,0 1 0 0 0,0 0 0 0 0,0 0 0 0 0,0 0 0 0 0,0 0 0 0 0,0-1 0 0 0,0 1 0 0 0,1 0 0 0 0,-1 0 0 0 0,0 0 0 0 0,0 0 0 0 0,0 0 0 0 0,0-1 0 0 0,0 1 0 0 0,0 0 0 0 0,0 0 0 0 0,1 0 0 0 0,-1 0 0 0 0,0 0 0 0 0,0 0 0 0 0,0 0 0 0 0,0-1 0 0 0,0 1 0 0 0,1 0 0 0 0,-1 0 0 0 0,0 0 0 0 0,0 0 0 0 0,0 0 0 0 0,0 0 0 0 0,1 0 0 0 0,-1 0 0 0 0,0 0 0 0 0,0 0 0 0 0,0 0 0 0 0,1 0 0 0 0,-1 0 0 0 0,0 0 0 0 0,0 0 0 0 0,0 0 0 0 0,0 0 0 0 0,1 0 0 0 0,-1 0 0 0 0,0 0 0 0 0,0 1 0 0 0,0-1 0 0 0,0 0 0 0 0,0 0 0 0 0,1 0 0 0 0,-1 0 0 0 0,0 0 0 0 0,9 11 1088 0 0,-4 7-801 0 0,-2 0-1 0 0,0 0 1 0 0,-1 0 0 0 0,-1 22 0 0 0,0-16-188 0 0,8 48 0 0 0,-8-63-110 0 0,1-1-1 0 0,0 1 0 0 0,1 0 0 0 0,0-1 1 0 0,0 0-1 0 0,1 0 0 0 0,0 0 0 0 0,1 0 1 0 0,5 8-1 0 0,-9-15-22 0 0,-1 0 0 0 0,1-1-1 0 0,-1 1 1 0 0,1 0 0 0 0,0-1 0 0 0,-1 1-1 0 0,1-1 1 0 0,0 1 0 0 0,-1-1 0 0 0,1 1 0 0 0,0-1-1 0 0,0 0 1 0 0,0 1 0 0 0,-1-1 0 0 0,1 0 0 0 0,0 1-1 0 0,0-1 1 0 0,0 0 0 0 0,0 0 0 0 0,-1 0-1 0 0,1 0 1 0 0,2 0 0 0 0,-2 0-1 0 0,1 1 1 0 0,0-1-1 0 0,0 0 0 0 0,0 0 1 0 0,-1 0-1 0 0,1 0 0 0 0,0-1 1 0 0,0 1-1 0 0,-1 0 0 0 0,1-1 1 0 0,0 1-1 0 0,-1-1 0 0 0,1 0 1 0 0,0 1-1 0 0,-1-1 0 0 0,1 0 1 0 0,-1 0-1 0 0,1 0 0 0 0,-1 0 1 0 0,2-2-1 0 0,2-2 2 0 0,1 0-3 0 0,-1 0 1 0 0,0 0-1 0 0,0-1 0 0 0,-1 1 1 0 0,1-1-1 0 0,-1 0 1 0 0,6-13-1 0 0,19-49-6 0 0,-28 65 6 0 0,14-40-15 0 0,16-36-73 0 0,-30 77 58 0 0,2 17-85 0 0,-2 9 109 0 0,0 0 0 0 0,1-1 0 0 0,7 27 0 0 0,-7-41 15 0 0,0-1 1 0 0,0 0-1 0 0,1 0 1 0 0,0 0-1 0 0,0 0 0 0 0,1 0 1 0 0,0-1-1 0 0,1 0 1 0 0,-1 1-1 0 0,1-2 0 0 0,1 1 1 0 0,9 9-1 0 0,-13-14 1 0 0,0 0-1 0 0,1 0 1 0 0,-1 0-1 0 0,1-1 1 0 0,-1 1-1 0 0,1-1 0 0 0,-1 0 1 0 0,1 1-1 0 0,0-1 1 0 0,0 0-1 0 0,0-1 1 0 0,0 1-1 0 0,-1-1 0 0 0,1 1 1 0 0,0-1-1 0 0,0 0 1 0 0,0 0-1 0 0,0 0 1 0 0,0 0-1 0 0,0 0 1 0 0,0-1-1 0 0,0 0 0 0 0,4-1 1 0 0,-2 0-7 0 0,-1 0 0 0 0,1-1 0 0 0,-1 0 0 0 0,0 0 0 0 0,0 0 1 0 0,0-1-1 0 0,0 1 0 0 0,-1-1 0 0 0,1 0 0 0 0,-1 0 0 0 0,0 0 0 0 0,5-9 0 0 0,11-22-3 0 0,-2-2 0 0 0,-2 0-1 0 0,12-39 1 0 0,-5 10-42 0 0,-21 64 42 0 0,0 0-1 0 0,0 0 1 0 0,0 1 0 0 0,0-1-1 0 0,0 1 1 0 0,0-1-1 0 0,0 1 1 0 0,1-1-1 0 0,-1 1 1 0 0,0 0 0 0 0,1-1-1 0 0,-1 1 1 0 0,1 0-1 0 0,0 0 1 0 0,-1 0-1 0 0,1 0 1 0 0,0 0 0 0 0,-1 1-1 0 0,1-1 1 0 0,0 0-1 0 0,0 1 1 0 0,0-1-1 0 0,0 1 1 0 0,0 0 0 0 0,0 0-1 0 0,-1 0 1 0 0,1 0-1 0 0,0 0 1 0 0,0 0-1 0 0,4 1 1 0 0,6 1-6 0 0,-1 0-1 0 0,1 1 1 0 0,20 9 0 0 0,-16-7 0 0 0,76 31-12 0 0,-68-24 36 0 0,0-2 0 0 0,1-1 0 0 0,1-2 0 0 0,-1 0 1 0 0,28 3-1 0 0,-51-9-16 0 0,0-1 1 0 0,0 0-1 0 0,0-1 1 0 0,1 1-1 0 0,-1 0 1 0 0,0-1-1 0 0,0 1 1 0 0,0-1-1 0 0,0 0 1 0 0,0 0-1 0 0,0 1 1 0 0,0-1-1 0 0,0-1 1 0 0,0 1-1 0 0,0 0 1 0 0,0 0-1 0 0,-1-1 1 0 0,1 1-1 0 0,-1-1 1 0 0,1 1-1 0 0,-1-1 1 0 0,1 0-1 0 0,-1 1 1 0 0,0-1-1 0 0,0 0 1 0 0,0 0-1 0 0,0 0 1 0 0,0 0-1 0 0,0 0 1 0 0,-1 0-1 0 0,1 0 1 0 0,0-1-1 0 0,-1-2 1 0 0,1 2-5 0 0,0-1 1 0 0,0 0 0 0 0,-1 0-1 0 0,0 0 1 0 0,0 0-1 0 0,0 0 1 0 0,0 1 0 0 0,-1-1-1 0 0,1 0 1 0 0,-1 0-1 0 0,0 0 1 0 0,0 0 0 0 0,0 1-1 0 0,-1-1 1 0 0,1 1-1 0 0,-1-1 1 0 0,-4-5 0 0 0,5 8-5 0 0,0-1 0 0 0,-1 1 0 0 0,1 0 0 0 0,-1 0 0 0 0,1-1 0 0 0,-1 1 0 0 0,1 0 1 0 0,-1 0-1 0 0,0 0 0 0 0,1 1 0 0 0,-1-1 0 0 0,0 0 0 0 0,0 1 0 0 0,0-1 0 0 0,0 1 0 0 0,0 0 1 0 0,1-1-1 0 0,-1 1 0 0 0,-4 0 0 0 0,2 1-2 0 0,0 0 1 0 0,-1 0 0 0 0,1 0-1 0 0,0 0 1 0 0,0 0-1 0 0,0 1 1 0 0,0 0 0 0 0,-6 3-1 0 0,-4 5-5 0 0,1 0 0 0 0,-1 1 0 0 0,-16 18 0 0 0,22-21 14 0 0,0 1-1 0 0,1 0 1 0 0,0 0 0 0 0,1 1 0 0 0,-1-1 0 0 0,2 1 0 0 0,0 1 0 0 0,0-1 0 0 0,0 1-1 0 0,-3 15 1 0 0,7-21 5 0 0,0-1-1 0 0,0 0 0 0 0,1 1 1 0 0,-1-1-1 0 0,1 1 0 0 0,0-1 1 0 0,0 1-1 0 0,1-1 0 0 0,-1 1 1 0 0,1-1-1 0 0,0 0 0 0 0,0 1 1 0 0,1-1-1 0 0,-1 0 0 0 0,1 0 1 0 0,0 0-1 0 0,0 0 0 0 0,0 0 1 0 0,1 0-1 0 0,-1 0 0 0 0,1-1 1 0 0,0 1-1 0 0,0-1 0 0 0,0 0 1 0 0,0 0-1 0 0,1 0 0 0 0,-1 0 1 0 0,1-1-1 0 0,5 4 0 0 0,4 1-48 0 0,1 0 1 0 0,0-1-1 0 0,0-1 0 0 0,0 0 0 0 0,1 0 0 0 0,0-2 0 0 0,-1 0 0 0 0,1 0 0 0 0,1-2 0 0 0,-1 1 1 0 0,0-2-1 0 0,0 0 0 0 0,17-3 0 0 0,-23 2-105 0 0,1-1-1 0 0,0-1 1 0 0,0 1 0 0 0,-1-1 0 0 0,0-1 0 0 0,1 0-1 0 0,-1 0 1 0 0,-1-1 0 0 0,1 0 0 0 0,-1 0 0 0 0,0-1-1 0 0,0 0 1 0 0,0-1 0 0 0,-1 0 0 0 0,0 0 0 0 0,0 0-1 0 0,-1-1 1 0 0,0 0 0 0 0,0 0 0 0 0,7-15 0 0 0,-5 6 28 0 0,-1 0 1 0 0,-1-1 0 0 0,0 0 0 0 0,4-27 0 0 0,4-76 170 0 0,-13 112-17 0 0,3-8 176 0 0,-2 39 158 0 0,0-1-325 0 0,7 36 128 0 0,3-1 0 0 0,2 0 0 0 0,37 94 0 0 0,-39-132 481 0 0,-11-17-630 0 0,-1-1 0 0 0,1 1 0 0 0,0-1 0 0 0,-1 1 0 0 0,1-1 0 0 0,0 1 0 0 0,-1-1 0 0 0,1 1 0 0 0,0-1-1 0 0,0 1 1 0 0,-1-1 0 0 0,1 0 0 0 0,0 0 0 0 0,0 1 0 0 0,0-1 0 0 0,-1 0 0 0 0,1 0 0 0 0,0 0 0 0 0,0 0 0 0 0,0 0 0 0 0,0 0 0 0 0,-1 0 0 0 0,3 0 0 0 0,2-3 3 0 0,-1 1 0 0 0,1-1 0 0 0,-1 0 0 0 0,1 0 0 0 0,-1 0 1 0 0,0-1-1 0 0,0 1 0 0 0,0-1 0 0 0,-1 0 0 0 0,0 0 0 0 0,1 0 0 0 0,3-8 0 0 0,6-10-2 0 0,13-34 0 0 0,-5 11 7 0 0,-9 22-26 0 0,38-64 11 0 0,-44 78-20 0 0,0 1 1 0 0,1-1-1 0 0,0 1 0 0 0,0 1 0 0 0,1-1 1 0 0,0 1-1 0 0,10-7 0 0 0,-13 12 3 0 0,0-1 0 0 0,0 1-1 0 0,0 0 1 0 0,0 1 0 0 0,0-1 0 0 0,0 1-1 0 0,1 0 1 0 0,-1 0 0 0 0,0 1-1 0 0,1-1 1 0 0,-1 1 0 0 0,1 0 0 0 0,-1 1-1 0 0,0-1 1 0 0,1 1 0 0 0,-1 0 0 0 0,0 1-1 0 0,0-1 1 0 0,1 1 0 0 0,5 3-1 0 0,12 6-1 0 0,0 0-1 0 0,0 2 1 0 0,20 16-1 0 0,-8-6 11 0 0,-1-3 74 0 0,45 21 0 0 0,-76-40-70 0 0,-1 0 0 0 0,1 0 0 0 0,0 0-1 0 0,0 0 1 0 0,0-1 0 0 0,0 1 0 0 0,-1-1-1 0 0,1 0 1 0 0,0 0 0 0 0,0 0 0 0 0,0 0-1 0 0,0-1 1 0 0,0 1 0 0 0,0-1 0 0 0,-1 1 0 0 0,1-1-1 0 0,0 0 1 0 0,0 0 0 0 0,-1 0 0 0 0,1-1-1 0 0,-1 1 1 0 0,4-2 0 0 0,-3 0-5 0 0,1 0-1 0 0,-1 0 1 0 0,0 0 0 0 0,0 0 0 0 0,0-1 0 0 0,0 1-1 0 0,-1-1 1 0 0,1 0 0 0 0,-1 0 0 0 0,0 0 0 0 0,0 0-1 0 0,0 0 1 0 0,1-5 0 0 0,-2 4-2 0 0,4-10 3 0 0,-1 0 0 0 0,3-25 0 0 0,-7 36-6 0 0,1 0-1 0 0,-1 0 0 0 0,0 0 1 0 0,-1 0-1 0 0,1 0 0 0 0,-1 0 1 0 0,1 0-1 0 0,-1-1 0 0 0,0 2 1 0 0,-1-1-1 0 0,1 0 0 0 0,-1 0 1 0 0,0 0-1 0 0,0 1 0 0 0,-2-4 1 0 0,3 6-3 0 0,0 0 0 0 0,0 0 1 0 0,0 1-1 0 0,0-1 0 0 0,0 1 1 0 0,0-1-1 0 0,0 1 1 0 0,0-1-1 0 0,-1 1 0 0 0,1 0 1 0 0,0-1-1 0 0,0 1 0 0 0,0 0 1 0 0,-1 0-1 0 0,1 0 1 0 0,0 0-1 0 0,0 0 0 0 0,-1 0 1 0 0,1 0-1 0 0,0 0 0 0 0,0 1 1 0 0,0-1-1 0 0,-2 1 1 0 0,-28 12-30 0 0,15-2 25 0 0,1 1 1 0 0,-1 1 0 0 0,2 0 0 0 0,0 1 0 0 0,1 0 0 0 0,-21 30 0 0 0,20-24 13 0 0,1 1 0 0 0,1 0 0 0 0,1 1 1 0 0,1 0-1 0 0,-8 27 0 0 0,16-42 4 0 0,0 1 1 0 0,0 0-1 0 0,0 0 0 0 0,1 0 1 0 0,0 0-1 0 0,1 0 0 0 0,0 1 1 0 0,0-1-1 0 0,0 0 1 0 0,1 0-1 0 0,3 12 0 0 0,-2-15 1 0 0,0 1-1 0 0,0-1 0 0 0,1 0 1 0 0,0 0-1 0 0,0-1 0 0 0,0 1 1 0 0,0-1-1 0 0,1 1 0 0 0,-1-1 0 0 0,1 0 1 0 0,0 0-1 0 0,0-1 0 0 0,1 1 1 0 0,-1-1-1 0 0,1 0 0 0 0,0 0 1 0 0,9 4-1 0 0,-6-3 3 0 0,1-1 0 0 0,-1 0 0 0 0,1 0 0 0 0,0-1 0 0 0,1 0 0 0 0,-1 0 0 0 0,0-1 0 0 0,0 0 0 0 0,1-1 0 0 0,-1 0 0 0 0,10-1 0 0 0,-7-1-54 0 0,1-1 0 0 0,-1 0 0 0 0,0 0 0 0 0,0-1 0 0 0,0-1 0 0 0,0 0 0 0 0,15-9 0 0 0,-10 2-703 0 0,1 1-1 0 0,-1-2 0 0 0,29-28 1 0 0,-28 22-1855 0 0,0-2 1 0 0,22-32-1 0 0,-30 36-1290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2244 0 0,'0'-2'1822'0'0,"2"-5"-727"0"0,-2 4-558 0 0,0 1-1 0 0,0-1 1 0 0,1 1-1 0 0,-1-1 1 0 0,1 1-1 0 0,0 0 1 0 0,-1-1-1 0 0,1 1 1 0 0,0 0-1 0 0,1-1 1 0 0,2-3-1 0 0,-3 6-437 0 0,0 0 1 0 0,0-1-1 0 0,0 1 0 0 0,1 0 1 0 0,-1 0-1 0 0,0 0 0 0 0,0 0 0 0 0,0 0 1 0 0,1 1-1 0 0,-1-1 0 0 0,0 0 1 0 0,0 0-1 0 0,0 1 0 0 0,0-1 0 0 0,1 1 1 0 0,-1-1-1 0 0,0 1 0 0 0,2 1 1 0 0,20 12 635 0 0,-14-7-520 0 0,0 0 0 0 0,-1 1-1 0 0,0 1 1 0 0,0-1 0 0 0,-1 1 0 0 0,0 0-1 0 0,-1 1 1 0 0,0 0 0 0 0,0 0-1 0 0,-1 0 1 0 0,-1 0 0 0 0,1 1 0 0 0,-2 0-1 0 0,5 20 1 0 0,-5-19 105 0 0,-1 0 0 0 0,-1 0 1 0 0,0 0-1 0 0,-1 0 0 0 0,0 0 0 0 0,-1 0 0 0 0,0 0 1 0 0,-1 0-1 0 0,0 0 0 0 0,-1 0 0 0 0,0-1 0 0 0,-1 1 0 0 0,-10 20 1 0 0,-4 2 4244 0 0,18-34-4537 0 0,-1 0 1 0 0,1 0-1 0 0,-1-1 0 0 0,1 1 0 0 0,-1 0 0 0 0,1 0 0 0 0,-1 0 0 0 0,1 0 0 0 0,-1-1 0 0 0,1 1 0 0 0,-1 0 0 0 0,1 0 0 0 0,0-1 0 0 0,-1 1 0 0 0,1 0 0 0 0,-1-1 0 0 0,1 1 0 0 0,0 0 0 0 0,-1-1 1 0 0,1 1-1 0 0,0-1 0 0 0,-1 1 0 0 0,1-1 0 0 0,0 1 0 0 0,-1-1 0 0 0,7-14 81 0 0,-1 1-1 0 0,2 1 1 0 0,0-1 0 0 0,1 1-1 0 0,16-21 1 0 0,54-59-39 0 0,-74 89-63 0 0,126-129 237 0 0,-106 111-943 0 0,1 2-1 0 0,1 0 0 0 0,48-27 0 0 0,-70 45 26 0 0,0 1 0 0 0,1-1 0 0 0,-1 1-1 0 0,0-1 1 0 0,0 1 0 0 0,9-1 0 0 0,12 7-10199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16 3372 0 0,'-8'-5'8733'0'0,"-4"0"-5761"0"0,3 0-2232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8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523 125 800 0 0,'4'-11'2072'0'0,"-2"0"1"0"0,1 0-1 0 0,0-11 1 0 0,-3 19-1937 0 0,0-1 0 0 0,0 1 0 0 0,-1 0 0 0 0,1-1 0 0 0,-1 1 0 0 0,0 0 0 0 0,0-1 1 0 0,0 1-1 0 0,0 0 0 0 0,-1 0 0 0 0,1 0 0 0 0,-1 0 0 0 0,0 0 0 0 0,0 0 1 0 0,-4-4-1 0 0,4 5-113 0 0,-1 0 1 0 0,1 1 0 0 0,-1-1-1 0 0,0 1 1 0 0,1 0 0 0 0,-1-1-1 0 0,0 1 1 0 0,0 1 0 0 0,0-1 0 0 0,0 0-1 0 0,0 1 1 0 0,0-1 0 0 0,0 1-1 0 0,0 0 1 0 0,0 0 0 0 0,-5 1-1 0 0,3 0-13 0 0,-1 0 0 0 0,1 1 0 0 0,-1 0 0 0 0,1 0 0 0 0,0 0-1 0 0,0 1 1 0 0,0-1 0 0 0,-6 6 0 0 0,-5 4-14 0 0,1 1 0 0 0,1 1 0 0 0,0 0 0 0 0,-12 17 0 0 0,19-23-13 0 0,1 0 1 0 0,0 0-1 0 0,0 1 0 0 0,1 0 0 0 0,0 0 1 0 0,1 0-1 0 0,0 1 0 0 0,0-1 1 0 0,-3 17-1 0 0,7-22 19 0 0,-1 0 0 0 0,1 0 0 0 0,-1 0 1 0 0,1 1-1 0 0,1-1 0 0 0,-1 0 0 0 0,0 0 0 0 0,1 0 0 0 0,0 0 1 0 0,0 1-1 0 0,0-1 0 0 0,1 0 0 0 0,-1-1 0 0 0,1 1 0 0 0,0 0 1 0 0,0 0-1 0 0,0-1 0 0 0,1 1 0 0 0,-1-1 0 0 0,1 0 1 0 0,0 0-1 0 0,0 0 0 0 0,0 0 0 0 0,0 0 0 0 0,6 4 0 0 0,6 2 191 0 0,1-1-1 0 0,31 14 0 0 0,-34-18-119 0 0,-1 1-1 0 0,0 1 1 0 0,-1 0-1 0 0,1 0 1 0 0,-1 2 0 0 0,18 14-1 0 0,-27-21-39 0 0,-1 0-1 0 0,0 1 1 0 0,1-1-1 0 0,-1 1 1 0 0,0-1 0 0 0,0 1-1 0 0,0 0 1 0 0,0-1-1 0 0,0 1 1 0 0,0 0-1 0 0,-1 0 1 0 0,1 0-1 0 0,-1-1 1 0 0,1 1 0 0 0,-1 0-1 0 0,0 0 1 0 0,1 0-1 0 0,-1 0 1 0 0,0 0-1 0 0,0 0 1 0 0,-1 3-1 0 0,0-1 45 0 0,0-1 0 0 0,0 0 0 0 0,-1 0-1 0 0,1 0 1 0 0,-1 0 0 0 0,0 0-1 0 0,1 0 1 0 0,-1 0 0 0 0,-1-1-1 0 0,1 1 1 0 0,-4 3 0 0 0,-5 3 198 0 0,0-1-1 0 0,-1 0 1 0 0,1 0 0 0 0,-26 11-1 0 0,8-8-68 0 0,0-1 0 0 0,-1-1-1 0 0,-1-2 1 0 0,1-1-1 0 0,-1-1 1 0 0,0-2-1 0 0,0-1 1 0 0,0-1-1 0 0,-61-7 1 0 0,89 6-196 0 0,2 0-8 0 0,0 0-1 0 0,0 0 1 0 0,0 0 0 0 0,0 0-1 0 0,0 0 1 0 0,0 0-1 0 0,0-1 1 0 0,1 1-1 0 0,-1 0 1 0 0,0-1-1 0 0,0 1 1 0 0,0-1 0 0 0,0 1-1 0 0,0 0 1 0 0,1-1-1 0 0,-1 0 1 0 0,0 1-1 0 0,0-1 1 0 0,1 0 0 0 0,-1 1-1 0 0,-1-2 1 0 0,2 1-24 0 0,-1 1 1 0 0,0-1-1 0 0,0 1 1 0 0,1-1-1 0 0,-1 1 1 0 0,0-1-1 0 0,1 0 1 0 0,-1 1-1 0 0,1-1 1 0 0,-1 0-1 0 0,1 0 1 0 0,-1 1-1 0 0,1-1 1 0 0,-1 0-1 0 0,1 0 1 0 0,0 0-1 0 0,-1 0 1 0 0,1 0-1 0 0,0 1 1 0 0,0-1-1 0 0,0 0 1 0 0,0 0-1 0 0,0 0 1 0 0,0 0-1 0 0,0 0 1 0 0,0 0-1 0 0,0-1 1 0 0,1 0-116 0 0,0 1 1 0 0,-1-1 0 0 0,1 0 0 0 0,1 0 0 0 0,-1 1 0 0 0,0-1 0 0 0,0 0 0 0 0,0 1 0 0 0,1-1-1 0 0,-1 1 1 0 0,4-2 0 0 0,4-4-1800 0 0,0 1 0 0 0,0 0 0 0 0,16-6 0 0 0,-5 3-3504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29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2980 0 0,'13'-22'7773'0'0,"-13"22"-7732"0"0,0 0 0 0 0,0-1-1 0 0,0 1 1 0 0,0 0 0 0 0,1 0 0 0 0,-1 0 0 0 0,0 0 0 0 0,0 0-1 0 0,0-1 1 0 0,0 1 0 0 0,1 0 0 0 0,-1 0 0 0 0,0 0 0 0 0,0 0-1 0 0,0 0 1 0 0,1 0 0 0 0,-1 0 0 0 0,0 0 0 0 0,0 0 0 0 0,1 0-1 0 0,-1 0 1 0 0,0 0 0 0 0,0 0 0 0 0,0 0 0 0 0,1 0-1 0 0,-1 0 1 0 0,0 0 0 0 0,0 0 0 0 0,0 0 0 0 0,1 0 0 0 0,-1 0-1 0 0,0 0 1 0 0,0 0 0 0 0,0 0 0 0 0,1 0 0 0 0,-1 0 0 0 0,0 1-1 0 0,1-1 1 0 0,4 11 827 0 0,1 24-229 0 0,-4-25-414 0 0,1 20-60 0 0,-1 1-1 0 0,-1-1 0 0 0,-2 1 1 0 0,-1 0-1 0 0,-9 45 0 0 0,11-75-165 0 0,-4 19 733 0 0,-11 39 0 0 0,14-58-438 0 0,-1-4-131 0 0,1 3-159 0 0,1-1 0 0 0,0 1-1 0 0,0 0 1 0 0,-1 0 0 0 0,1 0-1 0 0,0 0 1 0 0,0 0 0 0 0,0-1-1 0 0,-1 1 1 0 0,1 0 0 0 0,0 0-1 0 0,0 0 1 0 0,0-1 0 0 0,-1 1 0 0 0,1 0-1 0 0,0 0 1 0 0,0-1 0 0 0,0 1-1 0 0,0 0 1 0 0,0 0 0 0 0,0-1-1 0 0,0 1 1 0 0,0 0 0 0 0,-1 0-1 0 0,1-1 1 0 0,0 1 0 0 0,0 0-1 0 0,0-1 1 0 0,0 1 0 0 0,0 0 0 0 0,0 0-1 0 0,1-1 1 0 0,-1-18 23 0 0,2 1 1 0 0,0 0-1 0 0,1-1 1 0 0,1 1 0 0 0,1 0-1 0 0,0 1 1 0 0,2-1-1 0 0,0 1 1 0 0,11-20-1 0 0,-13 27-28 0 0,1 1-1 0 0,1 0 1 0 0,-1 0 0 0 0,1 1-1 0 0,0 0 1 0 0,1 1 0 0 0,14-12-1 0 0,-16 15-2 0 0,0 0 1 0 0,0 0-1 0 0,0 1 0 0 0,1 0 1 0 0,-1 0-1 0 0,1 1 0 0 0,0 0 0 0 0,-1 0 1 0 0,1 0-1 0 0,0 1 0 0 0,0 0 1 0 0,12 0-1 0 0,-12 2 1 0 0,1 0 0 0 0,0 0 1 0 0,-1 0-1 0 0,0 1 0 0 0,1 0 0 0 0,-1 1 1 0 0,0 0-1 0 0,0 0 0 0 0,0 0 0 0 0,-1 1 1 0 0,1 0-1 0 0,-1 0 0 0 0,0 1 0 0 0,0 0 1 0 0,0 0-1 0 0,-1 0 0 0 0,1 1 0 0 0,-1 0 1 0 0,-1 0-1 0 0,1 0 0 0 0,-1 0 0 0 0,6 12 1 0 0,-6-10 6 0 0,0 0 1 0 0,0 1 0 0 0,-1-1 0 0 0,0 1 0 0 0,0 0-1 0 0,-1 0 1 0 0,0 0 0 0 0,-1 0 0 0 0,1 0 0 0 0,-2 0-1 0 0,0 0 1 0 0,0 0 0 0 0,0 1 0 0 0,-1-1 0 0 0,-1 0 0 0 0,1 0-1 0 0,-1 0 1 0 0,-6 13 0 0 0,-7 10 114 0 0,15-30-99 0 0,-1-2-20 0 0,1 0 1 0 0,-1 0 0 0 0,1 0 0 0 0,-1 0 0 0 0,1 0 0 0 0,-1 0 0 0 0,1 0 0 0 0,-1 0-1 0 0,1-1 1 0 0,0 1 0 0 0,-1 0 0 0 0,1 0 0 0 0,-1 0 0 0 0,1-1 0 0 0,0 1 0 0 0,-1 0-1 0 0,1 0 1 0 0,0-1 0 0 0,-1 1 0 0 0,1 0 0 0 0,0-1 0 0 0,-1 1 0 0 0,1-1 0 0 0,0 1-1 0 0,-1-1 1 0 0,2-9 0 0 0,0 0-1 0 0,1 0 1 0 0,0 0-1 0 0,1 0 1 0 0,0 1-1 0 0,1-1 1 0 0,-1 1-1 0 0,2 0 1 0 0,-1 0-1 0 0,10-13 0 0 0,-2 5 0 0 0,0 0-1 0 0,1 2 0 0 0,1-1 0 0 0,20-17 1 0 0,-22 23-3 0 0,1 0 0 0 0,0 1 0 0 0,0 1 0 0 0,1 0 0 0 0,0 1 0 0 0,0 0 0 0 0,26-8 0 0 0,-34 14 1 0 0,1-1-1 0 0,-1 1 0 0 0,1 0 0 0 0,-1 0 1 0 0,1 1-1 0 0,0 0 0 0 0,-1 0 0 0 0,1 1 0 0 0,7 1 1 0 0,-10-1-1 0 0,0 0 0 0 0,0 0 0 0 0,1 1 0 0 0,-1 0 0 0 0,0 0 0 0 0,0 0 0 0 0,-1 0 0 0 0,1 1 0 0 0,0-1 0 0 0,-1 1 0 0 0,1 0 0 0 0,-1 0 0 0 0,0 0 0 0 0,4 7 0 0 0,-4-6 11 0 0,0 1 0 0 0,0 0 0 0 0,-1 0 0 0 0,0 0 0 0 0,0 0 1 0 0,0 0-1 0 0,0 0 0 0 0,-1 1 0 0 0,0-1 0 0 0,0 0 0 0 0,-1 1 0 0 0,1-1 0 0 0,-1 1 0 0 0,-1 8 0 0 0,-2 7-379 0 0,0 0-1 0 0,-10 30 1 0 0,2-7-2849 0 0,11-11-3429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0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337 682 2224 0 0,'0'-6'607'0'0,"1"0"0"0"0,-1 1-1 0 0,0-1 1 0 0,-1 0-1 0 0,0 1 1 0 0,0-1 0 0 0,0 0-1 0 0,0 1 1 0 0,-1-1 0 0 0,0 1-1 0 0,0 0 1 0 0,-3-6 0 0 0,3 8-434 0 0,0 0 1 0 0,0 0-1 0 0,0 0 1 0 0,-1 0-1 0 0,1 0 1 0 0,-1 1-1 0 0,1-1 1 0 0,-1 1-1 0 0,0 0 1 0 0,0 0-1 0 0,0 0 1 0 0,0 0-1 0 0,-1 0 1 0 0,1 1-1 0 0,0 0 1 0 0,-1-1-1 0 0,1 1 1 0 0,-1 0-1 0 0,-4 0 1 0 0,4 0-118 0 0,0 1 1 0 0,0 0 0 0 0,0 1-1 0 0,0-1 1 0 0,0 1 0 0 0,0 0 0 0 0,0 0-1 0 0,0 0 1 0 0,0 0 0 0 0,0 1-1 0 0,1-1 1 0 0,-1 1 0 0 0,0 0 0 0 0,-4 3-1 0 0,-4 4 51 0 0,0 0 0 0 0,-14 15 0 0 0,25-23-102 0 0,-15 15 50 0 0,0 1-1 0 0,1 0 0 0 0,1 1 0 0 0,0 1 1 0 0,2 0-1 0 0,0 0 0 0 0,1 2 1 0 0,1-1-1 0 0,-10 33 0 0 0,19-50-43 0 0,0 0 0 0 0,0 0 0 0 0,0 0-1 0 0,1 0 1 0 0,-1 0 0 0 0,1 1 0 0 0,0-1 0 0 0,0 0-1 0 0,0 0 1 0 0,0 0 0 0 0,1 0 0 0 0,-1 1 0 0 0,1-1-1 0 0,0 0 1 0 0,0 0 0 0 0,0 0 0 0 0,0 0 0 0 0,1 0-1 0 0,-1-1 1 0 0,1 1 0 0 0,-1 0 0 0 0,1-1 0 0 0,0 1 0 0 0,0-1-1 0 0,0 1 1 0 0,1-1 0 0 0,-1 0 0 0 0,0 0 0 0 0,1 0-1 0 0,0 0 1 0 0,-1 0 0 0 0,1-1 0 0 0,0 1 0 0 0,0-1-1 0 0,0 0 1 0 0,0 0 0 0 0,0 0 0 0 0,0 0 0 0 0,0 0 0 0 0,0-1-1 0 0,0 0 1 0 0,0 1 0 0 0,1-1 0 0 0,-1 0 0 0 0,5-1-1 0 0,0 0-2 0 0,0 0 0 0 0,-1 0 0 0 0,1 0-1 0 0,-1-1 1 0 0,0-1 0 0 0,0 1 0 0 0,0-1-1 0 0,0 0 1 0 0,0-1 0 0 0,0 0 0 0 0,-1 0-1 0 0,11-8 1 0 0,-8 4-5 0 0,-1-1-1 0 0,0 1 1 0 0,0-1-1 0 0,0-1 1 0 0,-1 1 0 0 0,-1-1-1 0 0,11-22 1 0 0,-14 25-7 0 0,7-13 4 0 0,0 0 0 0 0,-2-1-1 0 0,7-27 1 0 0,-11 37-48 0 0,0 18 2 0 0,-1 19 39 0 0,-7-1 74 0 0,0-2 25 0 0,1-1 0 0 0,1 1-1 0 0,1 0 1 0 0,1-1 0 0 0,4 29-1 0 0,-4-48-72 0 0,1 0-1 0 0,0-1 1 0 0,-1 1-1 0 0,1-1 1 0 0,0 1-1 0 0,0-1 1 0 0,0 1 0 0 0,0-1-1 0 0,1 1 1 0 0,-1-1-1 0 0,1 0 1 0 0,0 0-1 0 0,-1 0 1 0 0,1 0-1 0 0,0 0 1 0 0,0 0 0 0 0,0 0-1 0 0,0-1 1 0 0,5 4-1 0 0,-3-4-2 0 0,0 1-1 0 0,0-1 1 0 0,0 0 0 0 0,0 0-1 0 0,0 0 1 0 0,0-1 0 0 0,0 1-1 0 0,1-1 1 0 0,-1 0 0 0 0,0 0-1 0 0,7-2 1 0 0,8-2 4 0 0,0-1 0 0 0,0-1 0 0 0,-1 0 0 0 0,23-12 0 0 0,-38 17-18 0 0,26-14 9 0 0,0-1 0 0 0,-1-1 0 0 0,-1-1 0 0 0,-1-2 1 0 0,0 0-1 0 0,-2-2 0 0 0,0-1 0 0 0,-2-1 0 0 0,0 0 0 0 0,-2-2 0 0 0,-1-1 0 0 0,19-34 0 0 0,-19 28-1 0 0,-3 0 0 0 0,-1-1-1 0 0,-1-1 1 0 0,-2-1-1 0 0,-2 1 1 0 0,-1-2-1 0 0,-1 1 1 0 0,-2-1-1 0 0,-2 0 1 0 0,-1-56-1 0 0,-8 22-32 0 0,4 64 19 0 0,0-1-1 0 0,-1 1 1 0 0,0 0-1 0 0,0 0 0 0 0,0 0 1 0 0,-1 0-1 0 0,-5-9 1 0 0,8 15 2 0 0,-1 0 1 0 0,0 0-1 0 0,0 0 0 0 0,1 0 1 0 0,-1 0-1 0 0,0 0 0 0 0,0 0 1 0 0,0 0-1 0 0,0 0 0 0 0,0 0 0 0 0,0 1 1 0 0,0-1-1 0 0,-1 0 0 0 0,1 1 1 0 0,0-1-1 0 0,0 1 0 0 0,0-1 1 0 0,-1 1-1 0 0,1 0 0 0 0,0-1 1 0 0,0 1-1 0 0,-2 0 0 0 0,1 0 3 0 0,0 1-1 0 0,-1-1 1 0 0,1 0-1 0 0,0 1 1 0 0,0 0-1 0 0,0-1 1 0 0,0 1 0 0 0,0 0-1 0 0,0 0 1 0 0,0 0-1 0 0,0 0 1 0 0,-1 2-1 0 0,-5 4 5 0 0,1-1 0 0 0,0 1 0 0 0,1 0 0 0 0,-11 14 0 0 0,-5 13 130 0 0,2 2 1 0 0,1 0-1 0 0,1 0 1 0 0,3 2-1 0 0,1 0 1 0 0,1 1-1 0 0,2 0 1 0 0,2 1 0 0 0,2 0-1 0 0,2 0 1 0 0,1 1-1 0 0,2 50 1 0 0,2-71-79 0 0,2 1 0 0 0,0-1 1 0 0,1 0-1 0 0,0 1 1 0 0,13 34-1 0 0,-14-48-43 0 0,1-1 1 0 0,0 1-1 0 0,0-1 1 0 0,1 1-1 0 0,0-1 1 0 0,0 0-1 0 0,0-1 1 0 0,1 1-1 0 0,0-1 1 0 0,0 0-1 0 0,1 0 0 0 0,-1 0 1 0 0,1-1-1 0 0,0 1 1 0 0,0-2-1 0 0,0 1 1 0 0,1-1-1 0 0,-1 0 1 0 0,14 5-1 0 0,-7-5-227 0 0,-1-1 0 0 0,1 0 0 0 0,0 0 0 0 0,-1-2-1 0 0,1 1 1 0 0,0-2 0 0 0,0 1 0 0 0,21-5 0 0 0,-12 0-1561 0 0,0-1 1 0 0,-1-1-1 0 0,0-1 0 0 0,23-11 1 0 0,-8 1-4706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164 148 2716 0 0,'-2'-74'8591'0'0,"0"0"-988"0"0,-9 90-7194 0 0,7-6-291 0 0,0 0-1 0 0,0 0 1 0 0,1 0-1 0 0,-3 12 1 0 0,-3 13 116 0 0,-102 380 734 0 0,108-403-941 0 0,1 1 0 0 0,1 0 0 0 0,0 0 0 0 0,0 0 0 0 0,1 0 0 0 0,1 0 0 0 0,1 0 0 0 0,4 21 0 0 0,-4-28-296 0 0,0 0 0 0 0,0-1-1 0 0,0 1 1 0 0,1-1-1 0 0,0 0 1 0 0,0 1-1 0 0,1-2 1 0 0,7 10-1 0 0,-7-10-529 0 0,0 0 0 0 0,1-1 0 0 0,-1 1 0 0 0,1-1 0 0 0,0 0 0 0 0,0 0-1 0 0,0 0 1 0 0,0-1 0 0 0,1 0 0 0 0,7 3 0 0 0,9 0-6934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2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80 1480 0 0,'0'0'1548'0'0,"23"-10"5203"0"0,-20 10-6609 0 0,-1 1 0 0 0,1-1-1 0 0,-1 1 1 0 0,1 0 0 0 0,-1 0 0 0 0,0 0 0 0 0,1 0 0 0 0,-1 0-1 0 0,0 1 1 0 0,0-1 0 0 0,0 1 0 0 0,0-1 0 0 0,0 1-1 0 0,0 0 1 0 0,0 0 0 0 0,2 4 0 0 0,25 18 755 0 0,15 9 2273 0 0,-43-33-3162 0 0,-1 0-1 0 0,1 0 1 0 0,-1 0 0 0 0,1 0 0 0 0,0 0 0 0 0,-1-1 0 0 0,1 1-1 0 0,-1 0 1 0 0,1 0 0 0 0,-1-1 0 0 0,1 1 0 0 0,-1 0 0 0 0,1-1-1 0 0,-1 1 1 0 0,0 0 0 0 0,1-1 0 0 0,-1 1 0 0 0,0-1 0 0 0,1 1-1 0 0,-1-1 1 0 0,0 1 0 0 0,1-1 0 0 0,-1 1 0 0 0,0-1 0 0 0,0 1-1 0 0,1-1 1 0 0,-1 1 0 0 0,0-1 0 0 0,0 0 0 0 0,0 1 0 0 0,0-1-1 0 0,0 1 1 0 0,0-1 0 0 0,0 1 0 0 0,0-1 0 0 0,0 0 0 0 0,0 1-1 0 0,0-1 1 0 0,0 1 0 0 0,0-1 0 0 0,-1 1 0 0 0,1-1-1 0 0,0 1 1 0 0,0-1 0 0 0,-1 0 0 0 0,-11-30 36 0 0,11 27-27 0 0,-2-2-17 0 0,1 1 1 0 0,-1-1 0 0 0,0 0 0 0 0,0 1 0 0 0,-1-1 0 0 0,1 1 0 0 0,-1 0 0 0 0,-1 0-1 0 0,1 1 1 0 0,-1-1 0 0 0,1 1 0 0 0,-1 0 0 0 0,0 0 0 0 0,-1 1 0 0 0,1-1 0 0 0,-1 1 0 0 0,0 0-1 0 0,1 1 1 0 0,-1-1 0 0 0,0 1 0 0 0,0 1 0 0 0,-1-1 0 0 0,1 1 0 0 0,0 0 0 0 0,-1 0-1 0 0,1 1 1 0 0,0-1 0 0 0,-1 2 0 0 0,1-1 0 0 0,0 1 0 0 0,-1 0 0 0 0,1 0 0 0 0,-11 4 0 0 0,1 0-6 0 0,1 2 1 0 0,0-1 0 0 0,0 2 0 0 0,1 0 0 0 0,0 1-1 0 0,1 1 1 0 0,0 0 0 0 0,0 0 0 0 0,1 1 0 0 0,0 1-1 0 0,1 0 1 0 0,0 1 0 0 0,1 0 0 0 0,1 0 0 0 0,0 1-1 0 0,-10 22 1 0 0,17-32 4 0 0,0 1 0 0 0,0 0 0 0 0,1-1 0 0 0,0 1 0 0 0,0 0 0 0 0,0 0 0 0 0,1 0-1 0 0,-1 0 1 0 0,1 0 0 0 0,0 0 0 0 0,1 0 0 0 0,-1 0 0 0 0,1 0 0 0 0,0 0 0 0 0,0 0 0 0 0,1 0 0 0 0,-1 0 0 0 0,1-1-1 0 0,0 1 1 0 0,0-1 0 0 0,1 1 0 0 0,-1-1 0 0 0,1 0 0 0 0,0 0 0 0 0,0 0 0 0 0,5 5 0 0 0,0-2 3 0 0,0 0 1 0 0,1-1 0 0 0,-1 0-1 0 0,1 0 1 0 0,0-1 0 0 0,0-1-1 0 0,1 1 1 0 0,-1-1 0 0 0,1-1-1 0 0,0 0 1 0 0,19 4 0 0 0,-5-3 22 0 0,35 1 1 0 0,-52-4-18 0 0,0-1-1 0 0,-1-1 1 0 0,1 1-1 0 0,0-1 1 0 0,-1 0-1 0 0,1-1 1 0 0,0 1-1 0 0,-1-1 1 0 0,13-6-1 0 0,-19 8-8 0 0,0 0 0 0 0,1 0-1 0 0,-1 0 1 0 0,1 0 0 0 0,-1 0 0 0 0,0-1-1 0 0,1 1 1 0 0,-1 0 0 0 0,1 0 0 0 0,-1 0-1 0 0,0 0 1 0 0,1-1 0 0 0,-1 1 0 0 0,0 0-1 0 0,0 0 1 0 0,1-1 0 0 0,-1 1 0 0 0,0 0-1 0 0,1-1 1 0 0,-1 1 0 0 0,0 0 0 0 0,0 0 0 0 0,0-1-1 0 0,1 1 1 0 0,-1-1 0 0 0,0 1 0 0 0,0 0-1 0 0,0-1 1 0 0,0 1 0 0 0,0 0 0 0 0,0-1-1 0 0,0 1 1 0 0,0-1 0 0 0,0 1 0 0 0,0 0-1 0 0,0-1 1 0 0,0 1 0 0 0,0-1 0 0 0,0 1-1 0 0,0 0 1 0 0,0-1 0 0 0,0 1 0 0 0,0-1-1 0 0,0 1 1 0 0,-1 0 0 0 0,1-1 0 0 0,0 1-1 0 0,0 0 1 0 0,0-1 0 0 0,-1 1 0 0 0,1 0-1 0 0,0 0 1 0 0,0-1 0 0 0,-1 1 0 0 0,1 0-1 0 0,0 0 1 0 0,-1-1 0 0 0,1 1 0 0 0,0 0-1 0 0,-1 0 1 0 0,1 0 0 0 0,-1-1 0 0 0,0 1-1 0 0,-1-1-1 0 0,0 0 0 0 0,0 0 0 0 0,-1 1 0 0 0,1-1 0 0 0,0 1 0 0 0,0-1 0 0 0,-1 1 0 0 0,1 0 0 0 0,-1 0 0 0 0,-4 0 0 0 0,-14 6-1 0 0,-1 0-1 0 0,1 1 0 0 0,0 1 1 0 0,1 1-1 0 0,0 1 1 0 0,0 1-1 0 0,1 0 0 0 0,-20 16 1 0 0,10-3 12 0 0,0 0 1 0 0,1 2-1 0 0,2 1 0 0 0,-27 34 1 0 0,47-53-15 0 0,0 0 0 0 0,0 1 0 0 0,1 0 1 0 0,0 0-1 0 0,0 0 0 0 0,1 1 0 0 0,0-1 0 0 0,-4 19 0 0 0,8-25 7 0 0,-1 1 0 0 0,1-1-1 0 0,0 0 1 0 0,-1 0 0 0 0,1 1-1 0 0,1-1 1 0 0,-1 0 0 0 0,0 1-1 0 0,1-1 1 0 0,0 0 0 0 0,0 0-1 0 0,0 0 1 0 0,0 0 0 0 0,0 0-1 0 0,1 0 1 0 0,-1 0 0 0 0,1 0-1 0 0,0 0 1 0 0,0-1-1 0 0,0 1 1 0 0,0 0 0 0 0,0-1-1 0 0,0 0 1 0 0,1 0 0 0 0,-1 1-1 0 0,1-2 1 0 0,0 1 0 0 0,0 0-1 0 0,-1 0 1 0 0,1-1 0 0 0,4 2-1 0 0,7 2 14 0 0,0 0-1 0 0,0-1 1 0 0,1 0-1 0 0,-1-1 0 0 0,1-1 1 0 0,27 1-1 0 0,93-8 56 0 0,-111 3-45 0 0,-23 2-25 0 0,42-2 71 0 0,0-2-1 0 0,-1-3 1 0 0,51-13 0 0 0,-79 16 40 0 0,0-1 1 0 0,-1-1-1 0 0,23-14 1 0 0,-31 17-456 0 0,0 0 0 0 0,0-1 0 0 0,0 1 1 0 0,-1-1-1 0 0,0 0 0 0 0,1-1 0 0 0,-1 1 0 0 0,-1-1 1 0 0,1 1-1 0 0,-1-1 0 0 0,5-10 0 0 0,-3 6-3429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2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287 113 1884 0 0,'-104'-112'14838'0'0,"105"114"-14819"0"0,0 0 0 0 0,0 0-1 0 0,0 0 1 0 0,0 1 0 0 0,1-1 0 0 0,-1-1-1 0 0,1 1 1 0 0,-1 0 0 0 0,1 0-1 0 0,0-1 1 0 0,3 3 0 0 0,3 4 34 0 0,48 47 93 0 0,88 65 1 0 0,-111-93-118 0 0,112 89 203 0 0,-145-115-229 0 0,1-1 1 0 0,0 0-1 0 0,-1 1 1 0 0,1-1 0 0 0,-1 1-1 0 0,1-1 1 0 0,-1 1-1 0 0,1 0 1 0 0,-1-1 0 0 0,1 1-1 0 0,-1-1 1 0 0,1 1-1 0 0,-1 0 1 0 0,0-1 0 0 0,1 1-1 0 0,-1 0 1 0 0,0 0-1 0 0,0-1 1 0 0,0 1-1 0 0,1 0 1 0 0,-1 0 0 0 0,0-1-1 0 0,0 1 1 0 0,0 0-1 0 0,0 1 1 0 0,-1-1 0 0 0,1 0 1 0 0,-1 1-1 0 0,1-1 0 0 0,-1 0 0 0 0,0 0 0 0 0,0 0 1 0 0,1 0-1 0 0,-1 0 0 0 0,0 0 0 0 0,0 0 1 0 0,0 0-1 0 0,0 0 0 0 0,-2 1 0 0 0,-3 3 9 0 0,-1-1-1 0 0,0 0 1 0 0,-13 5-1 0 0,19-9-11 0 0,-194 63 789 0 0,49-18-40 0 0,116-35-682 0 0,0 3-1 0 0,-48 28 1 0 0,72-38-120 0 0,0 0 0 0 0,1 1 0 0 0,0 0 1 0 0,0 0-1 0 0,0 0 0 0 0,1 1 0 0 0,-1 0 1 0 0,1 0-1 0 0,0 0 0 0 0,0 0 0 0 0,-5 12 0 0 0,8-16-63 0 0,1 0 0 0 0,-1 0 0 0 0,1 1 0 0 0,0-1-1 0 0,0 0 1 0 0,0 1 0 0 0,-1-1 0 0 0,1 0 0 0 0,0 1 0 0 0,1-1-1 0 0,-1 0 1 0 0,0 1 0 0 0,0-1 0 0 0,0 0 0 0 0,1 1-1 0 0,-1-1 1 0 0,1 0 0 0 0,-1 0 0 0 0,1 1 0 0 0,-1-1 0 0 0,1 0-1 0 0,0 0 1 0 0,0 0 0 0 0,0 0 0 0 0,-1 0 0 0 0,1 0-1 0 0,0 0 1 0 0,0 0 0 0 0,0 0 0 0 0,0 0 0 0 0,1-1 0 0 0,-1 1-1 0 0,0 0 1 0 0,0-1 0 0 0,0 1 0 0 0,2 0 0 0 0,3 1-987 0 0,-1 0 0 0 0,1 0 0 0 0,0 0 0 0 0,-1-1 1 0 0,1 0-1 0 0,10 1 0 0 0,7-1-3398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3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98 127 2780 0 0,'5'-14'1655'0'0,"-1"3"-43"0"0,0 1-1 0 0,0-1 0 0 0,-1 0 1 0 0,-1 0-1 0 0,0 0 0 0 0,1-16 1 0 0,-19 29-604 0 0,14 0-919 0 0,0-1 1 0 0,0 0-1 0 0,0 0 0 0 0,0 0 1 0 0,0 1-1 0 0,0 0 0 0 0,0-1 1 0 0,0 1-1 0 0,0 0 1 0 0,1 0-1 0 0,-1-1 0 0 0,-2 6 1 0 0,-14 28 579 0 0,11-22-419 0 0,-2 7-19 0 0,0 1 1 0 0,1 0 0 0 0,0 1 0 0 0,2-1 0 0 0,1 1-1 0 0,1 0 1 0 0,0 1 0 0 0,1 27 0 0 0,2-35-113 0 0,1 1 1 0 0,1-1 0 0 0,1 0-1 0 0,0 0 1 0 0,1 0 0 0 0,0-1 0 0 0,2 1-1 0 0,-1-1 1 0 0,2 0 0 0 0,0 0-1 0 0,0 0 1 0 0,2-1 0 0 0,10 16-1 0 0,-14-23 21 0 0,1-1-1 0 0,1 1 0 0 0,-1-1 0 0 0,1 0 1 0 0,-1 0-1 0 0,1 0 0 0 0,1-1 0 0 0,-1 0 0 0 0,1 0 1 0 0,0-1-1 0 0,-1 0 0 0 0,1 0 0 0 0,1 0 0 0 0,-1-1 1 0 0,0 0-1 0 0,1-1 0 0 0,-1 1 0 0 0,1-1 1 0 0,-1-1-1 0 0,1 0 0 0 0,-1 0 0 0 0,1 0 0 0 0,13-3 1 0 0,-11 1-10 0 0,0 0 0 0 0,0-1 1 0 0,0 0-1 0 0,-1-1 0 0 0,1 0 1 0 0,-1-1-1 0 0,0 1 0 0 0,0-2 1 0 0,-1 1-1 0 0,1-1 0 0 0,-1-1 1 0 0,-1 0-1 0 0,1 0 0 0 0,-1 0 1 0 0,0-1-1 0 0,-1 0 0 0 0,7-10 1 0 0,-5 3-82 0 0,0 0 1 0 0,-1-1-1 0 0,-1 1 1 0 0,-1-2-1 0 0,0 1 0 0 0,-1 0 1 0 0,-1-1-1 0 0,0 0 1 0 0,-1 1-1 0 0,-1-30 1 0 0,-2 27-41 0 0,0 0 0 0 0,-1 0-1 0 0,-1 0 1 0 0,-1 0 0 0 0,-1 1 0 0 0,0-1 0 0 0,-1 1 0 0 0,-1 1-1 0 0,-12-23 1 0 0,16 34-126 0 0,-1 0-1 0 0,0 1 1 0 0,-1-1-1 0 0,1 1 0 0 0,-1 0 1 0 0,0 0-1 0 0,0 0 1 0 0,0 0-1 0 0,-1 1 0 0 0,1 0 1 0 0,-1 0-1 0 0,0 1 1 0 0,-1 0-1 0 0,1 0 0 0 0,0 0 1 0 0,-1 1-1 0 0,0 0 1 0 0,1 0-1 0 0,-1 0 0 0 0,0 1 1 0 0,0 0-1 0 0,0 0 1 0 0,0 1-1 0 0,0 0 0 0 0,0 0 1 0 0,0 1-1 0 0,0 0 1 0 0,0 0-1 0 0,0 1 0 0 0,1 0 1 0 0,-1 0-1 0 0,0 0 1 0 0,-9 6-1 0 0,4-2-774 0 0,0 0 0 0 0,0 2 0 0 0,1-1-1 0 0,-17 16 1 0 0,-15 19-7198 0 0,17-10-1842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6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97 1132 0 0,'-4'-23'7035'0'0,"3"4"-5170"0"0,1 18-1590 0 0,15-6 399 0 0,-12 7-641 0 0,1 0 0 0 0,-1 0 0 0 0,1 1 0 0 0,0 0 0 0 0,-1 0 0 0 0,1 0 1 0 0,-1 0-1 0 0,1 0 0 0 0,-1 0 0 0 0,0 1 0 0 0,0 0 0 0 0,0 0 0 0 0,1 0 0 0 0,-2 0 0 0 0,5 3 0 0 0,-2 0-17 0 0,-1 0 0 0 0,1 0-1 0 0,-1 1 1 0 0,0-1 0 0 0,-1 1-1 0 0,0 0 1 0 0,6 11 0 0 0,-3 0 15 0 0,-1 1 0 0 0,0-1 0 0 0,-2 1 1 0 0,0 0-1 0 0,2 26 0 0 0,-5-21 26 0 0,-1-1 0 0 0,-1 0 0 0 0,-1 0 1 0 0,-1 0-1 0 0,-13 40 0 0 0,9-46 73 0 0,8-16-123 0 0,-1 0-1 0 0,1 0 0 0 0,0 0 0 0 0,0 0 0 0 0,0 0 1 0 0,-1 0-1 0 0,1 1 0 0 0,0-1 0 0 0,0 0 0 0 0,-1 0 1 0 0,1 0-1 0 0,0 0 0 0 0,0 0 0 0 0,0 0 0 0 0,-1 0 1 0 0,1 0-1 0 0,0 0 0 0 0,0 0 0 0 0,-1 0 0 0 0,1 0 1 0 0,0 0-1 0 0,0 0 0 0 0,0 0 0 0 0,-1 0 0 0 0,1-1 0 0 0,0 1 1 0 0,0 0-1 0 0,0 0 0 0 0,-1 0 0 0 0,1 0 0 0 0,0 0 1 0 0,0 0-1 0 0,0-1 0 0 0,-1 1 0 0 0,0-1 3 0 0,1-1-1 0 0,-1 1 1 0 0,0 0 0 0 0,0 0-1 0 0,1-1 1 0 0,-1 1 0 0 0,1 0-1 0 0,-1-1 1 0 0,1 1-1 0 0,0-1 1 0 0,0 1 0 0 0,-1-1-1 0 0,1-2 1 0 0,2-16-19 0 0,1 1 0 0 0,1-1 0 0 0,1 1-1 0 0,0 0 1 0 0,2 0 0 0 0,0 0 0 0 0,1 1 0 0 0,19-32 0 0 0,-9 22 17 0 0,0 2 1 0 0,2 0-1 0 0,1 1 1 0 0,39-37-1 0 0,-54 56-8 0 0,1 1 0 0 0,0-1-1 0 0,0 1 1 0 0,1 0-1 0 0,0 1 1 0 0,0-1 0 0 0,0 2-1 0 0,15-6 1 0 0,-20 8 0 0 0,1 0 0 0 0,-1 1 1 0 0,0-1-1 0 0,1 1 1 0 0,0 0-1 0 0,-1 0 0 0 0,1 0 1 0 0,-1 0-1 0 0,1 0 1 0 0,-1 1-1 0 0,1 0 0 0 0,-1-1 1 0 0,0 2-1 0 0,1-1 1 0 0,-1 0-1 0 0,0 0 0 0 0,0 1 1 0 0,0 0-1 0 0,0 0 0 0 0,0 0 1 0 0,0 0-1 0 0,0 0 1 0 0,-1 0-1 0 0,1 1 0 0 0,2 2 1 0 0,2 4 8 0 0,-1 1 0 0 0,1-1 0 0 0,-2 1 0 0 0,1 0 0 0 0,-2 1 0 0 0,1-1 1 0 0,-1 1-1 0 0,4 18 0 0 0,-3-2 19 0 0,0 1 1 0 0,1 38 0 0 0,-5-46 26 0 0,0-1 0 0 0,-2 1 0 0 0,-6 35 1 0 0,1-41 93 0 0,6-14-147 0 0,-1 0 1 0 0,1 0 0 0 0,0 0 0 0 0,0 0 0 0 0,-1 0 0 0 0,1 0-1 0 0,0 0 1 0 0,0 0 0 0 0,0 0 0 0 0,-1 0 0 0 0,1 0-1 0 0,0 0 1 0 0,0 0 0 0 0,-1 0 0 0 0,1 0 0 0 0,0 0 0 0 0,0 0-1 0 0,-1 0 1 0 0,1-1 0 0 0,0 1 0 0 0,0 0 0 0 0,0 0-1 0 0,-1 0 1 0 0,1 0 0 0 0,0 0 0 0 0,0-1 0 0 0,0 1 0 0 0,0 0-1 0 0,0 0 1 0 0,-1 0 0 0 0,1-1 0 0 0,0 1 0 0 0,-1-2-2 0 0,0 0 0 0 0,0 0 0 0 0,0 0 0 0 0,0 0 0 0 0,0 0 0 0 0,1 0 0 0 0,-1 0 0 0 0,1 0 0 0 0,-1-4 0 0 0,2-14-11 0 0,0 1 0 0 0,2-1-1 0 0,0 1 1 0 0,1 0 0 0 0,0 0 0 0 0,2 0-1 0 0,1 1 1 0 0,10-22 0 0 0,-13 31 12 0 0,1-1 0 0 0,0 1 0 0 0,1 0 0 0 0,0 1 1 0 0,0-1-1 0 0,1 1 0 0 0,0 0 0 0 0,0 1 0 0 0,1 0 0 0 0,0 0 0 0 0,0 1 0 0 0,1 0 1 0 0,0 0-1 0 0,0 1 0 0 0,0 0 0 0 0,19-7 0 0 0,-24 11-3 0 0,1-1 1 0 0,-1 2-1 0 0,0-1 0 0 0,1 0 0 0 0,-1 1 1 0 0,1 0-1 0 0,-1 0 0 0 0,1 0 0 0 0,-1 1 1 0 0,1-1-1 0 0,-1 1 0 0 0,0 0 0 0 0,1 0 1 0 0,-1 1-1 0 0,0-1 0 0 0,0 1 0 0 0,0 0 1 0 0,0 0-1 0 0,0 0 0 0 0,0 1 0 0 0,-1-1 1 0 0,1 1-1 0 0,-1 0 0 0 0,0 0 0 0 0,0 0 1 0 0,0 1-1 0 0,0-1 0 0 0,4 6 0 0 0,-2-1 4 0 0,-1 0-1 0 0,1 1 1 0 0,-1-1 0 0 0,-1 1-1 0 0,1 0 1 0 0,-2 0-1 0 0,1 0 1 0 0,-1 0-1 0 0,0 1 1 0 0,-1-1-1 0 0,0 1 1 0 0,-1 15 0 0 0,-6 22 72 0 0,4-35-122 0 0,1 0 1 0 0,0 0 0 0 0,0 0 0 0 0,1 0-1 0 0,2 19 1 0 0,-1-30-57 0 0,0 1 0 0 0,-1-1 0 0 0,1 0-1 0 0,0 1 1 0 0,0-1 0 0 0,0 0 0 0 0,0 1-1 0 0,0-1 1 0 0,0 0 0 0 0,1 0 0 0 0,-1 0 0 0 0,0 0-1 0 0,1 0 1 0 0,-1 0 0 0 0,0 0 0 0 0,1 0-1 0 0,-1-1 1 0 0,1 1 0 0 0,-1 0 0 0 0,1-1 0 0 0,0 0-1 0 0,-1 1 1 0 0,1-1 0 0 0,0 0 0 0 0,-1 0-1 0 0,1 1 1 0 0,0-1 0 0 0,-1-1 0 0 0,1 1 0 0 0,2 0-1 0 0,3-1-706 0 0,1 1 0 0 0,-1-1 0 0 0,0-1 0 0 0,1 1-1 0 0,9-4 1 0 0,2-4-1498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7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224 220 2448 0 0,'7'-8'668'0'0,"-1"-2"0"0"0,0 1 0 0 0,0 0 0 0 0,-1-1 0 0 0,0 0 0 0 0,-1 0 0 0 0,0-1-1 0 0,3-15 1 0 0,-6 20-471 0 0,0 0-1 0 0,0 1 1 0 0,0-1-1 0 0,-1 0 1 0 0,0 0-1 0 0,0 1 1 0 0,-1-1-1 0 0,1 0 1 0 0,-1 0-1 0 0,0 1 0 0 0,-1-1 1 0 0,1 1-1 0 0,-1-1 1 0 0,-1 1-1 0 0,1 0 1 0 0,-1-1-1 0 0,-4-7 1 0 0,6 13-175 0 0,0-1 0 0 0,0 0 0 0 0,0 0 1 0 0,-1 0-1 0 0,1 1 0 0 0,0-1 0 0 0,0 1 1 0 0,0-1-1 0 0,0 1 0 0 0,-1-1 0 0 0,1 1 1 0 0,0 0-1 0 0,0 0 0 0 0,-1-1 0 0 0,1 1 1 0 0,0 0-1 0 0,0 0 0 0 0,-1 0 0 0 0,1 0 1 0 0,0 0-1 0 0,0 1 0 0 0,-1-1 0 0 0,-1 1 1 0 0,-29 12 263 0 0,18-4-203 0 0,1 1-1 0 0,0 1 1 0 0,0 0-1 0 0,1 1 1 0 0,1 0-1 0 0,-11 15 1 0 0,4-3 10 0 0,1 1 0 0 0,-20 40 0 0 0,33-57-71 0 0,1 1-1 0 0,0-1 1 0 0,0 0-1 0 0,1 1 1 0 0,0 0-1 0 0,-1 9 0 0 0,2-14 0 0 0,1 0-1 0 0,0 0 0 0 0,0 0 0 0 0,0 0 0 0 0,0 0 0 0 0,1 0 0 0 0,-1 0 0 0 0,1 0 1 0 0,0 0-1 0 0,1 0 0 0 0,-1 0 0 0 0,0-1 0 0 0,1 1 0 0 0,4 6 0 0 0,-5-9-9 0 0,1 1-1 0 0,0-1 1 0 0,0 1-1 0 0,0-1 0 0 0,0 0 1 0 0,0 1-1 0 0,0-1 1 0 0,0 0-1 0 0,0-1 1 0 0,0 1-1 0 0,0 0 1 0 0,1-1-1 0 0,-1 1 0 0 0,0-1 1 0 0,0 1-1 0 0,1-1 1 0 0,-1 0-1 0 0,0 0 1 0 0,1 0-1 0 0,-1-1 1 0 0,0 1-1 0 0,3-1 0 0 0,2 0 3 0 0,1-1-1 0 0,-1 0 0 0 0,0 0 0 0 0,0 0 0 0 0,10-6 0 0 0,-9 4-4 0 0,0-1-1 0 0,-1-1 1 0 0,0 1 0 0 0,0-1-1 0 0,0 0 1 0 0,-1-1-1 0 0,0 1 1 0 0,0-2 0 0 0,9-12-1 0 0,-1-5 146 0 0,21-46 0 0 0,-25 47 98 0 0,-8 21-211 0 0,9-24 243 0 0,-11 26-249 0 0,-1 14-7 0 0,-5 8-198 0 0,0 1 1 0 0,1 0 0 0 0,1 1 0 0 0,2-1-1 0 0,0 1 1 0 0,1 26 0 0 0,2-41 77 0 0,0-1-1 0 0,0 1 1 0 0,1-1 0 0 0,0 1 0 0 0,0-1 0 0 0,0 0-1 0 0,1 1 1 0 0,0-1 0 0 0,7 10 0 0 0,-6-12 48 0 0,-1 0 1 0 0,1-1 0 0 0,0 0 0 0 0,0 0 0 0 0,0 0 0 0 0,1 0 0 0 0,0-1 0 0 0,-1 0 0 0 0,1 0 0 0 0,0 0 0 0 0,1 0-1 0 0,-1-1 1 0 0,0 0 0 0 0,8 3 0 0 0,-9-4-252 0 0,0 0 1 0 0,0 0-1 0 0,0-1 0 0 0,1 1 0 0 0,-1-1 0 0 0,0 1 1 0 0,0-1-1 0 0,0-1 0 0 0,1 1 0 0 0,-1-1 0 0 0,0 1 1 0 0,0-1-1 0 0,0 0 0 0 0,0-1 0 0 0,0 1 0 0 0,6-3 1 0 0,-5 0 85 0 0,0 1 1 0 0,0-1 0 0 0,0 0 0 0 0,0 0 0 0 0,-1 0 0 0 0,1-1 0 0 0,-1 0 0 0 0,0 0 0 0 0,6-10-1 0 0,0-6 437 0 0,0 1 0 0 0,-1-1 0 0 0,-1-1 0 0 0,9-42 0 0 0,1-26 2006 0 0,5-22 1603 0 0,-18 90-3188 0 0,-5 20-125 0 0,2 23 78 0 0,-4 4-401 0 0,1 1 0 0 0,0-1 0 0 0,2 1 0 0 0,7 40 0 0 0,-7-58-180 0 0,1-1 0 0 0,0 0-1 0 0,0 0 1 0 0,1-1 0 0 0,0 1 0 0 0,0 0 0 0 0,0-1 0 0 0,1 0 0 0 0,0 0 0 0 0,0 0 0 0 0,0 0 0 0 0,1-1 0 0 0,0 1 0 0 0,0-1 0 0 0,0 0 0 0 0,1-1 0 0 0,0 1 0 0 0,0-1 0 0 0,0 0 0 0 0,0-1 0 0 0,7 3-1 0 0,-7-3-12 0 0,0-1 0 0 0,1 0 0 0 0,-1-1 0 0 0,0 1 0 0 0,1-1-1 0 0,-1 0 1 0 0,0-1 0 0 0,1 0 0 0 0,-1 0 0 0 0,1 0 0 0 0,-1-1 0 0 0,1 1-1 0 0,-1-2 1 0 0,0 1 0 0 0,0-1 0 0 0,1 0 0 0 0,-1 0 0 0 0,-1-1-1 0 0,1 1 1 0 0,0-1 0 0 0,0-1 0 0 0,-1 1 0 0 0,0-1 0 0 0,0 0-1 0 0,0 0 1 0 0,0-1 0 0 0,-1 1 0 0 0,1-1 0 0 0,-1 0 0 0 0,0 0-1 0 0,-1 0 1 0 0,1-1 0 0 0,-1 1 0 0 0,4-10 0 0 0,4-12 215 0 0,-1-1-1 0 0,-1 0 1 0 0,7-41 0 0 0,-16 67-62 0 0,-1 3-132 0 0,-7 19 247 0 0,1 1 1 0 0,0 0-1 0 0,-3 23 1 0 0,-2 4 157 0 0,-171 587 1899 0 0,125-459-2030 0 0,45-143-13 0 0,-2 0 0 0 0,-1-1 0 0 0,-23 33 0 0 0,33-56-137 0 0,0 0-1 0 0,-1-1 0 0 0,0 0 1 0 0,0-1-1 0 0,-1 0 0 0 0,0 0 0 0 0,0 0 1 0 0,0-1-1 0 0,-1 0 0 0 0,-12 5 1 0 0,13-7-55 0 0,0-1 0 0 0,0-1 1 0 0,0 1-1 0 0,0-1 1 0 0,-1 0-1 0 0,1-1 0 0 0,0 0 1 0 0,-1-1-1 0 0,1 1 0 0 0,-1-2 1 0 0,1 1-1 0 0,-1-1 1 0 0,-9-2-1 0 0,-3-3 22 0 0,-1 0 0 0 0,1-1 0 0 0,0-1-1 0 0,1-1 1 0 0,-35-21 0 0 0,42 21-81 0 0,-1 0 1 0 0,1-1-1 0 0,0 0 1 0 0,1-1-1 0 0,0-1 1 0 0,1 0-1 0 0,0 0 1 0 0,-13-22-1 0 0,20 28-131 0 0,1 0-1 0 0,0 1 1 0 0,1-1-1 0 0,0 0 0 0 0,0-1 1 0 0,0 1-1 0 0,0 0 0 0 0,1-1 1 0 0,0 1-1 0 0,1 0 1 0 0,-1-1-1 0 0,1 1 0 0 0,1-10 1 0 0,1 6-247 0 0,0 1 1 0 0,0 0-1 0 0,1 0 1 0 0,0 0-1 0 0,1 0 1 0 0,-1 1-1 0 0,2-1 1 0 0,6-10-1 0 0,6-4-1788 0 0,1 1 0 0 0,1 0 0 0 0,1 2 0 0 0,1 0 0 0 0,25-18 0 0 0,-5 7-5024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8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212 151 1148 0 0,'0'-151'14711'0'0,"-4"202"-13630"0"0,-1-1 0 0 0,-20 83 0 0 0,14-76-583 0 0,-62 261 948 0 0,18-87-909 0 0,16-87 2050 0 0,41-181-2195 0 0,7-22-199 0 0,-2 14-92 0 0,23-84 0 0 0,-25 115-106 0 0,0 2 1 0 0,0-1-1 0 0,1 1 1 0 0,0-1-1 0 0,1 2 1 0 0,1-1-1 0 0,0 1 0 0 0,0 0 1 0 0,1 1-1 0 0,19-18 1 0 0,-23 24-4 0 0,0 1 1 0 0,0-1-1 0 0,0 1 1 0 0,1 0-1 0 0,-1 0 1 0 0,1 0-1 0 0,0 1 0 0 0,0 0 1 0 0,0 0-1 0 0,0 1 1 0 0,0-1-1 0 0,0 1 1 0 0,0 0-1 0 0,1 1 1 0 0,-1 0-1 0 0,0 0 0 0 0,7 1 1 0 0,-4 0 0 0 0,-1 1 0 0 0,1 0 0 0 0,-1 1 0 0 0,0 0 0 0 0,0 0 0 0 0,0 0-1 0 0,0 1 1 0 0,-1 0 0 0 0,1 1 0 0 0,-1 0 0 0 0,10 9 0 0 0,-10-8-1 0 0,0 0 0 0 0,-1 1 0 0 0,0 0 0 0 0,0 0 0 0 0,-1 1 0 0 0,0-1 0 0 0,0 1 0 0 0,-1 1 0 0 0,0-1 0 0 0,6 17 0 0 0,-8-19-1 0 0,-1 0 1 0 0,0 0-1 0 0,0 1 1 0 0,0-1-1 0 0,0 0 0 0 0,-1 1 1 0 0,-1-1-1 0 0,1 0 1 0 0,-1 1-1 0 0,0-1 0 0 0,0 0 1 0 0,0 0-1 0 0,-1 1 0 0 0,0-1 1 0 0,-1 0-1 0 0,-3 7 1 0 0,0-3 30 0 0,0-1 0 0 0,-1 0 0 0 0,0-1 0 0 0,0 1 0 0 0,-1-2-1 0 0,0 1 1 0 0,0-1 0 0 0,-1 0 0 0 0,0 0 0 0 0,0-1 0 0 0,-1-1 0 0 0,0 1 0 0 0,-16 5 0 0 0,3-2-317 0 0,-1-2-1 0 0,1 0 1 0 0,-2-2-1 0 0,-45 5 0 0 0,53-14-2276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8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232 102 1216 0 0,'-3'1'5428'0'0,"-1"0"-4863"0"0,-1 0 0 0 0,1 0 0 0 0,0 1 0 0 0,0-1 0 0 0,0 1 0 0 0,0 0 0 0 0,0 0 0 0 0,0 1 0 0 0,1-1 0 0 0,-4 4 0 0 0,4-4-376 0 0,0 1 0 0 0,1 0 1 0 0,0-1-1 0 0,-1 1 1 0 0,1 0-1 0 0,0 0 0 0 0,1 0 1 0 0,-1 0-1 0 0,1 1 1 0 0,-1-1-1 0 0,1 0 0 0 0,-2 8 1 0 0,3-10-158 0 0,0 0 0 0 0,0 0 0 0 0,0 1 0 0 0,0-1 0 0 0,0 0 0 0 0,0 0 0 0 0,1 1 0 0 0,-1-1 0 0 0,0 0 0 0 0,1 0 0 0 0,-1 0 0 0 0,1 1 0 0 0,-1-1 0 0 0,1 0 0 0 0,0 0 0 0 0,-1 0 0 0 0,1 0 0 0 0,0 0 0 0 0,0 0 0 0 0,0 0 0 0 0,0 0 0 0 0,0-1 0 0 0,0 1 0 0 0,0 0 0 0 0,0 0 0 0 0,0-1 0 0 0,2 2 0 0 0,30 10 459 0 0,-20-10-403 0 0,0 0-1 0 0,0-1 1 0 0,0-1-1 0 0,0 0 0 0 0,0 0 1 0 0,0-1-1 0 0,0-1 1 0 0,0-1-1 0 0,0 1 1 0 0,0-2-1 0 0,12-5 1 0 0,-19 7-61 0 0,0-1 1 0 0,0 0 0 0 0,0 0 0 0 0,0-1-1 0 0,-1 0 1 0 0,1 0 0 0 0,-1 0 0 0 0,0-1 0 0 0,0 0-1 0 0,5-6 1 0 0,-7 7-18 0 0,-1 0 0 0 0,1 0 1 0 0,-1 0-1 0 0,0-1 0 0 0,0 1 0 0 0,-1-1 0 0 0,1 1 0 0 0,-1-1 1 0 0,0 1-1 0 0,0-1 0 0 0,-1 0 0 0 0,1 0 0 0 0,-1 1 0 0 0,0-1 1 0 0,-1-9-1 0 0,1 11-10 0 0,-1 0 1 0 0,1 0 0 0 0,-1 0-1 0 0,0 0 1 0 0,0 0 0 0 0,0 0 0 0 0,0 0-1 0 0,0 0 1 0 0,-1 0 0 0 0,1 1-1 0 0,-1-1 1 0 0,1 0 0 0 0,-1 1-1 0 0,0 0 1 0 0,0-1 0 0 0,-1 1-1 0 0,1 0 1 0 0,0 0 0 0 0,-1 0-1 0 0,1 0 1 0 0,-5-2 0 0 0,2 2-3 0 0,0 0 1 0 0,1 1-1 0 0,-1-1 0 0 0,0 1 1 0 0,0 0-1 0 0,0 1 0 0 0,0-1 1 0 0,0 1-1 0 0,0 0 1 0 0,0 0-1 0 0,0 1 0 0 0,-10 1 1 0 0,-7 4 8 0 0,0 0 1 0 0,0 1-1 0 0,1 2 1 0 0,-1 0-1 0 0,2 1 1 0 0,-1 1-1 0 0,2 1 1 0 0,0 1 0 0 0,0 0-1 0 0,1 2 1 0 0,1 0-1 0 0,0 1 1 0 0,1 0-1 0 0,1 2 1 0 0,-23 32-1 0 0,35-46-1 0 0,1 0 1 0 0,-1 0-1 0 0,1 1 0 0 0,0-1 0 0 0,1 0 0 0 0,-1 1 0 0 0,1-1 0 0 0,0 1 0 0 0,0-1 0 0 0,0 1 0 0 0,0 0 0 0 0,1-1 0 0 0,0 1 0 0 0,0 0 1 0 0,0-1-1 0 0,2 9 0 0 0,0-8 1 0 0,0 0 1 0 0,-1-1-1 0 0,2 1 1 0 0,-1 0-1 0 0,1-1 1 0 0,-1 0-1 0 0,1 1 1 0 0,1-1-1 0 0,-1 0 1 0 0,0-1-1 0 0,1 1 1 0 0,0 0-1 0 0,0-1 1 0 0,0 0-1 0 0,5 3 1 0 0,7 4-18 0 0,1-1 0 0 0,0-1 1 0 0,0 0-1 0 0,1-1 0 0 0,36 9 1 0 0,98 11-1353 0 0,-125-23 879 0 0,93 9-2655 0 0,-39-9-2132 0 0,-30-4-579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29 688 0 0,'-1'-2'609'0'0,"0"0"0"0"0,1 0 0 0 0,-1 0 0 0 0,0 0 0 0 0,-1 1 0 0 0,1-1 0 0 0,0 0 0 0 0,0 1 0 0 0,-1-1 0 0 0,1 1-1 0 0,-1-1 1 0 0,1 1 0 0 0,-1 0 0 0 0,1 0 0 0 0,-3-2 0 0 0,2 3-382 0 0,1-1 0 0 0,-1 1 0 0 0,0 0-1 0 0,1 0 1 0 0,-1 0 0 0 0,0 0 0 0 0,1 0-1 0 0,-1 0 1 0 0,0 0 0 0 0,1 0 0 0 0,-1 1 0 0 0,1-1-1 0 0,-1 1 1 0 0,1-1 0 0 0,-1 1 0 0 0,0-1-1 0 0,1 1 1 0 0,0 0 0 0 0,-3 1 0 0 0,-10 7 495 0 0,0 1 0 0 0,1 0 0 0 0,0 1 0 0 0,1 1 1 0 0,0-1-1 0 0,1 2 0 0 0,-15 21 0 0 0,-59 104 206 0 0,70-111-650 0 0,-32 57-1184 0 0,18-27-2497 0 0,18-33 675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9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97 2068 0 0,'6'-20'2396'0'0,"2"-4"2128"0"0,4-29 1281 0 0,-19 65-4930 0 0,-93 187 115 0 0,19-44-1681 0 0,73-134-576 0 0,7-19 638 0 0,1 0 1 0 0,-1 0 0 0 0,1 0 0 0 0,-1 1-1 0 0,1-1 1 0 0,0 0 0 0 0,0 0 0 0 0,0 0-1 0 0,0 1 1 0 0,1-1 0 0 0,0 4 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39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277 130 1276 0 0,'5'-8'1130'0'0,"-1"0"-1"0"0,1-1 1 0 0,-2 1-1 0 0,1-1 1 0 0,-1 1-1 0 0,0-1 1 0 0,-1 0 0 0 0,0-1-1 0 0,-1 1 1 0 0,0 0-1 0 0,0-15 1 0 0,-1 24-1087 0 0,0-1 0 0 0,-1 0 0 0 0,1 1 0 0 0,0-1 0 0 0,-1 1 0 0 0,1-1 0 0 0,-1 0 0 0 0,1 1 0 0 0,-1-1 0 0 0,1 1 0 0 0,-1 0 0 0 0,0-1 1 0 0,1 1-1 0 0,-1-1 0 0 0,0 1 0 0 0,1 0 0 0 0,-1-1 0 0 0,0 1 0 0 0,1 0 0 0 0,-1 0 0 0 0,0 0 0 0 0,1-1 0 0 0,-1 1 0 0 0,0 0 0 0 0,0 0 0 0 0,1 0 1 0 0,-1 0-1 0 0,0 0 0 0 0,-1 1 0 0 0,-22 1 428 0 0,18 0-417 0 0,0 0 0 0 0,0 1 0 0 0,1-1 1 0 0,-1 1-1 0 0,1 0 0 0 0,-1 1 0 0 0,1-1 1 0 0,0 1-1 0 0,0 0 0 0 0,0 0 0 0 0,1 1 1 0 0,0-1-1 0 0,0 1 0 0 0,0 0 0 0 0,-6 10 1 0 0,8-11-48 0 0,0 0 0 0 0,0 1 0 0 0,0-1 0 0 0,1 0 0 0 0,-1 1 1 0 0,1-1-1 0 0,1 1 0 0 0,-1-1 0 0 0,0 1 0 0 0,1-1 1 0 0,0 1-1 0 0,0 0 0 0 0,0-1 0 0 0,1 1 0 0 0,0-1 1 0 0,-1 1-1 0 0,2-1 0 0 0,-1 1 0 0 0,0-1 0 0 0,1 0 1 0 0,0 1-1 0 0,3 4 0 0 0,9 12 6 0 0,2-1 0 0 0,1-1 0 0 0,0 0 1 0 0,2-1-1 0 0,38 30 0 0 0,-7-6 65 0 0,-48-41-13 0 0,-1 0 1 0 0,0 0-1 0 0,0 0 0 0 0,0 0 0 0 0,0 0 0 0 0,0 0 0 0 0,0 1 0 0 0,0-1 0 0 0,-1 0 1 0 0,1 0-1 0 0,0 1 0 0 0,0-1 0 0 0,-1 0 0 0 0,1 1 0 0 0,-1-1 0 0 0,0 1 0 0 0,1-1 1 0 0,-1 1-1 0 0,0-1 0 0 0,0 1 0 0 0,0-1 0 0 0,0 1 0 0 0,0-1 0 0 0,0 1 0 0 0,0-1 1 0 0,0 0-1 0 0,-1 1 0 0 0,1-1 0 0 0,-1 1 0 0 0,1-1 0 0 0,-1 1 0 0 0,1-1 0 0 0,-1 0 1 0 0,0 1-1 0 0,0-1 0 0 0,0 0 0 0 0,1 0 0 0 0,-1 0 0 0 0,0 0 0 0 0,-1 0 0 0 0,1 0 1 0 0,0 0-1 0 0,-2 1 0 0 0,-3 4 41 0 0,-1-1 0 0 0,-1 0 0 0 0,1-1 0 0 0,-1 1 0 0 0,0-2 0 0 0,-9 5 0 0 0,-2-2-186 0 0,0 0-1 0 0,-1-1 1 0 0,1-1-1 0 0,-1-1 1 0 0,0 0-1 0 0,0-2 1 0 0,0 0-1 0 0,0-1 1 0 0,0-1-1 0 0,0-1 1 0 0,-21-5 0 0 0,38 6-338 0 0,0 0 0 0 0,0 0 1 0 0,0-1-1 0 0,0 1 0 0 0,0 0 1 0 0,0-1-1 0 0,0 0 1 0 0,0 0-1 0 0,-3-3 0 0 0,-8-14-6317 0 0,8 3-376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0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40 127 272 0 0,'-39'-125'14327'0'0,"39"123"-13873"0"0,4 5-2189 0 0,3 0 668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0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467 165 2572 0 0,'-1'-8'964'0'0,"0"-1"-1"0"0,0 1 0 0 0,0 0 0 0 0,-1 0 1 0 0,0 1-1 0 0,-1-1 0 0 0,0 0 1 0 0,0 1-1 0 0,-1-1 0 0 0,-8-12 1 0 0,9 14-718 0 0,-1 1 1 0 0,0 0 0 0 0,0 0-1 0 0,0 1 1 0 0,0-1-1 0 0,-1 1 1 0 0,0 0 0 0 0,0 0-1 0 0,0 1 1 0 0,0-1 0 0 0,-1 1-1 0 0,1 0 1 0 0,-1 1 0 0 0,0-1-1 0 0,-6-1 1 0 0,7 3-193 0 0,0 1 1 0 0,0 0 0 0 0,0 0-1 0 0,0 0 1 0 0,0 0-1 0 0,0 1 1 0 0,0-1-1 0 0,0 1 1 0 0,0 1 0 0 0,1-1-1 0 0,-1 1 1 0 0,0 0-1 0 0,1 0 1 0 0,-6 3 0 0 0,-8 5 3 0 0,1 1 0 0 0,-17 14 0 0 0,29-21-35 0 0,-16 13 6 0 0,2 0 0 0 0,0 1 0 0 0,2 0 0 0 0,0 2 0 0 0,-29 42 0 0 0,38-50-30 0 0,0 2 0 0 0,1-1-1 0 0,1 1 1 0 0,0 0 0 0 0,0 0-1 0 0,2 1 1 0 0,0 0 0 0 0,0-1 0 0 0,2 1-1 0 0,-1 1 1 0 0,1 21 0 0 0,3-29-148 0 0,-1 0-1 0 0,2 0 1 0 0,-1 0 0 0 0,1 0 0 0 0,0 0 0 0 0,1-1 0 0 0,-1 1 0 0 0,2-1 0 0 0,-1 1 0 0 0,1-1 0 0 0,0 0 0 0 0,1 0-1 0 0,-1-1 1 0 0,1 0 0 0 0,1 1 0 0 0,9 8 0 0 0,-5-7-588 0 0,-1 0-1 0 0,2-1 1 0 0,-1-1 0 0 0,1 1 0 0 0,0-2-1 0 0,0 1 1 0 0,1-1 0 0 0,-1-1-1 0 0,1 0 1 0 0,14 2 0 0 0,15 1-4504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243 678 2168 0 0,'12'-18'1228'0'0,"0"0"1"0"0,-1-1-1 0 0,9-22 0 0 0,-15 32-693 0 0,-2-1 0 0 0,0 0 1 0 0,0 0-1 0 0,0 0 0 0 0,-1 0 0 0 0,-1 0 0 0 0,0 0 1 0 0,0-19-1 0 0,-1 28-471 0 0,0 0 1 0 0,0 0 0 0 0,0 0-1 0 0,0 0 1 0 0,0 0-1 0 0,-1 0 1 0 0,1 0-1 0 0,0 0 1 0 0,-1 0 0 0 0,1 0-1 0 0,0 0 1 0 0,-1 0-1 0 0,1 0 1 0 0,-1 0 0 0 0,1 0-1 0 0,-1 0 1 0 0,0 0-1 0 0,1 0 1 0 0,-1 0 0 0 0,0 0-1 0 0,0 1 1 0 0,0-1-1 0 0,1 0 1 0 0,-1 1 0 0 0,-2-2-1 0 0,1 2-3 0 0,1 0-1 0 0,-1-1 1 0 0,0 1 0 0 0,1 0-1 0 0,-1 0 1 0 0,1 1-1 0 0,-1-1 1 0 0,0 0 0 0 0,1 0-1 0 0,-1 1 1 0 0,0-1-1 0 0,1 1 1 0 0,-1-1 0 0 0,1 1-1 0 0,-2 1 1 0 0,-6 2 113 0 0,1 2 1 0 0,0-1 0 0 0,0 1-1 0 0,-11 10 1 0 0,-16 19 174 0 0,2 0 0 0 0,-33 46 0 0 0,52-61-288 0 0,1-1 1 0 0,1 1-1 0 0,1 1 1 0 0,1 0-1 0 0,1 1 1 0 0,-11 36 0 0 0,19-56-55 0 0,0 1 1 0 0,1 0 0 0 0,-1 0 0 0 0,1 0 0 0 0,0 0 0 0 0,0 0 0 0 0,0 0 0 0 0,0 0 0 0 0,0 0 0 0 0,0 0 0 0 0,1 0 0 0 0,0 0 0 0 0,-1 0 0 0 0,1-1 0 0 0,0 1-1 0 0,0 0 1 0 0,1 0 0 0 0,-1-1 0 0 0,1 1 0 0 0,-1-1 0 0 0,1 1 0 0 0,0-1 0 0 0,2 3 0 0 0,-2-4-3 0 0,1 1 1 0 0,-1 0-1 0 0,1-1 0 0 0,-1 1 0 0 0,1-1 1 0 0,0 0-1 0 0,0 0 0 0 0,0 0 1 0 0,0 0-1 0 0,-1 0 0 0 0,1-1 1 0 0,0 1-1 0 0,0-1 0 0 0,0 0 1 0 0,0 0-1 0 0,0 0 0 0 0,0 0 1 0 0,0-1-1 0 0,0 1 0 0 0,0-1 1 0 0,0 0-1 0 0,5-1 0 0 0,1-2-2 0 0,0 0-1 0 0,-1 0 1 0 0,0-1-1 0 0,0 0 1 0 0,0-1-1 0 0,0 1 1 0 0,-1-2 0 0 0,0 1-1 0 0,0-1 1 0 0,-1 0-1 0 0,0 0 1 0 0,0 0-1 0 0,-1-1 1 0 0,1 0-1 0 0,-2 0 1 0 0,5-10-1 0 0,6-17 15 0 0,-1 0 1 0 0,15-61-1 0 0,-23 76 0 0 0,3-17 41 0 0,7-23-30 0 0,-15 58-38 0 0,0 5-6 0 0,0 0 14 0 0,-1-1 0 0 0,1 1-1 0 0,-1 0 1 0 0,0 0 0 0 0,1-1 0 0 0,-1 4-1 0 0,-1 14-8 0 0,1 19 13 0 0,1 0-1 0 0,9 52 0 0 0,-9-81 8 0 0,1-1-1 0 0,0 0 1 0 0,1 0-1 0 0,0 1 1 0 0,0-1-1 0 0,1-1 1 0 0,0 1-1 0 0,1-1 1 0 0,0 1-1 0 0,0-1 1 0 0,1-1-1 0 0,0 1 0 0 0,0-1 1 0 0,1 0-1 0 0,8 7 1 0 0,-9-10-5 0 0,1 0 0 0 0,-1 0 0 0 0,1-1 0 0 0,-1 0 0 0 0,1-1 0 0 0,0 0 0 0 0,0 0 0 0 0,0 0 1 0 0,0-1-1 0 0,0 0 0 0 0,0 0 0 0 0,0 0 0 0 0,1-1 0 0 0,-1 0 0 0 0,0-1 0 0 0,0 0 0 0 0,0 0 0 0 0,1 0 0 0 0,-1-1 0 0 0,-1 0 0 0 0,1-1 0 0 0,9-3 1 0 0,-1-1-9 0 0,1-1 1 0 0,-1-1 0 0 0,0 0-1 0 0,-1-1 1 0 0,0-1 0 0 0,-1 0 0 0 0,0-1-1 0 0,13-15 1 0 0,-5 1 2 0 0,0-1 0 0 0,-2-2 0 0 0,-2 0-1 0 0,0 0 1 0 0,-2-2 0 0 0,13-35 0 0 0,-2-10 34 0 0,23-113 0 0 0,-41 156-29 0 0,-2-1 0 0 0,-1 0-1 0 0,0-63 1 0 0,-5 96-4 0 0,0-1-1 0 0,0 1 0 0 0,0 0 0 0 0,0-1 1 0 0,0 1-1 0 0,0-1 0 0 0,-1 1 0 0 0,1-1 1 0 0,-1 1-1 0 0,1 0 0 0 0,-1-1 0 0 0,1 1 1 0 0,-1 0-1 0 0,0 0 0 0 0,0 0 1 0 0,1-1-1 0 0,-1 1 0 0 0,0 0 0 0 0,0 0 1 0 0,-1-1-1 0 0,1 2 1 0 0,-1 0 0 0 0,1 0 0 0 0,0-1 0 0 0,0 1 0 0 0,0 0 0 0 0,0 0 0 0 0,0 1 0 0 0,0-1 0 0 0,-1 0 0 0 0,1 0 0 0 0,0 0 0 0 0,0 1 0 0 0,0-1 0 0 0,0 1 0 0 0,0-1 0 0 0,0 1 0 0 0,0-1 0 0 0,0 1 0 0 0,0-1 0 0 0,0 1 0 0 0,0 0 0 0 0,1 0 0 0 0,-1-1 0 0 0,0 1 0 0 0,0 0 0 0 0,1 0 0 0 0,-2 1 0 0 0,-11 14-9 0 0,0 0 0 0 0,1 1 0 0 0,1 0 0 0 0,0 1 0 0 0,-9 21 0 0 0,-35 101-5 0 0,47-119 15 0 0,-11 33 13 0 0,2 0 0 0 0,3 1 0 0 0,-8 65 0 0 0,19-94-7 0 0,0-1 1 0 0,2 1-1 0 0,1 0 0 0 0,1-1 1 0 0,2 1-1 0 0,0 0 1 0 0,2-1-1 0 0,0 0 1 0 0,12 32-1 0 0,-14-50 0 0 0,0 0-1 0 0,0 0 1 0 0,0 0 0 0 0,1-1-1 0 0,0 1 1 0 0,0-1-1 0 0,1 0 1 0 0,0 0 0 0 0,0 0-1 0 0,0-1 1 0 0,1 0-1 0 0,-1 0 1 0 0,1 0 0 0 0,1-1-1 0 0,-1 0 1 0 0,0 0-1 0 0,1 0 1 0 0,0-1-1 0 0,0 0 1 0 0,0-1 0 0 0,0 1-1 0 0,1-1 1 0 0,-1 0-1 0 0,0-1 1 0 0,1 0 0 0 0,0 0-1 0 0,-1-1 1 0 0,1 0-1 0 0,-1 0 1 0 0,1-1 0 0 0,-1 0-1 0 0,1 0 1 0 0,10-4-1 0 0,-1-1 2 0 0,0 0-1 0 0,0-2 0 0 0,-1 0 1 0 0,0-1-1 0 0,-1 0 0 0 0,0-2 0 0 0,0 0 1 0 0,-1 0-1 0 0,0-1 0 0 0,23-28 1 0 0,-6 2-4 0 0,-2-1 0 0 0,44-79 0 0 0,-25 25 7 0 0,-3-1 0 0 0,-5-3 1 0 0,-5-1-1 0 0,36-155 0 0 0,-67 212-34 0 0,-4 40 22 0 0,0 1 1 0 0,0-1 0 0 0,0 1 0 0 0,0-1-1 0 0,0 1 1 0 0,0 0 0 0 0,0-1 0 0 0,0 1-1 0 0,0-1 1 0 0,-1 1 0 0 0,1-1 0 0 0,0 1-1 0 0,0 0 1 0 0,0-1 0 0 0,-1 1 0 0 0,1-1-1 0 0,0 1 1 0 0,-1 0 0 0 0,1-1 0 0 0,0 1-1 0 0,-1 0 1 0 0,1-1 0 0 0,0 1 0 0 0,-1 0-1 0 0,1 0 1 0 0,-1-1 0 0 0,1 1 0 0 0,0 0 0 0 0,-1 0-1 0 0,1 0 1 0 0,-1 0 0 0 0,1 0 0 0 0,-1-1-1 0 0,1 1 1 0 0,0 0 0 0 0,-1 0 0 0 0,1 0-1 0 0,-1 0 1 0 0,1 0 0 0 0,-1 0 0 0 0,1 0-1 0 0,-1 1 1 0 0,1-1 0 0 0,-1 0 0 0 0,1 0-1 0 0,0 0 1 0 0,-1 0 0 0 0,1 0 0 0 0,-1 1-1 0 0,1-1 1 0 0,0 0 0 0 0,-1 1 0 0 0,-22 13-3 0 0,8 2 13 0 0,1 1 0 0 0,0 1 1 0 0,2 0-1 0 0,-15 28 0 0 0,-36 84 85 0 0,54-111-83 0 0,-15 36 86 0 0,3 0 0 0 0,-17 62-1 0 0,33-96-74 0 0,0 1-1 0 0,2-1 1 0 0,0 1-1 0 0,1-1 1 0 0,2 1-1 0 0,0 0 1 0 0,1-1-1 0 0,1 1 1 0 0,5 22-1 0 0,-4-34-6 0 0,0 0-1 0 0,0 0 0 0 0,1-1 0 0 0,1 1 1 0 0,-1-1-1 0 0,1 0 0 0 0,1 0 0 0 0,0-1 1 0 0,0 0-1 0 0,1 0 0 0 0,0 0 1 0 0,0-1-1 0 0,1 0 0 0 0,-1 0 0 0 0,2-1 1 0 0,-1 0-1 0 0,1-1 0 0 0,0 1 0 0 0,0-2 1 0 0,0 1-1 0 0,0-1 0 0 0,1-1 0 0 0,0 0 1 0 0,0 0-1 0 0,0-1 0 0 0,0 0 1 0 0,0 0-1 0 0,21-1 0 0 0,-18-1-8 0 0,1-1 1 0 0,0 0-1 0 0,-1-1 0 0 0,1-1 0 0 0,-1 0 0 0 0,1-1 1 0 0,-1 0-1 0 0,0-1 0 0 0,-1 0 0 0 0,1-1 1 0 0,-1-1-1 0 0,0 0 0 0 0,-1-1 0 0 0,16-12 1 0 0,-3-1-5 0 0,-1-1 0 0 0,-1-1 1 0 0,-1-1-1 0 0,-1-1 0 0 0,19-31 1 0 0,-23 30-5 0 0,-1 0 1 0 0,15-36 0 0 0,-23 46 0 0 0,-2 1 1 0 0,0-2 0 0 0,0 1-1 0 0,-2-1 1 0 0,3-27-1 0 0,-5 43-1 0 0,-1 0 1 0 0,0 0-1 0 0,0-1 0 0 0,1 1 0 0 0,-1 0 0 0 0,0-1 0 0 0,0 1 0 0 0,-1 0 0 0 0,1 0 0 0 0,0-1 0 0 0,0 1 0 0 0,-1 0 0 0 0,1 0 0 0 0,0-1 0 0 0,-1 1 0 0 0,1 0 0 0 0,-1 0 0 0 0,0 0 0 0 0,1 0 0 0 0,-1-1 0 0 0,0 1 1 0 0,0 0-1 0 0,0 0 0 0 0,0 1 0 0 0,1-1 0 0 0,-1 0 0 0 0,-1 0 0 0 0,1 0 0 0 0,0 1 0 0 0,-2-2 0 0 0,1 2 0 0 0,-1 0-1 0 0,1 0 1 0 0,-1 0-1 0 0,1 0 1 0 0,-1 0-1 0 0,1 0 1 0 0,0 1-1 0 0,-1 0 1 0 0,1-1 0 0 0,-1 1-1 0 0,1 0 1 0 0,0 0-1 0 0,0 0 1 0 0,0 0-1 0 0,-1 1 1 0 0,-1 1-1 0 0,-8 6-2 0 0,-1 0 1 0 0,2 1-1 0 0,0 0 0 0 0,0 1 0 0 0,0 0 0 0 0,2 1 0 0 0,-1 0 0 0 0,-11 21 0 0 0,12-17-1 0 0,1 0 0 0 0,0 1 0 0 0,1 0 0 0 0,1 0 0 0 0,0 1 0 0 0,-5 31 0 0 0,10-43-49 0 0,0 0 1 0 0,1 0-1 0 0,0 0 0 0 0,0 0 0 0 0,0 0 0 0 0,1 0 0 0 0,0 1 0 0 0,0-1 0 0 0,0 0 0 0 0,1-1 0 0 0,0 1 0 0 0,0 0 0 0 0,0 0 0 0 0,1-1 0 0 0,5 8 0 0 0,-3-6-143 0 0,1 0-1 0 0,0 0 0 0 0,0-1 0 0 0,0 0 1 0 0,1-1-1 0 0,0 1 0 0 0,0-1 0 0 0,0-1 1 0 0,15 8-1 0 0,4-2-407 0 0,-1 0 1 0 0,2-2-1 0 0,-1-1 1 0 0,1-1-1 0 0,51 4 0 0 0,-54-8-2103 0 0,46-4 0 0 0,-20-1-2144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2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487 583 1556 0 0,'0'-4'245'0'0,"0"1"1"0"0,1-1-1 0 0,-2 1 0 0 0,1-1 0 0 0,0 1 0 0 0,-1 0 1 0 0,1-1-1 0 0,-1 1 0 0 0,0 0 0 0 0,0-1 0 0 0,0 1 1 0 0,-1 0-1 0 0,1 0 0 0 0,-1 0 0 0 0,1 0 1 0 0,-1 0-1 0 0,0 0 0 0 0,0 0 0 0 0,-1 1 0 0 0,1-1 1 0 0,0 1-1 0 0,-1 0 0 0 0,0-1 0 0 0,1 1 0 0 0,-1 0 1 0 0,0 1-1 0 0,0-1 0 0 0,0 0 0 0 0,0 1 0 0 0,-1 0 1 0 0,1-1-1 0 0,-5 0 0 0 0,-3-1-8 0 0,1 1 0 0 0,-1 0 1 0 0,1 1-1 0 0,-1 0 0 0 0,0 1 0 0 0,1 0 0 0 0,-1 0 0 0 0,0 1 1 0 0,-14 3-1 0 0,4 1-66 0 0,1 1 0 0 0,0 1 1 0 0,0 0-1 0 0,0 2 0 0 0,1 0 1 0 0,0 1-1 0 0,1 1 0 0 0,0 1 0 0 0,1 0 1 0 0,0 2-1 0 0,1-1 0 0 0,-21 25 1 0 0,33-32-139 0 0,-1 0 1 0 0,1 0 0 0 0,0 0 0 0 0,0 1-1 0 0,1 0 1 0 0,-1 0 0 0 0,2 0 0 0 0,-1 0-1 0 0,1 0 1 0 0,0 0 0 0 0,0 1 0 0 0,1-1-1 0 0,-1 12 1 0 0,2-14-18 0 0,1-1 0 0 0,-1 0 0 0 0,1 0 0 0 0,-1 0 0 0 0,1 0 0 0 0,0 1 0 0 0,1-1 0 0 0,-1-1 0 0 0,1 1 0 0 0,-1 0-1 0 0,1 0 1 0 0,1-1 0 0 0,-1 1 0 0 0,0-1 0 0 0,1 1 0 0 0,0-1 0 0 0,-1 0 0 0 0,1 0 0 0 0,0 0 0 0 0,1 0 0 0 0,-1-1 0 0 0,0 0 0 0 0,1 1 0 0 0,0-1-1 0 0,6 3 1 0 0,-3-2-3 0 0,-1-1 0 0 0,1 1 0 0 0,0-1-1 0 0,0-1 1 0 0,0 1 0 0 0,0-1 0 0 0,0 0-1 0 0,0-1 1 0 0,0 0 0 0 0,0 0-1 0 0,0 0 1 0 0,1-1 0 0 0,11-3 0 0 0,-9 1-10 0 0,0 0 1 0 0,0-1-1 0 0,0-1 1 0 0,-1 0 0 0 0,1 0-1 0 0,-1-1 1 0 0,-1 0-1 0 0,12-10 1 0 0,3-6-4 0 0,-1-1-1 0 0,-1-2 1 0 0,-1 0 0 0 0,-1-1-1 0 0,17-32 1 0 0,1-9 26 0 0,-2-1 0 0 0,29-87-1 0 0,31-152 163 0 0,-94 306-188 0 0,-1-1 0 0 0,1 1 0 0 0,-1-1 0 0 0,0 1 0 0 0,1-1 0 0 0,-1 1 1 0 0,0-1-1 0 0,0 0 0 0 0,0 1 0 0 0,0-1 0 0 0,-1-1 0 0 0,1 3 6 0 0,0-1-1 0 0,0 1 0 0 0,0 0 1 0 0,-1 0-1 0 0,1 0 1 0 0,0 0-1 0 0,0-1 1 0 0,0 1-1 0 0,0 0 0 0 0,-1 0 1 0 0,1 0-1 0 0,0 0 1 0 0,0 0-1 0 0,-1 0 1 0 0,1 0-1 0 0,0 0 1 0 0,0-1-1 0 0,0 1 0 0 0,-1 0 1 0 0,1 0-1 0 0,0 0 1 0 0,0 0-1 0 0,-1 0 1 0 0,1 0-1 0 0,0 0 1 0 0,0 0-1 0 0,0 0 0 0 0,-1 1 1 0 0,1-1-1 0 0,0 0 1 0 0,0 0-1 0 0,-1 0 1 0 0,1 0-1 0 0,0 0 1 0 0,0 0-1 0 0,0 0 0 0 0,-1 0 1 0 0,1 1-1 0 0,0-1 1 0 0,0 0-1 0 0,-4 3 75 0 0,0 0-1 0 0,1 0 0 0 0,0 0 1 0 0,0 0-1 0 0,0 1 0 0 0,-3 4 1 0 0,-33 48 689 0 0,-55 110 0 0 0,75-124-585 0 0,1 1 1 0 0,2 1 0 0 0,-16 72 0 0 0,30-107-209 0 0,1 0 1 0 0,0 0 0 0 0,0-1 0 0 0,0 1 0 0 0,1 0-1 0 0,1 0 1 0 0,0 0 0 0 0,0 0 0 0 0,0 0-1 0 0,1-1 1 0 0,1 1 0 0 0,-1 0 0 0 0,2-1-1 0 0,-1 0 1 0 0,1 0 0 0 0,0 0 0 0 0,6 8 0 0 0,-5-8-431 0 0,1-1 0 0 0,1 0 0 0 0,-1-1 1 0 0,1 1-1 0 0,0-1 0 0 0,1 0 0 0 0,-1-1 1 0 0,1 0-1 0 0,0 0 0 0 0,12 4 1 0 0,15 7-3397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2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760 225 1928 0 0,'-1'-10'613'0'0,"1"0"0"0"0,-1 0 0 0 0,-1 0 1 0 0,0 0-1 0 0,0 0 0 0 0,-1 0 0 0 0,0 0 0 0 0,-1 1 0 0 0,0-1 0 0 0,-1 1 0 0 0,0 0 0 0 0,0 1 0 0 0,-1-1 0 0 0,0 1 0 0 0,0 0 0 0 0,-1 0 1 0 0,-8-7-1 0 0,9 9-471 0 0,-1 1 0 0 0,0 0 0 0 0,0 0 0 0 0,0 1 0 0 0,-1 0 0 0 0,0 0 0 0 0,1 0 1 0 0,-1 1-1 0 0,-1 0 0 0 0,1 1 0 0 0,0 0 0 0 0,-1 0 0 0 0,1 1 0 0 0,-1 0 0 0 0,1 0 1 0 0,-1 1-1 0 0,1 0 0 0 0,-1 1 0 0 0,1 0 0 0 0,-15 3 0 0 0,-13 7-16 0 0,0 2 0 0 0,1 1 0 0 0,1 1 0 0 0,0 2-1 0 0,1 2 1 0 0,1 1 0 0 0,1 1 0 0 0,1 2 0 0 0,1 0 0 0 0,1 3-1 0 0,-31 34 1 0 0,47-46-92 0 0,1 0-1 0 0,1 0 0 0 0,0 1 1 0 0,1 0-1 0 0,-13 30 1 0 0,20-40-20 0 0,0 1 0 0 0,0-1 1 0 0,1 0-1 0 0,0 1 0 0 0,0 0 1 0 0,0-1-1 0 0,1 1 0 0 0,0 0 1 0 0,1 10-1 0 0,0-13-4 0 0,-1 0 1 0 0,1 1-1 0 0,0-1 0 0 0,1 0 0 0 0,-1 0 0 0 0,1 0 1 0 0,-1 1-1 0 0,1-2 0 0 0,0 1 0 0 0,0 0 0 0 0,0 0 0 0 0,1-1 1 0 0,-1 1-1 0 0,0-1 0 0 0,1 1 0 0 0,0-1 0 0 0,4 3 1 0 0,-1-2-2 0 0,1 1 0 0 0,0-1 0 0 0,0-1 1 0 0,0 1-1 0 0,0-1 0 0 0,0 0 1 0 0,0-1-1 0 0,1 0 0 0 0,-1 0 0 0 0,1 0 1 0 0,-1-1-1 0 0,1 0 0 0 0,-1-1 0 0 0,1 1 1 0 0,-1-1-1 0 0,12-4 0 0 0,-2 1-1 0 0,-1-2 0 0 0,1 1 0 0 0,-1-2 0 0 0,-1 0 0 0 0,1-1 0 0 0,15-11 0 0 0,-3-1-4 0 0,0-2 0 0 0,-2-1-1 0 0,32-33 1 0 0,61-86 81 0 0,-116 139-85 0 0,26-28-5 0 0,-28 30-1 0 0,-15 30 32 0 0,7-12-9 0 0,0 1 0 0 0,0-1 0 0 0,2 1 0 0 0,0 0 0 0 0,-2 23 0 0 0,6-36-9 0 0,1 1-1 0 0,0-1 1 0 0,0 0-1 0 0,0 0 0 0 0,1 0 1 0 0,-1 0-1 0 0,1 0 0 0 0,0 0 1 0 0,1 0-1 0 0,-1 0 1 0 0,1-1-1 0 0,0 1 0 0 0,0 0 1 0 0,1-1-1 0 0,-1 1 1 0 0,1-1-1 0 0,0 0 0 0 0,0 0 1 0 0,1 0-1 0 0,-1 0 0 0 0,1-1 1 0 0,0 1-1 0 0,0-1 1 0 0,4 3-1 0 0,3 0-71 0 0,0 0 1 0 0,0 0-1 0 0,1-1 1 0 0,-1-1-1 0 0,1 0 0 0 0,0 0 1 0 0,1-2-1 0 0,-1 1 0 0 0,0-1 1 0 0,1-1-1 0 0,-1 0 1 0 0,1-1-1 0 0,16-2 0 0 0,-8 0-997 0 0,1-1 0 0 0,31-9 0 0 0,-25 3-2248 0 0,34-15 0 0 0,-16 4-2196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3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318 109 2352 0 0,'29'-108'11561'0'0,"-35"133"-11179"0"0,-1 1 0 0 0,-2-1 0 0 0,-16 33-1 0 0,3-5-116 0 0,-107 247 472 0 0,3-6-439 0 0,116-273-217 0 0,-2 10 277 0 0,11-29-298 0 0,4-4-48 0 0,0 0 0 0 0,0 1 1 0 0,0-1-1 0 0,0 0 0 0 0,-1-1 1 0 0,1 1-1 0 0,-1 0 0 0 0,1-1 0 0 0,-1 1 1 0 0,3-5-1 0 0,-3 5-7 0 0,-2 1-4 0 0,37-44 38 0 0,1 2 0 0 0,50-44 0 0 0,-76 77-39 0 0,1-1-1 0 0,0 2 1 0 0,1-1-1 0 0,0 2 1 0 0,1 0 0 0 0,-1 1-1 0 0,1 0 1 0 0,1 1-1 0 0,-1 1 1 0 0,1 0-1 0 0,0 1 1 0 0,22-2 0 0 0,-31 5-5 0 0,0 1 1 0 0,0 1-1 0 0,-1-1 1 0 0,1 1-1 0 0,0 0 1 0 0,0 1-1 0 0,-1-1 1 0 0,1 1-1 0 0,-1 1 1 0 0,0-1-1 0 0,1 1 1 0 0,-1 0-1 0 0,0 1 0 0 0,-1-1 1 0 0,1 1-1 0 0,9 9 1 0 0,-11-10 38 0 0,-1 0 0 0 0,0 0 1 0 0,-1 1-1 0 0,1-1 0 0 0,-1 1 0 0 0,1-1 0 0 0,-1 1 1 0 0,0 0-1 0 0,0 0 0 0 0,-1 0 0 0 0,1 0 0 0 0,-1 0 0 0 0,0 0 1 0 0,0 1-1 0 0,0-1 0 0 0,-1 0 0 0 0,1 1 0 0 0,-1-1 1 0 0,0 0-1 0 0,0 1 0 0 0,-1-1 0 0 0,1 0 0 0 0,-1 1 1 0 0,0-1-1 0 0,0 0 0 0 0,-1 0 0 0 0,-1 5 0 0 0,-2 0 39 0 0,0 1 0 0 0,-1-1 0 0 0,-1 1 1 0 0,1-2-1 0 0,-1 1 0 0 0,-1-1 0 0 0,1 0 0 0 0,-1 0 0 0 0,-1-1 0 0 0,1 0 0 0 0,-1-1 0 0 0,-1 0 0 0 0,1 0 0 0 0,-1-1 0 0 0,0 0 0 0 0,0-1 0 0 0,0 0 0 0 0,-13 2 0 0 0,3 0-76 0 0,-1-1 0 0 0,1-2 0 0 0,-1 0 0 0 0,0-1-1 0 0,0-1 1 0 0,0-1 0 0 0,0-1 0 0 0,-35-6 0 0 0,53 7-331 0 0,-23-4-1632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147 107 2248 0 0,'0'-1'280'0'0,"1"1"0"0"0,-1-1 0 0 0,0 0 0 0 0,1 0 0 0 0,-1 0 0 0 0,0 0 0 0 0,1 0-1 0 0,-1 0 1 0 0,0 0 0 0 0,0 0 0 0 0,0-1 0 0 0,0 1 0 0 0,0 0 0 0 0,0 0 0 0 0,0 0 0 0 0,0 0 0 0 0,0 0-1 0 0,-1 0 1 0 0,1 0 0 0 0,0 0 0 0 0,-1 0 0 0 0,1 0 0 0 0,-1 0 0 0 0,1 0 0 0 0,-1 1 0 0 0,0-3 0 0 0,0 3-184 0 0,-1 1 0 0 0,1-1 0 0 0,0 0 1 0 0,0 0-1 0 0,0 1 0 0 0,1-1 0 0 0,-1 0 1 0 0,0 1-1 0 0,0-1 0 0 0,0 1 0 0 0,0-1 1 0 0,0 1-1 0 0,0 0 0 0 0,1-1 0 0 0,-1 1 1 0 0,0 0-1 0 0,0 0 0 0 0,1-1 0 0 0,-2 2 1 0 0,-14 16 579 0 0,8-7-534 0 0,0 1 0 0 0,1 0 0 0 0,1 0 0 0 0,-1 1-1 0 0,2 0 1 0 0,0 0 0 0 0,0 0 0 0 0,1 1 0 0 0,1-1 0 0 0,1 1-1 0 0,-1 0 1 0 0,2 0 0 0 0,0 0 0 0 0,1 0 0 0 0,2 23 0 0 0,-1-31-123 0 0,1 0 0 0 0,0 0 1 0 0,0-1-1 0 0,0 1 0 0 0,1 0 0 0 0,0-1 1 0 0,0 0-1 0 0,0 1 0 0 0,0-1 1 0 0,1-1-1 0 0,0 1 0 0 0,0 0 0 0 0,0-1 1 0 0,1 0-1 0 0,0 0 0 0 0,-1 0 1 0 0,1 0-1 0 0,1-1 0 0 0,-1 0 0 0 0,0 0 1 0 0,1-1-1 0 0,-1 1 0 0 0,1-1 1 0 0,0 0-1 0 0,0-1 0 0 0,0 1 0 0 0,9 0 1 0 0,-9-1 15 0 0,0 0 1 0 0,0-1-1 0 0,0 1 1 0 0,0-1-1 0 0,-1-1 1 0 0,1 1-1 0 0,0-1 1 0 0,0 0-1 0 0,0 0 1 0 0,0-1-1 0 0,-1 0 1 0 0,1 0-1 0 0,-1 0 1 0 0,1-1-1 0 0,-1 1 1 0 0,0-1-1 0 0,0-1 1 0 0,0 1-1 0 0,0-1 1 0 0,-1 1-1 0 0,0-1 1 0 0,1-1-1 0 0,-1 1 1 0 0,-1-1-1 0 0,1 1 1 0 0,-1-1-1 0 0,1 0 1 0 0,2-7-1 0 0,-1-1-13 0 0,-1 0 0 0 0,-1 0 0 0 0,0 0-1 0 0,0 0 1 0 0,-2 0 0 0 0,1 0 0 0 0,-2 0 0 0 0,0-1-1 0 0,0 1 1 0 0,-4-16 0 0 0,2 14-6 0 0,-1 0 0 0 0,0 1-1 0 0,-1-1 1 0 0,-1 1 0 0 0,0 0 0 0 0,-1 0 0 0 0,-1 0-1 0 0,-14-22 1 0 0,17 31-26 0 0,0 0-1 0 0,0 0 0 0 0,0 0 1 0 0,-1 0-1 0 0,1 1 1 0 0,-1-1-1 0 0,-1 1 0 0 0,1 1 1 0 0,0-1-1 0 0,-1 1 1 0 0,0 0-1 0 0,0 0 1 0 0,0 0-1 0 0,0 1 0 0 0,0 0 1 0 0,0 0-1 0 0,0 1 1 0 0,-1 0-1 0 0,1 0 0 0 0,-1 0 1 0 0,1 1-1 0 0,-1 0 1 0 0,1 0-1 0 0,-1 0 0 0 0,1 1 1 0 0,-1 0-1 0 0,1 1 1 0 0,0-1-1 0 0,-1 1 0 0 0,1 0 1 0 0,0 1-1 0 0,0-1 1 0 0,0 1-1 0 0,1 1 0 0 0,-1-1 1 0 0,1 1-1 0 0,0 0 1 0 0,0 0-1 0 0,0 0 1 0 0,0 1-1 0 0,1-1 0 0 0,-1 1 1 0 0,-3 7-1 0 0,3-6-357 0 0,1 1 0 0 0,0 0 0 0 0,0 0-1 0 0,1 0 1 0 0,-5 14 0 0 0,7-16-485 0 0,0 0 1 0 0,0 0-1 0 0,0-1 1 0 0,1 1-1 0 0,0 0 1 0 0,0 8-1 0 0,3 4-4728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4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91 2068 0 0,'30'-68'9320'0'0,"-29"66"-8865"0"0,2-3 1371 0 0,-13 38-883 0 0,-20 82 262 0 0,28-100-1169 0 0,0-1-1 0 0,0 1 1 0 0,2 0-1 0 0,0 0 1 0 0,0 0 0 0 0,4 15-1 0 0,-4-26-27 0 0,1-1 0 0 0,0 1 0 0 0,0-1 0 0 0,0 1 1 0 0,1-1-1 0 0,-1 1 0 0 0,1-1 0 0 0,0 0 0 0 0,0 0 0 0 0,0 0 0 0 0,0 0 0 0 0,0 0 0 0 0,1 0 0 0 0,-1-1 0 0 0,1 1 1 0 0,0-1-1 0 0,0 0 0 0 0,0 0 0 0 0,0 0 0 0 0,0 0 0 0 0,0 0 0 0 0,0-1 0 0 0,1 1 0 0 0,-1-1 0 0 0,1 0 0 0 0,-1 0 0 0 0,1 0 1 0 0,-1 0-1 0 0,1-1 0 0 0,0 1 0 0 0,-1-1 0 0 0,7-1 0 0 0,0 1-2 0 0,1-1 1 0 0,-1 0-1 0 0,0-1 1 0 0,0 0-1 0 0,0 0 0 0 0,0-1 1 0 0,0-1-1 0 0,0 1 1 0 0,-1-2-1 0 0,14-7 1 0 0,-5-1 1 0 0,-1 0 1 0 0,0-1 0 0 0,-1-1 0 0 0,-1-1 0 0 0,0 0-1 0 0,19-28 1 0 0,64-115 67 0 0,-82 132-72 0 0,-15 25 145 0 0,-3 4-67 0 0,-5 8 29 0 0,0 0 0 0 0,0 1 0 0 0,1 0 0 0 0,1 0 1 0 0,0 0-1 0 0,-7 22 0 0 0,3-2 45 0 0,-7 47 0 0 0,16-73-144 0 0,-1 0 0 0 0,0 1-1 0 0,1-1 1 0 0,0 1-1 0 0,1-1 1 0 0,-1 0 0 0 0,1 1-1 0 0,0-1 1 0 0,0 1 0 0 0,0-1-1 0 0,1 0 1 0 0,0 0-1 0 0,0 0 1 0 0,0 0 0 0 0,1 0-1 0 0,0-1 1 0 0,6 9 0 0 0,-5-8-362 0 0,1 0 1 0 0,-1 0 0 0 0,1-1 0 0 0,0 0 0 0 0,11 7-1 0 0,-8-6-1382 0 0,0-1 0 0 0,1 0 0 0 0,16 5-1 0 0,-2-3-4914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7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1 166 816 0 0,'0'-2'1153'0'0,"1"-3"-587"0"0,-1 0 0 0 0,1 1 0 0 0,0-1 0 0 0,1 1 0 0 0,-1-1 0 0 0,1 1 0 0 0,0 0 0 0 0,0 0 0 0 0,0 0 0 0 0,1 0 0 0 0,-1 0 0 0 0,1 0 1 0 0,0 0-1 0 0,0 1 0 0 0,7-6 0 0 0,-9 8-171 0 0,3 1-42 0 0,2 1-260 0 0,0 0-1 0 0,0 1 1 0 0,0 0 0 0 0,0 0 0 0 0,0 0 0 0 0,0 1 0 0 0,0 0-1 0 0,-1 0 1 0 0,0 0 0 0 0,1 1 0 0 0,-1 0 0 0 0,0 0 0 0 0,-1 0-1 0 0,1 0 1 0 0,-1 1 0 0 0,0 0 0 0 0,0 0 0 0 0,6 9 0 0 0,5 11-31 0 0,-1 1 1 0 0,19 49-1 0 0,-21-44 110 0 0,-11-29-112 0 0,-1 3 140 0 0,-1-17-135 0 0,0-23-58 0 0,3 9 4 0 0,1 1-1 0 0,2-1 1 0 0,10-36 0 0 0,-11 50-1 0 0,0 2 0 0 0,0-1-1 0 0,1 0 1 0 0,1 1 0 0 0,0 0 0 0 0,0 0-1 0 0,1 1 1 0 0,0 0 0 0 0,1 0 0 0 0,10-10-1 0 0,-12 13 15 0 0,8-5-42 0 0,-10 11 10 0 0,-1-1 1 0 0,1 0 0 0 0,-1 1 0 0 0,1 0 0 0 0,-1 0 0 0 0,1 0-1 0 0,6 1 1 0 0,-6 0 16 0 0,0 0 0 0 0,0 0-1 0 0,1 0 1 0 0,-1 1 0 0 0,0-1-1 0 0,0 1 1 0 0,-1 0 0 0 0,1 1-1 0 0,0-1 1 0 0,-1 0 0 0 0,1 1-1 0 0,-1 0 1 0 0,0 0 0 0 0,0 0-1 0 0,0 0 1 0 0,0 1 0 0 0,-1-1-1 0 0,1 1 1 0 0,-1-1 0 0 0,0 1-1 0 0,0 0 1 0 0,0 0 0 0 0,0 0-1 0 0,0 4 1 0 0,1 1 4 0 0,0 0 0 0 0,-1 0 1 0 0,0 0-1 0 0,0 0 0 0 0,-1 0 0 0 0,-1 0 0 0 0,1 1 0 0 0,-1-1 0 0 0,-1 0 1 0 0,-2 12-1 0 0,-3 1-3 0 0,-1 1 0 0 0,0-1 0 0 0,-2-1 1 0 0,-1 0-1 0 0,-17 28 0 0 0,25-46-207 0 0,0 1 0 0 0,1-1 1 0 0,-1 0-1 0 0,1 1 0 0 0,0-1 0 0 0,-1 8 0 0 0,2-10 42 0 0,0-1 0 0 0,0 1 0 0 0,-1 0 0 0 0,1 0 0 0 0,0 0 0 0 0,0 0-1 0 0,1 0 1 0 0,-1 0 0 0 0,0 0 0 0 0,0 0 0 0 0,0 0 0 0 0,0 0 0 0 0,1 0 0 0 0,-1-1-1 0 0,1 1 1 0 0,-1 0 0 0 0,0 0 0 0 0,1 0 0 0 0,-1 0 0 0 0,1-1 0 0 0,0 1-1 0 0,-1 0 1 0 0,1-1 0 0 0,0 1 0 0 0,-1 0 0 0 0,1-1 0 0 0,0 1 0 0 0,0-1 0 0 0,-1 1-1 0 0,1-1 1 0 0,2 1 0 0 0,13 4-2524 0 0,-1-4-646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8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419 541 908 0 0,'3'-5'792'0'0,"4"-8"655"0"0,0 0 0 0 0,-1-1 0 0 0,6-18-1 0 0,-11 29-1250 0 0,0 0 0 0 0,-1 0 0 0 0,1 0 0 0 0,0 0 0 0 0,-1-1 0 0 0,0 1 0 0 0,0 0 0 0 0,0 0-1 0 0,0 0 1 0 0,0-1 0 0 0,-1 1 0 0 0,1 0 0 0 0,-1 0 0 0 0,0 0 0 0 0,0 0 0 0 0,0 0 0 0 0,0 0-1 0 0,-1 0 1 0 0,1 0 0 0 0,-1 0 0 0 0,-3-3 0 0 0,3 4-111 0 0,0 1-1 0 0,0-1 1 0 0,0 1-1 0 0,0-1 1 0 0,0 1-1 0 0,-1 0 1 0 0,1 0-1 0 0,0 0 0 0 0,-1 1 1 0 0,1-1-1 0 0,-1 0 1 0 0,1 1-1 0 0,-1 0 1 0 0,0-1-1 0 0,1 1 1 0 0,-1 0-1 0 0,1 0 1 0 0,-1 1-1 0 0,1-1 1 0 0,-1 0-1 0 0,-3 2 1 0 0,-5 1 118 0 0,0 0 0 0 0,1 0 0 0 0,-17 8 0 0 0,-1 3-98 0 0,1 0 0 0 0,0 2 0 0 0,1 2 0 0 0,1 0-1 0 0,0 1 1 0 0,1 2 0 0 0,2 0 0 0 0,0 1 0 0 0,1 2 0 0 0,1 0 0 0 0,-17 29 0 0 0,34-48-96 0 0,0 0 0 0 0,0 1 0 0 0,0-1-1 0 0,1 1 1 0 0,0 0 0 0 0,0 0 0 0 0,1 0 0 0 0,0 0 0 0 0,0 0 0 0 0,0 0 0 0 0,0 0 0 0 0,1 10 0 0 0,1-13-5 0 0,0 1 0 0 0,-1-1 0 0 0,1 1-1 0 0,0-1 1 0 0,1 1 0 0 0,-1-1 0 0 0,1 1 0 0 0,-1-1 0 0 0,1 0 0 0 0,0 0 0 0 0,0 0 0 0 0,0 0 0 0 0,1 0 0 0 0,-1-1-1 0 0,1 1 1 0 0,-1 0 0 0 0,1-1 0 0 0,0 0 0 0 0,0 0 0 0 0,0 0 0 0 0,0 0 0 0 0,4 1 0 0 0,0 1-1 0 0,0-1 0 0 0,0-1 0 0 0,0 1 0 0 0,0-1 0 0 0,0 0 0 0 0,1-1 0 0 0,-1 0 0 0 0,1 0-1 0 0,-1 0 1 0 0,0-1 0 0 0,1 0 0 0 0,-1-1 0 0 0,11-1 0 0 0,-7-1-3 0 0,-1 0 1 0 0,1-1-1 0 0,-1 0 0 0 0,0 0 0 0 0,0-1 0 0 0,0 0 0 0 0,-1-1 0 0 0,12-8 0 0 0,2-7-8 0 0,0 0-1 0 0,-1-1 0 0 0,-1-2 0 0 0,-1 0 1 0 0,24-38-1 0 0,-6 1-123 0 0,-3 0 1 0 0,-3-2-1 0 0,-3-2 1 0 0,35-110-1 0 0,-56 147 78 0 0,-1 0 0 0 0,-1 0 0 0 0,3-39 0 0 0,-8 66 52 0 0,-1-1 1 0 0,0 0-1 0 0,0 0 0 0 0,0 1 0 0 0,0-1 0 0 0,0 0 0 0 0,-1 0 0 0 0,1 1 0 0 0,0-1 0 0 0,-1 0 0 0 0,1 1 0 0 0,-1-1 0 0 0,0 1 0 0 0,1-1 0 0 0,-1 0 1 0 0,-1-1-1 0 0,1 3 0 0 0,0-1 1 0 0,0 0 0 0 0,1 1 0 0 0,-1-1 0 0 0,0 1-1 0 0,0 0 1 0 0,0-1 0 0 0,0 1 0 0 0,1 0 0 0 0,-1-1 0 0 0,0 1-1 0 0,0 0 1 0 0,0 0 0 0 0,0 0 0 0 0,0 0 0 0 0,0 0-1 0 0,0 0 1 0 0,0 0 0 0 0,0 0 0 0 0,0 0 0 0 0,-1 0-1 0 0,-3 2 3 0 0,0 0-1 0 0,0 0 0 0 0,0 0 1 0 0,1 0-1 0 0,-1 1 0 0 0,1 0 1 0 0,0 0-1 0 0,-9 7 0 0 0,0 3 9 0 0,1 1 1 0 0,0 0-1 0 0,1 0 0 0 0,0 1 0 0 0,-15 30 0 0 0,9-11-21 0 0,-23 66-1 0 0,29-65 47 0 0,2-1-1 0 0,0 2 1 0 0,3-1 0 0 0,1 1-1 0 0,1 0 1 0 0,3 1-1 0 0,3 55 1 0 0,0-75-291 0 0,1 1 0 0 0,0-1 1 0 0,2 0-1 0 0,0 0 0 0 0,1 0 0 0 0,0 0 1 0 0,14 23-1 0 0,-14-29-368 0 0,2 0 0 0 0,-1-1 0 0 0,2 0 0 0 0,-1 0 0 0 0,1-1 1 0 0,1 1-1 0 0,-1-2 0 0 0,2 0 0 0 0,-1 0 0 0 0,1-1 0 0 0,14 7 0 0 0,1-1-2710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192 346 1012 0 0,'20'-25'1559'0'0,"-2"-1"0"0"0,-1-1 0 0 0,15-31 0 0 0,-25 43-1141 0 0,-1 0 0 0 0,-1 0 0 0 0,0 0 0 0 0,0 0 0 0 0,-2-1 0 0 0,0 0 0 0 0,-1 0 0 0 0,1-17 0 0 0,-3 31-373 0 0,0 1 0 0 0,0-1 0 0 0,0 0 0 0 0,0 0 0 0 0,-1 0 0 0 0,1 0 0 0 0,0 0-1 0 0,-1 1 1 0 0,1-1 0 0 0,-1 0 0 0 0,0 0 0 0 0,1 1 0 0 0,-1-1 0 0 0,0 0 0 0 0,0 1-1 0 0,0-1 1 0 0,0 1 0 0 0,0-1 0 0 0,-3-2 0 0 0,2 3 1 0 0,0 0 0 0 0,1 1 0 0 0,-1-1 0 0 0,0 0-1 0 0,0 1 1 0 0,0-1 0 0 0,1 1 0 0 0,-1-1 0 0 0,0 1 0 0 0,0 0 0 0 0,0 0 0 0 0,0 0-1 0 0,0 0 1 0 0,0 0 0 0 0,0 0 0 0 0,-2 1 0 0 0,-6 2 106 0 0,1 0 0 0 0,-1 0 1 0 0,0 1-1 0 0,1 0 0 0 0,0 1 0 0 0,-9 5 0 0 0,-1 3-11 0 0,1 0 1 0 0,0 1-1 0 0,0 1 0 0 0,2 0 0 0 0,-20 24 0 0 0,28-30-115 0 0,0 1-1 0 0,1 0 1 0 0,0 1-1 0 0,1 0 1 0 0,0 0-1 0 0,0 0 1 0 0,1 1-1 0 0,1 0 1 0 0,0 0-1 0 0,1 0 1 0 0,-3 15-1 0 0,6-22-14 0 0,0 1 1 0 0,0-1-1 0 0,1 0 0 0 0,-1 0 0 0 0,1 0 1 0 0,0 0-1 0 0,1 1 0 0 0,-1-1 0 0 0,1-1 1 0 0,0 1-1 0 0,3 6 0 0 0,-3-8-2 0 0,0 0-1 0 0,0 1 0 0 0,0-1 1 0 0,0 0-1 0 0,1 0 1 0 0,-1 0-1 0 0,1-1 1 0 0,0 1-1 0 0,0 0 1 0 0,0-1-1 0 0,0 0 0 0 0,0 0 1 0 0,0 0-1 0 0,1 0 1 0 0,-1 0-1 0 0,5 1 1 0 0,-7-3-7 0 0,1 1 1 0 0,-1 0 0 0 0,1-1-1 0 0,-1 1 1 0 0,1-1 0 0 0,-1 1-1 0 0,1-1 1 0 0,0 0-1 0 0,-1 0 1 0 0,1 0 0 0 0,0 0-1 0 0,-1 0 1 0 0,1 0 0 0 0,0 0-1 0 0,-1 0 1 0 0,3-1 0 0 0,1-1 1 0 0,0 1-2 0 0,1 0 0 0 0,0 0 0 0 0,-1-1-1 0 0,1 0 1 0 0,-1 0 0 0 0,0 0 0 0 0,1-1 0 0 0,-1 0 0 0 0,0 0-1 0 0,-1 0 1 0 0,1-1 0 0 0,7-6 0 0 0,3-5 5 0 0,0-1 0 0 0,12-18 0 0 0,-16 20-10 0 0,40-60 18 0 0,-19 23-58 0 0,-30 49 14 0 0,-1 5-27 0 0,-1 1 55 0 0,0 0 0 0 0,0-1 0 0 0,0 1 0 0 0,0 0 0 0 0,0-1 0 0 0,-1 1 0 0 0,1-1 0 0 0,-1 1 0 0 0,0-1 0 0 0,0 1-1 0 0,-1-1 1 0 0,-1 4 0 0 0,-3 15-1 0 0,4-11 3 0 0,0 0 0 0 0,1 1-1 0 0,0-1 1 0 0,1 0 0 0 0,0 0-1 0 0,1 1 1 0 0,2 14 0 0 0,-2-22 5 0 0,0 0 0 0 0,1-1 0 0 0,-1 1 0 0 0,1 0 0 0 0,0 0 1 0 0,0-1-1 0 0,0 1 0 0 0,0-1 0 0 0,0 0 0 0 0,1 1 0 0 0,0-1 0 0 0,-1 0 1 0 0,1-1-1 0 0,0 1 0 0 0,1 0 0 0 0,-1-1 0 0 0,0 0 0 0 0,1 1 0 0 0,-1-2 1 0 0,1 1-1 0 0,0 0 0 0 0,0-1 0 0 0,5 2 0 0 0,-2-1-3 0 0,-1 0-1 0 0,1-1 1 0 0,-1 0 0 0 0,1 0-1 0 0,-1-1 1 0 0,1 0 0 0 0,-1 0-1 0 0,1 0 1 0 0,0-1 0 0 0,-1 0-1 0 0,0 0 1 0 0,1-1 0 0 0,-1 0-1 0 0,8-3 1 0 0,-5 1-1 0 0,-1-1 0 0 0,0 1 0 0 0,0-2-1 0 0,0 1 1 0 0,-1-1 0 0 0,0 0 0 0 0,0-1-1 0 0,0 0 1 0 0,5-8 0 0 0,0-1 5 0 0,-1 0 0 0 0,0-1 0 0 0,-2-1-1 0 0,0 0 1 0 0,-1 0 0 0 0,-1-1 0 0 0,-1 0 0 0 0,8-36-1 0 0,-12 42-5 0 0,0 0 0 0 0,-1 0-1 0 0,-1-24 1 0 0,0 32-3 0 0,-1 0 1 0 0,0-1 0 0 0,0 1 0 0 0,0 0 0 0 0,-1-1 0 0 0,1 1-1 0 0,-1 0 1 0 0,0 0 0 0 0,-1 0 0 0 0,1 1 0 0 0,-6-8-1 0 0,5 9-6 0 0,-5-3-10 0 0,7 6 17 0 0,0 0 0 0 0,0-1 0 0 0,0 1 0 0 0,0 0 0 0 0,0 0 0 0 0,0 0 0 0 0,0 0 0 0 0,-1 0 0 0 0,1 0 0 0 0,0 0-1 0 0,0 0 1 0 0,0 0 0 0 0,0 0 0 0 0,0 1 0 0 0,0-1 0 0 0,0 0 0 0 0,0 1 0 0 0,-1 0 0 0 0,1-1 0 0 0,0 0 0 0 0,0 1 1 0 0,0-1-1 0 0,0 1 0 0 0,0-1 1 0 0,0 1-1 0 0,0-1 0 0 0,0 1 1 0 0,0 0-1 0 0,0-1 0 0 0,0 1 1 0 0,0 0-1 0 0,1 0 0 0 0,-1 0 0 0 0,0 0 1 0 0,1 0-1 0 0,-1 0 0 0 0,0 0 1 0 0,1 0-1 0 0,-1 0 0 0 0,1 0 1 0 0,0 0-1 0 0,-1 0 0 0 0,1 2 1 0 0,-1-1-1 0 0,0 1 1 0 0,1-1 0 0 0,0 1 0 0 0,0 0 0 0 0,-1-1 0 0 0,1 1 0 0 0,1-1-1 0 0,-1 1 1 0 0,1 2 0 0 0,2 3-4 0 0,0-1 0 0 0,0-1-1 0 0,1 1 1 0 0,0 0 0 0 0,0-1 0 0 0,0 0 0 0 0,1 0-1 0 0,0 0 1 0 0,0-1 0 0 0,1 1 0 0 0,0-1 0 0 0,-1-1-1 0 0,2 1 1 0 0,7 4 0 0 0,-1-1-61 0 0,0-1 0 0 0,0-1 0 0 0,0 0 0 0 0,1-1 0 0 0,0 0 0 0 0,23 4 0 0 0,-33-8 42 0 0,1 0 0 0 0,-1-1 0 0 0,0 0 1 0 0,0 0-1 0 0,0 0 0 0 0,0 0 0 0 0,0-1 0 0 0,1 1 0 0 0,-1-1 0 0 0,0 0 1 0 0,0 0-1 0 0,0-1 0 0 0,-1 1 0 0 0,1-1 0 0 0,0 0 0 0 0,-1 0 0 0 0,1 0 1 0 0,-1-1-1 0 0,1 1 0 0 0,-1-1 0 0 0,0 1 0 0 0,4-5 0 0 0,2-5 0 0 0,-1 1 0 0 0,1-2-1 0 0,-2 1 1 0 0,12-25 0 0 0,-11 19-12 0 0,-7 16 40 0 0,-20 15-22 0 0,9 2 23 0 0,1 0 0 0 0,0 0 0 0 0,0 1 0 0 0,2 0 0 0 0,0 1 0 0 0,1 0 0 0 0,1 0 0 0 0,0 0 0 0 0,1 1 0 0 0,-2 25 0 0 0,6-37 3 0 0,0 1 0 0 0,0-1 0 0 0,1 0 0 0 0,-1 1 0 0 0,1-1 0 0 0,1 1 0 0 0,-1-1 0 0 0,1 0-1 0 0,0 0 1 0 0,1 0 0 0 0,-1 0 0 0 0,1 0 0 0 0,0-1 0 0 0,1 1 0 0 0,0-1 0 0 0,-1 0 0 0 0,1 0 0 0 0,1 0 0 0 0,-1 0-1 0 0,1-1 1 0 0,0 0 0 0 0,0 0 0 0 0,0 0 0 0 0,1-1 0 0 0,-1 1 0 0 0,1-1 0 0 0,0 0 0 0 0,0-1 0 0 0,0 0 0 0 0,0 0 0 0 0,0 0-1 0 0,0 0 1 0 0,1-1 0 0 0,-1 0 0 0 0,0-1 0 0 0,1 1 0 0 0,-1-1 0 0 0,1 0 0 0 0,-1-1 0 0 0,0 0 0 0 0,1 0 0 0 0,-1 0-1 0 0,9-3 1 0 0,-3-1-8 0 0,-1 0 0 0 0,1 0 0 0 0,-2-1 0 0 0,1 0-1 0 0,0-1 1 0 0,-1 0 0 0 0,0-1 0 0 0,-1 0 0 0 0,0-1-1 0 0,0 0 1 0 0,-1 0 0 0 0,0-1 0 0 0,11-17 0 0 0,4-12-14 0 0,-2 0 0 0 0,23-61 1 0 0,-38 86 8 0 0,-10 32 61 0 0,0 1 1 0 0,0 36-1 0 0,3-38-36 0 0,0 0 0 0 0,2-1 0 0 0,0 1 0 0 0,1 0 0 0 0,6 25 0 0 0,-7-36-13 0 0,1-1 0 0 0,1 0 0 0 0,-1 0 0 0 0,1 0 0 0 0,0 0 0 0 0,0-1 0 0 0,0 1 0 0 0,0-1 0 0 0,1 0 0 0 0,0 0 0 0 0,0 0 0 0 0,0 0 0 0 0,0-1 1 0 0,1 1-1 0 0,-1-1 0 0 0,1 0 0 0 0,0 0 0 0 0,0-1 0 0 0,0 0 0 0 0,0 0 0 0 0,0 0 0 0 0,1 0 0 0 0,-1-1 0 0 0,0 0 0 0 0,1 0 0 0 0,-1 0 0 0 0,8-1 0 0 0,-3 0-3 0 0,1 0 0 0 0,0-1 0 0 0,-1 0 1 0 0,1-1-1 0 0,-1 0 0 0 0,1-1 1 0 0,-1 0-1 0 0,0-1 0 0 0,0 0 0 0 0,-1 0 1 0 0,1-1-1 0 0,-1-1 0 0 0,13-8 0 0 0,0-6 5 0 0,-1 0 0 0 0,-1-2 0 0 0,-1 0 0 0 0,0-1 0 0 0,28-49 0 0 0,11-12 412 0 0,-48 71-309 0 0,-10 13-111 0 0,0 0 0 0 0,0 0 0 0 0,0 0 1 0 0,0 0-1 0 0,0 0 0 0 0,0 1 0 0 0,0-1 0 0 0,0 0 0 0 0,0 0 0 0 0,0 0 0 0 0,0 0 0 0 0,0 0 1 0 0,0 0-1 0 0,0 0 0 0 0,0 0 0 0 0,0 0 0 0 0,0 0 0 0 0,0 0 0 0 0,0 0 0 0 0,0 0 0 0 0,0 0 1 0 0,0 0-1 0 0,0 0 0 0 0,0 0 0 0 0,0 0 0 0 0,0 0 0 0 0,0 0 0 0 0,0 0 0 0 0,0 0 0 0 0,0 0 1 0 0,0 0-1 0 0,1 0 0 0 0,-1 0 0 0 0,0 0 0 0 0,0 0 0 0 0,0 0 0 0 0,0 0 0 0 0,0 0 0 0 0,-12 23 126 0 0,5-10-49 0 0,-143 273 1941 0 0,-87 182-141 0 0,200-382-1677 0 0,-97 202 595 0 0,129-280-651 0 0,1-1 0 0 0,-1 0 0 0 0,0-1 0 0 0,0 1 0 0 0,-1-1 0 0 0,1 0 1 0 0,-2 0-1 0 0,1-1 0 0 0,-1 1 0 0 0,1-2 0 0 0,-1 1 0 0 0,-1-1 0 0 0,1 0 0 0 0,-11 4 0 0 0,7-4-10 0 0,1-1-1 0 0,-1-1 1 0 0,0 0 0 0 0,1 0-1 0 0,-1-1 1 0 0,0-1 0 0 0,0 0-1 0 0,0 0 1 0 0,0-1 0 0 0,-16-4-1 0 0,-1 0 2 0 0,1-3-1 0 0,0 0 1 0 0,-33-15-1 0 0,44 16-295 0 0,1-1 0 0 0,0 0 0 0 0,1-1 0 0 0,0-1 0 0 0,0 0-1 0 0,-20-20 1 0 0,31 28-174 0 0,1-1-1 0 0,-1 0 0 0 0,1 0 1 0 0,0 0-1 0 0,0 0 1 0 0,0 0-1 0 0,0-1 0 0 0,0 1 1 0 0,1-1-1 0 0,0 1 1 0 0,-1-1-1 0 0,1 1 0 0 0,1-1 1 0 0,-2-4-1 0 0,2 5-352 0 0,0 0 0 0 0,0 0 0 0 0,1 0 0 0 0,-1 0 0 0 0,1 1 0 0 0,0-1 0 0 0,-1 0 0 0 0,1 0 0 0 0,0 0 0 0 0,1 0 0 0 0,1-3 0 0 0,13-17-7730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49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293 116 1360 0 0,'20'-115'17430'0'0,"-20"128"-16958"0"0,0 0-1 0 0,-2 0 1 0 0,1 0-1 0 0,-2 0 1 0 0,0 0-1 0 0,0 0 1 0 0,-7 15-1 0 0,-2 11-21 0 0,-143 640 1542 0 0,139-597-1874 0 0,7-28-1012 0 0,-3 0 0 0 0,-21 59 0 0 0,32-112 732 0 0,1 0 0 0 0,0 0 0 0 0,-1 0-1 0 0,1 0 1 0 0,0 0 0 0 0,-1 0 0 0 0,1 0 0 0 0,-1 0 0 0 0,0 0-1 0 0,1 0 1 0 0,-1 0 0 0 0,0-1 0 0 0,1 1 0 0 0,-1 0 0 0 0,0 0-1 0 0,0-1 1 0 0,0 1 0 0 0,0-1 0 0 0,-1 2 0 0 0,1-2 10 0 0,1 0-1 0 0,-1 0 1 0 0,0 0 0 0 0,1-1 0 0 0,-1 1 0 0 0,1 0 0 0 0,-1 0 0 0 0,0 0 0 0 0,1 0 0 0 0,-1-1-1 0 0,1 1 1 0 0,-1 0 0 0 0,0-1 0 0 0,1 1 0 0 0,-1 0 0 0 0,1-1 0 0 0,-1 1 0 0 0,1-1 0 0 0,0 1-1 0 0,-1-1 1 0 0,1 1 0 0 0,-1-1 0 0 0,1 0 0 0 0,-3-3-637 0 0,0 0 0 0 0,1-1 0 0 0,0 1 0 0 0,0-1 0 0 0,0 0 0 0 0,-2-8 0 0 0,-1-13-2485 0 0,2-5-1071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0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1 388 188 0 0,'16'-43'2048'0'0,"2"1"0"0"0,45-76 0 0 0,-53 104-1709 0 0,0 0 0 0 0,0 1 0 0 0,1 0 0 0 0,1 0 0 0 0,0 2 1 0 0,1-1-1 0 0,0 1 0 0 0,1 1 0 0 0,0 1 0 0 0,0 0 0 0 0,18-8 0 0 0,-13 9-115 0 0,-1 1 1 0 0,1 1-1 0 0,0 1 1 0 0,0 1-1 0 0,0 1 1 0 0,1 0-1 0 0,-1 1 1 0 0,1 1-1 0 0,-1 1 1 0 0,25 3-1 0 0,-27-1-136 0 0,0 1-1 0 0,0 1 0 0 0,0 0 0 0 0,0 1 0 0 0,0 1 0 0 0,-1 1 0 0 0,0 0 0 0 0,-1 1 1 0 0,0 1-1 0 0,0 0 0 0 0,23 19 0 0 0,-34-25 32 0 0,0 1 1 0 0,1 0-1 0 0,-1 0 0 0 0,-1 1 0 0 0,1-1 1 0 0,-1 1-1 0 0,0 0 0 0 0,0 0 0 0 0,0 0 1 0 0,0 0-1 0 0,-1 0 0 0 0,0 1 1 0 0,0-1-1 0 0,1 7 0 0 0,-3-8-35 0 0,0 0-1 0 0,0 0 1 0 0,0 0-1 0 0,0 0 0 0 0,0 0 1 0 0,-1 0-1 0 0,0 0 1 0 0,0-1-1 0 0,0 1 1 0 0,0 0-1 0 0,-1 0 0 0 0,1-1 1 0 0,-1 1-1 0 0,0-1 1 0 0,0 1-1 0 0,0-1 1 0 0,-1 0-1 0 0,1 1 1 0 0,-1-1-1 0 0,0-1 0 0 0,-3 4 1 0 0,-5 4 36 0 0,0-2-1 0 0,-1 1 1 0 0,0-1 0 0 0,-1-1-1 0 0,1 0 1 0 0,-1-1-1 0 0,-27 9 1 0 0,9-6 18 0 0,1-2 1 0 0,-51 6-1 0 0,31-12-3064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0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48 1956 0 0,'6'-5'1108'0'0,"-3"3"-427"0"0,0-1 0 0 0,-1 1 0 0 0,1-1 1 0 0,0 1-1 0 0,-1-1 0 0 0,0 0 0 0 0,0 0 1 0 0,0 0-1 0 0,0-1 0 0 0,0 1 0 0 0,-1 0 1 0 0,2-6-1 0 0,-6 10-366 0 0,0 0 1 0 0,0 0-1 0 0,0 0 0 0 0,1 0 1 0 0,-1 1-1 0 0,0-1 1 0 0,-4 4-1 0 0,6-5-259 0 0,-10 9 176 0 0,1 0 0 0 0,0 0 0 0 0,0 1 0 0 0,1 0 0 0 0,0 1 0 0 0,1 0 0 0 0,0 0 0 0 0,-9 18 0 0 0,8-11-152 0 0,1 0 0 0 0,1 0 0 0 0,0 1 1 0 0,2-1-1 0 0,-5 25 0 0 0,9-36-65 0 0,0 0 0 0 0,1 0 0 0 0,0 0 0 0 0,0 0 0 0 0,0 0-1 0 0,1 0 1 0 0,0 0 0 0 0,1 0 0 0 0,-1 0 0 0 0,1-1 0 0 0,1 1 0 0 0,-1-1-1 0 0,1 1 1 0 0,0-1 0 0 0,1 0 0 0 0,-1 0 0 0 0,1 0 0 0 0,1 0 0 0 0,-1-1 0 0 0,1 0-1 0 0,0 0 1 0 0,10 9 0 0 0,-10-10-5 0 0,0-1-1 0 0,1 1 0 0 0,-1-1 1 0 0,1 0-1 0 0,0 0 0 0 0,0-1 1 0 0,0 0-1 0 0,0 0 1 0 0,0 0-1 0 0,1-1 0 0 0,-1 1 1 0 0,0-2-1 0 0,1 1 1 0 0,-1-1-1 0 0,1 0 0 0 0,-1 0 1 0 0,1-1-1 0 0,-1 1 1 0 0,0-2-1 0 0,1 1 0 0 0,-1-1 1 0 0,0 0-1 0 0,0 0 0 0 0,0 0 1 0 0,6-4-1 0 0,0-2-2 0 0,0 0 0 0 0,-1 0-1 0 0,0-1 1 0 0,-1-1 0 0 0,0 1-1 0 0,-1-2 1 0 0,1 1 0 0 0,-2-2 0 0 0,0 1-1 0 0,0-1 1 0 0,-1 0 0 0 0,-1 0-1 0 0,0-1 1 0 0,0 0 0 0 0,-1 0-1 0 0,-1 0 1 0 0,-1-1 0 0 0,1 1 0 0 0,-2-1-1 0 0,2-21 1 0 0,-5 27-4 0 0,0 1 0 0 0,0 0 0 0 0,0 0 1 0 0,-1 0-1 0 0,0 0 0 0 0,0 0 0 0 0,-1 1 0 0 0,0-1 0 0 0,0 0 0 0 0,0 1 1 0 0,-1 0-1 0 0,0 0 0 0 0,0 0 0 0 0,-1 0 0 0 0,1 1 0 0 0,-1 0 1 0 0,-1 0-1 0 0,1 0 0 0 0,-1 0 0 0 0,0 1 0 0 0,0 0 0 0 0,0 0 0 0 0,0 1 1 0 0,0 0-1 0 0,-1 0 0 0 0,0 0 0 0 0,0 1 0 0 0,-10-3 0 0 0,14 5-68 0 0,0-1 0 0 0,1 1 0 0 0,-1 0 0 0 0,0 0 0 0 0,0 0 0 0 0,0 0 0 0 0,0 0 0 0 0,1 1 0 0 0,-1-1 0 0 0,0 1 0 0 0,0 0 0 0 0,1 0-1 0 0,-1 0 1 0 0,0 0 0 0 0,1 0 0 0 0,-1 0 0 0 0,1 1 0 0 0,-1-1 0 0 0,1 1 0 0 0,0 0 0 0 0,0 0 0 0 0,0 0 0 0 0,0 0 0 0 0,-3 4 0 0 0,2-3-501 0 0,1 1 0 0 0,-1-1 0 0 0,1 1 0 0 0,0 0 0 0 0,1 0 0 0 0,-1 0 0 0 0,1 0 0 0 0,-1 0 0 0 0,1 0 0 0 0,0 0 0 0 0,1 0 0 0 0,-1 0 0 0 0,1 1 0 0 0,0-1 0 0 0,0 6 0 0 0,3 5-4234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64 2320 0 0,'36'-63'10828'0'0,"-31"83"-8947"0"0,-9 14-1146 0 0,-12 48 0 0 0,1-12-625 0 0,7-15-1644 0 0,3-20-6966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12 112 1116 0 0,'-1'-22'1996'0'0,"-3"6"-468"0"0,4 1-351 0 0,-3 1-233 0 0,1 0-152 0 0,0 4-200 0 0,2 0 252 0 0,0 0-512 0 0,7 18-4060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44 656 0 0,'0'0'3388'0'0,"17"17"925"0"0,-14-10-4131 0 0,0 0 0 0 0,-1 0-1 0 0,0 0 1 0 0,0 0-1 0 0,0 0 1 0 0,-1 0 0 0 0,0 0-1 0 0,0 0 1 0 0,-1 1-1 0 0,0-1 1 0 0,-1 0 0 0 0,1 0-1 0 0,-1 1 1 0 0,0-1 0 0 0,-1 0-1 0 0,-4 13 1 0 0,2-10-46 0 0,-1 1 0 0 0,0-1-1 0 0,-1 0 1 0 0,1-1 0 0 0,-11 13 0 0 0,-23 19 499 0 0,38-39-613 0 0,-1 0-1 0 0,0 0 0 0 0,0-1 1 0 0,0 1-1 0 0,0-1 0 0 0,0 0 1 0 0,0 1-1 0 0,0-1 0 0 0,-1 0 1 0 0,1 0-1 0 0,0 0 0 0 0,-1-1 1 0 0,1 1-1 0 0,-1 0 0 0 0,-2-1 1 0 0,10-13-70 0 0,8-5 21 0 0,0 0 0 0 0,1 1 1 0 0,1 0-1 0 0,33-27 1 0 0,-24 22 11 0 0,12-11 16 0 0,46-31 1 0 0,-61 49 145 0 0,0 1 0 0 0,1 2 0 0 0,46-20 1 0 0,-65 31-89 0 0,1 0 0 0 0,-1 0 1 0 0,0 0-1 0 0,1 0 1 0 0,-1 0-1 0 0,1 1 1 0 0,-1-1-1 0 0,1 1 1 0 0,-1 0-1 0 0,1 0 0 0 0,-1 0 1 0 0,1 1-1 0 0,-1-1 1 0 0,1 1-1 0 0,-1 0 1 0 0,1 0-1 0 0,-1 0 0 0 0,6 3 1 0 0,-7-3-2 0 0,0 1 1 0 0,1 0-1 0 0,-1 0 0 0 0,0 1 1 0 0,0-1-1 0 0,0 0 1 0 0,0 1-1 0 0,0-1 0 0 0,-1 1 1 0 0,1-1-1 0 0,-1 1 1 0 0,0 0-1 0 0,0 0 0 0 0,1 0 1 0 0,-2 0-1 0 0,1 0 1 0 0,0 0-1 0 0,-1 0 0 0 0,1 0 1 0 0,-1 6-1 0 0,0 26 240 0 0,-5 47 0 0 0,2-59-510 0 0,1 0 1 0 0,1 1-1 0 0,1-1 0 0 0,2 0 1 0 0,5 33-1 0 0,-3-44-1425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1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142 178 2000 0 0,'80'-178'10561'0'0,"-132"292"-5751"0"0,15-26-3754 0 0,-38 147 0 0 0,54-139-697 0 0,-15 168 0 0 0,35-254-328 0 0,1 0 0 0 0,0 1 0 0 0,3 16 0 0 0,-2-23-196 0 0,0 0 1 0 0,0 0-1 0 0,0 0 1 0 0,0 0-1 0 0,0 0 1 0 0,1 0-1 0 0,0-1 1 0 0,0 1-1 0 0,0-1 1 0 0,0 1 0 0 0,5 4-1 0 0,-6-7-167 0 0,0 0 0 0 0,0-1 1 0 0,0 1-1 0 0,0 0 0 0 0,1-1 0 0 0,-1 1 0 0 0,0-1 0 0 0,1 1 1 0 0,-1-1-1 0 0,0 0 0 0 0,1 1 0 0 0,-1-1 0 0 0,1 0 1 0 0,-1 0-1 0 0,0 0 0 0 0,1 0 0 0 0,-1 0 0 0 0,0 0 1 0 0,1-1-1 0 0,-1 1 0 0 0,1 0 0 0 0,-1-1 0 0 0,0 1 0 0 0,0-1 1 0 0,1 1-1 0 0,-1-1 0 0 0,0 0 0 0 0,0 1 0 0 0,0-1 1 0 0,2-1-1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80 2084 0 0,'-9'-6'1241'0'0,"6"4"-768"0"0,0 0-1 0 0,0 0 1 0 0,-1-1-1 0 0,2 1 1 0 0,-1-1-1 0 0,0 0 1 0 0,0 0-1 0 0,1 0 1 0 0,-1 0 0 0 0,1 0-1 0 0,0 0 1 0 0,-2-5-1 0 0,4 7-408 0 0,0 0 1 0 0,0 0-1 0 0,0 0 0 0 0,0 0 0 0 0,0 0 0 0 0,1 0 0 0 0,-1 1 0 0 0,0-1 1 0 0,0 0-1 0 0,1 0 0 0 0,-1 0 0 0 0,1 0 0 0 0,-1 1 0 0 0,1-1 1 0 0,-1 0-1 0 0,1 0 0 0 0,-1 1 0 0 0,1-1 0 0 0,0 0 0 0 0,-1 1 0 0 0,1-1 1 0 0,0 1-1 0 0,-1-1 0 0 0,1 1 0 0 0,0-1 0 0 0,0 1 0 0 0,0-1 1 0 0,-1 1-1 0 0,1 0 0 0 0,0 0 0 0 0,0-1 0 0 0,0 1 0 0 0,1 0 1 0 0,35-7 374 0 0,-31 7-296 0 0,35-3 52 0 0,1 1 0 0 0,-1 3-1 0 0,1 1 1 0 0,45 9-1 0 0,163 44-778 0 0,-196-38-893 0 0,-5 1-1742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6:52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3600 0 0,'3'1'2953'0'0,"33"1"8241"0"0,-22-2-9254 0 0,5-3 1526 0 0,-11 0-3419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0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1 684 0 0,'-8'30'4362'0'0,"-6"28"1634"0"0,14-51-5743 0 0,-1-1-1 0 0,1 0 0 0 0,1 0 0 0 0,-1 0 1 0 0,1 0-1 0 0,0 1 0 0 0,0-1 0 0 0,3 7 1 0 0,5 13-186 0 0,2 0 0 0 0,0-1 0 0 0,2 0 1 0 0,27 39-1 0 0,-26-46-2083 0 0,0 0 1 0 0,1-1-1 0 0,25 22 1 0 0,-27-28-1168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1324 0 0,'14'5'3084'0'0,"-6"0"-347"0"0,4 0-1249 0 0,0 1-724 0 0,1-1-656 0 0,-5 0-896 0 0,2 0-2873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62 600 0 0,'0'0'2668'0'0,"-4"-12"1021"0"0,4 2-505 0 0,-3-2-1584 0 0,6 3-1016 0 0,9 2-664 0 0,0 2-1084 0 0,4-2-3268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0 36 0 0,'-3'41'6697'0'0,"-5"-5"-4511"0"0,3-21-2099 0 0,-1-1 0 0 0,0 0 0 0 0,-1 0-1 0 0,-10 14 1 0 0,-38 49-3993 0 0,42-60 2167 0 0,3-3 435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2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1 952 0 0,'-7'14'3053'0'0,"4"-7"-2623"0"0,0 0 1 0 0,0 1-1 0 0,0-1 0 0 0,-1 0 0 0 0,-1-1 1 0 0,1 1-1 0 0,-1-1 0 0 0,0 1 1 0 0,0-2-1 0 0,-1 1 0 0 0,0 0 1 0 0,0-1-1 0 0,-7 5 0 0 0,-1-1-1270 0 0,-1 0 1 0 0,0 0-1 0 0,0-1 0 0 0,-1-1 0 0 0,-18 5 0 0 0,15-6-1746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20 408 0 0,'-16'-2'2200'0'0,"-1"0"-568"0"0,-2 0-319 0 0,2-1-313 0 0,-2 1-208 0 0,-3 1-152 0 0,1-1-116 0 0,-3 0-160 0 0,0 0-512 0 0,0 2-808 0 0,-4 0-1485 0 0,3-1-483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0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1 680 0 0,'0'0'9994'0'0,"-3"0"-9941"0"0,-40 11-1654 0 0,22-5-1946 0 0,9-2 372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0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 96 0 0,'-34'13'3870'0'0,"14"-5"-2508"0"0,0 1 1 0 0,1 0-1 0 0,-19 13 1 0 0,32-18-1703 0 0,1 0 0 0 0,-1 1 0 0 0,1-1 0 0 0,0 1 0 0 0,0 0 0 0 0,0 1 0 0 0,1-1 0 0 0,0 1 0 0 0,0 0 0 0 0,0 0 0 0 0,1 1 0 0 0,0-1 0 0 0,-3 9 0 0 0,2-2-1912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1288 0 0,'4'-23'7176'0'0,"-3"21"-7016"0"0,-1 0-59 0 0,1 1 1 0 0,-1 0-1 0 0,1-1 0 0 0,0 1 0 0 0,-1-1 1 0 0,1 1-1 0 0,0 0 0 0 0,0 0 1 0 0,0-1-1 0 0,0 1 0 0 0,0 0 1 0 0,0 0-1 0 0,0 0 0 0 0,0 0 1 0 0,0 0-1 0 0,1 0 0 0 0,-1 1 1 0 0,0-1-1 0 0,3-1 0 0 0,2 1-181 0 0,0 0-1 0 0,0 0 1 0 0,0 1-1 0 0,0 0 1 0 0,0 0-1 0 0,0 0 1 0 0,10 2-1 0 0,22 7-4354 0 0,-26-6 1268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1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0 300 0 0,'6'4'1177'0'0,"1"-1"0"0"0,-1 1 0 0 0,0 0 1 0 0,0 0-1 0 0,-1 1 0 0 0,8 7 0 0 0,-9-8-1108 0 0,-1 0 0 0 0,0 1 0 0 0,0-1 0 0 0,-1 1 0 0 0,1 0 0 0 0,-1-1 1 0 0,0 1-1 0 0,0 0 0 0 0,-1 1 0 0 0,1-1 0 0 0,-1 0 0 0 0,0 0 0 0 0,-1 1 0 0 0,1 6 0 0 0,5 51-4699 0 0,-4-46 2088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7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1 808 0 0,'0'0'3644'0'0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0 312 0 0,'0'0'1796'0'0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18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1 644 0 0,'0'0'3280'0'0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5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43 668 0 0,'2'-2'782'0'0,"0"0"1"0"0,-1 0-1 0 0,1 0 0 0 0,0 0 1 0 0,-1-1-1 0 0,0 1 0 0 0,2-4 1 0 0,9-15 7435 0 0,-187 337-4447 0 0,27-52-3052 0 0,10 11 81 0 0,76-134-1588 0 0,8 3-4411 0 0,53-143 4486 0 0,0 4 562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1808 0 0,'23'-44'4474'0'0,"-18"32"-2925"0"0,1-1 0 0 0,1 1 0 0 0,13-18 0 0 0,-19 28-1060 0 0,1 2-388 0 0,-1 0-1 0 0,0 0 0 0 0,1 0 1 0 0,-1 0-1 0 0,1 1 1 0 0,-1-1-1 0 0,0 0 1 0 0,0 1-1 0 0,1-1 0 0 0,-1 1 1 0 0,0-1-1 0 0,1 1 1 0 0,-1 0-1 0 0,0-1 1 0 0,1 2-1 0 0,2 3 184 0 0,-1 0 0 0 0,0-1 1 0 0,0 1-1 0 0,-1 1 0 0 0,1-1 0 0 0,-1 0 0 0 0,3 11 0 0 0,6 42 937 0 0,-9-46-1009 0 0,27 340 2286 0 0,-15-121-2034 0 0,-11-214-396 0 0,0 0 1 0 0,11 32-1 0 0,-13-48-81 0 0,-1-1 0 0 0,0 1 0 0 0,0 0-1 0 0,1 0 1 0 0,-1 0 0 0 0,1 0 0 0 0,-1-1 0 0 0,1 1-1 0 0,-1 0 1 0 0,1 0 0 0 0,-1-1 0 0 0,1 1-1 0 0,-1 0 1 0 0,1-1 0 0 0,0 1 0 0 0,0-1 0 0 0,-1 1-1 0 0,1 0 1 0 0,0-1 0 0 0,0 0 0 0 0,-1 1-1 0 0,1-1 1 0 0,0 0 0 0 0,0 1 0 0 0,0-1 0 0 0,1 0-1 0 0,0 0-79 0 0,0 0 1 0 0,0 0-1 0 0,0 0 0 0 0,0-1 0 0 0,0 1 0 0 0,0-1 0 0 0,-1 1 0 0 0,1-1 0 0 0,0 0 1 0 0,0 0-1 0 0,2-1 0 0 0,4-3-555 0 0,-1 0 0 0 0,-1 0 0 0 0,1-1 1 0 0,7-9-1 0 0,-6 6-1119 0 0,0 0 0 0 0,-1-1 0 0 0,0 0-1 0 0,11-22 1 0 0,-11 12-3730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6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 1512 0 0,'-34'4'3220'0'0,"16"-1"-1131"0"0,-1-1 0 0 0,1 2 0 0 0,-24 8 0 0 0,39-11-1359 0 0,4-1-713 0 0,-1 1-1 0 0,1-1 1 0 0,-1 1-1 0 0,1-1 1 0 0,-1 0 0 0 0,1 1-1 0 0,-1-1 1 0 0,1 1 0 0 0,-1-1-1 0 0,1 0 1 0 0,-1 1-1 0 0,1-1 1 0 0,0 0 0 0 0,-1 0-1 0 0,1 0 1 0 0,-1 1-1 0 0,1-1 1 0 0,0 0 0 0 0,-1 0-1 0 0,1 0 1 0 0,0 0 0 0 0,-1 0-1 0 0,1 0 1 0 0,0 0-1 0 0,-1 0 1 0 0,1 0 0 0 0,0-1-1 0 0,20 0 92 0 0,-21 1-103 0 0,156-17-1871 0 0,-61 6-4404 0 0,-62 7 2414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6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 20 0 0,'19'-2'13823'0'0,"-19"5"-13378"0"0,1 0 0 0 0,-1 0 0 0 0,1 0 0 0 0,-1 0 0 0 0,0 0 0 0 0,0 0 0 0 0,-1 6 0 0 0,-36 332 3391 0 0,34-328-3688 0 0,5-21-85 0 0,4-22-78 0 0,3 2-12 0 0,2 1 1 0 0,1 1 0 0 0,1 0 0 0 0,27-39 0 0 0,-33 55 7 0 0,0 1 0 0 0,1 0 1 0 0,-1 1-1 0 0,2 0 0 0 0,-1 0 1 0 0,1 0-1 0 0,1 1 0 0 0,-1 1 1 0 0,1-1-1 0 0,0 2 1 0 0,0-1-1 0 0,1 1 0 0 0,0 1 1 0 0,12-4-1 0 0,-20 7 17 0 0,-1 1 0 0 0,0-1 0 0 0,0 1 0 0 0,0 0 0 0 0,1-1 0 0 0,-1 1 0 0 0,0 0 1 0 0,0 0-1 0 0,1 1 0 0 0,-1-1 0 0 0,0 0 0 0 0,0 1 0 0 0,0-1 0 0 0,1 1 0 0 0,-1 0 0 0 0,0-1 0 0 0,0 1 0 0 0,0 0 0 0 0,0 1 0 0 0,0-1 0 0 0,0 0 1 0 0,-1 0-1 0 0,1 1 0 0 0,0-1 0 0 0,-1 1 0 0 0,1-1 0 0 0,-1 1 0 0 0,1 0 0 0 0,-1 0 0 0 0,0 0 0 0 0,0 0 0 0 0,1 0 0 0 0,-2 0 0 0 0,1 0 0 0 0,0 0 1 0 0,1 4-1 0 0,0 2 5 0 0,0 0 0 0 0,-1 0 0 0 0,0 0 0 0 0,0 1 0 0 0,0-1 0 0 0,-1 0 0 0 0,-1 1 0 0 0,-1 9 1 0 0,-26 116 110 0 0,24-114-127 0 0,4-20 10 0 0,0 0 0 0 0,0 1-1 0 0,0-1 1 0 0,0 0 0 0 0,-1 0 0 0 0,1 0 0 0 0,0 1-1 0 0,0-1 1 0 0,0 0 0 0 0,0 0 0 0 0,0 1 0 0 0,0-1 0 0 0,0 0-1 0 0,0 1 1 0 0,0-1 0 0 0,0 0 0 0 0,0 0 0 0 0,0 1-1 0 0,0-1 1 0 0,1 0 0 0 0,-1 0 0 0 0,0 0 0 0 0,0 1-1 0 0,0-1 1 0 0,0 0 0 0 0,0 0 0 0 0,0 1 0 0 0,1-1 0 0 0,-1 0-1 0 0,0 0 1 0 0,0 0 0 0 0,0 0 0 0 0,0 1 0 0 0,1-1-1 0 0,-1 0 1 0 0,10-1-288 0 0,9-8-573 0 0,90-56-9936 0 0,-74 45 4192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7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188 101 832 0 0,'-1'-12'2562'0'0,"-1"1"-1"0"0,0-1 1 0 0,-1 1 0 0 0,0 0-1 0 0,-1 0 1 0 0,-6-14 0 0 0,8 19-1977 0 0,1 5-220 0 0,-13 17 348 0 0,-76 227 585 0 0,42-76-4774 0 0,46-162 2624 0 0,-3 14-800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7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1 112 640 0 0,'3'-21'2368'0'0,"-1"6"-684"0"0,-2-1-163 0 0,2 3-437 0 0,-1 1-80 0 0,1 3-336 0 0,-2-1 336 0 0,0-6-196 0 0,-3 33-5324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7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41 110 788 0 0,'16'29'11844'0'0,"-13"-19"-11452"0"0,0 0 0 0 0,-1 0-1 0 0,-1 0 1 0 0,0 0-1 0 0,0 1 1 0 0,-1-1-1 0 0,0 0 1 0 0,-3 19 0 0 0,-1-9-266 0 0,-1-1 0 0 0,0 0 1 0 0,-13 31-1 0 0,-1-12 318 0 0,14-40-399 0 0,5 2-45 0 0,0 1 1 0 0,-1-1 0 0 0,1 0 0 0 0,0 0 0 0 0,-1 0 0 0 0,1 0 0 0 0,0 0 0 0 0,-1 0 0 0 0,1 0 0 0 0,0 0-1 0 0,0 0 1 0 0,-1 0 0 0 0,1-1 0 0 0,0 1 0 0 0,-1 0 0 0 0,1 0 0 0 0,0 0 0 0 0,0 0 0 0 0,-1 0-1 0 0,1 0 1 0 0,0-1 0 0 0,0 1 0 0 0,-1 0 0 0 0,1 0 0 0 0,0 0 0 0 0,0-1 0 0 0,-1 1 0 0 0,1 0-1 0 0,0 0 1 0 0,0-1 0 0 0,0 1 0 0 0,0 0 0 0 0,0 0 0 0 0,-1-1 0 0 0,1 1 0 0 0,0-1 0 0 0,1-16-5 0 0,1 0 0 0 0,0 0 0 0 0,2 0 1 0 0,0 0-1 0 0,0 1 0 0 0,2-1 1 0 0,0 1-1 0 0,1 1 0 0 0,11-20 0 0 0,-6 14-16 0 0,1 0 0 0 0,1 2 0 0 0,0-1 0 0 0,2 2-1 0 0,0 0 1 0 0,21-18 0 0 0,-29 30 16 0 0,0 1 0 0 0,0-1 0 0 0,0 1 0 0 0,0 0 0 0 0,1 1 0 0 0,0 0 0 0 0,-1 0 0 0 0,2 1 0 0 0,12-3 0 0 0,-19 6 25 0 0,-1-1 0 0 0,1 1 0 0 0,0-1 1 0 0,-1 1-1 0 0,1 0 0 0 0,0 0 0 0 0,-1 0 0 0 0,1 0 0 0 0,0 1 0 0 0,-1-1 0 0 0,1 1 0 0 0,0 0 0 0 0,-1-1 0 0 0,1 1 0 0 0,-1 0 0 0 0,1 1 1 0 0,-1-1-1 0 0,0 0 0 0 0,1 1 0 0 0,-1-1 0 0 0,0 1 0 0 0,0 0 0 0 0,0 0 0 0 0,0 0 0 0 0,0 0 0 0 0,0 0 0 0 0,-1 0 0 0 0,1 0 1 0 0,-1 0-1 0 0,0 1 0 0 0,1-1 0 0 0,-1 1 0 0 0,0-1 0 0 0,0 1 0 0 0,-1-1 0 0 0,1 1 0 0 0,0 3 0 0 0,2 6 72 0 0,-2 0-1 0 0,1 1 1 0 0,-2-1-1 0 0,0 0 1 0 0,-1 15-1 0 0,-13 64 72 0 0,4-29-553 0 0,5-15-3962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8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133 165 1444 0 0,'44'-165'17590'0'0,"-45"176"-17100"0"0,0-1 1 0 0,-1 0 0 0 0,0 0 0 0 0,-4 12 0 0 0,-3 9 254 0 0,-52 207 2548 0 0,28-121-2573 0 0,-22 154 0 0 0,49-190-621 0 0,6-74-144 0 0,0 1 0 0 0,0-1 0 0 0,1 1 1 0 0,0-1-1 0 0,1 1 0 0 0,0-1 0 0 0,0 0 1 0 0,4 10-1 0 0,-5-17-10 0 0,-1 1 0 0 0,1 0 0 0 0,-1-1 0 0 0,1 1 0 0 0,0 0 0 0 0,0-1 0 0 0,-1 1 0 0 0,1-1 0 0 0,0 1 0 0 0,0-1 0 0 0,0 0 0 0 0,0 1 0 0 0,-1-1 0 0 0,1 0 0 0 0,0 1 0 0 0,0-1 0 0 0,0 0-1 0 0,0 0 1 0 0,0 0 0 0 0,0 0 0 0 0,0 0 0 0 0,0 0 0 0 0,0 0 0 0 0,0 0 0 0 0,-1 0 0 0 0,1 0 0 0 0,0-1 0 0 0,2 0 0 0 0,23-10-1577 0 0,-18 5 823 0 0,0 0 0 0 0,0-1-1 0 0,-1 0 1 0 0,0 0 0 0 0,-1-1 0 0 0,0 0 0 0 0,0 0-1 0 0,7-13 1 0 0,-6 7-1826 0 0,1-2 0 0 0,5-17-1 0 0,-3 5-3205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59 380 0 0,'-139'-16'13935'0'0,"136"15"-13482"0"0,-11 0 678 0 0,74-12-1267 0 0,0 2 0 0 0,64-3 0 0 0,-78 12-4713 0 0,73 5-1 0 0,-100-1 1462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8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58 1500 0 0,'1'17'4426'0'0,"-2"-1"-2424"0"0,0-5-965 0 0,0 0-1 0 0,0 0 0 0 0,-1 0 0 0 0,-1 0 0 0 0,-4 12 0 0 0,6-21-909 0 0,1 0-1 0 0,-1 0 0 0 0,1 0 0 0 0,0 1 1 0 0,0-1-1 0 0,0 0 0 0 0,0 0 0 0 0,0 0 1 0 0,0 1-1 0 0,1-1 0 0 0,-1 0 1 0 0,1 0-1 0 0,-1 0 0 0 0,1 0 0 0 0,0 0 1 0 0,0 0-1 0 0,0 0 0 0 0,0 0 0 0 0,0 0 1 0 0,0 0-1 0 0,1 0 0 0 0,-1-1 1 0 0,0 1-1 0 0,1 0 0 0 0,0-1 0 0 0,-1 1 1 0 0,1-1-1 0 0,0 0 0 0 0,0 0 0 0 0,3 3 1 0 0,4-3-43 0 0,0 1 1 0 0,0-1 0 0 0,0 0-1 0 0,0-1 1 0 0,0 0 0 0 0,0 0-1 0 0,0-1 1 0 0,0 0 0 0 0,0-1-1 0 0,0 0 1 0 0,0 0 0 0 0,0-1-1 0 0,-1 0 1 0 0,0-1 0 0 0,1 0-1 0 0,-1 0 1 0 0,14-10 0 0 0,-13 7-71 0 0,0 1 1 0 0,0-1-1 0 0,-1-1 1 0 0,0 0-1 0 0,-1 0 1 0 0,0 0-1 0 0,0-1 0 0 0,0 0 1 0 0,-1 0-1 0 0,-1-1 1 0 0,0 0-1 0 0,0 0 1 0 0,-1 0-1 0 0,6-19 0 0 0,-10 27-11 0 0,1 0-4 0 0,-1 1 1 0 0,1-1 0 0 0,-1 0 0 0 0,0 1 0 0 0,0-1-1 0 0,0 0 1 0 0,0 1 0 0 0,0-1 0 0 0,0 0-1 0 0,0 1 1 0 0,0-1 0 0 0,-1 0 0 0 0,1 1 0 0 0,0-1-1 0 0,-2-2 1 0 0,2 3 0 0 0,-1 0-1 0 0,0 0 1 0 0,1-1-1 0 0,-1 1 1 0 0,0 0 0 0 0,0 0-1 0 0,0 0 1 0 0,0 0-1 0 0,0 0 1 0 0,0 0 0 0 0,0 0-1 0 0,-1-1 1 0 0,-5 2-4 0 0,6 0 2 0 0,-3-1 0 0 0,-1 1-1 0 0,1 0 1 0 0,-1 1-1 0 0,1-1 0 0 0,-1 1 1 0 0,1 0-1 0 0,0 0 0 0 0,-1 0 1 0 0,1 0-1 0 0,0 1 0 0 0,-7 3 1 0 0,8-4 1 0 0,-15 8 12 0 0,0 1 1 0 0,1 1-1 0 0,0 0 1 0 0,0 1-1 0 0,1 1 0 0 0,-19 21 1 0 0,13-12 47 0 0,1 2 1 0 0,2 0-1 0 0,-25 41 1 0 0,35-51-31 0 0,2 1 1 0 0,0 0-1 0 0,0 0 1 0 0,1 1-1 0 0,1 0 1 0 0,-5 31-1 0 0,9-42-17 0 0,0 1 1 0 0,1 0-1 0 0,0-1 0 0 0,0 1 1 0 0,1 0-1 0 0,0-1 0 0 0,-1 1 1 0 0,2 0-1 0 0,-1-1 0 0 0,4 8 1 0 0,-4-9-5 0 0,1-1-1 0 0,0 0 1 0 0,0 0 0 0 0,0 0 0 0 0,1 0 0 0 0,-1 0 0 0 0,1 0 0 0 0,0-1 0 0 0,-1 1 0 0 0,1-1 0 0 0,0 0-1 0 0,1 1 1 0 0,-1-1 0 0 0,0-1 0 0 0,1 1 0 0 0,-1 0 0 0 0,5 0 0 0 0,0 0-241 0 0,0 0 1 0 0,0-1-1 0 0,0 0 1 0 0,0 0-1 0 0,0-1 1 0 0,0 0-1 0 0,0-1 1 0 0,0 0-1 0 0,0 0 1 0 0,0 0-1 0 0,-1-1 1 0 0,1 0-1 0 0,0-1 0 0 0,-1 0 1 0 0,1 0-1 0 0,-1-1 1 0 0,11-6-1 0 0,-1 0-1375 0 0,0-2-1 0 0,-1 0 0 0 0,0-1 0 0 0,-1 0 1 0 0,25-30-1 0 0,-19 15-2707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3028 0 0,'55'-106'9610'0'0,"-54"106"-9564"0"0,-1-1 0 0 0,0 1-1 0 0,1-1 1 0 0,-1 1 0 0 0,0 0 0 0 0,1-1 0 0 0,-1 1 0 0 0,0-1 0 0 0,1 1-1 0 0,-1 0 1 0 0,1-1 0 0 0,-1 1 0 0 0,1 0 0 0 0,-1 0 0 0 0,1-1 0 0 0,-1 1-1 0 0,1 0 1 0 0,-1 0 0 0 0,1 0 0 0 0,-1 0 0 0 0,1 0 0 0 0,-1 0 0 0 0,1 0-1 0 0,-1 0 1 0 0,1 0 0 0 0,0 0 0 0 0,-1 0 0 0 0,1 0 0 0 0,-1 0 0 0 0,1 0-1 0 0,-1 0 1 0 0,1 0 0 0 0,-1 0 0 0 0,1 1 0 0 0,-1-1 0 0 0,1 0 0 0 0,-1 1-1 0 0,1-1 1 0 0,-1 0 0 0 0,1 0 0 0 0,-1 1 0 0 0,1 0 0 0 0,16 16 957 0 0,-7-3-656 0 0,-1 1-1 0 0,-1 0 0 0 0,0 0 0 0 0,-1 1 0 0 0,0 0 0 0 0,-1 0 0 0 0,-1 1 0 0 0,-1 0 0 0 0,0 0 0 0 0,1 18 0 0 0,-4-26-259 0 0,-1 0-1 0 0,0 0 1 0 0,0 0-1 0 0,-1 0 1 0 0,0 0-1 0 0,-1 0 1 0 0,0 0 0 0 0,0 0-1 0 0,-1 0 1 0 0,0-1-1 0 0,-5 11 1 0 0,6-17-59 0 0,1-1 0 0 0,0 0 0 0 0,-1 0 1 0 0,1 0-1 0 0,-1 0 0 0 0,1 0 0 0 0,-1 0 1 0 0,0 0-1 0 0,1 0 0 0 0,-1 0 0 0 0,0-1 1 0 0,0 1-1 0 0,0-1 0 0 0,1 1 0 0 0,-1-1 1 0 0,0 0-1 0 0,0 0 0 0 0,0 0 0 0 0,0 0 1 0 0,-3 0-1 0 0,2-1-1 0 0,-2-12 55 0 0,7 8-102 0 0,0 0 0 0 0,0 1 0 0 0,0-1 1 0 0,1 0-1 0 0,0 1 0 0 0,0-1 0 0 0,0 1 0 0 0,0 0 0 0 0,1 0 0 0 0,0 0 0 0 0,-1 0 0 0 0,2 1 0 0 0,3-4 0 0 0,14-9-791 0 0,31-17 0 0 0,-38 24 259 0 0,19-9-2166 0 0,59-24 0 0 0,-5 9-4325 0 0,-57 22 3218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9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21 232 0 0,'22'-21'19671'0'0,"-25"29"-20504"0"0,-6 13 977 0 0,-39 100 1833 0 0,43-104-1740 0 0,0 0 1 0 0,1 1 0 0 0,1-1-1 0 0,0 1 1 0 0,1 20 0 0 0,2-37-367 0 0,0 1-1 0 0,0-1 1 0 0,0 0 0 0 0,0 0 0 0 0,0 1 0 0 0,0-1 0 0 0,0 0-1 0 0,1 0 1 0 0,-1 0 0 0 0,0 1 0 0 0,1-1 0 0 0,-1 0 0 0 0,1 0-1 0 0,0 0 1 0 0,-1 0 0 0 0,1 0 0 0 0,0 0 0 0 0,0 0 0 0 0,-1 0-1 0 0,1 0 1 0 0,0 0 0 0 0,0 0 0 0 0,0 0 0 0 0,0-1 0 0 0,0 1-1 0 0,0 0 1 0 0,0-1 0 0 0,1 1 0 0 0,-1-1 0 0 0,0 1 0 0 0,0-1-1 0 0,0 0 1 0 0,0 1 0 0 0,1-1 0 0 0,-1 0 0 0 0,0 0 0 0 0,0 0-1 0 0,1 0 1 0 0,-1 0 0 0 0,0 0 0 0 0,0 0 0 0 0,3-1 0 0 0,0 1-510 0 0,0-1 1 0 0,0 0 0 0 0,0 0 0 0 0,0 0 0 0 0,0-1-1 0 0,-1 1 1 0 0,1-1 0 0 0,0 0 0 0 0,-1 0 0 0 0,1 0 0 0 0,-1-1-1 0 0,4-2 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9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36 1576 0 0,'-11'-9'1806'0'0,"8"5"-958"0"0,-1 1 0 0 0,0 0-1 0 0,0 0 1 0 0,0 0 0 0 0,-1 0-1 0 0,-8-4 1 0 0,11 6-339 0 0,-2 2-72 0 0,2 0-386 0 0,-1 0 1 0 0,0 0 0 0 0,1 0-1 0 0,-1 1 1 0 0,1-1 0 0 0,0 1-1 0 0,-1-1 1 0 0,1 1 0 0 0,0 0-1 0 0,0 0 1 0 0,0 0 0 0 0,0 0 0 0 0,1 0-1 0 0,-1 1 1 0 0,0-1 0 0 0,1 0-1 0 0,0 1 1 0 0,-1-1 0 0 0,1 1-1 0 0,-1 5 1 0 0,-3 6-1607 0 0,1 1 0 0 0,-3 26 0 0 0,6-35 459 0 0,-1 10-2086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3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61 176 1984 0 0,'15'-3'14569'0'0,"-15"4"-14503"0"0,1-1 0 0 0,-1 1 0 0 0,1-1 0 0 0,-1 1 0 0 0,1 0 0 0 0,-1 0 0 0 0,1-1 0 0 0,-1 1 0 0 0,0 0 0 0 0,1 0 0 0 0,-1-1 0 0 0,0 1 0 0 0,1 0 0 0 0,-1 0 0 0 0,0 0 1 0 0,0 0-1 0 0,0-1 0 0 0,0 1 0 0 0,0 0 0 0 0,0 0 0 0 0,0 0 0 0 0,0 0 0 0 0,0-1 0 0 0,0 1 0 0 0,-1 0 0 0 0,1 0 0 0 0,0 0 0 0 0,-1-1 0 0 0,1 1 0 0 0,-1 1 0 0 0,-14 36 1037 0 0,6-16-585 0 0,-10 29 211 0 0,9-28-443 0 0,-10 43-1 0 0,18-60-247 0 0,1 1 0 0 0,0-1 0 0 0,0 1 0 0 0,1-1 0 0 0,0 1 0 0 0,0-1 0 0 0,0 1 0 0 0,1-1 0 0 0,0 1 0 0 0,0-1 0 0 0,4 10 0 0 0,-5-14-28 0 0,1 0-1 0 0,0 0 1 0 0,0-1 0 0 0,0 1 0 0 0,0 0 0 0 0,0-1 0 0 0,0 1 0 0 0,1-1 0 0 0,-1 1 0 0 0,1-1 0 0 0,-1 0 0 0 0,1 1-1 0 0,-1-1 1 0 0,1 0 0 0 0,0 0 0 0 0,-1 0 0 0 0,1 0 0 0 0,2 0 0 0 0,0 1 3 0 0,0-1 1 0 0,0 0 0 0 0,0-1-1 0 0,0 1 1 0 0,0-1 0 0 0,0 0-1 0 0,0 0 1 0 0,6-1-1 0 0,2 0 14 0 0,0-2 0 0 0,-1 0-1 0 0,1 0 1 0 0,-1-1 0 0 0,14-7-1 0 0,-2-1 1 0 0,-1-2 0 0 0,-1 0-1 0 0,0-2 1 0 0,-1 0 0 0 0,-1-1-1 0 0,0-1 1 0 0,-2-1 0 0 0,0 0-1 0 0,-1-2 1 0 0,-1 0 0 0 0,-1 0-1 0 0,0-1 1 0 0,-2-1 0 0 0,11-27-1 0 0,-20 42-27 0 0,0 1 0 0 0,-1-1 0 0 0,0 0 0 0 0,0 1 0 0 0,0-1 0 0 0,-1 0 0 0 0,-1 0 0 0 0,1 0 0 0 0,-1 0 0 0 0,0-1 0 0 0,-3-11 0 0 0,2 16-3 0 0,0 0-1 0 0,0 0 0 0 0,0 0 0 0 0,-1 1 1 0 0,0-1-1 0 0,0 0 0 0 0,0 0 1 0 0,0 1-1 0 0,0 0 0 0 0,-1-1 1 0 0,0 1-1 0 0,1 0 0 0 0,-1 0 1 0 0,0 0-1 0 0,-1 1 0 0 0,1-1 1 0 0,0 1-1 0 0,-1-1 0 0 0,1 1 0 0 0,-1 0 1 0 0,0 1-1 0 0,0-1 0 0 0,-7-1 1 0 0,0 0-4 0 0,0 1-1 0 0,0 1 1 0 0,0 0 0 0 0,0 0 0 0 0,-1 1 0 0 0,1 1 0 0 0,0 0-1 0 0,0 0 1 0 0,0 1 0 0 0,0 0 0 0 0,0 1 0 0 0,-14 6 0 0 0,5-2-41 0 0,1 2 0 0 0,0 0 1 0 0,1 1-1 0 0,0 1 1 0 0,-28 22-1 0 0,37-26-322 0 0,0 1 0 0 0,1 1 0 0 0,0-1-1 0 0,0 2 1 0 0,-8 13 0 0 0,14-20-46 0 0,0 0-1 0 0,0 1 1 0 0,1 0 0 0 0,-1-1-1 0 0,1 1 1 0 0,0 0-1 0 0,0-1 1 0 0,-1 8 0 0 0,2-9-54 0 0,0 0 0 0 0,0 0 0 0 0,0 0 0 0 0,0 0 0 0 0,1 0-1 0 0,-1 0 1 0 0,1 0 0 0 0,-1 0 0 0 0,1-1 0 0 0,0 1 0 0 0,-1 0 0 0 0,1 0 0 0 0,0 0 0 0 0,0-1 0 0 0,0 1 0 0 0,1-1 0 0 0,-1 1 0 0 0,2 1 0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0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48 1908 0 0,'17'-17'13644'0'0,"-12"13"-11939"0"0,-4 7-1470 0 0,1 0 0 0 0,-1 0 0 0 0,0-1 0 0 0,0 1 0 0 0,0 0 0 0 0,0 0 0 0 0,-1 0 1 0 0,1 0-1 0 0,-1 0 0 0 0,0 0 0 0 0,1 0 0 0 0,-1 0 0 0 0,-1 6 0 0 0,-7 48 1384 0 0,5-40-1194 0 0,-3 16 33 0 0,0-1-1 0 0,-3 1 1 0 0,-1-1 0 0 0,-1-1-1 0 0,-1 0 1 0 0,-2-1-1 0 0,-29 48 1 0 0,43-77-437 0 0,0-1 1 0 0,-1 1-1 0 0,1 0 1 0 0,0-1-1 0 0,-1 1 0 0 0,1-1 1 0 0,0 1-1 0 0,-1-1 1 0 0,1 1-1 0 0,0-1 0 0 0,-1 1 1 0 0,1-1-1 0 0,-1 1 1 0 0,1-1-1 0 0,-1 1 0 0 0,1-1 1 0 0,-1 0-1 0 0,0 1 1 0 0,1-1-1 0 0,-1 0 0 0 0,1 1 1 0 0,-1-1-1 0 0,0 0 0 0 0,1 0 1 0 0,-1 0-1 0 0,1 0 1 0 0,-1 0-1 0 0,0 0 0 0 0,1 1 1 0 0,-1-1-1 0 0,0-1 1 0 0,1 1-1 0 0,-1 0 0 0 0,0 0 1 0 0,1 0-1 0 0,-1 0 1 0 0,0 0-1 0 0,1-1 0 0 0,-1 1 1 0 0,1 0-1 0 0,-1 0 1 0 0,0-1-1 0 0,1 1 0 0 0,-1 0 1 0 0,1-1-1 0 0,-2 0 0 0 0,2 0-14 0 0,-1 0 0 0 0,1 0 0 0 0,0 0-1 0 0,-1 0 1 0 0,1 0 0 0 0,0 1 0 0 0,0-1-1 0 0,-1 0 1 0 0,1 0 0 0 0,0 0 0 0 0,0 0-1 0 0,0 0 1 0 0,0 0 0 0 0,0 0 0 0 0,0 0-1 0 0,1 0 1 0 0,-1 0 0 0 0,0 0 0 0 0,1-1-1 0 0,-1 1 10 0 0,1-6 16 0 0,1-1 1 0 0,0 1-1 0 0,0 0 1 0 0,0 0-1 0 0,1 0 1 0 0,0 0 0 0 0,0 0-1 0 0,8-10 1 0 0,4-4 8 0 0,19-21 1 0 0,-32 39-38 0 0,25-26 82 0 0,0 1 0 0 0,1 2 0 0 0,50-35 0 0 0,-22 23-1551 0 0,73-36 1 0 0,-112 66-639 0 0,29-11 0 0 0,-3 8-8071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0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46 2888 0 0,'7'-46'14939'0'0,"-13"71"-12452"0"0,-49 201 2223 0 0,-20 117-2155 0 0,-10 43-1487 0 0,59-274-1007 0 0,-76 352-254 0 0,90-427-2027 0 0,-2-41-2654 0 0,12 1 4232 0 0,0 0 1 0 0,1 0 0 0 0,-1-1-1 0 0,0 1 1 0 0,1 0 0 0 0,0-1-1 0 0,0 0 1 0 0,0 1-1 0 0,1-1 1 0 0,-1 0 0 0 0,1 1-1 0 0,0-8 1 0 0,-1 2-1714 0 0,-3-28-5969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1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2196 0 0,'8'-17'1034'0'0,"1"1"-1"0"0,1 1 0 0 0,0 0 1 0 0,1 0-1 0 0,1 1 0 0 0,18-18 1 0 0,-24 27-833 0 0,1-1 1 0 0,0 2-1 0 0,0-1 1 0 0,0 0-1 0 0,1 1 1 0 0,0 1-1 0 0,-1-1 1 0 0,1 1-1 0 0,0 1 1 0 0,1-1-1 0 0,-1 1 1 0 0,0 1-1 0 0,1 0 1 0 0,-1 0-1 0 0,17 0 1 0 0,-13 2-86 0 0,-1 0 1 0 0,1 1 0 0 0,0 1-1 0 0,-1-1 1 0 0,0 2-1 0 0,0 0 1 0 0,0 0-1 0 0,0 1 1 0 0,0 0 0 0 0,-1 1-1 0 0,18 12 1 0 0,-23-14-11 0 0,-1-1 1 0 0,0 1-1 0 0,0 0 0 0 0,0 0 1 0 0,0 0-1 0 0,-1 0 1 0 0,1 0-1 0 0,-1 1 1 0 0,0 0-1 0 0,-1 0 1 0 0,1-1-1 0 0,-1 2 0 0 0,0-1 1 0 0,0 0-1 0 0,0 0 1 0 0,-1 1-1 0 0,0-1 1 0 0,0 1-1 0 0,0-1 0 0 0,-1 1 1 0 0,0-1-1 0 0,0 1 1 0 0,0-1-1 0 0,-1 1 1 0 0,0-1-1 0 0,0 1 0 0 0,-1 4 1 0 0,-5 6 14 0 0,1 0 1 0 0,-2 0 0 0 0,0-1-1 0 0,-1 0 1 0 0,-1-1-1 0 0,0 0 1 0 0,0-1 0 0 0,-2 0-1 0 0,0 0 1 0 0,0-1-1 0 0,-1-1 1 0 0,0 0-1 0 0,-1-1 1 0 0,0 0 0 0 0,-1-1-1 0 0,-25 12 1 0 0,38-20-280 0 0,1-1 0 0 0,-1 1 0 0 0,0 0 0 0 0,0 0 1 0 0,0-1-1 0 0,1 1 0 0 0,-1-1 0 0 0,0 0 0 0 0,0 1 1 0 0,0-1-1 0 0,0 0 0 0 0,0 0 0 0 0,0 0 0 0 0,0 0 1 0 0,0-1-1 0 0,1 1 0 0 0,-1 0 0 0 0,0-1 0 0 0,0 1 0 0 0,0-1 1 0 0,0 0-1 0 0,1 0 0 0 0,-1 1 0 0 0,0-1 0 0 0,1 0 1 0 0,-1-1-1 0 0,1 1 0 0 0,-1 0 0 0 0,-1-2 0 0 0,2 2 44 0 0,1 0 0 0 0,0 0 0 0 0,0 0 0 0 0,-1 0 0 0 0,1 0 0 0 0,0 0 0 0 0,0 0 0 0 0,0 1 0 0 0,0-1 0 0 0,0 0 0 0 0,1 0 0 0 0,-1 0 0 0 0,0 0 0 0 0,0 0 0 0 0,0 0 0 0 0,1 1-1 0 0,-1-1 1 0 0,1 0 0 0 0,0-1 0 0 0,-1 1-201 0 0,16-30-4687 0 0,-3 15 639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1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0 145 580 0 0,'155'-77'14325'0'0,"-155"77"-14291"0"0,0 0 0 0 0,1 0 1 0 0,-1 0-1 0 0,0 1 0 0 0,0-1 0 0 0,0 0 1 0 0,1 0-1 0 0,-1 0 0 0 0,0 0 0 0 0,0 0 1 0 0,0 1-1 0 0,1-1 0 0 0,-1 0 0 0 0,0 0 1 0 0,0 0-1 0 0,0 1 0 0 0,0-1 1 0 0,0 0-1 0 0,1 0 0 0 0,-1 0 0 0 0,0 1 1 0 0,0-1-1 0 0,0 0 0 0 0,0 0 0 0 0,0 1 1 0 0,0-1-1 0 0,0 0 0 0 0,0 0 1 0 0,0 1-1 0 0,0-1 0 0 0,0 0 0 0 0,0 0 1 0 0,0 1-1 0 0,0-1 0 0 0,0 0 0 0 0,0 0 1 0 0,0 0-1 0 0,0 1 0 0 0,-1 12 530 0 0,1-12-533 0 0,-5 18 739 0 0,-1 1-1 0 0,-10 23 0 0 0,8-24-475 0 0,1 0 0 0 0,-6 25 1 0 0,12-38-252 0 0,-2 6 52 0 0,1 0-1 0 0,0 0 1 0 0,1 1-1 0 0,1 23 1 0 0,0-34-82 0 0,0 0 0 0 0,0 1 0 0 0,1-1 0 0 0,-1 1-1 0 0,1-1 1 0 0,0 0 0 0 0,-1 0 0 0 0,1 1 0 0 0,0-1 0 0 0,0 0 0 0 0,1 0 0 0 0,-1 0-1 0 0,0 0 1 0 0,1 0 0 0 0,-1 0 0 0 0,1 0 0 0 0,-1 0 0 0 0,1-1 0 0 0,0 1 0 0 0,0-1-1 0 0,0 1 1 0 0,0-1 0 0 0,0 0 0 0 0,0 0 0 0 0,0 0 0 0 0,1 0 0 0 0,-1 0 0 0 0,0 0-1 0 0,0 0 1 0 0,1-1 0 0 0,-1 1 0 0 0,3-1 0 0 0,3 1 1 0 0,-1-1 1 0 0,1 0-1 0 0,-1-1 1 0 0,1 0-1 0 0,-1 0 1 0 0,0 0-1 0 0,1-1 1 0 0,-1 0-1 0 0,0-1 1 0 0,0 1-1 0 0,0-1 1 0 0,0-1-1 0 0,-1 1 1 0 0,1-1-1 0 0,-1-1 1 0 0,0 1-1 0 0,0-1 1 0 0,-1 0-1 0 0,1 0 1 0 0,5-8-1 0 0,-2 3-7 0 0,0-1-1 0 0,-1 0 0 0 0,-1-1 1 0 0,0 1-1 0 0,0-2 0 0 0,-1 1 1 0 0,-1-1-1 0 0,0 0 0 0 0,-1 0 1 0 0,4-18-1 0 0,-5 19-4 0 0,-1-1 0 0 0,-1 1 0 0 0,0-1 0 0 0,-1 0 0 0 0,0 0 0 0 0,-1 1 0 0 0,-4-21 0 0 0,4 30-4 0 0,1-1 0 0 0,-1 1 0 0 0,-1 0 0 0 0,1 0 0 0 0,0 0 0 0 0,-1-1 1 0 0,0 1-1 0 0,1 0 0 0 0,-1 1 0 0 0,0-1 0 0 0,-1 0 0 0 0,1 1 0 0 0,0-1 0 0 0,-1 1 0 0 0,1 0 0 0 0,-1-1 0 0 0,0 1 0 0 0,0 1 0 0 0,0-1 1 0 0,0 0-1 0 0,0 1 0 0 0,0-1 0 0 0,0 1 0 0 0,-1 0 0 0 0,1 0 0 0 0,0 0 0 0 0,-1 1 0 0 0,1-1 0 0 0,-1 1 0 0 0,1 0 0 0 0,-1 0 0 0 0,1 0 1 0 0,-4 0-1 0 0,-1 2-7 0 0,0-1 1 0 0,0 1 0 0 0,0 0-1 0 0,0 0 1 0 0,1 1-1 0 0,-1 0 1 0 0,1 1 0 0 0,0-1-1 0 0,0 1 1 0 0,0 1 0 0 0,0 0-1 0 0,1-1 1 0 0,-1 2 0 0 0,1-1-1 0 0,1 1 1 0 0,-7 7-1 0 0,7-7-282 0 0,1-1 0 0 0,0 1 0 0 0,0 0 0 0 0,0 0-1 0 0,0 0 1 0 0,1 1 0 0 0,0-1 0 0 0,0 1 0 0 0,1 0-1 0 0,0 0 1 0 0,0 0 0 0 0,1 0 0 0 0,0 0-1 0 0,0 0 1 0 0,0 0 0 0 0,1 0 0 0 0,0 0 0 0 0,2 11-1 0 0,-1-13-232 0 0,1-1 0 0 0,-1 1-1 0 0,1-1 1 0 0,0 1-1 0 0,1-1 1 0 0,-1 0-1 0 0,1 0 1 0 0,0 0-1 0 0,0 0 1 0 0,0 0 0 0 0,0-1-1 0 0,1 1 1 0 0,-1-1-1 0 0,1 0 1 0 0,0 0-1 0 0,8 4 1 0 0,7 4-3774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1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34 102 268 0 0,'7'-12'2649'0'0,"-1"0"0"0"0,-1 0 1 0 0,0 0-1 0 0,-1-1 0 0 0,-1 1 0 0 0,3-16 1450 0 0,-6 30-3830 0 0,-1 17 117 0 0,-2-1-1 0 0,0-1 1 0 0,-1 1-1 0 0,-7 19 1 0 0,-3 11-90 0 0,10-28-361 0 0,-20 89 496 0 0,21-89-2499 0 0,0 32-1 0 0,7-41-768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2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67 2104 0 0,'24'-67'17097'0'0,"-23"70"-16382"0"0,-1-3-688 0 0,1 0 0 0 0,-1 0 1 0 0,0 0-1 0 0,0 0 0 0 0,1 1 0 0 0,-1-1 1 0 0,0 0-1 0 0,0 0 0 0 0,0 0 0 0 0,1 1 1 0 0,-1-1-1 0 0,0 0 0 0 0,0 1 0 0 0,0-1 1 0 0,0 0-1 0 0,0 0 0 0 0,1 1 0 0 0,-1-1 0 0 0,0 0 1 0 0,0 1-1 0 0,0-1 0 0 0,0 0 0 0 0,0 0 1 0 0,0 1-1 0 0,0-1 0 0 0,0 0 0 0 0,0 1 1 0 0,0-1-1 0 0,-15 110 1338 0 0,-35 129-1 0 0,42-205-1669 0 0,6-23 1 0 0,2-8 100 0 0,-1 0 0 0 0,1 0 0 0 0,-1 0 0 0 0,0 0 0 0 0,0 0 1 0 0,-3 5-1 0 0,3-7-204 0 0,-3-12-613 0 0,5-8 893 0 0,1 0 0 0 0,1-1 0 0 0,0 1-1 0 0,1 1 1 0 0,1-1 0 0 0,1 1-1 0 0,1 0 1 0 0,0 0 0 0 0,2 0 0 0 0,11-18-1 0 0,-14 25 145 0 0,1 0 0 0 0,0 1 0 0 0,1 0 0 0 0,0 0-1 0 0,1 1 1 0 0,0 0 0 0 0,0 1 0 0 0,1 0 0 0 0,0 0 0 0 0,0 1-1 0 0,1 0 1 0 0,0 1 0 0 0,0 0 0 0 0,0 1 0 0 0,1 0 0 0 0,21-6-1 0 0,-29 11 10 0 0,0-1 0 0 0,0 0-1 0 0,0 1 1 0 0,0 0 0 0 0,0 0-1 0 0,0 0 1 0 0,0 0-1 0 0,0 1 1 0 0,1-1 0 0 0,-1 1-1 0 0,-1 0 1 0 0,1 1 0 0 0,0-1-1 0 0,0 1 1 0 0,0-1-1 0 0,-1 1 1 0 0,1 0 0 0 0,-1 0-1 0 0,1 1 1 0 0,-1-1 0 0 0,5 5-1 0 0,-5-3 55 0 0,0 0-1 0 0,0 0 0 0 0,0 0 0 0 0,-1 0 1 0 0,0 0-1 0 0,1 0 0 0 0,-1 1 1 0 0,-1-1-1 0 0,1 1 0 0 0,-1 0 1 0 0,0-1-1 0 0,0 1 0 0 0,0 0 1 0 0,0 0-1 0 0,-1 0 0 0 0,0 0 1 0 0,-1 8-1 0 0,-3 17 229 0 0,-2 1 0 0 0,-13 40 0 0 0,-5 26-411 0 0,24-96 63 0 0,0 0 0 0 0,0 0 0 0 0,-1-1 0 0 0,1 1 0 0 0,0 0 0 0 0,0 0 0 0 0,0 0 0 0 0,0-1 0 0 0,0 1 0 0 0,0 0 0 0 0,0 0 0 0 0,0 0 0 0 0,0-1 0 0 0,0 1 0 0 0,1 0 0 0 0,-1 0 0 0 0,0-1 0 0 0,0 1 0 0 0,1 0 0 0 0,-1-1 0 0 0,1 1 0 0 0,-1 0 0 0 0,0-1 0 0 0,1 1 0 0 0,-1 0 0 0 0,1-1 0 0 0,-1 1 0 0 0,1-1 0 0 0,0 1 0 0 0,-1-1 0 0 0,2 1 0 0 0,0 0-117 0 0,0-1 0 0 0,-1 0 0 0 0,1 0 0 0 0,0 0 0 0 0,0 0 0 0 0,0 0 0 0 0,-1 0 0 0 0,1 0 0 0 0,0 0 0 0 0,0-1 0 0 0,-1 1 0 0 0,1-1 0 0 0,2 0 0 0 0,4-3-708 0 0,1 0-1 0 0,-1 0 1 0 0,0-1 0 0 0,8-5 0 0 0,31-35-5389 0 0,-18 16 1172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2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135 165 2392 0 0,'4'-31'3908'0'0,"-2"0"0"0"0,-1-1 0 0 0,-4-36 0 0 0,3 65-2848 0 0,-2 5-461 0 0,-1 0-427 0 0,1 1 0 0 0,-1 0 0 0 0,1 0 0 0 0,0 0 0 0 0,0 0 0 0 0,0 0 0 0 0,0 0 1 0 0,1 1-1 0 0,-1-1 0 0 0,1 0 0 0 0,0 1 0 0 0,-1 4 0 0 0,-10 54 1470 0 0,9-43-1104 0 0,-48 312 5197 0 0,10 1-4141 0 0,39-307-1651 0 0,0-1 0 0 0,1 0-1 0 0,4 33 1 0 0,-3-55-27 0 0,0-1-1 0 0,0 0 1 0 0,0 1-1 0 0,1-1 1 0 0,-1 1-1 0 0,0-1 1 0 0,1 0-1 0 0,-1 1 1 0 0,1-1-1 0 0,-1 0 1 0 0,1 1-1 0 0,0-1 1 0 0,-1 0-1 0 0,1 0 1 0 0,0 0-1 0 0,0 0 1 0 0,0 1-1 0 0,0-1 1 0 0,0 0-1 0 0,0-1 1 0 0,0 1-1 0 0,0 0 1 0 0,3 1-1 0 0,-2-1-87 0 0,-1-1-1 0 0,1 0 1 0 0,0 0 0 0 0,0 1-1 0 0,0-1 1 0 0,0-1 0 0 0,0 1-1 0 0,0 0 1 0 0,-1 0 0 0 0,1-1-1 0 0,0 1 1 0 0,0-1 0 0 0,0 1-1 0 0,-1-1 1 0 0,4-1-1 0 0,2-2-769 0 0,1-1 0 0 0,-1 0 0 0 0,-1 0 0 0 0,1 0 0 0 0,-1-1-1 0 0,11-11 1 0 0,19-36-7773 0 0,-18 21 15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2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97 2216 0 0,'-23'-11'3218'0'0,"-6"-2"3283"0"0,-48-16 1118 0 0,81 28-7527 0 0,1 0 0 0 0,-1 0 0 0 0,0 0 0 0 0,0 1 0 0 0,0 0 0 0 0,7 0 0 0 0,9-1 53 0 0,46-6-96 0 0,47-7-1181 0 0,-91 10-3822 0 0,29-9 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2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3108 0 0,'-38'4'2973'0'0,"4"-1"-317"0"0,6 1-372 0 0,3-3-412 0 0,1-1-364 0 0,6 2-324 0 0,3 1-223 0 0,3 1 419 0 0,3 6-604 0 0,21 2-800 0 0,-1-3-512 0 0,4-2-804 0 0,4 1-897 0 0,2-3-2331 0 0,-3 1-3025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3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279 253 60 0 0,'1'-17'4404'0'0,"0"0"1"0"0,-1-18-1 0 0,-1 30-3844 0 0,-13 4 240 0 0,9 3-707 0 0,0 1 0 0 0,0-1 0 0 0,0 1-1 0 0,1-1 1 0 0,-1 1 0 0 0,1 1 0 0 0,-1-1 0 0 0,1 1-1 0 0,0-1 1 0 0,-5 8 0 0 0,4-7-14 0 0,-24 27 335 0 0,1 0 0 0 0,-43 64 0 0 0,60-77-333 0 0,0 0-1 0 0,1 1 1 0 0,1 0 0 0 0,1 0-1 0 0,0 1 1 0 0,2 0 0 0 0,-7 34-1 0 0,12-48-55 0 0,0 0 0 0 0,1 0-1 0 0,0 0 1 0 0,0 0 0 0 0,1 0 0 0 0,-1 0-1 0 0,1 0 1 0 0,0 0 0 0 0,1 0 0 0 0,0-1-1 0 0,0 1 1 0 0,0 0 0 0 0,6 10-1 0 0,-6-13-10 0 0,0-1-1 0 0,0 1 1 0 0,0 0-1 0 0,0-1 1 0 0,1 1-1 0 0,-1-1 0 0 0,1 0 1 0 0,0 0-1 0 0,0 0 1 0 0,0 0-1 0 0,0 0 1 0 0,0-1-1 0 0,0 0 1 0 0,0 1-1 0 0,0-1 0 0 0,1 0 1 0 0,-1 0-1 0 0,0-1 1 0 0,1 1-1 0 0,-1-1 1 0 0,0 1-1 0 0,1-1 0 0 0,-1 0 1 0 0,1-1-1 0 0,5 0 1 0 0,1 0 10 0 0,-1-1 0 0 0,0-1 0 0 0,0 1 0 0 0,0-2 1 0 0,0 1-1 0 0,0-1 0 0 0,-1 0 0 0 0,0-1 0 0 0,0 0 1 0 0,0 0-1 0 0,7-7 0 0 0,-5 3-10 0 0,-1 0 1 0 0,0-1-1 0 0,0 0 1 0 0,-1-1-1 0 0,0 0 1 0 0,-1 0-1 0 0,7-15 1 0 0,-4 5-18 0 0,-2 1 1 0 0,-1-2 0 0 0,0 1 0 0 0,-1-1 0 0 0,-2 0-1 0 0,0 0 1 0 0,-1 0 0 0 0,-2 0 0 0 0,0-27 0 0 0,-1 43-2 0 0,-1 0 0 0 0,1 0 0 0 0,-1 0 0 0 0,-1 0 0 0 0,1 0 0 0 0,-1 0 0 0 0,0 1 1 0 0,0-1-1 0 0,-6-10 0 0 0,7 14 3 0 0,0 0 1 0 0,-1 1-1 0 0,1-1 1 0 0,-1 0 0 0 0,0 0-1 0 0,1 1 1 0 0,-1 0-1 0 0,0-1 1 0 0,0 1-1 0 0,0 0 1 0 0,0 0-1 0 0,0 0 1 0 0,0 0-1 0 0,0 0 1 0 0,-1 0 0 0 0,1 0-1 0 0,0 1 1 0 0,0-1-1 0 0,-1 1 1 0 0,1 0-1 0 0,0 0 1 0 0,-1 0-1 0 0,1 0 1 0 0,0 0-1 0 0,0 0 1 0 0,-1 0 0 0 0,1 1-1 0 0,-4 1 1 0 0,-4 1 2 0 0,0 1 1 0 0,0 0-1 0 0,0 1 1 0 0,1 0-1 0 0,-1 0 1 0 0,1 1 0 0 0,1 0-1 0 0,-1 1 1 0 0,1 0-1 0 0,0 0 1 0 0,1 1-1 0 0,-12 15 1 0 0,10-11 5 0 0,1 0 0 0 0,0 0 0 0 0,1 0 1 0 0,1 1-1 0 0,0 0 0 0 0,0 0 0 0 0,1 1 0 0 0,1-1 0 0 0,-3 17 0 0 0,6-26-4 0 0,0 1 0 0 0,1-1-1 0 0,0 0 1 0 0,-1 0 0 0 0,1 0-1 0 0,1 0 1 0 0,-1 0 0 0 0,1 0-1 0 0,0 1 1 0 0,0-1-1 0 0,0 0 1 0 0,0 0 0 0 0,1-1-1 0 0,-1 1 1 0 0,1 0 0 0 0,0 0-1 0 0,0-1 1 0 0,0 1 0 0 0,1-1-1 0 0,3 4 1 0 0,-2-3 0 0 0,0-1 0 0 0,1 0 0 0 0,-1 0 0 0 0,1 0 0 0 0,0 0 0 0 0,-1-1 0 0 0,1 0 0 0 0,0 0 0 0 0,1 0 0 0 0,-1-1 0 0 0,0 1 0 0 0,0-1-1 0 0,1-1 1 0 0,-1 1 0 0 0,7-1 0 0 0,7 0 0 0 0,0-1 0 0 0,0-1 0 0 0,0-1 0 0 0,0-1-1 0 0,-1 0 1 0 0,0-2 0 0 0,0 0 0 0 0,29-14-1 0 0,-20 7-4 0 0,-2-2-1 0 0,0 0 0 0 0,0-2 0 0 0,42-38 1 0 0,-41 29-11 0 0,-1-1 1 0 0,-2-1 0 0 0,36-56-1 0 0,46-103 26 0 0,-77 136 12 0 0,-27 49-14 0 0,-4 17 26 0 0,-56 244 951 0 0,16-77-162 0 0,-95 396 1038 0 0,-42-15-1055 0 0,114-408-327 0 0,54-132-176 0 0,0 0 0 0 0,-2 0-1 0 0,-1-2 1 0 0,-23 26 0 0 0,35-43-236 0 0,0-1 0 0 0,0 0 0 0 0,0 0 0 0 0,-1 0 1 0 0,1 0-1 0 0,-1-1 0 0 0,0 1 0 0 0,0-1 0 0 0,0 0 1 0 0,0 0-1 0 0,0-1 0 0 0,-9 3 0 0 0,10-3-49 0 0,1-1 1 0 0,-1 0-1 0 0,0 0 0 0 0,1 0 0 0 0,-1-1 1 0 0,0 1-1 0 0,1 0 0 0 0,-1-1 0 0 0,1 0 1 0 0,-1 0-1 0 0,1 1 0 0 0,-1-2 0 0 0,1 1 1 0 0,-1 0-1 0 0,1 0 0 0 0,0-1 0 0 0,-1 1 1 0 0,1-1-1 0 0,0 0 0 0 0,0 0 0 0 0,0 1 1 0 0,1-1-1 0 0,-3-3 0 0 0,-1-2 7 0 0,0 0 0 0 0,1-1 1 0 0,0 1-1 0 0,0-1 0 0 0,0 0 0 0 0,1-1 0 0 0,0 1 0 0 0,1-1 1 0 0,0 1-1 0 0,0-1 0 0 0,1 1 0 0 0,0-1 0 0 0,0-12 0 0 0,1-1-7 0 0,2 0-1 0 0,0 1 1 0 0,1-1 0 0 0,8-29-1 0 0,1 15-12 0 0,0 2-1 0 0,3 0 1 0 0,0 0 0 0 0,3 1-1 0 0,0 1 1 0 0,2 1-1 0 0,1 1 1 0 0,2 1 0 0 0,36-36-1 0 0,-14 20-570 0 0,2 2 0 0 0,2 3-1 0 0,2 1 1 0 0,90-51 0 0 0,-108 73-1582 0 0,67-26 1 0 0,-8 13-8590 0 0,-71 23 3427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4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500 180 1212 0 0,'7'-16'2009'0'0,"1"0"19"0"0,-1 0 0 0 0,-1 0 1 0 0,0 0-1 0 0,-1-1 1 0 0,-1 0-1 0 0,3-29 1 0 0,-7 46-1990 0 0,0-1 0 0 0,0 0 0 0 0,0 0 0 0 0,0 0 0 0 0,0 1 1 0 0,0-1-1 0 0,0 0 0 0 0,0 0 0 0 0,0 1 0 0 0,-1-1 0 0 0,1 0 1 0 0,0 1-1 0 0,-1-1 0 0 0,1 0 0 0 0,0 1 0 0 0,-1-1 0 0 0,1 0 1 0 0,-1 1-1 0 0,1-1 0 0 0,-1 1 0 0 0,1-1 0 0 0,-1 0 0 0 0,0 1 1 0 0,1 0-1 0 0,-1-1 0 0 0,0 1 0 0 0,1-1 0 0 0,-1 1 0 0 0,0 0 0 0 0,1-1 1 0 0,-1 1-1 0 0,0 0 0 0 0,0 0 0 0 0,1 0 0 0 0,-1 0 0 0 0,0 0 1 0 0,0-1-1 0 0,0 1 0 0 0,0 1 0 0 0,-32 5 156 0 0,28-4-76 0 0,-25 8 41 0 0,0 1-1 0 0,-53 29 0 0 0,-51 41 4 0 0,127-76-154 0 0,-10 5 6 0 0,0 1 1 0 0,0 0-1 0 0,-16 14 1 0 0,30-23-12 0 0,-1 1 0 0 0,1 0 0 0 0,0 0 1 0 0,0 1-1 0 0,0-1 0 0 0,1 1 0 0 0,-1-1 0 0 0,1 1 0 0 0,0 0 0 0 0,0 0 0 0 0,0 0 0 0 0,1 0 1 0 0,-1 0-1 0 0,1 0 0 0 0,-1 6 0 0 0,2-7-2 0 0,0-1 1 0 0,0 0 0 0 0,1 0-1 0 0,-1 1 1 0 0,1-1-1 0 0,-1 0 1 0 0,1 0-1 0 0,0 0 1 0 0,0 0 0 0 0,0 0-1 0 0,0 0 1 0 0,1 0-1 0 0,-1 0 1 0 0,0 0-1 0 0,1-1 1 0 0,-1 1 0 0 0,1 0-1 0 0,0-1 1 0 0,-1 1-1 0 0,1-1 1 0 0,0 0-1 0 0,0 1 1 0 0,0-1 0 0 0,0 0-1 0 0,4 1 1 0 0,6 4 1 0 0,1-1 1 0 0,0-1-1 0 0,14 4 1 0 0,-19-6-3 0 0,51 11 49 0 0,-27-6-90 0 0,62 21 1 0 0,-86-25 93 0 0,0 0 0 0 0,-1 1 0 0 0,0 0 0 0 0,1 0 0 0 0,-1 1 0 0 0,-1-1 0 0 0,1 2 0 0 0,-1-1 0 0 0,0 1 0 0 0,0 0 0 0 0,0 0 1 0 0,8 13-1 0 0,-12-16 77 0 0,0 0 0 0 0,-1 0 0 0 0,0 1 1 0 0,1-1-1 0 0,-1 0 0 0 0,0 1 1 0 0,0-1-1 0 0,-1 1 0 0 0,1-1 0 0 0,-1 1 1 0 0,0-1-1 0 0,0 1 0 0 0,0-1 0 0 0,0 1 1 0 0,-2 5-1 0 0,1-3 55 0 0,-1 0 1 0 0,0 0-1 0 0,-1 0 1 0 0,1 0-1 0 0,-1-1 0 0 0,0 1 1 0 0,-1-1-1 0 0,-4 6 1 0 0,-3 2 169 0 0,0 0-1 0 0,-1-1 1 0 0,-1-1 0 0 0,0 0 0 0 0,-24 15 0 0 0,9-9 214 0 0,0-2 0 0 0,-37 15-1 0 0,47-23-287 0 0,1-1 1 0 0,-2 0-1 0 0,1-2 0 0 0,0 0 0 0 0,-25 1 0 0 0,37-5-290 0 0,1 0 0 0 0,0 0-1 0 0,0 0 1 0 0,-1-1 0 0 0,1 0-1 0 0,0 0 1 0 0,0 0 0 0 0,0-1-1 0 0,0 1 1 0 0,0-1 0 0 0,0-1 0 0 0,1 1-1 0 0,-1-1 1 0 0,1 1 0 0 0,-1-1-1 0 0,1-1 1 0 0,0 1 0 0 0,0 0-1 0 0,-4-6 1 0 0,7 8-209 0 0,1 0-1 0 0,-1 0 1 0 0,0 0-1 0 0,1 0 1 0 0,-1 0 0 0 0,1 0-1 0 0,-1 0 1 0 0,1 0-1 0 0,0 0 1 0 0,0-1-1 0 0,-1 1 1 0 0,1 0 0 0 0,0 0-1 0 0,0 0 1 0 0,0 0-1 0 0,0-1 1 0 0,0 1 0 0 0,0 0-1 0 0,0 0 1 0 0,1 0-1 0 0,-1 0 1 0 0,0-1-1 0 0,1 1 1 0 0,-1 0 0 0 0,1 0-1 0 0,-1 0 1 0 0,1 0-1 0 0,-1 0 1 0 0,1 0 0 0 0,1-1-1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7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8 118 1216 0 0,'-7'-15'4770'0'0,"6"11"-4556"0"0,1 0 0 0 0,0-1 0 0 0,1 1 0 0 0,-1 0 0 0 0,1 0 1 0 0,0-1-1 0 0,0 1 0 0 0,0 0 0 0 0,0 0 0 0 0,1 0 0 0 0,-1 0 0 0 0,1 0 0 0 0,0 1 0 0 0,1-1 1 0 0,-1 0-1 0 0,0 1 0 0 0,1 0 0 0 0,0-1 0 0 0,0 1 0 0 0,0 0 0 0 0,0 0 0 0 0,1 1 0 0 0,-1-1 1 0 0,1 1-1 0 0,-1 0 0 0 0,1-1 0 0 0,0 2 0 0 0,5-3 0 0 0,-7 3-198 0 0,0 1-1 0 0,0 0 0 0 0,0-1 1 0 0,0 1-1 0 0,0 0 0 0 0,0 0 1 0 0,0 0-1 0 0,0 1 1 0 0,0-1-1 0 0,0 0 0 0 0,0 1 1 0 0,0 0-1 0 0,0-1 1 0 0,-1 1-1 0 0,1 0 0 0 0,0 0 1 0 0,0 0-1 0 0,-1 0 1 0 0,1 0-1 0 0,0 0 0 0 0,-1 0 1 0 0,1 1-1 0 0,-1-1 1 0 0,0 0-1 0 0,1 1 0 0 0,-1 0 1 0 0,1 1-1 0 0,3 3 9 0 0,-1 1 0 0 0,0-1 0 0 0,0 1-1 0 0,0 0 1 0 0,2 10 0 0 0,0 2 34 0 0,-1 0 1 0 0,0 0-1 0 0,-2 1 0 0 0,2 34 0 0 0,-4-15 83 0 0,-7 57-1 0 0,-21 49 229 0 0,23-129-206 0 0,9-35-182 0 0,8-25-99 0 0,-4 20 76 0 0,1 1 0 0 0,2 0 0 0 0,0 0 0 0 0,21-28 1 0 0,-27 43 32 0 0,0 0 1 0 0,1 0 0 0 0,0 0-1 0 0,0 1 1 0 0,0 0 0 0 0,1 1 0 0 0,0 0-1 0 0,1 0 1 0 0,-1 0 0 0 0,1 1-1 0 0,0 1 1 0 0,1-1 0 0 0,15-4 0 0 0,-22 9 7 0 0,-1-1 0 0 0,1 1 1 0 0,0 0-1 0 0,0 0 0 0 0,-1 0 1 0 0,1 0-1 0 0,0 1 0 0 0,-1-1 1 0 0,1 1-1 0 0,0-1 0 0 0,-1 1 1 0 0,1 0-1 0 0,0 0 0 0 0,-1 0 1 0 0,0 1-1 0 0,1-1 0 0 0,-1 0 1 0 0,0 1-1 0 0,1 0 0 0 0,-1-1 1 0 0,0 1-1 0 0,0 0 1 0 0,0 0-1 0 0,-1 0 0 0 0,3 3 1 0 0,1 2 19 0 0,0 1 1 0 0,0-1-1 0 0,-1 1 0 0 0,0 0 1 0 0,0 0-1 0 0,2 10 1 0 0,0 6 72 0 0,-1 0 0 0 0,-2 0 0 0 0,0 1 0 0 0,-2-1 0 0 0,-1 31 0 0 0,0-32 154 0 0,1-28-248 0 0,0-1-1 0 0,1 1 1 0 0,0 0 0 0 0,0 0-1 0 0,0 0 1 0 0,4-7-1 0 0,3-6-19 0 0,4-13-64 0 0,29-52 1 0 0,-36 73 74 0 0,0 1 0 0 0,1 0 1 0 0,0 1-1 0 0,0-1 0 0 0,0 1 0 0 0,1 1 0 0 0,0-1 1 0 0,1 1-1 0 0,14-8 0 0 0,-20 13 6 0 0,0 0-1 0 0,0 1 1 0 0,0-1 0 0 0,0 1 0 0 0,0 0-1 0 0,0 0 1 0 0,0 0 0 0 0,0 0 0 0 0,1 1-1 0 0,-1-1 1 0 0,0 1 0 0 0,1 0-1 0 0,-1 0 1 0 0,0 0 0 0 0,1 0 0 0 0,-1 1-1 0 0,0-1 1 0 0,0 1 0 0 0,7 2 0 0 0,-7-1 6 0 0,1 0-1 0 0,-1 0 1 0 0,0 1 0 0 0,0-1 0 0 0,1 1 0 0 0,-2-1 0 0 0,1 1 0 0 0,0 0 0 0 0,-1 1 0 0 0,1-1 0 0 0,-1 0 0 0 0,0 1 0 0 0,0-1 0 0 0,0 1 0 0 0,-1-1 0 0 0,2 6 0 0 0,2 8 41 0 0,-1 1 1 0 0,0-1 0 0 0,-2 1-1 0 0,0-1 1 0 0,-1 1 0 0 0,-2 22-1 0 0,1-17 13 0 0,1 0 1 0 0,5 37-1 0 0,-6-59-67 0 0,0 0 1 0 0,0 0 0 0 0,1-1 0 0 0,-1 1 0 0 0,0 0 0 0 0,1 0-1 0 0,-1 0 1 0 0,0-1 0 0 0,1 1 0 0 0,-1 0 0 0 0,1 0 0 0 0,0-1-1 0 0,-1 1 1 0 0,1 0 0 0 0,-1-1 0 0 0,1 1 0 0 0,0-1 0 0 0,-1 1-1 0 0,1-1 1 0 0,0 1 0 0 0,0-1 0 0 0,0 1 0 0 0,-1-1 0 0 0,1 0-1 0 0,0 0 1 0 0,0 1 0 0 0,0-1 0 0 0,0 0 0 0 0,-1 0 0 0 0,1 0-1 0 0,0 0 1 0 0,0 0 0 0 0,0 0 0 0 0,0 0 0 0 0,0 0 0 0 0,0 0-1 0 0,-1 0 1 0 0,1 0 0 0 0,0-1 0 0 0,0 1 0 0 0,0 0 0 0 0,1-1-1 0 0,4-1-108 0 0,-1-1 0 0 0,0 1-1 0 0,1-1 1 0 0,6-5 0 0 0,12-10-223 0 0,0-1 0 0 0,-1-1 1 0 0,40-44-1 0 0,49-79 2651 0 0,-100 127-1461 0 0,-1 7 40 0 0,-12 20-664 0 0,-11 23-134 0 0,1-8-14 0 0,-26 66 128 0 0,33-79-181 0 0,0 0 0 0 0,1 1 1 0 0,1-1-1 0 0,0 1 0 0 0,0 15 1 0 0,2-26-20 0 0,0 0 1 0 0,0 0 0 0 0,0 0-1 0 0,1 0 1 0 0,0 0 0 0 0,-1 0 0 0 0,1 0-1 0 0,0 0 1 0 0,0 0 0 0 0,0 0-1 0 0,1 0 1 0 0,-1 0 0 0 0,1-1 0 0 0,0 1-1 0 0,-1 0 1 0 0,1-1 0 0 0,0 0-1 0 0,1 1 1 0 0,-1-1 0 0 0,0 0 0 0 0,1 0-1 0 0,-1 0 1 0 0,1-1 0 0 0,-1 1 0 0 0,1 0-1 0 0,0-1 1 0 0,0 0 0 0 0,0 0-1 0 0,0 0 1 0 0,0 0 0 0 0,0 0 0 0 0,0 0-1 0 0,0-1 1 0 0,0 1 0 0 0,5-1-1 0 0,2 0-19 0 0,0 0 0 0 0,0 0 0 0 0,0-1 0 0 0,0 0 0 0 0,0-1 0 0 0,0 0 0 0 0,0 0-1 0 0,0-1 1 0 0,17-8 0 0 0,-13 3-37 0 0,-1 0-1 0 0,0 0 1 0 0,0-1-1 0 0,-1-1 1 0 0,0 0-1 0 0,-1-1 1 0 0,0 0-1 0 0,-1-1 1 0 0,0 0-1 0 0,11-18 1 0 0,-10 11 93 0 0,0-1 1 0 0,-1 0 0 0 0,-1-1-1 0 0,-1 0 1 0 0,-1 0 0 0 0,7-35-1 0 0,-3 8 538 0 0,-10 46-507 0 0,-15 18 14 0 0,3 11-33 0 0,0 1 1 0 0,2 0 0 0 0,1 0-1 0 0,1 1 1 0 0,1-1 0 0 0,-2 38-1 0 0,8-61-358 0 0,0-1 0 0 0,0 1 0 0 0,0-1 0 0 0,1 1 0 0 0,-1-1 0 0 0,1 1-1 0 0,0-1 1 0 0,1 1 0 0 0,-1-1 0 0 0,1 0 0 0 0,3 6 0 0 0,-4-8 44 0 0,0-1 0 0 0,0 1 0 0 0,1 0 0 0 0,-1 0 0 0 0,1 0 1 0 0,-1-1-1 0 0,1 1 0 0 0,0-1 0 0 0,0 0 0 0 0,0 1 0 0 0,0-1 0 0 0,0 0 0 0 0,0 0 0 0 0,0 0 1 0 0,0 0-1 0 0,0-1 0 0 0,0 1 0 0 0,0 0 0 0 0,1-1 0 0 0,-1 0 0 0 0,0 1 0 0 0,4-1 0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7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308 106 2768 0 0,'3'-5'698'0'0,"-1"-1"-1"0"0,1 1 1 0 0,-1 0-1 0 0,0-1 0 0 0,-1 1 1 0 0,0-1-1 0 0,0 0 1 0 0,0 0-1 0 0,0 1 1 0 0,-1-1-1 0 0,0 0 1 0 0,0 0-1 0 0,0 0 0 0 0,-1 1 1 0 0,-2-10-1 0 0,2 14-661 0 0,1 1-1 0 0,-1-1 0 0 0,1 1 1 0 0,-1-1-1 0 0,1 1 0 0 0,-1-1 1 0 0,0 1-1 0 0,1 0 0 0 0,-1-1 1 0 0,0 1-1 0 0,1 0 0 0 0,-1-1 1 0 0,0 1-1 0 0,0 0 0 0 0,1 0 1 0 0,-1 0-1 0 0,0 0 1 0 0,0 0-1 0 0,1 0 0 0 0,-1 0 1 0 0,0 0-1 0 0,0 0 0 0 0,1 0 1 0 0,-1 0-1 0 0,0 0 0 0 0,0 0 1 0 0,1 1-1 0 0,-1-1 0 0 0,0 0 1 0 0,1 1-1 0 0,-1-1 0 0 0,-1 1 1 0 0,-24 12 277 0 0,12-3-235 0 0,1 0 1 0 0,-1 1-1 0 0,2 0 1 0 0,-1 1 0 0 0,2 0-1 0 0,-1 1 1 0 0,2 1-1 0 0,0-1 1 0 0,0 2-1 0 0,-13 27 1 0 0,22-39-71 0 0,0 1-1 0 0,0 0 1 0 0,0 0 0 0 0,0 0 0 0 0,0 0 0 0 0,1-1-1 0 0,0 1 1 0 0,0 0 0 0 0,0 0 0 0 0,0 0 0 0 0,1 0-1 0 0,-1 0 1 0 0,1 0 0 0 0,0 0 0 0 0,0-1 0 0 0,0 1-1 0 0,1 0 1 0 0,-1-1 0 0 0,1 1 0 0 0,0-1 0 0 0,0 1-1 0 0,0-1 1 0 0,5 5 0 0 0,5 6 7 0 0,1-1-1 0 0,1 0 0 0 0,27 20 1 0 0,-12-10-3 0 0,-29-22 47 0 0,1 0 0 0 0,0 0 1 0 0,0 0-1 0 0,0 0 1 0 0,0-1-1 0 0,-1 1 1 0 0,1 0-1 0 0,-1 0 0 0 0,1 1 1 0 0,0-1-1 0 0,-1 0 1 0 0,0 0-1 0 0,1 0 1 0 0,-1 0-1 0 0,0 0 0 0 0,1 0 1 0 0,-1 1-1 0 0,0-1 1 0 0,0 0-1 0 0,0 0 1 0 0,0 0-1 0 0,0 0 1 0 0,0 1-1 0 0,0-1 0 0 0,-1 0 1 0 0,1 0-1 0 0,0 0 1 0 0,-1 0-1 0 0,1 1 1 0 0,-1-1-1 0 0,1 0 0 0 0,-1 0 1 0 0,1 0-1 0 0,-1 0 1 0 0,0 0-1 0 0,0 0 1 0 0,1-1-1 0 0,-1 1 1 0 0,0 0-1 0 0,-1 1 0 0 0,-3 2 97 0 0,1 0-1 0 0,-1 0 0 0 0,0 0 1 0 0,0-1-1 0 0,0 0 0 0 0,-6 3 1 0 0,1-2-63 0 0,1 0-1 0 0,-1-1 1 0 0,0 0 0 0 0,0-1-1 0 0,-1 0 1 0 0,1-1 0 0 0,-11 0-1 0 0,-1 0-168 0 0,0-2 0 0 0,-25-4 0 0 0,45 5-133 0 0,0-1 0 0 0,1 1 0 0 0,-1 0-1 0 0,1-1 1 0 0,-1 1 0 0 0,1-1 0 0 0,-1 1 0 0 0,0-1-1 0 0,1 1 1 0 0,0-1 0 0 0,-1 0 0 0 0,1 0-1 0 0,-1 0 1 0 0,1 0 0 0 0,0 0 0 0 0,0 0 0 0 0,0 0-1 0 0,-2-2 1 0 0,2 1-169 0 0,1 1-1 0 0,-1 0 1 0 0,1-1-1 0 0,0 1 1 0 0,-1-1-1 0 0,1 1 1 0 0,0 0 0 0 0,0-1-1 0 0,0 1 1 0 0,0-1-1 0 0,0 1 1 0 0,0 0-1 0 0,1-1 1 0 0,-1 1-1 0 0,0-1 1 0 0,1 1-1 0 0,-1 0 1 0 0,1-1-1 0 0,-1 1 1 0 0,1 0 0 0 0,1-2-1 0 0,6-13-5481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7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153 138 640 0 0,'18'-36'9093'0'0,"24"-64"0"0"0,-42 98-8573 0 0,0 4 50 0 0,-59 178 4951 0 0,15-52-4008 0 0,15-41-863 0 0,5-17-449 0 0,3 0 0 0 0,-13 77 0 0 0,34-144-277 0 0,-1 0 0 0 0,1 1 1 0 0,0-1-1 0 0,0 0 0 0 0,0 1 0 0 0,0-1 0 0 0,0 0 0 0 0,1 0 0 0 0,-1 1 0 0 0,1-1 0 0 0,0 0 1 0 0,0 0-1 0 0,0 0 0 0 0,1 0 0 0 0,2 5 0 0 0,-2-6-151 0 0,-1 0 0 0 0,1-1 0 0 0,-1 1-1 0 0,1-1 1 0 0,0 1 0 0 0,0-1 0 0 0,0 0 0 0 0,0 0 0 0 0,0 0 0 0 0,0 0-1 0 0,0 0 1 0 0,0 0 0 0 0,0 0 0 0 0,0-1 0 0 0,1 1 0 0 0,-1-1 0 0 0,0 0-1 0 0,0 1 1 0 0,1-1 0 0 0,-1 0 0 0 0,0 0 0 0 0,4-1 0 0 0,0 0-819 0 0,1-1-1 0 0,-1 1 1 0 0,0-1 0 0 0,0 0 0 0 0,0-1 0 0 0,0 0 0 0 0,0 0 0 0 0,-1 0 0 0 0,1-1 0 0 0,8-6 0 0 0,7-7-6808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8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140 121 224 0 0,'-139'-21'18302'0'0,"147"15"-17704"0"0,11-1-475 0 0,0 2-1 0 0,34-7 1 0 0,-13 4-625 0 0,77-20-3415 0 0,-39 7-2715 0 0,-36 8 595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8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98 804 0 0,'5'-16'2340'0'0,"14"-66"11684"0"0,-21 93-13304 0 0,-43 122 417 0 0,-89 183 0 0 0,87-213-918 0 0,-9 20-69 0 0,79-161-200 0 0,2 1 1 0 0,34-39 0 0 0,-55 71 48 0 0,10-12-44 0 0,22-20 0 0 0,-31 32 27 0 0,-1 1 0 0 0,1 0-1 0 0,1 1 1 0 0,-1-1 0 0 0,0 1 0 0 0,1 0 0 0 0,0 1-1 0 0,-1-1 1 0 0,9-1 0 0 0,-12 3 14 0 0,1 1 0 0 0,0 0 1 0 0,-1 0-1 0 0,1-1 0 0 0,-1 2 1 0 0,1-1-1 0 0,-1 0 0 0 0,1 1 1 0 0,-1-1-1 0 0,1 1 0 0 0,-1 0 1 0 0,1-1-1 0 0,-1 1 0 0 0,0 0 0 0 0,0 1 1 0 0,1-1-1 0 0,-1 0 0 0 0,0 1 1 0 0,0-1-1 0 0,0 1 0 0 0,0 0 1 0 0,0-1-1 0 0,-1 1 0 0 0,1 0 1 0 0,0 0-1 0 0,-1 0 0 0 0,0 1 1 0 0,1-1-1 0 0,0 2 0 0 0,4 7 3 0 0,-1 0 0 0 0,0 0 0 0 0,-1 0 0 0 0,4 17 0 0 0,-6-20 59 0 0,0 1-1 0 0,-1-1 1 0 0,0 0-1 0 0,0 1 0 0 0,-1-1 1 0 0,0 1-1 0 0,0-1 0 0 0,-1 1 1 0 0,0-1-1 0 0,-1 0 0 0 0,0 0 1 0 0,0 0-1 0 0,-1 1 0 0 0,0-2 1 0 0,-4 10-1 0 0,4-12 14 0 0,0 0 0 0 0,-1 0 0 0 0,1 0 1 0 0,-1 0-1 0 0,0 0 0 0 0,-1-1 0 0 0,1 0 0 0 0,-1 0 0 0 0,0 0 0 0 0,0-1 0 0 0,0 1 1 0 0,0-1-1 0 0,0 0 0 0 0,-1-1 0 0 0,0 1 0 0 0,1-1 0 0 0,-1 0 0 0 0,0 0 0 0 0,0-1 0 0 0,0 0 1 0 0,-8 1-1 0 0,-11-1-22 0 0,-1-2-1 0 0,0 0 1 0 0,0-2 0 0 0,1 0 0 0 0,-1-2 0 0 0,-39-13 0 0 0,59 16-254 0 0,4 2-71 0 0,-1-1 0 0 0,0 0 0 0 0,1 0 0 0 0,-1 0 0 0 0,1 0 0 0 0,-1 0 0 0 0,1-1 0 0 0,0 1 0 0 0,-1-1 0 0 0,1 1 0 0 0,0-1 0 0 0,-4-3 0 0 0,6 4 143 0 0,0 0 0 0 0,0 1-1 0 0,0-1 1 0 0,0 0-1 0 0,0 0 1 0 0,0 1 0 0 0,0-1-1 0 0,0 0 1 0 0,0 1-1 0 0,1-1 1 0 0,-1 1-1 0 0,0-1 1 0 0,0 0 0 0 0,0 1-1 0 0,1-1 1 0 0,-1 0-1 0 0,0 1 1 0 0,1-1 0 0 0,-1 1-1 0 0,1-1 1 0 0,0 0-1 0 0,9-12-2253 0 0,2 1-2103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9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1744 0 0,'6'8'6014'0'0,"-5"-7"-5698"0"0,-11 43 3700 0 0,6-32-3458 0 0,2-1 0 0 0,-1 0 0 0 0,0 23 0 0 0,2-31-511 0 0,1-1 0 0 0,0 1 0 0 0,0 0 1 0 0,1 0-1 0 0,-1-1 0 0 0,1 1 0 0 0,-1 0 0 0 0,1-1 0 0 0,0 1 1 0 0,0 0-1 0 0,0-1 0 0 0,0 1 0 0 0,0-1 0 0 0,1 0 0 0 0,-1 1 1 0 0,1-1-1 0 0,-1 0 0 0 0,1 0 0 0 0,0 0 0 0 0,0 0 0 0 0,0 0 1 0 0,0 0-1 0 0,0-1 0 0 0,1 1 0 0 0,-1-1 0 0 0,0 1 0 0 0,1-1 1 0 0,4 2-1 0 0,-2-2-12 0 0,-1 0 0 0 0,1 0 0 0 0,0-1 1 0 0,0 0-1 0 0,1 1 0 0 0,-1-2 0 0 0,0 1 1 0 0,0 0-1 0 0,0-1 0 0 0,-1 0 0 0 0,1-1 1 0 0,0 1-1 0 0,0-1 0 0 0,0 1 0 0 0,6-5 0 0 0,-5 2-31 0 0,0 0-1 0 0,0 0 1 0 0,-1-1-1 0 0,1 1 1 0 0,-1-1-1 0 0,0-1 0 0 0,-1 1 1 0 0,1-1-1 0 0,-1 0 1 0 0,0 0-1 0 0,0 0 1 0 0,-1-1-1 0 0,0 1 0 0 0,4-11 1 0 0,-7 16-5 0 0,1 0 0 0 0,-1 0 0 0 0,1 0 0 0 0,-1 0 1 0 0,0 0-1 0 0,1 0 0 0 0,-1-1 0 0 0,0 1 0 0 0,0 0 0 0 0,0 0 1 0 0,0 0-1 0 0,0 0 0 0 0,0-1 0 0 0,0 1 0 0 0,-1 0 0 0 0,1 0 0 0 0,0 0 1 0 0,0 0-1 0 0,-1 0 0 0 0,1 0 0 0 0,-1 0 0 0 0,1 0 0 0 0,-1 0 1 0 0,0 0-1 0 0,1 0 0 0 0,-1 0 0 0 0,0 0 0 0 0,0 0 0 0 0,1 0 0 0 0,-1 0 1 0 0,0 1-1 0 0,0-1 0 0 0,0 0 0 0 0,0 1 0 0 0,0-1 0 0 0,-1 0 1 0 0,-1 0 0 0 0,-1-1 1 0 0,1 1 0 0 0,0 0-1 0 0,0 0 1 0 0,-1 1 0 0 0,1-1-1 0 0,-1 1 1 0 0,1 0-1 0 0,-1-1 1 0 0,-4 2 0 0 0,-3 1 39 0 0,1 0-1 0 0,0 1 1 0 0,-1 0 0 0 0,1 1 0 0 0,0 0-1 0 0,1 1 1 0 0,-1 0 0 0 0,-17 12 0 0 0,7-2 207 0 0,0 1 0 0 0,-29 30 0 0 0,35-31-154 0 0,0 1-1 0 0,1 1 1 0 0,1 0 0 0 0,-12 22 0 0 0,20-33-69 0 0,1 0-1 0 0,0 0 1 0 0,0 0-1 0 0,1 1 0 0 0,0-1 1 0 0,0 0-1 0 0,0 1 1 0 0,1 0-1 0 0,0-1 0 0 0,0 1 1 0 0,1 0-1 0 0,0-1 1 0 0,0 1-1 0 0,0 0 0 0 0,1-1 1 0 0,0 1-1 0 0,2 7 1 0 0,-2-11-10 0 0,1-1 1 0 0,-1 1-1 0 0,1 0 1 0 0,-1-1-1 0 0,1 1 1 0 0,0-1-1 0 0,0 1 1 0 0,0-1 0 0 0,0 0-1 0 0,0 0 1 0 0,0 0-1 0 0,1 0 1 0 0,-1 0-1 0 0,5 2 1 0 0,-2-2 8 0 0,1 1 0 0 0,-1-1 1 0 0,1 0-1 0 0,-1 0 0 0 0,1-1 1 0 0,0 0-1 0 0,6 1 0 0 0,6-1-82 0 0,0-1-1 0 0,1-1 0 0 0,31-5 0 0 0,48-14-2809 0 0,-2-9-5022 0 0,-58 15 2624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49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90 2500 0 0,'2'-5'1458'0'0,"-1"-1"-1"0"0,0 1 0 0 0,0-1 1 0 0,-1 1-1 0 0,1-1 1 0 0,-2-9-1 0 0,-6-15 1858 0 0,6 29-3270 0 0,1 0 0 0 0,-1 0 0 0 0,1 1 0 0 0,-1-1 0 0 0,1 0 0 0 0,-1 1 0 0 0,0-1 0 0 0,1 0 1 0 0,-1 1-1 0 0,0-1 0 0 0,1 1 0 0 0,-1-1 0 0 0,0 1 0 0 0,0 0 0 0 0,1-1 0 0 0,-1 1 0 0 0,0 0 0 0 0,0-1 0 0 0,0 1 0 0 0,0 0 1 0 0,0 0-1 0 0,1 0 0 0 0,-1 0 0 0 0,0 0 0 0 0,0 0 0 0 0,0 0 0 0 0,-1 0 0 0 0,-23 5 307 0 0,2 5-140 0 0,1 1 0 0 0,-1 0 0 0 0,-29 21 1 0 0,-57 50 243 0 0,97-73-411 0 0,11-8-41 0 0,-129 110 339 0 0,115-97-307 0 0,0 2-1 0 0,1-1 0 0 0,1 2 0 0 0,1 0 0 0 0,0 1 0 0 0,-10 20 0 0 0,21-34-24 0 0,-1-1 0 0 0,1 1 0 0 0,0 0-1 0 0,0 0 1 0 0,0-1 0 0 0,0 1 0 0 0,0 0 0 0 0,1 0 0 0 0,0 7 0 0 0,0-9-5 0 0,0 0 1 0 0,0-1-1 0 0,1 1 1 0 0,-1-1-1 0 0,1 1 0 0 0,-1-1 1 0 0,1 1-1 0 0,-1-1 1 0 0,1 1-1 0 0,0-1 0 0 0,0 0 1 0 0,0 1-1 0 0,-1-1 1 0 0,1 0-1 0 0,1 0 0 0 0,-1 1 1 0 0,0-1-1 0 0,0 0 1 0 0,0 0-1 0 0,0 0 0 0 0,1 0 1 0 0,-1-1-1 0 0,1 1 1 0 0,-1 0-1 0 0,0-1 0 0 0,4 2 1 0 0,4 0 0 0 0,1 0 0 0 0,0 0 0 0 0,-1-1 0 0 0,1-1 0 0 0,0 0 0 0 0,0 0 0 0 0,-1 0 1 0 0,1-2-1 0 0,0 1 0 0 0,-1-1 0 0 0,1 0 0 0 0,-1-1 0 0 0,0 0 0 0 0,0-1 0 0 0,0 0 0 0 0,12-7 0 0 0,-2 0-8 0 0,-1-1 0 0 0,0-1 0 0 0,-1 0 0 0 0,-1-1 0 0 0,0-1 0 0 0,19-23 0 0 0,14-21 531 0 0,63-100 0 0 0,-104 149-434 0 0,-4 12 85 0 0,-3 16-16 0 0,-31 82 26 0 0,22-79-663 0 0,1 0 0 0 0,1 0 0 0 0,1 1 0 0 0,1 0 0 0 0,0-1 0 0 0,0 43 0 0 0,4-63 389 0 0,3 22-1543 0 0,2-10-646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88 2424 0 0,'3'-6'871'0'0,"9"-18"5177"0"0,16-25 0 0 0,-26 47-5582 0 0,2 1 3 0 0,-4 1-446 0 0,0 0-1 0 0,1 0 0 0 0,-1-1 1 0 0,0 1-1 0 0,1 0 0 0 0,-1 0 1 0 0,0 0-1 0 0,1 0 0 0 0,-1 0 0 0 0,0 0 1 0 0,1 0-1 0 0,-1 0 0 0 0,0 0 1 0 0,1 0-1 0 0,-1 0 0 0 0,0 0 1 0 0,1 0-1 0 0,-1 0 0 0 0,0 0 1 0 0,1 0-1 0 0,-1 0 0 0 0,0 0 0 0 0,0 0 1 0 0,1 0-1 0 0,-1 1 0 0 0,0-1 1 0 0,1 0-1 0 0,-1 0 0 0 0,0 0 1 0 0,0 1-1 0 0,1-1 0 0 0,-1 0 1 0 0,0 0-1 0 0,0 1 0 0 0,1-1 0 0 0,-1 0 1 0 0,0 0-1 0 0,0 1 0 0 0,0-1 1 0 0,0 0-1 0 0,1 1 0 0 0,-1-1 1 0 0,0 0-1 0 0,0 1 0 0 0,0-1 1 0 0,0 0-1 0 0,0 0 0 0 0,0 1 0 0 0,0-1 1 0 0,0 0-1 0 0,0 1 0 0 0,0-1 1 0 0,0 1-1 0 0,2 14 202 0 0,-2 1-1 0 0,1-1 1 0 0,-2 1 0 0 0,0-1-1 0 0,-1 0 1 0 0,0 1 0 0 0,-1-1-1 0 0,-1 0 1 0 0,-6 15 0 0 0,-8 20 147 0 0,-33 62 1 0 0,36-85-67 0 0,14-25-227 0 0,-2-5-47 0 0,3 3-30 0 0,0 0-1 0 0,-1 0 0 0 0,1 0 1 0 0,0 0-1 0 0,0 0 0 0 0,0 0 1 0 0,-1 0-1 0 0,1 0 0 0 0,0 0 1 0 0,0 0-1 0 0,0-1 0 0 0,0 1 1 0 0,-1 0-1 0 0,1 0 0 0 0,0 0 1 0 0,0 0-1 0 0,0 0 1 0 0,0-1-1 0 0,0 1 0 0 0,0 0 1 0 0,0 0-1 0 0,-1 0 0 0 0,1-1 1 0 0,0 1-1 0 0,0 0 0 0 0,0 0 1 0 0,0 0-1 0 0,0-1 0 0 0,0 1 1 0 0,0 0-1 0 0,0 0 0 0 0,0 0 1 0 0,0-1-1 0 0,0 1 0 0 0,0 0 1 0 0,0 0-1 0 0,0 0 0 0 0,0-1 1 0 0,0 1-1 0 0,1 0 0 0 0,7-23-8 0 0,1 0 0 0 0,0 0-1 0 0,2 1 1 0 0,1 1 0 0 0,1 0-1 0 0,1 1 1 0 0,0 0 0 0 0,18-18 0 0 0,-13 19-29 0 0,1 0 1 0 0,1 2-1 0 0,34-24 1 0 0,-43 33-7 0 0,1 1 1 0 0,0 0 0 0 0,0 0 0 0 0,1 1 0 0 0,0 1 0 0 0,0 0-1 0 0,0 1 1 0 0,15-2 0 0 0,-27 6 35 0 0,1-1 0 0 0,-1 1 0 0 0,1 0 0 0 0,-1 0 0 0 0,1 0 1 0 0,-1 0-1 0 0,1 0 0 0 0,-1 1 0 0 0,1-1 0 0 0,-1 1 0 0 0,1-1 0 0 0,-1 1 0 0 0,0 0 0 0 0,1 0 0 0 0,-1 0 0 0 0,0 0 0 0 0,0 1 0 0 0,0-1 0 0 0,0 1 0 0 0,3 1 0 0 0,-3 0 9 0 0,0 0 0 0 0,0-1 0 0 0,-1 1 0 0 0,1 0 1 0 0,-1 0-1 0 0,0 0 0 0 0,1 0 0 0 0,-1 0 0 0 0,-1 0 0 0 0,1 0 0 0 0,0 1 0 0 0,-1-1 0 0 0,1 5 0 0 0,-2 10 45 0 0,0-2 1 0 0,0 1-1 0 0,-2 0 1 0 0,-7 27-1 0 0,9-40-37 0 0,-6 24 36 0 0,-18 63 288 0 0,24-90-146 0 0,5-1-458 0 0,2-2-182 0 0,1 0 0 0 0,0-1 1 0 0,-1 1-1 0 0,1-1 0 0 0,-1 0 1 0 0,0-1-1 0 0,7-4 1 0 0,46-36-6182 0 0,-43 31 3768 0 0,10-7-2387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354 714 420 0 0,'-32'-32'9127'0'0,"11"10"-5287"0"0,19 21-3394 0 0,-9-3 846 0 0,10 5-1281 0 0,1-1-1 0 0,-1 1 1 0 0,1 0 0 0 0,-1-1 0 0 0,1 1 0 0 0,0 0 0 0 0,-1-1 0 0 0,1 1 0 0 0,0 0-1 0 0,0 0 1 0 0,-1-1 0 0 0,1 1 0 0 0,0 0 0 0 0,0 0 0 0 0,0 0 0 0 0,0-1 0 0 0,0 1-1 0 0,0 0 1 0 0,0 0 0 0 0,0 0 0 0 0,1-1 0 0 0,-1 1 0 0 0,0 0 0 0 0,0 0 0 0 0,1-1-1 0 0,-1 1 1 0 0,0 0 0 0 0,1 0 0 0 0,-1-1 0 0 0,0 1 0 0 0,1 0 0 0 0,-1-1 0 0 0,1 1-1 0 0,0-1 1 0 0,-1 1 0 0 0,1-1 0 0 0,-1 1 0 0 0,1-1 0 0 0,0 1 0 0 0,-1-1-1 0 0,1 1 1 0 0,0-1 0 0 0,1 1 0 0 0,2 2 17 0 0,1-1-1 0 0,-1 0 1 0 0,1 0 0 0 0,0 0-1 0 0,0 0 1 0 0,0-1-1 0 0,9 2 1 0 0,-8-2-19 0 0,1 0 0 0 0,0 0 1 0 0,-1-1-1 0 0,1-1 0 0 0,-1 1 0 0 0,1-1 0 0 0,0 0 1 0 0,6-2-1 0 0,-10 2-11 0 0,-1 0 0 0 0,1 0 0 0 0,-1 0 0 0 0,1 0 1 0 0,-1 0-1 0 0,0-1 0 0 0,1 1 0 0 0,-1-1 0 0 0,0 0 0 0 0,0 0 1 0 0,0 1-1 0 0,0-1 0 0 0,0 0 0 0 0,-1-1 0 0 0,1 1 0 0 0,-1 0 1 0 0,1 0-1 0 0,-1-1 0 0 0,0 1 0 0 0,0-1 0 0 0,0 1 0 0 0,0-1 1 0 0,1-4-1 0 0,-1 3-11 0 0,-1 0 1 0 0,1-1-1 0 0,-1 1 0 0 0,1-1 1 0 0,-1 1-1 0 0,0-1 1 0 0,-1 1-1 0 0,1-1 1 0 0,-1 1-1 0 0,0-1 0 0 0,0 1 1 0 0,0 0-1 0 0,-1 0 1 0 0,0-1-1 0 0,1 1 1 0 0,-1 0-1 0 0,-1 0 0 0 0,1 1 1 0 0,-4-6-1 0 0,3 6 5 0 0,0 1 0 0 0,1 0 0 0 0,-1-1 0 0 0,0 1 0 0 0,0 0 0 0 0,0 1 0 0 0,0-1-1 0 0,0 0 1 0 0,-1 1 0 0 0,1 0 0 0 0,0 0 0 0 0,-1 0 0 0 0,1 0 0 0 0,-1 0 0 0 0,1 1 0 0 0,-1-1 0 0 0,1 1 0 0 0,-1 0-1 0 0,1 0 1 0 0,-1 0 0 0 0,1 1 0 0 0,-1 0 0 0 0,1-1 0 0 0,-1 1 0 0 0,-3 2 0 0 0,-8 2 11 0 0,1 1 0 0 0,0 1 1 0 0,0 0-1 0 0,0 1 1 0 0,1 0-1 0 0,1 1 0 0 0,-1 1 1 0 0,-17 18-1 0 0,-1 4 174 0 0,-47 63 0 0 0,66-78-138 0 0,0 1 0 0 0,1-1 0 0 0,0 2 0 0 0,2-1 0 0 0,0 1 0 0 0,1 1 0 0 0,1 0 0 0 0,-8 39 0 0 0,14-54-22 0 0,1-1 0 0 0,-1 0 0 0 0,1 1 0 0 0,0-1 0 0 0,0 0 0 0 0,0 1 0 0 0,1-1 0 0 0,0 0-1 0 0,0 0 1 0 0,0 0 0 0 0,0 1 0 0 0,3 4 0 0 0,-3-7-6 0 0,1 0-1 0 0,-1 1 1 0 0,1-1-1 0 0,0-1 1 0 0,0 1-1 0 0,0 0 1 0 0,0 0-1 0 0,0-1 1 0 0,0 1-1 0 0,0-1 1 0 0,0 1-1 0 0,1-1 1 0 0,-1 0-1 0 0,0 0 1 0 0,1 0-1 0 0,-1-1 1 0 0,1 1-1 0 0,-1 0 1 0 0,1-1-1 0 0,-1 0 1 0 0,5 1 0 0 0,7-1 1 0 0,0 0 0 0 0,0-1 0 0 0,0 0 0 0 0,0-1 0 0 0,0-1 0 0 0,-1 0 0 0 0,1-1 0 0 0,13-6 0 0 0,11-6-16 0 0,52-30 0 0 0,-53 24-20 0 0,-1-3 0 0 0,-1-1 0 0 0,-1-1 0 0 0,-2-2 0 0 0,0-1 0 0 0,-2-2 0 0 0,27-38 0 0 0,-10 6-34 0 0,-3-2-1 0 0,69-142 1 0 0,-91 165 410 0 0,-3-1 0 0 0,-1-2 0 0 0,15-62 1 0 0,-33 107-199 0 0,-16 9-39 0 0,7 1-33 0 0,0 0 0 0 0,0 1 0 0 0,1 0 0 0 0,1 1 0 0 0,0 0 0 0 0,-10 20 0 0 0,4-9 71 0 0,-19 35 201 0 0,2 2 0 0 0,3 1-1 0 0,3 1 1 0 0,2 1 0 0 0,-19 92 0 0 0,35-121-263 0 0,1-1 1 0 0,-1 50 0 0 0,6-67-51 0 0,1-1 1 0 0,0 0 0 0 0,1 1 0 0 0,0-1 0 0 0,1 0 0 0 0,1 0-1 0 0,0 0 1 0 0,8 15 0 0 0,-10-25-26 0 0,0 0 0 0 0,0 1 0 0 0,1-1 0 0 0,-1 0 0 0 0,1 0 0 0 0,0 0 0 0 0,1 0 0 0 0,-1-1 0 0 0,1 1 0 0 0,-1-1 0 0 0,1 0 0 0 0,0 0 0 0 0,0 0 0 0 0,0-1 0 0 0,1 0 0 0 0,-1 1 1 0 0,6 1-1 0 0,-3-2-8 0 0,-1-1 1 0 0,1 0 0 0 0,-1 0 0 0 0,1-1 0 0 0,0 0 0 0 0,-1 0 0 0 0,1 0 0 0 0,-1-1 0 0 0,1 0 0 0 0,-1 0 0 0 0,10-3 0 0 0,4-3-10 0 0,-1-1 1 0 0,0-1-1 0 0,-1 0 1 0 0,0-2 0 0 0,0 0-1 0 0,-1-1 1 0 0,17-15 0 0 0,-7 3 10 0 0,-2 0 1 0 0,-1-2 0 0 0,30-40-1 0 0,-39 46 0 0 0,-2-1 1 0 0,0-1-1 0 0,-2 0 0 0 0,0 0 0 0 0,13-41 1 0 0,-22 56-16 0 0,-1 5 4 0 0,0-1 0 0 0,-1 1-1 0 0,1-1 1 0 0,0 0 0 0 0,-1 1 0 0 0,0-1 0 0 0,1 0 0 0 0,-1 1 0 0 0,0-1 0 0 0,-1-3 0 0 0,1 5-1 0 0,0 0 0 0 0,0 0 0 0 0,0 1-1 0 0,0-1 1 0 0,0 0 0 0 0,0 0 0 0 0,-1 1 0 0 0,1-1 0 0 0,0 0 0 0 0,0 0-1 0 0,-1 1 1 0 0,1-1 0 0 0,-1 0 0 0 0,1 1 0 0 0,0-1 0 0 0,-1 1 0 0 0,1-1 0 0 0,-1 0-1 0 0,1 1 1 0 0,-1-1 0 0 0,0 1 0 0 0,1-1 0 0 0,-1 1 0 0 0,0 0 0 0 0,1-1-1 0 0,-1 1 1 0 0,0 0 0 0 0,1-1 0 0 0,-1 1 0 0 0,0 0 0 0 0,0 0 0 0 0,1 0-1 0 0,-1-1 1 0 0,0 1 0 0 0,0 0 0 0 0,1 0 0 0 0,-1 0 0 0 0,-1 0 0 0 0,-18 11-47 0 0,19-11 39 0 0,-11 10-1 0 0,1-1-1 0 0,0 1 0 0 0,1 1 1 0 0,0 0-1 0 0,1 1 1 0 0,0 0-1 0 0,1 0 1 0 0,-10 19-1 0 0,8-11 17 0 0,1 0-1 0 0,1 0 0 0 0,1 1 0 0 0,0 1 1 0 0,-3 21-1 0 0,9-32 4 0 0,-1-1 0 0 0,1 0 0 0 0,1 0 0 0 0,0 1 0 0 0,0-1 0 0 0,1 0 0 0 0,0 0 0 0 0,1 0 0 0 0,0 0-1 0 0,1 0 1 0 0,3 10 0 0 0,-4-15-4 0 0,1 0-1 0 0,-1 0 1 0 0,1-1-1 0 0,0 1 1 0 0,0-1-1 0 0,0 0 1 0 0,1 0-1 0 0,-1 0 0 0 0,1 0 1 0 0,0-1-1 0 0,0 1 1 0 0,1-1-1 0 0,-1 0 1 0 0,1 0-1 0 0,-1-1 1 0 0,1 1-1 0 0,0-1 0 0 0,0 0 1 0 0,0 0-1 0 0,0-1 1 0 0,0 1-1 0 0,10 0 1 0 0,-4-1-23 0 0,0-1 1 0 0,-1-1 0 0 0,1 0-1 0 0,-1 0 1 0 0,1-1 0 0 0,-1 0 0 0 0,0-1-1 0 0,0 0 1 0 0,0 0 0 0 0,0-2-1 0 0,0 1 1 0 0,-1-1 0 0 0,0 0-1 0 0,0-1 1 0 0,13-10 0 0 0,4-5-152 0 0,0-1 1 0 0,-2-1-1 0 0,34-43 1 0 0,22-45-57 0 0,-8 10-39 0 0,-72 100 256 0 0,1 0 1 0 0,-1 1 0 0 0,1-1 0 0 0,-1 0 0 0 0,1 1 0 0 0,-1-1 0 0 0,1 0 0 0 0,-1 1 0 0 0,1-1 0 0 0,0 1-1 0 0,-1-1 1 0 0,1 1 0 0 0,0-1 0 0 0,-1 1 0 0 0,1 0 0 0 0,0-1 0 0 0,0 1 0 0 0,-1 0 0 0 0,1 0-1 0 0,0-1 1 0 0,0 1 0 0 0,0 0 0 0 0,-1 0 0 0 0,1 0 0 0 0,0 0 0 0 0,1 0 0 0 0,-1 1 3 0 0,-1-1 1 0 0,1 1 0 0 0,0-1-1 0 0,0 1 1 0 0,-1 0-1 0 0,1-1 1 0 0,0 1 0 0 0,-1 0-1 0 0,1 0 1 0 0,-1 0-1 0 0,1-1 1 0 0,-1 1 0 0 0,1 0-1 0 0,-1 0 1 0 0,1 0 0 0 0,-1 0-1 0 0,0 2 1 0 0,2 4-5 0 0,0 1 1 0 0,-1 0 0 0 0,1 16-1 0 0,-4 2 34 0 0,-1 0 0 0 0,-1 0-1 0 0,-1 0 1 0 0,-1 0 0 0 0,-1-1-1 0 0,-1 0 1 0 0,-17 33 0 0 0,24-54-10 0 0,0-1 0 0 0,-1 1 1 0 0,1-1-1 0 0,-1 0 1 0 0,0 0-1 0 0,0 1 1 0 0,0-1-1 0 0,0 0 1 0 0,-1-1-1 0 0,1 1 1 0 0,-1 0-1 0 0,0-1 1 0 0,1 1-1 0 0,-1-1 1 0 0,0 0-1 0 0,-1 0 1 0 0,-3 2-1 0 0,3-4 5 0 0,4 0-20 0 0,-1-1 1 0 0,0 1 0 0 0,1 0 0 0 0,-1-1 0 0 0,0 1-1 0 0,1 0 1 0 0,-1-1 0 0 0,1 1 0 0 0,-1-1 0 0 0,1 1 0 0 0,-1 0-1 0 0,1-1 1 0 0,-1 0 0 0 0,1 1 0 0 0,-1-1 0 0 0,1 1-1 0 0,0-1 1 0 0,-1 1 0 0 0,1-1 0 0 0,0 0 0 0 0,-1 1-1 0 0,1-1 1 0 0,0 0 0 0 0,0 1 0 0 0,0-1 0 0 0,0 0 0 0 0,0 1-1 0 0,-1-1 1 0 0,1 0 0 0 0,0 0 0 0 0,1 1 0 0 0,-1-1-1 0 0,0-1 1 0 0,0 1 2 0 0,0-7-4 0 0,1-1 0 0 0,0 1 0 0 0,0 0 0 0 0,0 0 0 0 0,1-1 0 0 0,1 1 0 0 0,-1 0 0 0 0,1 1-1 0 0,0-1 1 0 0,1 0 0 0 0,5-7 0 0 0,0 0-10 0 0,1 1 0 0 0,1 0 1 0 0,0 0-1 0 0,16-14 0 0 0,-11 12-14 0 0,2 2 1 0 0,-1 0 0 0 0,2 1-1 0 0,32-17 1 0 0,-40 25 5 0 0,0 0 0 0 0,0 0 1 0 0,0 1-1 0 0,1 0 0 0 0,-1 1 1 0 0,1 1-1 0 0,0 0 0 0 0,-1 0 1 0 0,1 1-1 0 0,19 1 1 0 0,-26 0 17 0 0,0 1 0 0 0,1 0 0 0 0,-1 0 0 0 0,0 0 0 0 0,1 1 1 0 0,-1 0-1 0 0,0 0 0 0 0,0 0 0 0 0,0 0 0 0 0,-1 1 1 0 0,1 0-1 0 0,-1 0 0 0 0,1 0 0 0 0,-1 1 0 0 0,0 0 1 0 0,0-1-1 0 0,0 1 0 0 0,-1 0 0 0 0,0 1 0 0 0,1-1 0 0 0,-1 1 1 0 0,-1 0-1 0 0,1-1 0 0 0,3 11 0 0 0,-4-8 1 0 0,0 1 0 0 0,0-1 0 0 0,0 1 0 0 0,-1 0 0 0 0,-1 0-1 0 0,1-1 1 0 0,-1 1 0 0 0,0 0 0 0 0,-1 0 0 0 0,0 0 0 0 0,0-1 0 0 0,-1 1-1 0 0,0 0 1 0 0,0-1 0 0 0,-1 1 0 0 0,-6 12 0 0 0,3-8 9 0 0,-1 0 1 0 0,-1 0-1 0 0,0-1 1 0 0,0 0-1 0 0,-1 0 1 0 0,0-1-1 0 0,-1 0 1 0 0,-17 13-1 0 0,26-22-9 0 0,0-1 1 0 0,1 1-1 0 0,-1 0 0 0 0,0-1 1 0 0,0 1-1 0 0,0-1 0 0 0,0 1 0 0 0,1-1 1 0 0,-1 1-1 0 0,0-1 0 0 0,0 1 1 0 0,0-1-1 0 0,0 0 0 0 0,0 0 0 0 0,0 1 1 0 0,0-1-1 0 0,0 0 0 0 0,0 0 1 0 0,0 0-1 0 0,-2 0 0 0 0,3-1 0 0 0,-1 1-1 0 0,1-1 0 0 0,-1 1 1 0 0,1 0-1 0 0,-1-1 1 0 0,1 1-1 0 0,0-1 1 0 0,-1 1-1 0 0,1-1 0 0 0,0 0 1 0 0,-1 1-1 0 0,1-1 1 0 0,0 1-1 0 0,0-1 1 0 0,-1 1-1 0 0,1-1 0 0 0,0 0 1 0 0,0 1-1 0 0,0-1 1 0 0,0 0-1 0 0,0 1 1 0 0,0-2-1 0 0,0-3-8 0 0,1 0 0 0 0,-1 1 0 0 0,1-1 0 0 0,0 0 0 0 0,2-6 0 0 0,11-18-44 0 0,1 1 0 0 0,2 0 0 0 0,0 1 0 0 0,2 1 0 0 0,41-44 0 0 0,-44 54 29 0 0,0 0-1 0 0,1 1 1 0 0,1 1 0 0 0,0 1 0 0 0,1 0 0 0 0,0 2-1 0 0,1 0 1 0 0,1 1 0 0 0,25-9 0 0 0,-44 18 15 0 0,1 0 1 0 0,0 0 0 0 0,0 1 0 0 0,0-1-1 0 0,0 0 1 0 0,-1 1 0 0 0,1 0-1 0 0,0-1 1 0 0,0 1 0 0 0,0 1-1 0 0,0-1 1 0 0,0 0 0 0 0,0 1-1 0 0,0-1 1 0 0,0 1 0 0 0,-1 0-1 0 0,1 0 1 0 0,0 0 0 0 0,0 0 0 0 0,-1 0-1 0 0,1 1 1 0 0,3 2 0 0 0,-4-2 20 0 0,0 1-1 0 0,0-1 1 0 0,-1 1 0 0 0,1 0 0 0 0,0 0 0 0 0,-1-1 0 0 0,0 1 0 0 0,0 0 0 0 0,0 0 0 0 0,0 0 0 0 0,0 0 0 0 0,-1 1 0 0 0,1-1 0 0 0,-1 0 0 0 0,0 0 0 0 0,0 0 0 0 0,0 0 0 0 0,0 0 0 0 0,-1 1 0 0 0,0 3 0 0 0,-3 11 75 0 0,-1 0 0 0 0,-1 0 1 0 0,0 0-1 0 0,-9 17 0 0 0,-6 15 12 0 0,4-13-38 0 0,14-30-45 0 0,-1-1 0 0 0,1 0 1 0 0,0 1-1 0 0,1 0 0 0 0,-1 0 0 0 0,1 0 0 0 0,1 0 1 0 0,-1 0-1 0 0,1 0 0 0 0,1 0 0 0 0,-1 8 1 0 0,1-14-11 0 0,1 0 1 0 0,-1 0 0 0 0,1 1-1 0 0,-1-1 1 0 0,1 0 0 0 0,0 0 0 0 0,-1 0-1 0 0,1 0 1 0 0,0 1 0 0 0,0-1 0 0 0,0 0-1 0 0,0 0 1 0 0,0-1 0 0 0,0 1-1 0 0,0 0 1 0 0,0 0 0 0 0,0 0 0 0 0,0-1-1 0 0,0 1 1 0 0,1 0 0 0 0,-1-1 0 0 0,0 0-1 0 0,0 1 1 0 0,1-1 0 0 0,-1 1-1 0 0,0-1 1 0 0,1 0 0 0 0,2 0 0 0 0,35 0 58 0 0,-39 0-65 0 0,14-2 0 0 0,0-1-1 0 0,-1 0 1 0 0,1-1 0 0 0,-1-1 0 0 0,0 0 0 0 0,0-1 0 0 0,0 0 0 0 0,-1-1 0 0 0,14-10 0 0 0,0-2-18 0 0,0-2 0 0 0,39-40 0 0 0,-45 41 14 0 0,-2-1 0 0 0,0-1 0 0 0,-1 0 0 0 0,-2-1 0 0 0,0-1 0 0 0,-1 0 0 0 0,19-49 1 0 0,-32 70 2 0 0,-1-14-16 0 0,-2 17 16 0 0,1 0 0 0 0,0 0-1 0 0,0 0 1 0 0,0 0 0 0 0,-1 0 0 0 0,1 0-1 0 0,0 0 1 0 0,0 1 0 0 0,0-1 0 0 0,0 1 0 0 0,-3 0-1 0 0,4-1 1 0 0,-10 7-2 0 0,0-1 0 0 0,1 2 0 0 0,0-1 0 0 0,0 2 1 0 0,0-1-1 0 0,1 1 0 0 0,0 0 0 0 0,-6 11 0 0 0,8-13 0 0 0,-8 12 1 0 0,0 1-1 0 0,0 0 1 0 0,-15 36 0 0 0,25-47 15 0 0,0-1-1 0 0,1 1 1 0 0,0 0 0 0 0,0 0-1 0 0,1 1 1 0 0,0-1-1 0 0,1 0 1 0 0,0 1 0 0 0,0-1-1 0 0,1 1 1 0 0,1-1 0 0 0,1 11-1 0 0,-2-18-6 0 0,1 0 0 0 0,-1 0 0 0 0,1 0 0 0 0,0 0 0 0 0,0-1 0 0 0,0 1 0 0 0,0 0-1 0 0,0-1 1 0 0,0 1 0 0 0,0-1 0 0 0,0 1 0 0 0,1-1 0 0 0,-1 0 0 0 0,1 1 0 0 0,-1-1 0 0 0,1 0-1 0 0,-1 0 1 0 0,1 0 0 0 0,0 0 0 0 0,0 0 0 0 0,-1-1 0 0 0,1 1 0 0 0,0 0 0 0 0,0-1 0 0 0,0 1 0 0 0,3-1-1 0 0,3 1 5 0 0,0 0-1 0 0,1-1 1 0 0,-1 0-1 0 0,16-2 1 0 0,-10-1-40 0 0,0 0 0 0 0,0-1 0 0 0,0-1-1 0 0,0 0 1 0 0,-1-1 0 0 0,0 0 0 0 0,0-1 0 0 0,-1-1 0 0 0,16-11 0 0 0,12-13-204 0 0,45-45 0 0 0,-22 11 85 0 0,-35 35-25 0 0,45-38 0 0 0,-73 69 169 0 0,1-1-1 0 0,0 1 0 0 0,-1-1 1 0 0,1 1-1 0 0,0-1 0 0 0,-1 1 1 0 0,1-1-1 0 0,0 1 0 0 0,0-1 1 0 0,0 1-1 0 0,-1 0 0 0 0,1-1 1 0 0,0 1-1 0 0,0 0 0 0 0,0 0 1 0 0,0 0-1 0 0,-1 0 0 0 0,1 0 1 0 0,0 0-1 0 0,0 0 0 0 0,0 0 1 0 0,0 0-1 0 0,0 0 0 0 0,-1 0 1 0 0,1 0-1 0 0,0 0 0 0 0,1 1 1 0 0,-1 0 2 0 0,0 0 0 0 0,0 0 0 0 0,0 0 0 0 0,0 0 0 0 0,0 0 0 0 0,0 0 0 0 0,-1 0 1 0 0,1 1-1 0 0,0-1 0 0 0,-1 0 0 0 0,1 1 0 0 0,-1-1 0 0 0,1 0 0 0 0,0 3 0 0 0,0 3 6 0 0,1-1 0 0 0,-2 1-1 0 0,1 0 1 0 0,-1 0 0 0 0,0 9-1 0 0,-3 0 35 0 0,0 1-1 0 0,-1 0 0 0 0,-1-1 0 0 0,-1 0 1 0 0,-1 0-1 0 0,0-1 0 0 0,0 0 0 0 0,-15 21 0 0 0,20-32 1 0 0,-1 0-1 0 0,-1 0 1 0 0,1 0 0 0 0,0-1-1 0 0,-1 1 1 0 0,0-1-1 0 0,-4 3 1 0 0,7-5 19 0 0,-1-2-30 0 0,-2-7-12 0 0,4 5-12 0 0,1 0 1 0 0,-1 0-1 0 0,1 0 1 0 0,0 0-1 0 0,0 0 1 0 0,0 0-1 0 0,0 0 1 0 0,1 0-1 0 0,-1 0 1 0 0,3-2-1 0 0,22-34-1 0 0,-18 28 4 0 0,13-19-29 0 0,1 2 1 0 0,2 1-1 0 0,51-47 0 0 0,-58 60-6 0 0,1 0-1 0 0,0 1 1 0 0,2 1 0 0 0,-1 0-1 0 0,1 2 1 0 0,1 0-1 0 0,29-9 1 0 0,-46 18 19 0 0,0 0 0 0 0,0 0 1 0 0,0 0-1 0 0,0 0 0 0 0,0 1 0 0 0,0 0 1 0 0,1 0-1 0 0,-1 0 0 0 0,0 0 0 0 0,0 1 1 0 0,0-1-1 0 0,0 1 0 0 0,0 0 0 0 0,0 1 1 0 0,0-1-1 0 0,7 4 0 0 0,-9-4 21 0 0,1 1 1 0 0,-1 0-1 0 0,0 0 0 0 0,1 0 0 0 0,-1 0 1 0 0,0 0-1 0 0,0 0 0 0 0,-1 1 0 0 0,1-1 0 0 0,0 1 1 0 0,-1-1-1 0 0,1 1 0 0 0,-1 0 0 0 0,0 0 1 0 0,0 0-1 0 0,0-1 0 0 0,0 1 0 0 0,-1 0 1 0 0,1 0-1 0 0,-1 0 0 0 0,0 0 0 0 0,0 0 1 0 0,0 0-1 0 0,0 4 0 0 0,-2 9 53 0 0,-1 0 0 0 0,-1 0-1 0 0,0 0 1 0 0,-1 0 0 0 0,-1-1 0 0 0,-10 21-1 0 0,8-20-11 0 0,1 0-1 0 0,1 0 0 0 0,0 0 1 0 0,2 1-1 0 0,-5 28 1 0 0,8-44-42 0 0,1 1 0 0 0,0-1 1 0 0,0 1-1 0 0,0-1 0 0 0,0 1 1 0 0,0-1-1 0 0,1 1 0 0 0,-1-1 1 0 0,0 1-1 0 0,1-1 0 0 0,-1 1 1 0 0,1-1-1 0 0,-1 0 0 0 0,1 1 1 0 0,0-1-1 0 0,-1 0 0 0 0,1 1 1 0 0,0-1-1 0 0,0 0 1 0 0,0 0-1 0 0,0 0 0 0 0,0 0 1 0 0,0 0-1 0 0,2 1 0 0 0,-1 0-1 0 0,1-1 0 0 0,-1-1-1 0 0,0 1 1 0 0,1 0-1 0 0,-1-1 1 0 0,1 1 0 0 0,-1-1-1 0 0,1 1 1 0 0,-1-1 0 0 0,0 0-1 0 0,1 0 1 0 0,-1 0 0 0 0,1-1-1 0 0,-1 1 1 0 0,4-1 0 0 0,7-3-14 0 0,0 0 0 0 0,0-1 0 0 0,-1 0 0 0 0,1-1 0 0 0,-1 0 0 0 0,-1-1 0 0 0,1 0 0 0 0,-1-1 0 0 0,0 0 0 0 0,-1-1 0 0 0,10-10 0 0 0,0-3-217 0 0,0-1 1 0 0,-1-1 0 0 0,29-48 0 0 0,70-164-819 0 0,-21-11 780 0 0,-51 130 708 0 0,-37 89-37 0 0,13-25 329 0 0,-20 51-660 0 0,-3 6 77 0 0,-74 357 4578 0 0,32-169-3309 0 0,35-157-1218 0 0,-6 27 184 0 0,3 1-1 0 0,-7 112 1 0 0,18-169-365 0 0,0-1 1 0 0,0 0-1 0 0,1 1 0 0 0,0-1 0 0 0,0 0 1 0 0,0 0-1 0 0,1 0 0 0 0,-1 0 0 0 0,1 0 1 0 0,1 0-1 0 0,-1 0 0 0 0,1-1 0 0 0,-1 1 0 0 0,1-1 1 0 0,0 0-1 0 0,1 0 0 0 0,-1 0 0 0 0,1 0 1 0 0,0 0-1 0 0,5 3 0 0 0,-3-3-79 0 0,0 0 0 0 0,0-1 0 0 0,0 0 1 0 0,0-1-1 0 0,1 1 0 0 0,-1-1 0 0 0,1 0 0 0 0,0-1 0 0 0,-1 1 0 0 0,1-1 0 0 0,0-1 0 0 0,0 1 1 0 0,0-1-1 0 0,0-1 0 0 0,7 0 0 0 0,1-1-691 0 0,0-1 0 0 0,-1 0-1 0 0,1-1 1 0 0,-1-1 0 0 0,0 0 0 0 0,0-1 0 0 0,21-13 0 0 0,-23 12-1411 0 0,0-2 1 0 0,0 1 0 0 0,-1-1 0 0 0,17-19 0 0 0,-5 1-6696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3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45 348 0 0,'-35'-7'3452'0'0,"-97"-26"10228"0"0,158 29-12503 0 0,252 18-2647 0 0,-132-4-6177 0 0,-84-7 511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3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215 477 3304 0 0,'-3'0'4924'0'0,"-6"0"-3585"0"0,1 0-1 0 0,0 1 0 0 0,-1 1 1 0 0,1-1-1 0 0,0 1 1 0 0,-9 4-1 0 0,7-2-1084 0 0,0 0 1 0 0,1 1-1 0 0,-1 1 0 0 0,1-1 1 0 0,0 1-1 0 0,1 1 0 0 0,-15 14 1 0 0,17-15-194 0 0,0 1 1 0 0,0-1-1 0 0,1 1 0 0 0,0 0 1 0 0,0 1-1 0 0,0-1 0 0 0,1 1 1 0 0,1 0-1 0 0,-5 10 0 0 0,7-15-42 0 0,1 0-1 0 0,-1 0 0 0 0,1 0 1 0 0,-1 0-1 0 0,1 0 0 0 0,0 0 0 0 0,0 0 1 0 0,0 0-1 0 0,0 0 0 0 0,1 0 1 0 0,-1 0-1 0 0,1 0 0 0 0,0 0 1 0 0,0 0-1 0 0,0-1 0 0 0,0 1 1 0 0,0 0-1 0 0,1 0 0 0 0,-1-1 1 0 0,1 1-1 0 0,-1-1 0 0 0,1 0 0 0 0,0 1 1 0 0,0-1-1 0 0,0 0 0 0 0,1 0 1 0 0,-1 0-1 0 0,0 0 0 0 0,5 2 1 0 0,1 1 7 0 0,0-1 1 0 0,0-1 0 0 0,0 0 0 0 0,0 0 0 0 0,0 0 0 0 0,1-1-1 0 0,-1 0 1 0 0,1-1 0 0 0,-1 0 0 0 0,1 0 0 0 0,0-1-1 0 0,15-1 1 0 0,-11 0 1 0 0,0-1 0 0 0,0 0-1 0 0,-1-1 1 0 0,1-1 0 0 0,-1 0-1 0 0,1-1 1 0 0,20-10 0 0 0,-21 7-26 0 0,-1 0 0 0 0,1-1 1 0 0,-1-1-1 0 0,-1 1 0 0 0,0-1 0 0 0,0-1 1 0 0,-1 0-1 0 0,0 0 0 0 0,-1-1 1 0 0,-1 0-1 0 0,0-1 0 0 0,0 1 1 0 0,-1-1-1 0 0,-1-1 0 0 0,0 1 0 0 0,-1-1 1 0 0,0 0-1 0 0,-1 0 0 0 0,-1 0 1 0 0,0 0-1 0 0,0-21 0 0 0,-3 30-11 0 0,1 0 0 0 0,-1 0 0 0 0,-1 0 0 0 0,1-1-1 0 0,-1 1 1 0 0,0 0 0 0 0,0 0 0 0 0,0 1 0 0 0,-1-1-1 0 0,1 0 1 0 0,-1 1 0 0 0,0 0 0 0 0,-1-1 0 0 0,1 1-1 0 0,-1 1 1 0 0,0-1 0 0 0,0 0 0 0 0,0 1 0 0 0,0 0-1 0 0,0 0 1 0 0,-1 0 0 0 0,1 0 0 0 0,-1 1 0 0 0,0 0-1 0 0,0 0 1 0 0,0 0 0 0 0,0 1 0 0 0,-8-2 0 0 0,6 1-1 0 0,1 1-1 0 0,-1-1 1 0 0,0 2 0 0 0,0-1 0 0 0,0 1 0 0 0,0 0 0 0 0,0 0 0 0 0,0 1 0 0 0,0 0 0 0 0,0 0 0 0 0,1 1 0 0 0,-1-1-1 0 0,0 2 1 0 0,1-1 0 0 0,-1 1 0 0 0,1 0 0 0 0,0 0 0 0 0,0 0 0 0 0,0 1 0 0 0,0 0 0 0 0,-8 8 0 0 0,12-10 10 0 0,1 0-1 0 0,-1 0 1 0 0,0 0 0 0 0,1 0 0 0 0,-1 0 0 0 0,1 0 0 0 0,0 0 0 0 0,0 0 0 0 0,0 1 0 0 0,0-1 0 0 0,0 0 0 0 0,0 1-1 0 0,0-1 1 0 0,1 1 0 0 0,-1-1 0 0 0,1 1 0 0 0,0-1 0 0 0,0 1 0 0 0,0-1 0 0 0,0 1 0 0 0,0-1 0 0 0,1 1 0 0 0,-1-1 0 0 0,1 1-1 0 0,-1-1 1 0 0,1 1 0 0 0,0-1 0 0 0,0 0 0 0 0,0 1 0 0 0,0-1 0 0 0,1 0 0 0 0,-1 0 0 0 0,0 0 0 0 0,1 0 0 0 0,0 0 0 0 0,-1 0-1 0 0,1 0 1 0 0,3 2 0 0 0,4 3 11 0 0,0 0 1 0 0,0 0-1 0 0,0-1 0 0 0,1 0 0 0 0,0-1 0 0 0,0 0 0 0 0,14 5 1 0 0,0-3 0 0 0,0-2 1 0 0,0 0 0 0 0,1-1-1 0 0,-1-1 1 0 0,1-1 0 0 0,0-2-1 0 0,-1 0 1 0 0,38-6 0 0 0,-20 0 35 0 0,0-3 0 0 0,-1-1 0 0 0,0-2 1 0 0,44-19-1 0 0,-41 11-14 0 0,-1-3-1 0 0,-1-1 1 0 0,-1-2 0 0 0,-1-1-1 0 0,38-36 1 0 0,168-178-478 0 0,-233 224 365 0 0,-12 16 73 0 0,-3 3 146 0 0,-62 70 77 0 0,-144 172 812 0 0,142-155-511 0 0,4 3 0 0 0,4 3 0 0 0,5 2 0 0 0,3 2 0 0 0,5 2 1 0 0,-46 155-1 0 0,68-173-482 0 0,-29 95 12 0 0,39-142 24 0 0,-1 0 1 0 0,-34 59-1 0 0,44-88-9 0 0,-1 0 1 0 0,0 0-1 0 0,0-1 1 0 0,-1 1-1 0 0,0-1 0 0 0,0 0 1 0 0,0-1-1 0 0,-1 0 0 0 0,0 0 1 0 0,0 0-1 0 0,0 0 0 0 0,0-1 1 0 0,-12 4-1 0 0,14-6 59 0 0,0-1 0 0 0,0 1 0 0 0,-1-1 0 0 0,1 0 0 0 0,0-1 0 0 0,0 1 0 0 0,0-1 0 0 0,-1 0 0 0 0,1-1 0 0 0,0 1-1 0 0,0-1 1 0 0,0 0 0 0 0,0 0 0 0 0,0-1 0 0 0,0 1 0 0 0,0-1 0 0 0,0 0 0 0 0,0-1 0 0 0,1 1 0 0 0,-1-1 0 0 0,1 0 0 0 0,0 0 0 0 0,-4-3 0 0 0,0-1-81 0 0,1 1 0 0 0,1-1 0 0 0,-1 0 1 0 0,1-1-1 0 0,1 1 0 0 0,-1-1 0 0 0,1 0 1 0 0,1-1-1 0 0,-1 1 0 0 0,1-1 0 0 0,1 0 0 0 0,-5-15 1 0 0,6 11 55 0 0,0 0 1 0 0,0 0 0 0 0,2 0-1 0 0,-1 0 1 0 0,2 0-1 0 0,-1 0 1 0 0,2 0 0 0 0,4-18-1 0 0,1 5 35 0 0,1 0-1 0 0,1 1 1 0 0,2 0-1 0 0,0 1 1 0 0,2 0-1 0 0,0 1 1 0 0,2 0-1 0 0,23-28 1 0 0,-10 20-1135 0 0,2 1 0 0 0,0 1 0 0 0,2 1-1 0 0,1 2 1 0 0,1 2 0 0 0,53-30 0 0 0,235-94-8146 0 0,-284 131 3506 0 0,1 0-2906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4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422 106 2924 0 0,'1'-2'462'0'0,"4"-5"1407"0"0,0 0 1 0 0,-1 0-1 0 0,0 0 0 0 0,5-12 1 0 0,-8 17-1754 0 0,-1 1 0 0 0,1 0 1 0 0,-1 0-1 0 0,0-1 0 0 0,1 1 1 0 0,-1 0-1 0 0,0-1 0 0 0,0 1 1 0 0,1 0-1 0 0,-1-1 0 0 0,0 1 1 0 0,-1 0-1 0 0,1-1 0 0 0,0 1 1 0 0,0 0-1 0 0,0-1 0 0 0,-1 1 1 0 0,1 0-1 0 0,-1-1 0 0 0,1 1 1 0 0,-1 0-1 0 0,0 0 0 0 0,1 0 1 0 0,-1 0-1 0 0,0-1 0 0 0,0 1 1 0 0,1 0-1 0 0,-1 0 1 0 0,0 0-1 0 0,0 1 0 0 0,0-1 1 0 0,-1 0-1 0 0,1 0 0 0 0,0 0 1 0 0,0 1-1 0 0,0-1 0 0 0,-2 0 1 0 0,-7-2 8 0 0,0 0 1 0 0,0 1 0 0 0,-1 0 0 0 0,1 1 0 0 0,0 0 0 0 0,0 0 0 0 0,-1 1 0 0 0,1 1 0 0 0,0 0 0 0 0,-13 2-1 0 0,-9 4 46 0 0,-59 20-1 0 0,81-24-153 0 0,0 1 1 0 0,0 1-1 0 0,0 0 0 0 0,1 0 1 0 0,0 1-1 0 0,0 0 0 0 0,0 0 1 0 0,0 1-1 0 0,-7 8 0 0 0,13-12 17 0 0,1 0-1 0 0,-1 0 0 0 0,1 0 1 0 0,0 0-1 0 0,0 0 1 0 0,0 1-1 0 0,0-1 0 0 0,1 1 1 0 0,-1-1-1 0 0,1 1 0 0 0,0 0 1 0 0,0-1-1 0 0,0 1 1 0 0,1 0-1 0 0,-1 0 0 0 0,1 0 1 0 0,0 0-1 0 0,0-1 1 0 0,0 1-1 0 0,0 0 0 0 0,1 0 1 0 0,0 0-1 0 0,0-1 1 0 0,0 1-1 0 0,0 0 0 0 0,0-1 1 0 0,1 1-1 0 0,2 3 0 0 0,7 11 263 0 0,2-1-1 0 0,0 0 1 0 0,0-1-1 0 0,2-1 1 0 0,27 24-1 0 0,-13-12-75 0 0,-8-8-87 0 0,-6-6 16 0 0,-1 1 1 0 0,0 0-1 0 0,-1 1 0 0 0,19 28 1 0 0,-31-41-36 0 0,1 0 0 0 0,-1-1 1 0 0,0 1-1 0 0,-1 0 0 0 0,1 0 0 0 0,0 0 1 0 0,0 0-1 0 0,-1 0 0 0 0,1 1 1 0 0,-1-1-1 0 0,0 0 0 0 0,0 0 0 0 0,0 0 1 0 0,0 0-1 0 0,0 0 0 0 0,0 1 1 0 0,0-1-1 0 0,-1 0 0 0 0,1 0 0 0 0,-1 2 1 0 0,-1-1-22 0 0,1-1 0 0 0,-1 0 1 0 0,1 1-1 0 0,-1-1 0 0 0,0 0 1 0 0,0 0-1 0 0,0 0 0 0 0,0 0 0 0 0,0-1 1 0 0,0 1-1 0 0,0 0 0 0 0,-1-1 1 0 0,-3 2-1 0 0,-6 2 51 0 0,1-1 0 0 0,-1 0-1 0 0,0-1 1 0 0,0 0 0 0 0,-23 2 0 0 0,14-3-224 0 0,1-1 0 0 0,0-1 0 0 0,-23-3 0 0 0,-5-8-4327 0 0,40 8 1802 0 0,0 0 0 0 0,1 0 0 0 0,-1-1 0 0 0,-6-5 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4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1 488 0 0,'90'43'15141'0'0,"-89"-43"-15043"0"0,-1 1 0 0 0,1-1-1 0 0,0 1 1 0 0,-1-1 0 0 0,1 1 0 0 0,-1-1 0 0 0,1 1 0 0 0,-1-1 0 0 0,1 1 0 0 0,-1 0 0 0 0,0-1 0 0 0,1 1-1 0 0,-1 0 1 0 0,0-1 0 0 0,0 1 0 0 0,1 0 0 0 0,-1-1 0 0 0,0 1 0 0 0,0 0 0 0 0,0 0 0 0 0,0-1 0 0 0,0 1-1 0 0,0 0 1 0 0,0 0 0 0 0,0-1 0 0 0,0 1 0 0 0,0 0 0 0 0,0 1 0 0 0,-10 17 836 0 0,-1-4-781 0 0,0-1 0 0 0,-2-1 0 0 0,1 0 0 0 0,-2-1 0 0 0,0-1 0 0 0,0 0-1 0 0,-22 12 1 0 0,13-7-461 0 0,-80 50-3635 0 0,30-26-2681 0 0,25-16-722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7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0 377 1816 0 0,'4'-9'811'0'0,"0"1"0"0"0,0 0 1 0 0,0 1-1 0 0,1-1 0 0 0,1 1 0 0 0,-1 0 0 0 0,1 0 0 0 0,0 0 0 0 0,1 1 1 0 0,-1 0-1 0 0,1 0 0 0 0,1 1 0 0 0,-1 0 0 0 0,9-5 0 0 0,-15 10-755 0 0,0 0 0 0 0,0-1 0 0 0,0 1 0 0 0,0 0-1 0 0,0 0 1 0 0,0 0 0 0 0,-1 0 0 0 0,1 0 0 0 0,0 0 0 0 0,0 0-1 0 0,0 0 1 0 0,0 0 0 0 0,0 0 0 0 0,0 0 0 0 0,0 1 0 0 0,0-1-1 0 0,-1 0 1 0 0,1 1 0 0 0,0-1 0 0 0,0 0 0 0 0,0 1 0 0 0,-1-1-1 0 0,1 1 1 0 0,0-1 0 0 0,0 1 0 0 0,-1 0 0 0 0,1-1 0 0 0,0 2-1 0 0,1 0 62 0 0,0 1 0 0 0,-1-1 0 0 0,1 0 0 0 0,-1 1 0 0 0,0-1 0 0 0,1 0 0 0 0,0 5 0 0 0,0 1 37 0 0,-1 1 1 0 0,0-1-1 0 0,0 0 0 0 0,-1 1 0 0 0,0-1 0 0 0,0 1 0 0 0,-1-1 1 0 0,0 1-1 0 0,-3 12 0 0 0,-5 11 50 0 0,-16 36 0 0 0,3-6-8 0 0,12-35-136 0 0,7-20-48 0 0,0 0 1 0 0,0 0-1 0 0,1 1 0 0 0,0-1 0 0 0,1 1 1 0 0,-1 0-1 0 0,2-1 0 0 0,-1 10 0 0 0,3-2 10 0 0,-2-14-22 0 0,1-1 0 0 0,-1 1 0 0 0,1 0 1 0 0,-1 0-1 0 0,0 0 0 0 0,1-1 0 0 0,0 1 0 0 0,-1 0 1 0 0,1-1-1 0 0,-1 1 0 0 0,1 0 0 0 0,0-1 0 0 0,0 1 0 0 0,-1-1 1 0 0,1 1-1 0 0,0-1 0 0 0,0 1 0 0 0,-1-1 0 0 0,1 0 1 0 0,0 1-1 0 0,0-1 0 0 0,1 0 0 0 0,1 1 1 0 0,-1-1 0 0 0,1 0 0 0 0,-1 0 0 0 0,1 0 0 0 0,0 0 0 0 0,-1-1 0 0 0,1 1 0 0 0,2-2 0 0 0,3 0 0 0 0,0-1-1 0 0,0 0 1 0 0,0-1-1 0 0,8-4 1 0 0,5-6-7 0 0,0-1-1 0 0,-2 0 1 0 0,1-1 0 0 0,18-21 0 0 0,61-80-74 0 0,-94 111 78 0 0,6-12-82 0 0,-12 17 17 0 0,-7 10 40 0 0,-6 9 31 0 0,1 1 0 0 0,-13 25 0 0 0,23-38 1 0 0,0 0 1 0 0,1 0 0 0 0,-1 0-1 0 0,1 0 1 0 0,1 1-1 0 0,-1-1 1 0 0,1 0 0 0 0,0 1-1 0 0,0-1 1 0 0,1 1-1 0 0,0 0 1 0 0,0-1-1 0 0,2 9 1 0 0,-2-12-4 0 0,1-1 0 0 0,0 1 0 0 0,0 0 1 0 0,0-1-1 0 0,0 1 0 0 0,0-1 0 0 0,0 0 0 0 0,1 1 0 0 0,-1-1 0 0 0,1 0 0 0 0,0 0 0 0 0,0 0 1 0 0,-1 0-1 0 0,1 0 0 0 0,1 0 0 0 0,3 3 0 0 0,-2-3 1 0 0,0 0 0 0 0,1 0 0 0 0,-1 0 0 0 0,0-1 1 0 0,1 0-1 0 0,0 1 0 0 0,-1-2 0 0 0,1 1 0 0 0,5 0 0 0 0,7-1 0 0 0,0 0 1 0 0,0-2 0 0 0,0 0-1 0 0,20-5 1 0 0,-23 4-8 0 0,-2-1-1 0 0,1 0 1 0 0,0-1 0 0 0,-1-1 0 0 0,0 0 0 0 0,0 0 0 0 0,0-1 0 0 0,-1-1-1 0 0,0 0 1 0 0,-1 0 0 0 0,1-1 0 0 0,-2 0 0 0 0,1-1 0 0 0,-1 0 0 0 0,-1-1 0 0 0,0 1-1 0 0,0-2 1 0 0,-1 1 0 0 0,-1-1 0 0 0,0 0 0 0 0,0 0 0 0 0,-1-1 0 0 0,4-16-1 0 0,-5 11-5 0 0,0 0 0 0 0,-1 0 0 0 0,-1 0 0 0 0,0-22 0 0 0,-2 30 3 0 0,0 1 0 0 0,-1-1-1 0 0,-1 1 1 0 0,0-1 0 0 0,0 1 0 0 0,0 0-1 0 0,-2-1 1 0 0,1 1 0 0 0,-8-14 0 0 0,10 21 1 0 0,0 0 0 0 0,0 0 0 0 0,-1 0 1 0 0,1 0-1 0 0,-1 0 0 0 0,1 0 0 0 0,-1 0 1 0 0,0 0-1 0 0,0 1 0 0 0,1-1 0 0 0,-1 1 0 0 0,0-1 1 0 0,0 1-1 0 0,-1 0 0 0 0,1 0 0 0 0,0 0 1 0 0,0 0-1 0 0,-1 0 0 0 0,1 0 0 0 0,0 1 0 0 0,-1-1 1 0 0,1 1-1 0 0,-1-1 0 0 0,1 1 0 0 0,0 0 1 0 0,-1 0-1 0 0,1 0 0 0 0,-1 1 0 0 0,1-1 1 0 0,-1 0-1 0 0,1 1 0 0 0,0 0 0 0 0,-1-1 0 0 0,1 1 1 0 0,0 0-1 0 0,-1 0 0 0 0,1 0 0 0 0,0 1 1 0 0,0-1-1 0 0,0 0 0 0 0,0 1 0 0 0,0-1 0 0 0,-2 4 1 0 0,1-3 5 0 0,1 0-1 0 0,0 0 1 0 0,0 1 0 0 0,0-1 0 0 0,0 0 0 0 0,0 1 0 0 0,1-1 0 0 0,-1 1 0 0 0,1 0 0 0 0,0-1 0 0 0,0 1 0 0 0,0 0-1 0 0,0 0 1 0 0,0 0 0 0 0,0 0 0 0 0,1 0 0 0 0,-1 0 0 0 0,1 0 0 0 0,0 0 0 0 0,0 0 0 0 0,0 0 0 0 0,0 0 0 0 0,1 0-1 0 0,-1 0 1 0 0,1 0 0 0 0,0 0 0 0 0,0 0 0 0 0,0-1 0 0 0,0 1 0 0 0,0 0 0 0 0,1 0 0 0 0,-1-1 0 0 0,1 1 0 0 0,0-1 0 0 0,-1 1-1 0 0,4 2 1 0 0,2 0 1 0 0,0 1 0 0 0,0-1 0 0 0,1 0-1 0 0,-1-1 1 0 0,1 0 0 0 0,0 0 0 0 0,0 0-1 0 0,1-1 1 0 0,-1 0 0 0 0,1-1 0 0 0,15 2 0 0 0,3 0-11 0 0,0-1 0 0 0,42-2 0 0 0,-34-3-110 0 0,-1 0 0 0 0,0-3 0 0 0,1 0 0 0 0,-2-3 1 0 0,1 0-1 0 0,32-14 0 0 0,-45 14 41 0 0,-1-1 1 0 0,-1-1-1 0 0,1-1 0 0 0,-2-1 1 0 0,1 0-1 0 0,-2-2 0 0 0,0 0 1 0 0,0 0-1 0 0,-1-2 0 0 0,20-25 1 0 0,-26 29 54 0 0,0-1 0 0 0,-1-1 0 0 0,0 0 0 0 0,-1 0 0 0 0,0 0 0 0 0,-1-1 0 0 0,-1 0 0 0 0,4-17 0 0 0,-10 32 24 0 0,0 0 0 0 0,0 0-1 0 0,0 0 1 0 0,0 1 0 0 0,-1-1-1 0 0,1 0 1 0 0,0 0 0 0 0,0 0-1 0 0,0 0 1 0 0,-1 0 0 0 0,1 0-1 0 0,0 0 1 0 0,0 0 0 0 0,0 0-1 0 0,-1 0 1 0 0,1 0 0 0 0,0 0-1 0 0,0 0 1 0 0,-1 0 0 0 0,1 0-1 0 0,0 0 1 0 0,0 0 0 0 0,0 0-1 0 0,-1 0 1 0 0,1 0 0 0 0,0 0-1 0 0,0 0 1 0 0,0 0 0 0 0,-1 0-1 0 0,1 0 1 0 0,0-1 0 0 0,0 1-1 0 0,0 0 1 0 0,0 0 0 0 0,-1 0-1 0 0,1 0 1 0 0,0 0 0 0 0,0-1-1 0 0,0 1 1 0 0,0 0 0 0 0,0 0-1 0 0,0 0 1 0 0,-1 0 0 0 0,1-1-1 0 0,0 1 1 0 0,0 0 0 0 0,0 0-1 0 0,0 0 1 0 0,0-1 0 0 0,0 1-1 0 0,0 0 1 0 0,0 0 0 0 0,0-1-1 0 0,0 1 1 0 0,0 0 0 0 0,0 0-1 0 0,0 0 1 0 0,0-1 0 0 0,0 1-1 0 0,0 0 1 0 0,0 0 0 0 0,0 0-1 0 0,0-1 1 0 0,1 1 0 0 0,-1 0-1 0 0,0-1 1 0 0,-13 12-22 0 0,-9 14 94 0 0,2 1 1 0 0,1 1-1 0 0,2 0 0 0 0,-24 50 1 0 0,30-56-25 0 0,-33 67 226 0 0,4 3 1 0 0,4 1 0 0 0,-46 187 0 0 0,77-259-15 0 0,8-33-77 0 0,5-16-180 0 0,2 0 1 0 0,0 1 0 0 0,2 0-1 0 0,1 1 1 0 0,26-42-1 0 0,-27 51-11 0 0,0 1 0 0 0,1 1-1 0 0,1 0 1 0 0,0 1 0 0 0,1 1-1 0 0,1 0 1 0 0,0 1-1 0 0,1 0 1 0 0,19-9 0 0 0,-32 19-1 0 0,1 1-1 0 0,0-1 1 0 0,0 1 0 0 0,0 0 0 0 0,0 1 0 0 0,0 0 0 0 0,1-1 0 0 0,-1 2 0 0 0,0-1 0 0 0,1 0 0 0 0,-1 1 0 0 0,0 0-1 0 0,1 1 1 0 0,-1-1 0 0 0,9 3 0 0 0,-10-2 7 0 0,0 0 0 0 0,-1 1 1 0 0,1-1-1 0 0,0 1 0 0 0,-1 0 0 0 0,1 1 0 0 0,-1-1 1 0 0,0 0-1 0 0,0 1 0 0 0,0 0 0 0 0,0 0 0 0 0,0 0 1 0 0,-1 0-1 0 0,1 0 0 0 0,-1 0 0 0 0,0 1 0 0 0,0-1 1 0 0,0 1-1 0 0,0-1 0 0 0,0 1 0 0 0,0 5 0 0 0,1 1 12 0 0,0 0-1 0 0,-1 1 1 0 0,0 0-1 0 0,-1-1 0 0 0,0 1 1 0 0,-1 0-1 0 0,-2 14 1 0 0,-2 9-4 0 0,-9 33 0 0 0,-3 19 4 0 0,15-82-9 0 0,0 2 2 0 0,1 1-1 0 0,-1-1 1 0 0,1 0-1 0 0,0 0 1 0 0,2 11-1 0 0,-2-15 0 0 0,1-1 0 0 0,-1 1-1 0 0,1-1 1 0 0,-1 1 0 0 0,1-1-1 0 0,0 0 1 0 0,-1 1 0 0 0,1-1-1 0 0,0 0 1 0 0,0 0 0 0 0,0 1-1 0 0,0-1 1 0 0,0 0-1 0 0,0 0 1 0 0,1 0 0 0 0,-1 0-1 0 0,0 0 1 0 0,0 0 0 0 0,1-1-1 0 0,-1 1 1 0 0,0 0 0 0 0,1-1-1 0 0,-1 1 1 0 0,1-1 0 0 0,-1 1-1 0 0,1-1 1 0 0,-1 0 0 0 0,3 1-1 0 0,7 0 3 0 0,0-1 0 0 0,0 0 0 0 0,0-1 0 0 0,0 0 0 0 0,0-1 0 0 0,0 0 0 0 0,-1-1 0 0 0,1 0 0 0 0,13-5 0 0 0,6-6-5 0 0,52-29 1 0 0,-46 21-26 0 0,0-2 0 0 0,39-34 0 0 0,-60 44 16 0 0,0 0 1 0 0,0-1 0 0 0,-2-1 0 0 0,0 0 0 0 0,0-1-1 0 0,16-31 1 0 0,-25 44 29 0 0,-4 2-16 0 0,1 1-1 0 0,0 0 1 0 0,0 0-1 0 0,-1-1 1 0 0,1 1-1 0 0,-1-1 1 0 0,1 1-1 0 0,-1 0 1 0 0,0-1-1 0 0,1 1 1 0 0,-1-1-1 0 0,0 1 1 0 0,0-1-1 0 0,0 1 1 0 0,0-1-1 0 0,-1-1 1 0 0,-7-2-3 0 0,2 5 9 0 0,4 0-8 0 0,0 0 0 0 0,0 1 0 0 0,0-1 0 0 0,0 0 1 0 0,0 1-1 0 0,0 0 0 0 0,0 0 0 0 0,0-1 0 0 0,1 1 0 0 0,-1 0 0 0 0,0 0 0 0 0,1 1 0 0 0,-1-1 0 0 0,0 0 1 0 0,1 0-1 0 0,-2 3 0 0 0,1-3 3 0 0,-14 14 25 0 0,0 1 1 0 0,2 0 0 0 0,0 1 0 0 0,0 0-1 0 0,-16 30 1 0 0,22-33-24 0 0,1-1-1 0 0,1 2 1 0 0,0-1-1 0 0,0 1 1 0 0,2 0-1 0 0,0 0 0 0 0,0 0 1 0 0,-1 26-1 0 0,5-38 1 0 0,-1 1-1 0 0,1 0 1 0 0,1 0 0 0 0,-1 0-1 0 0,0 0 1 0 0,1 0-1 0 0,0 0 1 0 0,0-1-1 0 0,0 1 1 0 0,0 0 0 0 0,1 0-1 0 0,0-1 1 0 0,-1 1-1 0 0,1-1 1 0 0,0 0-1 0 0,1 0 1 0 0,-1 1 0 0 0,1-1-1 0 0,-1-1 1 0 0,1 1-1 0 0,6 5 1 0 0,-3-5 4 0 0,1 1-1 0 0,-1-1 1 0 0,1 1 0 0 0,0-2-1 0 0,0 1 1 0 0,1-1 0 0 0,-1 0-1 0 0,0-1 1 0 0,1 0 0 0 0,11 1-1 0 0,-3-2 1 0 0,-1 0 0 0 0,1-2 0 0 0,-1 1 0 0 0,0-2 0 0 0,1 0 0 0 0,-1-1 0 0 0,-1 0-1 0 0,1-2 1 0 0,-1 1 0 0 0,14-9 0 0 0,0-1 0 0 0,-1-1 0 0 0,-1-1 0 0 0,47-41 0 0 0,-52 39-23 0 0,-1-1 0 0 0,0-1 0 0 0,29-41 0 0 0,-42 52 7 0 0,-1 0-1 0 0,0-1 1 0 0,0 0-1 0 0,-1 0 1 0 0,0 0-1 0 0,-1-1 0 0 0,-1 1 1 0 0,0-1-1 0 0,0 0 1 0 0,-1 0-1 0 0,1-17 1 0 0,-3 27 3 0 0,0 0 1 0 0,0 0 0 0 0,0-1-1 0 0,-1 1 1 0 0,1 0 0 0 0,-1 0 0 0 0,1-1-1 0 0,-1 1 1 0 0,0 0 0 0 0,0 0-1 0 0,0 0 1 0 0,0 0 0 0 0,0 0-1 0 0,0 0 1 0 0,-1 0 0 0 0,1 0-1 0 0,-1 1 1 0 0,1-1 0 0 0,-1 1-1 0 0,0-1 1 0 0,1 1 0 0 0,-1-1 0 0 0,0 1-1 0 0,0 0 1 0 0,0 0 0 0 0,0 0-1 0 0,0 0 1 0 0,0 0 0 0 0,0 0-1 0 0,-1 1 1 0 0,-2-2 0 0 0,-28 2 0 0 0,21 4-5 0 0,3 1 0 0 0,6-3 7 0 0,-1 0 0 0 0,1 0 0 0 0,0 0 0 0 0,0 0 0 0 0,-1 0 0 0 0,1 1 0 0 0,1-1-1 0 0,-1 1 1 0 0,0 0 0 0 0,1 0 0 0 0,-1 0 0 0 0,1 0 0 0 0,0 0 0 0 0,0 1 0 0 0,0-1 0 0 0,-2 6 0 0 0,4-7 1 0 0,-1 0 1 0 0,1 0-1 0 0,0 0 1 0 0,0 0-1 0 0,-1 0 1 0 0,1 1-1 0 0,1-1 0 0 0,-1 0 1 0 0,0 0-1 0 0,0 0 1 0 0,1 0-1 0 0,-1 0 1 0 0,1 0-1 0 0,0 0 1 0 0,0 0-1 0 0,-1 0 0 0 0,1 0 1 0 0,0-1-1 0 0,1 1 1 0 0,-1 0-1 0 0,0 0 1 0 0,0-1-1 0 0,1 1 1 0 0,-1-1-1 0 0,1 1 1 0 0,0-1-1 0 0,-1 0 0 0 0,1 0 1 0 0,0 1-1 0 0,0-1 1 0 0,-1 0-1 0 0,4 1 1 0 0,7 3-2 0 0,0 0 1 0 0,1 0 0 0 0,-1-1 0 0 0,1-1-1 0 0,0 0 1 0 0,0-1 0 0 0,21 2 0 0 0,2-3-29 0 0,55-6 0 0 0,-54 2-171 0 0,66-16-1 0 0,-88 16 146 0 0,-1-2-1 0 0,0 0 1 0 0,0 0-1 0 0,-1-1 1 0 0,1-1-1 0 0,-1 0 1 0 0,17-13-1 0 0,-15 3 7 0 0,-14 17 46 0 0,-1-1 0 0 0,0 1 0 0 0,1-1 0 0 0,-1 1 0 0 0,0 0 0 0 0,1-1 0 0 0,-1 1 0 0 0,0-1 0 0 0,0 1 0 0 0,0-1 0 0 0,1 1 0 0 0,-1-1 0 0 0,0 1 0 0 0,0-1 0 0 0,0 1 0 0 0,0-1 0 0 0,0 1 0 0 0,0-1 0 0 0,0 1-1 0 0,0-1 1 0 0,0 1 0 0 0,0-1 0 0 0,0 1 0 0 0,-1-1 0 0 0,1 1 0 0 0,0 0 0 0 0,0-1 0 0 0,0 1 0 0 0,0-1 0 0 0,-1 1 0 0 0,1-1 0 0 0,0 1 0 0 0,-1 0 0 0 0,1-1 0 0 0,0 1 0 0 0,-1-1 0 0 0,1 1 0 0 0,0 0 0 0 0,-1-1 0 0 0,1 1 0 0 0,-1 0 0 0 0,-1-1 1 0 0,0 0 0 0 0,-1 1 0 0 0,1-1 0 0 0,0 1 0 0 0,0 0-1 0 0,0-1 1 0 0,-1 1 0 0 0,1 0 0 0 0,0 0 0 0 0,-1 1 0 0 0,1-1 0 0 0,0 0 0 0 0,0 1 0 0 0,0 0 0 0 0,-1-1 0 0 0,1 1 0 0 0,0 0-1 0 0,0 0 1 0 0,0 0 0 0 0,0 0 0 0 0,0 0 0 0 0,-3 3 0 0 0,-1 0 5 0 0,-7 5 24 0 0,0 1 0 0 0,0 1 0 0 0,0 0 0 0 0,2 1 0 0 0,-1 0 0 0 0,1 0 0 0 0,1 1 0 0 0,1 1 0 0 0,0 0 0 0 0,0 0 0 0 0,-8 20 0 0 0,12-23-8 0 0,1 0 0 0 0,0 0 0 0 0,1 0 0 0 0,0 1 0 0 0,1-1 0 0 0,0 1 0 0 0,0 16 0 0 0,2-24-9 0 0,0 0 0 0 0,0 0 0 0 0,1 0 0 0 0,-1 0 0 0 0,1 0 0 0 0,0 0 0 0 0,0 0 0 0 0,1 0 0 0 0,-1-1 0 0 0,1 1 0 0 0,-1 0 0 0 0,1-1 0 0 0,1 1 0 0 0,-1-1-1 0 0,0 0 1 0 0,1 1 0 0 0,-1-1 0 0 0,1 0 0 0 0,0-1 0 0 0,0 1 0 0 0,1-1 0 0 0,-1 1 0 0 0,0-1 0 0 0,7 3 0 0 0,1 0 1 0 0,1-1-1 0 0,-1 0 1 0 0,1-1 0 0 0,0 0-1 0 0,0-1 1 0 0,1 0 0 0 0,-1-1-1 0 0,0-1 1 0 0,1 0 0 0 0,16-2-1 0 0,10-3-11 0 0,73-19 0 0 0,-79 15-2 0 0,0-2 1 0 0,0-1-1 0 0,-1-2 0 0 0,43-24 1 0 0,-57 27-13 0 0,0-1 1 0 0,0-1-1 0 0,-1 0 0 0 0,-1-1 1 0 0,-1-1-1 0 0,0-1 0 0 0,0 0 1 0 0,16-25-1 0 0,-27 35 11 0 0,-1 0 0 0 0,0 0 0 0 0,0-1 0 0 0,0 1 0 0 0,-1-1 0 0 0,3-12 1 0 0,-4 16 0 0 0,-1 0 1 0 0,1 0-1 0 0,-1-1 1 0 0,0 1-1 0 0,0 0 1 0 0,0 0-1 0 0,0 0 1 0 0,-1 0-1 0 0,1 0 1 0 0,-1 0-1 0 0,0 0 1 0 0,0 0-1 0 0,0 0 1 0 0,0 0-1 0 0,0 0 1 0 0,-4-5-1 0 0,4 7 2 0 0,0 0 0 0 0,0 0 1 0 0,0 1-1 0 0,-1-1 0 0 0,1 0 0 0 0,0 0 0 0 0,-1 1 1 0 0,1-1-1 0 0,0 1 0 0 0,-1-1 0 0 0,1 1 0 0 0,0 0 0 0 0,-1 0 1 0 0,1-1-1 0 0,-1 1 0 0 0,1 0 0 0 0,-1 0 0 0 0,1 0 1 0 0,0 0-1 0 0,-3 1 0 0 0,-1 0 6 0 0,1-1 0 0 0,0 1 1 0 0,0 1-1 0 0,0-1 0 0 0,-8 4 1 0 0,1 1 50 0 0,1 1 0 0 0,0 0 0 0 0,0 1 1 0 0,1 1-1 0 0,0-1 0 0 0,0 1 0 0 0,1 1 1 0 0,0-1-1 0 0,0 2 0 0 0,-9 16 0 0 0,8-11 2 0 0,1 1 0 0 0,1-1 0 0 0,0 2 0 0 0,1-1 0 0 0,1 1 0 0 0,-5 29 0 0 0,9-43-45 0 0,1 1-1 0 0,-1 0 0 0 0,1 0 0 0 0,0 0 0 0 0,0 0 0 0 0,1 0 0 0 0,0 0 1 0 0,-1 0-1 0 0,2 0 0 0 0,-1-1 0 0 0,0 1 0 0 0,1 0 0 0 0,0-1 0 0 0,0 1 1 0 0,0-1-1 0 0,1 0 0 0 0,0 0 0 0 0,-1 0 0 0 0,1 0 0 0 0,1 0 0 0 0,3 3 1 0 0,-1-2-116 0 0,0 0 0 0 0,0-1 0 0 0,1 0 0 0 0,0 0 0 0 0,0 0 0 0 0,0-1 0 0 0,0 0 0 0 0,0-1 0 0 0,1 1 0 0 0,-1-2 1 0 0,1 1-1 0 0,13 1 0 0 0,4-2-789 0 0,-1 0 0 0 0,1-2 0 0 0,0-1 0 0 0,24-4 0 0 0,97-29-6317 0 0,-89 18 2472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8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368 190 1204 0 0,'3'-2'507'0'0,"54"-38"5099"0"0,-52 36-4888 0 0,-1 0 0 0 0,1-1 0 0 0,-1 0 0 0 0,0 1 0 0 0,0-1 0 0 0,-1-1 0 0 0,1 1 0 0 0,4-11 0 0 0,-8 15-650 0 0,1 0 0 0 0,-1 1 0 0 0,0-1 0 0 0,0 0 0 0 0,0 1 0 0 0,1-1 0 0 0,-1 0 0 0 0,0 1 0 0 0,0-1 0 0 0,0 0 0 0 0,0 0 0 0 0,0 1 0 0 0,0-1 0 0 0,0 0 0 0 0,0 1 0 0 0,0-1 0 0 0,-1 0 0 0 0,1 1 0 0 0,0-1 0 0 0,0 0 0 0 0,-1 1 0 0 0,1-1 0 0 0,0 0 0 0 0,-1 1 0 0 0,1-1 0 0 0,-1 0 0 0 0,0 0 37 0 0,-1 0-1 0 0,1 0 1 0 0,0 0 0 0 0,-1 0-1 0 0,1 1 1 0 0,0-1 0 0 0,-1 0-1 0 0,1 1 1 0 0,-1-1 0 0 0,1 1-1 0 0,-3-1 1 0 0,-2 0 100 0 0,0 1 1 0 0,-1 0-1 0 0,1 0 0 0 0,-8 0 1 0 0,-3 4 58 0 0,0-1 0 0 0,0 2 0 0 0,0 0 0 0 0,0 1 1 0 0,1 1-1 0 0,-17 10 0 0 0,-1 2 153 0 0,-50 38 0 0 0,66-44-346 0 0,0 1 0 0 0,1 0 0 0 0,1 2 0 0 0,0-1 0 0 0,1 2 1 0 0,1 0-1 0 0,-13 20 0 0 0,24-31-33 0 0,1 0 0 0 0,-1 0 0 0 0,1 0 0 0 0,-3 11 0 0 0,5-16-32 0 0,0 0 1 0 0,0 0-1 0 0,0 0 1 0 0,0 0-1 0 0,1 0 0 0 0,-1 0 1 0 0,0-1-1 0 0,0 1 1 0 0,1 0-1 0 0,-1 0 0 0 0,1 0 1 0 0,-1 0-1 0 0,1-1 1 0 0,-1 1-1 0 0,1 0 0 0 0,-1-1 1 0 0,1 1-1 0 0,0 0 1 0 0,-1-1-1 0 0,1 1 0 0 0,0-1 1 0 0,0 1-1 0 0,-1-1 1 0 0,1 1-1 0 0,0-1 0 0 0,1 1 1 0 0,0 0 0 0 0,1 0 1 0 0,-1 0-1 0 0,0-1 1 0 0,0 1-1 0 0,1 0 1 0 0,-1-1 0 0 0,0 0-1 0 0,1 1 1 0 0,-1-1-1 0 0,0 0 1 0 0,5-1-1 0 0,7-2-9 0 0,1-1 1 0 0,-1 0-1 0 0,0-1 0 0 0,0 0 0 0 0,0-2 0 0 0,-1 1 1 0 0,0-2-1 0 0,13-9 0 0 0,14-13-51 0 0,39-38 0 0 0,-3 2-115 0 0,-75 65 136 0 0,-9 15-19 0 0,-28 39 53 0 0,20-31 10 0 0,0 1-1 0 0,2 1 1 0 0,1 0-1 0 0,0 1 1 0 0,-10 31-1 0 0,22-53-5 0 0,0-1 1 0 0,1 1-1 0 0,-1 0 0 0 0,0 0 0 0 0,1-1 0 0 0,0 1 0 0 0,0 0 0 0 0,0 0 0 0 0,0 0 1 0 0,0 0-1 0 0,0-1 0 0 0,1 1 0 0 0,-1 0 0 0 0,1 0 0 0 0,0-1 0 0 0,0 1 0 0 0,0 0 1 0 0,0-1-1 0 0,2 4 0 0 0,-1-4 0 0 0,0 0 0 0 0,0 0 0 0 0,0 0 0 0 0,1 0 0 0 0,-1-1 0 0 0,1 1 0 0 0,-1-1 0 0 0,1 1 0 0 0,-1-1 0 0 0,1 0 0 0 0,0 0 0 0 0,-1 0 0 0 0,1-1 0 0 0,0 1 0 0 0,0-1 0 0 0,-1 1 1 0 0,1-1-1 0 0,0 0 0 0 0,5 0 0 0 0,6-1-3 0 0,0 0 0 0 0,-1-1 0 0 0,1-1 0 0 0,0 0 0 0 0,-1-1 1 0 0,1 0-1 0 0,15-8 0 0 0,6-5 8 0 0,45-29-1 0 0,-39 20-15 0 0,-1-2 0 0 0,-1-2 0 0 0,-1-1 0 0 0,-2-2-1 0 0,-1-1 1 0 0,-2-2 0 0 0,48-67 0 0 0,-77 98 13 0 0,-1 0 1 0 0,1-1-1 0 0,-1 1 0 0 0,0-1 0 0 0,-1 0 1 0 0,0 0-1 0 0,0 0 0 0 0,3-11 1 0 0,-6 14 1 0 0,0 2-10 0 0,1 0 0 0 0,-1 0 0 0 0,1 0 0 0 0,-1 0 0 0 0,0 0 0 0 0,1 1 0 0 0,-1-1 0 0 0,0 0 0 0 0,0 0 0 0 0,0 1 0 0 0,1-1 0 0 0,-1 1 1 0 0,0-1-1 0 0,0 0 0 0 0,0 1 0 0 0,0 0 0 0 0,0-1 0 0 0,0 1 0 0 0,0 0 0 0 0,0-1 0 0 0,0 1 0 0 0,0 0 0 0 0,-1 0 0 0 0,1 0 0 0 0,0 0 0 0 0,0 0 0 0 0,0 0 1 0 0,0 0-1 0 0,0 0 0 0 0,0 0 0 0 0,0 1 0 0 0,0-1 0 0 0,0 0 0 0 0,0 1 0 0 0,0-1 0 0 0,0 1 0 0 0,0-1 0 0 0,0 1 0 0 0,0 0 0 0 0,0-1 0 0 0,1 1 0 0 0,-2 1 0 0 0,0-1-10 0 0,-2 1 9 0 0,0 0 1 0 0,1 0-1 0 0,-1 1 0 0 0,1-1 0 0 0,0 1 0 0 0,-1 0 0 0 0,2 0 0 0 0,-1 0 0 0 0,0 0 0 0 0,0 1 0 0 0,1-1 0 0 0,0 1 1 0 0,0-1-1 0 0,0 1 0 0 0,-2 6 0 0 0,2-4 5 0 0,1 0 0 0 0,-1 0 1 0 0,2 0-1 0 0,-1 0 0 0 0,1 0 1 0 0,0 0-1 0 0,0 1 0 0 0,0-1 0 0 0,3 10 1 0 0,3 7 8 0 0,1 0 1 0 0,1-1 0 0 0,1 0-1 0 0,15 28 1 0 0,-19-40-19 0 0,-2-4 70 0 0,0 0 0 0 0,0 0 0 0 0,0 0 0 0 0,-1 1 0 0 0,0-1 0 0 0,-1 1 0 0 0,1-1-1 0 0,-1 8 1 0 0,-1-11 9 0 0,0 0-1 0 0,0 0 1 0 0,-1-1-1 0 0,1 1 1 0 0,-1 0-1 0 0,0 0 0 0 0,0-1 1 0 0,0 1-1 0 0,0 0 1 0 0,0-1-1 0 0,-1 1 1 0 0,1-1-1 0 0,-1 1 0 0 0,1-1 1 0 0,-1 0-1 0 0,0 0 1 0 0,0 0-1 0 0,0 0 1 0 0,0 0-1 0 0,-1 0 0 0 0,-3 2 1 0 0,-6 4 12 0 0,-1-1 1 0 0,0-1-1 0 0,-1 0 1 0 0,0 0 0 0 0,1-1-1 0 0,-2-1 1 0 0,1-1-1 0 0,-22 3 1 0 0,3-2-264 0 0,1-2 0 0 0,-57-3 1 0 0,50-1-1846 0 0,-48-11 1 0 0,68 9-968 0 0,0-1 0 0 0,-23-10 0 0 0,7-2-5765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9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65 216 0 0,'4'-12'4359'0'0,"-2"9"-3537"0"0,-1-1-1 0 0,0 1 1 0 0,1 0 0 0 0,-2-1-1 0 0,1 1 1 0 0,0-1-1 0 0,-1 1 1 0 0,1-5 0 0 0,-1 7-724 0 0,0 0 1 0 0,0 1-1 0 0,-1-1 1 0 0,1 0-1 0 0,0 1 1 0 0,0-1-1 0 0,-1 0 1 0 0,1 1-1 0 0,0-1 1 0 0,-1 1-1 0 0,1-1 1 0 0,0 0-1 0 0,-1 1 1 0 0,1-1-1 0 0,-1 1 1 0 0,1-1-1 0 0,-1 1 1 0 0,1 0-1 0 0,-2-1 1 0 0,1 0-2 0 0,-1 0-1 0 0,0 0 1 0 0,1 1 0 0 0,-1-1-1 0 0,0 1 1 0 0,0 0 0 0 0,1-1-1 0 0,-1 1 1 0 0,0 0 0 0 0,-3 0-1 0 0,-1 1 2 0 0,-1-1 0 0 0,0 2-1 0 0,1-1 1 0 0,-1 1-1 0 0,1 0 1 0 0,0 0-1 0 0,0 1 1 0 0,0-1 0 0 0,-11 8-1 0 0,-5 5 42 0 0,-22 17 0 0 0,41-29-116 0 0,-30 23 60 0 0,2 0 0 0 0,1 2 0 0 0,1 2 0 0 0,2 0-1 0 0,1 2 1 0 0,-43 68 0 0 0,65-93-75 0 0,1-1 0 0 0,0 1 0 0 0,0 0 0 0 0,1 0 0 0 0,-1 0 0 0 0,2 0 0 0 0,-1 0 0 0 0,1 0 0 0 0,0 1-1 0 0,0-1 1 0 0,2 14 0 0 0,-1-18-6 0 0,1 1-1 0 0,-1-1 1 0 0,1 0-1 0 0,0 0 1 0 0,0 1-1 0 0,1-1 1 0 0,-1 0-1 0 0,1 0 1 0 0,-1 0-1 0 0,1 0 1 0 0,0 0-1 0 0,0-1 1 0 0,0 1-1 0 0,0-1 1 0 0,1 1-1 0 0,-1-1 1 0 0,1 0-1 0 0,0 0 1 0 0,-1 0-1 0 0,1 0 0 0 0,0 0 1 0 0,0-1-1 0 0,0 1 1 0 0,0-1-1 0 0,1 0 1 0 0,-1 0-1 0 0,4 1 1 0 0,6 1 3 0 0,1-1-1 0 0,-1 0 1 0 0,0-1 0 0 0,0-1-1 0 0,1 0 1 0 0,-1 0 0 0 0,0-2-1 0 0,0 1 1 0 0,0-2 0 0 0,0 0 0 0 0,0 0-1 0 0,15-7 1 0 0,-13 4 72 0 0,1-1 1 0 0,-1-1-1 0 0,0-1 0 0 0,0 0 1 0 0,-1 0-1 0 0,0-2 1 0 0,-1 1-1 0 0,24-26 0 0 0,-15 9 853 0 0,0-2-1 0 0,-2 0 0 0 0,22-43 0 0 0,-36 63-538 0 0,-8 20-276 0 0,-8 19-79 0 0,5-19-24 0 0,1 0 0 0 0,0 0 0 0 0,1 1 1 0 0,0-1-1 0 0,1 1 0 0 0,0 0 0 0 0,1 13 0 0 0,1-20-11 0 0,0-1 0 0 0,1 0 0 0 0,-1 1 0 0 0,1-1 0 0 0,0 0 0 0 0,0 0 0 0 0,1 0 0 0 0,-1 0 0 0 0,1 0 0 0 0,0 0 0 0 0,0 0 0 0 0,0 0 0 0 0,1-1 0 0 0,-1 1 0 0 0,1-1 0 0 0,0 0 0 0 0,0 0 0 0 0,0 0 0 0 0,0 0 0 0 0,1 0 0 0 0,-1 0 0 0 0,8 3 0 0 0,-1-1-169 0 0,0-1 0 0 0,0 0 0 0 0,1 0 0 0 0,-1-1 0 0 0,1 0 0 0 0,0-1 0 0 0,0 0 0 0 0,22 0 0 0 0,-6-2-1521 0 0,1-1 0 0 0,39-7 0 0 0,-11-2-3483 0 0,-1-3-2806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7:59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244 510 1104 0 0,'-14'-4'6921'0'0,"14"4"-6804"0"0,-1 0-1 0 0,1-1 1 0 0,-1 1-1 0 0,0 0 1 0 0,1 0-1 0 0,-1-1 1 0 0,1 1-1 0 0,-1 0 1 0 0,0-1-1 0 0,1 1 1 0 0,-1-1-1 0 0,1 1 0 0 0,-1-1 1 0 0,1 1-1 0 0,0-1 1 0 0,-1 1-1 0 0,1-1 1 0 0,-1 1-1 0 0,1-1 1 0 0,0 1-1 0 0,-1-1 1 0 0,1 0-1 0 0,0 1 1 0 0,0-1-1 0 0,0 0 0 0 0,-1 1 1 0 0,1-1-1 0 0,0 0 1 0 0,0 1-1 0 0,0-1 1 0 0,0 1-1 0 0,0-1 1 0 0,0 0-1 0 0,0 1 1 0 0,1-1-1 0 0,-1 0 1 0 0,0 1-1 0 0,0-1 1 0 0,0 0-1 0 0,1 1 0 0 0,-1-1 1 0 0,0 0-1 0 0,0 1 1 0 0,1-1-1 0 0,-1 1 1 0 0,1-1-1 0 0,30-32 901 0 0,50-40 0 0 0,3-3-765 0 0,-61 52-190 0 0,0-1-1 0 0,36-54 0 0 0,-49 63-52 0 0,-1 0 0 0 0,0 0 1 0 0,-2-1-1 0 0,1-1 0 0 0,-2 1 0 0 0,8-35 0 0 0,-14 51-9 0 0,0 0-1 0 0,1 0 1 0 0,-1 0 0 0 0,0 0 0 0 0,0 0 0 0 0,0 1-1 0 0,0-1 1 0 0,0 0 0 0 0,0 0 0 0 0,0 0 0 0 0,0 0-1 0 0,0 1 1 0 0,-1-1 0 0 0,1 0 0 0 0,0 0 0 0 0,0 0-1 0 0,-1 0 1 0 0,0 0 0 0 0,1 1-1 0 0,0-1 0 0 0,-1 1 0 0 0,1 0 0 0 0,0 0 0 0 0,-1 0-1 0 0,1 0 1 0 0,-1-1 0 0 0,1 1 0 0 0,0 0 0 0 0,-1 0 0 0 0,1 0 0 0 0,-1 0 0 0 0,1 0 0 0 0,0 0 0 0 0,-1 0 0 0 0,1 0 0 0 0,-1 0-1 0 0,1 0 1 0 0,0 1 0 0 0,-1-1 0 0 0,1 0 0 0 0,-1 0 0 0 0,1 0 0 0 0,0 0 0 0 0,-1 1 0 0 0,-3 1-5 0 0,0 1 1 0 0,1-1-1 0 0,-1 1 1 0 0,1 0 0 0 0,-5 5-1 0 0,-16 21-4 0 0,2 0-1 0 0,1 2 1 0 0,-31 60 0 0 0,-38 109 44 0 0,78-170-26 0 0,-193 560 480 0 0,186-530-387 0 0,19-57-55 0 0,-1 0 0 0 0,0-1-1 0 0,0 1 1 0 0,0-1 0 0 0,-1 1 0 0 0,1-1 0 0 0,-1 1-1 0 0,1-1 1 0 0,-1 0 0 0 0,0 0 0 0 0,0 0-1 0 0,-2 2 1 0 0,3-3-37 0 0,1-1-1 0 0,-1 1 1 0 0,0-1 0 0 0,0 0-1 0 0,0 1 1 0 0,0-1 0 0 0,0 0-1 0 0,0 0 1 0 0,0 0 0 0 0,1 0-1 0 0,-1 0 1 0 0,0 0 0 0 0,0 0-1 0 0,0 0 1 0 0,0 0 0 0 0,0 0-1 0 0,0 0 1 0 0,0-1 0 0 0,0 1-1 0 0,0 0 1 0 0,0-1 0 0 0,1 1-1 0 0,-1-1 1 0 0,0 1 0 0 0,0-1-1 0 0,0 1 1 0 0,1-1 0 0 0,-1 1-1 0 0,0-1 1 0 0,1 0 0 0 0,-1 1-1 0 0,0-1 1 0 0,1 0 0 0 0,-1 0-1 0 0,1 1 1 0 0,-1-1 0 0 0,1-1-1 0 0,-7-7 2 0 0,1 0-1 0 0,0 0 1 0 0,1-1-1 0 0,0 0 1 0 0,1 0-1 0 0,0 0 1 0 0,0 0 0 0 0,1-1-1 0 0,0 1 1 0 0,1-1-1 0 0,1 0 1 0 0,-1 0-1 0 0,2 0 1 0 0,-1 1-1 0 0,2-1 1 0 0,-1 0-1 0 0,5-20 1 0 0,-2 16-16 0 0,2 0 1 0 0,-1 0-1 0 0,2 0 1 0 0,0 1-1 0 0,1 0 0 0 0,0 0 1 0 0,1 0-1 0 0,1 1 1 0 0,0 0-1 0 0,1 1 1 0 0,20-20-1 0 0,-15 18 4 0 0,0 0 0 0 0,1 1 0 0 0,1 1 0 0 0,0 1 0 0 0,0 1 0 0 0,2 0 0 0 0,-1 1 0 0 0,1 1 0 0 0,0 0 0 0 0,22-4 0 0 0,-28 9-3 0 0,0 0 0 0 0,1 1 0 0 0,-1 1 0 0 0,1 0 0 0 0,-1 1-1 0 0,1 0 1 0 0,-1 1 0 0 0,0 1 0 0 0,1 0 0 0 0,-1 1 0 0 0,0 0 0 0 0,0 1 0 0 0,0 0 0 0 0,-1 1-1 0 0,1 1 1 0 0,15 9 0 0 0,-22-12 9 0 0,0 1-1 0 0,-1 0 1 0 0,1 1-1 0 0,-1-1 1 0 0,0 1-1 0 0,0 0 0 0 0,-1 1 1 0 0,1-1-1 0 0,-1 1 1 0 0,0 0-1 0 0,-1 0 1 0 0,1 0-1 0 0,-1 0 1 0 0,2 8-1 0 0,-3-9 18 0 0,-1 1 0 0 0,0-1 0 0 0,0 0 0 0 0,0 1 0 0 0,-1 0 0 0 0,1-1 0 0 0,-2 1 0 0 0,1-1 0 0 0,0 1 0 0 0,-1-1 0 0 0,0 1 0 0 0,-1-1 0 0 0,1 1 0 0 0,-1-1 0 0 0,0 0 0 0 0,0 0 0 0 0,-6 10 0 0 0,0-3 126 0 0,0 1-1 0 0,-2-1 1 0 0,1-1-1 0 0,-1 0 1 0 0,-1 0-1 0 0,0-1 1 0 0,-1 0-1 0 0,1-1 1 0 0,-2 0-1 0 0,0-1 0 0 0,0 0 1 0 0,0-1-1 0 0,-1-1 1 0 0,1 0-1 0 0,-2-1 1 0 0,1 0-1 0 0,-1-1 1 0 0,1-1-1 0 0,-1 0 1 0 0,0-1-1 0 0,-20 0 1 0 0,31-2-158 0 0,1 0 1 0 0,-1-1-1 0 0,0 1 1 0 0,0-1 0 0 0,1 1-1 0 0,-1-1 1 0 0,0 0 0 0 0,1 0-1 0 0,-1-1 1 0 0,1 1-1 0 0,-1-1 1 0 0,1 0 0 0 0,0 0-1 0 0,-1 0 1 0 0,-4-5 0 0 0,7 7-48 0 0,1-1 0 0 0,0 0 0 0 0,-1 1 0 0 0,1-1 0 0 0,0 0 0 0 0,0 1 0 0 0,0-1 0 0 0,-1 0 1 0 0,1 1-1 0 0,0-1 0 0 0,0 0 0 0 0,0 1 0 0 0,0-1 0 0 0,0 0 0 0 0,0 1 0 0 0,0-1 0 0 0,0 0 1 0 0,0 0-1 0 0,1 1 0 0 0,-1-1 0 0 0,0 0 0 0 0,0 1 0 0 0,1-1 0 0 0,-1 1 0 0 0,1-2 0 0 0,10-15-1600 0 0,-5 11 245 0 0,0 0 0 0 0,1 0-1 0 0,0 0 1 0 0,0 1 0 0 0,0 0 0 0 0,11-5 0 0 0,-3 0-4092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1 103 156 0 0,'14'-7'2298'0'0,"9"-5"2547"0"0,0 2 1 0 0,28-10 0 0 0,-49 20-4041 0 0,-1 0-776 0 0,0 0 1 0 0,0 0-1 0 0,0 0 0 0 0,0 1 0 0 0,-1-1 0 0 0,1 1 1 0 0,0-1-1 0 0,0 0 0 0 0,0 1 0 0 0,-1-1 0 0 0,1 1 1 0 0,0 0-1 0 0,0-1 0 0 0,-1 1 0 0 0,1 0 0 0 0,-1-1 1 0 0,1 1-1 0 0,0 0 0 0 0,-1 0 0 0 0,1-1 0 0 0,-1 1 1 0 0,0 0-1 0 0,1 0 0 0 0,-1 0 0 0 0,0 0 0 0 0,1 0 1 0 0,-1 0-1 0 0,0 0 0 0 0,0-1 0 0 0,0 1 0 0 0,0 0 1 0 0,0 0-1 0 0,0 0 0 0 0,0 0 0 0 0,0 0 0 0 0,0 0 1 0 0,-1 1-1 0 0,-6 48 305 0 0,4-31-186 0 0,1-7-89 0 0,1 0 0 0 0,1 0 0 0 0,0 0 0 0 0,0-1 0 0 0,1 1 0 0 0,1 0 0 0 0,4 16-1 0 0,-5-23-17 0 0,1-1 0 0 0,0 1 0 0 0,0-1 0 0 0,0 0 0 0 0,0 1-1 0 0,1-1 1 0 0,-1 0 0 0 0,1-1 0 0 0,0 1 0 0 0,1 0-1 0 0,-1-1 1 0 0,0 1 0 0 0,1-1 0 0 0,0 0 0 0 0,0 0 0 0 0,0-1-1 0 0,0 1 1 0 0,0-1 0 0 0,1 0 0 0 0,8 3 0 0 0,-7-3-5 0 0,0 0 0 0 0,0-1 0 0 0,0 0 1 0 0,0 0-1 0 0,0 0 0 0 0,1-1 1 0 0,-1 0-1 0 0,0 0 0 0 0,1-1 1 0 0,-1 0-1 0 0,0 0 0 0 0,0 0 0 0 0,0-1 1 0 0,11-3-1 0 0,-9 1-12 0 0,-1 0 0 0 0,0 0 0 0 0,0-1 0 0 0,0 1 0 0 0,0-1 0 0 0,-1-1 0 0 0,0 1 0 0 0,0-1 0 0 0,0-1 0 0 0,7-9 1 0 0,-8 9-14 0 0,0-1 0 0 0,0 0 1 0 0,0-1-1 0 0,-1 1 1 0 0,0-1-1 0 0,-1 0 0 0 0,0 0 1 0 0,0 0-1 0 0,-1 0 1 0 0,0 0-1 0 0,-1-1 1 0 0,0 1-1 0 0,0 0 0 0 0,-1-1 1 0 0,0 1-1 0 0,-1-1 1 0 0,0 1-1 0 0,0 0 0 0 0,-1-1 1 0 0,-5-13-1 0 0,6 19-13 0 0,-1 0 0 0 0,0 0 0 0 0,0 0 0 0 0,-1 1 0 0 0,1-1 0 0 0,-1 1 0 0 0,1-1 0 0 0,-1 1 0 0 0,0 0-1 0 0,0 0 1 0 0,-1 0 0 0 0,1 1 0 0 0,-1-1 0 0 0,1 1 0 0 0,-1-1 0 0 0,-7-2 0 0 0,5 3 1 0 0,-1 0 1 0 0,1 1-1 0 0,0-1 1 0 0,-1 1-1 0 0,1 1 1 0 0,0-1-1 0 0,-1 1 1 0 0,1 0-1 0 0,-1 1 0 0 0,-9 1 1 0 0,4 1-21 0 0,0 0 0 0 0,1 0 0 0 0,-1 1 0 0 0,1 1 1 0 0,-1 0-1 0 0,1 0 0 0 0,1 1 0 0 0,-1 1 0 0 0,1 0 0 0 0,0 0 0 0 0,-14 14 0 0 0,20-17-110 0 0,1 0-1 0 0,0 0 0 0 0,0 0 0 0 0,0 0 1 0 0,0 0-1 0 0,1 0 0 0 0,-1 1 1 0 0,1-1-1 0 0,0 1 0 0 0,0 0 0 0 0,1 0 1 0 0,-2 8-1 0 0,3-10-31 0 0,0-1 0 0 0,0 1 1 0 0,0 0-1 0 0,0-1 0 0 0,1 1 0 0 0,-1-1 0 0 0,1 1 0 0 0,0-1 1 0 0,0 1-1 0 0,0-1 0 0 0,0 0 0 0 0,0 1 0 0 0,0-1 0 0 0,1 0 1 0 0,-1 0-1 0 0,1 0 0 0 0,-1 0 0 0 0,1 0 0 0 0,0 0 1 0 0,0 0-1 0 0,0-1 0 0 0,0 1 0 0 0,0-1 0 0 0,0 1 0 0 0,0-1 1 0 0,4 2-1 0 0,5 2-941 0 0,-1-1 1 0 0,1 0-1 0 0,1 0 0 0 0,-1-1 1 0 0,0-1-1 0 0,1 0 1 0 0,19 2-1 0 0,-3-3-3028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0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0 163 372 0 0,'16'-7'1820'0'0,"0"-1"0"0"0,-1 0-1 0 0,0-2 1 0 0,0 1 0 0 0,-1-2 0 0 0,0 0-1 0 0,-1 0 1 0 0,0-1 0 0 0,20-27 1617 0 0,-41 49-2920 0 0,-13 18-97 0 0,1 4 2 0 0,-16 38 0 0 0,30-59-381 0 0,2 1 0 0 0,-1-1 0 0 0,2 1 0 0 0,0 0 0 0 0,0 0 0 0 0,1 0 1 0 0,-1 19-1 0 0,3-29-33 0 0,0 1 0 0 0,0 0 0 0 0,0-1 1 0 0,0 1-1 0 0,1-1 0 0 0,-1 1 0 0 0,1-1 1 0 0,0 1-1 0 0,0-1 0 0 0,0 1 0 0 0,0-1 0 0 0,0 0 1 0 0,0 0-1 0 0,1 1 0 0 0,-1-1 0 0 0,1 0 1 0 0,-1 0-1 0 0,1 0 0 0 0,4 3 0 0 0,-3-3-1 0 0,1 0 0 0 0,-1 0-1 0 0,1 0 1 0 0,-1-1 0 0 0,1 1 0 0 0,0-1-1 0 0,0 0 1 0 0,0 0 0 0 0,0 0-1 0 0,0-1 1 0 0,7 1 0 0 0,-1-1-2 0 0,1 0 0 0 0,-1-1 0 0 0,1-1 0 0 0,-1 1 0 0 0,0-2 0 0 0,0 1 0 0 0,0-1 0 0 0,0-1 0 0 0,11-5 0 0 0,-4-1-12 0 0,-1-1-1 0 0,-1 0 1 0 0,1-1-1 0 0,-2-1 1 0 0,0 0-1 0 0,0-1 1 0 0,22-31-1 0 0,-1-6 361 0 0,32-64 1 0 0,-55 94-57 0 0,-2 6-100 0 0,-11 27-84 0 0,-11 28 23 0 0,10-35-178 0 0,-44 122 405 0 0,42-112-844 0 0,0-1 0 0 0,2 1 0 0 0,-1 0 0 0 0,2 0 0 0 0,0 0 0 0 0,2 29 1 0 0,-1-41 28 0 0,1 0 1 0 0,-1 0-1 0 0,1 0 0 0 0,0 0 1 0 0,0-1-1 0 0,0 1 1 0 0,1 0-1 0 0,-1 0 1 0 0,4 4-1 0 0,-4-5-263 0 0,16 11-5726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1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1812 0 0,'64'-81'11281'0'0,"-63"80"-11195"0"0,0 0 0 0 0,0-1 0 0 0,0 1 1 0 0,0 0-1 0 0,0 0 0 0 0,0 0 1 0 0,0 0-1 0 0,0 1 0 0 0,0-1 1 0 0,1 0-1 0 0,-1 0 0 0 0,0 1 1 0 0,1-1-1 0 0,-1 1 0 0 0,0-1 1 0 0,1 1-1 0 0,-1-1 0 0 0,1 1 1 0 0,-1 0-1 0 0,1 0 0 0 0,-1 0 0 0 0,1 0 1 0 0,-1 0-1 0 0,1 0 0 0 0,-1 0 1 0 0,1 0-1 0 0,-1 0 0 0 0,0 1 1 0 0,1-1-1 0 0,-1 1 0 0 0,1-1 1 0 0,-1 1-1 0 0,0 0 0 0 0,1-1 1 0 0,-1 1-1 0 0,0 0 0 0 0,0 0 0 0 0,0 0 1 0 0,0 0-1 0 0,1 0 0 0 0,0 2 1 0 0,2 1 93 0 0,0 0-1 0 0,0 1 1 0 0,-1-1 0 0 0,0 1 0 0 0,0-1 0 0 0,0 1-1 0 0,-1 0 1 0 0,1 1 0 0 0,2 8 0 0 0,-2 0-37 0 0,0 1 1 0 0,-1 0-1 0 0,0-1 1 0 0,-1 1 0 0 0,-1 0-1 0 0,-1 0 1 0 0,0 0-1 0 0,-1-1 1 0 0,0 1 0 0 0,-1-1-1 0 0,-1 1 1 0 0,0-1-1 0 0,-1 0 1 0 0,0 0 0 0 0,-12 20-1 0 0,15-32-122 0 0,1 0 0 0 0,0 0 0 0 0,-1 0 0 0 0,1-1 0 0 0,-1 1 0 0 0,0 0-1 0 0,0-1 1 0 0,-2 3 0 0 0,3-4-15 0 0,0 1-1 0 0,1-1 0 0 0,-1 0 0 0 0,0 1 1 0 0,1-1-1 0 0,-1 0 0 0 0,0 0 1 0 0,0 1-1 0 0,1-1 0 0 0,-1 0 0 0 0,0 0 1 0 0,1 0-1 0 0,-1 0 0 0 0,0 0 1 0 0,0 0-1 0 0,1 0 0 0 0,-1 0 0 0 0,0-1 1 0 0,0 1-1 0 0,1 0 0 0 0,-1 0 1 0 0,0-1-1 0 0,1 1 0 0 0,-1 0 0 0 0,0-1 1 0 0,1 1-1 0 0,-2-1 0 0 0,1-2-2 0 0,0 1 0 0 0,0 0 0 0 0,0-1 0 0 0,0 1 0 0 0,1-1 0 0 0,-1 1-1 0 0,1-1 1 0 0,0 1 0 0 0,-1-1 0 0 0,1 1 0 0 0,0-1 0 0 0,0 1 0 0 0,1-1 0 0 0,-1 1-1 0 0,1-4 1 0 0,3-11 0 0 0,1 1 0 0 0,0 0 0 0 0,1 0-1 0 0,0 0 1 0 0,1 0 0 0 0,1 1 0 0 0,1 0 0 0 0,0 1-1 0 0,1 0 1 0 0,0 1 0 0 0,16-16 0 0 0,-13 15-4 0 0,1 2 1 0 0,0-1-1 0 0,1 2 1 0 0,0 0-1 0 0,0 1 1 0 0,1 1-1 0 0,1 0 1 0 0,-1 1-1 0 0,1 0 1 0 0,23-5-1 0 0,-35 11-3 0 0,0 1 0 0 0,0 0 0 0 0,1 0-1 0 0,-1 1 1 0 0,1-1 0 0 0,-1 1 0 0 0,0 0-1 0 0,1 1 1 0 0,-1-1 0 0 0,0 1 0 0 0,1 0 0 0 0,-1 0-1 0 0,0 1 1 0 0,0 0 0 0 0,0 0 0 0 0,0 0-1 0 0,0 0 1 0 0,7 5 0 0 0,-9-4 10 0 0,0 0 0 0 0,0-1 0 0 0,0 1 0 0 0,0 1 0 0 0,-1-1 1 0 0,1 0-1 0 0,-1 1 0 0 0,0-1 0 0 0,0 1 0 0 0,0-1 0 0 0,0 1 0 0 0,-1 0 0 0 0,1 0 1 0 0,-1 0-1 0 0,0 0 0 0 0,0 0 0 0 0,-1 0 0 0 0,1 0 0 0 0,-1 1 0 0 0,0-1 0 0 0,0 0 1 0 0,0 0-1 0 0,-1 0 0 0 0,0 6 0 0 0,-4 10 39 0 0,-1 0 0 0 0,-1-1 0 0 0,0 0 1 0 0,-13 24-1 0 0,9-20-510 0 0,-17 49 0 0 0,27-69 278 0 0,1 0 0 0 0,-1 0-1 0 0,0 0 1 0 0,1 0 0 0 0,0 1 0 0 0,0-1 0 0 0,0 0-1 0 0,0 0 1 0 0,0 0 0 0 0,1 0 0 0 0,-1 0 0 0 0,1 0-1 0 0,1 5 1 0 0,-1-6-269 0 0,0 0 0 0 0,0 0 0 0 0,1 0 0 0 0,-1 0 0 0 0,0-1 0 0 0,1 1 0 0 0,0 0 0 0 0,-1-1 0 0 0,1 1 0 0 0,0-1 0 0 0,-1 1 0 0 0,1-1 0 0 0,0 0-1 0 0,0 0 1 0 0,0 0 0 0 0,0 0 0 0 0,0 0 0 0 0,1 0 0 0 0,2 0 0 0 0,12 3-5990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1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352 722 1396 0 0,'7'-9'1402'0'0,"-1"0"-1"0"0,0-1 1 0 0,0 0-1 0 0,0 0 1 0 0,-1 0-1 0 0,-1-1 1 0 0,5-14-1 0 0,-7 18-889 0 0,-1 0-1 0 0,1 0 0 0 0,-1 0 1 0 0,-1 0-1 0 0,1 0 0 0 0,-1 0 1 0 0,0-1-1 0 0,-1 1 0 0 0,0 0 1 0 0,0 0-1 0 0,0 0 0 0 0,-1 0 1 0 0,-2-7-1 0 0,3 13-458 0 0,0-1 1 0 0,1 1-1 0 0,-1 0 0 0 0,0-1 1 0 0,1 1-1 0 0,-1 0 0 0 0,0 0 1 0 0,0 0-1 0 0,0 0 1 0 0,0 0-1 0 0,0 0 0 0 0,-1 0 1 0 0,1 0-1 0 0,0 0 0 0 0,0 0 1 0 0,-1 1-1 0 0,1-1 0 0 0,0 0 1 0 0,-1 1-1 0 0,1-1 0 0 0,-2 1 1 0 0,-1-1-12 0 0,1 1 1 0 0,0 0 0 0 0,0 0 0 0 0,-1 0 0 0 0,1 0-1 0 0,0 0 1 0 0,-1 1 0 0 0,1 0 0 0 0,-4 1 0 0 0,-6 2 12 0 0,1 2 0 0 0,0-1 0 0 0,-20 14 0 0 0,5-2-19 0 0,0 2 0 0 0,2 1 1 0 0,0 1-1 0 0,-24 27 0 0 0,34-31-22 0 0,1 0-1 0 0,0 0 1 0 0,2 2-1 0 0,0-1 1 0 0,1 2-1 0 0,-17 40 1 0 0,26-57-9 0 0,1 1 0 0 0,0 0 1 0 0,0 0-1 0 0,0 0 0 0 0,0 0 1 0 0,1 0-1 0 0,-1 0 0 0 0,1 0 1 0 0,0 0-1 0 0,0 1 0 0 0,1-1 1 0 0,-1 0-1 0 0,1 0 0 0 0,0 0 1 0 0,0 0-1 0 0,0 0 0 0 0,1-1 1 0 0,3 8-1 0 0,-3-7-2 0 0,1-1 1 0 0,0 0-1 0 0,-1 0 1 0 0,1 0-1 0 0,1 0 1 0 0,-1 0-1 0 0,0 0 1 0 0,1-1 0 0 0,-1 0-1 0 0,1 0 1 0 0,0 0-1 0 0,0 0 1 0 0,0 0-1 0 0,0-1 1 0 0,0 0-1 0 0,0 0 1 0 0,0 0-1 0 0,5 1 1 0 0,6-1-11 0 0,-1-1 0 0 0,0 0 0 0 0,0 0 0 0 0,0-1 1 0 0,0-1-1 0 0,0-1 0 0 0,0 0 0 0 0,0 0 0 0 0,-1-2 0 0 0,1 0 1 0 0,-1 0-1 0 0,0-1 0 0 0,-1-1 0 0 0,1 0 0 0 0,14-11 0 0 0,-1-1-86 0 0,-1-2 0 0 0,-1 0-1 0 0,-1-2 1 0 0,-1 0 0 0 0,32-44-1 0 0,-29 31-14 0 0,-2-2 0 0 0,-1 0 0 0 0,-3-2 1 0 0,22-57-1 0 0,-16 22-32 0 0,24-123 1 0 0,-42 157 94 0 0,-1 0 0 0 0,0-54 0 0 0,-6 94 44 0 0,0 0 0 0 0,1 0 0 0 0,-1 1 0 0 0,-1-1 0 0 0,1 0 0 0 0,0 0 0 0 0,0 0 0 0 0,0 0 0 0 0,0 0 0 0 0,-1 0 1 0 0,1 0-1 0 0,0 0 0 0 0,-1 1 0 0 0,1-1 0 0 0,-1 0 0 0 0,1 0 0 0 0,-1 0 0 0 0,0 0 0 0 0,1 1 1 0 0,-1-1-1 0 0,1 1 1 0 0,-1 0 0 0 0,1 0 0 0 0,-1 0-1 0 0,1-1 1 0 0,-1 1 0 0 0,1 0 0 0 0,-1 0-1 0 0,0 0 1 0 0,1 0 0 0 0,-1 0 0 0 0,1 0-1 0 0,-1 0 1 0 0,1 0 0 0 0,-1 0-1 0 0,1 1 1 0 0,-1-1 0 0 0,1 0 0 0 0,-1 0-1 0 0,1 0 1 0 0,-1 0 0 0 0,0 1 0 0 0,-2 1 3 0 0,0 0 1 0 0,0 0-1 0 0,1 0 1 0 0,-1 0-1 0 0,0 1 1 0 0,1-1-1 0 0,-1 1 1 0 0,-2 3-1 0 0,-11 19 73 0 0,1 0 1 0 0,-22 50-1 0 0,-15 60 259 0 0,28-68-208 0 0,10-30-100 0 0,-45 131 212 0 0,51-138-261 0 0,1 0-1 0 0,1 0 1 0 0,-4 53-1 0 0,10-76-158 0 0,0 0-1 0 0,0 1 1 0 0,1-1-1 0 0,0 0 1 0 0,0 0-1 0 0,1 0 1 0 0,0 0-1 0 0,0 0 1 0 0,1 0 0 0 0,-1-1-1 0 0,1 1 1 0 0,1-1-1 0 0,-1 1 1 0 0,1-1-1 0 0,1 0 1 0 0,7 9-1 0 0,-4-8-430 0 0,0 0 0 0 0,1 0 0 0 0,-1-1-1 0 0,1 0 1 0 0,0 0 0 0 0,1-1-1 0 0,-1-1 1 0 0,1 1 0 0 0,0-2 0 0 0,19 5-1 0 0,6-1-3130 0 0,-1-3-1574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2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282 246 64 0 0,'12'-17'1740'0'0,"-1"0"0"0"0,0-1 0 0 0,-1 0 0 0 0,-1-1 0 0 0,-1 0 0 0 0,-1 0 0 0 0,0-1 0 0 0,-1 0 0 0 0,-2 0 0 0 0,3-21 0 0 0,-7 40-1713 0 0,1 0-1 0 0,-1 1 0 0 0,0-1 0 0 0,0 1 0 0 0,0-1 1 0 0,0 1-1 0 0,0-1 0 0 0,0 0 0 0 0,0 1 0 0 0,0-1 0 0 0,0 1 1 0 0,0-1-1 0 0,-1 1 0 0 0,1-1 0 0 0,0 1 0 0 0,0-1 1 0 0,-1 1-1 0 0,1-1 0 0 0,0 1 0 0 0,0-1 0 0 0,-1 1 1 0 0,1-1-1 0 0,0 1 0 0 0,-1-1 0 0 0,1 1 0 0 0,-1-1 1 0 0,1 1-1 0 0,-1 0 0 0 0,1-1 0 0 0,-1 1 0 0 0,1 0 0 0 0,-1 0 1 0 0,1-1-1 0 0,-1 1 0 0 0,1 0 0 0 0,-1 0 0 0 0,1 0 1 0 0,-1 0-1 0 0,1-1 0 0 0,-1 1 0 0 0,0 0 0 0 0,1 0 1 0 0,-1 0-1 0 0,1 0 0 0 0,-1 0 0 0 0,0 1 0 0 0,-2-1 22 0 0,-1 0-1 0 0,1 1 0 0 0,0 0 1 0 0,0-1-1 0 0,0 1 0 0 0,0 0 1 0 0,-4 2-1 0 0,-14 9 55 0 0,0 1 1 0 0,0 1 0 0 0,-30 26-1 0 0,-49 58 76 0 0,80-78-128 0 0,2 1-1 0 0,-18 28 1 0 0,30-41-33 0 0,1 1-1 0 0,0-1 1 0 0,0 1-1 0 0,1 0 1 0 0,1 1-1 0 0,-1-1 1 0 0,1 1 0 0 0,1 0-1 0 0,-3 15 1 0 0,5-23-25 0 0,0 0 1 0 0,0 1 0 0 0,0-1-1 0 0,0 0 1 0 0,1 1-1 0 0,-1-1 1 0 0,1 0 0 0 0,-1 0-1 0 0,1 0 1 0 0,0 1 0 0 0,0-1-1 0 0,0 0 1 0 0,0 0-1 0 0,0 0 1 0 0,0 0 0 0 0,1 0-1 0 0,-1-1 1 0 0,1 1 0 0 0,-1 0-1 0 0,1-1 1 0 0,-1 1 0 0 0,1-1-1 0 0,0 1 1 0 0,0-1-1 0 0,0 0 1 0 0,0 0 0 0 0,0 0-1 0 0,0 0 1 0 0,0 0 0 0 0,0 0-1 0 0,1 0 1 0 0,-1-1-1 0 0,0 1 1 0 0,0-1 0 0 0,1 0-1 0 0,2 1 1 0 0,4-1-128 0 0,0 1 1 0 0,0-1-1 0 0,0-1 1 0 0,0 1-1 0 0,0-2 0 0 0,0 1 1 0 0,-1-1-1 0 0,11-4 1 0 0,4-3-210 0 0,-1-1 1 0 0,-1-1 0 0 0,0-1 0 0 0,0-1 0 0 0,-1-1 0 0 0,35-31-1 0 0,-12 3 78 0 0,62-78 0 0 0,-94 104 547 0 0,-8 11-197 0 0,0 1 0 0 0,0-1 0 0 0,0 1 1 0 0,1 0-1 0 0,-1 0 0 0 0,1 0 0 0 0,0 0 1 0 0,5-2-1 0 0,-22 32 621 0 0,0-6-237 0 0,-10 17 200 0 0,-17 39 0 0 0,35-66-674 0 0,1 0-1 0 0,0 1 1 0 0,0 0 0 0 0,1 0-1 0 0,0 0 1 0 0,1 0-1 0 0,1 0 1 0 0,0 0-1 0 0,0 13 1 0 0,1-21-227 0 0,0 0 1 0 0,1 0-1 0 0,-1 0 1 0 0,1 0 0 0 0,0 0-1 0 0,0 0 1 0 0,0 0-1 0 0,0 0 1 0 0,0 0-1 0 0,1 0 1 0 0,-1 0-1 0 0,1-1 1 0 0,0 1-1 0 0,4 4 1 0 0,2 0-3474 0 0,-6-5 2780 0 0,1-1 0 0 0,-1 0-1 0 0,1 0 1 0 0,-1 1 0 0 0,6 0-1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2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295 260 1072 0 0,'17'-42'4185'0'0,"1"0"-1"0"0,25-38 1 0 0,-42 77-4062 0 0,1 0-1 0 0,0 0 1 0 0,0 0 0 0 0,0 1-1 0 0,0-1 1 0 0,1 1 0 0 0,-1-1-1 0 0,1 1 1 0 0,0 0 0 0 0,-1 0-1 0 0,1 0 1 0 0,0 0 0 0 0,0 0 0 0 0,0 1-1 0 0,0-1 1 0 0,1 1 0 0 0,-1 0-1 0 0,0 0 1 0 0,0 0 0 0 0,1 0-1 0 0,-1 1 1 0 0,1-1 0 0 0,-1 1-1 0 0,1 0 1 0 0,-1 0 0 0 0,6 1-1 0 0,-4 0 16 0 0,-1 0 0 0 0,1 1-1 0 0,0-1 1 0 0,-1 1 0 0 0,0 0-1 0 0,1 1 1 0 0,-1-1-1 0 0,0 1 1 0 0,0-1 0 0 0,0 1-1 0 0,-1 1 1 0 0,1-1-1 0 0,-1 0 1 0 0,0 1 0 0 0,1 0-1 0 0,-2-1 1 0 0,1 1-1 0 0,4 9 1 0 0,-3-4-37 0 0,0-1-1 0 0,-1 1 1 0 0,-1 0-1 0 0,0 1 1 0 0,0-1-1 0 0,0 0 1 0 0,-1 1-1 0 0,-1-1 1 0 0,1 1-1 0 0,-2-1 1 0 0,1 1-1 0 0,-1-1 1 0 0,-1 0-1 0 0,1 1 1 0 0,-2-1-1 0 0,1 0 1 0 0,-1 0-1 0 0,-7 13 1 0 0,6-12 0 0 0,-1-1 0 0 0,0 1 0 0 0,0-1 0 0 0,-1-1 0 0 0,0 1 0 0 0,-1-1 0 0 0,0 0 0 0 0,0-1 0 0 0,-1 1 0 0 0,0-1 0 0 0,0-1 0 0 0,0 0 0 0 0,-1 0 1 0 0,0 0-1 0 0,0-1 0 0 0,-15 5 0 0 0,22-9-58 0 0,0 0 0 0 0,0-1 0 0 0,0 1 0 0 0,0-1 0 0 0,0 0 0 0 0,0 1 1 0 0,0-1-1 0 0,0 0 0 0 0,0 0 0 0 0,0 0 0 0 0,0-1 0 0 0,-3 0 0 0 0,4 1-29 0 0,0 0 0 0 0,0-1-1 0 0,0 1 1 0 0,0-1 0 0 0,0 1-1 0 0,1-1 1 0 0,-1 0 0 0 0,0 1-1 0 0,0-1 1 0 0,1 0 0 0 0,-1 1 0 0 0,0-1-1 0 0,1 0 1 0 0,-1 0 0 0 0,1 0-1 0 0,-1 1 1 0 0,1-1 0 0 0,-1 0-1 0 0,1-1 1 0 0,-1-1 2 0 0,1 0 0 0 0,-1 0 0 0 0,1 0 0 0 0,0 0 1 0 0,0 0-1 0 0,0 0 0 0 0,0 1 0 0 0,0-1 0 0 0,1 0 0 0 0,0 0 0 0 0,-1 0 0 0 0,1 0 1 0 0,0 0-1 0 0,0 1 0 0 0,2-4 0 0 0,6-9-1 0 0,0 1 1 0 0,0 0 0 0 0,1 1-1 0 0,1 0 1 0 0,1 1-1 0 0,-1 0 1 0 0,21-15 0 0 0,-4 5 16 0 0,1 2 0 0 0,47-25 0 0 0,-71 42-22 0 0,25-13 11 0 0,44-16 1 0 0,-65 28-51 0 0,-1 1 0 0 0,1 1 0 0 0,0 0 0 0 0,0 0 0 0 0,1 1 0 0 0,-1 0 0 0 0,0 1 0 0 0,0-1 0 0 0,0 2 0 0 0,12 1 0 0 0,-18-2 24 0 0,0 1 0 0 0,0 0-1 0 0,0 0 1 0 0,-1 0 0 0 0,1 0-1 0 0,0 1 1 0 0,0-1 0 0 0,-1 1-1 0 0,1 0 1 0 0,-1-1 0 0 0,1 1-1 0 0,-1 0 1 0 0,0 1 0 0 0,0-1-1 0 0,0 0 1 0 0,0 0 0 0 0,0 1-1 0 0,0-1 1 0 0,-1 1 0 0 0,1 0-1 0 0,-1 0 1 0 0,0-1 0 0 0,2 6-1 0 0,0 4 2 0 0,0 1 0 0 0,-1 0 0 0 0,-1 0 0 0 0,1 18-1 0 0,2 17-23 0 0,-3-45 12 0 0,-1 0 0 0 0,1-1-1 0 0,-1 1 1 0 0,1-1 0 0 0,0 1 0 0 0,0 0 0 0 0,0-1-1 0 0,0 0 1 0 0,1 1 0 0 0,-1-1 0 0 0,1 0 0 0 0,-1 0 0 0 0,1 0-1 0 0,0 0 1 0 0,0 0 0 0 0,0 0 0 0 0,0 0 0 0 0,0 0 0 0 0,0-1-1 0 0,1 1 1 0 0,-1-1 0 0 0,0 0 0 0 0,1 0 0 0 0,-1 0 0 0 0,1 0-1 0 0,0 0 1 0 0,-1 0 0 0 0,1 0 0 0 0,0-1 0 0 0,-1 0-1 0 0,1 1 1 0 0,0-1 0 0 0,-1 0 0 0 0,1 0 0 0 0,0-1 0 0 0,-1 1-1 0 0,1 0 1 0 0,3-2 0 0 0,4 0-99 0 0,0-1 0 0 0,0 0-1 0 0,0-1 1 0 0,-1 0 0 0 0,0 0-1 0 0,0-1 1 0 0,0 0 0 0 0,-1-1 0 0 0,9-6-1 0 0,-2-2 12 0 0,-1 0 0 0 0,0-1 0 0 0,-1-1 0 0 0,15-21 0 0 0,39-74 101 0 0,-55 90 98 0 0,16-36 628 0 0,-27 55-578 0 0,-20 25 170 0 0,-50 69 1372 0 0,-64 99 258 0 0,93-119-1361 0 0,-36 96 0 0 0,-18 82-154 0 0,93-248-428 0 0,-96 244 207 0 0,72-191-158 0 0,-3-1 0 0 0,-47 67 1 0 0,59-99 84 0 0,-2-1-1 0 0,0 0 1 0 0,-1-1 0 0 0,-1-1 0 0 0,-1-1 0 0 0,-1-1 0 0 0,0 0 0 0 0,-33 17 0 0 0,36-24 52 0 0,0-1 0 0 0,-1 0-1 0 0,0-2 1 0 0,-1 0 0 0 0,1-1 0 0 0,-1-1 0 0 0,-1-1 0 0 0,1-1 0 0 0,0-1 0 0 0,-1-1-1 0 0,-25-1 1 0 0,39-1-134 0 0,1 0-1 0 0,-1 0 0 0 0,1 0 1 0 0,0-1-1 0 0,0 0 1 0 0,0 0-1 0 0,0-1 0 0 0,0 0 1 0 0,0 0-1 0 0,-6-5 0 0 0,10 6-61 0 0,1 0 0 0 0,0 0-1 0 0,-1 0 1 0 0,1 0-1 0 0,0 0 1 0 0,0-1-1 0 0,0 1 1 0 0,1-1 0 0 0,-1 1-1 0 0,1-1 1 0 0,-1 0-1 0 0,1 1 1 0 0,0-1-1 0 0,0 0 1 0 0,0 0-1 0 0,0 0 1 0 0,0 0 0 0 0,1 0-1 0 0,0 0 1 0 0,-1 0-1 0 0,1 0 1 0 0,0 0-1 0 0,0 0 1 0 0,1 0 0 0 0,-1 0-1 0 0,2-5 1 0 0,2-5-196 0 0,0 0 0 0 0,1 1 0 0 0,0-1 1 0 0,1 1-1 0 0,0 0 0 0 0,1 1 0 0 0,13-17 1 0 0,65-71-1541 0 0,-82 96 1687 0 0,68-68-2439 0 0,132-104 0 0 0,-54 67-1834 0 0,4 6-4348 0 0,-84 58 59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3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260 835 2008 0 0,'-26'5'10612'0'0,"26"-5"-10313"0"0,-1 1 0 0 0,0-1 0 0 0,0 0-1 0 0,1 0 1 0 0,-1 0 0 0 0,0 0 0 0 0,0 0-1 0 0,1 0 1 0 0,-1 0 0 0 0,0 0 0 0 0,0 0-1 0 0,1 0 1 0 0,-1 0 0 0 0,0 0 0 0 0,-1-1-1 0 0,4-2-209 0 0,0-1 0 0 0,0 1-1 0 0,0 0 1 0 0,0 0 0 0 0,1 0-1 0 0,-1 0 1 0 0,1 0 0 0 0,0 1-1 0 0,0-1 1 0 0,0 1 0 0 0,4-2-1 0 0,42-27 158 0 0,-34 23-164 0 0,207-137 247 0 0,-195 125-331 0 0,-2-2 1 0 0,0 0-1 0 0,-2-2 0 0 0,0 0 0 0 0,37-54 0 0 0,-39 43-6 0 0,-2 1-1 0 0,-1-2 0 0 0,-2-1 0 0 0,-1 0 0 0 0,-2-1 0 0 0,-2 0 0 0 0,-1-1 0 0 0,8-69 0 0 0,-18 107 7 0 0,1 0-1 0 0,-1 0 0 0 0,0-1 0 0 0,0 1 0 0 0,0 0 1 0 0,0 0-1 0 0,0-1 0 0 0,0 1 0 0 0,0 0 0 0 0,0 0 1 0 0,0 0-1 0 0,-1-1 0 0 0,1 1 0 0 0,0 0 0 0 0,-1 0 1 0 0,1 0-1 0 0,-1 0 0 0 0,1 0 0 0 0,-1 0 0 0 0,0 0 1 0 0,-1-2-1 0 0,1 3 2 0 0,0 0 1 0 0,0 0-1 0 0,0 0 0 0 0,0 0 1 0 0,0 0-1 0 0,1 0 1 0 0,-1 1-1 0 0,0-1 1 0 0,0 0-1 0 0,0 1 0 0 0,0-1 1 0 0,0 0-1 0 0,0 1 1 0 0,1-1-1 0 0,-1 1 0 0 0,0 0 1 0 0,0-1-1 0 0,0 1 1 0 0,1 0-1 0 0,-1-1 1 0 0,1 1-1 0 0,-1 0 0 0 0,0 0 1 0 0,1-1-1 0 0,-1 1 1 0 0,1 0-1 0 0,-1 1 0 0 0,-16 23 4 0 0,1 0 0 0 0,2 1 0 0 0,-23 55 0 0 0,-20 88 93 0 0,56-167-94 0 0,-113 445 860 0 0,29 7 53 0 0,-5 17-354 0 0,82-429-509 0 0,-19 72 94 0 0,24-104-87 0 0,-1 1 1 0 0,0-1 0 0 0,-1 0 0 0 0,0 0-1 0 0,0 0 1 0 0,-1-1 0 0 0,-1 0 0 0 0,-7 9-1 0 0,11-15-38 0 0,0 0 0 0 0,0-1 0 0 0,0 1-1 0 0,0-1 1 0 0,0 0 0 0 0,-1 0-1 0 0,1 0 1 0 0,-1 0 0 0 0,1 0 0 0 0,-1-1-1 0 0,0 0 1 0 0,1 1 0 0 0,-1-1 0 0 0,0-1-1 0 0,0 1 1 0 0,0-1 0 0 0,0 1 0 0 0,0-1-1 0 0,0 0 1 0 0,0-1 0 0 0,0 1-1 0 0,0-1 1 0 0,0 1 0 0 0,1-1 0 0 0,-1 0-1 0 0,0-1 1 0 0,0 1 0 0 0,1-1 0 0 0,-1 1-1 0 0,-4-4 1 0 0,-3-1 3 0 0,1-1 1 0 0,0-1-1 0 0,0 1 0 0 0,1-2 0 0 0,0 1 0 0 0,0-1 1 0 0,1 0-1 0 0,-12-17 0 0 0,5 1-24 0 0,1-1 0 0 0,1 0 0 0 0,1-1 0 0 0,1 0-1 0 0,2-1 1 0 0,1 0 0 0 0,1-1 0 0 0,1 1 0 0 0,1-1 0 0 0,2 0 0 0 0,1-1 0 0 0,3-50-1 0 0,3 37-17 0 0,1 0 0 0 0,1 1 0 0 0,3-1 0 0 0,2 2 0 0 0,1-1 0 0 0,2 2 0 0 0,2-1 0 0 0,22-38 0 0 0,-17 43 7 0 0,1 1 0 0 0,1 1 1 0 0,2 1-1 0 0,1 2 0 0 0,2 0 0 0 0,1 2 0 0 0,60-47 1 0 0,-62 56-3 0 0,2 1 0 0 0,0 1 1 0 0,1 2-1 0 0,0 1 1 0 0,1 1-1 0 0,1 2 0 0 0,0 1 1 0 0,1 1-1 0 0,62-9 0 0 0,-71 16 0 0 0,0 1-1 0 0,0 1 1 0 0,0 2-1 0 0,29 3 0 0 0,-43-2 11 0 0,0-1 1 0 0,-1 1-1 0 0,0 1 0 0 0,1 0 0 0 0,-1 0 0 0 0,0 1 0 0 0,0 0 0 0 0,-1 1 0 0 0,1-1 0 0 0,-1 2 0 0 0,0-1 0 0 0,-1 1 0 0 0,10 8 0 0 0,-15-11 5 0 0,1 0-1 0 0,0 0 1 0 0,-1 1-1 0 0,1-1 0 0 0,-1 0 1 0 0,0 1-1 0 0,0 0 1 0 0,0-1-1 0 0,-1 1 1 0 0,1 0-1 0 0,-1 0 1 0 0,0 0-1 0 0,0 0 1 0 0,0 0-1 0 0,-1 0 1 0 0,1 0-1 0 0,-1 6 1 0 0,-1-5 1 0 0,0 0 1 0 0,0 0 0 0 0,0 0-1 0 0,-1 0 1 0 0,0 0 0 0 0,0 0-1 0 0,0 0 1 0 0,0-1 0 0 0,-1 1-1 0 0,0-1 1 0 0,-6 9-1 0 0,-2-2 18 0 0,0 1 0 0 0,0-2 0 0 0,-1 0 0 0 0,-1 0-1 0 0,0-1 1 0 0,0 0 0 0 0,-29 12 0 0 0,22-12-4 0 0,0-1 1 0 0,-1-1-1 0 0,-41 7 1 0 0,52-12-40 0 0,-1 0 0 0 0,1-2 0 0 0,-1 1 0 0 0,1-1 0 0 0,-1-1 0 0 0,0 1 0 0 0,1-2 0 0 0,0 0 0 0 0,-1 0 0 0 0,-11-4 0 0 0,20 5-106 0 0,0 0-1 0 0,1 1 1 0 0,-1-1-1 0 0,0 0 0 0 0,1 0 1 0 0,-1 0-1 0 0,0 0 0 0 0,1 0 1 0 0,-1-1-1 0 0,1 1 1 0 0,0 0-1 0 0,-1-1 0 0 0,1 1 1 0 0,0-1-1 0 0,0 1 1 0 0,0-1-1 0 0,0 0 0 0 0,0 1 1 0 0,0-1-1 0 0,0 0 0 0 0,1 0 1 0 0,-1 1-1 0 0,1-1 1 0 0,-1 0-1 0 0,1-2 0 0 0,0 2-179 0 0,0-1-1 0 0,0 1 1 0 0,1-1-1 0 0,-1 1 0 0 0,1-1 1 0 0,0 1-1 0 0,-1 0 1 0 0,1 0-1 0 0,0-1 0 0 0,0 1 1 0 0,1 0-1 0 0,-1 0 0 0 0,0 0 1 0 0,1 0-1 0 0,-1 0 1 0 0,1 0-1 0 0,0 0 0 0 0,-1 1 1 0 0,4-3-1 0 0,31-23-5607 0 0,-13 13 1177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69 120 2412 0 0,'12'-8'2704'0'0,"0"-2"0"0"0,-1 1-1 0 0,0-2 1 0 0,17-19 1511 0 0,-49 47-3618 0 0,6-2-435 0 0,2 2 0 0 0,-1-1-1 0 0,2 2 1 0 0,-19 33 0 0 0,25-40-131 0 0,1 0 0 0 0,0 0 0 0 0,1 0 0 0 0,0 1 0 0 0,1 0-1 0 0,0 0 1 0 0,0-1 0 0 0,2 2 0 0 0,-1 21 0 0 0,2-30-13 0 0,0 0 0 0 0,1-1 0 0 0,-1 1 0 0 0,1 0 0 0 0,0-1 0 0 0,0 1 0 0 0,0-1 0 0 0,0 1 0 0 0,1-1 0 0 0,0 0 0 0 0,-1 0 0 0 0,1 0 0 0 0,0 0 0 0 0,1 0 0 0 0,-1 0 0 0 0,0 0 0 0 0,5 4 0 0 0,-2-4-2 0 0,-1 0 1 0 0,1-1-1 0 0,-1 1 1 0 0,1-1-1 0 0,0 1 1 0 0,0-1-1 0 0,0-1 0 0 0,1 1 1 0 0,-1-1-1 0 0,0 0 1 0 0,6 1-1 0 0,0-2 7 0 0,1 1 0 0 0,0-1 0 0 0,-1-1-1 0 0,1 0 1 0 0,0-1 0 0 0,-1 0 0 0 0,0 0 0 0 0,1-1 0 0 0,-1-1-1 0 0,17-8 1 0 0,-18 6-15 0 0,0 0 0 0 0,-1-1 1 0 0,0 0-1 0 0,0-1 0 0 0,0 0 0 0 0,-1 0 0 0 0,-1-1 0 0 0,1 0 0 0 0,-1 0 0 0 0,-1-1 0 0 0,1 0 1 0 0,-2 0-1 0 0,0 0 0 0 0,0-1 0 0 0,0 0 0 0 0,-2 0 0 0 0,1 0 0 0 0,-1 0 0 0 0,-1-1 0 0 0,0 1 1 0 0,-1-1-1 0 0,0 0 0 0 0,-1 1 0 0 0,0-1 0 0 0,0 0 0 0 0,-2 1 0 0 0,1-1 0 0 0,-6-19 1 0 0,5 27-8 0 0,1-1 1 0 0,-1 1 0 0 0,0 0 0 0 0,0 0 0 0 0,0 0 0 0 0,-1 0 0 0 0,1 0 0 0 0,-1 0 0 0 0,0 0 0 0 0,0 1 0 0 0,0-1 0 0 0,-1 1 0 0 0,1 0 0 0 0,-1 0 0 0 0,0 1 0 0 0,1-1 0 0 0,-1 1 0 0 0,-1-1 0 0 0,1 1 0 0 0,0 0 0 0 0,0 1-1 0 0,-1-1 1 0 0,1 1 0 0 0,-1 0 0 0 0,1 0 0 0 0,-1 0 0 0 0,0 1 0 0 0,1 0 0 0 0,-1-1 0 0 0,0 2 0 0 0,1-1 0 0 0,-1 0 0 0 0,0 1 0 0 0,1 0 0 0 0,-1 0 0 0 0,1 1 0 0 0,-1-1 0 0 0,1 1 0 0 0,0 0 0 0 0,0 0 0 0 0,0 0 0 0 0,-6 4 0 0 0,1 1 6 0 0,1 0 1 0 0,-1 0 0 0 0,1 1 0 0 0,0 0-1 0 0,1 0 1 0 0,0 0 0 0 0,0 1 0 0 0,1 1-1 0 0,0-1 1 0 0,-7 17 0 0 0,11-22-170 0 0,0 0 0 0 0,1 1 0 0 0,0-1-1 0 0,0 0 1 0 0,0 1 0 0 0,0-1 0 0 0,0 1 0 0 0,1-1 0 0 0,0 1 0 0 0,0-1 0 0 0,0 1 0 0 0,1-1 0 0 0,-1 0 0 0 0,1 1 0 0 0,0-1 0 0 0,1 1 0 0 0,-1-1 0 0 0,1 0-1 0 0,-1 0 1 0 0,1 0 0 0 0,1 0 0 0 0,-1 0 0 0 0,0 0 0 0 0,1-1 0 0 0,0 1 0 0 0,0-1 0 0 0,0 1 0 0 0,0-1 0 0 0,4 3 0 0 0,-1-2-843 0 0,-1 0 1 0 0,1 0 0 0 0,0 0-1 0 0,0-1 1 0 0,0 0 0 0 0,0-1-1 0 0,8 3 1 0 0,10 2-4079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4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2284 0 0,'49'-65'14345'0'0,"-27"35"-10267"0"0,-21 28-3613 0 0,0 5-396 0 0,0-1 0 0 0,-1 1 0 0 0,1-1 0 0 0,-1 1 0 0 0,0-1 0 0 0,0 1 0 0 0,0-1 0 0 0,0 1 0 0 0,0-1 0 0 0,0 1-1 0 0,-1-1 1 0 0,0 5 0 0 0,-12 35 501 0 0,6-23-369 0 0,-10 31 104 0 0,-8 30 163 0 0,23-71-494 0 0,0 0-1 0 0,1 0 0 0 0,0 1 1 0 0,0-1-1 0 0,1 0 1 0 0,2 16-1 0 0,-2-24-83 0 0,0 1 1 0 0,0-1-1 0 0,1 1 0 0 0,-1-1 0 0 0,1 1 0 0 0,-1-1 0 0 0,1 1 1 0 0,0-1-1 0 0,-1 1 0 0 0,1-1 0 0 0,0 1 0 0 0,0-1 1 0 0,0 0-1 0 0,0 0 0 0 0,0 0 0 0 0,1 1 0 0 0,-1-1 1 0 0,0 0-1 0 0,0 0 0 0 0,1-1 0 0 0,-1 1 0 0 0,0 0 0 0 0,1 0 1 0 0,-1-1-1 0 0,1 1 0 0 0,-1 0 0 0 0,3-1 0 0 0,-1 1-529 0 0,-1-1-1 0 0,1 0 0 0 0,0 0 0 0 0,0 0 0 0 0,-1 0 1 0 0,1 0-1 0 0,0-1 0 0 0,-1 1 0 0 0,1-1 0 0 0,-1 0 1 0 0,1 0-1 0 0,-1 0 0 0 0,1 0 0 0 0,-1 0 0 0 0,0-1 1 0 0,5-2-1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4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88 848 0 0,'-2'-6'1357'0'0,"-1"-1"-184"0"0,1-1 0 0 0,-1 1 0 0 0,-1 0 0 0 0,1 0-1 0 0,-1 0 1 0 0,0 1 0 0 0,-1-1 0 0 0,0 1-1 0 0,-7-7 1 0 0,12 12-1141 0 0,-1 0-1 0 0,0 1 1 0 0,1-1-1 0 0,-1 1 1 0 0,0-1-1 0 0,0 1 1 0 0,0-1-1 0 0,0 1 0 0 0,1 0 1 0 0,-1-1-1 0 0,0 1 1 0 0,0 0-1 0 0,0-1 1 0 0,0 1-1 0 0,0 0 1 0 0,0 0-1 0 0,0 0 1 0 0,0 0-1 0 0,0 0 1 0 0,0 0-1 0 0,0 0 1 0 0,0 0-1 0 0,0 1 0 0 0,1-1 1 0 0,-1 0-1 0 0,0 1 1 0 0,0-1-1 0 0,0 0 1 0 0,0 1-1 0 0,0-1 1 0 0,1 1-1 0 0,-1-1 1 0 0,0 1-1 0 0,0-1 1 0 0,1 1-1 0 0,-1 0 0 0 0,0-1 1 0 0,1 1-1 0 0,-1 0 1 0 0,1 0-1 0 0,-1 0 1 0 0,1-1-1 0 0,-1 1 1 0 0,1 0-1 0 0,-1 0 1 0 0,1 1-1 0 0,-2 2-863 0 0,0 0-1 0 0,1 0 1 0 0,0 1-1 0 0,0-1 1 0 0,0 0-1 0 0,1 0 1 0 0,-1 1 0 0 0,1 5-1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5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0 117 360 0 0,'2'1'3905'0'0,"11"4"1665"0"0,-10-3-5224 0 0,0 0 1 0 0,0 1-1 0 0,0-1 1 0 0,0 0-1 0 0,0 1 1 0 0,0 0-1 0 0,-1-1 1 0 0,1 1-1 0 0,-1 0 1 0 0,0 1-1 0 0,1-1 1 0 0,-2 0-1 0 0,1 0 1 0 0,0 1-1 0 0,-1-1 1 0 0,1 1-1 0 0,-1 0 1 0 0,0-1-1 0 0,0 1 1 0 0,0 6-1 0 0,2 6 46 0 0,-1 1-1 0 0,-1-1 1 0 0,-2 28 0 0 0,1-36-305 0 0,-1 1 0 0 0,-1-1 1 0 0,0 1-1 0 0,0-1 1 0 0,0 0-1 0 0,-1 1 0 0 0,0-1 1 0 0,-1-1-1 0 0,0 1 1 0 0,0 0-1 0 0,-1-1 0 0 0,-6 7 1 0 0,10-12 26 0 0,-5-4-57 0 0,6 2-55 0 0,0 0 0 0 0,-1 0-1 0 0,1 0 1 0 0,0 0-1 0 0,-1 0 1 0 0,1 0-1 0 0,0 0 1 0 0,-1 0-1 0 0,1 0 1 0 0,0 0 0 0 0,-1 0-1 0 0,1 0 1 0 0,0 0-1 0 0,-1-1 1 0 0,1 1-1 0 0,0 0 1 0 0,-1 0-1 0 0,1 0 1 0 0,0 0 0 0 0,0-1-1 0 0,-1 1 1 0 0,1 0-1 0 0,0 0 1 0 0,0-1-1 0 0,-1 1 1 0 0,1 0-1 0 0,0-1 1 0 0,0 1-1 0 0,0 0 1 0 0,-1 0 0 0 0,1-1-1 0 0,5-14 5 0 0,0 1-1 0 0,1 0 1 0 0,0 1-1 0 0,1-1 1 0 0,1 1 0 0 0,0 0-1 0 0,12-13 1 0 0,5-5-28 0 0,47-42 0 0 0,-43 47 10 0 0,1 1 1 0 0,1 1-1 0 0,1 2 1 0 0,68-34-1 0 0,-93 52 2 0 0,-5 2 9 0 0,1 1-1 0 0,-1 0 0 0 0,0 0 1 0 0,0 0-1 0 0,1 1 1 0 0,-1-1-1 0 0,0 0 1 0 0,1 1-1 0 0,-1 0 0 0 0,0-1 1 0 0,1 1-1 0 0,-1 0 1 0 0,1 0-1 0 0,4 1 0 0 0,-5-1 9 0 0,1 0 0 0 0,-1 0 0 0 0,1 0 0 0 0,0 1-1 0 0,-1-1 1 0 0,1 1 0 0 0,-1-1 0 0 0,1 1-1 0 0,-1 0 1 0 0,0 0 0 0 0,1 0 0 0 0,-1 0 0 0 0,0 0-1 0 0,0 1 1 0 0,0-1 0 0 0,1 1 0 0 0,-2-1-1 0 0,1 1 1 0 0,0 0 0 0 0,2 2 0 0 0,-2 0 19 0 0,0 0 0 0 0,0-1 0 0 0,0 1 0 0 0,0 0 0 0 0,-1 0 0 0 0,0 0 0 0 0,1 0 0 0 0,-2 1 0 0 0,1-1 0 0 0,0 0 0 0 0,-1 6 0 0 0,0 8 63 0 0,-1 1 0 0 0,-1 0 0 0 0,-1-1 0 0 0,-7 27 0 0 0,9-42-106 0 0,-10 52-1189 0 0,10-20-2580 0 0,5-21 359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60 277 400 0 0,'32'-52'6573'0'0,"-3"-1"-1"0"0,25-62 1 0 0,-29 60-2839 0 0,-24 53-3416 0 0,-2 5-248 0 0,0-1 0 0 0,0 0 1 0 0,1 0-1 0 0,-1 1 1 0 0,-1-1-1 0 0,1 0 0 0 0,0 0 1 0 0,-2 2-1 0 0,-4 8 144 0 0,-39 78 763 0 0,19-39-552 0 0,-31 83-1 0 0,48-106-406 0 0,-23 78 107 0 0,30-95-123 0 0,1 1-1 0 0,0 0 0 0 0,1-1 1 0 0,1 1-1 0 0,-1 0 0 0 0,2 0 1 0 0,1 12-1 0 0,-1-21-69 0 0,-1-1 0 0 0,1 0 0 0 0,-1 0-1 0 0,1 1 1 0 0,0-1 0 0 0,0 0 0 0 0,0 0 0 0 0,0 0 0 0 0,0 0-1 0 0,0 0 1 0 0,0 0 0 0 0,1 0 0 0 0,-1 0 0 0 0,1 0 0 0 0,0-1-1 0 0,-1 1 1 0 0,1-1 0 0 0,4 3 0 0 0,-3-2-164 0 0,0-1 0 0 0,0 0 0 0 0,1 0 1 0 0,-1 0-1 0 0,0 0 0 0 0,1 0 0 0 0,-1-1 0 0 0,1 1 1 0 0,-1-1-1 0 0,0 0 0 0 0,7-1 0 0 0,-1 0-1191 0 0,1-1-1 0 0,-1 0 0 0 0,1-1 0 0 0,-1 0 1 0 0,0 0-1 0 0,0-1 0 0 0,0 0 1 0 0,8-5-1 0 0,0-3-6279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5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88 2388 0 0,'-48'-14'5446'0'0,"18"6"-1"0"0,-38-15 0 0 0,68 23-5423 0 0,0 0 0 0 0,0 0-1 0 0,0 0 1 0 0,-1 0-1 0 0,1 0 1 0 0,0 0 0 0 0,0 0-1 0 0,-1 0 1 0 0,1 0-1 0 0,0-1 1 0 0,0 1 0 0 0,0 0-1 0 0,-1 0 1 0 0,1 0-1 0 0,0 0 1 0 0,0 0 0 0 0,0 0-1 0 0,-1 0 1 0 0,1-1-1 0 0,0 1 1 0 0,0 0 0 0 0,0 0-1 0 0,0 0 1 0 0,-1 0-1 0 0,1-1 1 0 0,0 1 0 0 0,0 0-1 0 0,0 0 1 0 0,0 0-1 0 0,0-1 1 0 0,0 1-1 0 0,0 0 1 0 0,0 0 0 0 0,-1-1-1 0 0,1 1 1 0 0,0 0-1 0 0,0 0 1 0 0,0-1 0 0 0,0 1-1 0 0,0 0 1 0 0,0 0-1 0 0,0 0 1 0 0,0-1 0 0 0,1 1-1 0 0,-1 0 1 0 0,0 0-1 0 0,0-1 1 0 0,0 1 0 0 0,0 0-1 0 0,0 0 1 0 0,0 0-1 0 0,0-1 1 0 0,0 1 0 0 0,1 0-1 0 0,-1 0 1 0 0,0 0-1 0 0,0 0 1 0 0,0-1 0 0 0,0 1-1 0 0,1 0 1 0 0,11-6 225 0 0,-11 6-227 0 0,18-5 22 0 0,1 0 1 0 0,0 2-1 0 0,0 0 0 0 0,0 1 0 0 0,32 1 0 0 0,-6 0-900 0 0,52-2-2685 0 0,-20 1-3136 0 0,-30 0-399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0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532 474 2688 0 0,'2'-2'638'0'0,"0"-1"1"0"0,0 0-1 0 0,0 1 0 0 0,0-1 1 0 0,-1 0-1 0 0,1 0 0 0 0,-1-1 0 0 0,0 1 1 0 0,0 0-1 0 0,0 0 0 0 0,0 0 0 0 0,0-1 1 0 0,-1 1-1 0 0,0-1 0 0 0,1-2 0 0 0,-2 3-536 0 0,1 1-1 0 0,-1 0 1 0 0,1 0 0 0 0,-1 0-1 0 0,0 0 1 0 0,1-1-1 0 0,-1 1 1 0 0,0 0 0 0 0,-1 0-1 0 0,1 1 1 0 0,0-1 0 0 0,0 0-1 0 0,-1 0 1 0 0,1 1-1 0 0,-1-1 1 0 0,0 0 0 0 0,1 1-1 0 0,-1 0 1 0 0,0-1-1 0 0,0 1 1 0 0,0 0 0 0 0,0 0-1 0 0,-3-1 1 0 0,0 0-65 0 0,1 1 0 0 0,-1-1-1 0 0,0 1 1 0 0,0 0 0 0 0,0 1 0 0 0,-1-1 0 0 0,1 1 0 0 0,0 0 0 0 0,0 0 0 0 0,0 1-1 0 0,0 0 1 0 0,0 0 0 0 0,0 0 0 0 0,0 0 0 0 0,0 1 0 0 0,-6 2 0 0 0,-8 5-3 0 0,0 0 1 0 0,-26 18 0 0 0,42-25-26 0 0,-34 21 30 0 0,1 3 1 0 0,1 0 0 0 0,1 2-1 0 0,2 2 1 0 0,1 1 0 0 0,2 1 0 0 0,-47 65-1 0 0,71-89-30 0 0,1 0 1 0 0,-1 1-1 0 0,1-1 0 0 0,1 1 1 0 0,-4 10-1 0 0,7-17-10 0 0,-1-1 1 0 0,1 0-1 0 0,-1 0 0 0 0,1 1 0 0 0,0-1 1 0 0,0 0-1 0 0,0 0 0 0 0,0 1 0 0 0,0-1 1 0 0,0 0-1 0 0,0 1 0 0 0,0-1 0 0 0,0 0 0 0 0,0 0 1 0 0,1 1-1 0 0,-1-1 0 0 0,1 0 0 0 0,-1 0 1 0 0,1 0-1 0 0,-1 1 0 0 0,1-1 0 0 0,0 0 1 0 0,-1 0-1 0 0,1 0 0 0 0,0 0 0 0 0,0 0 1 0 0,0 0-1 0 0,0 0 0 0 0,0-1 0 0 0,0 1 1 0 0,0 0-1 0 0,0 0 0 0 0,0-1 0 0 0,0 1 1 0 0,0-1-1 0 0,0 1 0 0 0,1-1 0 0 0,-1 1 0 0 0,0-1 1 0 0,0 0-1 0 0,1 1 0 0 0,-1-1 0 0 0,0 0 1 0 0,1 0-1 0 0,-1 0 0 0 0,0 0 0 0 0,0 0 1 0 0,3-1-1 0 0,7 1-18 0 0,0-2 0 0 0,1 0 0 0 0,-1 0 0 0 0,0-1 0 0 0,0 0 0 0 0,0-1 0 0 0,0 0 0 0 0,-1-1 1 0 0,0 0-1 0 0,12-7 0 0 0,6-6-128 0 0,-1-2 0 0 0,30-27 0 0 0,-29 20-68 0 0,-1-2 0 0 0,-1 0 1 0 0,-1-2-1 0 0,39-66 0 0 0,63-146-265 0 0,-117 223 467 0 0,93-200-178 0 0,-103 219 149 0 0,-1 5 18 0 0,-28 65 360 0 0,-52 90 1 0 0,19-41-113 0 0,41-75-304 0 0,-72 162 676 0 0,84-180-892 0 0,0 2-1 0 0,2-1 1 0 0,1 1-1 0 0,1 0 0 0 0,1 0 1 0 0,0 30-1 0 0,4-46-1505 0 0,1 0 0 0 0,3 20 0 0 0,3-10-3667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83 572 0 0,'15'-56'8239'0'0,"-15"55"-8153"0"0,0 1-1 0 0,0-1 0 0 0,1 1 0 0 0,-1-1 1 0 0,0 1-1 0 0,0-1 0 0 0,0 1 0 0 0,0-1 1 0 0,0 1-1 0 0,0-1 0 0 0,0 1 0 0 0,0-1 1 0 0,0 1-1 0 0,0-1 0 0 0,0 1 0 0 0,0-1 1 0 0,0 1-1 0 0,-1-1 0 0 0,1 1 0 0 0,0-1 1 0 0,0 1-1 0 0,0 0 0 0 0,-1-1 0 0 0,1 1 1 0 0,0-1-1 0 0,-1 1 0 0 0,1 0 0 0 0,0-1 1 0 0,-1 1-1 0 0,1-1 0 0 0,0 1 0 0 0,-1 0 1 0 0,1 0-1 0 0,-1-1 0 0 0,1 1 0 0 0,-1 0 1 0 0,1 0-1 0 0,0-1 0 0 0,-1 1 0 0 0,1 0 0 0 0,-1 0 1 0 0,1 0-1 0 0,-1 0 0 0 0,1 0 0 0 0,-1 0 1 0 0,-1 0 26 0 0,0 0 0 0 0,1 0 1 0 0,-1 1-1 0 0,0-1 1 0 0,1 0-1 0 0,-1 1 0 0 0,1 0 1 0 0,-1-1-1 0 0,1 1 0 0 0,-3 1 1 0 0,-5 5 65 0 0,0 1 0 0 0,0 0 1 0 0,1 0-1 0 0,0 1 1 0 0,1 0-1 0 0,0 0 0 0 0,0 1 1 0 0,-6 11-1 0 0,2 0-52 0 0,1 1 0 0 0,1-1-1 0 0,-7 24 1 0 0,13-34-78 0 0,0 0-1 0 0,1 0 1 0 0,0 0 0 0 0,-1 15-1 0 0,3-23-18 0 0,0 1 0 0 0,0 0 0 0 0,1-1 0 0 0,-1 1 0 0 0,1 0 0 0 0,-1-1 0 0 0,1 1 0 0 0,0-1 0 0 0,1 1 0 0 0,-1-1 0 0 0,1 0 0 0 0,-1 1 0 0 0,1-1 0 0 0,0 0 0 0 0,0 0 0 0 0,5 5 0 0 0,-6-7-17 0 0,1 0 1 0 0,0 0 0 0 0,-1 0 0 0 0,1 0 0 0 0,0 0 0 0 0,0 0 0 0 0,0-1 0 0 0,0 1 0 0 0,0-1 0 0 0,0 1 0 0 0,0-1 0 0 0,0 0 0 0 0,0 0 0 0 0,0 0 0 0 0,0 0 0 0 0,3 0 0 0 0,32-8 78 0 0,-29 4-80 0 0,1 1-1 0 0,-2-2 1 0 0,1 1 0 0 0,0-1 0 0 0,-1 0-1 0 0,0-1 1 0 0,0 1 0 0 0,-1-1-1 0 0,0-1 1 0 0,0 1 0 0 0,0-1 0 0 0,-1 0-1 0 0,0-1 1 0 0,0 1 0 0 0,0-1-1 0 0,4-11 1 0 0,-4 6 57 0 0,0 0-1 0 0,-1 0 1 0 0,0 0-1 0 0,-1 0 1 0 0,0-1-1 0 0,-1 0 1 0 0,-1 1-1 0 0,0-1 1 0 0,-2-27-1 0 0,1 38-62 0 0,0-1-1 0 0,-1 1 1 0 0,1 0-1 0 0,-1 0 1 0 0,0 0-1 0 0,0 0 0 0 0,0 0 1 0 0,0-1-1 0 0,0 1 1 0 0,-1 1-1 0 0,1-1 1 0 0,-1 0-1 0 0,0 0 0 0 0,0 1 1 0 0,0-1-1 0 0,0 1 1 0 0,0-1-1 0 0,0 1 1 0 0,-1 0-1 0 0,1 0 1 0 0,-1 0-1 0 0,0 0 0 0 0,1 0 1 0 0,-1 1-1 0 0,0-1 1 0 0,0 1-1 0 0,0 0 1 0 0,0 0-1 0 0,0 0 0 0 0,-1 0 1 0 0,1 1-1 0 0,0-1 1 0 0,0 1-1 0 0,0 0 1 0 0,-1 0-1 0 0,1 0 1 0 0,-6 0-1 0 0,1 1-331 0 0,0 1 0 0 0,0-1 0 0 0,0 1 0 0 0,0 1 1 0 0,0 0-1 0 0,0 0 0 0 0,0 0 0 0 0,1 1 0 0 0,0 0 0 0 0,0 0 0 0 0,0 1 0 0 0,0 0 0 0 0,-10 10 1 0 0,-7 14-5500 0 0,18-15 487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0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296 117 640 0 0,'-2'0'2422'0'0,"-3"0"-1605"0"0,0 0 1 0 0,0 1 0 0 0,1 0-1 0 0,-1 0 1 0 0,0 0 0 0 0,1 0-1 0 0,-7 3 1 0 0,6-2-558 0 0,1 0 0 0 0,0 0 0 0 0,0 1 0 0 0,1 0 0 0 0,-1-1 0 0 0,1 1 0 0 0,-1 0 0 0 0,1 0 0 0 0,0 1 0 0 0,0-1 0 0 0,0 1 0 0 0,-4 7 0 0 0,6-10-232 0 0,1 0-1 0 0,-1 0 1 0 0,0 0 0 0 0,1 0-1 0 0,-1 0 1 0 0,1 0-1 0 0,-1 0 1 0 0,1 0 0 0 0,0 0-1 0 0,0 0 1 0 0,-1 0-1 0 0,1 1 1 0 0,0-1 0 0 0,0 0-1 0 0,0 0 1 0 0,0 0 0 0 0,0 0-1 0 0,0 0 1 0 0,1 1-1 0 0,-1-1 1 0 0,0 0 0 0 0,0 0-1 0 0,1 0 1 0 0,-1 0-1 0 0,1 0 1 0 0,-1 0 0 0 0,1 0-1 0 0,-1 0 1 0 0,1 0-1 0 0,0 0 1 0 0,-1 0 0 0 0,1 0-1 0 0,0-1 1 0 0,0 1-1 0 0,0 0 1 0 0,0 0 0 0 0,0-1-1 0 0,0 1 1 0 0,0 0 0 0 0,0-1-1 0 0,0 1 1 0 0,0-1-1 0 0,0 0 1 0 0,0 1 0 0 0,2-1-1 0 0,2 2 22 0 0,1 0-1 0 0,0-1 0 0 0,0 0 1 0 0,-1-1-1 0 0,1 1 0 0 0,0-1 1 0 0,7-1-1 0 0,-7 1-30 0 0,1-2 0 0 0,-1 1 1 0 0,0-1-1 0 0,0 0 0 0 0,0 0 0 0 0,0-1 0 0 0,0 1 0 0 0,0-1 1 0 0,-1-1-1 0 0,1 1 0 0 0,-1-1 0 0 0,0 0 0 0 0,0 0 0 0 0,0-1 1 0 0,-1 1-1 0 0,1-1 0 0 0,-1 0 0 0 0,5-7 0 0 0,-6 7-22 0 0,0 0 0 0 0,0-1 0 0 0,0 1-1 0 0,-1 0 1 0 0,0-1 0 0 0,0 0 0 0 0,0 1 0 0 0,-1-1-1 0 0,1 0 1 0 0,-2 0 0 0 0,1 0 0 0 0,0 0 0 0 0,-1 0 0 0 0,0 0-1 0 0,-1 0 1 0 0,1 0 0 0 0,-1 1 0 0 0,0-1 0 0 0,-4-10-1 0 0,4 14 0 0 0,1 0 1 0 0,-1 1-1 0 0,0-1 0 0 0,0 1 0 0 0,0-1 0 0 0,0 1 0 0 0,0-1 0 0 0,-1 1 0 0 0,1-1 0 0 0,0 1 1 0 0,-1 0-1 0 0,1 0 0 0 0,-1 0 0 0 0,1 0 0 0 0,-1 0 0 0 0,1 0 0 0 0,-1 0 0 0 0,0 0 0 0 0,0 1 1 0 0,1-1-1 0 0,-1 1 0 0 0,0-1 0 0 0,0 1 0 0 0,0-1 0 0 0,1 1 0 0 0,-1 0 0 0 0,0 0 0 0 0,0 0 1 0 0,0 0-1 0 0,0 1 0 0 0,1-1 0 0 0,-1 0 0 0 0,0 1 0 0 0,0-1 0 0 0,-2 2 0 0 0,-7 2 6 0 0,0 0 0 0 0,1 0-1 0 0,0 1 1 0 0,-13 9 0 0 0,-5 5 18 0 0,1 1 0 0 0,0 1 0 0 0,2 1 0 0 0,0 1 1 0 0,2 2-1 0 0,1 0 0 0 0,-20 31 0 0 0,32-42-3 0 0,0 0 0 0 0,-11 27 0 0 0,19-38-1 0 0,1 0-1 0 0,-1 1 1 0 0,1-1 0 0 0,0 0 0 0 0,0 1 0 0 0,0-1-1 0 0,0 1 1 0 0,1 0 0 0 0,-1-1 0 0 0,1 1-1 0 0,0-1 1 0 0,0 1 0 0 0,0 0 0 0 0,1-1 0 0 0,-1 1-1 0 0,1-1 1 0 0,0 1 0 0 0,0-1 0 0 0,2 5-1 0 0,-1-5 0 0 0,0-1-1 0 0,0 1 0 0 0,1-1 1 0 0,-1 0-1 0 0,1 0 1 0 0,0 0-1 0 0,0 0 0 0 0,0 0 1 0 0,0-1-1 0 0,0 1 0 0 0,0-1 1 0 0,0 0-1 0 0,0 0 0 0 0,0 0 1 0 0,0 0-1 0 0,1-1 0 0 0,-1 1 1 0 0,0-1-1 0 0,1 0 0 0 0,4 0 1 0 0,7 0 17 0 0,1-1-1 0 0,28-6 1 0 0,-9-1-26 0 0,0-1 0 0 0,-1-3 0 0 0,0 0 0 0 0,-1-2-1 0 0,0-2 1 0 0,-1-1 0 0 0,-1-1 0 0 0,-1-2 0 0 0,0-1 0 0 0,-2-1 0 0 0,0-2 0 0 0,-2-1-1 0 0,0 0 1 0 0,-2-2 0 0 0,31-46 0 0 0,-37 42-29 0 0,-15 17 14 0 0,-7 11-3 0 0,1 3 14 0 0,1-1-1 0 0,-1 1 0 0 0,0 1 0 0 0,0-1 0 0 0,0 0 0 0 0,0 1 1 0 0,0 0-1 0 0,1-1 0 0 0,-1 1 0 0 0,0 0 0 0 0,0 0 0 0 0,1 1 1 0 0,-1-1-1 0 0,1 1 0 0 0,-1-1 0 0 0,1 1 0 0 0,0 0 0 0 0,-1 0 0 0 0,1-1 1 0 0,0 2-1 0 0,0-1 0 0 0,1 0 0 0 0,-1 0 0 0 0,0 1 0 0 0,-2 3 1 0 0,1 0 8 0 0,0-4-5 0 0,1 2 0 0 0,0-1 0 0 0,0 0-1 0 0,0 0 1 0 0,1 1 0 0 0,-1-1-1 0 0,1 1 1 0 0,0-1 0 0 0,0 1-1 0 0,0 0 1 0 0,0-1 0 0 0,0 1 0 0 0,1 0-1 0 0,0 0 1 0 0,0-1 0 0 0,0 1-1 0 0,0 0 1 0 0,0 0 0 0 0,1-1 0 0 0,0 1-1 0 0,1 6 1 0 0,2-2 8 0 0,1 1 0 0 0,0 0-1 0 0,0-1 1 0 0,0 0 0 0 0,1 0 0 0 0,0-1 0 0 0,10 9-1 0 0,9 9 42 0 0,-17-18-19 0 0,-1-1 1 0 0,0 1-1 0 0,0 1 1 0 0,0-1-1 0 0,-1 1 1 0 0,0 0-1 0 0,-1 1 1 0 0,8 15-1 0 0,-12-22 26 0 0,-1 0-1 0 0,0 0 0 0 0,1 0 1 0 0,-1 0-1 0 0,0 0 0 0 0,0 0 1 0 0,0 0-1 0 0,0 0 0 0 0,0 0 1 0 0,0 0-1 0 0,-1 0 1 0 0,1 0-1 0 0,-1 0 0 0 0,1 0 1 0 0,-1 0-1 0 0,0 0 0 0 0,0 0 1 0 0,-1 3-1 0 0,-1-2 17 0 0,1 0-1 0 0,-1 1 1 0 0,0-1-1 0 0,0 0 1 0 0,0 0-1 0 0,-1-1 1 0 0,1 1 0 0 0,-7 3-1 0 0,-2 0 26 0 0,0 0 0 0 0,-1-1-1 0 0,0 0 1 0 0,-22 5 0 0 0,14-6-91 0 0,0 0 1 0 0,-28 2-1 0 0,40-6-599 0 0,0 0 0 0 0,0-1-1 0 0,-12-2 1 0 0,16 2-488 0 0,0 0 0 0 0,0 0 0 0 0,0-1 0 0 0,1 0 0 0 0,-1 0 0 0 0,-7-5 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1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1 218 1188 0 0,'7'-21'1710'0'0,"1"0"-1"0"0,1 1 1 0 0,2 0-1 0 0,13-22 1 0 0,-19 34-1477 0 0,1 1-1 0 0,-1-1 1 0 0,2 1 0 0 0,-1 0 0 0 0,1 0 0 0 0,0 1 0 0 0,0 0-1 0 0,1 0 1 0 0,-1 1 0 0 0,1 0 0 0 0,1 0 0 0 0,11-5 0 0 0,-16 9-193 0 0,0 0 1 0 0,0-1 0 0 0,-1 2 0 0 0,1-1 0 0 0,0 0 0 0 0,0 1 0 0 0,0 0 0 0 0,0 0 0 0 0,0 0 0 0 0,0 0 0 0 0,0 0 0 0 0,0 1 0 0 0,0 0 0 0 0,0 0 0 0 0,0 0 0 0 0,7 3 0 0 0,-7-1-16 0 0,0 0 1 0 0,1 0-1 0 0,-1 0 1 0 0,0 0-1 0 0,0 1 1 0 0,-1-1-1 0 0,1 1 1 0 0,-1 0-1 0 0,0 0 0 0 0,0 0 1 0 0,4 8-1 0 0,-1-1 3 0 0,-2-1-1 0 0,1 1 0 0 0,-2 0 1 0 0,1 0-1 0 0,-2 0 1 0 0,1 1-1 0 0,-1-1 0 0 0,-1 1 1 0 0,0-1-1 0 0,-2 23 0 0 0,-1-17 9 0 0,-1 0 0 0 0,-1-1 0 0 0,0 1 0 0 0,-1-1 0 0 0,-1 0 0 0 0,-11 21 0 0 0,1-7 117 0 0,-2-1 0 0 0,-24 31 0 0 0,33-53-83 0 0,6-13-27 0 0,7-17-43 0 0,6 0-23 0 0,1 0 1 0 0,2 0 0 0 0,0 1 0 0 0,1 1-1 0 0,2 0 1 0 0,0 1 0 0 0,19-18 0 0 0,-9 13-6 0 0,1 0 0 0 0,2 1 0 0 0,0 2 0 0 0,42-23 0 0 0,-58 37 16 0 0,0 1 0 0 0,1 0 1 0 0,-1 1-1 0 0,2 1 1 0 0,-1 0-1 0 0,19-4 0 0 0,-30 9 12 0 0,0-1 0 0 0,0 1-1 0 0,0-1 1 0 0,0 1 0 0 0,0 0-1 0 0,0 0 1 0 0,0 1 0 0 0,0-1-1 0 0,0 1 1 0 0,0-1-1 0 0,0 1 1 0 0,0 0 0 0 0,0 0-1 0 0,-1 0 1 0 0,1 0 0 0 0,0 1-1 0 0,-1-1 1 0 0,1 1 0 0 0,-1-1-1 0 0,1 1 1 0 0,-1 0 0 0 0,0 0-1 0 0,1 0 1 0 0,-1 1 0 0 0,0-1-1 0 0,-1 0 1 0 0,1 1 0 0 0,0-1-1 0 0,-1 1 1 0 0,1-1-1 0 0,-1 1 1 0 0,0 0 0 0 0,0 0-1 0 0,0 0 1 0 0,0 0 0 0 0,0-1-1 0 0,0 7 1 0 0,0 1 19 0 0,1 0 0 0 0,-2-1 0 0 0,1 1 0 0 0,-2 0-1 0 0,1-1 1 0 0,-1 1 0 0 0,-2 10 0 0 0,-4 9 56 0 0,-11 27 0 0 0,10-34-98 0 0,1 0-1 0 0,2 0 1 0 0,-4 24-1 0 0,8-43-83 0 0,1 0 0 0 0,0-1 0 0 0,0 1 0 0 0,0 0-1 0 0,0 0 1 0 0,0 0 0 0 0,1-1 0 0 0,-1 1-1 0 0,1 0 1 0 0,0-1 0 0 0,-1 1 0 0 0,1 0 0 0 0,0-1-1 0 0,1 1 1 0 0,-1-1 0 0 0,0 0 0 0 0,1 1 0 0 0,0-1-1 0 0,-1 0 1 0 0,1 0 0 0 0,4 4 0 0 0,-3-4-273 0 0,0 0 1 0 0,0-1-1 0 0,0 1 0 0 0,1-1 1 0 0,-1 1-1 0 0,1-1 1 0 0,-1 0-1 0 0,1 0 0 0 0,0 0 1 0 0,-1-1-1 0 0,1 1 1 0 0,0-1-1 0 0,0 0 1 0 0,-1 0-1 0 0,1 0 0 0 0,4-1 1 0 0,15-3-3089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1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158 112 1800 0 0,'5'-10'1467'0'0,"0"0"-1"0"0,0 0 0 0 0,-1 0 1 0 0,0-1-1 0 0,0 1 1 0 0,3-23-1 0 0,-7 33-1435 0 0,0 0 0 0 0,0-1 0 0 0,0 1 0 0 0,0 0 0 0 0,0-1 0 0 0,0 1-1 0 0,0 0 1 0 0,0-1 0 0 0,0 1 0 0 0,0 0 0 0 0,0-1 0 0 0,0 1 0 0 0,0 0 0 0 0,0 0 0 0 0,0-1 0 0 0,0 1 0 0 0,-1 0-1 0 0,1-1 1 0 0,0 1 0 0 0,0 0 0 0 0,0 0 0 0 0,0-1 0 0 0,-1 1 0 0 0,1 0 0 0 0,0 0 0 0 0,0-1 0 0 0,-1 1 0 0 0,1 0-1 0 0,0 0 1 0 0,0 0 0 0 0,-1-1 0 0 0,1 1 0 0 0,0 0 0 0 0,0 0 0 0 0,-1 0 0 0 0,1 0 0 0 0,0 0 0 0 0,-1 0 0 0 0,1 0-1 0 0,0 0 1 0 0,-1 0 0 0 0,1-1 0 0 0,0 1 0 0 0,-1 1 0 0 0,1-1 0 0 0,0 0 0 0 0,-1 0 0 0 0,1 0 0 0 0,0 0 0 0 0,0 0-1 0 0,-1 0 1 0 0,-14 6 392 0 0,15-6-443 0 0,-8 5 147 0 0,1 0 0 0 0,-1 1 1 0 0,2 0-1 0 0,-1 0 0 0 0,1 0 1 0 0,0 1-1 0 0,0 0 0 0 0,0 0 0 0 0,-4 9 1 0 0,-2 0 22 0 0,-5 8 88 0 0,-22 37 0 0 0,34-54-191 0 0,1 2 1 0 0,0-1 0 0 0,1 0-1 0 0,0 1 1 0 0,0 0 0 0 0,1-1-1 0 0,0 1 1 0 0,1 0 0 0 0,-1 11-1 0 0,2-18-15 0 0,0 1 1 0 0,0-1-1 0 0,0 1 0 0 0,1-1 1 0 0,-1 0-1 0 0,1 1 0 0 0,0-1 0 0 0,-1 0 1 0 0,1 1-1 0 0,0-1 0 0 0,0 0 0 0 0,0 0 1 0 0,0 0-1 0 0,1 0 0 0 0,-1 0 1 0 0,1 0-1 0 0,-1 0 0 0 0,1 0 0 0 0,2 2 1 0 0,0-2 4 0 0,-1 0 1 0 0,1 0-1 0 0,0 0 0 0 0,-1 0 1 0 0,1-1-1 0 0,0 1 1 0 0,0-1-1 0 0,0 0 1 0 0,0 0-1 0 0,7 0 1 0 0,1 0 10 0 0,-1-1-1 0 0,1 0 1 0 0,-1-1 0 0 0,1 0 0 0 0,-1-1 0 0 0,0-1 0 0 0,17-4 0 0 0,-17 2-22 0 0,0 0-1 0 0,0-1 1 0 0,0 0-1 0 0,-1 0 1 0 0,0-1-1 0 0,0-1 1 0 0,-1 0-1 0 0,1 0 1 0 0,-2 0-1 0 0,1-1 1 0 0,-2-1-1 0 0,12-15 1 0 0,-14 17 9 0 0,0 0 0 0 0,-1 0 0 0 0,1-1 0 0 0,-2 1 0 0 0,1-1 0 0 0,-1 0 1 0 0,-1 0-1 0 0,1-1 0 0 0,-2 1 0 0 0,1 0 0 0 0,-1-1 0 0 0,-1 1 0 0 0,1 0 0 0 0,-2-1 1 0 0,1 1-1 0 0,-4-18 0 0 0,3 25-32 0 0,1-1-1 0 0,-1 0 1 0 0,0 1 0 0 0,0-1 0 0 0,0 1 0 0 0,0 0 0 0 0,0-1 0 0 0,0 1 0 0 0,-1 0-1 0 0,1-1 1 0 0,-1 1 0 0 0,1 0 0 0 0,-1 0 0 0 0,0 0 0 0 0,0 1 0 0 0,0-1 0 0 0,0 0-1 0 0,0 1 1 0 0,0-1 0 0 0,0 1 0 0 0,-1 0 0 0 0,1-1 0 0 0,-1 1 0 0 0,1 0 0 0 0,-1 1-1 0 0,1-1 1 0 0,-1 0 0 0 0,-4 0 0 0 0,1 1-212 0 0,0 1 1 0 0,-1 0-1 0 0,1 0 0 0 0,0 0 0 0 0,-1 1 1 0 0,1-1-1 0 0,0 2 0 0 0,0-1 1 0 0,0 1-1 0 0,1 0 0 0 0,-1 0 0 0 0,1 0 1 0 0,-1 1-1 0 0,1 0 0 0 0,-5 4 0 0 0,10-8 117 0 0,0 0-1 0 0,-1 1 0 0 0,1-1 1 0 0,0 0-1 0 0,-1 1 0 0 0,1-1 0 0 0,0 0 1 0 0,-1 1-1 0 0,1-1 0 0 0,0 1 1 0 0,-1-1-1 0 0,1 0 0 0 0,0 1 1 0 0,0-1-1 0 0,0 1 0 0 0,-1-1 0 0 0,1 1 1 0 0,0-1-1 0 0,0 0 0 0 0,0 1 1 0 0,0-1-1 0 0,0 1 0 0 0,0-1 0 0 0,0 1 1 0 0,0-1-1 0 0,0 1 0 0 0,0-1 1 0 0,0 1-1 0 0,0-1 0 0 0,0 1 0 0 0,1-1 1 0 0,-1 0-1 0 0,0 1 0 0 0,0-1 1 0 0,0 1-1 0 0,1-1 0 0 0,-1 1 0 0 0,0-1 1 0 0,0 0-1 0 0,1 1 0 0 0,-1-1 1 0 0,0 0-1 0 0,1 1 0 0 0,-1-1 1 0 0,1 1-1 0 0,1-1-369 0 0,-1 1 0 0 0,0 0 0 0 0,1 0 0 0 0,-1-1 0 0 0,1 1 0 0 0,-1-1 0 0 0,1 1 0 0 0,0-1 0 0 0,-1 0 0 0 0,3 1 0 0 0,12-2-3351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245 193 776 0 0,'1'-1'308'0'0,"40"-45"7770"0"0,67-100 0 0 0,-141 199-5030 0 0,-60 101-85 0 0,25-33-1133 0 0,-118 240 254 0 0,183-355-2145 0 0,1 0 0 0 0,0 0 0 0 0,0 0 0 0 0,0 1 0 0 0,1-1 0 0 0,0 1 0 0 0,0-1 0 0 0,1 1 0 0 0,0 11 0 0 0,0-16-36 0 0,1 0 0 0 0,-1 0 0 0 0,1 0 0 0 0,0 0 1 0 0,-1 0-1 0 0,1 0 0 0 0,0-1 0 0 0,0 1 0 0 0,0 0 1 0 0,0 0-1 0 0,0-1 0 0 0,0 1 0 0 0,1-1 0 0 0,-1 1 1 0 0,1-1-1 0 0,-1 0 0 0 0,1 0 0 0 0,-1 1 0 0 0,1-1 0 0 0,0 0 1 0 0,-1 0-1 0 0,1 0 0 0 0,0-1 0 0 0,0 1 0 0 0,0 0 1 0 0,0-1-1 0 0,-1 1 0 0 0,1-1 0 0 0,0 0 0 0 0,0 1 1 0 0,0-1-1 0 0,0 0 0 0 0,0 0 0 0 0,0 0 0 0 0,0-1 1 0 0,2 1-1 0 0,6-1-494 0 0,0-1 1 0 0,0 0-1 0 0,-1 0 1 0 0,1-1-1 0 0,-1 0 1 0 0,0 0-1 0 0,0-1 1 0 0,0-1-1 0 0,10-6 1 0 0,-6 3-1167 0 0,1-2-1 0 0,-2 1 1 0 0,1-2 0 0 0,19-22-1 0 0,-9 6-4119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29 2048 0 0,'-125'-12'12219'0'0,"78"11"-9601"0"0,44 1-2235 0 0,-9 2 421 0 0,26 1-725 0 0,0-1 1 0 0,1 0 0 0 0,-1-2 0 0 0,1 1 0 0 0,0-2-1 0 0,14-1 1 0 0,4 0-156 0 0,149-8-2766 0 0,-59 3-4187 0 0,-70 3 750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60 351 2228 0 0,'-20'5'3917'0'0,"17"-5"-3260"0"0,-1 1 0 0 0,1-1-1 0 0,0 1 1 0 0,0 0-1 0 0,-1 1 1 0 0,1-1 0 0 0,-5 4 1527 0 0,11-6-1501 0 0,27-4-36 0 0,-1-2-1 0 0,0-1 1 0 0,-1-1 0 0 0,46-22-1 0 0,-44 19-474 0 0,-4 1-85 0 0,0-2 0 0 0,-1 0 0 0 0,0-1 0 0 0,33-27 0 0 0,-43 30-74 0 0,-2-2 0 0 0,0 0 0 0 0,0 0 0 0 0,-1-1 0 0 0,-1 0 0 0 0,0-1 0 0 0,-1-1 0 0 0,8-16 0 0 0,-16 28-8 0 0,1-1-30 0 0,0 0-1 0 0,0 0 0 0 0,-1-1 1 0 0,0 0-1 0 0,0 1 0 0 0,-1-1 0 0 0,2-10 1 0 0,-3 14-23 0 0,-2 2 40 0 0,1 0 1 0 0,-1 0-1 0 0,0 1 1 0 0,0-1-1 0 0,0 1 1 0 0,1-1-1 0 0,-1 1 1 0 0,0 0-1 0 0,-1 1 1 0 0,3-2 2 0 0,-9 5-1 0 0,1 1 0 0 0,0 0 0 0 0,1 1-1 0 0,-1 0 1 0 0,1 0 0 0 0,1 1 0 0 0,-9 10 0 0 0,-1 2-1 0 0,-60 76 41 0 0,4 2 0 0 0,-101 185 0 0 0,144-227 40 0 0,2 2 0 0 0,-20 65 1 0 0,45-118 7 0 0,4-12-65 0 0,5-14-25 0 0,4 2-4 0 0,0 1-1 0 0,1 1 1 0 0,2 0-1 0 0,-1 1 1 0 0,2 0 0 0 0,0 1-1 0 0,1 0 1 0 0,1 2-1 0 0,27-19 1 0 0,-21 18-4 0 0,2 0 1 0 0,0 2-1 0 0,0 0 1 0 0,1 2-1 0 0,0 1 1 0 0,52-11 0 0 0,-67 18-1 0 0,0 0-1 0 0,1 1 1 0 0,-1 1 0 0 0,0-1 0 0 0,1 2 0 0 0,-1-1 0 0 0,19 5 0 0 0,-27-4 16 0 0,0-1 1 0 0,0 1-1 0 0,0 0 0 0 0,0 0 0 0 0,0 1 1 0 0,0-1-1 0 0,-1 1 0 0 0,1-1 0 0 0,0 1 1 0 0,-1 0-1 0 0,1 0 0 0 0,-1 0 0 0 0,1 0 0 0 0,-1 0 1 0 0,0 1-1 0 0,0-1 0 0 0,0 1 0 0 0,0-1 1 0 0,-1 1-1 0 0,1 0 0 0 0,-1 0 0 0 0,0 0 1 0 0,1 0-1 0 0,-1 0 0 0 0,0 0 0 0 0,-1 0 1 0 0,1 0-1 0 0,-1 0 0 0 0,1 0 0 0 0,-1 0 1 0 0,0 4-1 0 0,0 3 25 0 0,-1 0 0 0 0,-1 0 0 0 0,1 0 0 0 0,-2 0 1 0 0,1-1-1 0 0,-1 1 0 0 0,-6 11 0 0 0,-36 64 14 0 0,14-29-1311 0 0,30-56 1200 0 0,1 1 1 0 0,0-1-1 0 0,-1 1 0 0 0,1-1 1 0 0,0 0-1 0 0,0 1 1 0 0,-1-1-1 0 0,1 1 0 0 0,0-1 1 0 0,0 1-1 0 0,0-1 1 0 0,0 1-1 0 0,-1-1 0 0 0,1 1 1 0 0,0-1-1 0 0,0 1 1 0 0,0-1-1 0 0,0 1 0 0 0,0-1 1 0 0,0 1-1 0 0,1-1 1 0 0,-1 1-1 0 0,0-1 0 0 0,0 1 1 0 0,0-1-1 0 0,0 1 1 0 0,0-1-1 0 0,1 1 0 0 0,-1-1 1 0 0,0 1-1 0 0,1-1 1 0 0,-1 0-1 0 0,0 1 0 0 0,1-1 1 0 0,-1 1-1 0 0,0-1 1 0 0,1 0-1 0 0,-1 1 0 0 0,0-1 1 0 0,1 0-1 0 0,-1 0 1 0 0,1 1-1 0 0,-1-1 0 0 0,1 0 1 0 0,-1 0-1 0 0,1 0 1 0 0,-1 1-1 0 0,1-1 0 0 0,-1 0 1 0 0,1 0-1 0 0,-1 0 1 0 0,1 0-1 0 0,-1 0 0 0 0,1 0 1 0 0,-1 0-1 0 0,1 0 1 0 0,-1 0-1 0 0,1 0 0 0 0,0-1 1 0 0,35-5-4263 0 0,-35 5 3923 0 0,23-6-4357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59 1812 0 0,'3'-4'660'0'0,"0"1"1"0"0,-1-1-1 0 0,0 0 0 0 0,0 0 0 0 0,3-6 0 0 0,-5 9-550 0 0,0 0 0 0 0,0 0-1 0 0,1 0 1 0 0,-1 0 0 0 0,0 0-1 0 0,0 0 1 0 0,0 0-1 0 0,0 0 1 0 0,0 0 0 0 0,0 0-1 0 0,0 1 1 0 0,-1-1 0 0 0,1 0-1 0 0,0 0 1 0 0,0 0-1 0 0,-1 0 1 0 0,1 0 0 0 0,-1 0-1 0 0,1 0 1 0 0,-1 1 0 0 0,1-1-1 0 0,-1 0 1 0 0,1 0-1 0 0,-1 0 1 0 0,0 1 0 0 0,1-1-1 0 0,-1 0 1 0 0,0 1 0 0 0,0-1-1 0 0,-2 0-36 0 0,0 0 0 0 0,0 0 1 0 0,0 1-1 0 0,0-1 0 0 0,0 1 0 0 0,0 0 0 0 0,0 0 0 0 0,0 0 1 0 0,0 0-1 0 0,0 1 0 0 0,0-1 0 0 0,1 1 0 0 0,-1 0 0 0 0,0 0 1 0 0,0 0-1 0 0,-3 1 0 0 0,-1 0 77 0 0,-15 6-8 0 0,0 1 0 0 0,0 0 1 0 0,1 1-1 0 0,-38 26 0 0 0,-71 64 251 0 0,116-88-348 0 0,0 1-1 0 0,-13 17 0 0 0,22-25-27 0 0,1 0-1 0 0,1 0 1 0 0,-1 1-1 0 0,1-1 1 0 0,0 1-1 0 0,0 0 1 0 0,0 0-1 0 0,1 0 1 0 0,-3 13-1 0 0,4-18-13 0 0,1 1 0 0 0,0-1 0 0 0,0 1 0 0 0,0-1 1 0 0,0 0-1 0 0,0 1 0 0 0,0-1 0 0 0,0 1 0 0 0,1-1 0 0 0,-1 0 0 0 0,0 1 0 0 0,1-1 0 0 0,-1 0 0 0 0,1 1 0 0 0,0-1 0 0 0,-1 0 0 0 0,1 1 0 0 0,0-1 0 0 0,0 0 0 0 0,-1 0 0 0 0,1 0 0 0 0,0 0 0 0 0,2 1 0 0 0,-1 0-2 0 0,1 0 0 0 0,0-1 0 0 0,0 1 0 0 0,-1-1 0 0 0,1 0 0 0 0,0 0 1 0 0,0 0-1 0 0,0 0 0 0 0,0 0 0 0 0,4 0 0 0 0,7 0-6 0 0,-1-1 0 0 0,1 0 0 0 0,24-3-1 0 0,-24 1-38 0 0,0-1-1 0 0,-1-1 0 0 0,1 0 0 0 0,-1 0 0 0 0,0-2 1 0 0,0 1-1 0 0,-1-2 0 0 0,0 0 0 0 0,0 0 0 0 0,19-16 0 0 0,2-6 1048 0 0,-1-2 0 0 0,30-38 0 0 0,-55 62-444 0 0,6-7 705 0 0,-21 29-867 0 0,-3 4-344 0 0,0 0 1 0 0,2 0-1 0 0,0 1 0 0 0,-6 22 0 0 0,12-35-44 0 0,1 0 0 0 0,1 0-1 0 0,-1 1 1 0 0,1-1 0 0 0,1 0 0 0 0,-1 0-1 0 0,1 1 1 0 0,0-1 0 0 0,1 0 0 0 0,0 1-1 0 0,0-1 1 0 0,0 0 0 0 0,1 0 0 0 0,0 0-1 0 0,6 13 1 0 0,-7-18-9 0 0,0 0 0 0 0,0 1 0 0 0,1-1 0 0 0,-1 0 0 0 0,1 0 0 0 0,-1 0-1 0 0,1 0 1 0 0,0 0 0 0 0,0 0 0 0 0,0 0 0 0 0,0 0 0 0 0,0-1 0 0 0,0 1 0 0 0,0-1-1 0 0,1 0 1 0 0,-1 1 0 0 0,0-1 0 0 0,1 0 0 0 0,-1-1 0 0 0,5 2 0 0 0,-4-2-2 0 0,1 0 0 0 0,-1 0 0 0 0,0 0 0 0 0,1-1 0 0 0,-1 1 1 0 0,0-1-1 0 0,0 0 0 0 0,0 0 0 0 0,0 0 0 0 0,0-1 0 0 0,0 1 1 0 0,0-1-1 0 0,0 1 0 0 0,3-3 0 0 0,5-5-12 0 0,0-1 1 0 0,0 1-1 0 0,-1-2 0 0 0,-1 1 1 0 0,0-1-1 0 0,9-14 0 0 0,94-181 349 0 0,-89 160-301 0 0,-22 44-35 0 0,-1 1-1 0 0,1 0 1 0 0,-1 0 0 0 0,1 0 0 0 0,0 0-1 0 0,-1 0 1 0 0,1 0 0 0 0,0 0 0 0 0,0 0-1 0 0,0 0 1 0 0,0 0 0 0 0,2-1 0 0 0,-3 2 0 0 0,0 0 0 0 0,0 0 0 0 0,1 0 0 0 0,-1 0 0 0 0,0 0 0 0 0,0 0 0 0 0,1 0 0 0 0,-1 0 0 0 0,0 0 0 0 0,0 0 0 0 0,1 0 1 0 0,-1 0-1 0 0,0 1 0 0 0,0-1 0 0 0,0 0 0 0 0,1 0 0 0 0,-1 0 0 0 0,0 0 0 0 0,0 0 0 0 0,0 1 0 0 0,1-1 0 0 0,-1 0 0 0 0,0 0 0 0 0,0 0 1 0 0,0 1-1 0 0,0-1 0 0 0,0 0 0 0 0,0 0 0 0 0,1 1 0 0 0,-1-1 0 0 0,0 0 0 0 0,0 0 0 0 0,0 0 0 0 0,0 1 0 0 0,0-1 0 0 0,0 1 0 0 0,1 3-4 0 0,-1 0 0 0 0,1 1 0 0 0,-1-1 0 0 0,0 0 0 0 0,0 1 0 0 0,0 4 0 0 0,-8 46 132 0 0,3-28-70 0 0,2-1 1 0 0,0 1-1 0 0,2-1 1 0 0,4 53 0 0 0,-2-74-29 0 0,-1-3-10 0 0,0 0-1 0 0,0-1 0 0 0,0 1 0 0 0,0 0 0 0 0,1 0 0 0 0,-1-1 0 0 0,0 1 1 0 0,1-1-1 0 0,0 1 0 0 0,-1 0 0 0 0,1-1 0 0 0,0 1 0 0 0,0-1 0 0 0,0 1 1 0 0,0-1-1 0 0,0 0 0 0 0,0 1 0 0 0,0-1 0 0 0,0 0 0 0 0,0 0 0 0 0,1 0 1 0 0,-1 0-1 0 0,0 0 0 0 0,2 1 0 0 0,-1-2-12 0 0,-1 1 0 0 0,0-1 1 0 0,0 0-1 0 0,0 0 0 0 0,0 0 0 0 0,0 0 1 0 0,0 0-1 0 0,0 0 0 0 0,1 0 1 0 0,-1-1-1 0 0,0 1 0 0 0,0 0 0 0 0,0-1 1 0 0,0 1-1 0 0,0 0 0 0 0,0-1 0 0 0,0 0 1 0 0,0 1-1 0 0,0-1 0 0 0,1-1 0 0 0,19-16 40 0 0,-18 15-38 0 0,104-124 3 0 0,-83 96-36 0 0,1 0 1 0 0,1 1-1 0 0,2 2 0 0 0,46-38 0 0 0,-71 63 22 0 0,0 1 0 0 0,0 1 0 0 0,0-1 0 0 0,0 0-1 0 0,0 1 1 0 0,0-1 0 0 0,0 1 0 0 0,1 0 0 0 0,-1 0 0 0 0,0 0 0 0 0,1 1 0 0 0,-1-1 0 0 0,1 1 0 0 0,-1 0 0 0 0,1 0-1 0 0,-1 0 1 0 0,1 0 0 0 0,-1 0 0 0 0,0 1 0 0 0,1 0 0 0 0,-1 0 0 0 0,1 0 0 0 0,-1 0 0 0 0,0 0 0 0 0,0 1-1 0 0,0-1 1 0 0,4 3 0 0 0,5 5 9 0 0,0 1 0 0 0,0 0 0 0 0,-1 1 0 0 0,0 0 0 0 0,9 14 0 0 0,-9-12 11 0 0,1-1 0 0 0,17 16 0 0 0,-22-22 2 0 0,0-1 1 0 0,0-1-1 0 0,0 0 0 0 0,1 0 0 0 0,-1 0 1 0 0,1-1-1 0 0,0 0 0 0 0,0 0 1 0 0,0-1-1 0 0,16 3 0 0 0,-20-5-13 0 0,1 0 0 0 0,-1 0-1 0 0,1 0 1 0 0,-1-1 0 0 0,0 1-1 0 0,1-1 1 0 0,-1 0 0 0 0,0 0-1 0 0,1-1 1 0 0,-1 1 0 0 0,0-1 0 0 0,0 0-1 0 0,0 0 1 0 0,0 0 0 0 0,-1-1-1 0 0,1 1 1 0 0,-1-1 0 0 0,1 0 0 0 0,-1 0-1 0 0,0 0 1 0 0,0 0 0 0 0,4-7-1 0 0,1 0-9 0 0,-1-1 0 0 0,10-20 0 0 0,-15 26 5 0 0,0 0-1 0 0,0 0 1 0 0,-1-1 0 0 0,1 1-1 0 0,-1 0 1 0 0,0 0 0 0 0,0-1-1 0 0,-1 1 1 0 0,0-8-1 0 0,0 12 0 0 0,0-1-1 0 0,0 1 0 0 0,0 0 0 0 0,-1 0 0 0 0,1 0 1 0 0,0 0-1 0 0,-1 0 0 0 0,1 0 0 0 0,0 0 1 0 0,-1 0-1 0 0,1 0 0 0 0,-1 0 0 0 0,0 1 1 0 0,1-1-1 0 0,-1 0 0 0 0,0 0 0 0 0,0 0 0 0 0,1 1 1 0 0,-1-1-1 0 0,0 0 0 0 0,0 1 0 0 0,0-1 1 0 0,0 0-1 0 0,-2 0 0 0 0,1 0 1 0 0,-1 1-1 0 0,0-1 1 0 0,0 0-1 0 0,0 1 1 0 0,0 0-1 0 0,0 0 1 0 0,1 0-1 0 0,-1 0 1 0 0,-4 1-1 0 0,-4 1 13 0 0,0 1 0 0 0,0 0-1 0 0,-21 8 1 0 0,12-2 102 0 0,1 1 0 0 0,0 0 0 0 0,0 1 0 0 0,1 1-1 0 0,1 1 1 0 0,0 1 0 0 0,0 0 0 0 0,2 1 0 0 0,-1 1 0 0 0,-12 18 0 0 0,25-31-92 0 0,1 0 0 0 0,0 0 0 0 0,0 1 1 0 0,1-1-1 0 0,-1 1 0 0 0,1-1 0 0 0,-1 1 0 0 0,1-1 0 0 0,0 1 1 0 0,0 0-1 0 0,1 0 0 0 0,-1-1 0 0 0,1 1 0 0 0,0 0 1 0 0,0 0-1 0 0,0 0 0 0 0,1 0 0 0 0,-1-1 0 0 0,1 1 0 0 0,0 0 1 0 0,2 7-1 0 0,0-6-1 0 0,0 0 0 0 0,0 0-1 0 0,0-1 1 0 0,1 1 0 0 0,-1-1 0 0 0,1 0 0 0 0,0 1 0 0 0,0-2 0 0 0,1 1 0 0 0,-1 0 0 0 0,1-1 0 0 0,0 0-1 0 0,-1 0 1 0 0,8 2 0 0 0,14 7 18 0 0,1-2-1 0 0,0-1 1 0 0,0-2-1 0 0,1 0 1 0 0,37 3 0 0 0,145 1-2640 0 0,-127-14-1195 0 0,-27-3-2413 0 0,-27 1 382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5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51 2052 0 0,'-2'-26'7695'0'0,"-2"2"765"0"0,4 24-8413 0 0,-13 36 1471 0 0,-10 56 0 0 0,2-7-763 0 0,-51 144 306 0 0,-33 128-920 0 0,102-341-496 0 0,0 0-1 0 0,0 18 0 0 0,2-28 69 0 0,1-1 0 0 0,0 0 0 0 0,0 0 1 0 0,1 1-1 0 0,0-1 0 0 0,0 0 0 0 0,0 0 0 0 0,0 0 1 0 0,1 0-1 0 0,3 7 0 0 0,-4-10 60 0 0,0-1 1 0 0,0 0-1 0 0,0 1 1 0 0,0-1-1 0 0,0 0 0 0 0,1 0 1 0 0,-1 0-1 0 0,0 0 0 0 0,1 0 1 0 0,-1 0-1 0 0,1 0 1 0 0,-1 0-1 0 0,1 0 0 0 0,0-1 1 0 0,-1 1-1 0 0,1-1 0 0 0,0 1 1 0 0,-1-1-1 0 0,1 0 0 0 0,0 0 1 0 0,0 0-1 0 0,-1 0 1 0 0,1 0-1 0 0,0 0 0 0 0,-1 0 1 0 0,1 0-1 0 0,0-1 0 0 0,0 1 1 0 0,-1 0-1 0 0,3-2 1 0 0,4-1-961 0 0,0 0 1 0 0,0 0-1 0 0,0-1 1 0 0,12-8-1 0 0,2-3-2476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0 346 4652 0 0,'17'-22'1259'0'0,"-1"-1"0"0"0,0 0-1 0 0,-2-1 1 0 0,-1-1-1 0 0,12-33 1 0 0,-12 27 239 0 0,-9 29-936 0 0,-7 19-447 0 0,-10 37 42 0 0,-8 45-25 0 0,20-87-113 0 0,0 1-1 0 0,0 0 1 0 0,1 0 0 0 0,1-1-1 0 0,3 24 1 0 0,-3-32-4 0 0,0-1 0 0 0,0 1 0 0 0,0-1 0 0 0,0 0 0 0 0,0 0 1 0 0,1 0-1 0 0,-1 0 0 0 0,1 0 0 0 0,0 0 0 0 0,0 0 0 0 0,0 0 0 0 0,1 0 0 0 0,-1-1 0 0 0,0 0 0 0 0,1 1 0 0 0,0-1 1 0 0,5 4-1 0 0,-3-4 6 0 0,0 0 1 0 0,0 0 0 0 0,0 0 0 0 0,0-1 0 0 0,0 1-1 0 0,0-1 1 0 0,0 0 0 0 0,0-1 0 0 0,1 0-1 0 0,9 0 1 0 0,-3-1 71 0 0,0-1 0 0 0,0 0 1 0 0,0 0-1 0 0,0-1 0 0 0,-1-1 0 0 0,1 0 0 0 0,-1-1 0 0 0,0 0 0 0 0,16-10 0 0 0,-17 7 14 0 0,-1 0 0 0 0,0 0 0 0 0,-1-1 0 0 0,0 0 0 0 0,0 0 0 0 0,-1-1 0 0 0,0 0 0 0 0,0-1 0 0 0,-1 1 0 0 0,-1-1 0 0 0,0 0 0 0 0,0-1 0 0 0,-1 1 0 0 0,-1-1 1 0 0,0 0-1 0 0,0 0 0 0 0,-1 0 0 0 0,-1 0 0 0 0,0-16 0 0 0,-1 18-42 0 0,0 0 0 0 0,-1 0 1 0 0,0 0-1 0 0,-1 1 0 0 0,0-1 1 0 0,0 1-1 0 0,-1-1 0 0 0,-1 1 1 0 0,1 0-1 0 0,-10-16 1 0 0,9 19-56 0 0,-1-1 0 0 0,0 1 1 0 0,0 0-1 0 0,0 0 0 0 0,-1 1 1 0 0,1 0-1 0 0,-2 0 0 0 0,1 0 0 0 0,0 0 1 0 0,-1 1-1 0 0,0 0 0 0 0,0 1 1 0 0,0 0-1 0 0,-12-5 0 0 0,10 6-98 0 0,0 0 0 0 0,0 0 0 0 0,0 1 0 0 0,0 0 0 0 0,0 0 0 0 0,-1 1 0 0 0,1 1-1 0 0,0-1 1 0 0,0 1 0 0 0,-16 5 0 0 0,-2 2-2799 0 0,1 1 0 0 0,-30 15 0 0 0,41-17 395 0 0,0-1-2218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5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111 220 296 0 0,'-24'-3'4830'0'0,"-1"-1"0"0"0,-30-8 1 0 0,55 11-4808 0 0,0 1 1 0 0,-1 0 0 0 0,1 0 0 0 0,0 0-1 0 0,-1 0 1 0 0,1 0 0 0 0,0 0 0 0 0,0 0-1 0 0,-1 0 1 0 0,1-1 0 0 0,0 1 0 0 0,0 0-1 0 0,-1 0 1 0 0,1 0 0 0 0,0 0 0 0 0,0-1-1 0 0,-1 1 1 0 0,1 0 0 0 0,0 0 0 0 0,0-1-1 0 0,0 1 1 0 0,-1 0 0 0 0,1 0 0 0 0,0-1-1 0 0,0 1 1 0 0,0 0 0 0 0,0-1 0 0 0,0 1-1 0 0,0 0 1 0 0,0-1 0 0 0,0 1 0 0 0,0 0-1 0 0,0-1 1 0 0,0 1 0 0 0,0 0 0 0 0,0 0-1 0 0,0-1 1 0 0,0 1 0 0 0,0 0 0 0 0,0-1-1 0 0,0 1 1 0 0,0 0 0 0 0,0-1 0 0 0,0 1-1 0 0,0 0 1 0 0,1 0 0 0 0,-1-1 0 0 0,0 1-1 0 0,0 0 1 0 0,0 0 0 0 0,1-1 0 0 0,-1 1 0 0 0,0 0-1 0 0,1-1 1 0 0,12-10 239 0 0,-13 11-252 0 0,30-17-83 0 0,1 1 0 0 0,0 1-1 0 0,1 2 1 0 0,56-15 0 0 0,-41 14-713 0 0,108-33-5479 0 0,-71 21-289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6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51 2380 0 0,'8'-33'8557'0'0,"-6"23"-7234"0"0,-2 8-496 0 0,4-4 562 0 0,-6 13-586 0 0,-101 337 1268 0 0,101-338-2059 0 0,-152 428 696 0 0,133-384-174 0 0,18-53-457 0 0,3 3-76 0 0,0 0 0 0 0,0 0 0 0 0,-1 0 1 0 0,1 0-1 0 0,0-1 0 0 0,0 1 0 0 0,-1 0 1 0 0,1 0-1 0 0,0 0 0 0 0,0 0 0 0 0,0 0 1 0 0,-1-1-1 0 0,1 1 0 0 0,0 0 0 0 0,0 0 1 0 0,0 0-1 0 0,0 0 0 0 0,0-1 1 0 0,-1 1-1 0 0,1 0 0 0 0,0 0 0 0 0,0-1 1 0 0,0 1-1 0 0,0 0 0 0 0,0 0 0 0 0,0-1 1 0 0,0 1-1 0 0,0 0 0 0 0,0 0 0 0 0,0 0 1 0 0,0-1-1 0 0,0 1 0 0 0,0 0 0 0 0,0 0 1 0 0,0-1-1 0 0,0 1 0 0 0,0 0 0 0 0,1-18 1 0 0,1 0 0 0 0,0 1 0 0 0,2 0 0 0 0,0-1-1 0 0,1 1 1 0 0,0 1 0 0 0,2-1 0 0 0,9-17 0 0 0,-6 14-12 0 0,1 1 1 0 0,0 0 0 0 0,2 1-1 0 0,0 0 1 0 0,2 1-1 0 0,19-19 1 0 0,-28 30 2 0 0,0 1 1 0 0,0 0-1 0 0,0 0 1 0 0,1 1-1 0 0,-1 0 0 0 0,1 0 1 0 0,0 1-1 0 0,1 0 1 0 0,-1 0-1 0 0,0 0 0 0 0,1 1 1 0 0,0 0-1 0 0,-1 1 1 0 0,10-1-1 0 0,-11 2 5 0 0,1 0 1 0 0,-1 1-1 0 0,0 0 1 0 0,0 0-1 0 0,0 0 1 0 0,0 1-1 0 0,0 0 1 0 0,0 0-1 0 0,-1 0 1 0 0,1 1-1 0 0,-1 0 1 0 0,1 0-1 0 0,-1 0 1 0 0,0 1-1 0 0,0-1 1 0 0,-1 1-1 0 0,1 1 1 0 0,6 7-1 0 0,-3-4 73 0 0,-1 1-1 0 0,0 1 0 0 0,0-1 1 0 0,-1 1-1 0 0,0 0 1 0 0,-1 1-1 0 0,0-1 1 0 0,-1 1-1 0 0,0 0 1 0 0,-1 0-1 0 0,4 18 1 0 0,-6-22 43 0 0,-1 0 1 0 0,1 0 0 0 0,-1 0-1 0 0,-1 0 1 0 0,1 0-1 0 0,-1 0 1 0 0,-1 0 0 0 0,1 0-1 0 0,-1 0 1 0 0,0 0-1 0 0,-1-1 1 0 0,1 1 0 0 0,-1-1-1 0 0,-1 0 1 0 0,1 0-1 0 0,-1 0 1 0 0,0 0 0 0 0,0-1-1 0 0,-1 1 1 0 0,-7 6-1 0 0,0-2 24 0 0,0-1-1 0 0,0 0 0 0 0,-1-1 0 0 0,-1 0 0 0 0,1-1 0 0 0,-1-1 1 0 0,0 0-1 0 0,-1-1 0 0 0,1 0 0 0 0,-1-1 0 0 0,0-1 0 0 0,-16 2 1 0 0,-6-1 56 0 0,0-2 0 0 0,1-1 0 0 0,-72-8 1 0 0,104 6-283 0 0,1 1 0 0 0,-1-1 1 0 0,0 0-1 0 0,1 0 1 0 0,-1 0-1 0 0,0 0 1 0 0,1-1-1 0 0,-1 1 1 0 0,1-1-1 0 0,-5-3 0 0 0,7 4-16 0 0,0 1 0 0 0,1-1 0 0 0,-1 0 1 0 0,0 0-1 0 0,1 1 0 0 0,-1-1 0 0 0,1 0 0 0 0,-1 0 0 0 0,1 0 0 0 0,-1 0 0 0 0,1 1 0 0 0,0-1 0 0 0,-1 0 0 0 0,1 0 0 0 0,0 0 0 0 0,0 0 0 0 0,-1 0 0 0 0,1-1 0 0 0,0 0-99 0 0,1 0 1 0 0,-1 1-1 0 0,0-1 1 0 0,1 0-1 0 0,-1 0 1 0 0,1 1-1 0 0,0-1 1 0 0,0 0-1 0 0,-1 1 1 0 0,1-1-1 0 0,0 1 1 0 0,0-1-1 0 0,2-1 1 0 0,6-7-1892 0 0,0 0 0 0 0,1 1 0 0 0,0 0-1 0 0,18-12 1 0 0,-5 7-3621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7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99 3024 0 0,'3'0'4548'0'0,"15"1"-860"0"0,2 0 1354 0 0,-12 0-4881 0 0,-6-1 563 0 0,0 1-455 0 0,-1-1-250 0 0,9 4 327 0 0,0 0 1 0 0,0-1 0 0 0,0 0-1 0 0,1-1 1 0 0,19 2-1 0 0,-11-4-226 0 0,0-1 0 0 0,0-1 0 0 0,31-6 0 0 0,-44 7-105 0 0,-1 0 0 0 0,0-1 0 0 0,0 0 0 0 0,0 0 0 0 0,0 0 0 0 0,0-1 0 0 0,0 1 0 0 0,0-1 0 0 0,-1 0 0 0 0,1-1 0 0 0,-1 1 0 0 0,0-1 0 0 0,0 0-1 0 0,0 0 1 0 0,-1 0 0 0 0,1 0 0 0 0,5-9 0 0 0,-9 11-15 0 0,1 1 1 0 0,-1 0-1 0 0,1 0 0 0 0,-1 0 0 0 0,1 0 1 0 0,-1 0-1 0 0,0-1 0 0 0,0 1 0 0 0,0 0 0 0 0,1 0 1 0 0,-1 0-1 0 0,0-1 0 0 0,-1 1 0 0 0,1 0 0 0 0,0 0 1 0 0,0-1-1 0 0,0 1 0 0 0,-1 0 0 0 0,1 0 1 0 0,-1 0-1 0 0,1 0 0 0 0,-1 0 0 0 0,1-1 0 0 0,-1 1 1 0 0,1 0-1 0 0,-1 0 0 0 0,0 0 0 0 0,0 0 1 0 0,0 1-1 0 0,1-1 0 0 0,-1 0 0 0 0,0 0 0 0 0,0 0 1 0 0,0 1-1 0 0,0-1 0 0 0,0 0 0 0 0,0 1 1 0 0,-1-1-1 0 0,0 0 0 0 0,-2 0-2 0 0,0-1 0 0 0,0 1 0 0 0,0 0 0 0 0,0 0 0 0 0,0 0 0 0 0,0 0 0 0 0,-1 1-1 0 0,1 0 1 0 0,0 0 0 0 0,-5 0 0 0 0,-5 3 17 0 0,-1 1 0 0 0,1 0 0 0 0,-1 1 0 0 0,1 1 0 0 0,1 0 0 0 0,-1 1 0 0 0,1 0 0 0 0,0 1 0 0 0,-21 17-1 0 0,-5 8 418 0 0,-52 57 0 0 0,70-66-187 0 0,0 0 0 0 0,-19 30-1 0 0,33-44-174 0 0,1 0-1 0 0,1 0 1 0 0,0 1-1 0 0,0-1 1 0 0,1 1-1 0 0,0 0 0 0 0,1 0 1 0 0,0 0-1 0 0,-1 14 1 0 0,3-21-40 0 0,1 0-1 0 0,0-1 1 0 0,0 1 0 0 0,0 0 0 0 0,1 0-1 0 0,-1-1 1 0 0,1 1 0 0 0,0 0 0 0 0,0-1 0 0 0,0 1-1 0 0,1-1 1 0 0,-1 0 0 0 0,1 1 0 0 0,0-1 0 0 0,0 0-1 0 0,0 0 1 0 0,0 0 0 0 0,0 0 0 0 0,1 0-1 0 0,-1 0 1 0 0,1-1 0 0 0,0 1 0 0 0,0-1 0 0 0,0 0-1 0 0,0 0 1 0 0,0 0 0 0 0,0 0 0 0 0,1-1 0 0 0,6 3-1 0 0,5 1 34 0 0,0-1 0 0 0,0 0 0 0 0,1-2 0 0 0,-1 0 0 0 0,28 1 0 0 0,19-3-258 0 0,-1-3 0 0 0,1-2 0 0 0,-1-3 1 0 0,115-31-1 0 0,-111 20-2847 0 0,-1-3 1 0 0,71-37-1 0 0,-94 37-1633 0 0,-5 0-2149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18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440 178 392 0 0,'21'-37'7623'0'0,"-16"29"-6440"0"0,0-1 0 0 0,0 1 0 0 0,-1-1 0 0 0,0-1 0 0 0,0 1 0 0 0,4-19-1 0 0,-7 26-1110 0 0,-1 0 0 0 0,0 0-1 0 0,1 0 1 0 0,-1 0-1 0 0,0 0 1 0 0,0 0-1 0 0,0 0 1 0 0,-1 0-1 0 0,1 0 1 0 0,0 0-1 0 0,-1 0 1 0 0,1 0-1 0 0,-1 1 1 0 0,0-1-1 0 0,1 0 1 0 0,-1 0-1 0 0,0 0 1 0 0,0 1-1 0 0,0-1 1 0 0,-1 0-1 0 0,1 1 1 0 0,0-1-1 0 0,0 1 1 0 0,-1-1-1 0 0,1 1 1 0 0,-1 0 0 0 0,0 0-1 0 0,1 0 1 0 0,-1 0-1 0 0,0 0 1 0 0,1 0-1 0 0,-1 0 1 0 0,0 0-1 0 0,0 1 1 0 0,0-1-1 0 0,0 0 1 0 0,-3 1-1 0 0,-1-1-30 0 0,0 0-1 0 0,0 0 1 0 0,0 1 0 0 0,-1 0-1 0 0,1 1 1 0 0,0-1-1 0 0,0 1 1 0 0,0 0 0 0 0,-1 1-1 0 0,-7 2 1 0 0,-10 7-10 0 0,1 1 0 0 0,0 1 0 0 0,1 0 1 0 0,0 2-1 0 0,1 1 0 0 0,1 0 0 0 0,0 2 0 0 0,-30 34 1 0 0,30-28-12 0 0,1 1 0 0 0,1 0 1 0 0,1 1-1 0 0,2 1 1 0 0,0 1-1 0 0,2 0 0 0 0,-10 32 1 0 0,19-48-12 0 0,1-1 0 0 0,0 0 1 0 0,1 1-1 0 0,0-1 0 0 0,1 1 1 0 0,0 16-1 0 0,1-26-7 0 0,0 1 0 0 0,1-1 0 0 0,-1 1 0 0 0,0-1 0 0 0,1 1 0 0 0,-1-1 0 0 0,1 1 0 0 0,0-1 0 0 0,0 0 0 0 0,0 1 0 0 0,0-1 0 0 0,0 0 0 0 0,0 0 0 0 0,1 0 0 0 0,-1 0 0 0 0,1 0 0 0 0,0 0 0 0 0,-1 0 0 0 0,1 0 0 0 0,0 0 0 0 0,0-1 0 0 0,0 1 0 0 0,0-1 0 0 0,0 0 0 0 0,1 1 0 0 0,-1-1 0 0 0,0 0 0 0 0,1 0 0 0 0,-1-1 0 0 0,0 1 0 0 0,1 0 0 0 0,-1-1 0 0 0,1 1 0 0 0,-1-1 0 0 0,4 0-1 0 0,1 0 2 0 0,0 0-1 0 0,-1 0 0 0 0,1-1 1 0 0,0 1-1 0 0,0-2 0 0 0,0 1 1 0 0,0-1-1 0 0,-1 0 0 0 0,1-1 1 0 0,-1 1-1 0 0,8-5 0 0 0,-5 2-3 0 0,-1-1 0 0 0,1 0 0 0 0,-1-1 0 0 0,0 0 0 0 0,-1 0 0 0 0,12-14 0 0 0,1-7 0 0 0,-2 0-1 0 0,-1-1 1 0 0,20-49-1 0 0,-30 64 9 0 0,5-18 517 0 0,-9 24-341 0 0,0 1 0 0 0,0-1 0 0 0,1 0 0 0 0,8-13 0 0 0,-11 19-147 0 0,-1 5-18 0 0,-10 60-23 0 0,-5 54 263 0 0,14-98-406 0 0,1-1 0 0 0,0 1 0 0 0,1-1-1 0 0,4 22 1 0 0,-4-36-123 0 0,-1 0-1 0 0,1 0 1 0 0,0 0-1 0 0,1-1 1 0 0,-1 1-1 0 0,0 0 1 0 0,1-1-1 0 0,0 1 0 0 0,0-1 1 0 0,0 0-1 0 0,1 1 1 0 0,-1-1-1 0 0,1 0 1 0 0,-1 0-1 0 0,1-1 1 0 0,0 1-1 0 0,5 3 1 0 0,-5-4-49 0 0,0-1 0 0 0,0 0 0 0 0,0 0 0 0 0,1 0 0 0 0,-1-1 0 0 0,0 1 0 0 0,0-1 0 0 0,1 1 0 0 0,-1-1 0 0 0,0 0 0 0 0,1 0 0 0 0,-1-1 0 0 0,0 1 0 0 0,1-1 0 0 0,-1 1 1 0 0,0-1-1 0 0,0 0 0 0 0,0 0 0 0 0,0-1 0 0 0,0 1 0 0 0,4-3 0 0 0,2-1 213 0 0,-1-1-1 0 0,0 1 1 0 0,0-2 0 0 0,0 1 0 0 0,-1-1-1 0 0,0-1 1 0 0,0 1 0 0 0,0-1 0 0 0,-1 0-1 0 0,5-10 1 0 0,3-6 793 0 0,-1 0-1 0 0,14-40 1 0 0,8-36 1997 0 0,-17 47 84 0 0,30-65 0 0 0,-47 117-2739 0 0,-1 1 1 0 0,0-1-1 0 0,1 0 1 0 0,-1 1-1 0 0,1-1 0 0 0,-1 1 1 0 0,1-1-1 0 0,-1 1 1 0 0,1-1-1 0 0,-1 1 0 0 0,1 0 1 0 0,0-1-1 0 0,-1 1 0 0 0,1 0 1 0 0,0-1-1 0 0,-1 1 1 0 0,1 0-1 0 0,0 0 0 0 0,-1 0 1 0 0,1-1-1 0 0,0 1 1 0 0,-1 0-1 0 0,1 0 0 0 0,0 0 1 0 0,0 0-1 0 0,-1 0 1 0 0,1 0-1 0 0,0 0 0 0 0,-1 1 1 0 0,1-1-1 0 0,0 0 0 0 0,-1 0 1 0 0,1 0-1 0 0,0 1 1 0 0,-1-1-1 0 0,1 0 0 0 0,0 1 1 0 0,0 0-1 0 0,2 1 85 0 0,0-1-1 0 0,-1 1 1 0 0,1 0-1 0 0,-1 0 1 0 0,0 0-1 0 0,0 0 1 0 0,4 4 0 0 0,0 4 67 0 0,-1 0 1 0 0,0 0 0 0 0,-1 1 0 0 0,0-1 0 0 0,0 1-1 0 0,-1 0 1 0 0,-1 0 0 0 0,0 0 0 0 0,0 1 0 0 0,0 11 0 0 0,-1 19 221 0 0,-5 55 0 0 0,4-94-381 0 0,-19 134 692 0 0,15-126-265 0 0,2-15-106 0 0,3-18-209 0 0,7-4-129 0 0,2 0 1 0 0,0 1 0 0 0,2 1-1 0 0,0 0 1 0 0,2 0-1 0 0,0 1 1 0 0,2 1-1 0 0,0 1 1 0 0,2 0 0 0 0,0 1-1 0 0,1 1 1 0 0,27-21-1 0 0,-36 33-20 0 0,1-1-1 0 0,0 1 1 0 0,0 1-1 0 0,0 0 1 0 0,1 1 0 0 0,0 0-1 0 0,0 0 1 0 0,19-3-1 0 0,-28 7 15 0 0,1 0 1 0 0,-1 1-1 0 0,0-1 0 0 0,0 1 1 0 0,1 0-1 0 0,-1 0 0 0 0,0 0 0 0 0,0 1 1 0 0,1-1-1 0 0,-1 1 0 0 0,0-1 1 0 0,0 1-1 0 0,1 0 0 0 0,-1 0 0 0 0,0 1 1 0 0,0-1-1 0 0,0 0 0 0 0,-1 1 1 0 0,1 0-1 0 0,0 0 0 0 0,-1 0 0 0 0,1 0 1 0 0,-1 0-1 0 0,1 1 0 0 0,-1-1 1 0 0,0 1-1 0 0,0-1 0 0 0,0 1 0 0 0,0 0 1 0 0,-1 0-1 0 0,1-1 0 0 0,-1 1 1 0 0,0 0-1 0 0,1 1 0 0 0,-1-1 0 0 0,-1 0 1 0 0,2 5-1 0 0,0 4 53 0 0,-1-1 0 0 0,0 1 0 0 0,0 0 0 0 0,-1-1 0 0 0,-1 1 0 0 0,0-1 0 0 0,0 1 0 0 0,-4 13 0 0 0,-6 14 302 0 0,-16 38 0 0 0,9-24-183 0 0,3-17 46 0 0,15-36-214 0 0,0 1-1 0 0,0-1 1 0 0,0 0-1 0 0,0 0 0 0 0,0 1 1 0 0,-1-1-1 0 0,1 0 1 0 0,0 0-1 0 0,0 1 0 0 0,0-1 1 0 0,0 0-1 0 0,0 0 1 0 0,0 1-1 0 0,0-1 1 0 0,0 0-1 0 0,0 0 0 0 0,0 1 1 0 0,0-1-1 0 0,0 0 1 0 0,0 1-1 0 0,0-1 0 0 0,0 0 1 0 0,1 0-1 0 0,-1 1 1 0 0,0-1-1 0 0,0 0 0 0 0,0 0 1 0 0,0 1-1 0 0,0-1 1 0 0,1 0-1 0 0,-1 0 0 0 0,0 0 1 0 0,0 1-1 0 0,0-1 1 0 0,1 0-1 0 0,-1 0 0 0 0,0 0 1 0 0,0 0-1 0 0,0 0 1 0 0,1 1-1 0 0,-1-1 1 0 0,0 0-1 0 0,1 0 0 0 0,-1 0 1 0 0,0 0-1 0 0,0 0 1 0 0,1 0-1 0 0,-1 0 0 0 0,0 0 1 0 0,0 0-1 0 0,1 0 1 0 0,-1 0-1 0 0,0 0 0 0 0,0 0 1 0 0,1 0-1 0 0,-1 0 1 0 0,15-1-54 0 0,-15 1 45 0 0,22-6-973 0 0,0 0 0 0 0,0-1 1 0 0,-1-1-1 0 0,0-1 0 0 0,25-15 1 0 0,-31 16 124 0 0,67-38-7542 0 0,-36 21-181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221 602 616 0 0,'-21'-5'17344'0'0,"40"3"-17249"0"0,-1 0 1 0 0,1-2-1 0 0,-1 0 1 0 0,0-1 0 0 0,0-1-1 0 0,-1 0 1 0 0,1-2 0 0 0,-1 0-1 0 0,17-11 1 0 0,-30 16-91 0 0,0-1-1 0 0,-1 0 1 0 0,1 0 0 0 0,-1 0 0 0 0,0 0 0 0 0,0 0 0 0 0,0-1 0 0 0,-1 1 0 0 0,0-1 0 0 0,0 0-1 0 0,0 0 1 0 0,0 0 0 0 0,-1 0 0 0 0,1 0 0 0 0,-1 0 0 0 0,-1 0 0 0 0,1 0 0 0 0,-1 0-1 0 0,0 0 1 0 0,0-1 0 0 0,0 1 0 0 0,-1 0 0 0 0,1 0 0 0 0,-4-10 0 0 0,3 11-9 0 0,0 1 1 0 0,0-1-1 0 0,0 0 1 0 0,0 0-1 0 0,-1 1 1 0 0,1-1-1 0 0,-1 1 1 0 0,0-1-1 0 0,-1 1 1 0 0,1 0-1 0 0,0 0 1 0 0,-1 0-1 0 0,0 0 1 0 0,1 0-1 0 0,-1 1 1 0 0,0-1-1 0 0,0 1 1 0 0,-1 0-1 0 0,1-1 1 0 0,0 2-1 0 0,-1-1 1 0 0,0 0-1 0 0,1 1 0 0 0,-1-1 1 0 0,0 1-1 0 0,0 0 1 0 0,1 1-1 0 0,-1-1 1 0 0,0 0-1 0 0,0 1 1 0 0,0 0-1 0 0,0 0 1 0 0,-5 1-1 0 0,1 1-4 0 0,0 0 0 0 0,0 0 0 0 0,0 1 0 0 0,0 0 0 0 0,1 1-1 0 0,-1 0 1 0 0,1 0 0 0 0,0 1 0 0 0,0-1 0 0 0,0 2 0 0 0,1-1 0 0 0,-8 9-1 0 0,-7 8 7 0 0,2 0-1 0 0,-18 29 1 0 0,13-16 21 0 0,2 1-1 0 0,-31 69 1 0 0,42-81-11 0 0,2 1 0 0 0,1 1 0 0 0,0 0 1 0 0,2 0-1 0 0,-4 42 0 0 0,10-61-7 0 0,0 0-1 0 0,0 0 0 0 0,0 0 0 0 0,1-1 0 0 0,-1 1 0 0 0,2 0 0 0 0,-1-1 1 0 0,1 1-1 0 0,0-1 0 0 0,3 8 0 0 0,-3-11 0 0 0,0 0 0 0 0,0 0 0 0 0,0 0 0 0 0,0 0 0 0 0,0-1-1 0 0,1 1 1 0 0,-1 0 0 0 0,1-1 0 0 0,0 0 0 0 0,-1 0 0 0 0,1 0 0 0 0,0 0 0 0 0,0 0 0 0 0,0 0-1 0 0,1-1 1 0 0,-1 1 0 0 0,0-1 0 0 0,1 0 0 0 0,-1 0 0 0 0,7 1 0 0 0,7-1-50 0 0,0 0 0 0 0,-1-1 0 0 0,1-1 0 0 0,0 0 0 0 0,-1-2 0 0 0,1 1 0 0 0,-1-2 0 0 0,23-8 0 0 0,-1-2-171 0 0,-1-1 1 0 0,48-28-1 0 0,-50 22 121 0 0,-1-1 0 0 0,-1-2 0 0 0,-1-2-1 0 0,-1-1 1 0 0,-2-1 0 0 0,0-1 0 0 0,-2-2-1 0 0,-1 0 1 0 0,33-55 0 0 0,-37 49 112 0 0,-2 0 0 0 0,-2-2 0 0 0,-1 0 0 0 0,-2-1 1 0 0,-1 0-1 0 0,-3-1 0 0 0,-1 0 0 0 0,-2-1 0 0 0,3-48 1 0 0,-9 66 186 0 0,-1 17-129 0 0,0-1 0 0 0,0 1 0 0 0,-1 0 0 0 0,0-1 0 0 0,0 1 0 0 0,-1-1 0 0 0,0 1 1 0 0,-3-13-1 0 0,3 19-67 0 0,1 1 1 0 0,0-1 0 0 0,0 1 0 0 0,-1-1-1 0 0,1 1 1 0 0,0-1 0 0 0,-1 1 0 0 0,1-1-1 0 0,-1 1 1 0 0,1 0 0 0 0,-1-1 0 0 0,1 1-1 0 0,0 0 1 0 0,-1 0 0 0 0,1-1-1 0 0,-1 1 1 0 0,1 0 0 0 0,-1 0 0 0 0,0-1-1 0 0,1 1 1 0 0,-1 0 0 0 0,1 0 0 0 0,-1 0-1 0 0,1 0 1 0 0,-1 0 0 0 0,1 0 0 0 0,-1 0-1 0 0,1 0 1 0 0,-1 0 0 0 0,0 0 0 0 0,1 0-1 0 0,-1 0 1 0 0,1 1 0 0 0,-1-1 0 0 0,1 0-1 0 0,-1 0 1 0 0,1 1 0 0 0,-1-1-1 0 0,0 1 1 0 0,-18 11 91 0 0,8-2 24 0 0,0 1 0 0 0,1-1 0 0 0,1 2 0 0 0,-14 19 0 0 0,-27 54 495 0 0,38-63-469 0 0,-14 26 197 0 0,2 1 0 0 0,2 2-1 0 0,-27 94 1 0 0,41-115-271 0 0,2 1 0 0 0,1 0 1 0 0,1 0-1 0 0,1 0 0 0 0,2 0 1 0 0,1 0-1 0 0,2 1 0 0 0,6 34 1 0 0,-6-56-56 0 0,0 0 0 0 0,1 0 0 0 0,0 0 1 0 0,1 0-1 0 0,0-1 0 0 0,0 1 0 0 0,1-1 0 0 0,0 0 1 0 0,1-1-1 0 0,8 11 0 0 0,-9-14-7 0 0,0 0 0 0 0,0-1 0 0 0,0 1 0 0 0,1-1 0 0 0,-1 0 0 0 0,1-1 0 0 0,0 1-1 0 0,0-1 1 0 0,0 0 0 0 0,1-1 0 0 0,-1 1 0 0 0,1-1 0 0 0,-1-1 0 0 0,1 1 0 0 0,0-1 0 0 0,9 0 0 0 0,-2 0-18 0 0,1-1-1 0 0,-1-1 1 0 0,1 0 0 0 0,-1-1 0 0 0,0 0 0 0 0,1-2 0 0 0,-1 1 0 0 0,-1-2 0 0 0,15-6 0 0 0,-9 2-25 0 0,-1 0 1 0 0,0-2-1 0 0,0 0 1 0 0,-1-2-1 0 0,26-23 1 0 0,-14 6-17 0 0,-1-1 0 0 0,-1-1-1 0 0,-2-2 1 0 0,-1-1 0 0 0,31-62 0 0 0,-37 62 36 0 0,17-55 0 0 0,-35 90 13 0 0,1 0 0 0 0,-1 0 0 0 0,0 0 0 0 0,0-1 0 0 0,0 1 0 0 0,0 0 0 0 0,0 0 0 0 0,0 0 0 0 0,1-1 0 0 0,-1 1 0 0 0,0 0 0 0 0,0 0 0 0 0,0 0 0 0 0,0-1 1 0 0,0 1-1 0 0,0 0 0 0 0,0 0 0 0 0,0-1 0 0 0,0 1 0 0 0,0 0 0 0 0,0 0 0 0 0,0-1 0 0 0,0 1 0 0 0,0 0 0 0 0,0 0 0 0 0,0 0 0 0 0,0-1 0 0 0,0 1 0 0 0,0 0 0 0 0,0 0 0 0 0,-1-1 0 0 0,1 1 0 0 0,0 0 0 0 0,0 0 0 0 0,0 0 0 0 0,0 0 0 0 0,0-1 0 0 0,-1 1 0 0 0,1 0 0 0 0,0 0 1 0 0,0 0-1 0 0,0 0 0 0 0,-1-1 0 0 0,-10 7-2 0 0,-13 15 3 0 0,0 9 18 0 0,0 1 0 0 0,2 0 1 0 0,2 2-1 0 0,0 0 1 0 0,3 2-1 0 0,0 0 1 0 0,3 0-1 0 0,-12 43 1 0 0,24-71-15 0 0,0 0-1 0 0,1 0 1 0 0,0 0 0 0 0,0 0 0 0 0,0 0 0 0 0,1 0 0 0 0,0 1 0 0 0,1-1 0 0 0,0 0 0 0 0,1 7 0 0 0,-1-10 2 0 0,1-1 0 0 0,-1 1 0 0 0,0-1 1 0 0,1 0-1 0 0,0 0 0 0 0,0 0 0 0 0,0 0 0 0 0,0 0 1 0 0,0 0-1 0 0,1 0 0 0 0,-1-1 0 0 0,1 1 1 0 0,-1-1-1 0 0,1 0 0 0 0,0 0 0 0 0,0 0 0 0 0,0 0 1 0 0,0 0-1 0 0,1-1 0 0 0,-1 1 0 0 0,7 1 1 0 0,6 1-45 0 0,0 0 1 0 0,0-2 0 0 0,1 0 0 0 0,-1 0-1 0 0,1-2 1 0 0,-1 0 0 0 0,1-1-1 0 0,-1 0 1 0 0,1-2 0 0 0,-1 0 0 0 0,0 0-1 0 0,30-12 1 0 0,-16 3-163 0 0,-1-1 0 0 0,-1-1 0 0 0,0-1-1 0 0,-1-2 1 0 0,44-35 0 0 0,-44 26 66 0 0,0 0 0 0 0,-2-2-1 0 0,37-52 1 0 0,2-2-38 0 0,-52 67 152 0 0,-10 11 1 0 0,1 1-1 0 0,0-1 0 0 0,0 1 1 0 0,0 0-1 0 0,0 0 0 0 0,5-3 0 0 0,-8 6 21 0 0,0 0 0 0 0,1 0-1 0 0,-1-1 1 0 0,1 1-1 0 0,-1 0 1 0 0,1 0 0 0 0,-1 0-1 0 0,1 0 1 0 0,-1 0-1 0 0,1 0 1 0 0,-1 1 0 0 0,1-1-1 0 0,-1 0 1 0 0,0 0-1 0 0,1 0 1 0 0,-1 0 0 0 0,1 0-1 0 0,-1 1 1 0 0,1-1-1 0 0,-1 0 1 0 0,0 0 0 0 0,1 1-1 0 0,-1-1 1 0 0,0 0-1 0 0,1 1 1 0 0,-1-1-1 0 0,0 0 1 0 0,1 1 0 0 0,-1-1-1 0 0,0 0 1 0 0,0 1-1 0 0,1-1 1 0 0,-1 1 0 0 0,0-1-1 0 0,0 0 1 0 0,0 1-1 0 0,0-1 1 0 0,0 1 0 0 0,0-1-1 0 0,1 1 1 0 0,-1-1-1 0 0,0 1 1 0 0,0 0 0 0 0,4 20 17 0 0,-4-6 28 0 0,0 0-1 0 0,-2-1 1 0 0,1 1-1 0 0,-2 0 1 0 0,0-1-1 0 0,-1 0 1 0 0,0 1-1 0 0,-1-1 1 0 0,-9 15-1 0 0,0 1 130 0 0,-3-1 0 0 0,0-1-1 0 0,-22 26 1 0 0,34-48-3 0 0,-1 0 0 0 0,1 0 0 0 0,-1-1 0 0 0,-8 6 0 0 0,12-10-76 0 0,-4-2 26 0 0,6 1-119 0 0,0 0 0 0 0,-1 0 0 0 0,1 0 0 0 0,0 0 0 0 0,-1 0 0 0 0,1 0 0 0 0,-1 0 0 0 0,1 0 0 0 0,0 0 0 0 0,-1 0 0 0 0,1 0 0 0 0,-1 0 0 0 0,1 0 0 0 0,0-1 0 0 0,-1 1 0 0 0,1 0 0 0 0,0 0 0 0 0,-1 0 0 0 0,1 0 0 0 0,0-1 0 0 0,-1 1 0 0 0,1 0 0 0 0,0 0 0 0 0,-1-1 1 0 0,1 1-1 0 0,0 0 0 0 0,0-1 0 0 0,-1 1 0 0 0,1-7 2 0 0,0 1 1 0 0,1-1 0 0 0,0 1-1 0 0,0 0 1 0 0,0-1 0 0 0,0 1 0 0 0,1 0-1 0 0,0 0 1 0 0,1 0 0 0 0,-1 0-1 0 0,6-7 1 0 0,1-4-20 0 0,0 2 0 0 0,22-27 0 0 0,-17 26 3 0 0,0 1 1 0 0,1 0-1 0 0,0 1 1 0 0,1 0 0 0 0,1 2-1 0 0,0 0 1 0 0,27-14 0 0 0,-37 22 4 0 0,-1 1 1 0 0,1 0 0 0 0,0 1 0 0 0,0-1 0 0 0,0 1 0 0 0,0 1 0 0 0,0-1 0 0 0,1 1 0 0 0,-1 1 0 0 0,0-1 0 0 0,1 1 0 0 0,-1 0 0 0 0,0 1-1 0 0,0 0 1 0 0,1 0 0 0 0,-1 1 0 0 0,0-1 0 0 0,0 2 0 0 0,0-1 0 0 0,0 1 0 0 0,-1 0 0 0 0,1 0 0 0 0,-1 1 0 0 0,11 7 0 0 0,-11-6 10 0 0,1 1 0 0 0,-1 0 0 0 0,0 1 0 0 0,-1-1 0 0 0,1 1 0 0 0,-1 0 0 0 0,-1 1 0 0 0,1-1 0 0 0,-1 1 1 0 0,-1 0-1 0 0,1 0 0 0 0,-1 0 0 0 0,-1 0 0 0 0,1 1 0 0 0,1 13 0 0 0,-3-16-3 0 0,-1 0 0 0 0,1 0 1 0 0,-1 0-1 0 0,-1 1 0 0 0,1-1 0 0 0,-1 0 0 0 0,0 0 1 0 0,0 0-1 0 0,-1 0 0 0 0,0 0 0 0 0,0-1 0 0 0,0 1 1 0 0,0-1-1 0 0,-1 1 0 0 0,0-1 0 0 0,-1 0 0 0 0,1 0 0 0 0,-1 0 1 0 0,0 0-1 0 0,0-1 0 0 0,0 1 0 0 0,-1-1 0 0 0,-5 4 1 0 0,9-7-6 0 0,-16 10 5 0 0,16-11-3 0 0,1 0 1 0 0,-1 1-1 0 0,0-1 1 0 0,1 0 0 0 0,-1 0-1 0 0,0 1 1 0 0,1-1-1 0 0,-1 0 1 0 0,0 0-1 0 0,1 0 1 0 0,-1 0 0 0 0,0 0-1 0 0,1 0 1 0 0,-1 0-1 0 0,0 0 1 0 0,1 0-1 0 0,-1 0 1 0 0,0 0 0 0 0,1 0-1 0 0,-1 0 1 0 0,0-1-1 0 0,1 1 1 0 0,-1 0-1 0 0,0 0 1 0 0,1-1 0 0 0,-1 1-1 0 0,1-1 1 0 0,-2 1-1 0 0,1-3-18 0 0,0 0 1 0 0,-1 1-1 0 0,1-1 0 0 0,0 0 0 0 0,1 0 0 0 0,-1 1 1 0 0,0-1-1 0 0,1 0 0 0 0,-1 0 0 0 0,1 0 0 0 0,0 0 1 0 0,0 0-1 0 0,0 0 0 0 0,1 0 0 0 0,-1 0 0 0 0,1 1 0 0 0,-1-1 1 0 0,1 0-1 0 0,0 0 0 0 0,2-5 0 0 0,3-5-48 0 0,-1 1 0 0 0,1-1 0 0 0,11-14 1 0 0,-2 5 8 0 0,1 1 0 0 0,1 1 0 0 0,1 0 1 0 0,36-30-1 0 0,-38 36 16 0 0,1 2 0 0 0,1 0-1 0 0,0 1 1 0 0,0 1 0 0 0,1 0 0 0 0,32-10-1 0 0,-48 19 37 0 0,0 0-1 0 0,0 0 0 0 0,0 0 0 0 0,0 0 1 0 0,0 1-1 0 0,0 0 0 0 0,0-1 0 0 0,1 1 1 0 0,-1 0-1 0 0,0 1 0 0 0,0-1 0 0 0,0 0 0 0 0,0 1 1 0 0,0 0-1 0 0,0 0 0 0 0,0 0 0 0 0,0 0 1 0 0,4 2-1 0 0,-5-1 6 0 0,0-1 1 0 0,0 1-1 0 0,0 0 1 0 0,-1 0-1 0 0,1 0 1 0 0,0 0-1 0 0,-1 0 1 0 0,1 1-1 0 0,-1-1 1 0 0,0 0-1 0 0,0 1 1 0 0,0-1-1 0 0,0 1 1 0 0,0-1-1 0 0,0 1 1 0 0,-1 0-1 0 0,1-1 1 0 0,-1 1-1 0 0,0 0 0 0 0,1-1 1 0 0,-2 5-1 0 0,0 14 53 0 0,-1-1 0 0 0,-2 0 0 0 0,0 0 0 0 0,-11 32 0 0 0,8-29-19 0 0,1 0 0 0 0,-6 45 0 0 0,12-66-29 0 0,0 0 1 0 0,0 0-1 0 0,0 0 1 0 0,0 0-1 0 0,0 0 1 0 0,0 0-1 0 0,1 0 1 0 0,-1 0-1 0 0,1 0 1 0 0,0 0-1 0 0,-1 0 1 0 0,1-1-1 0 0,0 1 1 0 0,0 0-1 0 0,0 0 1 0 0,0-1-1 0 0,1 1 1 0 0,-1-1-1 0 0,2 3 0 0 0,0-1 1 0 0,1-1-1 0 0,-1 0 0 0 0,0 0 1 0 0,0 0-1 0 0,1 0 0 0 0,-1-1 0 0 0,1 0 1 0 0,-1 1-1 0 0,8 0 0 0 0,2 0 2 0 0,0 0 0 0 0,0-1 0 0 0,0 0 0 0 0,26-3 0 0 0,-22 0-15 0 0,0 0 0 0 0,0-2 0 0 0,0 1 1 0 0,-1-2-1 0 0,0 0 0 0 0,0-1 1 0 0,0-1-1 0 0,0-1 0 0 0,-1 0 1 0 0,-1 0-1 0 0,1-2 0 0 0,-2 0 1 0 0,1 0-1 0 0,-1-1 0 0 0,-1-1 0 0 0,0 0 1 0 0,0-1-1 0 0,-1 0 0 0 0,-1-1 1 0 0,-1 0-1 0 0,0 0 0 0 0,0-1 1 0 0,-1-1-1 0 0,-1 1 0 0 0,-1-1 1 0 0,0 0-1 0 0,3-18 0 0 0,-8 29 10 0 0,0 0 0 0 0,0 0 0 0 0,0 0 0 0 0,-1 0 0 0 0,0-1 0 0 0,0 1 0 0 0,0 0-1 0 0,0 0 1 0 0,-1-1 0 0 0,-2-8 0 0 0,-4 7 3 0 0,4 6-3 0 0,0 0 0 0 0,0 1 0 0 0,0-1 0 0 0,0 1 0 0 0,0 0 0 0 0,0-1 0 0 0,0 1-1 0 0,0 1 1 0 0,0-1 0 0 0,0 0 0 0 0,0 1 0 0 0,0-1 0 0 0,1 1 0 0 0,-1 0 0 0 0,0 0 0 0 0,0 0 0 0 0,0 0 0 0 0,1 1-1 0 0,-1-1 1 0 0,1 1 0 0 0,-4 3 0 0 0,-9 5 33 0 0,1 1 1 0 0,-17 18-1 0 0,28-26-27 0 0,-11 11 28 0 0,1 1-1 0 0,0 0 1 0 0,1 1 0 0 0,-16 27-1 0 0,22-32-11 0 0,0 1 0 0 0,0 1 0 0 0,1-1 0 0 0,1 1 0 0 0,0 0 0 0 0,1 0 0 0 0,-4 24 0 0 0,7-32-13 0 0,0 0 0 0 0,0 1 1 0 0,0-1-1 0 0,0 0 0 0 0,1 0 0 0 0,0 0 0 0 0,0 1 1 0 0,0-1-1 0 0,1 0 0 0 0,0 0 0 0 0,0-1 1 0 0,0 1-1 0 0,0 0 0 0 0,1-1 0 0 0,6 9 0 0 0,-4-8 0 0 0,0 0-1 0 0,0 0 1 0 0,1 0-1 0 0,-1-1 1 0 0,1 1-1 0 0,0-2 0 0 0,0 1 1 0 0,1-1-1 0 0,-1 0 1 0 0,12 4-1 0 0,-5-3-15 0 0,1 0-1 0 0,1-1 1 0 0,-1-1-1 0 0,0 0 0 0 0,1-1 1 0 0,-1-1-1 0 0,0 0 1 0 0,1-1-1 0 0,-1 0 1 0 0,0-1-1 0 0,15-4 1 0 0,-12 0-53 0 0,0 0 1 0 0,-1-1 0 0 0,0-1 0 0 0,0 0-1 0 0,-1-2 1 0 0,0 1 0 0 0,0-2 0 0 0,-1 0-1 0 0,23-24 1 0 0,2-8-109 0 0,55-81 0 0 0,-16 20 74 0 0,-77 102 91 0 0,1-1-1 0 0,0 0-1 0 0,1 0 1 0 0,-1 0-1 0 0,1 1 0 0 0,-1-1 1 0 0,1 1-1 0 0,0-1 0 0 0,0 1 1 0 0,0 0-1 0 0,0 0 1 0 0,0 0-1 0 0,0 1 0 0 0,1-1 1 0 0,3 0-1 0 0,9 2 1 0 0,-14 1 4 0 0,1-1 0 0 0,-1 1 0 0 0,0 0 0 0 0,0 0 0 0 0,0 0-1 0 0,0 0 1 0 0,0 0 0 0 0,-1 0 0 0 0,1 1 0 0 0,0-1 0 0 0,-1 0-1 0 0,1 1 1 0 0,0-1 0 0 0,-1 1 0 0 0,0 0 0 0 0,2 2 0 0 0,0 0 5 0 0,-1 0 1 0 0,0 1 0 0 0,0-1 0 0 0,0 1-1 0 0,-1-1 1 0 0,0 1 0 0 0,1 5 0 0 0,0 3 25 0 0,-1 1 0 0 0,0-1 0 0 0,-1 0 1 0 0,-3 23-1 0 0,1-24-2 0 0,0 0 0 0 0,-1-1 0 0 0,0 1 0 0 0,-1-1 0 0 0,0 0 0 0 0,-6 12 0 0 0,7-17-5 0 0,0-1 0 0 0,-1 1 0 0 0,0-1 0 0 0,0 0 0 0 0,0 0 0 0 0,0 0 0 0 0,-1-1 0 0 0,0 1 0 0 0,0-1 0 0 0,0 0 0 0 0,0-1 0 0 0,-9 5 0 0 0,13-7-24 0 0,0 0 0 0 0,0-1 0 0 0,0 1 0 0 0,0 0 1 0 0,0-1-1 0 0,0 1 0 0 0,-1-1 0 0 0,1 0 0 0 0,0 1 1 0 0,0-1-1 0 0,-1 0 0 0 0,1 0 0 0 0,0 1 1 0 0,-1-1-1 0 0,1 0 0 0 0,0 0 0 0 0,-1-1 0 0 0,1 1 1 0 0,0 0-1 0 0,0 0 0 0 0,-1-1 0 0 0,1 1 0 0 0,0 0 1 0 0,0-1-1 0 0,0 0 0 0 0,-1 1 0 0 0,1-1 1 0 0,0 1-1 0 0,0-1 0 0 0,0 0 0 0 0,0 0 0 0 0,0 0 1 0 0,0 0-1 0 0,0 0 0 0 0,1 0 0 0 0,-1 0 0 0 0,0 0 1 0 0,0 0-1 0 0,1 0 0 0 0,-1 0 0 0 0,0 0 1 0 0,1 0-1 0 0,0-1 0 0 0,-1 0 0 0 0,0-3 3 0 0,0 1-1 0 0,0 0 1 0 0,0-1-1 0 0,1 1 1 0 0,-1 0 0 0 0,1-1-1 0 0,1 1 1 0 0,-1 0-1 0 0,0-1 1 0 0,1 1-1 0 0,2-7 1 0 0,4-6-10 0 0,1-1 0 0 0,0 2-1 0 0,2-1 1 0 0,0 1 0 0 0,1 1 0 0 0,0 0 0 0 0,1 0 0 0 0,1 1-1 0 0,0 1 1 0 0,20-16 0 0 0,-12 12-4 0 0,1 2-1 0 0,0 0 1 0 0,1 2-1 0 0,0 0 1 0 0,1 1 0 0 0,46-14-1 0 0,-64 24 9 0 0,1 0 0 0 0,0 0 0 0 0,0 1 0 0 0,1 0 0 0 0,-1 1 0 0 0,0 0 0 0 0,0 0-1 0 0,0 0 1 0 0,0 1 0 0 0,8 1 0 0 0,-13-1 12 0 0,1-1 1 0 0,-1 1-1 0 0,0 0 0 0 0,1 0 1 0 0,-1 0-1 0 0,0 0 0 0 0,1 1 0 0 0,-1-1 1 0 0,0 0-1 0 0,0 1 0 0 0,0 0 1 0 0,0-1-1 0 0,0 1 0 0 0,-1 0 0 0 0,1 0 1 0 0,-1 0-1 0 0,1 0 0 0 0,-1 0 1 0 0,1 0-1 0 0,-1 1 0 0 0,0-1 0 0 0,0 0 1 0 0,0 1-1 0 0,0-1 0 0 0,-1 0 1 0 0,1 1-1 0 0,-1-1 0 0 0,1 1 0 0 0,-1-1 1 0 0,0 1-1 0 0,0 2 0 0 0,-1 6 51 0 0,0 0 0 0 0,0-1 0 0 0,-1 1 0 0 0,-1-1 0 0 0,1 0 0 0 0,-2 0 0 0 0,-5 14-1 0 0,-40 68 197 0 0,19-39-161 0 0,22-39-65 0 0,3-6-15 0 0,1-1 0 0 0,0 1 0 0 0,0 0 1 0 0,1 0-1 0 0,0 0 0 0 0,0 0 0 0 0,1 0 0 0 0,0 1 1 0 0,0-1-1 0 0,0 11 0 0 0,3-17-15 0 0,-1-1 1 0 0,1 1-1 0 0,-1 0 1 0 0,1-1-1 0 0,0 1 1 0 0,-1 0-1 0 0,1-1 1 0 0,0 1-1 0 0,0-1 1 0 0,0 1-1 0 0,0-1 0 0 0,1 0 1 0 0,-1 0-1 0 0,0 1 1 0 0,0-1-1 0 0,1 0 1 0 0,-1 0-1 0 0,1 0 1 0 0,-1 0-1 0 0,1 0 1 0 0,-1 0-1 0 0,1-1 0 0 0,0 1 1 0 0,-1-1-1 0 0,1 1 1 0 0,0-1-1 0 0,-1 1 1 0 0,1-1-1 0 0,0 0 1 0 0,0 0-1 0 0,2 0 0 0 0,6 1-21 0 0,0-1 0 0 0,0 0 0 0 0,0-1 0 0 0,11-2 0 0 0,1-1-173 0 0,1-2 1 0 0,-1-1 0 0 0,-1 0-1 0 0,0-2 1 0 0,0-1-1 0 0,0 0 1 0 0,-1-1-1 0 0,-1-1 1 0 0,0-1-1 0 0,-1-1 1 0 0,0-1-1 0 0,20-22 1 0 0,-3 0-170 0 0,-3-1 1 0 0,-1-2 0 0 0,-1-1 0 0 0,36-69 0 0 0,-31 42 301 0 0,-2-1 0 0 0,-3-1 0 0 0,40-143 0 0 0,-67 199 258 0 0,0 0 1 0 0,0 1 0 0 0,-1-1 0 0 0,-1 0 0 0 0,-1-28 0 0 0,1 42-185 0 0,-1-1-1 0 0,0 1 1 0 0,0-1 0 0 0,0 0-1 0 0,0 1 1 0 0,0-1 0 0 0,0 1-1 0 0,-1-1 1 0 0,1 1 0 0 0,0-1-1 0 0,0 1 1 0 0,0-1 0 0 0,0 1 0 0 0,-1-1-1 0 0,1 1 1 0 0,0-1 0 0 0,0 1-1 0 0,-1-1 1 0 0,1 1 0 0 0,0-1-1 0 0,-1 1 1 0 0,1 0 0 0 0,-1-1-1 0 0,1 1 1 0 0,-1 0 0 0 0,1-1-1 0 0,0 1 1 0 0,-1 0 0 0 0,1 0-1 0 0,-1-1 1 0 0,1 1 0 0 0,-1 0-1 0 0,1 0 1 0 0,-1 0 0 0 0,1 0-1 0 0,-1-1 1 0 0,0 1 0 0 0,1 0-1 0 0,-1 0 1 0 0,1 0 0 0 0,-1 0 0 0 0,1 0-1 0 0,-1 0 1 0 0,1 1 0 0 0,-1-1-1 0 0,1 0 1 0 0,-1 0 0 0 0,1 0-1 0 0,-1 0 1 0 0,1 1 0 0 0,-1-1-1 0 0,1 0 1 0 0,-1 0 0 0 0,1 1-1 0 0,-1 0 1 0 0,-22 19 563 0 0,7 3-92 0 0,1 0-1 0 0,0 2 1 0 0,2 0 0 0 0,-11 28 0 0 0,-34 112 1433 0 0,40-110-1378 0 0,-8 24 48 0 0,3 1 0 0 0,-23 157 0 0 0,45-229-607 0 0,1-1-1 0 0,0 0 1 0 0,0 0 0 0 0,0 1 0 0 0,1-1 0 0 0,0 0 0 0 0,0 0 0 0 0,1 0-1 0 0,0 0 1 0 0,0 0 0 0 0,5 11 0 0 0,-4-14-145 0 0,-1 0 0 0 0,1 0 0 0 0,0 0 0 0 0,0-1-1 0 0,0 1 1 0 0,1-1 0 0 0,-1 0 0 0 0,1 0 0 0 0,0 0 0 0 0,-1 0 0 0 0,1-1 0 0 0,1 1 0 0 0,-1-1 0 0 0,0 0-1 0 0,0 0 1 0 0,1-1 0 0 0,-1 1 0 0 0,9 1 0 0 0,-7-2-433 0 0,1 0-1 0 0,0-1 1 0 0,0 1 0 0 0,-1-1-1 0 0,1-1 1 0 0,0 1 0 0 0,0-1-1 0 0,7-2 1 0 0,30-12-6896 0 0,-17 4-166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1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173 128 556 0 0,'-43'-14'5011'0'0,"7"3"1470"0"0,-51-24 0 0 0,86 35-6449 0 0,1 0 1 0 0,0 0-1 0 0,-1 0 1 0 0,1 0-1 0 0,0 0 0 0 0,0 0 1 0 0,-1 0-1 0 0,1-1 1 0 0,0 1-1 0 0,-1 0 0 0 0,1 0 1 0 0,0-1-1 0 0,0 1 1 0 0,-1 0-1 0 0,1 0 0 0 0,0-1 1 0 0,0 1-1 0 0,0 0 0 0 0,-1 0 1 0 0,1-1-1 0 0,0 1 1 0 0,0 0-1 0 0,0-1 0 0 0,0 1 1 0 0,0 0-1 0 0,0-1 1 0 0,0 1-1 0 0,0 0 0 0 0,0-1 1 0 0,-1 1-1 0 0,1 0 1 0 0,1-1-1 0 0,-1 1 0 0 0,0 0 1 0 0,0-1-1 0 0,0 1 1 0 0,0 0-1 0 0,0-1 0 0 0,0 1 1 0 0,0 0-1 0 0,0-1 0 0 0,0 1 1 0 0,1 0-1 0 0,-1 0 1 0 0,0-1-1 0 0,0 1 0 0 0,0 0 1 0 0,1-1-1 0 0,-1 1 1 0 0,0 0-1 0 0,0 0 0 0 0,1 0 1 0 0,-1-1-1 0 0,1 1 1 0 0,13-9 327 0 0,5 3-135 0 0,0 1 1 0 0,0 0-1 0 0,36-3 1 0 0,61 2-62 0 0,-81 5-175 0 0,97-2-1025 0 0,7 0-2555 0 0,-47-1-3581 0 0,-53 1-351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357 241 2480 0 0,'-14'-12'3657'0'0,"12"10"-3071"0"0,0 0 1 0 0,0 0-1 0 0,0 0 1 0 0,-1 0-1 0 0,1 0 1 0 0,-1 0-1 0 0,1 1 1 0 0,-1-1-1 0 0,0 1 1 0 0,-4-2-1 0 0,1 3-383 0 0,0 0-1 0 0,0 0 0 0 0,0 1 0 0 0,0 0 0 0 0,0 0 0 0 0,0 0 0 0 0,1 1 0 0 0,-1 0 0 0 0,0 0 0 0 0,1 0 0 0 0,-1 1 0 0 0,1 0 0 0 0,-10 6 0 0 0,-11 9 438 0 0,-30 27-1 0 0,51-42-528 0 0,2 0-44 0 0,-22 18 478 0 0,-29 32 0 0 0,48-47-484 0 0,0 0 0 0 0,1 1 0 0 0,0 0 0 0 0,1 0 0 0 0,-1 0 0 0 0,1 0-1 0 0,1 1 1 0 0,-1 0 0 0 0,1-1 0 0 0,-3 15 0 0 0,5-20-44 0 0,1 1-1 0 0,0-1 1 0 0,0 1-1 0 0,0-1 1 0 0,0 1-1 0 0,0-1 0 0 0,0 0 1 0 0,1 1-1 0 0,-1-1 1 0 0,1 1-1 0 0,0-1 1 0 0,-1 0-1 0 0,1 1 0 0 0,0-1 1 0 0,0 0-1 0 0,1 0 1 0 0,-1 0-1 0 0,2 3 1 0 0,0-2 2 0 0,0 0 0 0 0,0 0 0 0 0,1 0 0 0 0,-1-1 0 0 0,1 1 0 0 0,-1-1 0 0 0,1 0-1 0 0,0 0 1 0 0,7 2 0 0 0,2 0 12 0 0,1 0 0 0 0,-1-1-1 0 0,0-1 1 0 0,1 0 0 0 0,22-1-1 0 0,-21-1-11 0 0,0-1-1 0 0,1 0 0 0 0,-1-1 0 0 0,0-1 0 0 0,0 0 1 0 0,0-1-1 0 0,0-1 0 0 0,-1 0 0 0 0,0-1 0 0 0,15-9 1 0 0,-23 11-20 0 0,1 0 1 0 0,-1 0-1 0 0,0-1 1 0 0,0 0-1 0 0,0 0 1 0 0,-1-1-1 0 0,0 1 1 0 0,0-1-1 0 0,0 0 1 0 0,-1-1-1 0 0,1 1 1 0 0,-2-1-1 0 0,1 0 1 0 0,-1 0-1 0 0,0 0 1 0 0,0 0-1 0 0,-1-1 1 0 0,0 1-1 0 0,0-1 1 0 0,-1 1-1 0 0,1-15 1 0 0,-2 12-6 0 0,0 0 0 0 0,-1 1 0 0 0,0-1 0 0 0,0 0 1 0 0,-1 1-1 0 0,-1-1 0 0 0,1 1 0 0 0,-2-1 0 0 0,1 1 0 0 0,-6-10 1 0 0,7 15-1 0 0,0 1 1 0 0,0 0 0 0 0,0 0 0 0 0,0 1 0 0 0,0-1 0 0 0,-1 0 0 0 0,1 1 0 0 0,-1-1 0 0 0,1 1-1 0 0,-1 0 1 0 0,0 0 0 0 0,0 0 0 0 0,0 0 0 0 0,0 1 0 0 0,0-1 0 0 0,-1 1 0 0 0,1 0-1 0 0,0 0 1 0 0,-1 0 0 0 0,1 0 0 0 0,-1 0 0 0 0,1 1 0 0 0,-1-1 0 0 0,1 1 0 0 0,-1 0-1 0 0,1 0 1 0 0,-1 1 0 0 0,1-1 0 0 0,-1 1 0 0 0,1 0 0 0 0,-6 1 0 0 0,3 0 3 0 0,0 0 1 0 0,1 1 0 0 0,-1-1 0 0 0,1 1-1 0 0,-1 0 1 0 0,1 1 0 0 0,0-1-1 0 0,0 1 1 0 0,1 0 0 0 0,-1 0-1 0 0,1 1 1 0 0,0-1 0 0 0,0 1 0 0 0,0 0-1 0 0,-3 6 1 0 0,6-9 0 0 0,-1 1 0 0 0,1 0 1 0 0,0 0-1 0 0,0 0 0 0 0,0 0 0 0 0,0 0 1 0 0,0 0-1 0 0,1 1 0 0 0,-1-1 0 0 0,1 0 0 0 0,0 0 1 0 0,0 0-1 0 0,0 1 0 0 0,1-1 0 0 0,-1 0 1 0 0,1 0-1 0 0,-1 0 0 0 0,1 0 0 0 0,0 0 1 0 0,0 0-1 0 0,1 0 0 0 0,-1 0 0 0 0,0 0 0 0 0,1 0 1 0 0,0 0-1 0 0,0-1 0 0 0,0 1 0 0 0,0-1 1 0 0,0 0-1 0 0,4 4 0 0 0,2 1-29 0 0,0-1 0 0 0,1 0-1 0 0,0-1 1 0 0,0 0 0 0 0,0 0 0 0 0,0-1-1 0 0,1 0 1 0 0,0-1 0 0 0,0 0 0 0 0,0 0 0 0 0,20 2-1 0 0,1-2-85 0 0,1-1 0 0 0,51-3 0 0 0,-52-2 80 0 0,1 0-1 0 0,-1-2 1 0 0,0-1 0 0 0,-1-2-1 0 0,1-1 1 0 0,32-14-1 0 0,-45 15 23 0 0,-1-1-1 0 0,0 0 1 0 0,0-1-1 0 0,-1-1 1 0 0,-1-1-1 0 0,0 0 1 0 0,0 0 0 0 0,-1-2-1 0 0,-1 0 1 0 0,0 0-1 0 0,13-21 1 0 0,-2-5-27 0 0,-1-1 0 0 0,29-73 1 0 0,-44 99 8 0 0,-5 22 29 0 0,-7 27 33 0 0,-35 245 194 0 0,6-39 180 0 0,-111 592 1116 0 0,128-752-1306 0 0,-32 97 1 0 0,39-152-130 0 0,0 1 1 0 0,-2-2-1 0 0,-1 1 1 0 0,-1-1-1 0 0,-1-1 0 0 0,-1-1 1 0 0,-30 35-1 0 0,38-49 10 0 0,-1 0 0 0 0,-1 0-1 0 0,1-1 1 0 0,-1-1-1 0 0,-1 1 1 0 0,1-1 0 0 0,-1-1-1 0 0,0 0 1 0 0,0 0 0 0 0,-17 4-1 0 0,21-7-52 0 0,-1-1 1 0 0,1 0-1 0 0,0 0 0 0 0,-1 0 0 0 0,1-1 0 0 0,-1 0 0 0 0,1 0 0 0 0,-1-1 0 0 0,1 0 0 0 0,-1 0 0 0 0,1-1 0 0 0,0 1 0 0 0,0-1 1 0 0,0-1-1 0 0,0 1 0 0 0,0-1 0 0 0,0 0 0 0 0,0 0 0 0 0,-6-6 0 0 0,3 2-4 0 0,0 0-1 0 0,1-1 1 0 0,0-1 0 0 0,0 1 0 0 0,1-1-1 0 0,0 0 1 0 0,0-1 0 0 0,1 0-1 0 0,-9-19 1 0 0,9 14-10 0 0,0 0-1 0 0,2-1 1 0 0,-1 0 0 0 0,2 0 0 0 0,0 0-1 0 0,0-23 1 0 0,2 13-29 0 0,2-1 0 0 0,1 1-1 0 0,1-1 1 0 0,1 1 0 0 0,1 0 0 0 0,2 0 0 0 0,0 1-1 0 0,17-36 1 0 0,-2 16 0 0 0,2 1 0 0 0,1 2 0 0 0,3 0 0 0 0,2 2-1 0 0,1 1 1 0 0,40-39 0 0 0,-6 16-442 0 0,3 2 0 0 0,112-75 0 0 0,-124 99-1004 0 0,2 2 0 0 0,70-29 0 0 0,43-6-8292 0 0,-135 55 3886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2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356 197 1396 0 0,'12'-15'1282'0'0,"5"-7"1444"0"0,20-33 0 0 0,-33 49-2192 0 0,-1-1 1 0 0,1 0 0 0 0,-1 0-1 0 0,-1 0 1 0 0,1-1-1 0 0,-1 1 1 0 0,0-1 0 0 0,-1 0-1 0 0,1-13 1 0 0,-2 20-496 0 0,0 0 1 0 0,0 1-1 0 0,0-1 0 0 0,0 0 0 0 0,0 0 1 0 0,0 1-1 0 0,-1-1 0 0 0,1 0 1 0 0,0 1-1 0 0,-1-1 0 0 0,1 0 1 0 0,0 1-1 0 0,-1-1 0 0 0,1 0 1 0 0,-1 1-1 0 0,1-1 0 0 0,-1 1 1 0 0,1-1-1 0 0,-1 0 0 0 0,1 1 1 0 0,-1-1-1 0 0,1 1 0 0 0,-1 0 1 0 0,0-1-1 0 0,1 1 0 0 0,-1 0 1 0 0,0-1-1 0 0,0 1 0 0 0,1 0 0 0 0,-1 0 1 0 0,0-1-1 0 0,0 1 0 0 0,1 0 1 0 0,-2 0-1 0 0,-2 0 43 0 0,0 0 0 0 0,0 0 0 0 0,1 0 0 0 0,-1 0 1 0 0,0 1-1 0 0,-4 1 0 0 0,-29 10 242 0 0,1 1 0 0 0,1 2 1 0 0,0 1-1 0 0,1 2 0 0 0,-33 23 0 0 0,65-40-317 0 0,-16 11 133 0 0,-34 27 0 0 0,48-36-113 0 0,0 1 0 0 0,0 0 0 0 0,1 0 0 0 0,-1 0 1 0 0,1 1-1 0 0,0-1 0 0 0,0 1 0 0 0,0-1 0 0 0,0 1 0 0 0,1 0 0 0 0,0 0 1 0 0,0 1-1 0 0,-2 7 0 0 0,4-9 2 0 0,0 0 1 0 0,1 0-1 0 0,-1 0 0 0 0,1 0 0 0 0,0 0 1 0 0,0 0-1 0 0,0 0 0 0 0,0 0 0 0 0,1 0 1 0 0,-1-1-1 0 0,1 1 0 0 0,0-1 0 0 0,0 1 1 0 0,0-1-1 0 0,6 6 0 0 0,3 5 67 0 0,0-2-1 0 0,18 15 1 0 0,-4-5 35 0 0,50 47-64 0 0,-65-58 59 0 0,0 0 1 0 0,-1 0-1 0 0,-1 0 0 0 0,14 25 0 0 0,-21-34-42 0 0,0 0-1 0 0,0 0 1 0 0,0 0 0 0 0,0 0 0 0 0,0 0-1 0 0,-1 0 1 0 0,1 0 0 0 0,-1 0-1 0 0,0 0 1 0 0,1 0 0 0 0,-1 0-1 0 0,0 1 1 0 0,0-1 0 0 0,-1 0-1 0 0,1 0 1 0 0,0 0 0 0 0,-1 0-1 0 0,1 0 1 0 0,-1 0 0 0 0,0 3-1 0 0,-1-3-8 0 0,0 1 0 0 0,1-1 0 0 0,-1 0 0 0 0,0 0 0 0 0,0 0 0 0 0,0 0 0 0 0,0 0 0 0 0,-1 0 0 0 0,1 0 0 0 0,0-1 0 0 0,-1 1 0 0 0,1-1 0 0 0,-5 2 0 0 0,-3 1 27 0 0,-1-1-1 0 0,0 0 1 0 0,0-1-1 0 0,0 0 1 0 0,0 0-1 0 0,-19-1 1 0 0,20-1-162 0 0,1 0-1 0 0,0-1 1 0 0,0-1 0 0 0,0 1 0 0 0,0-2-1 0 0,0 1 1 0 0,0-1 0 0 0,0 0 0 0 0,1-1 0 0 0,-15-8-1 0 0,17 8-1450 0 0,0 0 0 0 0,1-1 0 0 0,-1 0 0 0 0,-8-9 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2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3624 0 0,'0'0'3525'0'0,"19"2"3027"0"0,-2 0-3011 0 0,-5-6-1761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6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625 49 1392 0 0,'29'-49'12907'0'0,"-35"64"-11223"0"0,-81 161 2798 0 0,83-166-4422 0 0,-4 7 76 0 0,1 1 0 0 0,1 0 1 0 0,-8 30-1 0 0,14-47-132 0 0,0 0-1 0 0,1 0 1 0 0,-1-1-1 0 0,0 1 1 0 0,0 0 0 0 0,0-1-1 0 0,1 1 1 0 0,-1 0 0 0 0,0-1-1 0 0,0 1 1 0 0,1 0 0 0 0,-1-1-1 0 0,1 1 1 0 0,-1-1-1 0 0,1 1 1 0 0,-1-1 0 0 0,1 1-1 0 0,-1-1 1 0 0,1 1 0 0 0,-1-1-1 0 0,1 1 1 0 0,-1-1 0 0 0,1 0-1 0 0,0 1 1 0 0,-1-1-1 0 0,1 0 1 0 0,0 1 0 0 0,-1-1-1 0 0,1 0 1 0 0,0 0 0 0 0,-1 0-1 0 0,1 0 1 0 0,0 0 0 0 0,0 0-1 0 0,-1 0 1 0 0,1 0-1 0 0,0 0 1 0 0,-1 0 0 0 0,1 0-1 0 0,0 0 1 0 0,0-1 0 0 0,13-3 4 0 0,-1-1 0 0 0,0 0 1 0 0,0-1-1 0 0,0-1 0 0 0,-1 0 1 0 0,0 0-1 0 0,0-2 0 0 0,-1 1 0 0 0,13-14 1 0 0,-8 7 4 0 0,-1-1 1 0 0,0-1-1 0 0,-2-1 0 0 0,1 0 1 0 0,13-27-1 0 0,-25 42-17 0 0,0 0-1 0 0,-1 0 1 0 0,0 0-1 0 0,1-1 1 0 0,-1 1 0 0 0,0 0-1 0 0,-1-1 1 0 0,1 1-1 0 0,-1-1 1 0 0,1 1 0 0 0,-1-1-1 0 0,0 1 1 0 0,0-1-1 0 0,-1 1 1 0 0,1-1 0 0 0,-2-5-1 0 0,1 7 2 0 0,0 0 1 0 0,0 0-1 0 0,0 0 0 0 0,0 1 0 0 0,0-1 0 0 0,-1 0 0 0 0,1 1 0 0 0,0-1 0 0 0,-1 1 0 0 0,0-1 1 0 0,1 1-1 0 0,-1 0 0 0 0,0 0 0 0 0,1 0 0 0 0,-1 0 0 0 0,0 0 0 0 0,0 0 0 0 0,0 0 0 0 0,0 0 1 0 0,0 1-1 0 0,0-1 0 0 0,0 1 0 0 0,0 0 0 0 0,0-1 0 0 0,0 1 0 0 0,-1 0 0 0 0,1 0 0 0 0,0 0 1 0 0,-3 1-1 0 0,-8 1-8 0 0,-1 0 0 0 0,0 1 1 0 0,1 1-1 0 0,0 0 0 0 0,0 0 1 0 0,0 1-1 0 0,0 1 0 0 0,1 0 1 0 0,-18 13-1 0 0,4-2 6 0 0,2 2 0 0 0,0 1 0 0 0,-26 27 1 0 0,24-20-4 0 0,1 1 0 0 0,-37 55 0 0 0,55-72 5 0 0,0 0 0 0 0,1 1 1 0 0,1-1-1 0 0,0 1 1 0 0,0 0-1 0 0,1 0 0 0 0,1 1 1 0 0,0-1-1 0 0,0 1 0 0 0,1 0 1 0 0,0 22-1 0 0,3-29 4 0 0,-1 0 0 0 0,2 0 1 0 0,-1-1-1 0 0,1 1 0 0 0,-1-1 0 0 0,1 1 0 0 0,1-1 0 0 0,-1 0 0 0 0,1 0 0 0 0,0 0 0 0 0,0 0 0 0 0,1 0 0 0 0,-1-1 0 0 0,1 0 1 0 0,0 1-1 0 0,0-1 0 0 0,0-1 0 0 0,1 1 0 0 0,-1-1 0 0 0,1 1 0 0 0,0-1 0 0 0,7 3 0 0 0,9 4 5 0 0,1-1-1 0 0,0 0 0 0 0,46 10 1 0 0,12-3 33 0 0,113 9 0 0 0,-190-25-31 0 0,-20 6-28 0 0,-71 13-1 0 0,-7 1 28 0 0,25 2-7 0 0,-121 57 1 0 0,145-55 14 0 0,2 1 1 0 0,0 2 0 0 0,-58 49-1 0 0,89-65-2 0 0,0 1-1 0 0,1 0 1 0 0,-12 16 0 0 0,21-25-6 0 0,1 0 0 0 0,-1 1 0 0 0,1-1 0 0 0,0 1 0 0 0,0-1 0 0 0,0 1 0 0 0,0 0 0 0 0,1 0 1 0 0,-1-1-1 0 0,1 1 0 0 0,0 0 0 0 0,0 0 0 0 0,1 0 0 0 0,-1 0 0 0 0,1 1 0 0 0,0-1 1 0 0,0 0-1 0 0,0 0 0 0 0,1 5 0 0 0,0-7-1 0 0,1 1 0 0 0,-1-1 0 0 0,1 1 0 0 0,-1-1 0 0 0,1 0 0 0 0,0 1 0 0 0,0-1 0 0 0,0 0 0 0 0,0 0 0 0 0,0 0 0 0 0,0 0 0 0 0,1-1 0 0 0,-1 1 1 0 0,1-1-1 0 0,-1 1 0 0 0,1-1 0 0 0,-1 0 0 0 0,1 0 0 0 0,0 0 0 0 0,0 0 0 0 0,-1-1 0 0 0,6 2 0 0 0,9 0 3 0 0,-1 0 0 0 0,30 0 0 0 0,-27-2 16 0 0,32 0-201 0 0,1-2-1 0 0,0-2 1 0 0,-1-3-1 0 0,59-15 1 0 0,-94 18-1010 0 0,0-1 1 0 0,-1-1 0 0 0,22-11 0 0 0,14-16-7410 0 0,-37 22 3628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7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117 189 764 0 0,'-4'-4'1301'0'0,"1"-1"0"0"0,-1 0 0 0 0,1 1 0 0 0,0-1 1 0 0,1-1-1 0 0,-1 1 0 0 0,1 0 0 0 0,0-1 0 0 0,0 1 0 0 0,-1-13 897 0 0,3 17-2191 0 0,0 1-1 0 0,1 0 1 0 0,-1 0-1 0 0,0 0 1 0 0,1 0-1 0 0,-1 0 1 0 0,0 0-1 0 0,1 0 1 0 0,-1 0-1 0 0,0 0 1 0 0,1 0-1 0 0,-1 0 1 0 0,0 0-1 0 0,1 0 1 0 0,-1 0-1 0 0,0 0 1 0 0,1 0-1 0 0,-1 0 1 0 0,0 0-1 0 0,1 0 1 0 0,-1 0-1 0 0,0 0 1 0 0,1 1-1 0 0,-1-1 1 0 0,0 0-1 0 0,0 0 1 0 0,1 0-1 0 0,-1 1 1 0 0,0-1-1 0 0,0 0 1 0 0,1 0-1 0 0,-1 1 1 0 0,0-1-1 0 0,0 0 1 0 0,0 1-1 0 0,1-1 1 0 0,-1 1-1 0 0,10 11 100 0 0,-9-12-98 0 0,4 10 37 0 0,0-1 1 0 0,0 1-1 0 0,-1 0 1 0 0,0 1 0 0 0,-1-1-1 0 0,0 0 1 0 0,-1 1 0 0 0,0 0-1 0 0,-1 0 1 0 0,0 0 0 0 0,0-1-1 0 0,-1 1 1 0 0,-1 0 0 0 0,-3 18-1 0 0,3-20 12 0 0,-1 0 0 0 0,0-1 1 0 0,-1 1-1 0 0,0 0 0 0 0,0-1 0 0 0,-1 1 0 0 0,0-1 0 0 0,0 0 1 0 0,-1 0-1 0 0,0-1 0 0 0,-1 0 0 0 0,1 1 0 0 0,-1-2 0 0 0,-1 1 1 0 0,1-1-1 0 0,-1 0 0 0 0,-13 9 0 0 0,18-14 12 0 0,0 0 0 0 0,0 0 0 0 0,0 0 0 0 0,0 0 0 0 0,-1 0 0 0 0,1 0 0 0 0,0-1 0 0 0,-4 1 0 0 0,5-1-55 0 0,0 0 0 0 0,0 0 1 0 0,0 0-1 0 0,0 0 0 0 0,0 0 0 0 0,0 0 0 0 0,0 0 0 0 0,0-1 1 0 0,1 1-1 0 0,-1 0 0 0 0,0 0 0 0 0,0-1 0 0 0,0 1 1 0 0,1-1-1 0 0,-1 1 0 0 0,0-1 0 0 0,0 1 0 0 0,1-1 0 0 0,-1 0 1 0 0,0 1-1 0 0,1-1 0 0 0,-1 0 0 0 0,0-1 0 0 0,0 1-8 0 0,1 1-1 0 0,0-1 0 0 0,-1 0 0 0 0,1 0 0 0 0,0 0 0 0 0,0 0 1 0 0,-1 0-1 0 0,1 0 0 0 0,0 0 0 0 0,0 0 0 0 0,0 0 1 0 0,0 0-1 0 0,1 0 0 0 0,-1 0 0 0 0,0 0 0 0 0,0 0 0 0 0,0 0 1 0 0,1 0-1 0 0,-1 0 0 0 0,1-1 0 0 0,10-18 18 0 0,-9 18-17 0 0,7-11-4 0 0,0 2 1 0 0,1-1 0 0 0,0 2 0 0 0,22-19-1 0 0,54-34 1 0 0,-54 40-1 0 0,51-32-24 0 0,-45 31 15 0 0,0-2 1 0 0,61-55-1 0 0,-96 78 8 0 0,-1 0 1 0 0,1 0 0 0 0,-1 0-1 0 0,0 0 1 0 0,0 0-1 0 0,2-5 1 0 0,-3 7-3 0 0,-1 0 1 0 0,0 0-1 0 0,1 1 1 0 0,-1-1-1 0 0,0 0 1 0 0,1 0 0 0 0,-1 0-1 0 0,0 0 1 0 0,0 0-1 0 0,0 0 1 0 0,0 0-1 0 0,0 0 1 0 0,0 0-1 0 0,0 1 1 0 0,0-1-1 0 0,0 0 1 0 0,0 0-1 0 0,-1 0 1 0 0,1 0-1 0 0,0 0 1 0 0,-1 0-1 0 0,1 0 1 0 0,0 1-1 0 0,-1-1 1 0 0,1 0 0 0 0,-1 0-1 0 0,0 1 1 0 0,1-1-1 0 0,-1 0 1 0 0,1 0-1 0 0,-1 1 1 0 0,0-1-1 0 0,0 1 1 0 0,1-1-1 0 0,-2 0 1 0 0,-1-1-1 0 0,0 1-1 0 0,0 0 1 0 0,0-1 0 0 0,0 1 0 0 0,0 0 0 0 0,-1 0 0 0 0,1 1 0 0 0,0-1 0 0 0,0 1-1 0 0,-1 0 1 0 0,1 0 0 0 0,0 0 0 0 0,0 0 0 0 0,-1 0 0 0 0,1 1 0 0 0,0-1 0 0 0,0 1-1 0 0,0 0 1 0 0,-1 0 0 0 0,1 0 0 0 0,0 0 0 0 0,-3 2 0 0 0,-4 1 2 0 0,-1 1 0 0 0,0 0 0 0 0,0 1 0 0 0,1 0 0 0 0,-1 0 0 0 0,1 1 1 0 0,1 0-1 0 0,-1 1 0 0 0,1 0 0 0 0,0 1 0 0 0,1-1 0 0 0,0 2 0 0 0,1-1 0 0 0,0 1 0 0 0,0 0 0 0 0,1 1 0 0 0,-5 12 0 0 0,6-14 8 0 0,2 0 0 0 0,0 1 0 0 0,0-1 0 0 0,0 1-1 0 0,1 0 1 0 0,1 0 0 0 0,-1 0 0 0 0,2 0-1 0 0,0 0 1 0 0,0 0 0 0 0,0 0 0 0 0,1 0 0 0 0,1 0-1 0 0,0 0 1 0 0,0 0 0 0 0,1 0 0 0 0,0-1 0 0 0,1 1-1 0 0,7 14 1 0 0,-4-13 36 0 0,-1-1-1 0 0,2 0 1 0 0,-1 0 0 0 0,2 0 0 0 0,-1-1-1 0 0,1 0 1 0 0,0-1 0 0 0,1 0-1 0 0,0 0 1 0 0,0-1 0 0 0,18 9-1 0 0,-19-12-317 0 0,-1 0-1 0 0,1-1 1 0 0,0-1-1 0 0,-1 1 0 0 0,1-1 1 0 0,0-1-1 0 0,11 2 0 0 0,-12-3-674 0 0,0 0 0 0 0,1-1-1 0 0,-1 0 1 0 0,0 0-1 0 0,1 0 1 0 0,-1-1-1 0 0,0 0 1 0 0,11-6-1 0 0,5-3-5743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58 2412 0 0,'-19'-58'23078'0'0,"14"69"-22536"0"0,-1-1 0 0 0,2 1 0 0 0,-1 0 0 0 0,1 0 0 0 0,1 0 0 0 0,-3 15 0 0 0,-4 13 436 0 0,-120 423 1527 0 0,127-454-2505 0 0,-24 114 0 0 0,24-103 0 0 0,0 1 0 0 0,2-1 0 0 0,0 1 0 0 0,3 25 0 0 0,-2-43 1 0 0,1 1 1 0 0,-1 0-1 0 0,0-1 0 0 0,1 1 0 0 0,-1 0 1 0 0,1-1-1 0 0,0 1 0 0 0,0 0 1 0 0,0-1-1 0 0,0 1 0 0 0,1-1 1 0 0,-1 0-1 0 0,1 1 0 0 0,-1-1 0 0 0,1 0 1 0 0,0 0-1 0 0,0 0 0 0 0,0 0 1 0 0,0 0-1 0 0,0-1 0 0 0,0 1 0 0 0,0 0 1 0 0,1-1-1 0 0,3 2 0 0 0,-1-2-14 0 0,0 1-1 0 0,1-1 1 0 0,-1-1-1 0 0,0 1 1 0 0,1-1-1 0 0,-1 0 1 0 0,1 0 0 0 0,-1 0-1 0 0,0-1 1 0 0,1 0-1 0 0,7-2 1 0 0,5-2-1357 0 0,-1-1 0 0 0,0 0 0 0 0,0-1 0 0 0,-1-1-1 0 0,25-16 1 0 0,-26 14-1836 0 0,-1 0 0 0 0,-1-2-1 0 0,16-14 1 0 0,-10 4-5982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8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238 141 2848 0 0,'-147'-21'10314'0'0,"64"8"-4991"0"0,83 13-5304 0 0,0 0 1 0 0,-1 1-1 0 0,1-1 1 0 0,0 0-1 0 0,0 0 1 0 0,0 0-1 0 0,-1 0 1 0 0,1 0-1 0 0,0 0 0 0 0,0 0 1 0 0,0 0-1 0 0,-1 0 1 0 0,1 0-1 0 0,0 0 1 0 0,0 0-1 0 0,-1 0 1 0 0,1 0-1 0 0,0 0 0 0 0,0 0 1 0 0,0-1-1 0 0,0 1 1 0 0,-1 0-1 0 0,1 0 1 0 0,0 0-1 0 0,0 0 1 0 0,0 0-1 0 0,-1 0 0 0 0,1 0 1 0 0,0-1-1 0 0,0 1 1 0 0,0 0-1 0 0,0 0 1 0 0,0 0-1 0 0,0 0 1 0 0,-1-1-1 0 0,1 1 0 0 0,0 0 1 0 0,0 0-1 0 0,0 0 1 0 0,0-1-1 0 0,0 1 1 0 0,0 0-1 0 0,0 0 1 0 0,0 0-1 0 0,0-1 0 0 0,0 1 1 0 0,0 0-1 0 0,0 0 1 0 0,0 0-1 0 0,0-1 1 0 0,0 1-1 0 0,0 0 1 0 0,0 0-1 0 0,0 0 0 0 0,0-1 1 0 0,0 1-1 0 0,0 0 1 0 0,0 0-1 0 0,1 0 1 0 0,-1-1-1 0 0,0 1 1 0 0,0 0-1 0 0,0 0 0 0 0,0 0 1 0 0,0 0-1 0 0,0 0 1 0 0,1-1-1 0 0,9-6 250 0 0,5 1-159 0 0,0 1 0 0 0,0 1 1 0 0,0 0-1 0 0,0 1 0 0 0,22-2 0 0 0,4-1-11 0 0,300-36 77 0 0,-212 29-193 0 0,-98 10 28 0 0,-29 2-5 0 0,0 2-7 0 0,-1 0 1 0 0,-1-1 0 0 0,1 0 0 0 0,0 0 0 0 0,0 1 0 0 0,-1-1 0 0 0,1 0 0 0 0,-1 1 0 0 0,1-1 1 0 0,0 1-1 0 0,-1-1 0 0 0,1 1 0 0 0,-1-1 0 0 0,1 1 0 0 0,-1-1 0 0 0,1 1 0 0 0,-1-1 0 0 0,0 1 1 0 0,1 0-1 0 0,-1-1 0 0 0,1 1 0 0 0,-1 0 0 0 0,0-1 0 0 0,0 1 0 0 0,0 0 0 0 0,1 0 0 0 0,-1-1 1 0 0,0 1-1 0 0,0 0 0 0 0,0 0 0 0 0,0-1 0 0 0,0 1 0 0 0,0 0 0 0 0,0-1 0 0 0,0 1 0 0 0,-1 0 1 0 0,1 0-1 0 0,0-1 0 0 0,-1 2 0 0 0,0 2 8 0 0,-25 189 1968 0 0,9-90-1357 0 0,11-66-141 0 0,-1 0 1 0 0,-21 59 0 0 0,28-95-439 0 0,-1 0-1 0 0,1 0 0 0 0,0 0 0 0 0,0 0 0 0 0,-1 0 1 0 0,1 0-1 0 0,-1-1 0 0 0,1 1 0 0 0,-1 0 1 0 0,1 0-1 0 0,-1 0 0 0 0,0-1 0 0 0,1 1 0 0 0,-1 0 1 0 0,0-1-1 0 0,1 1 0 0 0,-1 0 0 0 0,0-1 1 0 0,0 1-1 0 0,0-1 0 0 0,0 1 0 0 0,1-1 0 0 0,-1 0 1 0 0,0 1-1 0 0,0-1 0 0 0,0 0 0 0 0,0 0 1 0 0,0 1-1 0 0,0-1 0 0 0,0 0 0 0 0,0 0 1 0 0,0 0-1 0 0,0 0 0 0 0,0 0 0 0 0,-1-1 0 0 0,1 0-21 0 0,0-1 0 0 0,1 1 0 0 0,-1-1 0 0 0,1 1 0 0 0,0-1-1 0 0,-1 0 1 0 0,1 1 0 0 0,0-1 0 0 0,0 0 0 0 0,0 1 0 0 0,0-1 0 0 0,0 0-1 0 0,0 1 1 0 0,1-1 0 0 0,-1 1 0 0 0,1-4 0 0 0,4-12 2 0 0,1 0 1 0 0,1 0 0 0 0,1 0-1 0 0,0 1 1 0 0,1 0-1 0 0,0 0 1 0 0,1 1 0 0 0,1 1-1 0 0,1 0 1 0 0,0 0-1 0 0,0 1 1 0 0,2 0 0 0 0,-1 1-1 0 0,2 1 1 0 0,-1 0-1 0 0,2 1 1 0 0,-1 1 0 0 0,31-13-1 0 0,-40 20-33 0 0,0 0 0 0 0,1 0 0 0 0,-1 1 0 0 0,1 0 0 0 0,0 0 0 0 0,-1 1 0 0 0,1 0 0 0 0,0 0-1 0 0,-1 0 1 0 0,1 1 0 0 0,-1 0 0 0 0,12 3 0 0 0,2 3-58 0 0,0 1 0 0 0,31 17-1 0 0,-33-16 60 0 0,0 0-1 0 0,0-1 0 0 0,24 7 0 0 0,-22-10-167 0 0,0-1-1 0 0,0-1 1 0 0,34 2-1 0 0,-48-5 81 0 0,0 0-1 0 0,-1 0 1 0 0,1-1-1 0 0,0 0 0 0 0,0 0 1 0 0,-1 0-1 0 0,1-1 1 0 0,0 1-1 0 0,-1-1 1 0 0,0-1-1 0 0,1 1 1 0 0,-1-1-1 0 0,0 0 0 0 0,0 0 1 0 0,0 0-1 0 0,-1-1 1 0 0,6-5-1 0 0,-8 6 65 0 0,1-1 0 0 0,-1 1 0 0 0,1-1 0 0 0,-1 0 0 0 0,0 0 0 0 0,0 0 0 0 0,-1 0 0 0 0,1 0 0 0 0,-1 0 0 0 0,0 0 1 0 0,0 0-1 0 0,-1-1 0 0 0,1 1 0 0 0,-1 0 0 0 0,0-1 0 0 0,0 1 0 0 0,0 0 0 0 0,-1-1 0 0 0,0-4 0 0 0,0 4 33 0 0,-1-1 1 0 0,1 1-1 0 0,-1 0 1 0 0,0 0-1 0 0,0 0 1 0 0,0 0-1 0 0,-1 0 1 0 0,0 0-1 0 0,0 1 1 0 0,0-1-1 0 0,0 1 1 0 0,-1 0-1 0 0,1 0 1 0 0,-8-5-1 0 0,10 8 8 0 0,-1-1 0 0 0,1 1 0 0 0,-1 1-1 0 0,0-1 1 0 0,1 0 0 0 0,-1 0-1 0 0,0 1 1 0 0,0-1 0 0 0,0 0 0 0 0,1 1-1 0 0,-1 0 1 0 0,0-1 0 0 0,0 1-1 0 0,0 0 1 0 0,0 0 0 0 0,0 0 0 0 0,0 1-1 0 0,0-1 1 0 0,-2 1 0 0 0,1 0 20 0 0,-1 0 1 0 0,1 1-1 0 0,-1-1 0 0 0,1 1 1 0 0,-1 0-1 0 0,1 0 1 0 0,0 0-1 0 0,0 1 1 0 0,-3 2-1 0 0,-3 4 104 0 0,0 1-1 0 0,0 0 0 0 0,1 0 1 0 0,-10 18-1 0 0,4-4 64 0 0,0 1-1 0 0,-10 29 1 0 0,20-44-169 0 0,1 0 0 0 0,0 1 0 0 0,0-1 0 0 0,1 1-1 0 0,1-1 1 0 0,-1 1 0 0 0,2 0 0 0 0,0 18 0 0 0,1-25-61 0 0,-1 0 0 0 0,1 1 0 0 0,0-1 1 0 0,0 0-1 0 0,1 0 0 0 0,-1 0 0 0 0,1 0 0 0 0,0 0 0 0 0,0 0 0 0 0,0 0 0 0 0,1 0 1 0 0,-1-1-1 0 0,1 1 0 0 0,0-1 0 0 0,6 6 0 0 0,-4-5-200 0 0,1 0 0 0 0,-1-1 0 0 0,1 1 0 0 0,0-1-1 0 0,0-1 1 0 0,0 1 0 0 0,0-1 0 0 0,0 0 0 0 0,12 2 0 0 0,-3-2-797 0 0,0 0 1 0 0,1-1 0 0 0,-1-1-1 0 0,0-1 1 0 0,1 0 0 0 0,-1-1-1 0 0,0 0 1 0 0,22-7 0 0 0,-2-4-3200 0 0,-2-5-2041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2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17 140 1920 0 0,'5'-140'16497'0'0,"1"245"-12299"0"0,-27 165-1732 0 0,17-248-2092 0 0,2-19-209 0 0,2-12-127 0 0,1-1-28 0 0,0 1 0 0 0,1-1 0 0 0,0 0 1 0 0,1 0-1 0 0,8-17 0 0 0,-3 6-57 0 0,-1 2 11 0 0,0 0 0 0 0,2 1 1 0 0,0-1-1 0 0,18-24 1 0 0,-23 37 15 0 0,0 0-1 0 0,1 1 1 0 0,-1 0 0 0 0,1 0 0 0 0,0 0 0 0 0,0 0 0 0 0,0 1-1 0 0,1-1 1 0 0,0 1 0 0 0,0 1 0 0 0,0-1 0 0 0,0 1 0 0 0,0 0-1 0 0,1 1 1 0 0,-1-1 0 0 0,11-1 0 0 0,-14 3 15 0 0,1 1 0 0 0,-1 0 0 0 0,0 0 0 0 0,0 0 0 0 0,1 0 0 0 0,-1 1 1 0 0,0-1-1 0 0,0 1 0 0 0,0 0 0 0 0,0 0 0 0 0,0 0 0 0 0,0 0 0 0 0,0 1 0 0 0,0-1 0 0 0,0 1 0 0 0,4 3 0 0 0,-3-1 0 0 0,0-1 0 0 0,0 1-1 0 0,-1 0 1 0 0,0 0-1 0 0,0 0 1 0 0,0 1 0 0 0,0-1-1 0 0,-1 1 1 0 0,4 8-1 0 0,-3-3 8 0 0,0 0 0 0 0,0 0-1 0 0,-1 0 1 0 0,0 1-1 0 0,-1-1 1 0 0,0 1-1 0 0,0-1 1 0 0,-1 1-1 0 0,-3 16 1 0 0,2-19 3 0 0,-1-1 0 0 0,1 1 0 0 0,-2-1 0 0 0,1 1 0 0 0,-1-1 0 0 0,0 0 0 0 0,-1 0 0 0 0,0 0 0 0 0,0 0 0 0 0,0-1 0 0 0,-8 8 0 0 0,12-13 0 0 0,0-1 0 0 0,0 0 0 0 0,-1 1-1 0 0,1-1 1 0 0,0 0 0 0 0,0 1 0 0 0,-1-1 0 0 0,1 0 0 0 0,0 0-1 0 0,-1 1 1 0 0,1-1 0 0 0,0 0 0 0 0,-1 0 0 0 0,1 1 0 0 0,-1-1 0 0 0,1 0-1 0 0,0 0 1 0 0,-1 0 0 0 0,1 0 0 0 0,-1 0 0 0 0,1 0 0 0 0,-1 0-1 0 0,1 1 1 0 0,0-1 0 0 0,-1 0 0 0 0,1-1 0 0 0,-1 1 0 0 0,1 0 0 0 0,-1 0-1 0 0,1 0 1 0 0,0 0 0 0 0,-1 0 0 0 0,1 0 0 0 0,-1 0 0 0 0,1-1-1 0 0,0 1 1 0 0,-1 0 0 0 0,1 0 0 0 0,-1-1 0 0 0,1 1 0 0 0,0 0 0 0 0,-1 0-1 0 0,1-1 1 0 0,0 1 0 0 0,0 0 0 0 0,-1-1 0 0 0,1 1 0 0 0,0 0-1 0 0,-1-1 1 0 0,-4-18 33 0 0,6 10-35 0 0,-1 1-1 0 0,2-1 1 0 0,-1 1-1 0 0,1-1 1 0 0,0 1 0 0 0,1 0-1 0 0,0 0 1 0 0,0 0 0 0 0,6-9-1 0 0,5-7-24 0 0,24-31 0 0 0,-34 49 22 0 0,8-10-14 0 0,1 1 0 0 0,1 1 0 0 0,0 0 0 0 0,0 0 0 0 0,17-11 0 0 0,-21 18-16 0 0,0 1 1 0 0,0-1-1 0 0,1 2 1 0 0,0-1-1 0 0,-1 2 1 0 0,2-1-1 0 0,-1 1 1 0 0,0 1-1 0 0,16-3 1 0 0,-24 6 21 0 0,-1-1 0 0 0,1 1 0 0 0,-1 0 0 0 0,1 0 0 0 0,-1 0 0 0 0,1 0 0 0 0,0 1 0 0 0,-1-1 0 0 0,1 1 0 0 0,-1-1 1 0 0,0 1-1 0 0,1 0 0 0 0,-1 0 0 0 0,1 0 0 0 0,-1 0 0 0 0,0 1 0 0 0,0-1 0 0 0,4 3 0 0 0,-4-1 7 0 0,0-1 0 0 0,1 1 0 0 0,-1 0 0 0 0,-1 0 0 0 0,1 0 0 0 0,0 0 0 0 0,-1 0 0 0 0,1 0 0 0 0,-1 0 0 0 0,0 1 0 0 0,0-1 0 0 0,0 5 0 0 0,1 3 24 0 0,-1 0 0 0 0,-1 1 0 0 0,0-1 1 0 0,0 1-1 0 0,-1-1 0 0 0,-5 22 0 0 0,-2-5-9 0 0,-16 40 0 0 0,11-35-61 0 0,-9 38 1 0 0,21-70 46 0 0,1-1 1 0 0,0 1-1 0 0,0 0 0 0 0,0-1 1 0 0,0 1-1 0 0,0-1 1 0 0,0 1-1 0 0,0 0 0 0 0,1-1 1 0 0,-1 1-1 0 0,0-1 0 0 0,0 1 1 0 0,0-1-1 0 0,0 1 0 0 0,1-1 1 0 0,-1 1-1 0 0,0-1 1 0 0,1 1-1 0 0,-1-1 0 0 0,0 1 1 0 0,1-1-1 0 0,-1 1 0 0 0,1-1 1 0 0,-1 0-1 0 0,0 1 0 0 0,1-1 1 0 0,-1 0-1 0 0,1 1 1 0 0,-1-1-1 0 0,1 0 0 0 0,-1 1 1 0 0,1-1-1 0 0,-1 0 0 0 0,1 0 1 0 0,0 0-1 0 0,-1 0 0 0 0,1 0 1 0 0,-1 1-1 0 0,1-1 1 0 0,-1 0-1 0 0,2-1 0 0 0,21 1 2 0 0,-11-2 7 0 0,0-1 1 0 0,-1-1-1 0 0,1 0 0 0 0,-1 0 0 0 0,16-9 0 0 0,49-34-362 0 0,-40 23-6 0 0,63-58 1 0 0,-82 66 301 0 0,-1-1-1 0 0,-1-1 1 0 0,0 0 0 0 0,-2-1-1 0 0,16-27 1 0 0,-27 44 53 0 0,-1-1 0 0 0,0 1 0 0 0,1-1 1 0 0,-1 1-1 0 0,0-1 0 0 0,0 1 0 0 0,0-1 1 0 0,0 0-1 0 0,-1 1 0 0 0,1-1 0 0 0,-1 0 0 0 0,0 0 1 0 0,1 1-1 0 0,-1-1 0 0 0,-1 0 0 0 0,1 0 0 0 0,0 0 1 0 0,-2-4-1 0 0,2 6 6 0 0,-1 0 0 0 0,0 1 0 0 0,1-1 0 0 0,-1 1 0 0 0,0 0 0 0 0,1-1 0 0 0,-1 1-1 0 0,0-1 1 0 0,0 1 0 0 0,1 0 0 0 0,-1 0 0 0 0,0-1 0 0 0,0 1 0 0 0,0 0 0 0 0,1 0 0 0 0,-1 0 0 0 0,0 0 0 0 0,0 0 0 0 0,0 0 0 0 0,1 0 0 0 0,-1 0 0 0 0,0 0 0 0 0,0 0 0 0 0,0 1 0 0 0,1-1 0 0 0,-3 1 0 0 0,-19 7 163 0 0,5 0 55 0 0,1 1 0 0 0,1 0 0 0 0,0 1 0 0 0,0 1-1 0 0,-26 25 1 0 0,32-27-114 0 0,0 0 0 0 0,1 1-1 0 0,0 1 1 0 0,0-1 0 0 0,1 1-1 0 0,0 1 1 0 0,1-1 0 0 0,0 1-1 0 0,-4 13 1 0 0,9-21-56 0 0,0 0 1 0 0,0-1-1 0 0,0 1 0 0 0,1 0 0 0 0,-1 0 1 0 0,1 0-1 0 0,0 0 0 0 0,0 0 0 0 0,1 0 1 0 0,-1-1-1 0 0,1 1 0 0 0,0 0 1 0 0,0 0-1 0 0,0 0 0 0 0,0-1 0 0 0,0 1 1 0 0,3 3-1 0 0,-1-2-1 0 0,1 0 1 0 0,-1 0-1 0 0,1 0 1 0 0,1-1-1 0 0,-1 1 1 0 0,0-1-1 0 0,1 0 0 0 0,0-1 1 0 0,10 7-1 0 0,7 1 8 0 0,1-1-1 0 0,0-1 1 0 0,0 0 0 0 0,30 5-1 0 0,-50-13-54 0 0,52 12-803 0 0,0-3-1 0 0,1-2 1 0 0,82 2-1 0 0,-36-12-3428 0 0,0-8-3579 0 0,-37 0-2311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78 276 0 0,'1'-5'1225'0'0,"1"-6"1977"0"0,1 0 1 0 0,-2 0-1 0 0,0-1 1 0 0,0-16-1 0 0,-12 53-1126 0 0,-82 389 2915 0 0,66-279-4134 0 0,-63 320 1530 0 0,-25 120-208 0 0,51-327-1573 0 0,62-243-665 0 0,1 0 0 0 0,-1 0 0 0 0,0-1 0 0 0,0 1 0 0 0,0 0 0 0 0,-1-1 1 0 0,0 0-1 0 0,-5 8 0 0 0,7-12-3 0 0,1 1 0 0 0,-1-1 0 0 0,0 0 0 0 0,1 1 0 0 0,-1-1 0 0 0,0 0 0 0 0,1 1 0 0 0,-1-1 0 0 0,0 0 0 0 0,1 0 0 0 0,-1 0 0 0 0,0 0 0 0 0,0 0 0 0 0,1 0 0 0 0,-1 0 0 0 0,0 0 0 0 0,1 0 0 0 0,-1 0 0 0 0,0 0 0 0 0,0 0 0 0 0,1-1 0 0 0,-1 1 0 0 0,0 0 0 0 0,1 0 0 0 0,-1-1 0 0 0,0 1 0 0 0,1-1 0 0 0,-1 1 0 0 0,1 0 0 0 0,-1-1 0 0 0,1 1 0 0 0,-1-1-1 0 0,1 1 1 0 0,-1-1 0 0 0,1 1 0 0 0,-1-1 0 0 0,1 0 0 0 0,0 1 0 0 0,-1-2 0 0 0,-14-23-1783 0 0,9 8 736 0 0,2-1 0 0 0,0 1 0 0 0,1-1 1 0 0,-2-30-1 0 0,6-76-3189 0 0,0 67 2488 0 0,7-94-4536 0 0,-2 71 995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0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1 670 4056 0 0,'4'-32'593'0'0,"24"-151"2649"0"0,-19 141-2222 0 0,1 0 0 0 0,22-54 0 0 0,-24 76-644 0 0,1 1 1 0 0,1-1-1 0 0,1 2 1 0 0,1 0-1 0 0,0 0 1 0 0,20-22-1 0 0,-21 29-179 0 0,2-1-1 0 0,-1 1 1 0 0,1 1-1 0 0,1 0 1 0 0,0 1 0 0 0,0 1-1 0 0,0 0 1 0 0,1 0-1 0 0,21-6 1 0 0,-19 9-50 0 0,0 0-1 0 0,1 2 1 0 0,-1 0-1 0 0,1 0 1 0 0,-1 2-1 0 0,1 0 1 0 0,0 1-1 0 0,0 1 1 0 0,-1 1-1 0 0,1 0 1 0 0,-1 1-1 0 0,0 1 1 0 0,1 1-1 0 0,-2 0 1 0 0,1 1-1 0 0,-1 1 1 0 0,0 0-1 0 0,0 2 1 0 0,-1 0-1 0 0,0 0 1 0 0,21 18-1 0 0,-31-22-33 0 0,0-1 0 0 0,-1 1-1 0 0,0 0 1 0 0,0 0 0 0 0,0 0 0 0 0,-1 0-1 0 0,1 1 1 0 0,-1 0 0 0 0,-1-1 0 0 0,1 1-1 0 0,-1 0 1 0 0,0 0 0 0 0,0 0 0 0 0,-1 1 0 0 0,0-1-1 0 0,0 0 1 0 0,0 1 0 0 0,-1-1 0 0 0,0 0-1 0 0,0 1 1 0 0,-1-1 0 0 0,1 1 0 0 0,-3 7-1 0 0,0-5 20 0 0,0 0 0 0 0,0 0 0 0 0,-1-1-1 0 0,0 1 1 0 0,0-1 0 0 0,-1 0-1 0 0,0 0 1 0 0,-1 0 0 0 0,0 0-1 0 0,0-1 1 0 0,-1 0 0 0 0,1-1-1 0 0,-2 1 1 0 0,-14 10 0 0 0,2-6-57 0 0,0-1 0 0 0,0 0 1 0 0,-1-1-1 0 0,0-2 0 0 0,-1 0 0 0 0,1-1 0 0 0,-1-1 1 0 0,-1-1-1 0 0,1-2 0 0 0,0 0 0 0 0,-32-1 1 0 0,51-1-216 0 0,0 0 0 0 0,1 0 0 0 0,-1 0 0 0 0,0-1 1 0 0,0 1-1 0 0,0-1 0 0 0,0 1 0 0 0,0-1 1 0 0,1 0-1 0 0,-5-2 0 0 0,7 2 81 0 0,0 1 0 0 0,0 0 0 0 0,0-1-1 0 0,-1 1 1 0 0,1-1 0 0 0,0 1 0 0 0,0-1 0 0 0,0 1 0 0 0,0 0 0 0 0,0-1-1 0 0,0 1 1 0 0,0-1 0 0 0,0 1 0 0 0,0-1 0 0 0,0 1 0 0 0,0-1-1 0 0,0 1 1 0 0,0-1 0 0 0,0 1 0 0 0,0 0 0 0 0,0-1 0 0 0,1 1-1 0 0,-1-1 1 0 0,0 1 0 0 0,0 0 0 0 0,0-1 0 0 0,1 1 0 0 0,-1-1 0 0 0,1 1-1 0 0,7-12-1182 0 0,4 1-657 0 0,0 1 1 0 0,1 1-1 0 0,16-9 0 0 0,-12 7-1138 0 0,16-10-3732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66 3468 0 0,'2'-3'962'0'0,"-1"-1"-1"0"0,1 1 1 0 0,-1 0 0 0 0,0 0-1 0 0,0 0 1 0 0,0-1-1 0 0,0 1 1 0 0,-1-1 0 0 0,1-5-1 0 0,-1 8-764 0 0,0 0 0 0 0,-1 0 0 0 0,1-1 0 0 0,0 1 0 0 0,-1 0 0 0 0,1 0 0 0 0,-1-1 0 0 0,1 1 0 0 0,-1 0-1 0 0,1 0 1 0 0,-1 0 0 0 0,0 0 0 0 0,0 0 0 0 0,0 0 0 0 0,1 0 0 0 0,-1 0 0 0 0,0 0 0 0 0,0 0 0 0 0,0 0 0 0 0,0 1 0 0 0,-1-1 0 0 0,1 0 0 0 0,0 1-1 0 0,0-1 1 0 0,-2 0 0 0 0,2 1-109 0 0,-1 0 0 0 0,1-1 0 0 0,-1 1 0 0 0,1 0 0 0 0,-1 0 0 0 0,1 0-1 0 0,-1 0 1 0 0,1 1 0 0 0,-1-1 0 0 0,1 0 0 0 0,-1 0 0 0 0,1 1 0 0 0,0-1-1 0 0,-1 1 1 0 0,1 0 0 0 0,-1-1 0 0 0,1 1 0 0 0,0 0 0 0 0,0 0 0 0 0,-2 1 0 0 0,-21 19 905 0 0,24-21-985 0 0,-11 11 174 0 0,1 0 0 0 0,1 1 0 0 0,0 0 0 0 0,0 1 0 0 0,1 0 0 0 0,1 0 1 0 0,0 1-1 0 0,1 0 0 0 0,0 0 0 0 0,2 0 0 0 0,-7 29 0 0 0,10-37-158 0 0,0 1 0 0 0,0 0 1 0 0,1 0-1 0 0,0-1 0 0 0,0 1 0 0 0,0 0 0 0 0,1 0 0 0 0,0-1 0 0 0,1 1 1 0 0,-1 0-1 0 0,1-1 0 0 0,1 0 0 0 0,-1 1 0 0 0,1-1 0 0 0,0 0 0 0 0,0 0 1 0 0,1 0-1 0 0,0-1 0 0 0,0 1 0 0 0,0-1 0 0 0,1 0 0 0 0,0 0 0 0 0,-1-1 0 0 0,2 1 1 0 0,-1-1-1 0 0,1 0 0 0 0,-1 0 0 0 0,11 4 0 0 0,-5-2 0 0 0,0-2 0 0 0,0 1 0 0 0,1-2 0 0 0,-1 1 0 0 0,1-2 0 0 0,0 1 0 0 0,0-2 0 0 0,0 1 0 0 0,0-2 0 0 0,0 0 0 0 0,0 0 0 0 0,0-1 0 0 0,0 0 0 0 0,0-1 0 0 0,0-1-1 0 0,0 0 1 0 0,12-5 0 0 0,-15 5-11 0 0,0-1 0 0 0,0 0 0 0 0,-1-1 0 0 0,1 0 0 0 0,-1 0 0 0 0,0-1 0 0 0,-1 0 0 0 0,0 0 0 0 0,0-1 0 0 0,0 0-1 0 0,0 0 1 0 0,-1 0 0 0 0,-1-1 0 0 0,1 0 0 0 0,-1 0 0 0 0,-1-1 0 0 0,1 1 0 0 0,-1-1 0 0 0,-1 0 0 0 0,0 0 0 0 0,4-17 0 0 0,-6 19 2 0 0,0-1 0 0 0,0 0 1 0 0,0 0-1 0 0,-1 0 1 0 0,0 1-1 0 0,-1-1 1 0 0,0 0-1 0 0,0 0 1 0 0,-1 1-1 0 0,0-1 0 0 0,0 1 1 0 0,-1-1-1 0 0,0 1 1 0 0,0 0-1 0 0,0 0 1 0 0,-1 0-1 0 0,0 0 0 0 0,-8-9 1 0 0,6 10 7 0 0,0-1 0 0 0,-1 1-1 0 0,1 0 1 0 0,-1 1 0 0 0,0 0 0 0 0,-1 0 0 0 0,0 0 0 0 0,1 1-1 0 0,-1 0 1 0 0,0 1 0 0 0,-1 0 0 0 0,1 0 0 0 0,-1 1-1 0 0,1 0 1 0 0,-1 0 0 0 0,-10 0 0 0 0,8 1 5 0 0,0 1 0 0 0,1 0 0 0 0,-1 0 0 0 0,0 1 0 0 0,0 1 0 0 0,1 0 0 0 0,-1 1 0 0 0,1 0 0 0 0,-16 6 0 0 0,23-8-137 0 0,0 1-1 0 0,0-1 0 0 0,0 1 0 0 0,0 0 1 0 0,1 0-1 0 0,-1 0 0 0 0,0 0 0 0 0,1 0 1 0 0,0 0-1 0 0,-1 1 0 0 0,1-1 0 0 0,0 1 1 0 0,0-1-1 0 0,0 1 0 0 0,1 0 0 0 0,-1 0 1 0 0,1 0-1 0 0,-1 0 0 0 0,1 0 0 0 0,0 0 0 0 0,0 1 1 0 0,1-1-1 0 0,-1 0 0 0 0,1 0 0 0 0,-1 1 1 0 0,1-1-1 0 0,0 0 0 0 0,0 1 0 0 0,0-1 1 0 0,1 0-1 0 0,-1 1 0 0 0,1-1 0 0 0,0 0 1 0 0,0 0-1 0 0,1 3 0 0 0,0-1-474 0 0,0 0 0 0 0,0 0-1 0 0,1 0 1 0 0,-1-1 0 0 0,1 1 0 0 0,6 7-1 0 0,15 11-6387 0 0,-4-8-1224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1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76 109 2100 0 0,'9'-74'18179'0'0,"-8"46"-13616"0"0,0 21-1901 0 0,0 18-2123 0 0,1 21-500 0 0,-9 14 248 0 0,-2-1 0 0 0,-20 62 0 0 0,3-13-1835 0 0,18-63-1350 0 0,-2 34 0 0 0,9-48-408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1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52 135 2156 0 0,'-2'-18'3461'0'0,"-1"1"1"0"0,-7-27-1 0 0,-7-4 495 0 0,17 47-3938 0 0,0 1 0 0 0,0 0 0 0 0,0-1 0 0 0,0 1 0 0 0,0 0 0 0 0,-1-1 0 0 0,1 1 0 0 0,0 0 0 0 0,0-1 0 0 0,0 1 0 0 0,-1 0 0 0 0,1 0 0 0 0,0-1 0 0 0,0 1 0 0 0,0 0 0 0 0,-1 0 0 0 0,1-1 0 0 0,0 1 0 0 0,-1 0 0 0 0,1 0 0 0 0,0 0 0 0 0,-1 0 0 0 0,1-1 0 0 0,0 1 0 0 0,-1 0 0 0 0,1 0 0 0 0,0 0 0 0 0,-1 0 0 0 0,1 0 0 0 0,0 0 0 0 0,-1 0 0 0 0,1 0 0 0 0,0 0 0 0 0,-1 0 0 0 0,1 0 0 0 0,0 0 0 0 0,-1 0 0 0 0,1 0 0 0 0,0 0 0 0 0,-1 0 0 0 0,1 1 0 0 0,-1-1 0 0 0,1 0-119 0 0,-1 1 1 0 0,1-1-1 0 0,-1 1 1 0 0,0 0-1 0 0,1-1 1 0 0,-1 1-1 0 0,1 0 1 0 0,-1-1-1 0 0,1 1 1 0 0,0 0-1 0 0,-1-1 1 0 0,1 1-1 0 0,0 0 1 0 0,-1 0-1 0 0,1-1 1 0 0,0 1-1 0 0,0 0 1 0 0,0 0-1 0 0,0 0 1 0 0,0-1-1 0 0,0 2 1 0 0,2 30-6090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1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87 976 0 0,'4'10'10449'0'0,"4"3"-8229"0"0,27 45 3640 0 0,-6 5-4107 0 0,-25-53-1684 0 0,0 0 0 0 0,-1 0 0 0 0,0 0 1 0 0,-1 0-1 0 0,-1 1 0 0 0,1-1 0 0 0,-1 0 1 0 0,-1 1-1 0 0,0-1 0 0 0,-1 1 0 0 0,-1 11 1 0 0,1-18-46 0 0,0 0 1 0 0,1-1 0 0 0,-1 1 0 0 0,0-1-1 0 0,-1 1 1 0 0,1-1 0 0 0,-1 1-1 0 0,0-1 1 0 0,1 0 0 0 0,-1 0-1 0 0,-1 0 1 0 0,1 0 0 0 0,0 0 0 0 0,-1 0-1 0 0,1-1 1 0 0,-1 1 0 0 0,0-1-1 0 0,-6 4 1 0 0,7-5-1 0 0,-4-4 13 0 0,5 3-36 0 0,1 0 0 0 0,-1 0 0 0 0,1 0 0 0 0,-1 0 0 0 0,1 0 0 0 0,-1 0 0 0 0,1 0 0 0 0,-1 0 0 0 0,1 0 0 0 0,-1 0-1 0 0,1-1 1 0 0,-1 1 0 0 0,1 0 0 0 0,0 0 0 0 0,-1-1 0 0 0,1 1 0 0 0,-1 0 0 0 0,1 0 0 0 0,0-1 0 0 0,-1 1 0 0 0,1-1 0 0 0,0 1 0 0 0,-1 0 0 0 0,1-1 0 0 0,0 1 0 0 0,-1-1-1 0 0,1 0 1 0 0,-1-5 8 0 0,0-1-1 0 0,1 0 1 0 0,0 1-1 0 0,0-1 1 0 0,0 0-1 0 0,1 1 1 0 0,0-1-1 0 0,0 0 0 0 0,1 1 1 0 0,0-1-1 0 0,0 1 1 0 0,0 0-1 0 0,4-7 1 0 0,6-12-43 0 0,28-42 1 0 0,-26 46 25 0 0,1 0 1 0 0,2 1-1 0 0,0 1 0 0 0,1 1 1 0 0,0 1-1 0 0,2 0 0 0 0,0 1 1 0 0,0 1-1 0 0,2 1 1 0 0,0 1-1 0 0,35-15 0 0 0,-53 26 1 0 0,1 0 0 0 0,0 1 0 0 0,1-1 0 0 0,-1 1 0 0 0,0 0 0 0 0,0 0 0 0 0,0 1 0 0 0,1-1 0 0 0,-1 1 0 0 0,0 1 0 0 0,1-1 0 0 0,-1 1 0 0 0,0-1 0 0 0,0 1 0 0 0,7 3 0 0 0,-9-3 9 0 0,0 1 1 0 0,0-1-1 0 0,0 1 1 0 0,-1 0-1 0 0,1 0 1 0 0,-1 0-1 0 0,0 0 1 0 0,1 0-1 0 0,-1 0 1 0 0,0 1-1 0 0,0-1 1 0 0,0 1-1 0 0,-1-1 1 0 0,1 1-1 0 0,0 0 1 0 0,-1 0-1 0 0,0 0 1 0 0,0 0 0 0 0,0 0-1 0 0,0 0 1 0 0,0 0-1 0 0,-1 0 1 0 0,1 0-1 0 0,-1 0 1 0 0,0 0-1 0 0,0 6 1 0 0,-1 10 44 0 0,-2-1 1 0 0,0 0 0 0 0,-1 0-1 0 0,-1 0 1 0 0,0 0 0 0 0,-12 25 0 0 0,8-21-340 0 0,1 0 0 0 0,1 1 0 0 0,-5 27 0 0 0,12-48 73 0 0,0 0-1 0 0,0 0 0 0 0,-1 0 1 0 0,2 0-1 0 0,-1 0 0 0 0,0 0 1 0 0,0 0-1 0 0,1 0 0 0 0,0 2 1 0 0,-1-2-318 0 0,1-1 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2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77 272 1044 0 0,'10'-39'3929'0'0,"-3"0"0"0"0,-1 0 0 0 0,-2-1 0 0 0,-1-62 0 0 0,-6 90-1628 0 0,-3 19-1426 0 0,-5 21 244 0 0,-8 88 1608 0 0,-6 122 1 0 0,8-53-1802 0 0,10-127-754 0 0,-12 162 81 0 0,19-212-461 0 0,0 1 0 0 0,1 0 0 0 0,2 12 0 0 0,-2-19-25 0 0,-1 0 0 0 0,1 1 1 0 0,0-1-1 0 0,0 0 1 0 0,0 0-1 0 0,0 1 0 0 0,0-1 1 0 0,0 0-1 0 0,0 0 1 0 0,1 0-1 0 0,-1 0 0 0 0,1 0 1 0 0,0-1-1 0 0,-1 1 0 0 0,1 0 1 0 0,3 1-1 0 0,-3-2-120 0 0,0 0 0 0 0,0 0 0 0 0,0-1-1 0 0,1 1 1 0 0,-1-1 0 0 0,0 1 0 0 0,0-1 0 0 0,1 0 0 0 0,-1 0-1 0 0,0 0 1 0 0,0 0 0 0 0,1 0 0 0 0,-1-1 0 0 0,0 1 0 0 0,0-1-1 0 0,0 1 1 0 0,1-1 0 0 0,3-2 0 0 0,1 0-2123 0 0,0 0 0 0 0,0-1 0 0 0,11-8 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2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293 173 568 0 0,'-81'-28'8048'0'0,"-113"-44"9132"0"0,193 72-17076 0 0,0-1 0 0 0,0 1 0 0 0,0 0 0 0 0,0-1 0 0 0,1 1 0 0 0,-1-1 0 0 0,0 1 0 0 0,0-1 0 0 0,0 0 0 0 0,0 1 0 0 0,0-1 0 0 0,1 0 0 0 0,-1 0 0 0 0,0 1 0 0 0,1-1 1 0 0,-1 0-1 0 0,0 0 0 0 0,1 0 0 0 0,-1 0 0 0 0,1 0 0 0 0,0 0 0 0 0,-1 0 0 0 0,1-1 0 0 0,0 1-64 0 0,0-1 0 0 0,1 1 1 0 0,-1 0-1 0 0,1 0 0 0 0,-1 0 0 0 0,1 0 1 0 0,-1 0-1 0 0,1 0 0 0 0,0 0 0 0 0,0 1 0 0 0,-1-1 1 0 0,1 0-1 0 0,0 0 0 0 0,0 0 0 0 0,0 1 0 0 0,0-1 1 0 0,0 0-1 0 0,0 1 0 0 0,0-1 0 0 0,0 1 1 0 0,0-1-1 0 0,2 0 0 0 0,12-5-112 0 0,0 1-1 0 0,1 0 1 0 0,0 1-1 0 0,0 0 1 0 0,29-2-1 0 0,84 2-4121 0 0,-125 4 4018 0 0,62 3-4076 0 0,-22 1-3101 0 0,-10 1-3051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2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 3748 0 0,'3'0'3593'0'0,"1"2"-2253"0"0,-1-2-460 0 0,-1 1 0 0 0,0 0 0 0 0,0-1 0 0 0,0 1 1 0 0,0-1-1 0 0,0 0 0 0 0,0 0 0 0 0,1 0 0 0 0,-1 0 0 0 0,0 0 1 0 0,0 0-1 0 0,0 0 0 0 0,0-1 0 0 0,0 1 0 0 0,5-3 936 0 0,-3-1-557 0 0,-47 10-15522 0 0,18-1 5972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64 256 1548 0 0,'-17'-19'5968'0'0,"-8"-9"-1588"0"0,24 26-3904 0 0,-19-12 7771 0 0,42 21-7866 0 0,0-1 1 0 0,1-2-1 0 0,0 0 0 0 0,40 2 0 0 0,-24-3-226 0 0,722 49 385 0 0,194-68-422 0 0,-343-3-80 0 0,389 27 2 0 0,432 19 13 0 0,-789-19 9 0 0,731-27 984 0 0,-1067-3-380 0 0,-2-13 0 0 0,377-92-1 0 0,-439 63-577 0 0,-201 48-1467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37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38 744 0 0,'9'-7'14858'0'0,"-2"4"-14738"0"0,1 0 0 0 0,0 0 0 0 0,0 0 0 0 0,0 1 0 0 0,0 0 0 0 0,14-1 0 0 0,59-2-27 0 0,-57 5-40 0 0,6-2-81 0 0,271-3-2041 0 0,-233 12-4595 0 0,-54-4 1241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3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66 224 0 0,'28'-32'14117'0'0,"-17"13"-8084"0"0,-7 9-3939 0 0,-3 6-2242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4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1024 64 0 0,'11'18'15311'0'0,"-5"-14"-13951"0"0,-1-6-1327 0 0,1 0 1 0 0,-1 0-1 0 0,1-1 1 0 0,-1 0-1 0 0,0 0 1 0 0,0 0-1 0 0,0-1 1 0 0,-1 1-1 0 0,7-7 1 0 0,41-45 85 0 0,-41 42-84 0 0,36-44-32 0 0,-3-2 0 0 0,47-80 1 0 0,57-136-92 0 0,-94 172 74 0 0,-49 93 11 0 0,22-44-16 0 0,2 2 1 0 0,3 1-1 0 0,48-61 0 0 0,-57 91 4 0 0,-22 20 15 0 0,-1 0-1 0 0,1 0 1 0 0,0 1 0 0 0,-1-1-1 0 0,1 0 1 0 0,0 1-1 0 0,0-1 1 0 0,-1 1 0 0 0,1-1-1 0 0,0 1 1 0 0,0 0 0 0 0,0-1-1 0 0,0 1 1 0 0,0 0 0 0 0,0-1-1 0 0,0 1 1 0 0,0 0-1 0 0,0 0 1 0 0,0 0 0 0 0,-1 0-1 0 0,1 0 1 0 0,0 0 0 0 0,0 0-1 0 0,0 0 1 0 0,0 1-1 0 0,0-1 1 0 0,0 0 0 0 0,0 0-1 0 0,0 1 1 0 0,0-1 0 0 0,0 1-1 0 0,0 0 1 0 0,3 3 22 0 0,-1 1-1 0 0,-1 0 1 0 0,1 0 0 0 0,-1 0 0 0 0,0 1-1 0 0,0-1 1 0 0,0 0 0 0 0,-1 1 0 0 0,1 0 0 0 0,-2-1-1 0 0,1 1 1 0 0,0 9 0 0 0,-1 14 213 0 0,-4 33 1 0 0,3-53-195 0 0,-58 367 2433 0 0,9-84-1309 0 0,15 53-641 0 0,32-289-363 0 0,3-54-114 0 0,1-3-73 0 0,0 0 0 0 0,0-1 1 0 0,0 1-1 0 0,-1-1 0 0 0,1 1 0 0 0,0-1 0 0 0,-1 1 0 0 0,1-1 0 0 0,0-3 0 0 0,2-43-653 0 0,-2-1 1 0 0,-2 0-1 0 0,-10-62 1 0 0,7 90 565 0 0,0 1 1 0 0,-1-1-1 0 0,-1 1 0 0 0,-1 1 1 0 0,0-1-1 0 0,-2 1 1 0 0,0 0-1 0 0,-1 1 1 0 0,-1 0-1 0 0,-17-21 1 0 0,20 31 102 0 0,1 0-1 0 0,-1 1 1 0 0,0 0 0 0 0,-1 0 0 0 0,0 1 0 0 0,0 0 0 0 0,0 0 0 0 0,-1 1 0 0 0,0 1 0 0 0,0-1 0 0 0,0 1 0 0 0,0 1-1 0 0,-1 0 1 0 0,1 1 0 0 0,-1 0 0 0 0,0 0 0 0 0,1 1 0 0 0,-1 1 0 0 0,0 0 0 0 0,0 0 0 0 0,0 1 0 0 0,1 0-1 0 0,-1 1 1 0 0,0 0 0 0 0,1 1 0 0 0,-1 0 0 0 0,1 1 0 0 0,-18 9 0 0 0,26-13 22 0 0,1 1-1 0 0,0-1 1 0 0,0 1 0 0 0,0 0-1 0 0,0-1 1 0 0,0 1 0 0 0,0 0-1 0 0,0 0 1 0 0,0-1 0 0 0,0 1 0 0 0,0 0-1 0 0,0 0 1 0 0,1 0 0 0 0,-1 0-1 0 0,0 0 1 0 0,1 1 0 0 0,-1-1-1 0 0,1 0 1 0 0,-1 0 0 0 0,1 0-1 0 0,-1 0 1 0 0,1 1 0 0 0,0-1-1 0 0,-1 0 1 0 0,1 0 0 0 0,0 1 0 0 0,0-1-1 0 0,0 0 1 0 0,0 2 0 0 0,1-2 6 0 0,0 1 0 0 0,-1-1 0 0 0,1 1 1 0 0,0-1-1 0 0,0 0 0 0 0,0 1 1 0 0,0-1-1 0 0,0 0 0 0 0,0 0 0 0 0,0 0 1 0 0,0 0-1 0 0,0 0 0 0 0,1 0 1 0 0,-1 0-1 0 0,0 0 0 0 0,1 0 0 0 0,-1-1 1 0 0,0 1-1 0 0,1 0 0 0 0,-1-1 1 0 0,1 0-1 0 0,-1 1 0 0 0,3 0 0 0 0,20 1 43 0 0,1 0 0 0 0,-1-1 0 0 0,0-1 0 0 0,0-1 0 0 0,34-7 0 0 0,0 1-19 0 0,284-25-430 0 0,-195 18-4915 0 0,-118 9-420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4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51 700 0 0,'28'-49'19442'0'0,"-25"47"-18955"0"0,-1 28 1006 0 0,-1-1-1 0 0,-1 0 1 0 0,-4 32-1 0 0,-17 79 667 0 0,11-80-1432 0 0,-103 461 1035 0 0,-42-9-242 0 0,149-485-1520 0 0,2-10 0 0 0,-1 1 0 0 0,0-1 0 0 0,-11 21 0 0 0,11-26-94 0 0,5-8 56 0 0,-1 0 0 0 0,1 1 1 0 0,0-1-1 0 0,0 0 0 0 0,0 0 0 0 0,-1 0 1 0 0,1 1-1 0 0,0-1 0 0 0,0 0 0 0 0,-1 0 0 0 0,1 0 1 0 0,0 0-1 0 0,0 0 0 0 0,-1 1 0 0 0,1-1 0 0 0,0 0 1 0 0,0 0-1 0 0,-1 0 0 0 0,1 0 0 0 0,0 0 1 0 0,-1 0-1 0 0,1 0 0 0 0,0 0 0 0 0,0 0 0 0 0,-1 0 1 0 0,1 0-1 0 0,0 0 0 0 0,0 0 0 0 0,-1 0 0 0 0,1 0 1 0 0,0-1-1 0 0,-1 1 0 0 0,1 0 0 0 0,0 0 1 0 0,0 0-1 0 0,-1 0 0 0 0,1 0 0 0 0,0-1 0 0 0,0 1 1 0 0,0 0-1 0 0,-1 0 0 0 0,1 0 0 0 0,0-1 0 0 0,0 1 1 0 0,0 0-1 0 0,0 0 0 0 0,-1-1 0 0 0,1 1 1 0 0,0 0-1 0 0,0 0 0 0 0,0-1 0 0 0,0 1 0 0 0,0 0 1 0 0,0 0-1 0 0,0-1 0 0 0,-6-13-1209 0 0,6 14 1240 0 0,-4-18-1689 0 0,2 0 1 0 0,0 0 0 0 0,1 0-1 0 0,1-1 1 0 0,3-24 0 0 0,-1-1-1173 0 0,1-40-4597 0 0,-1 38 1071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5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2472 0 0,'3'-8'699'0'0,"1"0"-1"0"0,0 0 1 0 0,0 0-1 0 0,1 1 0 0 0,0-1 1 0 0,1 1-1 0 0,-1 0 1 0 0,1 1-1 0 0,1-1 1 0 0,-1 1-1 0 0,1 0 1 0 0,9-6-1 0 0,-10 9-489 0 0,0 0 0 0 0,0 0 0 0 0,0 1-1 0 0,0-1 1 0 0,0 1 0 0 0,1 1 0 0 0,-1-1 0 0 0,1 1 0 0 0,-1 0 0 0 0,1 1-1 0 0,0-1 1 0 0,-1 1 0 0 0,1 1 0 0 0,-1-1 0 0 0,1 1 0 0 0,-1 0 0 0 0,9 3-1 0 0,1 1 13 0 0,0 1-1 0 0,-1 0 0 0 0,1 1 1 0 0,-2 1-1 0 0,1 0 0 0 0,-1 1 1 0 0,0 0-1 0 0,-1 1 0 0 0,0 1 0 0 0,-1 0 1 0 0,0 1-1 0 0,0 0 0 0 0,-2 1 1 0 0,1 0-1 0 0,-2 1 0 0 0,0 0 1 0 0,0 0-1 0 0,7 19 0 0 0,-15-29-125 0 0,1 0 1 0 0,-1 1-1 0 0,1-1 0 0 0,-1 1 1 0 0,-1-1-1 0 0,1 1 1 0 0,-1 0-1 0 0,0-1 0 0 0,0 1 1 0 0,0 0-1 0 0,0-1 0 0 0,-1 1 1 0 0,0-1-1 0 0,0 1 0 0 0,-2 4 1 0 0,1-3-22 0 0,-1 0-1 0 0,0 0 1 0 0,0 0 0 0 0,-1 0 0 0 0,1-1 0 0 0,-1 1 0 0 0,-1-1 0 0 0,1 0-1 0 0,-10 8 1 0 0,6-7-37 0 0,0 1-1 0 0,-1-1 1 0 0,0-1-1 0 0,0 0 0 0 0,0 0 1 0 0,-1 0-1 0 0,1-2 1 0 0,-1 1-1 0 0,0-1 1 0 0,0 0-1 0 0,0-1 0 0 0,-1 0 1 0 0,-14 0-1 0 0,12-3-43 0 0,-1-1 0 0 0,0 0 0 0 0,0-1 0 0 0,1-1 1 0 0,0 0-1 0 0,0 0 0 0 0,-25-14 0 0 0,13 7-728 0 0,7-4-1898 0 0,13 5-442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5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78 2340 0 0,'-2'-6'933'0'0,"0"1"-1"0"0,0-1 1 0 0,0 1-1 0 0,-1-1 0 0 0,1 1 1 0 0,-1 0-1 0 0,-1 0 1 0 0,1 0-1 0 0,-1 1 1 0 0,1-1-1 0 0,-1 1 1 0 0,-6-5-1 0 0,9 8-805 0 0,-1 0 0 0 0,0 0 0 0 0,0 1 1 0 0,1-1-1 0 0,-1 0 0 0 0,0 0 0 0 0,0 1 0 0 0,0-1 0 0 0,0 1 0 0 0,0 0 0 0 0,0 0 1 0 0,0 0-1 0 0,0 0 0 0 0,0 0 0 0 0,0 0 0 0 0,0 0 0 0 0,0 0 0 0 0,0 1 0 0 0,0-1 1 0 0,0 1-1 0 0,0 0 0 0 0,0-1 0 0 0,0 1 0 0 0,0 0 0 0 0,1 0 0 0 0,-1 0 0 0 0,0 1 1 0 0,1-1-1 0 0,-1 0 0 0 0,1 0 0 0 0,-3 3 0 0 0,-3 3 194 0 0,-1 0 0 0 0,1 1-1 0 0,0 0 1 0 0,-8 13 0 0 0,-2 6 17 0 0,2 0 1 0 0,1 0 0 0 0,1 1-1 0 0,1 1 1 0 0,-11 44-1 0 0,20-62-313 0 0,1 1-1 0 0,0-1 1 0 0,1 0-1 0 0,0 1 1 0 0,1-1-1 0 0,0 1 1 0 0,1-1-1 0 0,0 1 1 0 0,0-1-1 0 0,2 1 1 0 0,3 11-1 0 0,-4-18-14 0 0,-1-1 0 0 0,1 0 0 0 0,0 1-1 0 0,0-1 1 0 0,1 0 0 0 0,-1 0 0 0 0,1 0 0 0 0,0-1 0 0 0,0 1-1 0 0,0-1 1 0 0,1 1 0 0 0,-1-1 0 0 0,1 0 0 0 0,-1 0 0 0 0,1-1-1 0 0,0 1 1 0 0,0-1 0 0 0,1 0 0 0 0,-1 0 0 0 0,0 0 0 0 0,1 0-1 0 0,-1-1 1 0 0,1 0 0 0 0,0 0 0 0 0,-1 0 0 0 0,1 0 0 0 0,0-1-1 0 0,-1 0 1 0 0,9 0 0 0 0,-7-1 9 0 0,1 1 1 0 0,0-1-1 0 0,0-1 0 0 0,-1 1 1 0 0,1-1-1 0 0,-1 0 0 0 0,0-1 1 0 0,1 1-1 0 0,-1-1 0 0 0,0-1 1 0 0,0 1-1 0 0,-1-1 1 0 0,7-5-1 0 0,-5 2-18 0 0,0 1 0 0 0,0-2-1 0 0,-1 1 1 0 0,0 0 0 0 0,-1-1 0 0 0,0 0 0 0 0,0-1-1 0 0,6-14 1 0 0,-5 8-12 0 0,-1 1 0 0 0,-1-1 0 0 0,-1 1 0 0 0,0-1 0 0 0,0 0 1 0 0,-2 0-1 0 0,0 0 0 0 0,-1-1 0 0 0,0 1 0 0 0,-1 0 0 0 0,-5-27 0 0 0,3 33 17 0 0,1-1-1 0 0,-2 1 1 0 0,1-1 0 0 0,-1 1 0 0 0,0 0-1 0 0,-1 0 1 0 0,0 1 0 0 0,-1-1 0 0 0,-12-14-1 0 0,15 20-8 0 0,0 1 0 0 0,0-1 0 0 0,1 1 0 0 0,-1 0 0 0 0,-1 0 0 0 0,1 0 0 0 0,0 0 0 0 0,0 0 0 0 0,-1 1 0 0 0,1-1 0 0 0,-1 1 0 0 0,1 0 0 0 0,-1 0 0 0 0,0 0 0 0 0,1 1 0 0 0,-1-1 0 0 0,0 1 0 0 0,0 0 0 0 0,1 0 0 0 0,-1 0 0 0 0,0 1-1 0 0,0-1 1 0 0,1 1 0 0 0,-1 0 0 0 0,1 0 0 0 0,-1 0 0 0 0,0 1 0 0 0,1-1 0 0 0,0 1 0 0 0,-4 1 0 0 0,3 0-161 0 0,1-1 0 0 0,-1 0-1 0 0,1 1 1 0 0,-1 0 0 0 0,1-1-1 0 0,0 1 1 0 0,0 1 0 0 0,0-1 0 0 0,1 0-1 0 0,-1 1 1 0 0,1-1 0 0 0,0 1 0 0 0,-3 4-1 0 0,4-5-159 0 0,1-1 0 0 0,-1 0 0 0 0,0 0 1 0 0,1 1-1 0 0,0-1 0 0 0,-1 0 0 0 0,1 1 0 0 0,0-1 0 0 0,0 0 0 0 0,0 1 0 0 0,1 2 0 0 0,-1-3-281 0 0,1 0-1 0 0,-1 0 1 0 0,1 0 0 0 0,0 0-1 0 0,0 0 1 0 0,0 0 0 0 0,0 0-1 0 0,0 0 1 0 0,1 0-1 0 0,-1-1 1 0 0,0 1 0 0 0,1 0-1 0 0,2 1 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6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45 420 0 0,'1'-2'2906'0'0,"24"-34"11706"0"0,-19 30-11977 0 0,-7 21-1592 0 0,-2 0-1 0 0,1 0 0 0 0,-2 0 1 0 0,0 0-1 0 0,-11 24 1 0 0,-5 20-127 0 0,19-58-905 0 0,-6 23 156 0 0,1 1 1 0 0,1 0 0 0 0,-4 49-1 0 0,9-72-276 0 0,0 1 0 0 0,0-1 1 0 0,0 0-1 0 0,0 1 0 0 0,1-1 0 0 0,-1 0 0 0 0,1 0 0 0 0,-1 1 0 0 0,1-1 0 0 0,0 0 0 0 0,0 0 1 0 0,0 0-1 0 0,0 0 0 0 0,2 3 0 0 0,-2-4-53 0 0,0 0 0 0 0,0 0 0 0 0,0 0 0 0 0,0-1 0 0 0,0 1 0 0 0,0-1 0 0 0,0 1 0 0 0,0 0 0 0 0,0-1 0 0 0,0 0 1 0 0,0 1-1 0 0,1-1 0 0 0,-1 0 0 0 0,0 1 0 0 0,0-1 0 0 0,0 0 0 0 0,1 0 0 0 0,-1 0 0 0 0,0 0 0 0 0,2 0 0 0 0,1-1-684 0 0,-1 0 0 0 0,1 0 0 0 0,0-1 0 0 0,-1 1 0 0 0,1-1 0 0 0,-1 1-1 0 0,1-1 1 0 0,-1 0 0 0 0,0-1 0 0 0,0 1 0 0 0,0 0 0 0 0,0-1 0 0 0,0 0 0 0 0,-1 0 0 0 0,4-3 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6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97 128 952 0 0,'-5'-12'2234'0'0,"0"0"-1"0"0,0 0 1 0 0,-14-20 0 0 0,10 18-703 0 0,-1 1 0 0 0,-17-17 1 0 0,25 28-1100 0 0,-2 3-353 0 0,4-1-105 0 0,-1 0-1 0 0,1 0 1 0 0,-1 0-1 0 0,1 0 0 0 0,-1 0 1 0 0,0 1-1 0 0,1-1 0 0 0,-1 0 1 0 0,1 0-1 0 0,-1 1 1 0 0,1-1-1 0 0,-1 0 0 0 0,1 1 1 0 0,-1-1-1 0 0,1 0 0 0 0,-1 1 1 0 0,1-1-1 0 0,0 1 1 0 0,-1-1-1 0 0,1 1 0 0 0,1 23-3382 0 0,-1-16 504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6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54 508 0 0,'0'0'8786'0'0,"12"7"-4851"0"0,-7 2-3165 0 0,0 1 0 0 0,-1 0-1 0 0,0 0 1 0 0,-1 0 0 0 0,0 0 0 0 0,3 20-1 0 0,-4-18-582 0 0,-2 0 0 0 0,0 0-1 0 0,0 0 1 0 0,-1 0-1 0 0,-1 0 1 0 0,0 0-1 0 0,0 0 1 0 0,-1-1 0 0 0,-9 23-1 0 0,12-33-185 0 0,-10 28 348 0 0,10-30-346 0 0,0 1-1 0 0,0 0 1 0 0,0 0 0 0 0,0 0-1 0 0,0 0 1 0 0,0 0 0 0 0,0 0-1 0 0,0 0 1 0 0,0 0 0 0 0,0 0-1 0 0,0 0 1 0 0,0 0 0 0 0,1 0-1 0 0,-1 0 1 0 0,0 0 0 0 0,0 0-1 0 0,0 0 1 0 0,0 0 0 0 0,0 0-1 0 0,0 0 1 0 0,0 0 0 0 0,0 0-1 0 0,0 0 1 0 0,0 0 0 0 0,0 0-1 0 0,1 0 1 0 0,-1 0 0 0 0,0 0-1 0 0,0 0 1 0 0,0 0 0 0 0,0 0-1 0 0,0 0 1 0 0,0 0 0 0 0,0 0-1 0 0,0 0 1 0 0,0 0 0 0 0,0 0-1 0 0,0 0 1 0 0,0 0 0 0 0,0 0-1 0 0,1 0 1 0 0,-1 0 0 0 0,0 1-1 0 0,0-1 1 0 0,0 0 0 0 0,0 0-1 0 0,0 0 1 0 0,0 0 0 0 0,0 0-1 0 0,0 0 1 0 0,0 0 0 0 0,0 0-1 0 0,0 0 1 0 0,0 0 0 0 0,0 0-1 0 0,0 0 1 0 0,0 1 0 0 0,0-1-1 0 0,0 0 1 0 0,0 0 0 0 0,0 0-1 0 0,0 0 1 0 0,0 0 0 0 0,0 0-1 0 0,13-14-18 0 0,33-46-15 0 0,-17 19 27 0 0,2 2 1 0 0,2 2 0 0 0,68-61-1 0 0,-97 94-4 0 0,1 0 0 0 0,0 1 0 0 0,0 0-1 0 0,0 0 1 0 0,0 0 0 0 0,1 1 0 0 0,-1 0-1 0 0,1 0 1 0 0,-1 0 0 0 0,1 1 0 0 0,0 0-1 0 0,0 0 1 0 0,9-1 0 0 0,-12 3 19 0 0,1-1 1 0 0,-1 0-1 0 0,0 1 1 0 0,0 0-1 0 0,1 0 1 0 0,-1 0-1 0 0,0 0 1 0 0,0 0-1 0 0,0 1 1 0 0,0-1-1 0 0,0 1 1 0 0,-1 0-1 0 0,1 0 1 0 0,0 0-1 0 0,-1 0 1 0 0,1 0-1 0 0,-1 1 1 0 0,0-1-1 0 0,0 1 1 0 0,0-1-1 0 0,0 1 1 0 0,0 0-1 0 0,-1 0 1 0 0,1 0-1 0 0,1 4 1 0 0,0 2 104 0 0,1 1-1 0 0,-2-1 1 0 0,1 1 0 0 0,-1-1 0 0 0,-1 1 0 0 0,0 0 0 0 0,0 11 0 0 0,-1 8 172 0 0,-6 31-1 0 0,0 20-1434 0 0,6-79 1000 0 0,0 0 0 0 0,0 0 0 0 0,0 0 0 0 0,0 0 0 0 0,0 0 0 0 0,0 0 0 0 0,1 0 0 0 0,-1 0-1 0 0,0 0 1 0 0,0 0 0 0 0,1 0 0 0 0,-1 0 0 0 0,1 0 0 0 0,-1-1 0 0 0,1 1 0 0 0,-1 0 0 0 0,1 0 0 0 0,-1 0 0 0 0,1-1 0 0 0,0 1 0 0 0,0 0 0 0 0,-1-1 0 0 0,1 1 0 0 0,0 0 0 0 0,0-1-1 0 0,0 1 1 0 0,-1-1 0 0 0,1 0 0 0 0,0 1 0 0 0,0-1 0 0 0,0 1 0 0 0,0-1 0 0 0,0 0 0 0 0,0 0 0 0 0,0 0 0 0 0,0 0 0 0 0,0 0 0 0 0,0 0 0 0 0,0 0 0 0 0,1 0 0 0 0,2 0-824 0 0,1-1 1 0 0,-1 1 0 0 0,0-1 0 0 0,0 0-1 0 0,0-1 1 0 0,0 1 0 0 0,5-3 0 0 0,5-4-4319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175 199 520 0 0,'58'-197'17848'0'0,"-58"195"-17199"0"0,-6 26 1293 0 0,-104 276 2516 0 0,37-110-3911 0 0,64-167-722 0 0,1 2 0 0 0,1-1 0 0 0,0 1 0 0 0,2 0 0 0 0,-3 45 0 0 0,8-67-61 0 0,0 0-1 0 0,0 0 0 0 0,1 0 1 0 0,-1 0-1 0 0,1 0 0 0 0,0 0 1 0 0,0-1-1 0 0,0 1 0 0 0,0 0 1 0 0,0-1-1 0 0,0 1 0 0 0,4 4 1 0 0,14 13-5169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7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132 138 3144 0 0,'-44'-20'4403'0'0,"-42"-17"3701"0"0,86 37-8078 0 0,0 0 0 0 0,1 0 0 0 0,-1 0 0 0 0,0 0 0 0 0,0 0 0 0 0,1 0 0 0 0,-1 0 0 0 0,0-1 0 0 0,0 1 0 0 0,0 0 0 0 0,1 0 0 0 0,-1 0 0 0 0,0 0 0 0 0,0-1 0 0 0,0 1 0 0 0,1 0 0 0 0,-1 0 0 0 0,0-1 0 0 0,0 1 0 0 0,0 0 0 0 0,0 0 0 0 0,0-1 0 0 0,0 1 0 0 0,0 0 0 0 0,0 0 0 0 0,1-1 0 0 0,-1 1 0 0 0,0 0 0 0 0,0 0 0 0 0,0-1 0 0 0,0 1 0 0 0,0 0 0 0 0,0 0 0 0 0,-1-1 0 0 0,1 1 0 0 0,0 0 0 0 0,0 0 0 0 0,0-1 0 0 0,0 1 0 0 0,0 0 0 0 0,0 0 0 0 0,0-1 0 0 0,0 1 0 0 0,-1 0 0 0 0,1 0 0 0 0,0-1 0 0 0,0 1 0 0 0,0 0 0 0 0,-1 0 0 0 0,1 0 0 0 0,0 0 0 0 0,0-1 0 0 0,0 1 0 0 0,-1 0 0 0 0,1 0 0 0 0,0 0 0 0 0,0 0 0 0 0,-1 0 0 0 0,1 0 0 0 0,0 0 0 0 0,0-1 0 0 0,-1 1 0 0 0,1 0 0 0 0,0 0 0 0 0,21-7 342 0 0,207-18-1574 0 0,-195 22 673 0 0,236-22-8210 0 0,-201 16 3920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49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436 163 1220 0 0,'3'-3'903'0'0,"-1"1"1"0"0,0-1-1 0 0,0 1 1 0 0,0-1-1 0 0,0 0 0 0 0,-1 0 1 0 0,3-4-1 0 0,-3 4-473 0 0,0 0-1 0 0,0 0 1 0 0,-1-1-1 0 0,1 1 0 0 0,-1 0 1 0 0,1 0-1 0 0,-1-4 1 0 0,0 2-148 0 0,-1 0 0 0 0,0 0 0 0 0,0 1 1 0 0,0-1-1 0 0,0 0 0 0 0,-1 1 0 0 0,1-1 1 0 0,-1 1-1 0 0,0-1 0 0 0,-1 1 0 0 0,-4-7 0 0 0,4 7-236 0 0,0 1 0 0 0,0-1 0 0 0,0 1-1 0 0,0 0 1 0 0,-1 0 0 0 0,1 0 0 0 0,-1 0-1 0 0,1 0 1 0 0,-1 1 0 0 0,0 0 0 0 0,0 0-1 0 0,0 0 1 0 0,-1 0 0 0 0,1 1-1 0 0,0-1 1 0 0,-1 1 0 0 0,1 0 0 0 0,-1 0-1 0 0,1 1 1 0 0,-1-1 0 0 0,1 1 0 0 0,-1 0-1 0 0,1 1 1 0 0,-1-1 0 0 0,1 1 0 0 0,-1-1-1 0 0,1 2 1 0 0,-1-1 0 0 0,-4 2 0 0 0,-14 6 25 0 0,1 0 1 0 0,0 2-1 0 0,1 0 1 0 0,1 2-1 0 0,0 0 1 0 0,0 1-1 0 0,1 1 1 0 0,1 0-1 0 0,1 2 1 0 0,0 0-1 0 0,1 1 1 0 0,1 1-1 0 0,-22 34 1 0 0,34-47-60 0 0,0 0-1 0 0,0 0 1 0 0,0 0-1 0 0,1 1 1 0 0,0-1-1 0 0,0 1 1 0 0,0-1 0 0 0,1 1-1 0 0,0 0 1 0 0,0-1-1 0 0,1 8 1 0 0,0-11-6 0 0,0-1 0 0 0,1 1 0 0 0,-1-1-1 0 0,1 1 1 0 0,-1-1 0 0 0,1 1 0 0 0,0-1 0 0 0,0 1 0 0 0,0-1 0 0 0,0 0-1 0 0,1 1 1 0 0,-1-1 0 0 0,0 0 0 0 0,1 0 0 0 0,0 0 0 0 0,-1 0 0 0 0,1 0 0 0 0,0 0-1 0 0,0-1 1 0 0,0 1 0 0 0,0-1 0 0 0,1 1 0 0 0,-1-1 0 0 0,0 0 0 0 0,1 0-1 0 0,-1 0 1 0 0,0 0 0 0 0,1 0 0 0 0,-1 0 0 0 0,1-1 0 0 0,3 1 0 0 0,2 1 1 0 0,1-1 0 0 0,0-1 0 0 0,-1 0 1 0 0,1 0-1 0 0,-1 0 0 0 0,1-1 1 0 0,-1 0-1 0 0,1-1 0 0 0,-1 0 0 0 0,1 0 1 0 0,-1-1-1 0 0,0 0 0 0 0,0-1 0 0 0,-1 1 1 0 0,1-2-1 0 0,-1 1 0 0 0,11-9 0 0 0,5-6 52 0 0,-1-1-1 0 0,-1-1 0 0 0,31-39 0 0 0,-39 44 48 0 0,-12 15-72 0 0,4-7 77 0 0,1 1 1 0 0,1 1-1 0 0,8-9 0 0 0,-15 15-77 0 0,1 0 0 0 0,0 0 0 0 0,-1 1 0 0 0,1-1 0 0 0,-1 0 0 0 0,1 0 0 0 0,0 0 0 0 0,-1 0 0 0 0,1 0 0 0 0,-1 1 0 0 0,1-1 0 0 0,-1 0 0 0 0,1 0 0 0 0,-1 1 0 0 0,1-1-1 0 0,-1 0 1 0 0,1 1 0 0 0,-1-1 0 0 0,0 1 0 0 0,1-1 0 0 0,-1 0 0 0 0,1 1 0 0 0,-1-1 0 0 0,0 1 0 0 0,1-1 0 0 0,-1 1 0 0 0,0-1 0 0 0,0 1 0 0 0,1 0 0 0 0,-1-1 0 0 0,0 1-1 0 0,0-1 1 0 0,0 1 0 0 0,0-1 0 0 0,0 1 0 0 0,0 0 0 0 0,0-1 0 0 0,0 1 0 0 0,0-1 0 0 0,0 1 0 0 0,0-1 0 0 0,0 2 0 0 0,-6 30 728 0 0,5-27-524 0 0,-4 20 373 0 0,-2 44-1 0 0,7-62-585 0 0,0 0 0 0 0,0 0 0 0 0,1-1 0 0 0,-1 1 0 0 0,1 0 0 0 0,1-1 0 0 0,0 1 0 0 0,0-1 0 0 0,0 1 0 0 0,0-1 0 0 0,7 11 0 0 0,-7-14-57 0 0,1 0 0 0 0,0 0 0 0 0,0-1 0 0 0,0 1 0 0 0,0 0 0 0 0,0-1 0 0 0,0 0 0 0 0,1 0 0 0 0,-1 0 0 0 0,1 0 0 0 0,-1 0 0 0 0,1-1 0 0 0,0 0 0 0 0,0 0 0 0 0,0 0 0 0 0,0 0 0 0 0,-1 0-1 0 0,1-1 1 0 0,0 0 0 0 0,0 1 0 0 0,7-2 0 0 0,3 0-759 0 0,0-1 0 0 0,0 0 0 0 0,0-1 0 0 0,24-8 0 0 0,-7-1-3175 0 0,31-17 1 0 0,-53 25 2676 0 0,29-15-5326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0 452 2292 0 0,'6'5'3599'0'0,"15"11"5683"0"0,-19-15-9161 0 0,-1-1 1 0 0,0 1-1 0 0,1 0 1 0 0,-1-1-1 0 0,1 1 0 0 0,-1-1 1 0 0,1 0-1 0 0,-1 1 1 0 0,1-1-1 0 0,0 0 0 0 0,-1 0 1 0 0,1 0-1 0 0,-1 0 1 0 0,1 0-1 0 0,2-1 1 0 0,22-5-76 0 0,0-2 1 0 0,-1-1 0 0 0,0-1-1 0 0,-1-1 1 0 0,0-1 0 0 0,0-1 0 0 0,-1-1-1 0 0,-1-1 1 0 0,-1-1 0 0 0,0-1 0 0 0,30-32-1 0 0,-21 13-72 0 0,-3-2 0 0 0,0-2 0 0 0,36-75 0 0 0,-31 55-1 0 0,-30 52 26 0 0,-9 13 20 0 0,-11 13 68 0 0,-7 18 502 0 0,-41 76 0 0 0,56-92-498 0 0,2 0 1 0 0,0 1-1 0 0,1-1 1 0 0,0 2-1 0 0,-5 39 0 0 0,11-56-135 0 0,1-1 0 0 0,0 0 0 0 0,0 1 0 0 0,0-1 0 0 0,0 0 0 0 0,0 0 0 0 0,1 1 0 0 0,0-1 0 0 0,0 0-1 0 0,0 0 1 0 0,0 0 0 0 0,4 7 0 0 0,-4-9-92 0 0,1-1-1 0 0,-1 1 1 0 0,1 0 0 0 0,-1-1-1 0 0,1 1 1 0 0,0-1-1 0 0,-1 1 1 0 0,1-1 0 0 0,0 0-1 0 0,0 0 1 0 0,0 0 0 0 0,0 0-1 0 0,0 0 1 0 0,0 0 0 0 0,0-1-1 0 0,0 1 1 0 0,1-1-1 0 0,-1 1 1 0 0,0-1 0 0 0,0 0-1 0 0,1 0 1 0 0,-1 0 0 0 0,0 0-1 0 0,0 0 1 0 0,4-1-1 0 0,4-1-767 0 0,-1 0 0 0 0,1 0-1 0 0,-1-1 1 0 0,0 0-1 0 0,0-1 1 0 0,0 0-1 0 0,-1 0 1 0 0,1-1 0 0 0,10-8-1 0 0,5-5-2904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1220 0 0,'30'-39'4504'0'0,"-20"24"-2383"0"0,1 1 0 0 0,0 0 1 0 0,18-16-1 0 0,-27 28-1555 0 0,-1 4-367 0 0,0 0 0 0 0,0 0 0 0 0,0 0 0 0 0,0 0 0 0 0,0 0 0 0 0,-1 0 0 0 0,1 0 0 0 0,0 0-1 0 0,-1 0 1 0 0,0 0 0 0 0,1 0 0 0 0,-1 0 0 0 0,0 0 0 0 0,0 1 0 0 0,0-1 0 0 0,-1 0 0 0 0,0 3 0 0 0,-9 45 905 0 0,5-30-631 0 0,-50 203 1130 0 0,50-190-1272 0 0,4-31-128 0 0,4-3-214 0 0,1-1 10 0 0,-1 0 1 0 0,1 0 0 0 0,0-1 0 0 0,-1 1-1 0 0,0-1 1 0 0,0 0 0 0 0,0 0-1 0 0,0 0 1 0 0,0 0 0 0 0,3-5 0 0 0,26-44-22 0 0,-12 18-1 0 0,-4 10 16 0 0,69-101-68 0 0,-67 103 62 0 0,0 0 0 0 0,1 2 0 0 0,29-25 0 0 0,-47 43 10 0 0,1 1 1 0 0,-1 0 0 0 0,1 0 0 0 0,-1 0-1 0 0,1 0 1 0 0,0 0 0 0 0,-1 0-1 0 0,1 0 1 0 0,0 1 0 0 0,0-1 0 0 0,0 1-1 0 0,-1-1 1 0 0,1 1 0 0 0,4-1-1 0 0,-5 2 9 0 0,1-1 0 0 0,-1 0 0 0 0,0 0 0 0 0,0 1 0 0 0,0-1-1 0 0,0 0 1 0 0,1 1 0 0 0,-1-1 0 0 0,0 1 0 0 0,0 0 0 0 0,0-1-1 0 0,0 1 1 0 0,0 0 0 0 0,0 0 0 0 0,0-1 0 0 0,-1 1 0 0 0,3 2-1 0 0,-1 0 38 0 0,0 1 0 0 0,-1-1 0 0 0,1 1 0 0 0,0-1 0 0 0,-1 1 0 0 0,0 0 0 0 0,0 0 0 0 0,0-1 0 0 0,0 1 0 0 0,-1 0 0 0 0,0 0 0 0 0,1 0 0 0 0,-2 4 0 0 0,-1 18 286 0 0,-10 38 0 0 0,8-47-227 0 0,1 0 0 0 0,0 0 0 0 0,1 1 0 0 0,1-1-1 0 0,2 34 1 0 0,-1-48-104 0 0,0-1 0 0 0,1 0 0 0 0,-1 1-1 0 0,1-1 1 0 0,-1 0 0 0 0,1 0 0 0 0,0 0 0 0 0,0 1 0 0 0,0-1-1 0 0,0 0 1 0 0,1 0 0 0 0,-1 0 0 0 0,0-1 0 0 0,1 1-1 0 0,0 0 1 0 0,-1 0 0 0 0,1-1 0 0 0,0 1 0 0 0,0-1 0 0 0,0 1-1 0 0,0-1 1 0 0,0 0 0 0 0,0 0 0 0 0,0 0 0 0 0,0 0 0 0 0,0 0-1 0 0,0-1 1 0 0,1 1 0 0 0,-1 0 0 0 0,0-1 0 0 0,1 0-1 0 0,-1 1 1 0 0,0-1 0 0 0,1 0 0 0 0,-1 0 0 0 0,0-1 0 0 0,1 1-1 0 0,3-1 1 0 0,1-1-362 0 0,1 1-1 0 0,-1-1 1 0 0,0-1 0 0 0,0 1-1 0 0,0-1 1 0 0,0 0-1 0 0,0-1 1 0 0,-1 0 0 0 0,1 0-1 0 0,-1 0 1 0 0,6-6-1 0 0,-1-1-1437 0 0,-1 1-1 0 0,-1-2 1 0 0,0 1-1 0 0,0-2 0 0 0,8-14 1 0 0,-3 0-4339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0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64 2904 0 0,'-208'-61'13630'0'0,"207"60"-13645"0"0,0 1 0 0 0,1-1-1 0 0,-1 1 1 0 0,0 0 0 0 0,0 0 0 0 0,1 0-1 0 0,-1-1 1 0 0,0 1 0 0 0,0 0 0 0 0,0 0-1 0 0,1 0 1 0 0,-1 0 0 0 0,0 0-1 0 0,0 0 1 0 0,0 0 0 0 0,0 1 0 0 0,1-1-1 0 0,-1 0 1 0 0,0 0 0 0 0,0 1 0 0 0,1-1-1 0 0,-1 0 1 0 0,0 1 0 0 0,0-1 0 0 0,1 1-1 0 0,-1-1 1 0 0,0 1 0 0 0,1-1 0 0 0,-1 1-1 0 0,1-1 1 0 0,-1 1 0 0 0,1 0-1 0 0,-1-1 1 0 0,1 1 0 0 0,-1 0 0 0 0,1-1-1 0 0,0 1 1 0 0,-1 0 0 0 0,1 0 0 0 0,0-1-1 0 0,0 1 1 0 0,-1 0 0 0 0,1 0 0 0 0,0 0-1 0 0,0-1 1 0 0,0 1 0 0 0,0 0 0 0 0,0 0-1 0 0,0 0 1 0 0,0 0 0 0 0,0-1-1 0 0,0 1 1 0 0,1 0 0 0 0,-1 0 0 0 0,0 0-1 0 0,0-1 1 0 0,1 1 0 0 0,-1 0 0 0 0,1-1-1 0 0,-1 1 1 0 0,0 0 0 0 0,1 0 0 0 0,-1-1-1 0 0,2 2 1 0 0,17 15-6614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397 171 52 0 0,'16'-53'6683'0'0,"-12"40"-5446"0"0,-1-1-1 0 0,0 0 1 0 0,0-25-1 0 0,-3 38-1193 0 0,0-1-1 0 0,0 1 1 0 0,0-1-1 0 0,0 1 1 0 0,0-1-1 0 0,0 1 1 0 0,-1-1-1 0 0,1 1 1 0 0,-1 0-1 0 0,1-1 1 0 0,-1 1-1 0 0,1-1 1 0 0,-1 1-1 0 0,0 0 1 0 0,0-1-1 0 0,0 1 1 0 0,1 0-1 0 0,-1 0 1 0 0,0 0-1 0 0,-1 0 1 0 0,1 0-1 0 0,0 0 1 0 0,0 0-1 0 0,0 0 1 0 0,-1 0-1 0 0,1 0 1 0 0,0 1-1 0 0,-1-1 1 0 0,1 1-1 0 0,0-1 1 0 0,-1 1-1 0 0,1-1 1 0 0,-1 1-1 0 0,1 0 1 0 0,-1 0-1 0 0,1-1 1 0 0,-1 1-1 0 0,-1 0 1 0 0,-4 1 41 0 0,1-1-1 0 0,-1 1 1 0 0,1 0 0 0 0,-1 0-1 0 0,1 1 1 0 0,-1-1 0 0 0,-5 4 0 0 0,-8 4 102 0 0,1 0 0 0 0,1 2 0 0 0,-1 0 1 0 0,2 1-1 0 0,0 1 0 0 0,-17 15 0 0 0,4 1 69 0 0,2 1 0 0 0,-29 39-1 0 0,46-55-174 0 0,1 1 0 0 0,1 0 0 0 0,-15 32 0 0 0,20-39-55 0 0,1 0 0 0 0,0 1 1 0 0,1-1-1 0 0,0 1 0 0 0,1 0 0 0 0,-1 0 0 0 0,1 0 1 0 0,1 0-1 0 0,1 14 0 0 0,-1-20-16 0 0,0 0 1 0 0,1 0-1 0 0,0-1 0 0 0,-1 1 1 0 0,1 0-1 0 0,0 0 0 0 0,0-1 0 0 0,1 1 1 0 0,-1-1-1 0 0,0 1 0 0 0,1-1 1 0 0,0 1-1 0 0,-1-1 0 0 0,1 0 0 0 0,0 0 1 0 0,0 0-1 0 0,4 3 0 0 0,-2-2 3 0 0,0-1 0 0 0,0 0-1 0 0,0 0 1 0 0,0 0 0 0 0,0-1 0 0 0,0 1 0 0 0,0-1-1 0 0,1 0 1 0 0,-1 0 0 0 0,7 0 0 0 0,-1-1-2 0 0,0 0 0 0 0,0 0 0 0 0,0-1 0 0 0,0 0 0 0 0,0-1 0 0 0,-1 0 0 0 0,1-1 0 0 0,0 0 0 0 0,13-6 1 0 0,-8 1-14 0 0,-1-1 0 0 0,0 0 0 0 0,0-1 0 0 0,-1-1 0 0 0,0 0 0 0 0,-1-1 0 0 0,-1 0 0 0 0,15-19 0 0 0,5-13 65 0 0,32-62 0 0 0,-25 41 451 0 0,-38 63-403 0 0,-7 26 245 0 0,4-14-177 0 0,-5 13 267 0 0,-7 37 0 0 0,13-53-399 0 0,1 0-1 0 0,1 0 1 0 0,-1 1-1 0 0,1-1 1 0 0,1 0-1 0 0,-1 0 1 0 0,1 1-1 0 0,0-1 1 0 0,5 12-1 0 0,-5-16-28 0 0,0 0-1 0 0,0-1 1 0 0,0 1 0 0 0,1-1-1 0 0,-1 0 1 0 0,1 1-1 0 0,-1-1 1 0 0,1 0-1 0 0,0 0 1 0 0,0 0-1 0 0,0 0 1 0 0,0-1-1 0 0,1 1 1 0 0,-1 0-1 0 0,4 1 1 0 0,-1-1-29 0 0,0 0 1 0 0,0 0-1 0 0,0 0 1 0 0,1-1-1 0 0,-1 0 1 0 0,0 0-1 0 0,9 1 1 0 0,-1-2-516 0 0,1 0-1 0 0,-1-1 1 0 0,0-1 0 0 0,1 0 0 0 0,22-7 0 0 0,38-20-6568 0 0,-30 10-60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3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263 108 2544 0 0,'3'-8'943'0'0,"-1"0"-1"0"0,1-1 0 0 0,-2 1 1 0 0,1-1-1 0 0,-1 1 0 0 0,-1-1 1 0 0,1 0-1 0 0,-2 1 0 0 0,0-12 1 0 0,1 19-890 0 0,-1 0 0 0 0,1 1 0 0 0,0-1 1 0 0,0 1-1 0 0,0-1 0 0 0,-1 1 0 0 0,1-1 1 0 0,0 1-1 0 0,0-1 0 0 0,-1 1 0 0 0,1-1 0 0 0,0 1 1 0 0,-1 0-1 0 0,1-1 0 0 0,-1 1 0 0 0,1-1 0 0 0,-1 1 1 0 0,1 0-1 0 0,-1 0 0 0 0,1-1 0 0 0,0 1 1 0 0,-1 0-1 0 0,0 0 0 0 0,1-1 0 0 0,-1 1 0 0 0,1 0 1 0 0,-1 0-1 0 0,1 0 0 0 0,-1 0 0 0 0,1 0 0 0 0,-1 0 1 0 0,0 0-1 0 0,1 0 0 0 0,-1 0 0 0 0,1 0 1 0 0,-1 0-1 0 0,1 0 0 0 0,-2 1 0 0 0,-19 8 984 0 0,9 2-551 0 0,0 1 1 0 0,0 0-1 0 0,1 1 0 0 0,-18 27 0 0 0,-31 62 612 0 0,51-85-938 0 0,-9 15 127 0 0,2 1 0 0 0,-23 69 0 0 0,35-89-242 0 0,1 1 0 0 0,0 0 0 0 0,0 0 0 0 0,1 0-1 0 0,1 0 1 0 0,1 0 0 0 0,0 0 0 0 0,0 0 0 0 0,2 0-1 0 0,5 25 1 0 0,-6-34-68 0 0,1 0 1 0 0,0 0-1 0 0,0-1 0 0 0,0 1 1 0 0,1-1-1 0 0,-1 1 0 0 0,1-1 0 0 0,0 0 1 0 0,0 0-1 0 0,1 0 0 0 0,-1-1 1 0 0,1 1-1 0 0,0-1 0 0 0,0 0 0 0 0,0 0 1 0 0,0 0-1 0 0,1 0 0 0 0,-1-1 1 0 0,1 0-1 0 0,-1 0 0 0 0,1 0 0 0 0,0 0 1 0 0,0-1-1 0 0,0 0 0 0 0,0 0 1 0 0,0 0-1 0 0,0-1 0 0 0,0 1 0 0 0,10-2 1 0 0,-4 1-151 0 0,1-1-1 0 0,0-1 1 0 0,0 0 0 0 0,-1-1 0 0 0,1 0 0 0 0,-1 0-1 0 0,0-1 1 0 0,0-1 0 0 0,0 0 0 0 0,-1-1 0 0 0,0 0-1 0 0,10-7 1 0 0,0-4-7 0 0,0-1 0 0 0,-1-1 0 0 0,-1 0 0 0 0,-1-1 0 0 0,-1-1 0 0 0,17-30 0 0 0,1-8 115 0 0,32-79-1 0 0,-53 111 535 0 0,-22 45-171 0 0,-5 10-66 0 0,2 0 0 0 0,0 1 0 0 0,2 1 1 0 0,1-1-1 0 0,1 2 0 0 0,2-1 0 0 0,-3 34 1 0 0,9-58-214 0 0,0 0 0 0 0,0 0 1 0 0,0 0-1 0 0,1-1 0 0 0,0 1 0 0 0,0 0 1 0 0,0 0-1 0 0,1 0 0 0 0,0-1 0 0 0,0 1 1 0 0,1-1-1 0 0,4 9 0 0 0,-4-10-11 0 0,-1-1 0 0 0,1 0-1 0 0,0 0 1 0 0,-1-1 0 0 0,1 1-1 0 0,1-1 1 0 0,-1 1 0 0 0,0-1-1 0 0,1 0 1 0 0,-1 0 0 0 0,1 0-1 0 0,-1-1 1 0 0,1 1 0 0 0,0-1-1 0 0,0 0 1 0 0,0 0 0 0 0,-1 0-1 0 0,1-1 1 0 0,8 1 0 0 0,-7-1-8 0 0,1 0 1 0 0,0 0 0 0 0,-1 0 0 0 0,1-1-1 0 0,-1 0 1 0 0,1 0 0 0 0,-1-1-1 0 0,1 1 1 0 0,-1-1 0 0 0,0 0 0 0 0,0-1-1 0 0,0 1 1 0 0,0-1 0 0 0,9-6-1 0 0,-8 3-2 0 0,1 0-1 0 0,-1-1 1 0 0,0 1-1 0 0,-1-1 0 0 0,1 0 1 0 0,-1-1-1 0 0,-1 1 0 0 0,7-16 1 0 0,-3 5-8 0 0,-2 0 0 0 0,0-1 1 0 0,-1 0-1 0 0,-1-1 0 0 0,-1 1 0 0 0,-1 0 1 0 0,0-40-1 0 0,-2 50 4 0 0,-1 0 0 0 0,0 0 0 0 0,0 0 0 0 0,-1 0 0 0 0,0 0 0 0 0,-1 0 0 0 0,0 1 0 0 0,-5-10 0 0 0,7 15 6 0 0,0 1-1 0 0,-1-1 0 0 0,1 1 0 0 0,-1 0 0 0 0,0-1 1 0 0,0 1-1 0 0,0 0 0 0 0,0 0 0 0 0,0 1 0 0 0,0-1 1 0 0,0 0-1 0 0,-1 1 0 0 0,1-1 0 0 0,0 1 0 0 0,-1 0 1 0 0,0 0-1 0 0,1 0 0 0 0,-1 0 0 0 0,0 0 0 0 0,1 0 0 0 0,-1 1 1 0 0,0-1-1 0 0,0 1 0 0 0,1 0 0 0 0,-1 0 0 0 0,0 0 1 0 0,0 0-1 0 0,0 0 0 0 0,1 1 0 0 0,-4 0 0 0 0,-5 2 3 0 0,0 1-1 0 0,1 0 1 0 0,-1 1-1 0 0,1 0 1 0 0,0 0-1 0 0,0 1 0 0 0,1 0 1 0 0,0 1-1 0 0,0 0 1 0 0,0 0-1 0 0,-10 13 1 0 0,9-9 8 0 0,0 0 1 0 0,1 1 0 0 0,0 0 0 0 0,1 0 0 0 0,1 1 0 0 0,0 0-1 0 0,1 0 1 0 0,-7 20 0 0 0,11-28-7 0 0,1 0-1 0 0,0 0 1 0 0,0-1 0 0 0,0 1-1 0 0,1 0 1 0 0,0 0-1 0 0,0 0 1 0 0,0 0 0 0 0,0 0-1 0 0,1 0 1 0 0,-1 0 0 0 0,3 7-1 0 0,-1-9-14 0 0,-1-1-1 0 0,0 1 1 0 0,1 0-1 0 0,-1-1 1 0 0,1 0 0 0 0,0 1-1 0 0,0-1 1 0 0,-1 0-1 0 0,2 0 1 0 0,-1 0-1 0 0,0 0 1 0 0,0 0-1 0 0,1 0 1 0 0,-1-1 0 0 0,1 1-1 0 0,-1-1 1 0 0,1 1-1 0 0,0-1 1 0 0,0 0-1 0 0,-1 0 1 0 0,1-1-1 0 0,3 2 1 0 0,4-1-26 0 0,-1 0 1 0 0,0-1-1 0 0,0 0 1 0 0,0 0-1 0 0,0-1 1 0 0,1 0-1 0 0,-1-1 0 0 0,0 1 1 0 0,0-2-1 0 0,-1 0 1 0 0,1 0-1 0 0,12-6 0 0 0,4-3-43 0 0,-1-2 0 0 0,42-30-1 0 0,48-50-125 0 0,-20 16 94 0 0,-89 74 106 0 0,0 0 0 0 0,0 1 0 0 0,0 0 1 0 0,1 0-1 0 0,-1 0 0 0 0,1 0 1 0 0,-1 1-1 0 0,1 0 0 0 0,0 0 0 0 0,0 1 1 0 0,7-2-1 0 0,-11 3 8 0 0,0 1 0 0 0,0-1-1 0 0,0 0 1 0 0,0 0 0 0 0,0 1 0 0 0,0-1 0 0 0,0 1-1 0 0,0 0 1 0 0,0-1 0 0 0,0 1 0 0 0,0 0 0 0 0,-1 0-1 0 0,1 0 1 0 0,0 1 0 0 0,-1-1 0 0 0,1 0 0 0 0,0 1-1 0 0,-1-1 1 0 0,1 1 0 0 0,-1-1 0 0 0,0 1 0 0 0,0 0-1 0 0,0-1 1 0 0,0 1 0 0 0,0 0 0 0 0,1 2 0 0 0,2 4 10 0 0,-1 0-1 0 0,0-1 1 0 0,-1 1 0 0 0,3 14 0 0 0,-4-11 35 0 0,0 1 0 0 0,0-1 0 0 0,-1 0-1 0 0,0 1 1 0 0,-1-1 0 0 0,-1 0 0 0 0,1 1 0 0 0,-2-1 0 0 0,0 0 0 0 0,0 0-1 0 0,-1-1 1 0 0,0 1 0 0 0,-9 15 0 0 0,13-25-29 0 0,-1 0 0 0 0,0 0-1 0 0,1 0 1 0 0,-1 0 0 0 0,0 0 0 0 0,0 0 0 0 0,0 0 0 0 0,0 0-1 0 0,0 0 1 0 0,0 0 0 0 0,0 0 0 0 0,0 0 0 0 0,0-1 0 0 0,0 1-1 0 0,0-1 1 0 0,-1 1 0 0 0,1 0 0 0 0,0-1 0 0 0,0 0 0 0 0,-1 1-1 0 0,1-1 1 0 0,0 0 0 0 0,-1 0 0 0 0,1 0 0 0 0,0 0 0 0 0,-3 0-1 0 0,4-1-14 0 0,-1 0-1 0 0,1-1 0 0 0,-1 1 1 0 0,1 0-1 0 0,0-1 0 0 0,-1 1 0 0 0,1-1 1 0 0,0 1-1 0 0,0 0 0 0 0,0-1 1 0 0,0 1-1 0 0,0 0 0 0 0,1-1 0 0 0,-1 1 1 0 0,0-1-1 0 0,1 0 0 0 0,0-1 5 0 0,3-18-9 0 0,2 1 0 0 0,0 0 0 0 0,2 0 0 0 0,0 0 0 0 0,1 1 0 0 0,1 0 0 0 0,22-32 0 0 0,-21 36-5 0 0,1-1 0 0 0,1 2 1 0 0,0-1-1 0 0,0 2 0 0 0,20-16 0 0 0,-28 25 3 0 0,1-1 0 0 0,0 1 0 0 0,0 0 1 0 0,0 1-1 0 0,0 0 0 0 0,1 0 0 0 0,0 0 1 0 0,-1 1-1 0 0,1 0 0 0 0,0 0 0 0 0,0 0 1 0 0,0 1-1 0 0,0 0 0 0 0,0 1 0 0 0,1-1 1 0 0,-1 1-1 0 0,8 2 0 0 0,-11-2 30 0 0,-1 1 1 0 0,0 0-1 0 0,1 1 1 0 0,-1-1-1 0 0,0 1 1 0 0,0-1-1 0 0,0 1 1 0 0,0 0-1 0 0,0 0 0 0 0,-1 0 1 0 0,1 1-1 0 0,-1-1 1 0 0,1 1-1 0 0,-1-1 1 0 0,0 1-1 0 0,0 0 1 0 0,0 0-1 0 0,0 0 0 0 0,0 0 1 0 0,-1 0-1 0 0,0 0 1 0 0,1 0-1 0 0,-1 1 1 0 0,0-1-1 0 0,0 0 1 0 0,-1 1-1 0 0,1-1 0 0 0,-1 4 1 0 0,2 10 83 0 0,-1 1 1 0 0,-1-1-1 0 0,-1 0 1 0 0,-3 21-1 0 0,-9 27 61 0 0,9-53-353 0 0,1 1 1 0 0,0 0-1 0 0,1 0 0 0 0,1 0 1 0 0,0 0-1 0 0,0 0 0 0 0,3 16 1 0 0,-2-28 9 0 0,0 0 0 0 0,0 1 0 0 0,0-1 0 0 0,0 0 0 0 0,0 0 0 0 0,0 1 0 0 0,1-1 0 0 0,-1 0 0 0 0,1 0 1 0 0,-1 1-1 0 0,1-1 0 0 0,-1 0 0 0 0,1 0 0 0 0,0 0 0 0 0,-1 0 0 0 0,1 0 0 0 0,0 0 0 0 0,0 0 0 0 0,0 0 0 0 0,0 0 0 0 0,0 0 1 0 0,0 0-1 0 0,0-1 0 0 0,0 1 0 0 0,0 0 0 0 0,0-1 0 0 0,0 1 0 0 0,1-1 0 0 0,-1 1 0 0 0,0-1 0 0 0,0 0 0 0 0,1 1 0 0 0,-1-1 0 0 0,0 0 1 0 0,0 0-1 0 0,1 0 0 0 0,-1 0 0 0 0,0 0 0 0 0,1 0 0 0 0,1-1 0 0 0,1 0-337 0 0,0 0 0 0 0,0-1 0 0 0,-1 1 0 0 0,1-1 0 0 0,-1 0 0 0 0,1 0 0 0 0,-1 0 0 0 0,0-1 0 0 0,0 1 0 0 0,0-1 0 0 0,0 0 0 0 0,3-4 0 0 0,6-9-2077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0 329 5581 0 0,'22'-57'3441'0'0,"16"-69"0"0"0,-13 40 309 0 0,-25 85-3696 0 0,0 0-1 0 0,0 0 0 0 0,0 0 0 0 0,1 0 1 0 0,-1 0-1 0 0,0 0 0 0 0,1 0 0 0 0,-1 0 0 0 0,1 0 1 0 0,-1 0-1 0 0,1 1 0 0 0,0-1 0 0 0,-1 0 0 0 0,1 0 1 0 0,0 0-1 0 0,0 1 0 0 0,-1-1 0 0 0,1 0 0 0 0,0 1 1 0 0,0-1-1 0 0,0 1 0 0 0,0-1 0 0 0,1 0 0 0 0,-1 1-2 0 0,1 0-1 0 0,-1 0 0 0 0,0 0 1 0 0,0 1-1 0 0,0-1 0 0 0,0 0 1 0 0,0 1-1 0 0,0-1 0 0 0,0 0 0 0 0,0 1 1 0 0,0-1-1 0 0,0 1 0 0 0,0 0 1 0 0,0-1-1 0 0,-1 1 0 0 0,1 0 1 0 0,0 0-1 0 0,1 1 0 0 0,4 5 189 0 0,0 1 0 0 0,0 1 0 0 0,8 14 0 0 0,-12-21-217 0 0,174 314 1347 0 0,-176-315-1361 0 0,1 0 0 0 0,-1 0 0 0 0,1 0 0 0 0,-1 0 0 0 0,1 0 0 0 0,-1 0 0 0 0,1 0 0 0 0,0 0 0 0 0,-1 0 0 0 0,1-1 0 0 0,0 1 0 0 0,0 0 0 0 0,-1 0 0 0 0,1-1 0 0 0,0 1 0 0 0,0-1 0 0 0,0 1 0 0 0,0-1 0 0 0,0 1 0 0 0,0-1 0 0 0,0 1 0 0 0,0-1 0 0 0,0 0 0 0 0,0 0 0 0 0,0 1 0 0 0,0-1 0 0 0,0 0 1 0 0,1 0-1 0 0,-1 0 0 0 0,0 0 0 0 0,1-1 0 0 0,0 0-5 0 0,0 0 1 0 0,1 0 0 0 0,-1-1 0 0 0,0 1-1 0 0,0-1 1 0 0,-1 0 0 0 0,1 0 0 0 0,0 1-1 0 0,-1-1 1 0 0,1 0 0 0 0,-1 0 0 0 0,1-1-1 0 0,-1 1 1 0 0,1-2 0 0 0,51-112-9 0 0,-39 80-15 0 0,35-64 0 0 0,-39 84 6 0 0,1 0-1 0 0,0 0 1 0 0,19-20 0 0 0,-26 32 12 0 0,0 0-1 0 0,0 1 1 0 0,1-1-1 0 0,-1 1 0 0 0,1 0 1 0 0,0 0-1 0 0,0 0 1 0 0,0 1-1 0 0,0 0 1 0 0,0 0-1 0 0,0 0 0 0 0,1 1 1 0 0,-1-1-1 0 0,0 1 1 0 0,1 0-1 0 0,8 0 1 0 0,-5 2-2 0 0,0-1 0 0 0,0 1 0 0 0,-1 0 0 0 0,1 1 0 0 0,0 0 0 0 0,14 6 0 0 0,-2 1 10 0 0,26 16 1 0 0,-17-8-3 0 0,34 14 1 0 0,-62-30-5 0 0,0-1 0 0 0,-1 1 0 0 0,1-1 0 0 0,0 1 0 0 0,-1-1 1 0 0,1 1-1 0 0,0-1 0 0 0,-1 0 0 0 0,1 0 0 0 0,0 0 0 0 0,0 0 1 0 0,-1 0-1 0 0,1 0 0 0 0,0-1 0 0 0,-1 1 0 0 0,1-1 0 0 0,0 1 1 0 0,-1-1-1 0 0,4-1 0 0 0,-4 0-1 0 0,1 0 0 0 0,0 0 0 0 0,0 0 0 0 0,-1 0 0 0 0,0 0 0 0 0,1-1 0 0 0,-1 1 0 0 0,0 0-1 0 0,0-1 1 0 0,0 1 0 0 0,0-1 0 0 0,-1 0 0 0 0,1 1 0 0 0,-1-1 0 0 0,1 0 0 0 0,-1 1 0 0 0,0-1 0 0 0,0 0 0 0 0,-1-3 0 0 0,0 1-5 0 0,0-1 1 0 0,0 0 0 0 0,-1 1-1 0 0,0-1 1 0 0,0 1 0 0 0,-3-6-1 0 0,5 9 4 0 0,-2-3 2 0 0,-11-3-10 0 0,10 6 10 0 0,-1 1 0 0 0,0 0 0 0 0,0 1 0 0 0,0-1 0 0 0,1 0 0 0 0,-1 1-1 0 0,0 0 1 0 0,0 0 0 0 0,0 0 0 0 0,0 1 0 0 0,0-1 0 0 0,0 1 0 0 0,1 0 0 0 0,-1 0-1 0 0,0 0 1 0 0,0 1 0 0 0,1-1 0 0 0,-1 1 0 0 0,1 0 0 0 0,-6 3 0 0 0,-5 5 3 0 0,0 0 0 0 0,0 0 0 0 0,-16 18 0 0 0,11-10 4 0 0,2 0 0 0 0,0 2-1 0 0,2 0 1 0 0,0 1 0 0 0,-18 33-1 0 0,27-42 5 0 0,1 0 1 0 0,0 0-1 0 0,0 0 0 0 0,1 1 0 0 0,0 0 0 0 0,1 0 0 0 0,1 0 0 0 0,0 0 0 0 0,1 0 0 0 0,1 0 0 0 0,-1 0 0 0 0,4 18 0 0 0,-3-27-3 0 0,1 0-1 0 0,0 0 0 0 0,0 0 1 0 0,0 0-1 0 0,1 0 1 0 0,0 0-1 0 0,-1 0 0 0 0,1 0 1 0 0,1-1-1 0 0,-1 1 0 0 0,0-1 1 0 0,1 0-1 0 0,0 0 1 0 0,0 1-1 0 0,0-2 0 0 0,5 5 1 0 0,-3-3-80 0 0,1-1 1 0 0,0 0 0 0 0,0 0 0 0 0,0 0 0 0 0,0-1 0 0 0,1 1-1 0 0,-1-2 1 0 0,1 1 0 0 0,10 1 0 0 0,-4-2-313 0 0,1 0 1 0 0,-1-1-1 0 0,1-1 1 0 0,-1 0-1 0 0,1 0 1 0 0,-1-2-1 0 0,0 0 1 0 0,0 0-1 0 0,22-9 1 0 0,-19 4-28 0 0,0-1 1 0 0,-1 0 0 0 0,-1-1 0 0 0,1-1 0 0 0,-2 0 0 0 0,1-1-1 0 0,-2 0 1 0 0,1-1 0 0 0,-2-1 0 0 0,0 0 0 0 0,11-17 0 0 0,-4 1 653 0 0,-2-1 1 0 0,-1 0 0 0 0,-1-1-1 0 0,16-58 1 0 0,-10 15 2287 0 0,-20 74-2509 0 0,1 1-1 0 0,-1-1 0 0 0,0 1 0 0 0,0-1 0 0 0,1 1 0 0 0,-1-1 0 0 0,0 1 0 0 0,1-1 0 0 0,-1 1 0 0 0,0-1 0 0 0,1 1 1 0 0,-1-1-1 0 0,1 1 0 0 0,-1-1 0 0 0,1 1 0 0 0,-1 0 0 0 0,1-1 0 0 0,-1 1 0 0 0,1 0 0 0 0,-1-1 0 0 0,1 1 1 0 0,-1 0-1 0 0,1 0 0 0 0,0 0 0 0 0,-1 0 0 0 0,1-1 0 0 0,0 1 0 0 0,0 0-4 0 0,1 1-1 0 0,-1-1 1 0 0,0 0 0 0 0,1 1-1 0 0,-1-1 1 0 0,0 1 0 0 0,0-1 0 0 0,1 1-1 0 0,-1-1 1 0 0,0 1 0 0 0,0 0-1 0 0,1 0 1 0 0,3 3 72 0 0,-1 0 1 0 0,0 0-1 0 0,0 1 0 0 0,6 7 1 0 0,-4-3 43 0 0,0 1 1 0 0,-1 0 0 0 0,0 0-1 0 0,0 0 1 0 0,-2 1 0 0 0,1-1 0 0 0,-1 1-1 0 0,0 0 1 0 0,-1 0 0 0 0,-1 0-1 0 0,0 0 1 0 0,0 0 0 0 0,-1 0 0 0 0,-2 21-1 0 0,0-18-25 0 0,-1-1 1 0 0,0 1-1 0 0,-1-1 0 0 0,-1 0 0 0 0,0 0 0 0 0,-1 0 0 0 0,0-1 1 0 0,0 0-1 0 0,-2 0 0 0 0,1-1 0 0 0,-17 18 0 0 0,12-15 80 0 0,16-21-63 0 0,22-23-100 0 0,352-297-263 0 0,-353 308 230 0 0,-16 13 7 0 0,0-1 0 0 0,0 0 0 0 0,-1 0 0 0 0,10-11 0 0 0,-42 26 0 0 0,1 9 42 0 0,1 1 1 0 0,1 1-1 0 0,0 1 0 0 0,2 1 0 0 0,0 1 0 0 0,1 0 0 0 0,2 1 1 0 0,-25 46-1 0 0,38-64-27 0 0,1 0 0 0 0,-1 0 0 0 0,1 0 0 0 0,1 0 0 0 0,-1 1 0 0 0,1-1 0 0 0,0 1 0 0 0,0-1 0 0 0,0 1 0 0 0,1-1 0 0 0,0 1 0 0 0,0-1 0 0 0,1 9 0 0 0,1-11-15 0 0,-1 1 1 0 0,0 0-1 0 0,1 0 0 0 0,-1-1 0 0 0,1 1 0 0 0,0-1 1 0 0,0 0-1 0 0,1 1 0 0 0,-1-1 0 0 0,1 0 1 0 0,-1 0-1 0 0,1 0 0 0 0,0-1 0 0 0,0 1 0 0 0,1-1 1 0 0,-1 0-1 0 0,0 1 0 0 0,1-1 0 0 0,4 2 1 0 0,12 5-773 0 0,1-1 0 0 0,0 0-1 0 0,0-1 1 0 0,26 4 0 0 0,45 1-7117 0 0,-45-9 1367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4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91 2676 0 0,'-6'-8'1253'0'0,"-1"1"0"0"0,0 0 0 0 0,-1 0 0 0 0,1 1 0 0 0,-17-11 0 0 0,14 11-595 0 0,1 1 0 0 0,-1 0 1 0 0,0 1-1 0 0,0 0 0 0 0,-17-4 1 0 0,20 6-541 0 0,0 0 1 0 0,0 1-1 0 0,0 0 1 0 0,0 1-1 0 0,0-1 1 0 0,0 2-1 0 0,0-1 1 0 0,0 1-1 0 0,0-1 1 0 0,0 2 0 0 0,0-1-1 0 0,0 1 1 0 0,0 0-1 0 0,0 1 1 0 0,1 0-1 0 0,-1 0 1 0 0,1 0-1 0 0,0 1 1 0 0,0-1-1 0 0,-9 9 1 0 0,12-9-89 0 0,0-1-1 0 0,0 1 1 0 0,1 0 0 0 0,-1 1-1 0 0,1-1 1 0 0,0 0 0 0 0,0 1-1 0 0,0-1 1 0 0,0 1 0 0 0,0 0-1 0 0,1 0 1 0 0,0-1 0 0 0,0 1-1 0 0,-1 8 1 0 0,1-6 14 0 0,1 1 0 0 0,0-1 0 0 0,1 0-1 0 0,0 0 1 0 0,0 1 0 0 0,0-1 0 0 0,1 0 0 0 0,3 10 0 0 0,5 5 124 0 0,1 0 1 0 0,0-1 0 0 0,1-1 0 0 0,17 20 0 0 0,-25-33-107 0 0,107 128 937 0 0,-109-133-945 0 0,-1 0 1 0 0,0 0-1 0 0,0 1 0 0 0,0-1 1 0 0,-1 1-1 0 0,1-1 0 0 0,0 1 1 0 0,0-1-1 0 0,-1 1 1 0 0,1-1-1 0 0,-1 1 0 0 0,1-1 1 0 0,-1 1-1 0 0,0 0 0 0 0,0-1 1 0 0,0 1-1 0 0,0 0 1 0 0,0-1-1 0 0,0 1 0 0 0,0 0 1 0 0,0-1-1 0 0,-1 1 1 0 0,1-1-1 0 0,-1 1 0 0 0,1 0 1 0 0,-1-1-1 0 0,1 1 0 0 0,-1-1 1 0 0,0 1-1 0 0,0-1 1 0 0,0 0-1 0 0,0 1 0 0 0,0-1 1 0 0,0 0-1 0 0,0 0 0 0 0,0 0 1 0 0,0 1-1 0 0,-1-1 1 0 0,1-1-1 0 0,-1 1 0 0 0,1 0 1 0 0,0 0-1 0 0,-1 0 1 0 0,-1 0-1 0 0,-6 3 20 0 0,-1 1-1 0 0,0-2 1 0 0,0 0-1 0 0,0 0 1 0 0,-18 2 0 0 0,3-1 61 0 0,-49 0 0 0 0,62-4-300 0 0,0-1 1 0 0,0-1 0 0 0,0 1 0 0 0,1-2 0 0 0,-1 0 0 0 0,-14-5 0 0 0,24 7-6 0 0,0 1 1 0 0,1-1-1 0 0,-1 0 1 0 0,1 0 0 0 0,-1 0-1 0 0,1 0 1 0 0,-1 0-1 0 0,1 0 1 0 0,0 0-1 0 0,0 0 1 0 0,-1 0-1 0 0,1 0 1 0 0,0-1-1 0 0,0 1 1 0 0,0-1-1 0 0,0 1 1 0 0,0-1-1 0 0,1 1 1 0 0,-1-1-1 0 0,0 1 1 0 0,1-1-1 0 0,-1-1 1 0 0,1 0-444 0 0,-1 0 0 0 0,1 1 1 0 0,1-1-1 0 0,-1 1 1 0 0,0-1-1 0 0,1 0 0 0 0,-1 1 1 0 0,1-1-1 0 0,0 1 0 0 0,0-1 1 0 0,0 1-1 0 0,0 0 0 0 0,3-5 1 0 0,7-10-5897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128 552 2068 0 0,'3'-1'824'0'0,"0"1"-319"0"0,-1-1-1 0 0,1 0 1 0 0,-1 1-1 0 0,1 0 1 0 0,0-1 0 0 0,-1 1-1 0 0,1 0 1 0 0,-1 1-1 0 0,1-1 1 0 0,0 0 0 0 0,-1 1-1 0 0,1-1 1 0 0,-1 1-1 0 0,1 0 1 0 0,-1 0 0 0 0,0 0-1 0 0,1 0 1 0 0,-1 0-1 0 0,0 0 1 0 0,0 1 0 0 0,3 2-1 0 0,-3-3-259 0 0,-1 1 0 0 0,0 0-1 0 0,1-1 1 0 0,-1 1 0 0 0,0 0 0 0 0,0 0-1 0 0,0 0 1 0 0,-1 0 0 0 0,1 0 0 0 0,0 3-1 0 0,0-3-146 0 0,-1 0 0 0 0,1-1-1 0 0,-1 1 1 0 0,1 0-1 0 0,0 0 1 0 0,0 0-1 0 0,0-1 1 0 0,0 1-1 0 0,0-1 1 0 0,0 1 0 0 0,0-1-1 0 0,0 1 1 0 0,1-1-1 0 0,-1 1 1 0 0,1-1-1 0 0,-1 0 1 0 0,1 0-1 0 0,1 1 1 0 0,2 1-2 0 0,-1-1 0 0 0,1 0 0 0 0,-1 0 0 0 0,1 0 0 0 0,0-1 0 0 0,0 1 0 0 0,0-1 0 0 0,0-1 0 0 0,0 1 0 0 0,9 0-1 0 0,-10-2-80 0 0,-1 0 0 0 0,1 0 0 0 0,-1 0 0 0 0,0 0 0 0 0,1 0-1 0 0,-1-1 1 0 0,0 1 0 0 0,0-1 0 0 0,0 0 0 0 0,0 0-1 0 0,0 0 1 0 0,0 0 0 0 0,-1 0 0 0 0,1-1 0 0 0,-1 1 0 0 0,0-1-1 0 0,4-5 1 0 0,-1 2-9 0 0,-1-1 0 0 0,0 0 0 0 0,0 0-1 0 0,0 0 1 0 0,-1-1 0 0 0,0 1 0 0 0,-1-1-1 0 0,1 1 1 0 0,-1-1 0 0 0,-1 0 0 0 0,0 0 0 0 0,0 0-1 0 0,0 0 1 0 0,-1 0 0 0 0,-1-10 0 0 0,1 16-4 0 0,-1 1 1 0 0,1 0-1 0 0,0-1 1 0 0,-1 1-1 0 0,1 0 1 0 0,-1-1-1 0 0,1 1 1 0 0,-1 0 0 0 0,1-1-1 0 0,-1 1 1 0 0,0 0-1 0 0,0 0 1 0 0,0 0-1 0 0,0 0 1 0 0,0 0-1 0 0,0 0 1 0 0,0 0-1 0 0,0 0 1 0 0,0 0-1 0 0,0 0 1 0 0,-2 0-1 0 0,1 0 0 0 0,-1 0 0 0 0,1 0 0 0 0,-1 1 0 0 0,1-1-1 0 0,-1 1 1 0 0,1 0 0 0 0,-1 0 0 0 0,1 0 0 0 0,-1 0 0 0 0,1 0-1 0 0,-4 1 1 0 0,-5 1 15 0 0,0 1 0 0 0,0 1 0 0 0,0 0 0 0 0,-12 6 0 0 0,2 1 49 0 0,1 0 0 0 0,1 1 1 0 0,0 1-1 0 0,0 1 0 0 0,1 1 0 0 0,-18 19 1 0 0,23-20-30 0 0,1-1 0 0 0,0 1 1 0 0,2 1-1 0 0,-1 0 0 0 0,2 1 1 0 0,0 0-1 0 0,1 0 1 0 0,-8 23-1 0 0,14-33-21 0 0,1-1 0 0 0,-1 1 0 0 0,1-1 0 0 0,0 1 0 0 0,1-1 0 0 0,-1 1 0 0 0,1-1 1 0 0,0 1-1 0 0,1-1 0 0 0,-1 1 0 0 0,1-1 0 0 0,3 9 0 0 0,-3-10-6 0 0,1-1 0 0 0,-1 1 1 0 0,1-1-1 0 0,0 1 0 0 0,0-1 1 0 0,0 0-1 0 0,1 0 0 0 0,-1 0 0 0 0,1 0 1 0 0,0-1-1 0 0,-1 1 0 0 0,1 0 0 0 0,1-1 1 0 0,-1 0-1 0 0,0 0 0 0 0,0 0 0 0 0,1 0 1 0 0,6 2-1 0 0,1-1-100 0 0,1 0 1 0 0,0 0-1 0 0,-1-1 0 0 0,1-1 1 0 0,0 0-1 0 0,0-1 0 0 0,0 0 1 0 0,0 0-1 0 0,0-2 0 0 0,0 1 1 0 0,0-2-1 0 0,-1 1 0 0 0,22-9 1 0 0,-3 0-554 0 0,-1-2 1 0 0,0-1-1 0 0,52-36 1 0 0,-25 10-409 0 0,-1-3-1 0 0,89-92 1 0 0,74-118-143 0 0,-163 181 1497 0 0,68-115 0 0 0,-120 182-126 0 0,0 0 0 0 0,-1 0 0 0 0,0-1 0 0 0,4-10-1 0 0,-6 14 260 0 0,-6 6-132 0 0,1-1 0 0 0,-1 1 0 0 0,1 0 0 0 0,0 1 0 0 0,0-1 0 0 0,1 1 0 0 0,-1 0 0 0 0,1 0 0 0 0,-4 7 0 0 0,-32 58 1124 0 0,26-45-815 0 0,-2 4-54 0 0,-103 194 2886 0 0,92-166-2906 0 0,3 0 1 0 0,-17 65-1 0 0,38-114-500 0 0,1-1-1 0 0,1 1 0 0 0,0 0 1 0 0,0 0-1 0 0,0 0 0 0 0,1 0 0 0 0,0 0 1 0 0,1 0-1 0 0,1 10 0 0 0,-1-16-69 0 0,-1 1-1 0 0,1 0 0 0 0,0 0 0 0 0,1 0 1 0 0,-1-1-1 0 0,0 1 0 0 0,1 0 1 0 0,-1-1-1 0 0,1 0 0 0 0,0 1 0 0 0,0-1 1 0 0,0 0-1 0 0,0 0 0 0 0,0 0 0 0 0,1 0 1 0 0,-1 0-1 0 0,0 0 0 0 0,1-1 1 0 0,0 1-1 0 0,-1-1 0 0 0,1 0 0 0 0,0 0 1 0 0,-1 0-1 0 0,1 0 0 0 0,0 0 0 0 0,0 0 1 0 0,5 0-1 0 0,2-1-548 0 0,0 1 1 0 0,0-1-1 0 0,1 0 0 0 0,-1-1 0 0 0,0-1 1 0 0,0 1-1 0 0,0-1 0 0 0,0-1 1 0 0,0 0-1 0 0,10-5 0 0 0,-8 3-1336 0 0,-1-1 0 0 0,0 0-1 0 0,0 0 1 0 0,15-13 0 0 0,-4-1-4993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5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80 3068 0 0,'-97'-44'13460'0'0,"97"44"-13407"0"0,-1 0 1 0 0,1 0-1 0 0,0 0 1 0 0,-1 0-1 0 0,1 0 1 0 0,0 0-1 0 0,-1 0 1 0 0,1 0 0 0 0,0 0-1 0 0,0 0 1 0 0,-1 0-1 0 0,1-1 1 0 0,0 1-1 0 0,-1 0 1 0 0,1 0-1 0 0,0 0 1 0 0,0-1 0 0 0,-1 1-1 0 0,1 0 1 0 0,0 0-1 0 0,0 0 1 0 0,0-1-1 0 0,-1 1 1 0 0,1 0 0 0 0,0-1-1 0 0,0 1 1 0 0,0 0-1 0 0,0 0 1 0 0,-1-1-1 0 0,1 1 1 0 0,0 0-1 0 0,0-1 1 0 0,0 1 0 0 0,0 0-1 0 0,0-1 1 0 0,11-5 454 0 0,20 1-314 0 0,99-1-609 0 0,-58 4-2280 0 0,0-2-4025 0 0,-39-1-204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6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489 142 1536 0 0,'40'-77'18006'0'0,"-39"75"-17926"0"0,0 1-1 0 0,-1 0 0 0 0,1 0 0 0 0,-1-1 0 0 0,0 1 0 0 0,1 0 0 0 0,-1-1 0 0 0,0 1 0 0 0,0-1 0 0 0,0 1 0 0 0,0 0 0 0 0,0-1 0 0 0,0 1 1 0 0,0-1-1 0 0,-1 1 0 0 0,1 0 0 0 0,0-1 0 0 0,-1 1 0 0 0,1 0 0 0 0,-1 0 0 0 0,0-1 0 0 0,1 1 0 0 0,-1 0 0 0 0,0 0 0 0 0,0 0 0 0 0,1-1 1 0 0,-1 1-1 0 0,0 0 0 0 0,0 0 0 0 0,0 1 0 0 0,-2-3 0 0 0,0 1-44 0 0,-1-1 0 0 0,0 1 0 0 0,1 0 1 0 0,-1 0-1 0 0,0 0 0 0 0,0 1 0 0 0,0-1 0 0 0,-5 0 0 0 0,-4 0-14 0 0,0 0 0 0 0,0 1 0 0 0,1 1 0 0 0,-1 0 0 0 0,0 1 0 0 0,0 1 0 0 0,-17 3-1 0 0,-86 28 43 0 0,73-18-2 0 0,1 3 1 0 0,-66 37-1 0 0,103-52-44 0 0,-1 2-1 0 0,1-1 1 0 0,-1 1-1 0 0,-7 9 1 0 0,4-6 72 0 0,9-7-61 0 0,-1 0-1 0 0,1-1 1 0 0,-1 1-1 0 0,1-1 1 0 0,-1 1-1 0 0,1 0 0 0 0,-1 0 1 0 0,1-1-1 0 0,-1 1 1 0 0,1 0-1 0 0,0 0 0 0 0,0-1 1 0 0,-1 1-1 0 0,1 0 1 0 0,0 0-1 0 0,0 0 0 0 0,0 0 1 0 0,0-1-1 0 0,0 1 1 0 0,0 0-1 0 0,0 0 0 0 0,0 0 1 0 0,0 0-1 0 0,1 1 1 0 0,0 0 44 0 0,0 0-1 0 0,0 0 1 0 0,0 0 0 0 0,0 0 0 0 0,0 0 0 0 0,1-1 0 0 0,-1 1 0 0 0,1 0 0 0 0,1 1 0 0 0,4 3 156 0 0,0-1 0 0 0,0 0 0 0 0,12 7 0 0 0,25 10 96 0 0,-2 3-1 0 0,50 37 1 0 0,-79-52-234 0 0,-1 1 0 0 0,0 1 0 0 0,0 0 0 0 0,-1 0 1 0 0,-1 1-1 0 0,0 0 0 0 0,0 1 0 0 0,-2 0 0 0 0,0 0 0 0 0,10 25 1 0 0,-13-26 262 0 0,0 0 0 0 0,-2 0 0 0 0,1 1 1 0 0,-2-1-1 0 0,1 1 0 0 0,-2 0 0 0 0,0 22 1 0 0,-1-31-242 0 0,-1 0 0 0 0,1 0 0 0 0,-1 0-1 0 0,0 0 1 0 0,-1 0 0 0 0,1 0 0 0 0,-1-1 0 0 0,0 1 0 0 0,0 0 0 0 0,-1-1 0 0 0,1 1 0 0 0,-1-1 0 0 0,0 0 0 0 0,0 0 0 0 0,0 0 0 0 0,-1 0-1 0 0,0-1 1 0 0,1 1 0 0 0,-1-1 0 0 0,0 0 0 0 0,-1 0 0 0 0,1 0 0 0 0,-9 3 0 0 0,1 0-533 0 0,-1-1 0 0 0,0-1 0 0 0,0 0 0 0 0,0 0 0 0 0,-1-2 1 0 0,1 1-1 0 0,-1-2 0 0 0,0 0 0 0 0,-26-2 0 0 0,30 1 60 0 0,0-2 1 0 0,0 1-1 0 0,1-2 1 0 0,-1 1-1 0 0,1-1 0 0 0,-1-1 1 0 0,1 1-1 0 0,0-2 0 0 0,0 1 1 0 0,1-1-1 0 0,-1-1 1 0 0,1 1-1 0 0,0-1 0 0 0,-7-8 1 0 0,9 4-4152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7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40 2176 0 0,'8'-25'9458'0'0,"-5"10"-3531"0"0,-5 23-5447 0 0,-5 11 463 0 0,0-1-1 0 0,-2 1 1 0 0,0-2 0 0 0,-19 29 0 0 0,-2 3-325 0 0,17-26-531 0 0,-7 12 226 0 0,-7 21-286 0 0,22-45-815 0 0,0 1-1 0 0,1 0 1 0 0,0 0 0 0 0,1 0-1 0 0,-2 25 1 0 0,7-12-3052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7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256 129 1608 0 0,'10'-9'1364'0'0,"-1"0"0"0"0,-1-1 0 0 0,0 0 0 0 0,0 0 0 0 0,-1-1 0 0 0,0 0-1 0 0,-1-1 1 0 0,6-14 0 0 0,-11 25-1310 0 0,-1 1-1 0 0,0-1 0 0 0,0 1 1 0 0,1-1-1 0 0,-1 1 1 0 0,0-1-1 0 0,0 1 0 0 0,0-1 1 0 0,0 1-1 0 0,0-1 1 0 0,0 0-1 0 0,0 1 0 0 0,0-1 1 0 0,0 1-1 0 0,0-1 0 0 0,0 1 1 0 0,0-1-1 0 0,0 0 1 0 0,0 1-1 0 0,0-1 0 0 0,-1 1 1 0 0,1-1-1 0 0,0 1 1 0 0,0-1-1 0 0,-1 1 0 0 0,1-1 1 0 0,0 1-1 0 0,-1-1 1 0 0,1 1-1 0 0,-1 0 0 0 0,1-1 1 0 0,0 1-1 0 0,-2-1 0 0 0,1 0 14 0 0,-1 1 0 0 0,0-1 0 0 0,0 1-1 0 0,1 0 1 0 0,-1 0 0 0 0,0-1-1 0 0,1 1 1 0 0,-1 0 0 0 0,0 1-1 0 0,0-1 1 0 0,-2 0 0 0 0,-4 2 92 0 0,0 0 0 0 0,0 0-1 0 0,-14 7 1 0 0,7-1-42 0 0,1 0 0 0 0,1 1 0 0 0,-1 1 0 0 0,1 0 0 0 0,-20 21 0 0 0,29-26-97 0 0,0-1 1 0 0,1 1 0 0 0,-1 0 0 0 0,1 0 0 0 0,0 0-1 0 0,0 1 1 0 0,1-1 0 0 0,-3 9 0 0 0,4-10-8 0 0,0-1 0 0 0,0 1 1 0 0,1-1-1 0 0,0 1 1 0 0,0-1-1 0 0,0 1 0 0 0,0 0 1 0 0,0-1-1 0 0,1 1 1 0 0,-1-1-1 0 0,1 1 0 0 0,0-1 1 0 0,0 1-1 0 0,1-1 1 0 0,1 4-1 0 0,3 2 48 0 0,0 0 1 0 0,0-1-1 0 0,1 0 1 0 0,1 0-1 0 0,-1-1 0 0 0,1 0 1 0 0,0 0-1 0 0,1-1 1 0 0,14 9-1 0 0,-10-6 371 0 0,1 1 0 0 0,14 13 0 0 0,-27-22-375 0 0,-1 0-1 0 0,1 0 0 0 0,0-1 1 0 0,-1 1-1 0 0,1 0 0 0 0,-1 0 1 0 0,1 0-1 0 0,-1 0 1 0 0,1 0-1 0 0,-1 0 0 0 0,0 0 1 0 0,0 0-1 0 0,1 0 0 0 0,-1 0 1 0 0,0 0-1 0 0,0 0 0 0 0,0 0 1 0 0,0 0-1 0 0,0 0 1 0 0,0 0-1 0 0,0 1 0 0 0,0-1 1 0 0,-1 0-1 0 0,1 0 0 0 0,0 0 1 0 0,-1 0-1 0 0,1 0 1 0 0,-1 0-1 0 0,1-1 0 0 0,-1 1 1 0 0,1 0-1 0 0,-1 0 0 0 0,0 0 1 0 0,1 0-1 0 0,-1 0 1 0 0,0-1-1 0 0,0 1 0 0 0,1 0 1 0 0,-1-1-1 0 0,-2 2 0 0 0,-2 2 61 0 0,0 0 0 0 0,-1-1 0 0 0,1 1 0 0 0,-11 4 0 0 0,6-4-287 0 0,0-1-1 0 0,0 1 0 0 0,0-2 1 0 0,-1 1-1 0 0,1-2 0 0 0,-1 1 0 0 0,1-1 1 0 0,-1-1-1 0 0,1 0 0 0 0,-14-1 1 0 0,15-1-1238 0 0,0 0 0 0 0,-1 0 0 0 0,1-1 0 0 0,0 0 0 0 0,0 0 0 0 0,1-1 0 0 0,-11-5 0 0 0,-3-5-6090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7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20 113 2724 0 0,'-4'-14'5155'0'0,"1"0"1"0"0,-2-22-1 0 0,0-2-1152 0 0,5 37-3921 0 0,-2-8-541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8:58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57 1556 0 0,'5'-9'8592'0'0,"-5"7"-8304"0"0,-1 1-1 0 0,1-1 1 0 0,-1 0 0 0 0,1 1-1 0 0,-1-1 1 0 0,1 0-1 0 0,-1 1 1 0 0,0-1-1 0 0,0 1 1 0 0,0-1 0 0 0,0 1-1 0 0,0-1 1 0 0,0 1-1 0 0,0-1 1 0 0,0 1-1 0 0,-1 0 1 0 0,1 0 0 0 0,-1 0-1 0 0,1 0 1 0 0,0 0-1 0 0,-1 0 1 0 0,0 0-1 0 0,-2-1 1 0 0,-2-1 12 0 0,-1 1 0 0 0,1-1-1 0 0,-1 1 1 0 0,-11-1 0 0 0,14 2-264 0 0,-1 1 0 0 0,1 0 0 0 0,-1 0 1 0 0,1 1-1 0 0,-1-1 0 0 0,1 1 0 0 0,-1 0 0 0 0,1 1 0 0 0,0-1 0 0 0,-1 1 0 0 0,1-1 1 0 0,0 1-1 0 0,-4 3 0 0 0,-5 3 17 0 0,1 0-1 0 0,-16 14 1 0 0,4 0 0 0 0,1 0-1 0 0,2 2 1 0 0,0 1-1 0 0,1 1 1 0 0,2 0-1 0 0,0 2 1 0 0,2 0-1 0 0,1 0 1 0 0,2 2 0 0 0,-11 31-1 0 0,21-51-42 0 0,0-1 1 0 0,1 1-1 0 0,0 0 0 0 0,0 0 1 0 0,1-1-1 0 0,0 1 0 0 0,1 0 0 0 0,0 0 1 0 0,1 0-1 0 0,2 13 0 0 0,-2-19-38 0 0,0 1 1 0 0,1-1-1 0 0,-1 0 0 0 0,1 0 0 0 0,0 0 1 0 0,0 0-1 0 0,0 0 0 0 0,1 0 0 0 0,-1 0 0 0 0,1-1 1 0 0,0 1-1 0 0,0-1 0 0 0,0 0 0 0 0,1 0 1 0 0,-1 0-1 0 0,1 0 0 0 0,-1-1 0 0 0,1 0 0 0 0,0 1 1 0 0,0-1-1 0 0,0 0 0 0 0,0-1 0 0 0,1 1 1 0 0,6 1-1 0 0,6 0-358 0 0,0 0 0 0 0,-1-2 0 0 0,1 0-1 0 0,0 0 1 0 0,0-2 0 0 0,0 0 0 0 0,30-6 0 0 0,-6-2-1453 0 0,77-29-1 0 0,83-54-5378 0 0,-198 91 7036 0 0,33-16-2456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0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145 720 3400 0 0,'9'-7'662'0'0,"0"-1"0"0"0,0 0-1 0 0,-1 0 1 0 0,0 0 0 0 0,-1-1 0 0 0,1 0-1 0 0,-2-1 1 0 0,1 0 0 0 0,-1 0-1 0 0,-1 0 1 0 0,0 0 0 0 0,7-21-1 0 0,-12 30-587 0 0,1 0 0 0 0,0 0-1 0 0,-1-1 1 0 0,0 1-1 0 0,1 0 1 0 0,-1 0 0 0 0,1 0-1 0 0,-1 0 1 0 0,0-1-1 0 0,0 1 1 0 0,0 0 0 0 0,0 0-1 0 0,0-1 1 0 0,0 1 0 0 0,0 0-1 0 0,0 0 1 0 0,0-1-1 0 0,-1 1 1 0 0,1 0 0 0 0,0 0-1 0 0,-1 0 1 0 0,1 0-1 0 0,-1-1 1 0 0,1 1 0 0 0,-1 0-1 0 0,0 0 1 0 0,1 0-1 0 0,-1 0 1 0 0,0 0 0 0 0,0 0-1 0 0,0 1 1 0 0,0-1-1 0 0,0 0 1 0 0,0 0 0 0 0,0 1-1 0 0,-2-2 1 0 0,1 1 12 0 0,0 0 0 0 0,0 1 0 0 0,-1-1 1 0 0,1 1-1 0 0,0-1 0 0 0,-1 1 0 0 0,1 0 0 0 0,0 0 0 0 0,-1 0 1 0 0,1 0-1 0 0,-1 1 0 0 0,1-1 0 0 0,0 0 0 0 0,-1 1 0 0 0,1 0 0 0 0,0 0 1 0 0,-3 1-1 0 0,-8 5 143 0 0,0 1 1 0 0,0 0-1 0 0,2 1 1 0 0,-1 1 0 0 0,1-1-1 0 0,-17 20 1 0 0,13-10-99 0 0,0 0 0 0 0,1 1 0 0 0,-15 29 0 0 0,27-45-114 0 0,0 0 0 0 0,0 0 0 0 0,0 0 0 0 0,1 0 0 0 0,0 1 0 0 0,0-1 0 0 0,0 0 0 0 0,0 1 0 0 0,0 8 0 0 0,1-12-11 0 0,0 1 1 0 0,1 0-1 0 0,-1 0 1 0 0,0 0-1 0 0,1 0 1 0 0,-1-1-1 0 0,1 1 1 0 0,-1 0 0 0 0,1 0-1 0 0,0-1 1 0 0,0 1-1 0 0,0 0 1 0 0,0-1-1 0 0,0 1 1 0 0,0-1 0 0 0,0 1-1 0 0,1-1 1 0 0,-1 0-1 0 0,1 0 1 0 0,-1 1-1 0 0,1-1 1 0 0,-1 0 0 0 0,4 1-1 0 0,-1-1-2 0 0,-1 0 0 0 0,1 0 0 0 0,-1-1 0 0 0,1 0 0 0 0,0 1 0 0 0,-1-1 1 0 0,1-1-1 0 0,0 1 0 0 0,-1 0 0 0 0,1-1 0 0 0,0 0 0 0 0,3-1 0 0 0,-3 1 7 0 0,7-2-17 0 0,0-1 1 0 0,0-1-1 0 0,0 1 0 0 0,-1-2 1 0 0,0 1-1 0 0,0-1 1 0 0,0-1-1 0 0,0 0 0 0 0,-1 0 1 0 0,0-1-1 0 0,-1 0 0 0 0,0-1 1 0 0,0 1-1 0 0,7-12 0 0 0,-5 5 81 0 0,0 0-1 0 0,-1-1 1 0 0,-1 0-1 0 0,0 0 0 0 0,-2-1 1 0 0,1 1-1 0 0,-2-2 0 0 0,5-26 1 0 0,-11 32 84 0 0,-6 15-2 0 0,-6 15-23 0 0,5 0-10 0 0,0 1 1 0 0,2 0-1 0 0,0 0 0 0 0,2 0 0 0 0,0 1 0 0 0,1-1 0 0 0,0 1 0 0 0,2 0 0 0 0,1 0 0 0 0,0 0 0 0 0,1 0 0 0 0,5 20 0 0 0,-6-37-114 0 0,1 1 1 0 0,0-1-1 0 0,0 0 1 0 0,0 1-1 0 0,0-1 1 0 0,1 0-1 0 0,0 0 1 0 0,-1 0-1 0 0,1 0 1 0 0,0 0-1 0 0,0 0 1 0 0,1 0-1 0 0,-1 0 0 0 0,1-1 1 0 0,-1 1-1 0 0,1-1 1 0 0,4 3-1 0 0,-3-3 1 0 0,1 0 1 0 0,-1 0-1 0 0,1 0 0 0 0,0 0 0 0 0,-1-1 0 0 0,1 0 0 0 0,0 0 0 0 0,0 0 0 0 0,0-1 0 0 0,0 1 0 0 0,6-2 0 0 0,1 0 2 0 0,1 0-1 0 0,-1-1 1 0 0,1-1-1 0 0,-1 0 1 0 0,0-1 0 0 0,-1 0-1 0 0,1 0 1 0 0,21-13-1 0 0,-13 3-17 0 0,0-1 0 0 0,-1 0 0 0 0,-1-1-1 0 0,0-1 1 0 0,-1-1 0 0 0,-1-1 0 0 0,-1 0 0 0 0,-1-1-1 0 0,0 0 1 0 0,-2-1 0 0 0,0-1 0 0 0,12-32-1 0 0,-2-6-4 0 0,-2 0-1 0 0,-3-2 0 0 0,14-99 1 0 0,-25 123 5 0 0,0-59 0 0 0,-6 97 4 0 0,0 0 1 0 0,0-1-1 0 0,-1 1 0 0 0,1 0 0 0 0,0-1 0 0 0,-1 1 1 0 0,1 0-1 0 0,0-1 0 0 0,-1 1 0 0 0,1 0 0 0 0,-1 0 0 0 0,1-1 1 0 0,0 1-1 0 0,-1 0 0 0 0,1 0 0 0 0,-1 0 0 0 0,1-1 0 0 0,-1 1 1 0 0,1 0-1 0 0,-1 0 0 0 0,1 0 0 0 0,-1 0 0 0 0,1 0 0 0 0,-1 0 1 0 0,1 0-1 0 0,-1 0 0 0 0,1 0 0 0 0,0 0 0 0 0,-1 1 0 0 0,1-1 1 0 0,-1 0-1 0 0,0 0 0 0 0,-10 13 2 0 0,0 0-1 0 0,1 0 1 0 0,1 1-1 0 0,0 0 1 0 0,1 1 0 0 0,-6 16-1 0 0,-36 101 49 0 0,41-106-39 0 0,-6 18 40 0 0,2 0-1 0 0,-10 68 1 0 0,20-93-39 0 0,1 0 1 0 0,1 1-1 0 0,1-1 1 0 0,1 0-1 0 0,0 1 1 0 0,1-1-1 0 0,1 0 1 0 0,10 30-1 0 0,-11-42-3 0 0,0 0 0 0 0,1-1 0 0 0,1 1 0 0 0,-1-1 0 0 0,1 0-1 0 0,0 0 1 0 0,0 0 0 0 0,0 0 0 0 0,1-1 0 0 0,0 1 0 0 0,0-1 0 0 0,1-1-1 0 0,-1 1 1 0 0,1-1 0 0 0,0 0 0 0 0,0 0 0 0 0,9 3 0 0 0,-6-3-2 0 0,0-1 0 0 0,1 0 0 0 0,-1-1-1 0 0,1 0 1 0 0,0-1 0 0 0,-1 1 0 0 0,1-2 0 0 0,0 0 0 0 0,0 0 0 0 0,-1-1 0 0 0,1 0 0 0 0,12-3 0 0 0,-2 0-29 0 0,1-2 0 0 0,-1 0 0 0 0,0-2 0 0 0,0 0 0 0 0,-1-1 0 0 0,0-1 0 0 0,-1-1-1 0 0,0 0 1 0 0,20-18 0 0 0,-15 9-55 0 0,-2-1 0 0 0,0-1-1 0 0,-1-1 1 0 0,-1 0 0 0 0,29-49 0 0 0,-22 25-65 0 0,-2-1 0 0 0,28-78 0 0 0,14-101 37 0 0,-64 219 98 0 0,5-17 0 0 0,-1 0 1 0 0,-2-1-1 0 0,2-31 0 0 0,-6 56 8 0 0,0 1-1 0 0,0-1 1 0 0,0 1-1 0 0,0 0 1 0 0,0-1 0 0 0,0 1-1 0 0,0-1 1 0 0,0 1 0 0 0,0 0-1 0 0,0-1 1 0 0,0 1-1 0 0,0-1 1 0 0,0 1 0 0 0,0 0-1 0 0,-1-1 1 0 0,1 1 0 0 0,0-1-1 0 0,0 1 1 0 0,0 0-1 0 0,-1-1 1 0 0,1 1 0 0 0,0 0-1 0 0,0-1 1 0 0,-1 1 0 0 0,1 0-1 0 0,0-1 1 0 0,-1 1-1 0 0,1 0 1 0 0,0 0 0 0 0,-1 0-1 0 0,0-1 1 0 0,-11 6 8 0 0,-10 18 55 0 0,5 0 93 0 0,2 0 0 0 0,0 0 0 0 0,-13 32-1 0 0,-27 80 732 0 0,-22 105 436 0 0,68-202-1152 0 0,1 1 0 0 0,2 1 0 0 0,1-1 0 0 0,2 54 0 0 0,3-83-137 0 0,0 1-1 0 0,1-1 1 0 0,1 0-1 0 0,0 0 1 0 0,0 0-1 0 0,1 0 1 0 0,6 16 0 0 0,-7-22-23 0 0,1 0 0 0 0,-1-1 0 0 0,0 1 0 0 0,1 0 1 0 0,0-1-1 0 0,0 0 0 0 0,0 0 0 0 0,0 0 1 0 0,0 0-1 0 0,1 0 0 0 0,-1-1 0 0 0,1 1 1 0 0,0-1-1 0 0,0 0 0 0 0,0 0 0 0 0,0 0 1 0 0,0-1-1 0 0,0 0 0 0 0,0 1 0 0 0,8 0 1 0 0,5 0-63 0 0,0-1 0 0 0,1-1 1 0 0,0 0-1 0 0,-1-1 1 0 0,0-1-1 0 0,1-1 1 0 0,-1 0-1 0 0,0-1 0 0 0,0-1 1 0 0,-1-1-1 0 0,1 0 1 0 0,16-10-1 0 0,-6 2-147 0 0,0-1 0 0 0,-2-1-1 0 0,0-2 1 0 0,-1 0 0 0 0,0-2-1 0 0,22-25 1 0 0,-28 26 65 0 0,-2-1 0 0 0,0-1 1 0 0,-1 0-1 0 0,21-42 0 0 0,-29 50 120 0 0,-1-1 1 0 0,-1 0 0 0 0,0 0-1 0 0,-1 0 1 0 0,0-1-1 0 0,-1 1 1 0 0,-1-1-1 0 0,0 0 1 0 0,-1-25-1 0 0,-1 37 30 0 0,0 1-9 0 0,1 0 0 0 0,-1 1 1 0 0,0-1-1 0 0,-1 0 1 0 0,1 1-1 0 0,0-1 0 0 0,0 0 1 0 0,-1 1-1 0 0,1-1 0 0 0,-1 1 1 0 0,1-1-1 0 0,-1 0 1 0 0,0 1-1 0 0,0 0 0 0 0,1-1 1 0 0,-3-2-1 0 0,2 4-7 0 0,0-1 0 0 0,0 0 0 0 0,0 1-1 0 0,0-1 1 0 0,0 1 0 0 0,0-1 0 0 0,0 1 0 0 0,0 0 0 0 0,0-1 0 0 0,0 1-1 0 0,0 0 1 0 0,-1 0 0 0 0,1 0 0 0 0,0 0 0 0 0,0 0 0 0 0,0 0 0 0 0,0 0-1 0 0,0 0 1 0 0,0 0 0 0 0,-1 1 0 0 0,1-1 0 0 0,0 0 0 0 0,0 1-1 0 0,0-1 1 0 0,0 1 0 0 0,0-1 0 0 0,0 1 0 0 0,0-1 0 0 0,0 1 0 0 0,0 0-1 0 0,1-1 1 0 0,-3 3 0 0 0,1-1 0 0 0,-13 11 5 0 0,1 1 0 0 0,1 1-1 0 0,0 0 1 0 0,1 1 0 0 0,0 0-1 0 0,2 0 1 0 0,0 2 0 0 0,1-1-1 0 0,0 1 1 0 0,2 0-1 0 0,0 1 1 0 0,1 0 0 0 0,1 0-1 0 0,-5 30 1 0 0,9-43-206 0 0,1 0 0 0 0,-1 0 0 0 0,1 0 0 0 0,0 0 0 0 0,1 0 0 0 0,-1 0 0 0 0,1 0 0 0 0,1 0 0 0 0,-1 0 0 0 0,1 0 0 0 0,0 0 0 0 0,0 0 0 0 0,1-1 0 0 0,-1 1 0 0 0,5 5 0 0 0,-2-5-173 0 0,0 0-1 0 0,0-1 0 0 0,0 0 0 0 0,1 0 0 0 0,-1 0 0 0 0,1-1 1 0 0,1 0-1 0 0,-1 0 0 0 0,0-1 0 0 0,1 1 0 0 0,0-1 0 0 0,9 2 1 0 0,-3-1-786 0 0,0 0 1 0 0,1-2 0 0 0,0 0 0 0 0,-1 0 0 0 0,1-1-1 0 0,23-2 1 0 0,-3-1-2955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243 796 1492 0 0,'14'-13'2243'0'0,"-1"0"1"0"0,18-23-1 0 0,-28 31-1734 0 0,1 1 0 0 0,-1-1 0 0 0,0 0-1 0 0,-1 0 1 0 0,1 0 0 0 0,-1-1 0 0 0,0 1 0 0 0,0 0-1 0 0,-1-1 1 0 0,1 0 0 0 0,-1 1 0 0 0,0-9 0 0 0,0 13-438 0 0,-1 0-1 0 0,0 0 1 0 0,0 0 0 0 0,0 0 0 0 0,0 0 0 0 0,0 1 0 0 0,0-1 0 0 0,0 0-1 0 0,0 0 1 0 0,0 0 0 0 0,-1 0 0 0 0,1 0 0 0 0,0 0 0 0 0,-1 0-1 0 0,1 0 1 0 0,0 0 0 0 0,-1 0 0 0 0,1 1 0 0 0,-1-1 0 0 0,0 0 0 0 0,1 0-1 0 0,-1 1 1 0 0,1-1 0 0 0,-1 0 0 0 0,0 1 0 0 0,0-1 0 0 0,1 0 0 0 0,-1 1-1 0 0,0-1 1 0 0,0 1 0 0 0,0-1 0 0 0,0 1 0 0 0,0 0 0 0 0,1-1 0 0 0,-1 1-1 0 0,0 0 1 0 0,0 0 0 0 0,0 0 0 0 0,0 0 0 0 0,0-1 0 0 0,0 1-1 0 0,0 0 1 0 0,0 1 0 0 0,0-1 0 0 0,0 0 0 0 0,0 0 0 0 0,0 0 0 0 0,0 0-1 0 0,0 1 1 0 0,0-1 0 0 0,0 1 0 0 0,-7 2 186 0 0,1 0-1 0 0,0 1 1 0 0,-1-1 0 0 0,-11 10-1 0 0,-7 5 22 0 0,0 2 0 0 0,1 1 0 0 0,2 1 0 0 0,0 1-1 0 0,1 1 1 0 0,1 1 0 0 0,1 1 0 0 0,-31 55 0 0 0,49-77-263 0 0,0 0 1 0 0,0 0-1 0 0,1 0 1 0 0,0 0-1 0 0,-1 0 1 0 0,1 1-1 0 0,1-1 1 0 0,-1 1-1 0 0,1-1 1 0 0,-1 0-1 0 0,2 6 1 0 0,-1-8-15 0 0,0 0-1 0 0,1 0 1 0 0,-1-1 0 0 0,1 1 0 0 0,0 0 0 0 0,-1 0-1 0 0,1 0 1 0 0,0-1 0 0 0,0 1 0 0 0,0 0 0 0 0,0-1 0 0 0,1 1-1 0 0,-1-1 1 0 0,0 1 0 0 0,1-1 0 0 0,-1 1 0 0 0,1-1-1 0 0,-1 0 1 0 0,1 0 0 0 0,0 0 0 0 0,-1 0 0 0 0,1 0-1 0 0,0 0 1 0 0,0-1 0 0 0,-1 1 0 0 0,5 1 0 0 0,3-1-130 0 0,0 1 0 0 0,0-2-1 0 0,0 1 1 0 0,0-1 0 0 0,0 0 0 0 0,0-1 0 0 0,0 0 0 0 0,0 0 0 0 0,0-1 0 0 0,-1 0 0 0 0,1-1 0 0 0,0 0-1 0 0,-1 0 1 0 0,0-1 0 0 0,0 0 0 0 0,15-10 0 0 0,-2 0-360 0 0,0-2-1 0 0,-2 0 0 0 0,0-1 1 0 0,31-34-1 0 0,-17 9-122 0 0,-1-1-1 0 0,-2-1 0 0 0,38-75 1 0 0,-34 47 184 0 0,42-132 1 0 0,-37 60 310 0 0,-35 121 399 0 0,0 1 0 0 0,-2-1 0 0 0,0 0 0 0 0,-3-35 0 0 0,1 55-220 0 0,-1 0 0 0 0,1 0 0 0 0,0 0 1 0 0,-1 0-1 0 0,0 1 0 0 0,0-1 0 0 0,0 0 0 0 0,0 0 0 0 0,0 1 0 0 0,0-1 0 0 0,-1 0 1 0 0,1 1-1 0 0,-1-1 0 0 0,1 1 0 0 0,-1 0 0 0 0,-3-3 0 0 0,4 5-11 0 0,-1 0 0 0 0,1 0 0 0 0,-1 0 0 0 0,0 0 0 0 0,1 0-1 0 0,-1 0 1 0 0,0 0 0 0 0,1 0 0 0 0,-1 0 0 0 0,1 1 0 0 0,-1-1 0 0 0,0 1-1 0 0,1-1 1 0 0,-1 1 0 0 0,1 0 0 0 0,-1 0 0 0 0,1 0 0 0 0,0-1 0 0 0,-1 1-1 0 0,-1 2 1 0 0,-4 3 116 0 0,0 1-1 0 0,1-1 1 0 0,-1 1-1 0 0,1 1 1 0 0,1-1-1 0 0,0 1 1 0 0,0 0-1 0 0,-6 12 1 0 0,-26 74 947 0 0,17-34-862 0 0,2 0 0 0 0,3 1 0 0 0,3 1-1 0 0,3 0 1 0 0,2 0 0 0 0,4 1 0 0 0,3 68-1 0 0,1-115-756 0 0,1 1 0 0 0,1-1 0 0 0,0 0-1 0 0,7 20 1 0 0,-8-30-97 0 0,1 0-1 0 0,0 0 1 0 0,0 0 0 0 0,1 0-1 0 0,4 6 1 0 0,-4-7-279 0 0,-1-1-1 0 0,1-1 1 0 0,0 1 0 0 0,0 0 0 0 0,0-1-1 0 0,1 0 1 0 0,6 4 0 0 0,16 5-6134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1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514 153 2120 0 0,'1'-5'685'0'0,"0"0"0"0"0,0-1-1 0 0,0 1 1 0 0,0 0-1 0 0,-1 0 1 0 0,0-1 0 0 0,0 1-1 0 0,0 0 1 0 0,-1-1 0 0 0,0 1-1 0 0,0 0 1 0 0,0 0 0 0 0,-4-9-1 0 0,3 9-526 0 0,-1 0 0 0 0,1 1 0 0 0,-1 0 0 0 0,0-1 0 0 0,-1 1 0 0 0,1 0 0 0 0,-1 1 0 0 0,0-1 0 0 0,0 0 0 0 0,0 1 0 0 0,0 0 0 0 0,0 0 0 0 0,-1 0 0 0 0,1 1 0 0 0,-1 0 0 0 0,0 0 0 0 0,0 0 0 0 0,0 0 0 0 0,0 1 0 0 0,0-1 0 0 0,-9 0 0 0 0,2 1-67 0 0,0 1 0 0 0,0 0-1 0 0,0 0 1 0 0,-1 1 0 0 0,1 1 0 0 0,0 0-1 0 0,0 1 1 0 0,0 0 0 0 0,1 1-1 0 0,-1 0 1 0 0,1 1 0 0 0,-21 11-1 0 0,11-3-11 0 0,0 1-1 0 0,1 0 1 0 0,0 2 0 0 0,2 0-1 0 0,-25 26 1 0 0,30-26-51 0 0,0-1 1 0 0,1 1 0 0 0,1 1 0 0 0,-15 29 0 0 0,23-40-26 0 0,0 0 1 0 0,1 0-1 0 0,-1 1 0 0 0,1-1 0 0 0,0 1 1 0 0,1-1-1 0 0,0 1 0 0 0,0 0 0 0 0,0-1 0 0 0,1 1 1 0 0,0 0-1 0 0,0-1 0 0 0,0 1 0 0 0,1 0 1 0 0,0 0-1 0 0,1-1 0 0 0,2 10 0 0 0,-2-13-2 0 0,-1 1 0 0 0,1-1 0 0 0,0 0 1 0 0,1 1-1 0 0,-1-1 0 0 0,0 0 0 0 0,1 0 0 0 0,0 0 0 0 0,-1-1 0 0 0,1 1 0 0 0,0-1 0 0 0,0 0 0 0 0,1 1 1 0 0,-1-1-1 0 0,5 2 0 0 0,-2-2-1 0 0,-1 0 0 0 0,1-1 1 0 0,-1 1-1 0 0,1-1 0 0 0,0 0 1 0 0,0-1-1 0 0,0 1 0 0 0,-1-1 1 0 0,9-1-1 0 0,-1-1 1 0 0,0 0 0 0 0,0-1 0 0 0,0 0 0 0 0,-1-1 0 0 0,1-1 0 0 0,-1 0 0 0 0,0 0 0 0 0,14-10 0 0 0,-14 6-1 0 0,0 0 0 0 0,0 0 0 0 0,-1-1-1 0 0,-1-1 1 0 0,0 0 0 0 0,0 0 0 0 0,-1-1 0 0 0,14-23-1 0 0,0-8 71 0 0,24-62 0 0 0,-30 64 105 0 0,-14 33-134 0 0,14-21 90 0 0,-13 54 170 0 0,-15 102 402 0 0,7-94-627 0 0,0 0 0 0 0,3 59 0 0 0,2-77-71 0 0,-1-7-206 0 0,0 1 1 0 0,1 0-1 0 0,0 0 0 0 0,0 0 1 0 0,1-1-1 0 0,0 1 0 0 0,1 0 1 0 0,0-1-1 0 0,0 0 0 0 0,8 14 1 0 0,-10-21 165 0 0,-1-1 0 0 0,1 1-1 0 0,-1 0 1 0 0,1-1 0 0 0,0 1 0 0 0,-1-1 0 0 0,1 1 0 0 0,0-1 0 0 0,0 0 0 0 0,-1 1-1 0 0,1-1 1 0 0,0 0 0 0 0,0 1 0 0 0,-1-1 0 0 0,1 0 0 0 0,0 0 0 0 0,0 0 0 0 0,0 0-1 0 0,0 0 1 0 0,-1 0 0 0 0,1 0 0 0 0,0 0 0 0 0,0 0 0 0 0,0 0 0 0 0,0 0 0 0 0,-1-1-1 0 0,1 1 1 0 0,0 0 0 0 0,0 0 0 0 0,0-1 0 0 0,-1 1 0 0 0,1-1 0 0 0,0 1 0 0 0,-1-1-1 0 0,1 1 1 0 0,0-1 0 0 0,-1 1 0 0 0,2-2 0 0 0,21-23-248 0 0,44-93-24 0 0,-11 16 300 0 0,-46 87 74 0 0,0 0-1 0 0,2 0 0 0 0,0 1 0 0 0,15-15 0 0 0,-25 27-51 0 0,-1 1 0 0 0,1-1 0 0 0,0 1 0 0 0,0-1 0 0 0,0 1-1 0 0,0-1 1 0 0,0 1 0 0 0,0 0 0 0 0,0 0 0 0 0,0 0 0 0 0,0 0-1 0 0,1 1 1 0 0,-1-1 0 0 0,0 1 0 0 0,0-1 0 0 0,1 1 0 0 0,-1 0-1 0 0,1-1 1 0 0,-1 1 0 0 0,0 1 0 0 0,1-1 0 0 0,-1 0 0 0 0,0 0-1 0 0,5 2 1 0 0,-4 0 39 0 0,0-1-1 0 0,0 1 1 0 0,-1 0-1 0 0,1 0 1 0 0,0 0 0 0 0,-1 1-1 0 0,0-1 1 0 0,1 1-1 0 0,-1-1 1 0 0,0 1-1 0 0,0 0 1 0 0,-1-1-1 0 0,1 1 1 0 0,0 0 0 0 0,-1 0-1 0 0,0 0 1 0 0,1 4-1 0 0,3 7 119 0 0,-1 1 0 0 0,-1-1-1 0 0,0 1 1 0 0,-1 0 0 0 0,-1 0-1 0 0,0 0 1 0 0,-1 0 0 0 0,-1 0 0 0 0,0-1-1 0 0,-1 1 1 0 0,0 0 0 0 0,-8 22-1 0 0,10-36-156 0 0,0-1 0 0 0,0 1 0 0 0,-1 0 0 0 0,1-1 0 0 0,0 1 0 0 0,0-1 0 0 0,-1 1 0 0 0,1-1 0 0 0,0 1 0 0 0,-1 0 0 0 0,1-1 0 0 0,-1 1 0 0 0,1-1 0 0 0,0 0 0 0 0,-1 1 0 0 0,1-1 0 0 0,-1 1 0 0 0,0-1 0 0 0,1 0 0 0 0,-1 1 0 0 0,1-1 0 0 0,-1 0 0 0 0,1 0 0 0 0,-1 1 0 0 0,0-1 0 0 0,1 0 0 0 0,-1 0 0 0 0,0 0 0 0 0,1 0 0 0 0,-1 0 0 0 0,1 0 0 0 0,-1 0 0 0 0,0 0 0 0 0,1 0 0 0 0,-1 0 0 0 0,-1 0 0 0 0,0-1-40 0 0,2 0 32 0 0,-1 0 0 0 0,0 0 0 0 0,0-1 0 0 0,1 1 0 0 0,-1 0 0 0 0,1-1 0 0 0,-1 1 0 0 0,1 0 0 0 0,0-1 0 0 0,-1 1 0 0 0,1 0 0 0 0,0-1 0 0 0,0 1 0 0 0,0-1 0 0 0,0 1 0 0 0,0-1 0 0 0,1-1 0 0 0,1-14 4 0 0,0 0 0 0 0,2 1 0 0 0,0-1 1 0 0,1 1-1 0 0,0 0 0 0 0,1 1 0 0 0,1-1 0 0 0,17-27 1 0 0,-17 32-15 0 0,0 1 1 0 0,1-1 0 0 0,0 1 0 0 0,1 1 0 0 0,0-1 0 0 0,0 2-1 0 0,1-1 1 0 0,0 1 0 0 0,0 1 0 0 0,1 0 0 0 0,0 0 0 0 0,16-6-1 0 0,-23 11 17 0 0,0 1-1 0 0,0-1 0 0 0,0 1 1 0 0,0 0-1 0 0,0 0 0 0 0,0 1 1 0 0,0-1-1 0 0,1 1 0 0 0,-1 0 1 0 0,0 0-1 0 0,0 0 0 0 0,0 1 1 0 0,1 0-1 0 0,-1-1 0 0 0,0 1 0 0 0,0 1 1 0 0,0-1-1 0 0,0 1 0 0 0,0-1 1 0 0,4 4-1 0 0,-5-3 57 0 0,1 1 0 0 0,-1 0-1 0 0,0 0 1 0 0,0 0 0 0 0,0 1 0 0 0,0-1 0 0 0,0 1-1 0 0,-1 0 1 0 0,0-1 0 0 0,1 1 0 0 0,-2 0-1 0 0,1 0 1 0 0,0 1 0 0 0,-1-1 0 0 0,0 0 0 0 0,0 0-1 0 0,0 1 1 0 0,1 8 0 0 0,-2 12 156 0 0,0-1 1 0 0,-2 1-1 0 0,-1 0 0 0 0,-7 33 0 0 0,1-5-108 0 0,8-49-110 0 0,0 0 0 0 0,0-1 0 0 0,1 1 0 0 0,0 0 0 0 0,0 0 0 0 0,0 0 0 0 0,0 0 0 0 0,2 5 0 0 0,-2-8-5 0 0,0-1-1 0 0,0 1 0 0 0,1-1 1 0 0,-1 1-1 0 0,0-1 1 0 0,1 1-1 0 0,-1-1 0 0 0,1 1 1 0 0,-1-1-1 0 0,0 1 0 0 0,1-1 1 0 0,-1 0-1 0 0,1 1 0 0 0,-1-1 1 0 0,1 0-1 0 0,-1 1 1 0 0,1-1-1 0 0,0 0 0 0 0,-1 0 1 0 0,2 1-1 0 0,0-1-5 0 0,0 0 0 0 0,0 1 0 0 0,0-1 0 0 0,0-1 1 0 0,0 1-1 0 0,-1 0 0 0 0,1 0 0 0 0,0-1 0 0 0,3 0 0 0 0,151-54-3950 0 0,-56 11-1615 0 0,-54 23 1782 0 0,12-3-2689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2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158 203 2940 0 0,'-10'6'9588'0'0,"10"-5"-9485"0"0,-1 0 0 0 0,0 0 0 0 0,1 0 0 0 0,-1 0 0 0 0,0-1-1 0 0,1 1 1 0 0,-1 0 0 0 0,1 0 0 0 0,0 0 0 0 0,-1 0 0 0 0,1 0-1 0 0,0 0 1 0 0,-1 1 0 0 0,1-1 0 0 0,0 0 0 0 0,0 0-1 0 0,0 0 1 0 0,0 0 0 0 0,0 0 0 0 0,0 0 0 0 0,0 0 0 0 0,1 0-1 0 0,-1 0 1 0 0,0 0 0 0 0,0 0 0 0 0,1 0 0 0 0,-1 0-1 0 0,1 0 1 0 0,-1 0 0 0 0,1 0 0 0 0,-1 0 0 0 0,1 0 0 0 0,0 0-1 0 0,-1 0 1 0 0,1-1 0 0 0,1 2 0 0 0,0-1-40 0 0,0 1 0 0 0,0-1 1 0 0,0 0-1 0 0,1 0 0 0 0,-1 0 1 0 0,0 0-1 0 0,1-1 0 0 0,-1 1 1 0 0,1 0-1 0 0,-1-1 0 0 0,0 0 0 0 0,1 0 1 0 0,-1 0-1 0 0,1 0 0 0 0,3 0 1 0 0,10-1 21 0 0,-1 0 1 0 0,1-1-1 0 0,-1-1 1 0 0,0-1-1 0 0,21-6 1 0 0,-32 8-82 0 0,0 0 1 0 0,0 0-1 0 0,0 0 1 0 0,0 0 0 0 0,0-1-1 0 0,-1 1 1 0 0,1-1 0 0 0,-1 0-1 0 0,1 0 1 0 0,-1 0 0 0 0,0-1-1 0 0,0 1 1 0 0,0-1-1 0 0,-1 0 1 0 0,1 1 0 0 0,-1-1-1 0 0,0 0 1 0 0,0-1 0 0 0,-1 1-1 0 0,1 0 1 0 0,-1 0-1 0 0,0-1 1 0 0,0 1 0 0 0,1-6-1 0 0,-1-6 0 0 0,0 0-1 0 0,-1-21 0 0 0,-1 32-5 0 0,1 0 1 0 0,-1 0-1 0 0,1 1 0 0 0,-2-1 0 0 0,1 1 1 0 0,0-1-1 0 0,-1 1 0 0 0,0-1 1 0 0,0 1-1 0 0,0 0 0 0 0,0 0 0 0 0,-5-6 1 0 0,6 9-2 0 0,0 0 1 0 0,0 0 0 0 0,0 0 0 0 0,-1 0-1 0 0,1 0 1 0 0,0 0 0 0 0,0 0-1 0 0,-1 1 1 0 0,1-1 0 0 0,0 0 0 0 0,-1 1-1 0 0,1-1 1 0 0,0 1 0 0 0,-1 0-1 0 0,1-1 1 0 0,-1 1 0 0 0,1 0 0 0 0,-1 0-1 0 0,-2 0 1 0 0,1 1 1 0 0,0-1 0 0 0,-1 1 0 0 0,1 0 0 0 0,0 0 0 0 0,0 0 0 0 0,0 0 0 0 0,0 1 0 0 0,-4 2 0 0 0,-4 3 4 0 0,1 1 1 0 0,0 0-1 0 0,-13 14 1 0 0,-9 12 8 0 0,1 1-1 0 0,2 2 1 0 0,2 1 0 0 0,1 1-1 0 0,-33 71 1 0 0,53-99-104 0 0,1 1 1 0 0,0 0-1 0 0,1 1 0 0 0,1-1 0 0 0,-1 1 1 0 0,0 14-1 0 0,3-24 64 0 0,1 0 0 0 0,0 0 1 0 0,0-1-1 0 0,0 1 0 0 0,0 0 0 0 0,1 0 0 0 0,-1-1 0 0 0,1 1 0 0 0,-1 0 1 0 0,1-1-1 0 0,0 1 0 0 0,0-1 0 0 0,0 1 0 0 0,1-1 0 0 0,-1 1 0 0 0,0-1 1 0 0,1 0-1 0 0,0 1 0 0 0,-1-1 0 0 0,1 0 0 0 0,0 0 0 0 0,0 0 0 0 0,0-1 0 0 0,0 1 1 0 0,1 0-1 0 0,-1-1 0 0 0,0 0 0 0 0,1 1 0 0 0,-1-1 0 0 0,1 0 0 0 0,-1 0 1 0 0,1 0-1 0 0,0 0 0 0 0,-1-1 0 0 0,4 1 0 0 0,5 0-759 0 0,0 0 0 0 0,0-1 0 0 0,0 0-1 0 0,0 0 1 0 0,0-2 0 0 0,0 1 0 0 0,0-1 0 0 0,-1-1 0 0 0,1 0-1 0 0,-1 0 1 0 0,19-10 0 0 0,5-1-3709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2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1916 0 0,'9'-10'766'0'0,"0"1"0"0"0,0 0 0 0 0,1 1 0 0 0,0 0 0 0 0,1 0 0 0 0,0 1 0 0 0,0 1 0 0 0,0 0 0 0 0,1 0 0 0 0,0 1 0 0 0,12-4 0 0 0,-18 8-654 0 0,-1 0 0 0 0,0 0 1 0 0,1 0-1 0 0,-1 0 0 0 0,1 1 1 0 0,-1 0-1 0 0,1 0 0 0 0,-1 1 1 0 0,1-1-1 0 0,-1 1 0 0 0,0 0 1 0 0,1 1-1 0 0,-1-1 0 0 0,0 1 1 0 0,0 0-1 0 0,0 0 0 0 0,0 1 1 0 0,0-1-1 0 0,0 1 0 0 0,-1 0 1 0 0,1 1-1 0 0,-1-1 0 0 0,0 1 1 0 0,0 0-1 0 0,0 0 0 0 0,-1 0 1 0 0,1 0-1 0 0,2 6 0 0 0,-1-4 11 0 0,-1 1-1 0 0,-1-1 1 0 0,1 1-1 0 0,-1 0 0 0 0,0 0 1 0 0,-1 0-1 0 0,1 1 1 0 0,-1-1-1 0 0,-1 1 1 0 0,0-1-1 0 0,0 1 0 0 0,0-1 1 0 0,-1 1-1 0 0,-1 11 1 0 0,0-10-30 0 0,-1 1 1 0 0,0 0-1 0 0,-1-1 1 0 0,0 1 0 0 0,-1-1-1 0 0,0 0 1 0 0,0 0-1 0 0,-1-1 1 0 0,0 1 0 0 0,-7 9-1 0 0,2-6-25 0 0,0 0 0 0 0,-1 0 0 0 0,-1-1 0 0 0,0 0 0 0 0,0-1 0 0 0,-1 0 0 0 0,0-1 0 0 0,-1-1 0 0 0,0 0 0 0 0,0-1-1 0 0,-1 0 1 0 0,0-2 0 0 0,-22 7 0 0 0,35-11-63 0 0,0-1 0 0 0,1 1 0 0 0,-1-1 0 0 0,0 0 0 0 0,0 0-1 0 0,1 0 1 0 0,-1 0 0 0 0,0 0 0 0 0,0 0 0 0 0,0 0 0 0 0,1 0 0 0 0,-1-1-1 0 0,0 1 1 0 0,0-1 0 0 0,1 1 0 0 0,-3-2 0 0 0,3 1-5 0 0,1 1 1 0 0,-1-1-1 0 0,0 0 1 0 0,0 1-1 0 0,1-1 1 0 0,-1 0-1 0 0,1 0 1 0 0,-1 0-1 0 0,1 0 1 0 0,-1 1-1 0 0,1-1 1 0 0,-1 0-1 0 0,1 0 1 0 0,0 0-1 0 0,0 0 1 0 0,-1 0-1 0 0,1 0 0 0 0,0 0 1 0 0,0 0-1 0 0,0-2 1 0 0,1-2-4 0 0,-1-1 1 0 0,1 1 0 0 0,1 0-1 0 0,-1 0 1 0 0,1 0-1 0 0,0 0 1 0 0,0 0-1 0 0,4-8 1 0 0,7-7-10 0 0,0 0 0 0 0,1 1 0 0 0,1 1 0 0 0,22-21 0 0 0,76-62-67 0 0,-99 90 71 0 0,64-52-24 0 0,49-44 16 0 0,-120 103 21 0 0,-6 3-5 0 0,-1 1-1 0 0,1 0 1 0 0,0-1-1 0 0,-1 1 0 0 0,1-1 1 0 0,-1 1-1 0 0,1-1 1 0 0,0 1-1 0 0,-1-1 1 0 0,1 1-1 0 0,-1-1 1 0 0,1 0-1 0 0,-1 1 1 0 0,0-1-1 0 0,1 0 1 0 0,-1 1-1 0 0,1-1 0 0 0,-1 0 1 0 0,0-1-1 0 0,1 1-15 0 0,-24 18 14 0 0,6-1 11 0 0,0 0 0 0 0,1 2 0 0 0,1 0 1 0 0,1 1-1 0 0,1 0 0 0 0,0 1 1 0 0,1 0-1 0 0,1 1 0 0 0,-12 35 0 0 0,20-49-5 0 0,1-1-1 0 0,1 0 0 0 0,-1 1 0 0 0,1-1 0 0 0,0 0 0 0 0,0 1 1 0 0,1-1-1 0 0,0 1 0 0 0,0 0 0 0 0,1-1 0 0 0,0 1 0 0 0,0-1 1 0 0,0 0-1 0 0,1 1 0 0 0,0-1 0 0 0,0 0 0 0 0,0 0 1 0 0,1 0-1 0 0,0 0 0 0 0,0 0 0 0 0,1-1 0 0 0,-1 1 0 0 0,1-1 1 0 0,0 0-1 0 0,1 0 0 0 0,-1 0 0 0 0,1-1 0 0 0,0 0 1 0 0,0 0-1 0 0,1 0 0 0 0,-1 0 0 0 0,1-1 0 0 0,-1 0 0 0 0,1 0 1 0 0,0-1-1 0 0,1 1 0 0 0,-1-1 0 0 0,12 2 0 0 0,2 0-416 0 0,-1-1 1 0 0,1-1-1 0 0,0 0 0 0 0,-1-2 0 0 0,1 0 0 0 0,0-2 0 0 0,33-5 0 0 0,-28 1-1439 0 0,-1 0 1 0 0,0-2-1 0 0,25-11 1 0 0,-4-2-3286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3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248 169 1536 0 0,'7'-34'4822'0'0,"-2"1"-1"0"0,3-66 1 0 0,-8 96-4000 0 0,-1 4-744 0 0,1 0 0 0 0,-1 0 0 0 0,0 0 0 0 0,0 0 0 0 0,0 0-1 0 0,1 0 1 0 0,-1 0 0 0 0,1 0 0 0 0,-1 0 0 0 0,0 0 0 0 0,1 0 0 0 0,0 0 0 0 0,-1 0 0 0 0,1 0 0 0 0,0 1 0 0 0,0-1 0 0 0,-1 1 0 0 0,1-1 12 0 0,-45 205 4099 0 0,-53 198-518 0 0,58-285-3284 0 0,-27 97-30 0 0,65-210-435 0 0,0 1-1 0 0,1-1 1 0 0,0 1 0 0 0,1-1 0 0 0,-1 1 0 0 0,1-1-1 0 0,0 1 1 0 0,1-1 0 0 0,-1 1 0 0 0,3 7 0 0 0,-3-13-5 0 0,1 0 1 0 0,-1-1 0 0 0,1 1 0 0 0,-1 0-1 0 0,1-1 1 0 0,-1 1 0 0 0,1-1-1 0 0,0 1 1 0 0,-1-1 0 0 0,1 1 0 0 0,0-1-1 0 0,-1 1 1 0 0,1-1 0 0 0,0 0-1 0 0,0 1 1 0 0,-1-1 0 0 0,1 0 0 0 0,0 0-1 0 0,0 1 1 0 0,0-1 0 0 0,-1 0 0 0 0,1 0-1 0 0,0 0 1 0 0,0 0 0 0 0,0 0-1 0 0,0 0 1 0 0,0 0 0 0 0,22-6-1746 0 0,-9-1 248 0 0,0-2-1 0 0,-1 1 1 0 0,0-2 0 0 0,-1 0-1 0 0,0 0 1 0 0,-1-1-1 0 0,14-16 1 0 0,-22 23 848 0 0,20-23-5417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3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40 2284 0 0,'-239'-8'16098'0'0,"229"7"-14654"0"0,17 0-816 0 0,30-1-585 0 0,-11 2 159 0 0,233-9 462 0 0,-5 1-4412 0 0,-239 6 2615 0 0,16-6-7526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1696 0 0,'9'-8'1132'0'0,"0"0"-1"0"0,1 1 1 0 0,-1 0-1 0 0,1 1 1 0 0,1 0 0 0 0,-1 0-1 0 0,16-4 1 0 0,-22 9-1002 0 0,0-1 1 0 0,0 2-1 0 0,0-1 1 0 0,0 0 0 0 0,0 1-1 0 0,0 0 1 0 0,0 0-1 0 0,1 0 1 0 0,-1 1 0 0 0,0-1-1 0 0,0 1 1 0 0,0 0-1 0 0,0 0 1 0 0,0 1-1 0 0,0-1 1 0 0,0 1 0 0 0,0-1-1 0 0,-1 1 1 0 0,1 1-1 0 0,-1-1 1 0 0,1 0 0 0 0,-1 1-1 0 0,0 0 1 0 0,5 4-1 0 0,-1 2 61 0 0,0 0 0 0 0,0 0 0 0 0,-1 1 0 0 0,0 0 0 0 0,0 0 0 0 0,-1 1 0 0 0,-1-1 0 0 0,0 1 0 0 0,0 0 0 0 0,-1 0 0 0 0,-1 0 0 0 0,0 1 0 0 0,0-1 0 0 0,-1 1-1 0 0,-1 22 1 0 0,0-9-51 0 0,-2 1-1 0 0,-1-1 1 0 0,-2 0-1 0 0,0 0 0 0 0,-1-1 1 0 0,-13 31-1 0 0,11-37 210 0 0,0 0 0 0 0,-1-1 0 0 0,-17 23 0 0 0,18-34-118 0 0,4-11-77 0 0,3-13-54 0 0,7-3-86 0 0,0 1 1 0 0,2 0 0 0 0,1 0-1 0 0,0 1 1 0 0,1 0 0 0 0,1 1 0 0 0,1 0-1 0 0,1 1 1 0 0,0 0 0 0 0,16-15 0 0 0,-22 26-18 0 0,0 0 1 0 0,0 1 0 0 0,0 0-1 0 0,1 0 1 0 0,-1 0 0 0 0,1 1-1 0 0,0 0 1 0 0,1 1 0 0 0,-1 0-1 0 0,1 0 1 0 0,-1 0 0 0 0,1 1-1 0 0,0 1 1 0 0,9-1 0 0 0,13 0-16 0 0,1 2 0 0 0,53 7 0 0 0,-48-3 8 0 0,39-2 0 0 0,-56-2-19 0 0,0-1 0 0 0,0-1 1 0 0,0-2-1 0 0,-1 1 0 0 0,1-2 0 0 0,25-10 1 0 0,-39 13-6 0 0,0-1 0 0 0,0 0-1 0 0,0-1 1 0 0,0 1 0 0 0,-1-1 0 0 0,1 0 0 0 0,-1 0 0 0 0,0-1 0 0 0,0 0 0 0 0,-1 1 0 0 0,1-2 0 0 0,-1 1 0 0 0,0 0 0 0 0,-1-1 0 0 0,1 0 0 0 0,-1 0 0 0 0,0 0 0 0 0,-1 0 0 0 0,1 0 0 0 0,-1-1 0 0 0,0 1 0 0 0,1-11 0 0 0,-2 9 0 0 0,0 0 0 0 0,-1-1 1 0 0,0 1-1 0 0,0 0 0 0 0,-2-13 1 0 0,1 18 22 0 0,1 1 1 0 0,-1-1-1 0 0,1 0 0 0 0,-1 1 1 0 0,0-1-1 0 0,0 0 1 0 0,0 1-1 0 0,-1-1 1 0 0,1 1-1 0 0,-1 0 1 0 0,1-1-1 0 0,-1 1 1 0 0,0 0-1 0 0,0 0 1 0 0,0 0-1 0 0,0 0 1 0 0,0 0-1 0 0,0 1 1 0 0,-3-3-1 0 0,2 3 7 0 0,1 1-1 0 0,-1-1 1 0 0,1 1 0 0 0,-1-1 0 0 0,1 1-1 0 0,-1 0 1 0 0,0 0 0 0 0,1 0 0 0 0,-1 0-1 0 0,1 0 1 0 0,-1 1 0 0 0,1-1-1 0 0,-1 1 1 0 0,1 0 0 0 0,-1 0 0 0 0,1 0-1 0 0,0 0 1 0 0,-1 0 0 0 0,-2 2 0 0 0,-4 3 5 0 0,-1 0 1 0 0,-15 13 0 0 0,9-6-4 0 0,1 2 0 0 0,0 0-1 0 0,1 1 1 0 0,1 1 0 0 0,0 0 0 0 0,1 0-1 0 0,1 1 1 0 0,1 1 0 0 0,1 0 0 0 0,0 0-1 0 0,1 1 1 0 0,1 0 0 0 0,-5 26 0 0 0,11-42 4 0 0,0 1 1 0 0,0 0 0 0 0,1 0-1 0 0,0 0 1 0 0,0 0 0 0 0,0-1-1 0 0,0 1 1 0 0,1 0 0 0 0,0 0 0 0 0,0 0-1 0 0,0-1 1 0 0,0 1 0 0 0,1 0-1 0 0,0-1 1 0 0,0 1 0 0 0,0-1-1 0 0,1 0 1 0 0,-1 0 0 0 0,1 0-1 0 0,0 0 1 0 0,0 0 0 0 0,0-1-1 0 0,1 1 1 0 0,-1-1 0 0 0,1 0-1 0 0,0 0 1 0 0,0 0 0 0 0,0 0 0 0 0,0-1-1 0 0,0 0 1 0 0,1 1 0 0 0,-1-2-1 0 0,1 1 1 0 0,-1 0 0 0 0,1-1-1 0 0,0 0 1 0 0,0 0 0 0 0,7 0-1 0 0,1 1-1 0 0,1-2-1 0 0,0 1 0 0 0,0-2 0 0 0,0 0 1 0 0,0 0-1 0 0,0-1 0 0 0,-1-1 1 0 0,1 0-1 0 0,-1-1 0 0 0,0-1 0 0 0,0 0 1 0 0,0 0-1 0 0,0-2 0 0 0,-1 1 1 0 0,0-2-1 0 0,-1 1 0 0 0,14-12 0 0 0,12-15-9 0 0,-2 0-1 0 0,-1-3 0 0 0,43-58 0 0 0,-46 56-8 0 0,-27 34 21 0 0,1-2-39 0 0,0 1 0 0 0,1 0 0 0 0,0 0 0 0 0,9-8 1 0 0,-13 13 27 0 0,0 1 8 0 0,-1 0 0 0 0,0 1-1 0 0,1-1 1 0 0,-1 1 0 0 0,0-1 0 0 0,1 1 0 0 0,-1 0 0 0 0,0-1 0 0 0,0 1 0 0 0,0 0 0 0 0,0 0 0 0 0,0 0 0 0 0,0 0 0 0 0,0 0 0 0 0,0 0 0 0 0,0 0 0 0 0,0 0 0 0 0,-1 1-1 0 0,1-1 1 0 0,0 0 0 0 0,-1 0 0 0 0,2 2 0 0 0,9 33-28 0 0,-7-16 17 0 0,-2-1 0 0 0,1 30-1 0 0,-3-41 16 0 0,0-1 0 0 0,-1 1-1 0 0,1-1 1 0 0,-2 0 0 0 0,1 0 0 0 0,-1 0-1 0 0,0 1 1 0 0,-1-2 0 0 0,-6 14 0 0 0,9-19-4 0 0,-1 0 1 0 0,1 0 0 0 0,-1 0-1 0 0,1 0 1 0 0,-1 0 0 0 0,1 0-1 0 0,-1 0 1 0 0,0 0 0 0 0,0 0-1 0 0,0 0 1 0 0,1 0 0 0 0,-1 0-1 0 0,0-1 1 0 0,0 1-1 0 0,0 0 1 0 0,0-1 0 0 0,0 1-1 0 0,0-1 1 0 0,0 1 0 0 0,-1-1-1 0 0,1 1 1 0 0,0-1 0 0 0,0 0-1 0 0,0 0 1 0 0,0 1 0 0 0,0-1-1 0 0,-1 0 1 0 0,1 0 0 0 0,0 0-1 0 0,0 0 1 0 0,0-1 0 0 0,-1 1-1 0 0,1 0 1 0 0,0 0 0 0 0,-2-1-1 0 0,1 0 0 0 0,0-1 0 0 0,0 1 1 0 0,1-1-1 0 0,-1 0 0 0 0,0 1 0 0 0,1-1 0 0 0,-1 0 0 0 0,1 0 0 0 0,-1 0 0 0 0,1 0 0 0 0,0 0 0 0 0,0 0 1 0 0,0 0-1 0 0,0 0 0 0 0,0-1 0 0 0,-1-3 0 0 0,0-2 1 0 0,1 0 0 0 0,0 0 0 0 0,0-1 0 0 0,0 1 0 0 0,1 0 0 0 0,1 0 0 0 0,-1-1 0 0 0,1 1 0 0 0,1 0 0 0 0,-1 0 0 0 0,1 0 0 0 0,1 0 0 0 0,-1 0 0 0 0,1 1 0 0 0,1-1 1 0 0,-1 1-1 0 0,2-1 0 0 0,-1 1 0 0 0,9-11 0 0 0,-6 11-6 0 0,0-1 0 0 0,0 1 1 0 0,1 1-1 0 0,0-1 0 0 0,0 1 0 0 0,0 1 1 0 0,1-1-1 0 0,-1 2 0 0 0,1-1 1 0 0,1 1-1 0 0,-1 0 0 0 0,1 1 0 0 0,-1 0 1 0 0,1 1-1 0 0,17-3 0 0 0,-15 4 4 0 0,0 1 0 0 0,0 0 0 0 0,0 1 0 0 0,-1 0 0 0 0,1 1-1 0 0,0 0 1 0 0,-1 1 0 0 0,1 0 0 0 0,-1 1 0 0 0,0 0 0 0 0,0 1-1 0 0,14 8 1 0 0,-19-10 1 0 0,-1 1-1 0 0,1 0 1 0 0,-1 0-1 0 0,0 0 1 0 0,0 0-1 0 0,0 1 1 0 0,-1 0-1 0 0,0 0 1 0 0,0 0-1 0 0,0 1 1 0 0,0-1-1 0 0,-1 1 1 0 0,0 0-1 0 0,0 0 1 0 0,0 0-1 0 0,-1 0 1 0 0,0 0-1 0 0,0 1 1 0 0,-1-1-1 0 0,0 1 1 0 0,0-1-1 0 0,0 1 1 0 0,-1 10-1 0 0,-1-10 7 0 0,0-1 0 0 0,-1 1-1 0 0,1-1 1 0 0,-1 1 0 0 0,0-1 0 0 0,-1 0 0 0 0,0 0-1 0 0,0 0 1 0 0,0-1 0 0 0,0 1 0 0 0,-1 0 0 0 0,0-1-1 0 0,0 0 1 0 0,-1 0 0 0 0,1-1 0 0 0,-1 1 0 0 0,0-1-1 0 0,-1 0 1 0 0,-9 7 0 0 0,13-10-1 0 0,1 0 1 0 0,-1 0-1 0 0,1 0 0 0 0,-1 0 1 0 0,0 0-1 0 0,0 0 0 0 0,1 0 0 0 0,-1-1 1 0 0,0 1-1 0 0,0-1 0 0 0,0 1 1 0 0,0-1-1 0 0,0 0 0 0 0,0 0 1 0 0,0 1-1 0 0,0-1 0 0 0,0-1 1 0 0,0 1-1 0 0,-3-1 0 0 0,2 1-8 0 0,3-1 4 0 0,-1 1 0 0 0,0 0 0 0 0,1 0 0 0 0,-1-1 0 0 0,0 1 0 0 0,1-1 0 0 0,-1 1 0 0 0,1-1 0 0 0,-1 1 0 0 0,1-1 0 0 0,-1 1 0 0 0,1-1 0 0 0,-1 1 0 0 0,1-1 0 0 0,-1 1 0 0 0,1-1 0 0 0,0 0 0 0 0,0 1 0 0 0,-1-1 0 0 0,1 0 0 0 0,0 1 0 0 0,0-1 0 0 0,-1 0 0 0 0,1 1 0 0 0,0-2 0 0 0,-1-17 2 0 0,2 5 4 0 0,1 0-1 0 0,1 0 1 0 0,1 1-1 0 0,0-1 1 0 0,0 1 0 0 0,1 0-1 0 0,1 0 1 0 0,0 0 0 0 0,13-18-1 0 0,-9 16-13 0 0,1 1 1 0 0,0 0-1 0 0,0 1 0 0 0,2 1 0 0 0,-1-1 1 0 0,2 2-1 0 0,19-14 0 0 0,-25 20 3 0 0,1 0 0 0 0,1 0 0 0 0,-1 1 0 0 0,1 0 0 0 0,-1 1 0 0 0,1 0 1 0 0,0 0-1 0 0,0 1 0 0 0,1 1 0 0 0,-1-1 0 0 0,14 1 0 0 0,-20 1 4 0 0,0 0 0 0 0,0 1 0 0 0,-1-1 0 0 0,1 1 0 0 0,0 0-1 0 0,0 0 1 0 0,-1 0 0 0 0,1 0 0 0 0,0 0 0 0 0,-1 1 0 0 0,1 0 0 0 0,-1 0 0 0 0,0 0 0 0 0,0 0 0 0 0,0 0 0 0 0,0 0-1 0 0,0 1 1 0 0,0 0 0 0 0,0 0 0 0 0,-1-1 0 0 0,1 1 0 0 0,-1 1 0 0 0,0-1 0 0 0,0 0 0 0 0,0 0 0 0 0,-1 1 0 0 0,1 0 0 0 0,-1-1-1 0 0,1 1 1 0 0,-1-1 0 0 0,-1 1 0 0 0,1 0 0 0 0,0 4 0 0 0,0 3 2 0 0,0 0 1 0 0,-1 0-1 0 0,-1 0 0 0 0,0 0 0 0 0,0 0 1 0 0,-1 0-1 0 0,-5 18 0 0 0,-33 77-13 0 0,8-27 11 0 0,26-64-22 0 0,5-12 30 0 0,0 0 0 0 0,-1 0 0 0 0,1-1 0 0 0,0 1 0 0 0,1 0 0 0 0,-1 0 0 0 0,1 0 0 0 0,-1 0 0 0 0,1 0 0 0 0,0 0 0 0 0,0 3 0 0 0,0-5-7 0 0,0-1 0 0 0,1 1 1 0 0,-1-1-1 0 0,0 1 1 0 0,1-1-1 0 0,-1 0 0 0 0,0 1 1 0 0,1-1-1 0 0,-1 0 0 0 0,1 1 1 0 0,-1-1-1 0 0,0 0 1 0 0,1 1-1 0 0,-1-1 0 0 0,1 0 1 0 0,-1 0-1 0 0,1 0 0 0 0,-1 1 1 0 0,1-1-1 0 0,-1 0 1 0 0,1 0-1 0 0,-1 0 0 0 0,1 0 1 0 0,-1 0-1 0 0,1 0 0 0 0,0 0 1 0 0,-1 0-1 0 0,1 0 1 0 0,-1 0-1 0 0,1 0 0 0 0,0-1 1 0 0,16-2 6 0 0,-17 3-10 0 0,14-4 10 0 0,0-1-1 0 0,-1 0 1 0 0,0-1-1 0 0,0 0 1 0 0,16-11-1 0 0,56-45 21 0 0,-62 44-15 0 0,24-19-7 0 0,-1-2-1 0 0,-2-3 1 0 0,-2-1-1 0 0,-1-2 1 0 0,63-92-1 0 0,-101 132-9 0 0,0 0-1 0 0,0 1 0 0 0,0-1 1 0 0,-1 0-1 0 0,0 0 1 0 0,0-1-1 0 0,0 1 1 0 0,-1 0-1 0 0,2-10 1 0 0,-3 14 3 0 0,0 1 0 0 0,0 0 0 0 0,0 0 1 0 0,0-1-1 0 0,-1 1 0 0 0,1 0 0 0 0,0 0 1 0 0,0-1-1 0 0,0 1 0 0 0,-1 0 1 0 0,1 0-1 0 0,0 0 0 0 0,0 0 0 0 0,-1-1 1 0 0,1 1-1 0 0,0 0 0 0 0,-1 0 0 0 0,1 0 1 0 0,0 0-1 0 0,0 0 0 0 0,-1 0 0 0 0,1 0 1 0 0,0 0-1 0 0,-1 0 0 0 0,1 0 0 0 0,0 0 1 0 0,-1 0-1 0 0,1 0 0 0 0,0 0 0 0 0,0 0 1 0 0,-1 0-1 0 0,1 0 0 0 0,0 0 0 0 0,-1 0 1 0 0,1 0-1 0 0,0 0 0 0 0,0 1 0 0 0,-1-1 1 0 0,-11 5 5 0 0,1 4 56 0 0,0 0 0 0 0,1 1 0 0 0,0 0 0 0 0,1 1 0 0 0,-11 15 0 0 0,-34 62 423 0 0,45-73-424 0 0,2 0 1 0 0,0 0 0 0 0,0 1-1 0 0,1 0 1 0 0,1 0 0 0 0,1 0-1 0 0,-3 23 1 0 0,6-34-35 0 0,0 1-1 0 0,1-1 0 0 0,0 1 1 0 0,1-1-1 0 0,-1 1 1 0 0,1 0-1 0 0,0-1 1 0 0,0 0-1 0 0,1 1 1 0 0,0-1-1 0 0,0 0 1 0 0,0 0-1 0 0,0 0 1 0 0,1 0-1 0 0,0 0 1 0 0,0 0-1 0 0,0-1 1 0 0,0 1-1 0 0,1-1 0 0 0,0 0 1 0 0,0 0-1 0 0,0 0 1 0 0,0-1-1 0 0,1 1 1 0 0,7 4-1 0 0,1-2 9 0 0,-1 0 0 0 0,1-1 0 0 0,0 0 1 0 0,0-1-1 0 0,1 0 0 0 0,-1-1 0 0 0,1-1 0 0 0,0 0 0 0 0,22 0 0 0 0,-8-3-486 0 0,-1 0 1 0 0,0-2-1 0 0,52-11 0 0 0,-3-9-2613 0 0,-26 4-2669 0 0,-4-1-2240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33 1140 0 0,'0'-33'13780'0'0,"-5"47"-12349"0"0,-34 205 4397 0 0,17-72-4157 0 0,-237 984 2206 0 0,230-1029-3864 0 0,-55 127 0 0 0,82-225-318 0 0,0 1 0 0 0,0-1-1 0 0,-1 0 1 0 0,1 0 0 0 0,-1 0-1 0 0,0 0 1 0 0,0-1 0 0 0,-7 7 0 0 0,10-10 212 0 0,-1 0 0 0 0,0 1 1 0 0,1-1-1 0 0,-1 0 1 0 0,1 0-1 0 0,-1 0 0 0 0,0 0 1 0 0,1 0-1 0 0,-1 0 0 0 0,0 0 1 0 0,1 0-1 0 0,-1 0 1 0 0,0 0-1 0 0,1 0 0 0 0,-1 0 1 0 0,0 0-1 0 0,1-1 0 0 0,-1 1 1 0 0,0 0-1 0 0,1 0 1 0 0,-1-1-1 0 0,1 1 0 0 0,-1 0 1 0 0,1-1-1 0 0,-1 1 0 0 0,1-1 1 0 0,-1 1-1 0 0,1-1 1 0 0,-1 1-1 0 0,1-1 0 0 0,-1 0 1 0 0,-11-18-2258 0 0,7 0 83 0 0,0-1-1 0 0,1 0 1 0 0,-1-28-1 0 0,3 31 383 0 0,-2-31-4448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6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0 268 468 0 0,'8'-20'932'0'0,"2"0"0"0"0,0 1 0 0 0,0 0 1 0 0,2 1-1 0 0,0 0 0 0 0,1 1 0 0 0,1 1 0 0 0,1 0 0 0 0,17-15 0 0 0,-22 23-652 0 0,1 0 0 0 0,0 0-1 0 0,0 1 1 0 0,1 0 0 0 0,0 1-1 0 0,0 1 1 0 0,0 0 0 0 0,1 0-1 0 0,0 1 1 0 0,0 1 0 0 0,0 0-1 0 0,0 1 1 0 0,1 0 0 0 0,-1 1-1 0 0,24 1 1 0 0,-21 1-23 0 0,1 2 0 0 0,0-1 0 0 0,-1 2 1 0 0,0 0-1 0 0,1 1 0 0 0,-2 1 0 0 0,20 9 0 0 0,-29-12-121 0 0,1 0 0 0 0,-1 0 0 0 0,-1 1-1 0 0,1 0 1 0 0,0 0 0 0 0,-1 0 0 0 0,0 1-1 0 0,0 0 1 0 0,0 0 0 0 0,-1 0 0 0 0,0 1-1 0 0,0-1 1 0 0,0 1 0 0 0,-1 0 0 0 0,1 0 0 0 0,-1 0-1 0 0,-1 1 1 0 0,1-1 0 0 0,-1 1 0 0 0,1 7-1 0 0,-2-8-39 0 0,-1 0-1 0 0,0 0 1 0 0,-1 1-1 0 0,1-1 0 0 0,-1 0 1 0 0,0 0-1 0 0,-1 0 1 0 0,0 1-1 0 0,0-2 0 0 0,0 1 1 0 0,0 0-1 0 0,-1 0 0 0 0,0-1 1 0 0,0 1-1 0 0,-1-1 1 0 0,-6 8-1 0 0,1-3-12 0 0,0 0 1 0 0,0 0-1 0 0,-2 0 1 0 0,1-2-1 0 0,-1 1 1 0 0,-18 10-1 0 0,16-13-178 0 0,0-1 0 0 0,0 0-1 0 0,-1 0 1 0 0,0-1 0 0 0,0-1 0 0 0,0-1 0 0 0,-26 2 0 0 0,37-4-330 0 0,-1 0 0 0 0,1 0 0 0 0,-1-1 0 0 0,1 1 0 0 0,-1-1 0 0 0,0 0-1 0 0,-4-2 1 0 0,2 2-299 0 0,6 0 572 0 0,-1 1 1 0 0,0 0-1 0 0,1 0 0 0 0,-1-1 0 0 0,1 1 0 0 0,-1-1 1 0 0,1 1-1 0 0,-1 0 0 0 0,1-1 0 0 0,-1 1 0 0 0,1-1 0 0 0,0 1 1 0 0,-1-1-1 0 0,1 0 0 0 0,0 1 0 0 0,-1-1 0 0 0,1 1 1 0 0,0-1-1 0 0,-1 0 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78 420 0 0,'2'-3'1271'0'0,"-1"2"-848"0"0,-1 0 1 0 0,1 0 0 0 0,0 0-1 0 0,-1 0 1 0 0,1 0 0 0 0,-1 0-1 0 0,1 0 1 0 0,-1-1-1 0 0,0 1 1 0 0,0 0 0 0 0,1 0-1 0 0,-1 0 1 0 0,0-1-1 0 0,0-1 1 0 0,0 3-279 0 0,-1-1-1 0 0,1 1 1 0 0,0-1 0 0 0,0 1 0 0 0,-1-1-1 0 0,1 1 1 0 0,0 0 0 0 0,-1-1-1 0 0,1 1 1 0 0,-1-1 0 0 0,1 1 0 0 0,0 0-1 0 0,-1-1 1 0 0,1 1 0 0 0,-1 0-1 0 0,1 0 1 0 0,-1-1 0 0 0,1 1 0 0 0,-1 0-1 0 0,1 0 1 0 0,-1 0 0 0 0,1-1-1 0 0,-1 1 1 0 0,0 0 0 0 0,0 0-1 0 0,-2 0 83 0 0,0 0 0 0 0,0 0 0 0 0,0 0 0 0 0,0 1 0 0 0,0-1 0 0 0,1 1 0 0 0,-1 0 0 0 0,0 0 0 0 0,0 0-1 0 0,1 0 1 0 0,-1 0 0 0 0,0 0 0 0 0,-2 2 0 0 0,-6 7 170 0 0,-1 0-1 0 0,2 0 1 0 0,0 1 0 0 0,0 0-1 0 0,1 1 1 0 0,0 0 0 0 0,1 1-1 0 0,-9 17 1 0 0,8-11-210 0 0,0 1-1 0 0,2-1 1 0 0,0 1 0 0 0,1 1 0 0 0,-4 27-1 0 0,9-40-145 0 0,0 1-1 0 0,0-1 1 0 0,1 1-1 0 0,1-1 0 0 0,-1 1 1 0 0,1-1-1 0 0,0 0 0 0 0,1 0 1 0 0,0 1-1 0 0,4 10 0 0 0,-4-16-26 0 0,0 1 0 0 0,-1-1 0 0 0,1 1 0 0 0,1-1-1 0 0,-1 0 1 0 0,0 0 0 0 0,1 0 0 0 0,-1 0 0 0 0,1 0-1 0 0,0 0 1 0 0,0-1 0 0 0,0 1 0 0 0,1-1 0 0 0,-1 0 0 0 0,0 0-1 0 0,1 0 1 0 0,-1-1 0 0 0,1 1 0 0 0,0-1 0 0 0,-1 0-1 0 0,1 0 1 0 0,0 0 0 0 0,8 1 0 0 0,0-2 3 0 0,0 0 0 0 0,0 0-1 0 0,-1-1 1 0 0,1-1 0 0 0,0 0 0 0 0,0-1 0 0 0,-1 0-1 0 0,1 0 1 0 0,-1-2 0 0 0,0 1 0 0 0,0-1 0 0 0,-1-1 0 0 0,1 0-1 0 0,-1 0 1 0 0,0-1 0 0 0,-1 0 0 0 0,0-1 0 0 0,0 0-1 0 0,10-12 1 0 0,-7 6-4 0 0,-1 0 0 0 0,0-1 0 0 0,-1 0-1 0 0,0-1 1 0 0,-1 0 0 0 0,-1 0 0 0 0,-1-1-1 0 0,0 0 1 0 0,-1-1 0 0 0,-1 1 0 0 0,5-36-1 0 0,-9 46-13 0 0,-1 0-1 0 0,0 0 1 0 0,0 0-1 0 0,0-1 1 0 0,-1 1 0 0 0,0 0-1 0 0,-1 0 1 0 0,0 0-1 0 0,0 0 1 0 0,0 0-1 0 0,-1 0 1 0 0,0 1-1 0 0,0-1 1 0 0,0 1-1 0 0,-8-10 1 0 0,8 12 0 0 0,0 1 0 0 0,0 0 1 0 0,0 0-1 0 0,0 0 0 0 0,-1 0 0 0 0,0 0 0 0 0,1 1 0 0 0,-1 0 1 0 0,0-1-1 0 0,0 1 0 0 0,0 1 0 0 0,0-1 0 0 0,0 1 1 0 0,0-1-1 0 0,-1 1 0 0 0,1 0 0 0 0,0 1 0 0 0,-1-1 0 0 0,1 1 1 0 0,-1 0-1 0 0,1 0 0 0 0,-1 0 0 0 0,1 1 0 0 0,0-1 1 0 0,-1 1-1 0 0,-6 2 0 0 0,6-1-95 0 0,-1 0 0 0 0,1 0 0 0 0,-1 0 0 0 0,1 1 0 0 0,0 0 0 0 0,0 0 0 0 0,0 0 0 0 0,-8 8 0 0 0,12-10-155 0 0,-1 0-1 0 0,1 0 1 0 0,0 1-1 0 0,0-1 1 0 0,0 1-1 0 0,0-1 1 0 0,0 1-1 0 0,0 0 1 0 0,0-1-1 0 0,0 1 1 0 0,1 0 0 0 0,-1-1-1 0 0,1 1 1 0 0,-1 0-1 0 0,1 0 1 0 0,0-1-1 0 0,0 1 1 0 0,-1 0-1 0 0,1 0 1 0 0,0 0-1 0 0,1 0 1 0 0,-1-1-1 0 0,0 1 1 0 0,1 0-1 0 0,-1 0 1 0 0,1 0-1 0 0,-1-1 1 0 0,1 1 0 0 0,0 0-1 0 0,-1-1 1 0 0,3 3-1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7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2656 0 0,'57'-39'12651'0'0,"-56"38"-12130"0"0,4 0 51 0 0,-5 1-556 0 0,0-1 0 0 0,1 1 0 0 0,-1 0 0 0 0,0 0 0 0 0,0 0 0 0 0,0 0 0 0 0,1 0 0 0 0,-1 0 1 0 0,0-1-1 0 0,0 1 0 0 0,1 0 0 0 0,-1 0 0 0 0,0 0 0 0 0,0 0 0 0 0,1 0 0 0 0,-1 0 0 0 0,0 0 1 0 0,0 0-1 0 0,1 0 0 0 0,-1 0 0 0 0,0 0 0 0 0,0 0 0 0 0,1 0 0 0 0,-1 0 0 0 0,0 0 1 0 0,0 0-1 0 0,1 1 0 0 0,-1-1 0 0 0,0 0 0 0 0,0 0 0 0 0,1 0 0 0 0,-1 0 0 0 0,0 0 0 0 0,0 1 1 0 0,2 4 217 0 0,-1 0 1 0 0,0 0 0 0 0,0 0-1 0 0,0 0 1 0 0,0 0 0 0 0,-1 0-1 0 0,0 1 1 0 0,-1 9 0 0 0,-10 49 489 0 0,5-33-456 0 0,-6 26 13 0 0,7-37-224 0 0,1 0 1 0 0,1 1 0 0 0,0 0-1 0 0,2-1 1 0 0,1 25 0 0 0,0-42-131 0 0,0-1 0 0 0,1 1 0 0 0,-1 0 1 0 0,1 0-1 0 0,0-1 0 0 0,0 1 1 0 0,0 0-1 0 0,0-1 0 0 0,0 1 1 0 0,1-1-1 0 0,-1 1 0 0 0,1-1 0 0 0,0 0 1 0 0,0 0-1 0 0,0 0 0 0 0,0 0 1 0 0,0 0-1 0 0,0 0 0 0 0,0 0 1 0 0,0-1-1 0 0,6 4 0 0 0,-5-4-333 0 0,0 0 0 0 0,1 1 1 0 0,-1-1-1 0 0,1 0 0 0 0,-1-1 0 0 0,1 1 0 0 0,3 0 0 0 0,-2-1-703 0 0,0 0-1 0 0,-1 0 1 0 0,1-1-1 0 0,-1 1 1 0 0,8-3 0 0 0,7-3-5679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7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69 1596 0 0,'-10'-12'2208'0'0,"0"-2"-495"0"0,-2 5-313 0 0,0 1-292 0 0,1-2-208 0 0,-1 4-228 0 0,0 1-132 0 0,0 0 248 0 0,-8 5-336 0 0,4 7-500 0 0,4 5-1548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7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1 704 0 0,'4'8'7901'0'0,"7"11"-5053"0"0,2 16-1264 0 0,-1 0 0 0 0,-2 1-1 0 0,6 45 1 0 0,-14-69-1441 0 0,-1 1 0 0 0,-1 0-1 0 0,0 0 1 0 0,0-1 0 0 0,-1 1 0 0 0,-1 0 0 0 0,0-1-1 0 0,-1 1 1 0 0,0-1 0 0 0,-1 0 0 0 0,0 0 0 0 0,-1 0-1 0 0,-7 13 1 0 0,11-23-115 0 0,1-1 0 0 0,-1 0-1 0 0,1 0 1 0 0,-1 0 0 0 0,0 0 0 0 0,1 1 0 0 0,-1-1-1 0 0,0 0 1 0 0,0 0 0 0 0,0-1 0 0 0,0 1-1 0 0,1 0 1 0 0,-1 0 0 0 0,-1 0 0 0 0,1 0 0 0 0,0-1-1 0 0,0 1 1 0 0,0-1 0 0 0,0 1 0 0 0,0-1-1 0 0,-1 1 1 0 0,1-1 0 0 0,0 1 0 0 0,0-1-1 0 0,-1 0 1 0 0,1 0 0 0 0,0 0 0 0 0,0 0 0 0 0,-1 0-1 0 0,1 0 1 0 0,-3 0 0 0 0,4-1-23 0 0,0 0-1 0 0,0 0 1 0 0,-1-1 0 0 0,1 1-1 0 0,0 0 1 0 0,0 0 0 0 0,0 0-1 0 0,0 0 1 0 0,0 0 0 0 0,1 0-1 0 0,-1 0 1 0 0,0-1 0 0 0,0 1-1 0 0,1 0 1 0 0,0-1 0 0 0,4-14-14 0 0,1 0-1 0 0,1 0 1 0 0,0 1 0 0 0,2 0 0 0 0,11-17 0 0 0,-19 30 7 0 0,22-34-66 0 0,2 1 1 0 0,44-48-1 0 0,-54 67 42 0 0,1 1 0 0 0,1 0 0 0 0,0 1 0 0 0,1 1 1 0 0,0 1-1 0 0,35-17 0 0 0,-47 26 33 0 0,-1 1 1 0 0,1 0 0 0 0,0 0-1 0 0,0 0 1 0 0,0 1-1 0 0,0 0 1 0 0,0 0 0 0 0,0 1-1 0 0,0-1 1 0 0,0 1-1 0 0,0 1 1 0 0,0-1-1 0 0,9 3 1 0 0,-12-2-1 0 0,1 0-1 0 0,-1 0 1 0 0,0 1-1 0 0,0-1 1 0 0,0 1 0 0 0,0 0-1 0 0,0 0 1 0 0,0 0 0 0 0,0 0-1 0 0,0 0 1 0 0,-1 1-1 0 0,1-1 1 0 0,-1 1 0 0 0,0 0-1 0 0,0 0 1 0 0,0 0-1 0 0,0 0 1 0 0,0 0 0 0 0,-1 0-1 0 0,0 0 1 0 0,1 0-1 0 0,-1 1 1 0 0,0-1 0 0 0,1 6-1 0 0,-1 0 75 0 0,0 1 0 0 0,0-1 0 0 0,-1 1 1 0 0,0-1-1 0 0,0 1 0 0 0,-1-1 0 0 0,-4 16 0 0 0,-2 5 99 0 0,-13 30 1 0 0,11-36-375 0 0,1 0 0 0 0,-6 33 0 0 0,15-38-1511 0 0,3-9-1280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7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151 121 1264 0 0,'10'-102'11480'0'0,"-8"84"-5107"0"0,-8 106-3801 0 0,-4-1 0 0 0,-27 115 0 0 0,33-184-2376 0 0,-73 275 1768 0 0,76-290-1960 0 0,-21 81 259 0 0,20-74-326 0 0,0-1-1 0 0,1 1 1 0 0,1 0 0 0 0,-1 0 0 0 0,2 0 0 0 0,1 16-1 0 0,-1-24-67 0 0,-1 0-1 0 0,1 0 0 0 0,0 0 1 0 0,-1 0-1 0 0,1-1 1 0 0,0 1-1 0 0,0 0 0 0 0,0-1 1 0 0,0 1-1 0 0,1 0 1 0 0,-1-1-1 0 0,0 1 0 0 0,1-1 1 0 0,-1 0-1 0 0,0 1 1 0 0,1-1-1 0 0,0 0 0 0 0,-1 0 1 0 0,1 0-1 0 0,0 0 1 0 0,0 0-1 0 0,-1-1 0 0 0,1 1 1 0 0,0 0-1 0 0,0-1 1 0 0,0 1-1 0 0,0-1 0 0 0,0 0 1 0 0,0 0-1 0 0,0 0 1 0 0,0 0-1 0 0,0 0 0 0 0,0 0 1 0 0,0 0-1 0 0,3-1 1 0 0,6-1-949 0 0,-1 0 1 0 0,1-1 0 0 0,-1 0-1 0 0,0-1 1 0 0,12-5 0 0 0,31-21-6853 0 0,-26 11 664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08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403 100 2996 0 0,'-387'-90'16776'0'0,"374"88"-16225"0"0,11 1 273 0 0,4 1-517 0 0,9-3-216 0 0,0 2-1 0 0,0-1 1 0 0,0 2 0 0 0,1-1 0 0 0,-1 2-1 0 0,17 2 1 0 0,6-1-7 0 0,392 29-133 0 0,-156-9-6943 0 0,-235-21 1971 0 0,-6 0-2686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0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66 2412 0 0,'4'-10'2675'0'0,"-1"1"-1"0"0,0-1 1 0 0,0 0-1 0 0,1-16 2850 0 0,-6 28-5388 0 0,0 0 1 0 0,1 1-1 0 0,-1-1 0 0 0,0 1 1 0 0,1-1-1 0 0,0 1 1 0 0,0 0-1 0 0,0 0 0 0 0,-1 3 1 0 0,0-1 42 0 0,-124 269 672 0 0,99-215-4779 0 0,2 0-3889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86 2336 0 0,'-32'-84'10431'0'0,"31"82"-9830"0"0,0 11-3086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706 103 1140 0 0,'5'-7'1949'0'0,"-1"1"0"0"0,0-1 0 0 0,0 0 0 0 0,-1 0 0 0 0,0 0-1 0 0,0 0 1 0 0,3-15 0 0 0,1-3 1019 0 0,-7 25-2928 0 0,0 0 0 0 0,1 0-1 0 0,-1 0 1 0 0,0-1 0 0 0,0 1-1 0 0,0 0 1 0 0,0 0 0 0 0,0 0 0 0 0,0 0-1 0 0,1-1 1 0 0,-1 1 0 0 0,0 0-1 0 0,0 0 1 0 0,0 0 0 0 0,0 0 0 0 0,0-1-1 0 0,0 1 1 0 0,0 0 0 0 0,0 0-1 0 0,0 0 1 0 0,0-1 0 0 0,0 1 0 0 0,0 0-1 0 0,0 0 1 0 0,0 0 0 0 0,0-1-1 0 0,0 1 1 0 0,0 0 0 0 0,0 0-1 0 0,0 0 1 0 0,-1-1 0 0 0,1 1 0 0 0,0 0-1 0 0,0 0 1 0 0,0 0 0 0 0,0 0-1 0 0,0 0 1 0 0,0-1 0 0 0,-1 1 0 0 0,1 0-1 0 0,0 0 1 0 0,0 0 0 0 0,0 0-1 0 0,0 0 1 0 0,0 0 0 0 0,-1-1 0 0 0,-9 7 502 0 0,-13 18-92 0 0,-3 14 356 0 0,-41 80 0 0 0,-9 49 93 0 0,72-156-842 0 0,-23 57 236 0 0,3 1-1 0 0,-22 108 1 0 0,-9 147 62 0 0,42-236-291 0 0,6-37-24 0 0,-2-1 1 0 0,-3 0-1 0 0,-27 76 0 0 0,32-110-23 0 0,-1 1-1 0 0,-1-1 1 0 0,0-1-1 0 0,-1 1 1 0 0,-20 22-1 0 0,21-28-12 0 0,1-2-1 0 0,-2 1 1 0 0,1-1 0 0 0,-1-1-1 0 0,-1 0 1 0 0,1 0 0 0 0,-1-1-1 0 0,0 0 1 0 0,-16 5 0 0 0,23-9-217 0 0,0-1 0 0 0,0 0 0 0 0,0 0 0 0 0,0 0 0 0 0,0 0 0 0 0,0-1 0 0 0,0 0 0 0 0,0 0 0 0 0,0 0 1 0 0,0 0-1 0 0,0 0 0 0 0,0-1 0 0 0,0 0 0 0 0,0 0 0 0 0,0 0 0 0 0,-5-2 0 0 0,6 1-441 0 0,0 0 0 0 0,0 0 1 0 0,0 0-1 0 0,0 0 0 0 0,1 0 0 0 0,-1 0 0 0 0,1-1 0 0 0,0 0 0 0 0,0 1 1 0 0,0-1-1 0 0,0 0 0 0 0,0 0 0 0 0,1 0 0 0 0,-1 0 0 0 0,1 0 0 0 0,0 0 1 0 0,-1 0-1 0 0,2-1 0 0 0,-2-6 0 0 0,-1-14-6965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0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3144 0 0,'1'-6'752'0'0,"0"0"0"0"0,0 0 0 0 0,0 1 0 0 0,1-1 0 0 0,0 0 0 0 0,0 0 0 0 0,0 1 0 0 0,1-1 0 0 0,-1 1 0 0 0,1 0 0 0 0,1 0 0 0 0,3-5 0 0 0,-1 4-471 0 0,0 0 0 0 0,0 1 0 0 0,1 0 0 0 0,-1 0 0 0 0,1 0 0 0 0,0 1 0 0 0,0 0 0 0 0,12-4 0 0 0,11-4-74 0 0,1 2-1 0 0,-1 1 1 0 0,2 2 0 0 0,-1 1 0 0 0,63-5-1 0 0,-64 11-4455 0 0,47 3 0 0 0,-63-1-1538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1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448 254 1792 0 0,'-2'-16'1535'0'0,"1"0"-1"0"0,1 0 1 0 0,1 0-1 0 0,2-17 1 0 0,-1 21-870 0 0,0-1 1 0 0,-2 0-1 0 0,1 1 1 0 0,-2-1-1 0 0,0 0 1 0 0,0 0-1 0 0,-4-14 1 0 0,4 25-574 0 0,1 0 0 0 0,-1 0 1 0 0,0-1-1 0 0,0 1 0 0 0,0 0 1 0 0,0 0-1 0 0,0 0 0 0 0,0 0 1 0 0,-1 0-1 0 0,1 1 0 0 0,-1-1 1 0 0,0 0-1 0 0,1 1 0 0 0,-1-1 1 0 0,0 1-1 0 0,0-1 0 0 0,0 1 1 0 0,0 0-1 0 0,-3-2 0 0 0,1 2 12 0 0,1 0-1 0 0,0 0 0 0 0,-1 1 0 0 0,1 0 0 0 0,-1-1 0 0 0,1 1 0 0 0,-1 0 0 0 0,1 0 0 0 0,-1 1 0 0 0,1-1 0 0 0,-7 3 0 0 0,-2 1 76 0 0,0 0 1 0 0,0 1-1 0 0,1 1 0 0 0,-1-1 0 0 0,2 2 0 0 0,-13 8 0 0 0,-9 10 52 0 0,0 1-1 0 0,2 1 0 0 0,-34 41 0 0 0,48-49-183 0 0,1 0 0 0 0,1 1 0 0 0,1 1 0 0 0,1 0 0 0 0,0 0-1 0 0,-15 45 1 0 0,25-62-39 0 0,1 0 0 0 0,0 1 0 0 0,0-1-1 0 0,0 1 1 0 0,0-1 0 0 0,1 1 0 0 0,0 0 0 0 0,0-1 0 0 0,0 1-1 0 0,0 0 1 0 0,1-1 0 0 0,0 1 0 0 0,0-1 0 0 0,0 1-1 0 0,0-1 1 0 0,1 1 0 0 0,4 7 0 0 0,-4-8-2 0 0,1-1 1 0 0,0 1-1 0 0,0-1 1 0 0,0 0-1 0 0,1 0 1 0 0,-1 0-1 0 0,1 0 1 0 0,-1-1-1 0 0,1 1 0 0 0,0-1 1 0 0,0 0-1 0 0,0 0 1 0 0,0-1-1 0 0,1 1 1 0 0,-1-1-1 0 0,0 0 1 0 0,1 0-1 0 0,6 1 1 0 0,6 0-4 0 0,0-1 1 0 0,0 0-1 0 0,0-1 1 0 0,0-1-1 0 0,0-1 1 0 0,0 0-1 0 0,0-1 1 0 0,0-1-1 0 0,-1-1 1 0 0,22-9-1 0 0,-18 5-6 0 0,-1 0 0 0 0,1-2 0 0 0,-2-1-1 0 0,0 0 1 0 0,0-1 0 0 0,-2-1-1 0 0,27-27 1 0 0,36-45 230 0 0,-77 84-119 0 0,-4 22 214 0 0,-8 10-152 0 0,3-15-60 0 0,2 1-1 0 0,0 0 1 0 0,1 0 0 0 0,-4 33 0 0 0,8-45-137 0 0,0 1 0 0 0,0-1-1 0 0,0 1 1 0 0,1-1 0 0 0,0 0 0 0 0,0 1 0 0 0,0-1-1 0 0,0 0 1 0 0,0 1 0 0 0,1-1 0 0 0,0 0-1 0 0,0 0 1 0 0,0 0 0 0 0,1 0 0 0 0,-1-1 0 0 0,1 1-1 0 0,0-1 1 0 0,0 1 0 0 0,0-1 0 0 0,0 0 0 0 0,1 0-1 0 0,-1 0 1 0 0,6 3 0 0 0,-1-2-511 0 0,0 1 0 0 0,-1-2 0 0 0,1 1 0 0 0,1-1-1 0 0,-1 0 1 0 0,0-1 0 0 0,12 3 0 0 0,36 0-7089 0 0,-27-3 589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446 195 1272 0 0,'-1'-1'157'0'0,"1"0"-1"0"0,0 1 1 0 0,-1-1 0 0 0,1 0-1 0 0,0 1 1 0 0,-1-1 0 0 0,1 0-1 0 0,0 1 1 0 0,0-1 0 0 0,0 0-1 0 0,-1 0 1 0 0,1 1 0 0 0,0-1-1 0 0,0 0 1 0 0,0 0 0 0 0,0 1-1 0 0,0-1 1 0 0,1 0 0 0 0,-1 1-1 0 0,0-1 1 0 0,0 0 0 0 0,0 0-1 0 0,1 1 1 0 0,-1-1-1 0 0,0 0 1 0 0,1 1 0 0 0,-1-1-1 0 0,0 0 1 0 0,2 0 0 0 0,17-27 1788 0 0,-10 15-1070 0 0,-3 4-391 0 0,-1 2-95 0 0,0-1 0 0 0,0 0 1 0 0,-1 0-1 0 0,0 0 0 0 0,0 0 0 0 0,-1-1 0 0 0,0 1 0 0 0,2-12 1 0 0,-5 19-373 0 0,0 0 0 0 0,0-1 0 0 0,0 1 0 0 0,0 0 0 0 0,0-1 0 0 0,0 1 0 0 0,0-1 0 0 0,-1 1 0 0 0,1 0 0 0 0,-1 0 0 0 0,1-1 0 0 0,-1 1 0 0 0,0 0 0 0 0,1 0 0 0 0,-1-1 0 0 0,0 1 0 0 0,0 0 0 0 0,0 0 0 0 0,1 0 0 0 0,-1 0 0 0 0,0 0 0 0 0,-1 0 0 0 0,1 1 0 0 0,0-1 0 0 0,0 0 0 0 0,0 0 0 0 0,0 1 0 0 0,-1-1 0 0 0,1 1 0 0 0,0-1 0 0 0,-1 1 0 0 0,-1-1 0 0 0,-3 0-2 0 0,0-1 1 0 0,0 2-1 0 0,0-1 1 0 0,0 1-1 0 0,-10 0 1 0 0,1 1 38 0 0,0 2 1 0 0,0 0 0 0 0,0 1 0 0 0,0 0 0 0 0,1 1 0 0 0,0 0 0 0 0,0 2 0 0 0,-14 7 0 0 0,-8 8 257 0 0,-55 42 0 0 0,86-60-284 0 0,-26 19 199 0 0,-39 40-1 0 0,63-56-193 0 0,0 1 0 0 0,0 0 0 0 0,0 0-1 0 0,1 1 1 0 0,1 0 0 0 0,-1 0-1 0 0,2 0 1 0 0,-1 1 0 0 0,1 0-1 0 0,-4 14 1 0 0,7-21-23 0 0,1 0 0 0 0,-1 0 0 0 0,1 0 0 0 0,-1 0 1 0 0,1 0-1 0 0,0 0 0 0 0,0 0 0 0 0,0 0 0 0 0,1 0 0 0 0,-1 0 0 0 0,1 0 0 0 0,0 0 0 0 0,0 0 0 0 0,0 0 1 0 0,0 0-1 0 0,0-1 0 0 0,0 1 0 0 0,1 0 0 0 0,0-1 0 0 0,-1 1 0 0 0,1-1 0 0 0,0 1 0 0 0,3 2 0 0 0,0-1 2 0 0,0-1 0 0 0,0 1-1 0 0,0-1 1 0 0,1-1 0 0 0,-1 1-1 0 0,0-1 1 0 0,1 0 0 0 0,0 0-1 0 0,0 0 1 0 0,0-1-1 0 0,6 1 1 0 0,15 1-109 0 0,-1-1-1 0 0,1-1 1 0 0,0-1-1 0 0,27-4 1 0 0,28-8-2349 0 0,-4-6-3549 0 0,-47 10 1553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79 60 0 0,'2'-6'1253'0'0,"0"1"0"0"0,-1-1 0 0 0,1 0-1 0 0,-1 1 1 0 0,0-1 0 0 0,-1-8 0 0 0,0 12-1157 0 0,0 1-1 0 0,0 0 1 0 0,0-1 0 0 0,0 1 0 0 0,-1 0-1 0 0,1-1 1 0 0,-1 1 0 0 0,1 0 0 0 0,-1 0-1 0 0,1-1 1 0 0,-1 1 0 0 0,0 0-1 0 0,0 0 1 0 0,1 0 0 0 0,-1 0 0 0 0,0 0-1 0 0,0 0 1 0 0,0 0 0 0 0,0 0 0 0 0,0 0-1 0 0,0 1 1 0 0,-1-1 0 0 0,1 0 0 0 0,0 1-1 0 0,0-1 1 0 0,0 0 0 0 0,-1 1 0 0 0,1 0-1 0 0,0-1 1 0 0,-3 1 0 0 0,0 0 10 0 0,-1 0 0 0 0,1 0 0 0 0,0 1 0 0 0,0 0 1 0 0,0 0-1 0 0,0 0 0 0 0,0 0 0 0 0,0 0 0 0 0,0 1 0 0 0,0 0 0 0 0,-5 3 1 0 0,2-2 98 0 0,-19 11 274 0 0,0 1 0 0 0,1 1 0 0 0,-44 38 0 0 0,-58 67 204 0 0,125-120-676 0 0,1 0-3 0 0,-36 40 131 0 0,34-38-111 0 0,0 1-1 0 0,0 0 1 0 0,1 0-1 0 0,0 0 0 0 0,-1 0 1 0 0,1 1-1 0 0,1-1 0 0 0,-1 1 1 0 0,-1 4-1 0 0,3-8-17 0 0,0 1 1 0 0,0-1-1 0 0,0 0 0 0 0,1 0 0 0 0,-1 1 0 0 0,0-1 1 0 0,0 0-1 0 0,1 0 0 0 0,-1 0 0 0 0,1 0 0 0 0,-1 1 1 0 0,1-1-1 0 0,-1 0 0 0 0,1 0 0 0 0,0 0 1 0 0,-1 0-1 0 0,1 0 0 0 0,0 0 0 0 0,0 0 0 0 0,0-1 1 0 0,0 1-1 0 0,0 0 0 0 0,0 0 0 0 0,0-1 0 0 0,0 1 1 0 0,0 0-1 0 0,0-1 0 0 0,0 1 0 0 0,0-1 1 0 0,0 0-1 0 0,1 1 0 0 0,-1-1 0 0 0,0 0 0 0 0,2 1 1 0 0,4 0 0 0 0,0 0 0 0 0,0 1 0 0 0,0-2 0 0 0,8 1 0 0 0,7-1-35 0 0,1-1-1 0 0,-1-2 1 0 0,0 1 0 0 0,0-2 0 0 0,0-1-1 0 0,-1-1 1 0 0,1-1 0 0 0,30-14 0 0 0,-41 15 13 0 0,-1 1 1 0 0,0-2 0 0 0,0 1 0 0 0,-1-1-1 0 0,1-1 1 0 0,-2 1 0 0 0,1-2-1 0 0,-1 1 1 0 0,0-1 0 0 0,-1 0-1 0 0,0-1 1 0 0,0 0 0 0 0,-1 0 0 0 0,-1 0-1 0 0,0-1 1 0 0,0 1 0 0 0,6-21-1 0 0,-7 18 14 0 0,1-1 1 0 0,-5 13 0 0 0,0 1 1 0 0,0 0-1 0 0,0 0 0 0 0,0 0 0 0 0,0 0 0 0 0,0-1 0 0 0,0 1 0 0 0,-1 0 0 0 0,1 0 1 0 0,0 0-1 0 0,0 0 0 0 0,0-1 0 0 0,0 1 0 0 0,0 0 0 0 0,0 0 0 0 0,0 0 0 0 0,-1 0 1 0 0,1 0-1 0 0,0 0 0 0 0,0 0 0 0 0,0 0 0 0 0,0-1 0 0 0,0 1 0 0 0,-1 0 0 0 0,1 0 1 0 0,0 0-1 0 0,0 0 0 0 0,0 0 0 0 0,0 0 0 0 0,-1 0 0 0 0,1 0 0 0 0,0 0 1 0 0,0 0-1 0 0,0 0 0 0 0,0 0 0 0 0,-1 0 0 0 0,1 0 0 0 0,0 0 0 0 0,0 0 0 0 0,0 0 1 0 0,0 0-1 0 0,-1 0 0 0 0,1 1 0 0 0,0-1 0 0 0,0 0 0 0 0,0 0 0 0 0,0 0 0 0 0,0 0 1 0 0,-1 0-1 0 0,1 0 0 0 0,0 0 0 0 0,0 0 0 0 0,0 1 0 0 0,0-1 0 0 0,0 0 0 0 0,0 0 1 0 0,0 0-1 0 0,0 0 0 0 0,-1 1 0 0 0,1-1 0 0 0,-3 3 20 0 0,-1 1 0 0 0,1-1 0 0 0,0 1 0 0 0,0 0 0 0 0,0 0 0 0 0,1 0 0 0 0,-1 0 0 0 0,1 1 0 0 0,0-1 0 0 0,-2 9 0 0 0,-3 4 23 0 0,-2 0 47 0 0,1 1 0 0 0,1 0 0 0 0,1 0 0 0 0,1 0 0 0 0,0 1 0 0 0,1 0 0 0 0,-1 25 0 0 0,4-38-254 0 0,1 1 0 0 0,1-1 0 0 0,-1 1 0 0 0,1-1 1 0 0,0 1-1 0 0,1-1 0 0 0,-1 0 0 0 0,1 0 0 0 0,1 1 0 0 0,-1-1 0 0 0,4 5 0 0 0,-3-6-317 0 0,0-1 0 0 0,0-1 1 0 0,0 1-1 0 0,0 0 0 0 0,1-1 0 0 0,0 0 1 0 0,-1 0-1 0 0,1 0 0 0 0,0 0 0 0 0,1 0 0 0 0,-1-1 1 0 0,0 0-1 0 0,1 0 0 0 0,-1 0 0 0 0,1 0 0 0 0,6 1 1 0 0,9 1-3963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3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82 420 0 0,'27'-81'11703'0'0,"-27"97"-10591"0"0,-5 17-266 0 0,-1 1 1 0 0,-2-1-1 0 0,-1-1 0 0 0,-23 55 0 0 0,22-60-610 0 0,-66 149 923 0 0,75-175-1141 0 0,1-1 0 0 0,0 1 0 0 0,0 0 0 0 0,-1-1 0 0 0,1 1 0 0 0,0 0 0 0 0,-1-1 0 0 0,1 1 0 0 0,-1-1 0 0 0,1 1 0 0 0,-1 0 0 0 0,1-1 0 0 0,-1 1 0 0 0,1-1 0 0 0,-1 0 0 0 0,0 1 0 0 0,1-1 0 0 0,-1 1 0 0 0,1-1 0 0 0,-1 0 0 0 0,0 1 0 0 0,0-1 0 0 0,1 0 0 0 0,-1 0 0 0 0,0 0 0 0 0,1 1 0 0 0,-1-1 0 0 0,0 0 0 0 0,0 0 0 0 0,1 0-1 0 0,-1 0 1 0 0,0 0 0 0 0,0 0 0 0 0,0-1 0 0 0,0 0-13 0 0,1 1 0 0 0,-1-1 0 0 0,1 0-1 0 0,-1 0 1 0 0,1 0 0 0 0,0 0 0 0 0,-1 0-1 0 0,1 0 1 0 0,0 1 0 0 0,0-1 0 0 0,0 0-1 0 0,0 0 1 0 0,0 0 0 0 0,0 0 0 0 0,0 0-1 0 0,0-1 1 0 0,0-12 4 0 0,0 0-1 0 0,1 0 1 0 0,1 1-1 0 0,0-1 1 0 0,8-26-1 0 0,0 9-26 0 0,20-40 0 0 0,-24 58 8 0 0,1 1 0 0 0,0-1 0 0 0,1 2 0 0 0,0-1 0 0 0,1 1 0 0 0,1 0 0 0 0,-1 1 0 0 0,2 0 0 0 0,-1 0 0 0 0,20-12 0 0 0,-25 18 7 0 0,0 1-1 0 0,0 0 0 0 0,0 1 0 0 0,1-1 0 0 0,-1 1 1 0 0,1 0-1 0 0,0 0 0 0 0,-1 1 0 0 0,1 0 1 0 0,0 0-1 0 0,0 0 0 0 0,0 0 0 0 0,0 1 1 0 0,0 0-1 0 0,0 1 0 0 0,-1-1 0 0 0,1 1 1 0 0,0 0-1 0 0,0 0 0 0 0,0 1 0 0 0,-1 0 1 0 0,1 0-1 0 0,-1 0 0 0 0,1 1 0 0 0,-1 0 1 0 0,0 0-1 0 0,8 6 0 0 0,-8-5-109 0 0,-1-1 0 0 0,0 1 0 0 0,0 0 0 0 0,0 0 0 0 0,0 0 0 0 0,-1 0 0 0 0,0 1 0 0 0,0-1 1 0 0,0 1-1 0 0,0 0 0 0 0,-1 0 0 0 0,0 0 0 0 0,0 0 0 0 0,0 1 0 0 0,-1-1 0 0 0,0 0 0 0 0,1 9 0 0 0,-1 2-539 0 0,-1 1 1 0 0,-1-1-1 0 0,0 1 0 0 0,-6 22 0 0 0,2-10 116 0 0,6-11-5245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4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80 2248 0 0,'4'-26'3517'0'0,"-3"19"-2002"0"0,1-1 1 0 0,-1 0-1 0 0,-1 1 0 0 0,0-16 1 0 0,-12 35-797 0 0,-21 97 2 0 0,27-82-652 0 0,-2-1 0 0 0,0-1 0 0 0,-2 1 0 0 0,-16 30 0 0 0,24-53-57 0 0,0 0 0 0 0,0 0 0 0 0,0 0 1 0 0,0 0-1 0 0,0-1 0 0 0,-1 1 0 0 0,1-1 1 0 0,-1 0-1 0 0,0 1 0 0 0,0-1 0 0 0,1 0 0 0 0,-1-1 1 0 0,-1 1-1 0 0,-4 2 0 0 0,7-4-11 0 0,1 0-1 0 0,-1 0 1 0 0,0 0 0 0 0,0 0-1 0 0,1 0 1 0 0,-1 0-1 0 0,0 0 1 0 0,0 0 0 0 0,1 0-1 0 0,-1 0 1 0 0,0-1 0 0 0,0 1-1 0 0,1 0 1 0 0,-1 0-1 0 0,0-1 1 0 0,0 1 0 0 0,1 0-1 0 0,-1-1 1 0 0,0 1 0 0 0,1-1-1 0 0,-1 1 1 0 0,1-1-1 0 0,-1 1 1 0 0,1-1 0 0 0,-1 1-1 0 0,1-1 1 0 0,-1 0-1 0 0,1 1 1 0 0,-1-1 0 0 0,1 0-1 0 0,0 1 1 0 0,-1-1 0 0 0,1 0-1 0 0,0-1 1 0 0,-7-25-24 0 0,6 19 20 0 0,1 0 1 0 0,0 0 0 0 0,0 0 0 0 0,1-1-1 0 0,0 2 1 0 0,1-1 0 0 0,0 0 0 0 0,0 0-1 0 0,0 0 1 0 0,1 1 0 0 0,0 0 0 0 0,1-1-1 0 0,0 1 1 0 0,0 0 0 0 0,0 1-1 0 0,1-1 1 0 0,0 1 0 0 0,10-11 0 0 0,-6 9-1 0 0,0-1 1 0 0,0 2 0 0 0,1-1 0 0 0,0 1-1 0 0,0 1 1 0 0,1 0 0 0 0,-1 0 0 0 0,1 1-1 0 0,1 1 1 0 0,-1-1 0 0 0,22-3 0 0 0,-28 7 5 0 0,0 0 1 0 0,0 0 0 0 0,1 1 0 0 0,-1 0-1 0 0,0 0 1 0 0,0 0 0 0 0,0 1-1 0 0,0-1 1 0 0,0 1 0 0 0,0 1-1 0 0,0-1 1 0 0,0 1 0 0 0,0 0-1 0 0,0 0 1 0 0,-1 0 0 0 0,1 0 0 0 0,-1 1-1 0 0,7 5 1 0 0,-8-5 27 0 0,0 0 1 0 0,0 0-1 0 0,0 0 1 0 0,-1 1-1 0 0,0-1 1 0 0,1 1-1 0 0,-1 0 0 0 0,0 0 1 0 0,0 0-1 0 0,-1 0 1 0 0,0 0-1 0 0,1 0 1 0 0,-1 0-1 0 0,0 0 1 0 0,-1 1-1 0 0,1-1 0 0 0,-1 0 1 0 0,0 1-1 0 0,0-1 1 0 0,0 0-1 0 0,-1 1 1 0 0,0 4-1 0 0,-8 29-73 0 0,-2 0 0 0 0,-29 66 0 0 0,26-69-1544 0 0,13-23-527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80 348 0 0,'4'-3'1041'0'0,"0"0"-1"0"0,0-1 1 0 0,-1 1 0 0 0,1-1-1 0 0,-1 0 1 0 0,0 0-1 0 0,0-1 1 0 0,0 1 0 0 0,4-10 804 0 0,-12 15-1478 0 0,0 0-1 0 0,0 0 1 0 0,1 0-1 0 0,-1 1 1 0 0,0-1-1 0 0,1 1 1 0 0,0 0-1 0 0,-1 1 1 0 0,1-1-1 0 0,0 1 1 0 0,0-1-1 0 0,-7 7 1 0 0,-8 8 196 0 0,-19 22-1 0 0,28-28-259 0 0,-3 2-112 0 0,2 1 0 0 0,-1 0 0 0 0,-16 29 0 0 0,24-37-156 0 0,2-1 0 0 0,-1 0 0 0 0,1 1 0 0 0,-1-1-1 0 0,2 1 1 0 0,-1 0 0 0 0,1 0 0 0 0,-1 0 0 0 0,2 0-1 0 0,-1 0 1 0 0,1 0 0 0 0,-1 0 0 0 0,2 0-1 0 0,-1 0 1 0 0,2 8 0 0 0,0-10-21 0 0,-1 0 1 0 0,1-1-1 0 0,0 1 0 0 0,0-1 0 0 0,1 1 0 0 0,-1-1 1 0 0,1 1-1 0 0,0-1 0 0 0,0 0 0 0 0,0 0 1 0 0,0-1-1 0 0,0 1 0 0 0,0-1 0 0 0,1 1 1 0 0,-1-1-1 0 0,1 0 0 0 0,0 0 0 0 0,0-1 0 0 0,7 3 1 0 0,1 0 5 0 0,-1-1 1 0 0,1 0-1 0 0,0-1 1 0 0,-1 0 0 0 0,22 0-1 0 0,-26-2-20 0 0,1 0 1 0 0,-1 0-1 0 0,1-1 0 0 0,-1 0 0 0 0,0 0 1 0 0,1-1-1 0 0,-1 0 0 0 0,0 0 0 0 0,0-1 1 0 0,0 1-1 0 0,0-2 0 0 0,-1 1 0 0 0,1-1 1 0 0,-1 0-1 0 0,0 0 0 0 0,0-1 1 0 0,0 0-1 0 0,-1 0 0 0 0,0 0 0 0 0,0-1 1 0 0,0 1-1 0 0,0-1 0 0 0,-1 0 0 0 0,0-1 1 0 0,-1 1-1 0 0,1-1 0 0 0,-1 0 0 0 0,0 0 1 0 0,-1 0-1 0 0,3-9 0 0 0,-2 1-1 0 0,0 0 0 0 0,-1 0 1 0 0,-1-1-1 0 0,0 1 0 0 0,-3-29 0 0 0,1 35-1 0 0,0 1 0 0 0,0 0 0 0 0,-1 0 0 0 0,0 0 0 0 0,-1 0 0 0 0,0 0 0 0 0,0 0 0 0 0,-1 1 0 0 0,1-1 0 0 0,-2 1 0 0 0,1 0 0 0 0,-8-9 0 0 0,9 14-1 0 0,0-1-1 0 0,-1 0 0 0 0,1 1 0 0 0,-1 0 0 0 0,1 0 0 0 0,-1 0 1 0 0,0 0-1 0 0,0 1 0 0 0,0-1 0 0 0,0 1 0 0 0,0 0 0 0 0,0 0 1 0 0,0 1-1 0 0,0-1 0 0 0,0 1 0 0 0,-1 0 0 0 0,1 0 0 0 0,0 0 1 0 0,0 1-1 0 0,0-1 0 0 0,0 1 0 0 0,0 0 0 0 0,-5 2 0 0 0,4-1-109 0 0,-1 0-1 0 0,0 1 0 0 0,0-1 0 0 0,1 1 1 0 0,-10 7-1 0 0,13-8-82 0 0,0 0 0 0 0,0 0 0 0 0,0 0-1 0 0,0 0 1 0 0,0 0 0 0 0,1 0 0 0 0,-1 0 0 0 0,1 1 0 0 0,0-1 0 0 0,-1 1 0 0 0,1-1 0 0 0,0 1 0 0 0,0-1 0 0 0,1 1 0 0 0,-2 2 0 0 0,3-3-90 0 0,-1-1 1 0 0,0 0 0 0 0,0 0-1 0 0,0 0 1 0 0,1 0-1 0 0,-1 0 1 0 0,0 0-1 0 0,1 0 1 0 0,-1 0 0 0 0,1 0-1 0 0,-1 0 1 0 0,1 0-1 0 0,0 0 1 0 0,-1 0 0 0 0,1-1-1 0 0,0 1 1 0 0,0 0-1 0 0,-1 0 1 0 0,1-1-1 0 0,0 1 1 0 0,0 0 0 0 0,0-1-1 0 0,0 1 1 0 0,1 0-1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5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210 124 756 0 0,'18'-32'9138'0'0,"22"-58"0"0"0,-40 88-8587 0 0,-17 18 1377 0 0,-1 7-465 0 0,2 1 0 0 0,-24 45 0 0 0,-18 56 713 0 0,51-110-1971 0 0,5-9-138 0 0,-72 177 1366 0 0,66-158-1320 0 0,0 1 1 0 0,2 0-1 0 0,1 1 1 0 0,1 0 0 0 0,0 33-1 0 0,4-53-135 0 0,0-1 0 0 0,0 0 1 0 0,1 0-1 0 0,0 0 0 0 0,0 0 0 0 0,1 0 0 0 0,-1 0 0 0 0,1 0 0 0 0,1 0 1 0 0,-1-1-1 0 0,1 1 0 0 0,0-1 0 0 0,0 1 0 0 0,7 8 0 0 0,-7-11-250 0 0,1 0 1 0 0,-1-1-1 0 0,0 1 0 0 0,1-1 0 0 0,-1 1 0 0 0,1-1 1 0 0,0 0-1 0 0,0 0 0 0 0,0-1 0 0 0,0 1 0 0 0,0-1 1 0 0,0 0-1 0 0,0 0 0 0 0,0 0 0 0 0,0 0 0 0 0,1-1 1 0 0,-1 0-1 0 0,0 0 0 0 0,1 0 0 0 0,-1 0 0 0 0,0-1 1 0 0,5-1-1 0 0,-2 1-634 0 0,0-1 0 0 0,-1 0 0 0 0,1 0 1 0 0,-1-1-1 0 0,11-6 0 0 0,13-11-6435 0 0,-9 2-1362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66 1212 0 0,'-121'-21'16332'0'0,"138"16"-15431"0"0,29-3-386 0 0,67-5 0 0 0,-76 10-413 0 0,212-10-1492 0 0,-81 12-6374 0 0,-90 0-255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5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72 1484 0 0,'33'-71'15908'0'0,"-208"393"-11549"0"0,3-13-3699 0 0,157-283-527 0 0,-11 27 0 0 0,18-47-39 0 0,5-9-28 0 0,5-10 0 0 0,3-2-71 0 0,1 1 1 0 0,0 0-1 0 0,1 1 0 0 0,0 0 1 0 0,1 0-1 0 0,1 0 0 0 0,0 1 1 0 0,1 0-1 0 0,0 1 1 0 0,1 0-1 0 0,16-12 0 0 0,-8 7-17 0 0,1 2 0 0 0,1 1 0 0 0,0 0 0 0 0,0 1-1 0 0,1 2 1 0 0,33-12 0 0 0,-45 19 11 0 0,-1 0 0 0 0,1 1-1 0 0,0 0 1 0 0,-1 0 0 0 0,1 1 0 0 0,0 1 0 0 0,0-1-1 0 0,0 2 1 0 0,0-1 0 0 0,0 1 0 0 0,11 3 0 0 0,-16-3 15 0 0,0 1 0 0 0,0 0 0 0 0,0 0 0 0 0,0 0 1 0 0,0 1-1 0 0,-1 0 0 0 0,1 0 0 0 0,-1 0 0 0 0,1 0 0 0 0,-1 1 1 0 0,0-1-1 0 0,-1 1 0 0 0,1 0 0 0 0,-1 0 0 0 0,1 1 1 0 0,-1-1-1 0 0,-1 1 0 0 0,1-1 0 0 0,-1 1 0 0 0,1 0 1 0 0,-1 0-1 0 0,1 6 0 0 0,-1-5 78 0 0,-1 0 0 0 0,0 0 0 0 0,0 0 1 0 0,0 0-1 0 0,-1 1 0 0 0,0-1 0 0 0,-1 0 0 0 0,1 0 0 0 0,-1 0 0 0 0,0 1 1 0 0,0-1-1 0 0,-1 0 0 0 0,0 0 0 0 0,0-1 0 0 0,0 1 0 0 0,-1 0 0 0 0,0-1 0 0 0,0 1 1 0 0,0-1-1 0 0,-1 0 0 0 0,0 0 0 0 0,0 0 0 0 0,0-1 0 0 0,-9 8 0 0 0,5-5 7 0 0,0-1-1 0 0,0 0 1 0 0,-1 0-1 0 0,0 0 0 0 0,0-1 1 0 0,0-1-1 0 0,0 0 0 0 0,-1 0 1 0 0,0-1-1 0 0,0 0 1 0 0,0 0-1 0 0,0-1 0 0 0,0-1 1 0 0,-15 1-1 0 0,8-2-10 0 0,-1-1 0 0 0,-29-6 1 0 0,40 6-420 0 0,0-1 1 0 0,0 0 0 0 0,0 0 0 0 0,0-1 0 0 0,0 0-1 0 0,1 0 1 0 0,-1-1 0 0 0,1 1 0 0 0,-8-7-1 0 0,13 9-42 0 0,1 0-1 0 0,-1 0 1 0 0,0 0-1 0 0,0 0 1 0 0,1 0-1 0 0,-1 0 0 0 0,0 0 1 0 0,1-1-1 0 0,-1 1 1 0 0,1 0-1 0 0,0 0 1 0 0,-1 0-1 0 0,1-1 1 0 0,0 1-1 0 0,0 0 0 0 0,0-1 1 0 0,0 1-1 0 0,0 0 1 0 0,0 0-1 0 0,0-1 1 0 0,0 1-1 0 0,0 0 0 0 0,1 0 1 0 0,-1-1-1 0 0,0 1 1 0 0,1 0-1 0 0,-1 0 1 0 0,1 0-1 0 0,0-1 0 0 0,-1 1 1 0 0,1 0-1 0 0,0 0 1 0 0,1-1-1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6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2 744 0 0,'8'-1'1409'0'0,"-4"1"-441"0"0,-1 0-1 0 0,0-1 0 0 0,0 1 1 0 0,1 1-1 0 0,-1-1 0 0 0,0 0 0 0 0,0 1 1 0 0,1-1-1 0 0,-1 1 0 0 0,0 0 1 0 0,0 0-1 0 0,0 1 0 0 0,6 2 0 0 0,-9-2-689 0 0,1 0-1 0 0,0 0 1 0 0,0 0-1 0 0,-1 0 1 0 0,1 0-1 0 0,-1 1 1 0 0,0-1-1 0 0,0 0 1 0 0,0 0-1 0 0,0 4 0 0 0,0 8 362 0 0,1-10-583 0 0,0 0 0 0 0,0-1-1 0 0,1 1 1 0 0,-1 0-1 0 0,1-1 1 0 0,-1 1-1 0 0,1-1 1 0 0,0 0-1 0 0,0 1 1 0 0,1-1 0 0 0,-1 0-1 0 0,1 0 1 0 0,-1 0-1 0 0,1-1 1 0 0,0 1-1 0 0,0-1 1 0 0,0 1 0 0 0,1-1-1 0 0,-1 0 1 0 0,0 0-1 0 0,1-1 1 0 0,7 4-1 0 0,0-2 5 0 0,0 1 0 0 0,0-1-1 0 0,0-1 1 0 0,0 0 0 0 0,1 0-1 0 0,17-1 1 0 0,-27-1-54 0 0,1 0-1 0 0,-1 0 1 0 0,1 0-1 0 0,-1 0 1 0 0,1-1 0 0 0,-1 1-1 0 0,0-1 1 0 0,1 0 0 0 0,-1 1-1 0 0,0-1 1 0 0,1 0 0 0 0,-1-1-1 0 0,0 1 1 0 0,0 0-1 0 0,0 0 1 0 0,0-1 0 0 0,0 1-1 0 0,0-1 1 0 0,-1 0 0 0 0,1 0-1 0 0,0 1 1 0 0,-1-1 0 0 0,1 0-1 0 0,-1 0 1 0 0,0-1-1 0 0,0 1 1 0 0,0 0 0 0 0,0 0-1 0 0,0-1 1 0 0,0 1 0 0 0,-1 0-1 0 0,2-3 1 0 0,-2 3-5 0 0,0 1-1 0 0,0-1 1 0 0,1 1 0 0 0,-1 0 0 0 0,0-1-1 0 0,0 1 1 0 0,0-1 0 0 0,0 1 0 0 0,-1-1-1 0 0,1 1 1 0 0,0-1 0 0 0,-1 1 0 0 0,1-1-1 0 0,0 1 1 0 0,-1 0 0 0 0,0-1-1 0 0,1 1 1 0 0,-1 0 0 0 0,0 0 0 0 0,0-1-1 0 0,0 1 1 0 0,0 0 0 0 0,0 0 0 0 0,0 0-1 0 0,-2-2 1 0 0,1 2-4 0 0,0-1 1 0 0,0 1-1 0 0,0-1 0 0 0,0 1 1 0 0,0 0-1 0 0,-1 0 0 0 0,1 0 1 0 0,0 0-1 0 0,-1 1 0 0 0,1-1 0 0 0,-1 0 1 0 0,1 1-1 0 0,-1 0 0 0 0,1 0 1 0 0,-1-1-1 0 0,-2 2 0 0 0,-11 2 39 0 0,0 0 0 0 0,0 2-1 0 0,0 0 1 0 0,0 0 0 0 0,1 2-1 0 0,0 0 1 0 0,1 0 0 0 0,-1 2-1 0 0,-22 17 1 0 0,14-8 179 0 0,0 1 0 0 0,1 1 1 0 0,2 1-1 0 0,-34 43 0 0 0,48-56-176 0 0,1-1 1 0 0,0 1-1 0 0,0 1 0 0 0,1-1 0 0 0,0 1 0 0 0,0-1 1 0 0,1 1-1 0 0,-2 11 0 0 0,4-17-26 0 0,1 0-1 0 0,-1 0 1 0 0,1 0 0 0 0,0 0-1 0 0,0 0 1 0 0,0-1 0 0 0,1 1-1 0 0,-1 0 1 0 0,1 0-1 0 0,-1 0 1 0 0,1-1 0 0 0,0 1-1 0 0,0 0 1 0 0,0-1 0 0 0,1 1-1 0 0,-1 0 1 0 0,0-1 0 0 0,1 0-1 0 0,0 1 1 0 0,-1-1-1 0 0,1 0 1 0 0,0 0 0 0 0,0 0-1 0 0,1 0 1 0 0,-1 0 0 0 0,0 0-1 0 0,0-1 1 0 0,1 1 0 0 0,-1-1-1 0 0,6 2 1 0 0,4 2-135 0 0,0-1-1 0 0,1 0 1 0 0,-1-1 0 0 0,1 0 0 0 0,0-1 0 0 0,0-1-1 0 0,21 0 1 0 0,93-10-2563 0 0,-112 8 2278 0 0,51-9-4551 0 0,67-18 1 0 0,-54 8-2073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250 108 1324 0 0,'-90'11'7833'0'0,"88"-10"-7607"0"0,0 0 0 0 0,-1 0 1 0 0,1 0-1 0 0,0 0 0 0 0,0 0 1 0 0,0 0-1 0 0,0 0 0 0 0,0 1 0 0 0,0-1 1 0 0,0 0-1 0 0,1 1 0 0 0,-1 0 1 0 0,0 0-1 0 0,-1 2 0 0 0,2-3 378 0 0,1 2 199 0 0,0-2-706 0 0,-1 0 0 0 0,1-1 0 0 0,0 1 0 0 0,0 0 0 0 0,0 0 0 0 0,0-1 0 0 0,-1 1 0 0 0,1 0 0 0 0,0 0 1 0 0,1-1-1 0 0,-1 1 0 0 0,0 0 0 0 0,0 0 0 0 0,0-1 0 0 0,0 1 0 0 0,0 0 0 0 0,1 0 0 0 0,-1-1 0 0 0,0 1 0 0 0,1 0 0 0 0,0 0 0 0 0,3 2 97 0 0,1-1-1 0 0,-1-1 0 0 0,1 1 0 0 0,0-1 1 0 0,-1 1-1 0 0,1-1 0 0 0,0-1 1 0 0,0 1-1 0 0,0-1 0 0 0,9 0 0 0 0,54-6 276 0 0,-55 5-341 0 0,6-1-16 0 0,-1-1-1 0 0,0-1 1 0 0,0-1 0 0 0,27-10 0 0 0,-40 14-102 0 0,-1-1 0 0 0,0 0 0 0 0,0 0 0 0 0,1 0 0 0 0,-2-1 1 0 0,1 1-1 0 0,0-1 0 0 0,0 0 0 0 0,-1 0 0 0 0,0 0 0 0 0,1-1 0 0 0,-1 1 0 0 0,-1-1 0 0 0,1 0 0 0 0,0 0 0 0 0,-1 0 1 0 0,0 0-1 0 0,0 0 0 0 0,0 0 0 0 0,0 0 0 0 0,-1-1 0 0 0,1 1 0 0 0,0-8 0 0 0,-2 9-10 0 0,0 1 1 0 0,1-1-1 0 0,-1 1 0 0 0,-1-1 1 0 0,1 1-1 0 0,0-1 0 0 0,-1 1 1 0 0,1-1-1 0 0,-1 1 0 0 0,0 0 1 0 0,1-1-1 0 0,-1 1 0 0 0,-2-3 1 0 0,2 3-2 0 0,0 1 0 0 0,0 0 1 0 0,0 0-1 0 0,0 0 0 0 0,0 0 0 0 0,0 0 0 0 0,-1 0 1 0 0,1 0-1 0 0,0 1 0 0 0,-1-1 0 0 0,1 0 1 0 0,0 1-1 0 0,-1-1 0 0 0,1 1 0 0 0,-1-1 0 0 0,-1 0 1 0 0,-2 1-2 0 0,-1 0-1 0 0,1 0 1 0 0,0 0 0 0 0,-1 0 0 0 0,1 1 0 0 0,0 0-1 0 0,0 0 1 0 0,-10 4 0 0 0,-6 3 2 0 0,1 1-1 0 0,0 1 1 0 0,0 0-1 0 0,1 2 1 0 0,-28 22 0 0 0,-79 78 44 0 0,108-94-28 0 0,-26 32 0 0 0,38-43-10 0 0,1 0-1 0 0,1 0 1 0 0,0 0 0 0 0,0 1-1 0 0,0-1 1 0 0,1 1 0 0 0,0 0-1 0 0,-4 15 1 0 0,7-21-1 0 0,0 1 1 0 0,-1 0 0 0 0,1-1-1 0 0,0 1 1 0 0,0 0 0 0 0,1-1-1 0 0,-1 1 1 0 0,0 0 0 0 0,1-1 0 0 0,0 1-1 0 0,-1-1 1 0 0,1 1 0 0 0,0-1-1 0 0,0 1 1 0 0,1-1 0 0 0,-1 0-1 0 0,2 3 1 0 0,0-1 3 0 0,0-1-1 0 0,0 0 1 0 0,1 0 0 0 0,-1 0 0 0 0,1 0-1 0 0,0 0 1 0 0,0-1 0 0 0,-1 0 0 0 0,7 3 0 0 0,5 0-139 0 0,-1 0 1 0 0,1-1 0 0 0,0 0 0 0 0,0-1 0 0 0,16 1-1 0 0,-4-2-1440 0 0,51-1-1 0 0,-58-3-1825 0 0,31-7 0 0 0,-11-1-3395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7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104 490 2528 0 0,'19'-50'9310'0'0,"-18"50"-9201"0"0,1 1-1 0 0,0-1 0 0 0,0 1 0 0 0,-1 0 0 0 0,1-1 0 0 0,0 1 1 0 0,-1 0-1 0 0,1 0 0 0 0,0 0 0 0 0,-1 0 0 0 0,1 0 0 0 0,-1 0 0 0 0,0 1 1 0 0,1-1-1 0 0,-1 0 0 0 0,0 1 0 0 0,0-1 0 0 0,0 1 0 0 0,0-1 1 0 0,1 3-1 0 0,19 38 1424 0 0,-17-32-1163 0 0,0-2-145 0 0,-1 1 1 0 0,0 0-1 0 0,-1 1 1 0 0,0-1-1 0 0,0 0 1 0 0,-1 1-1 0 0,0-1 1 0 0,0 1-1 0 0,-1-1 1 0 0,-1 1-1 0 0,1-1 1 0 0,-2 0-1 0 0,1 1 1 0 0,-1-1-1 0 0,-1 0 1 0 0,-5 16-1 0 0,1-10-42 0 0,0 0 0 0 0,-1-1 0 0 0,-1 0 1 0 0,0 0-1 0 0,-1-1 0 0 0,0 0 0 0 0,-1-1 0 0 0,-22 20 0 0 0,27-27-140 0 0,-6 6 99 0 0,-1-1 1 0 0,0 0-1 0 0,-17 10 0 0 0,28-19-67 0 0,4-4-92 0 0,0-1-1 0 0,1 0 1 0 0,0 1-1 0 0,-1-1 0 0 0,1 1 1 0 0,1 0-1 0 0,-1 0 1 0 0,0 0-1 0 0,1 0 1 0 0,0 1-1 0 0,3-3 0 0 0,5-3-54 0 0,325-272-411 0 0,-331 275 482 0 0,1-1 0 0 0,-2 0 0 0 0,1 0-1 0 0,-1-1 1 0 0,1 0 0 0 0,-2 0 0 0 0,7-10-1 0 0,-11 17 3 0 0,0-1 0 0 0,0 1 0 0 0,0 0 0 0 0,0-1 0 0 0,0 1 0 0 0,0 0 0 0 0,0-1 0 0 0,0 1 0 0 0,0 0 0 0 0,0 0 0 0 0,0-1 0 0 0,0 1 0 0 0,0 0 0 0 0,0-1-1 0 0,0 1 1 0 0,0 0 0 0 0,-1-1 0 0 0,1 1 0 0 0,0 0 0 0 0,0 0 0 0 0,0-1 0 0 0,0 1 0 0 0,0 0 0 0 0,-1 0 0 0 0,1-1 0 0 0,0 1 0 0 0,0 0 0 0 0,-1 0 0 0 0,1 0 0 0 0,0-1 0 0 0,0 1 0 0 0,-1 0-1 0 0,1 0 1 0 0,0 0 0 0 0,0 0 0 0 0,-1 0 0 0 0,1 0 0 0 0,0 0 0 0 0,-1-1 0 0 0,1 1 0 0 0,0 0 0 0 0,0 0 0 0 0,-1 0 0 0 0,1 0 0 0 0,0 0 0 0 0,-1 0 0 0 0,1 0 0 0 0,0 0 0 0 0,-1 1 0 0 0,1-1-1 0 0,0 0 1 0 0,0 0 0 0 0,-1 0 0 0 0,1 0 0 0 0,0 0 0 0 0,-1 1 0 0 0,-17 3 3 0 0,-2 8 44 0 0,0 0 0 0 0,1 2 0 0 0,1 0 0 0 0,0 1 0 0 0,2 0 1 0 0,-1 2-1 0 0,2 0 0 0 0,0 0 0 0 0,1 2 0 0 0,-23 39 0 0 0,35-54-33 0 0,0 0 0 0 0,0 0 0 0 0,1 0 0 0 0,-1 1 0 0 0,1-1 0 0 0,0 0 1 0 0,0 1-1 0 0,0-1 0 0 0,1 1 0 0 0,0-1 0 0 0,0 1 0 0 0,0-1 0 0 0,0 1 0 0 0,1 0 1 0 0,1 7-1 0 0,0-8-6 0 0,-1 0 1 0 0,1 0 0 0 0,0 0 0 0 0,1-1-1 0 0,-1 1 1 0 0,0-1 0 0 0,1 0 0 0 0,0 1-1 0 0,0-1 1 0 0,0 0 0 0 0,0-1 0 0 0,0 1-1 0 0,1 0 1 0 0,-1-1 0 0 0,1 0 0 0 0,-1 0-1 0 0,6 2 1 0 0,11 5-248 0 0,0-1 0 0 0,0-1 0 0 0,1-2 0 0 0,0 1 0 0 0,0-2 0 0 0,0-1-1 0 0,0-1 1 0 0,0 0 0 0 0,1-2 0 0 0,-1-1 0 0 0,28-3 0 0 0,-30 1-289 0 0,0-1 0 0 0,-1-1 1 0 0,0 0-1 0 0,0-2 0 0 0,0 0 0 0 0,-1 0 0 0 0,1-2 0 0 0,-2 0 1 0 0,0-1-1 0 0,0-1 0 0 0,-1 0 0 0 0,27-26 0 0 0,-20 12 253 0 0,-1 0-1 0 0,-1-1 1 0 0,-1-1-1 0 0,-2-1 1 0 0,0 0 0 0 0,-2-2-1 0 0,21-58 1 0 0,-22 44 815 0 0,-2-1 0 0 0,-2 0-1 0 0,-1 0 1 0 0,-3 0 0 0 0,1-51 0 0 0,-6 78 106 0 0,-1-1-1 0 0,0 0 1 0 0,-1 0-1 0 0,-1 1 1 0 0,-1-1-1 0 0,-6-23 1 0 0,8 42-609 0 0,1 0 1 0 0,0-1-1 0 0,0 1 1 0 0,0 0 0 0 0,-1-1-1 0 0,1 1 1 0 0,0 0-1 0 0,0 0 1 0 0,-1-1 0 0 0,1 1-1 0 0,0 0 1 0 0,-1 0-1 0 0,1 0 1 0 0,0-1 0 0 0,-1 1-1 0 0,1 0 1 0 0,0 0-1 0 0,-1 0 1 0 0,1 0 0 0 0,0 0-1 0 0,-1 0 1 0 0,1 0 0 0 0,-1 0-1 0 0,1 0 1 0 0,0 0-1 0 0,-1 0 1 0 0,1 0 0 0 0,0 0-1 0 0,-1 0 1 0 0,1 0-1 0 0,-1 0 1 0 0,1 0 0 0 0,0 0-1 0 0,-1 0 1 0 0,1 1-1 0 0,0-1 1 0 0,-1 0 0 0 0,1 0-1 0 0,0 0 1 0 0,0 1-1 0 0,-1-1 1 0 0,1 0 0 0 0,0 0-1 0 0,-1 1 1 0 0,1-1-1 0 0,-12 11 602 0 0,12-11-635 0 0,-6 10 412 0 0,0-1 0 0 0,0 1 0 0 0,1 0 0 0 0,0 0 0 0 0,1 0 0 0 0,0 1 0 0 0,1-1 0 0 0,-4 20 0 0 0,-2 4 456 0 0,-57 197 1386 0 0,-79 239 3189 0 0,65-269-5447 0 0,-175 318 0 0 0,237-485 0 0 0,0-2 0 0 0,-28 40 0 0 0,37-62 0 0 0,-3-3 0 0 0,-2-6 0 0 0,10-1-141 0 0,1 0 0 0 0,-1-1 0 0 0,1 0 0 0 0,-1 0 0 0 0,1 0-1 0 0,0 0 1 0 0,-1 0 0 0 0,1-1 0 0 0,0 1 0 0 0,0-1 0 0 0,0 0 0 0 0,0 0 0 0 0,0 0 0 0 0,1 0 0 0 0,-1-1-1 0 0,1 1 1 0 0,-1-1 0 0 0,1 1 0 0 0,0-1 0 0 0,0 0 0 0 0,0 0 0 0 0,0 0 0 0 0,0 0 0 0 0,1 0 0 0 0,0 0-1 0 0,-1-1 1 0 0,1 1 0 0 0,-1-4 0 0 0,1-1-272 0 0,-1 1-1 0 0,1-1 1 0 0,0 0-1 0 0,1 1 1 0 0,0-1-1 0 0,0 0 1 0 0,0 1-1 0 0,1-1 1 0 0,0 0 0 0 0,1 1-1 0 0,0-1 1 0 0,3-7-1 0 0,21-42-4983 0 0,-5 20-1012 0 0,-1 3-2681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8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1 186 460 0 0,'5'-14'1385'0'0,"1"0"-1"0"0,1 0 1 0 0,0 0-1 0 0,1 1 1 0 0,0 1-1 0 0,1-1 1 0 0,0 1-1 0 0,20-19 1 0 0,-23 26-1145 0 0,0 0 1 0 0,1 0 0 0 0,-1 1 0 0 0,1-1 0 0 0,0 1 0 0 0,1 1 0 0 0,-1 0 0 0 0,1 0 0 0 0,-1 0 0 0 0,1 1-1 0 0,0 0 1 0 0,0 0 0 0 0,0 1 0 0 0,0 0 0 0 0,0 1 0 0 0,0 0 0 0 0,0 0 0 0 0,10 2 0 0 0,-5 0 45 0 0,0 1 1 0 0,0 0 0 0 0,-1 1-1 0 0,1 1 1 0 0,-1 0 0 0 0,0 1-1 0 0,0 0 1 0 0,-1 0 0 0 0,18 14-1 0 0,-16-10-20 0 0,0 1 0 0 0,-1 0 0 0 0,0 1-1 0 0,-1 0 1 0 0,0 1 0 0 0,-1 0-1 0 0,11 20 1 0 0,-19-30-143 0 0,0 0 0 0 0,0 0 0 0 0,-1 1 1 0 0,0-1-1 0 0,1 0 0 0 0,-1 1 0 0 0,-1-1 0 0 0,1 1 0 0 0,0-1 0 0 0,-1 1 1 0 0,0 0-1 0 0,0-1 0 0 0,0 1 0 0 0,0-1 0 0 0,0 1 0 0 0,-1-1 0 0 0,1 1 0 0 0,-1-1 1 0 0,0 1-1 0 0,-2 3 0 0 0,1-3-38 0 0,0 0 0 0 0,-1 0 0 0 0,0 0 0 0 0,0 0 1 0 0,0-1-1 0 0,0 1 0 0 0,0-1 0 0 0,-1 0 0 0 0,0 0 0 0 0,1 0 0 0 0,-1 0 1 0 0,0-1-1 0 0,0 1 0 0 0,-9 2 0 0 0,-9 3 44 0 0,0 0 0 0 0,-1-2-1 0 0,1-1 1 0 0,-1-1 0 0 0,0-1 0 0 0,-42 1-1 0 0,4-5-1620 0 0,-81-11 0 0 0,128 7-1094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9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95 161 1096 0 0,'0'-3'2486'0'0,"1"-39"7261"0"0,2 32-5800 0 0,7 33-2835 0 0,0 0 0 0 0,-2 0 0 0 0,7 32 0 0 0,-10-36-875 0 0,0-2-86 0 0,-1 0 0 0 0,-1 0 0 0 0,-1 1 0 0 0,0 24-1 0 0,-2-35-122 0 0,0 0-1 0 0,-1-1 0 0 0,0 1 0 0 0,0 0 0 0 0,0 0 1 0 0,-1 0-1 0 0,0 0 0 0 0,0-1 0 0 0,-1 1 0 0 0,0-1 1 0 0,0 0-1 0 0,0 0 0 0 0,-8 10 0 0 0,6-10 8 0 0,0 0-1 0 0,-1-1 1 0 0,0 1-1 0 0,0-1 1 0 0,0 0-1 0 0,0-1 1 0 0,-1 0-1 0 0,0 0 1 0 0,1 0-1 0 0,-2-1 1 0 0,1 1-1 0 0,-14 3 1 0 0,20-7-28 0 0,0 0 1 0 0,0 0 0 0 0,0 1-1 0 0,0-1 1 0 0,0 0 0 0 0,0 0-1 0 0,-1 0 1 0 0,1 0 0 0 0,0 0-1 0 0,0 0 1 0 0,0-1 0 0 0,0 1-1 0 0,0 0 1 0 0,0 0 0 0 0,0-1-1 0 0,0 1 1 0 0,0-1 0 0 0,0 1-1 0 0,0-1 1 0 0,0 1 0 0 0,0-1-1 0 0,1 0 1 0 0,-1 1 0 0 0,0-1-1 0 0,0 0 1 0 0,1 0 0 0 0,-1 1-1 0 0,0-1 1 0 0,1 0 0 0 0,-1 0-1 0 0,0 0 1 0 0,1 0-1 0 0,0 0 1 0 0,-1 0 0 0 0,1 0-1 0 0,-1 0 1 0 0,1 0 0 0 0,0 0-1 0 0,0 0 1 0 0,0 0 0 0 0,-1-1-1 0 0,1-3 2 0 0,0 1-1 0 0,0 0 1 0 0,0 0-1 0 0,0-1 1 0 0,1 1-1 0 0,-1 0 1 0 0,1 0-1 0 0,2-6 1 0 0,3-3-6 0 0,0 0-1 0 0,1 1 1 0 0,0 0 0 0 0,1 0 0 0 0,0 1-1 0 0,1 0 1 0 0,1 0 0 0 0,-1 1-1 0 0,2 0 1 0 0,-1 1 0 0 0,23-15 0 0 0,-20 15-15 0 0,1 0 0 0 0,0 2 0 0 0,0-1 1 0 0,1 2-1 0 0,0 0 0 0 0,0 1 0 0 0,0 0 1 0 0,1 1-1 0 0,0 1 0 0 0,20-1 0 0 0,-26 4 6 0 0,0 0 1 0 0,0 1-1 0 0,0 0 0 0 0,0 0 1 0 0,0 1-1 0 0,0 1 0 0 0,-1 0 0 0 0,1 0 1 0 0,15 8-1 0 0,-2 2-13 0 0,-1 0 0 0 0,32 26 0 0 0,-39-27 46 0 0,1-2 0 0 0,0 0 0 0 0,30 14 0 0 0,-43-23-21 0 0,-1 0 1 0 0,1-1-1 0 0,0 1 1 0 0,0-1 0 0 0,-1 1-1 0 0,1-1 1 0 0,0 0 0 0 0,0 0-1 0 0,0 0 1 0 0,-1 0-1 0 0,1-1 1 0 0,0 1 0 0 0,-1-1-1 0 0,1 0 1 0 0,0 0 0 0 0,-1 0-1 0 0,1 0 1 0 0,-1 0 0 0 0,1 0-1 0 0,-1-1 1 0 0,1 1-1 0 0,-1-1 1 0 0,3-2 0 0 0,0-1 16 0 0,0 0 1 0 0,0 0 0 0 0,0 0-1 0 0,-1-1 1 0 0,0 0 0 0 0,0 0 0 0 0,6-11-1 0 0,-1-2 17 0 0,12-40-1 0 0,-19 51-46 0 0,0 0 0 0 0,-1 1 0 0 0,1-1 0 0 0,-1 0 0 0 0,-1 0 0 0 0,0 0 0 0 0,0 0 0 0 0,-2-11 0 0 0,2 18-7 0 0,0 0 0 0 0,0-1 1 0 0,-1 1-1 0 0,1 0 1 0 0,-1 0-1 0 0,1-1 0 0 0,-1 1 1 0 0,1 0-1 0 0,-1 0 1 0 0,1 0-1 0 0,-1-1 0 0 0,0 1 1 0 0,0 0-1 0 0,0 0 0 0 0,0 0 1 0 0,0 1-1 0 0,0-1 1 0 0,0 0-1 0 0,0 0 0 0 0,0 0 1 0 0,0 1-1 0 0,0-1 1 0 0,-2 0-1 0 0,1 0 8 0 0,0 1 0 0 0,0-1 0 0 0,-1 1 0 0 0,1 0 1 0 0,0 0-1 0 0,0 0 0 0 0,-1 0 0 0 0,1 1 0 0 0,0-1 0 0 0,0 0 0 0 0,0 1 0 0 0,-4 1 0 0 0,-2 1 9 0 0,0 1 0 0 0,0 0-1 0 0,0 0 1 0 0,0 1 0 0 0,-11 9-1 0 0,3 0-7 0 0,0 1 0 0 0,1 0-1 0 0,1 1 1 0 0,-21 30 0 0 0,29-36 0 0 0,0 0 1 0 0,0 1-1 0 0,0 0 1 0 0,2 0-1 0 0,-1 0 0 0 0,1 0 1 0 0,1 1-1 0 0,0 0 1 0 0,-2 22-1 0 0,5-31 11 0 0,0 1 1 0 0,0-1-1 0 0,0 0 0 0 0,0 1 0 0 0,1-1 0 0 0,-1 0 1 0 0,1 1-1 0 0,0-1 0 0 0,0 0 0 0 0,0 0 0 0 0,1 0 1 0 0,-1 0-1 0 0,1 0 0 0 0,-1 0 0 0 0,1 0 0 0 0,0 0 1 0 0,3 2-1 0 0,-2-1 1 0 0,1-1 0 0 0,0 0 0 0 0,0 0 1 0 0,1 0-1 0 0,-1 0 0 0 0,0-1 0 0 0,1 1 0 0 0,0-1 0 0 0,0 0 1 0 0,6 1-1 0 0,0 0-1 0 0,1-1 1 0 0,-1 0-1 0 0,1-1 1 0 0,-1 0-1 0 0,1-1 1 0 0,-1 0 0 0 0,1-1-1 0 0,-1 0 1 0 0,16-4-1 0 0,1-3 25 0 0,0-2-1 0 0,-2-1 1 0 0,1 0-1 0 0,-1-2 1 0 0,-1-2-1 0 0,0 0 1 0 0,-1-1-1 0 0,35-32 1 0 0,-30 22-43 0 0,-2-2 1 0 0,-1 0 0 0 0,-1-2-1 0 0,-2-1 1 0 0,40-67-1 0 0,-60 92 10 0 0,20-43-35 0 0,-21 46 28 0 0,-1 0-1 0 0,0 0 1 0 0,-1 0-1 0 0,1 0 1 0 0,0 0-1 0 0,-1 0 1 0 0,0 0-1 0 0,0 0 1 0 0,0-1-1 0 0,0 1 1 0 0,0 0-1 0 0,0 0 1 0 0,-1 0-1 0 0,-1-4 1 0 0,2 6 5 0 0,-1 1 0 0 0,1-1 0 0 0,-1 0 0 0 0,0 0-1 0 0,1 1 1 0 0,-1-1 0 0 0,0 0 0 0 0,1 1 0 0 0,-1-1 0 0 0,0 1 0 0 0,0-1 0 0 0,0 1 0 0 0,0-1 0 0 0,1 1 0 0 0,-1-1-1 0 0,0 1 1 0 0,0 0 0 0 0,0 0 0 0 0,0-1 0 0 0,0 1 0 0 0,0 0 0 0 0,0 0 0 0 0,0 0 0 0 0,0 0 0 0 0,-2 0 0 0 0,-21 5-72 0 0,20-4 71 0 0,1 0 1 0 0,-1 1 0 0 0,1-1-1 0 0,0 1 1 0 0,-1 0-1 0 0,1 0 1 0 0,0 0 0 0 0,0 1-1 0 0,0-1 1 0 0,1 1-1 0 0,-1 0 1 0 0,0 0-1 0 0,1-1 1 0 0,0 2 0 0 0,0-1-1 0 0,-3 5 1 0 0,3-3 0 0 0,0 0 1 0 0,0 1-1 0 0,1-1 1 0 0,0 1 0 0 0,0-1-1 0 0,0 1 1 0 0,0 0-1 0 0,1-1 1 0 0,1 12-1 0 0,1 1 3 0 0,2 1-1 0 0,0-1 0 0 0,1-1 0 0 0,0 1 1 0 0,14 26-1 0 0,71 133-191 0 0,-90-176 193 0 0,1 0 0 0 0,-1 1 0 0 0,1-1-1 0 0,-1 0 1 0 0,0 0 0 0 0,1 1 0 0 0,-1-1-1 0 0,0 0 1 0 0,0 1 0 0 0,0-1 0 0 0,0 0 0 0 0,0 1-1 0 0,0-1 1 0 0,-1 0 0 0 0,1 0 0 0 0,0 1-1 0 0,-1-1 1 0 0,1 0 0 0 0,0 0 0 0 0,-1 1 0 0 0,0-1-1 0 0,1 0 1 0 0,-1 0 0 0 0,0 0 0 0 0,1 0 0 0 0,-1 0-1 0 0,0 0 1 0 0,0 0 0 0 0,0 0 0 0 0,0 0-1 0 0,0 0 1 0 0,0-1 0 0 0,0 1 0 0 0,0 0 0 0 0,-1-1-1 0 0,1 1 1 0 0,0-1 0 0 0,0 1 0 0 0,-3 0 0 0 0,-5 2 12 0 0,0 0 0 0 0,0 0 0 0 0,-18 3 0 0 0,9-4-47 0 0,0-1 0 0 0,0 0-1 0 0,0-1 1 0 0,-1-1 0 0 0,1-1 0 0 0,-33-7-1 0 0,34 5-2110 0 0,-29-12-1 0 0,45 15 1884 0 0,0 1-1 0 0,1 0 1 0 0,-1-1-1 0 0,0 1 1 0 0,-6-11-4480 0 0,7 10 4480 0 0,0 0-1 0 0,0 1 1 0 0,0-1-1 0 0,0 0 1 0 0,0 0-1 0 0,0 1 1 0 0,0-1-1 0 0,0 0 1 0 0,1 1-1 0 0,-1-1 1 0 0,0 0-1 0 0,0 0 1 0 0,1 1-1 0 0,-1-1 1 0 0,0 0-1 0 0,1 1 1 0 0,0-2-1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1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61 2120 0 0,'1'-1'317'0'0,"0"-1"1"0"0,0 0-1 0 0,-1 0 0 0 0,1 0 0 0 0,0 0 0 0 0,-1 1 1 0 0,1-1-1 0 0,-1 0 0 0 0,0 0 0 0 0,0 0 0 0 0,1 0 0 0 0,-1 0 1 0 0,-1 0-1 0 0,1 0 0 0 0,-1-3 0 0 0,1 3-115 0 0,-1 1-1 0 0,1 0 0 0 0,-1-1 1 0 0,0 1-1 0 0,1 0 0 0 0,-1 0 0 0 0,0 0 1 0 0,0 0-1 0 0,0 0 0 0 0,0 0 1 0 0,0 0-1 0 0,0 0 0 0 0,0 0 1 0 0,0 0-1 0 0,-1 0 0 0 0,1 1 1 0 0,-2-2-1 0 0,-1 1 67 0 0,-1-1-1 0 0,1 1 0 0 0,-1 0 1 0 0,0 0-1 0 0,1 0 1 0 0,-1 1-1 0 0,0 0 1 0 0,1 0-1 0 0,-1 0 1 0 0,0 0-1 0 0,-7 2 1 0 0,6-1-122 0 0,0 1 1 0 0,1-1 0 0 0,-1 1 0 0 0,0 0-1 0 0,1 1 1 0 0,0-1 0 0 0,-1 1 0 0 0,1 0 0 0 0,0 1-1 0 0,0-1 1 0 0,1 1 0 0 0,-1 0 0 0 0,-5 6-1 0 0,8-7-84 0 0,0-1 0 0 0,0 1 1 0 0,1-1-1 0 0,0 1 0 0 0,-1 0 0 0 0,1 0 0 0 0,0-1 0 0 0,0 1 0 0 0,0 0 0 0 0,1 0 0 0 0,-1 0 0 0 0,1 0 0 0 0,-1 0 0 0 0,1 0 0 0 0,0 0 0 0 0,0 0 0 0 0,1 0 0 0 0,-1 0 0 0 0,0 0 0 0 0,1 0 0 0 0,0 0 0 0 0,0 0 0 0 0,0 0 0 0 0,0 0 0 0 0,0-1 0 0 0,1 1 0 0 0,2 4 0 0 0,17 25 488 0 0,48 54 0 0 0,-13-20 135 0 0,-52-59-602 0 0,7 6 130 0 0,0 0-1 0 0,-2 1 1 0 0,0 0 0 0 0,0 1-1 0 0,-2 0 1 0 0,9 22 0 0 0,-15-35-94 0 0,-1 0 1 0 0,1 0 0 0 0,-1 0 0 0 0,0 0-1 0 0,1 0 1 0 0,-1 0 0 0 0,0 0 0 0 0,0-1-1 0 0,-1 1 1 0 0,1 0 0 0 0,0 0 0 0 0,-1 0 0 0 0,1 0-1 0 0,-1 0 1 0 0,1 0 0 0 0,-1 0 0 0 0,0-1-1 0 0,0 1 1 0 0,-2 3 0 0 0,1-3 1 0 0,0 1-1 0 0,-1-1 1 0 0,1 0 0 0 0,-1 0 0 0 0,1 0 0 0 0,-1 0 0 0 0,0 0-1 0 0,0-1 1 0 0,0 1 0 0 0,-6 1 0 0 0,-5 2 52 0 0,-1-2 1 0 0,0 0-1 0 0,0-1 1 0 0,-16 1-1 0 0,27-3-149 0 0,-32 2-11 0 0,-67-5 1 0 0,45-4-3753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2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259 186 924 0 0,'10'-12'18057'0'0,"-8"11"-17537"0"0,5 2-373 0 0,1-1-1 0 0,-1 0 1 0 0,1 0-1 0 0,0-1 1 0 0,-1 0 0 0 0,1 0-1 0 0,-1-1 1 0 0,1 0-1 0 0,-1 0 1 0 0,0-1 0 0 0,11-5-1 0 0,-14 6-140 0 0,-1 0 0 0 0,1-1 0 0 0,-1 1 0 0 0,1-1 0 0 0,-1 1 0 0 0,0-1 0 0 0,0 0 0 0 0,0-1 0 0 0,-1 1 0 0 0,1 0 0 0 0,-1-1 0 0 0,1 1 0 0 0,-1-1 0 0 0,0 0 0 0 0,-1 0 0 0 0,1 0 0 0 0,-1 0 0 0 0,1 0 0 0 0,-1 0 0 0 0,0 0 0 0 0,-1 0 0 0 0,1-1 0 0 0,-1-6 0 0 0,1 9-5 0 0,-1-1 0 0 0,0 1 0 0 0,0-1 0 0 0,0 1 0 0 0,-1-1 0 0 0,1 1-1 0 0,0-1 1 0 0,-1 1 0 0 0,0 0 0 0 0,0-1 0 0 0,1 1 0 0 0,-1 0 0 0 0,-1-1 0 0 0,1 1 0 0 0,0 0 0 0 0,0 0 0 0 0,-1 0 0 0 0,1 0 0 0 0,-1 0 0 0 0,0 0-1 0 0,0 1 1 0 0,1-1 0 0 0,-1 1 0 0 0,0-1 0 0 0,0 1 0 0 0,0-1 0 0 0,-1 1 0 0 0,1 0 0 0 0,0 0 0 0 0,0 0 0 0 0,-1 0 0 0 0,1 1 0 0 0,-1-1 0 0 0,1 1 0 0 0,0-1-1 0 0,-1 1 1 0 0,-3 0 0 0 0,-7-1-34 0 0,0 2-1 0 0,0-1 1 0 0,0 1-1 0 0,1 1 0 0 0,-1 1 1 0 0,0-1-1 0 0,1 2 1 0 0,0 0-1 0 0,-14 6 0 0 0,-4 4-12 0 0,1 1-1 0 0,-39 26 0 0 0,56-33 46 0 0,0 0 0 0 0,0 1 0 0 0,1 1 0 0 0,1 0 0 0 0,-14 15 0 0 0,22-23 2 0 0,0 0 0 0 0,0 1 0 0 0,1-1 0 0 0,-1 1 1 0 0,1-1-1 0 0,-1 1 0 0 0,1 0 0 0 0,0-1 0 0 0,0 1 1 0 0,0 0-1 0 0,0 0 0 0 0,0 0 0 0 0,1 0 1 0 0,0 0-1 0 0,-1 0 0 0 0,1 0 0 0 0,0 0 0 0 0,0 0 1 0 0,1 0-1 0 0,-1 0 0 0 0,0 0 0 0 0,1 0 0 0 0,0 0 1 0 0,0 0-1 0 0,0 0 0 0 0,0-1 0 0 0,0 1 1 0 0,1 0-1 0 0,-1-1 0 0 0,1 1 0 0 0,0-1 0 0 0,1 3 1 0 0,5 3-274 0 0,0 0 0 0 0,1 0 1 0 0,0-1-1 0 0,0-1 0 0 0,0 0 1 0 0,1 0-1 0 0,0 0 0 0 0,0-1 1 0 0,12 4-1 0 0,15 4-1964 0 0,48 10 0 0 0,16-3-3959 0 0,-50-16 986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20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445 719 556 0 0,'3'-4'604'0'0,"0"1"-1"0"0,0-1 1 0 0,0 0-1 0 0,0 0 1 0 0,-1 0 0 0 0,0 0-1 0 0,0 0 1 0 0,0 0 0 0 0,0-1-1 0 0,0-4 1 0 0,-1 7-466 0 0,-1 0 0 0 0,0 1 0 0 0,0-1 0 0 0,0 0 0 0 0,0 0 0 0 0,-1 1 0 0 0,1-1 0 0 0,0 0 0 0 0,-1 1 0 0 0,1-1 0 0 0,-1 1 0 0 0,1-1 0 0 0,-1 0 0 0 0,0 1 0 0 0,0-1 0 0 0,0 1 0 0 0,0 0 0 0 0,0-1 0 0 0,0 1 0 0 0,0 0 0 0 0,0-1 0 0 0,-1 1 0 0 0,1 0 0 0 0,0 0 0 0 0,-1 0 0 0 0,1 0 0 0 0,0 0 0 0 0,-1 1 0 0 0,0-1 0 0 0,-2-1 0 0 0,-3 0 177 0 0,0-1 0 0 0,0 1 0 0 0,0 0 0 0 0,0 1 0 0 0,0 0 1 0 0,-1 0-1 0 0,1 1 0 0 0,0-1 0 0 0,-15 3 0 0 0,-5 1 655 0 0,-34 10 0 0 0,46-10-676 0 0,-9 3 76 0 0,1 1 0 0 0,0 1 0 0 0,1 1 1 0 0,-27 14-1 0 0,39-18-314 0 0,0 1 0 0 0,1 0 0 0 0,0 0 0 0 0,0 1-1 0 0,1 0 1 0 0,0 0 0 0 0,0 1 0 0 0,1 0 0 0 0,-1 1 0 0 0,2-1 0 0 0,-10 17 0 0 0,15-23-44 0 0,0-1 0 0 0,0 1 0 0 0,1 0 0 0 0,-1 0 0 0 0,0 0-1 0 0,1-1 1 0 0,-1 1 0 0 0,1 0 0 0 0,0 0 0 0 0,0 0 0 0 0,0 0 0 0 0,0 0 0 0 0,0 0 0 0 0,0 0-1 0 0,0 0 1 0 0,0-1 0 0 0,1 1 0 0 0,-1 0 0 0 0,1 0 0 0 0,-1 0 0 0 0,2 2 0 0 0,0-2 1 0 0,0 1 0 0 0,0-1 0 0 0,0 0 1 0 0,0 1-1 0 0,0-1 0 0 0,0 0 0 0 0,1 0 0 0 0,-1-1 1 0 0,1 1-1 0 0,-1 0 0 0 0,1-1 0 0 0,4 2 1 0 0,1 0 2 0 0,1 0 0 0 0,0 0 0 0 0,0-1 0 0 0,0 0 0 0 0,0-1 0 0 0,0 0 0 0 0,0 0 0 0 0,12-1 0 0 0,-4-2-10 0 0,0-2 0 0 0,0 0 0 0 0,0 0 1 0 0,0-2-1 0 0,-1 0 0 0 0,0 0 0 0 0,0-2 1 0 0,-1 0-1 0 0,0-1 0 0 0,0 0 0 0 0,-1-2 1 0 0,0 1-1 0 0,21-23 0 0 0,0-3-153 0 0,-1-3 1 0 0,-3 0-1 0 0,41-65 1 0 0,-12 6 204 0 0,-5-1 1 0 0,-4-3-1 0 0,41-118 1 0 0,-91 220-50 0 0,-1-1 0 0 0,0 0 1 0 0,1 1-1 0 0,-1-1 0 0 0,0 0 0 0 0,0 1 1 0 0,0-1-1 0 0,0 0 0 0 0,0 1 0 0 0,1-1 1 0 0,-1 0-1 0 0,0 1 0 0 0,-1-1 0 0 0,1 0 1 0 0,0 1-1 0 0,0-1 0 0 0,0 0 0 0 0,0 1 1 0 0,0-1-1 0 0,-1 0 0 0 0,1 0 1 0 0,-1 0 2 0 0,1 1 1 0 0,-1 0-1 0 0,1 0 1 0 0,-1-1-1 0 0,1 1 1 0 0,-1 0-1 0 0,1 0 1 0 0,0 0-1 0 0,-1-1 1 0 0,0 1-1 0 0,1 0 1 0 0,-1 0-1 0 0,1 0 1 0 0,-1 0-1 0 0,1 0 1 0 0,-1 0-1 0 0,1 0 1 0 0,-1 0-1 0 0,1 0 1 0 0,-1 0-1 0 0,0 1 1 0 0,-2 0 70 0 0,-1 0 1 0 0,1 0 0 0 0,0 0-1 0 0,-1 1 1 0 0,1 0 0 0 0,0-1-1 0 0,-4 4 1 0 0,-7 8 291 0 0,0 0 0 0 0,1 1 0 0 0,0 0 0 0 0,-10 17 0 0 0,-42 68 811 0 0,51-76-967 0 0,-31 54-190 0 0,3 2 0 0 0,3 1 0 0 0,-53 162 0 0 0,82-205-1653 0 0,1 1 1 0 0,-6 57 0 0 0,12-63-2852 0 0,4 53 1 0 0,2-27-3541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33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30 308 2072 0 0,'-14'-9'8753'0'0,"11"9"-7958"0"0,1 4-534 0 0,0 0-1 0 0,1 0 0 0 0,-1 0 0 0 0,1 0 0 0 0,0 0 0 0 0,0 0 1 0 0,0 1-1 0 0,0-1 0 0 0,1 1 0 0 0,0-1 0 0 0,0 0 1 0 0,0 1-1 0 0,0-1 0 0 0,1 0 0 0 0,1 7 0 0 0,0-1-98 0 0,0 0 0 0 0,1 0 0 0 0,0 0 0 0 0,0-1 1 0 0,7 14-1 0 0,-9-22-139 0 0,0 0 0 0 0,-1 0 0 0 0,1 0 0 0 0,0 0 0 0 0,0 0 0 0 0,0 0 0 0 0,0-1 0 0 0,0 1 0 0 0,1 0 0 0 0,-1 0 0 0 0,0-1 1 0 0,0 1-1 0 0,0-1 0 0 0,1 1 0 0 0,-1-1 0 0 0,0 0 0 0 0,0 1 0 0 0,1-1 0 0 0,-1 0 0 0 0,0 0 0 0 0,1 0 0 0 0,-1 0 0 0 0,0 0 0 0 0,1 0 1 0 0,-1 0-1 0 0,0 0 0 0 0,1-1 0 0 0,-1 1 0 0 0,0 0 0 0 0,0-1 0 0 0,1 1 0 0 0,-1-1 0 0 0,0 1 0 0 0,2-2 0 0 0,4-2-4 0 0,1 0 0 0 0,-1-1 0 0 0,12-9-1 0 0,7-11-236 0 0,-1 0-1 0 0,-1-2 1 0 0,-1 0-1 0 0,-2-2 1 0 0,20-35-1 0 0,-15 25 19 0 0,1 0 0 0 0,39-41 0 0 0,-60 73 189 0 0,0 1 0 0 0,1 0 0 0 0,-1 0-1 0 0,2 0 1 0 0,-1 1 0 0 0,0 0-1 0 0,1 1 1 0 0,0 0 0 0 0,0 0-1 0 0,1 0 1 0 0,-1 1 0 0 0,1 1-1 0 0,-1-1 1 0 0,1 1 0 0 0,0 1 0 0 0,0-1-1 0 0,0 2 1 0 0,0-1 0 0 0,0 1-1 0 0,0 1 1 0 0,0-1 0 0 0,-1 1-1 0 0,14 4 1 0 0,1 3-67 0 0,-1 0 0 0 0,0 2 0 0 0,0 1 1 0 0,38 25-1 0 0,-12-7-675 0 0,-31-21 585 0 0,-19-10 97 0 0,-24-19 59 0 0,17 14-2 0 0,-3-2 9 0 0,-1 0 0 0 0,0 0 0 0 0,0 2-1 0 0,-19-10 1 0 0,27 15 11 0 0,0 1-1 0 0,-1-1 1 0 0,1 1 0 0 0,0-1-1 0 0,0 2 1 0 0,-1-1 0 0 0,1 0-1 0 0,0 1 1 0 0,-1 0-1 0 0,1 0 1 0 0,-1 1 0 0 0,1 0-1 0 0,0 0 1 0 0,0 0 0 0 0,-11 4-1 0 0,1 2 87 0 0,-1 1-1 0 0,2 1 1 0 0,-1 1 0 0 0,1 0-1 0 0,0 0 1 0 0,1 2-1 0 0,1-1 1 0 0,-14 17-1 0 0,3 0 130 0 0,1 0 0 0 0,-35 61 0 0 0,51-78-188 0 0,0 1-1 0 0,1 0 1 0 0,0 0 0 0 0,0 0-1 0 0,2 1 1 0 0,-4 18-1 0 0,6-28-28 0 0,0-1-1 0 0,1 1 0 0 0,0 0 0 0 0,0 0 1 0 0,0 0-1 0 0,0 0 0 0 0,0 0 1 0 0,0 0-1 0 0,1 0 0 0 0,-1-1 1 0 0,1 1-1 0 0,0 0 0 0 0,0 0 0 0 0,0-1 1 0 0,0 1-1 0 0,1 0 0 0 0,-1-1 1 0 0,1 1-1 0 0,-1-1 0 0 0,1 0 0 0 0,0 1 1 0 0,0-1-1 0 0,0 0 0 0 0,0 0 1 0 0,0 0-1 0 0,1-1 0 0 0,-1 1 0 0 0,0 0 1 0 0,1-1-1 0 0,-1 0 0 0 0,1 1 1 0 0,0-1-1 0 0,0 0 0 0 0,3 1 0 0 0,7 1-47 0 0,0-1-1 0 0,0 0 0 0 0,0-1 0 0 0,1 0 1 0 0,-1-1-1 0 0,0-1 0 0 0,0 0 0 0 0,0-1 0 0 0,0 0 1 0 0,0-1-1 0 0,0 0 0 0 0,-1-1 0 0 0,20-9 0 0 0,-16 6-40 0 0,-1-1 0 0 0,0 0 0 0 0,0-2 0 0 0,-1 0 0 0 0,0 0 0 0 0,-1-1 0 0 0,0-1 0 0 0,-1 0 0 0 0,21-26 0 0 0,-17 13 157 0 0,-2 0 0 0 0,0-2 1 0 0,-2 1-1 0 0,-1-2 0 0 0,13-44 0 0 0,-12 34 473 0 0,-11 35-246 0 0,-4 25 233 0 0,-5 28 151 0 0,1-7-461 0 0,1 1 0 0 0,2 0 0 0 0,2-1 0 0 0,4 48 0 0 0,-1-83-348 0 0,1 1 0 0 0,-1-1-1 0 0,2 1 1 0 0,-1-1 0 0 0,1 0 0 0 0,1 0-1 0 0,-1 0 1 0 0,1 0 0 0 0,1 0 0 0 0,7 10-1 0 0,-8-13-345 0 0,1 0 0 0 0,-1 0 0 0 0,1-1 0 0 0,0 1 0 0 0,0-1 0 0 0,7 3 0 0 0,-7-4-479 0 0,1 0 0 0 0,-1 0 0 0 0,1-1-1 0 0,0 0 1 0 0,0 0 0 0 0,12 2 0 0 0,-2-2-3362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3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56 2452 0 0,'0'-7'1092'0'0,"0"0"0"0"0,0 0 1 0 0,-1 0-1 0 0,0 0 0 0 0,-3-11 0 0 0,3 16-249 0 0,-3 2-69 0 0,-2 2-540 0 0,0 0 1 0 0,0 1 0 0 0,0-1 0 0 0,0 1 0 0 0,1 1-1 0 0,-1-1 1 0 0,1 1 0 0 0,0 0 0 0 0,0 0-1 0 0,0 0 1 0 0,0 1 0 0 0,1 0 0 0 0,-6 7 0 0 0,-2 3 78 0 0,1 0 0 0 0,1 1 0 0 0,-14 26 0 0 0,20-34-247 0 0,1 0 0 0 0,0 1 0 0 0,0-1 0 0 0,0 0 0 0 0,1 1 0 0 0,-2 16 0 0 0,4-22-54 0 0,0 0 0 0 0,0 0 1 0 0,0 1-1 0 0,1-1 0 0 0,-1 0 0 0 0,1 0 1 0 0,-1 0-1 0 0,1 0 0 0 0,0 0 0 0 0,0 0 1 0 0,1-1-1 0 0,-1 1 0 0 0,0 0 0 0 0,1 0 1 0 0,0-1-1 0 0,0 1 0 0 0,0-1 0 0 0,0 0 1 0 0,0 1-1 0 0,0-1 0 0 0,0 0 0 0 0,1 0 1 0 0,2 1-1 0 0,11 6-1 0 0,0 0 0 0 0,1-2-1 0 0,0 0 1 0 0,23 6 0 0 0,-24-8 152 0 0,0 0-1 0 0,-1 1 1 0 0,0 0 0 0 0,0 1-1 0 0,22 15 1 0 0,-36-21-104 0 0,0-1 1 0 0,0 1-1 0 0,0 0 1 0 0,0 0-1 0 0,0 0 1 0 0,0 0-1 0 0,0 0 1 0 0,0 0-1 0 0,0 0 1 0 0,0 1-1 0 0,-1-1 1 0 0,1 0-1 0 0,0 0 1 0 0,-1 1-1 0 0,1-1 1 0 0,-1 0-1 0 0,1 1 1 0 0,-1-1-1 0 0,0 1 1 0 0,0-1-1 0 0,0 0 1 0 0,1 2-1 0 0,-2 0-5 0 0,1-1-1 0 0,-1 0 1 0 0,0 0 0 0 0,1 0-1 0 0,-1 0 1 0 0,0 0-1 0 0,0 0 1 0 0,0 0 0 0 0,0-1-1 0 0,-1 1 1 0 0,1 0-1 0 0,-3 3 1 0 0,-4 2 67 0 0,1-1 0 0 0,-1 0 0 0 0,0 0 0 0 0,-17 9 0 0 0,2-3-50 0 0,0-2 1 0 0,-1 0-1 0 0,0-1 0 0 0,-1-1 1 0 0,0-2-1 0 0,0-1 1 0 0,-1 0-1 0 0,1-2 0 0 0,-1-1 1 0 0,0-1-1 0 0,-45-4 0 0 0,66 2-167 0 0,-1 0 0 0 0,0 0 1 0 0,1-1-1 0 0,-1 1 0 0 0,1-1 0 0 0,0-1 0 0 0,0 1 0 0 0,0-1 0 0 0,0 0 0 0 0,0 0 0 0 0,0 0 1 0 0,-5-6-1 0 0,8 7-144 0 0,0 0 1 0 0,1 0 0 0 0,-1 0-1 0 0,1-1 1 0 0,-1 1-1 0 0,1 0 1 0 0,0-1 0 0 0,0 1-1 0 0,0-1 1 0 0,0 1-1 0 0,0-1 1 0 0,1 0 0 0 0,-1 1-1 0 0,1-1 1 0 0,0 0-1 0 0,-1 1 1 0 0,1-1 0 0 0,1 0-1 0 0,-1 1 1 0 0,0-1 0 0 0,1 0-1 0 0,-1 1 1 0 0,1-1-1 0 0,0 0 1 0 0,0 1 0 0 0,0-1-1 0 0,0 1 1 0 0,2-4-1 0 0,7-12-3737 0 0,1 1-1926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34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540 129 188 0 0,'2'-8'1131'0'0,"-1"0"0"0"0,0 0 0 0 0,0 1 0 0 0,0-1 0 0 0,-1 0 0 0 0,-1 0 1 0 0,1 0-1 0 0,-4-12 0 0 0,4 17-1009 0 0,-1 1 0 0 0,0-1 0 0 0,0 1 0 0 0,0-1 0 0 0,-1 1 0 0 0,1 0 1 0 0,-1 0-1 0 0,1-1 0 0 0,-1 1 0 0 0,1 0 0 0 0,-1 0 0 0 0,0 1 0 0 0,0-1 0 0 0,0 0 1 0 0,0 1-1 0 0,-1-1 0 0 0,1 1 0 0 0,0-1 0 0 0,-1 1 0 0 0,1 0 0 0 0,-1 0 0 0 0,1 0 0 0 0,-1 1 1 0 0,1-1-1 0 0,-1 0 0 0 0,1 1 0 0 0,-1 0 0 0 0,0-1 0 0 0,-2 1 0 0 0,-6 1 63 0 0,1-1 1 0 0,0 1-1 0 0,0 1 0 0 0,0 0 0 0 0,0 0 0 0 0,0 1 0 0 0,0 1 1 0 0,1-1-1 0 0,-1 2 0 0 0,-12 6 0 0 0,-2 4 96 0 0,1 0 0 0 0,-34 30-1 0 0,-80 82 440 0 0,121-109-629 0 0,0 0-1 0 0,1 1 0 0 0,1 1 1 0 0,1 0-1 0 0,-18 37 0 0 0,29-53-79 0 0,0 1 0 0 0,0-1-1 0 0,1 0 1 0 0,0 1-1 0 0,0-1 1 0 0,0 1-1 0 0,0 0 1 0 0,1-1 0 0 0,-1 1-1 0 0,1-1 1 0 0,1 1-1 0 0,-1 0 1 0 0,0-1 0 0 0,3 8-1 0 0,-2-9-5 0 0,0 0 0 0 0,1 0 0 0 0,-1-1 0 0 0,1 1-1 0 0,0-1 1 0 0,-1 1 0 0 0,1-1 0 0 0,0 1 0 0 0,1-1 0 0 0,-1 0 0 0 0,0 0 0 0 0,1 0-1 0 0,-1 0 1 0 0,1-1 0 0 0,-1 1 0 0 0,1-1 0 0 0,0 1 0 0 0,0-1 0 0 0,0 0-1 0 0,0 0 1 0 0,0 0 0 0 0,5 0 0 0 0,6 2-2 0 0,-1-1 1 0 0,1-1-1 0 0,-1 0 0 0 0,1-1 1 0 0,-1 0-1 0 0,1-1 0 0 0,-1 0 1 0 0,1-2-1 0 0,-1 1 1 0 0,0-2-1 0 0,1 1 0 0 0,-2-2 1 0 0,1 0-1 0 0,14-8 0 0 0,-13 5-5 0 0,0 0 0 0 0,-1-1 0 0 0,-1-1 0 0 0,1 0 0 0 0,-2-1 0 0 0,1 0 0 0 0,-1 0 0 0 0,-1-1 0 0 0,0-1 0 0 0,-1 0 0 0 0,14-25 0 0 0,-9 9 4 0 0,-7 13 3 0 0,2 0-1 0 0,18-27 1 0 0,-26 41 104 0 0,4 10 258 0 0,0 8 7 0 0,-4 0-125 0 0,0 2-54 0 0,0 1 0 0 0,1 0 0 0 0,1 0 0 0 0,9 30 0 0 0,-10-44-184 0 0,-1-1 0 0 0,1 1 0 0 0,0-1 0 0 0,1 0 0 0 0,-1 0 0 0 0,1 0 0 0 0,0 0 0 0 0,0 0 0 0 0,0 0 0 0 0,0-1 0 0 0,1 0 0 0 0,-1 1 0 0 0,1-1 0 0 0,0-1 0 0 0,0 1 1 0 0,0 0-1 0 0,0-1 0 0 0,0 0 0 0 0,1 0 0 0 0,-1 0 0 0 0,1-1 0 0 0,-1 1 0 0 0,9 0 0 0 0,2 0-287 0 0,1 0 0 0 0,-1-2 0 0 0,1 0 0 0 0,-1 0 0 0 0,1-1 1 0 0,-1-1-1 0 0,0-1 0 0 0,1 0 0 0 0,14-6 0 0 0,0-2-2316 0 0,-1-1 0 0 0,0-1 0 0 0,37-24 0 0 0,-32 17-2701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95 1760 0 0,'1'-23'4536'0'0,"-1"17"-3819"0"0,1 0-1 0 0,-1 1 1 0 0,0-1-1 0 0,0 0 0 0 0,0 0 1 0 0,-1 0-1 0 0,0 0 0 0 0,0 1 1 0 0,-1-1-1 0 0,-3-8 1 0 0,4 15-645 0 0,-1 0 0 0 0,1 0 1 0 0,-1 1-1 0 0,1-1 1 0 0,0 0-1 0 0,-1 1 1 0 0,1-1-1 0 0,0 1 1 0 0,0-1-1 0 0,-1 2 0 0 0,-127 266 1511 0 0,125-262-1559 0 0,-28 78 151 0 0,29-75-156 0 0,1-1 0 0 0,-1 1 0 0 0,2 0 0 0 0,0 0 0 0 0,0 0 0 0 0,1 19 0 0 0,0-25-17 0 0,1-1-1 0 0,-1 0 1 0 0,1 0-1 0 0,0 0 1 0 0,0 0-1 0 0,0 0 1 0 0,0 0-1 0 0,1 0 0 0 0,-1 0 1 0 0,1 0-1 0 0,0 0 1 0 0,-1 0-1 0 0,1-1 1 0 0,0 1-1 0 0,1-1 1 0 0,-1 0-1 0 0,4 4 1 0 0,-1-3-32 0 0,-1-1 1 0 0,0 0 0 0 0,1 1 0 0 0,0-1-1 0 0,-1-1 1 0 0,1 1 0 0 0,0-1-1 0 0,0 0 1 0 0,0 0 0 0 0,6 1 0 0 0,10-2-223 0 0,0 0 1 0 0,0-2 0 0 0,0 0 0 0 0,26-6 0 0 0,-45 7 223 0 0,21-3-284 0 0,0-2-1 0 0,0-1 0 0 0,-1 0 0 0 0,0-2 0 0 0,0-1 0 0 0,25-14 0 0 0,-37 17 247 0 0,0 1-1 0 0,0-1 0 0 0,-1-1 0 0 0,0 0 1 0 0,0 0-1 0 0,0-1 0 0 0,-1 0 1 0 0,-1 0-1 0 0,0-1 0 0 0,0 0 0 0 0,0 0 1 0 0,-2 0-1 0 0,1-1 0 0 0,3-12 0 0 0,-8 20 114 0 0,0 0-1 0 0,0 1 0 0 0,0-1 0 0 0,-1 0 1 0 0,1 0-1 0 0,-1 0 0 0 0,0 0 0 0 0,0 0 0 0 0,0 0 1 0 0,0 0-1 0 0,-1 1 0 0 0,1-1 0 0 0,-1 0 0 0 0,0 0 1 0 0,1 0-1 0 0,-1 0 0 0 0,-1 1 0 0 0,-1-6 1 0 0,1 7 196 0 0,0 1-5 0 0,0 0-193 0 0,0 0 1 0 0,1 0-1 0 0,-1 0 0 0 0,1 1 1 0 0,-1-1-1 0 0,1 1 0 0 0,-1-1 1 0 0,1 1-1 0 0,-1 0 0 0 0,1 0 1 0 0,-1-1-1 0 0,1 1 0 0 0,0 0 1 0 0,-1 0-1 0 0,1 0 0 0 0,0 0 0 0 0,0 1 1 0 0,-1 0-1 0 0,-1 2 62 0 0,0 1-1 0 0,0-1 1 0 0,0 0 0 0 0,1 1-1 0 0,-4 8 1 0 0,2-1 52 0 0,1 0-1 0 0,0 0 1 0 0,0 0-1 0 0,0 19 0 0 0,2-23-116 0 0,1-1 0 0 0,0 0 0 0 0,1 1 0 0 0,0-1-1 0 0,0 1 1 0 0,1-1 0 0 0,-1 0 0 0 0,2 0 0 0 0,-1 0-1 0 0,1 0 1 0 0,0 0 0 0 0,6 10 0 0 0,-5-12-30 0 0,-1 0 0 0 0,1-1-1 0 0,0 0 1 0 0,1 1 0 0 0,-1-1 0 0 0,1-1 0 0 0,-1 1 0 0 0,1-1 0 0 0,0 0 0 0 0,1 0 0 0 0,-1 0 0 0 0,0 0 0 0 0,1-1 0 0 0,0 0 0 0 0,-1-1 0 0 0,9 3 0 0 0,3-1 4 0 0,-1-1 1 0 0,0-1 0 0 0,1 0 0 0 0,-1-1 0 0 0,1 0 0 0 0,-1-2 0 0 0,0 0 0 0 0,0-1 0 0 0,18-5 0 0 0,-27 6-11 0 0,0 0 0 0 0,-1-1 0 0 0,1 0 0 0 0,-1 0 0 0 0,0-1 0 0 0,0 0 0 0 0,0 0 0 0 0,-1 0 1 0 0,1-1-1 0 0,5-7 0 0 0,-7 8-5 0 0,-1 0 0 0 0,0-1 0 0 0,0 0 0 0 0,0 0-1 0 0,-1 1 1 0 0,1-2 0 0 0,-1 1 0 0 0,-1 0 0 0 0,1 0 0 0 0,-1-1 0 0 0,0 1 0 0 0,0 0 0 0 0,0-1 0 0 0,-1-9 0 0 0,0 2-12 0 0,-1 0 0 0 0,-1 0 0 0 0,0 0 0 0 0,-1 0 0 0 0,0 1 0 0 0,-1-1-1 0 0,-1 1 1 0 0,-7-16 0 0 0,8 19 3 0 0,-1 1 0 0 0,0 0 0 0 0,0 0 0 0 0,-1 0 0 0 0,0 1 1 0 0,0-1-1 0 0,-1 1 0 0 0,0 1 0 0 0,0-1 0 0 0,0 1 0 0 0,-1 1 0 0 0,-9-6 0 0 0,10 8 1 0 0,0 1-1 0 0,0-1 1 0 0,0 1 0 0 0,-1 1 0 0 0,1-1-1 0 0,0 2 1 0 0,-1-1 0 0 0,0 1 0 0 0,1 0-1 0 0,-1 0 1 0 0,1 1 0 0 0,-1 0 0 0 0,1 0-1 0 0,0 0 1 0 0,-10 4 0 0 0,9-2-2 0 0,0-1 0 0 0,0 2 0 0 0,1-1 0 0 0,-1 1 0 0 0,1 0 0 0 0,0 0 0 0 0,0 1 0 0 0,0 0 0 0 0,0 0 0 0 0,1 0 0 0 0,0 1 0 0 0,0 0 0 0 0,-7 11 0 0 0,12-16 11 0 0,0 0 0 0 0,1 0-1 0 0,-1 0 1 0 0,0 0 0 0 0,1 0-1 0 0,-1 0 1 0 0,1 1 0 0 0,-1-1-1 0 0,1 0 1 0 0,0 0 0 0 0,-1 1-1 0 0,1-1 1 0 0,0 0 0 0 0,0 1-1 0 0,0-1 1 0 0,0 0 0 0 0,0 0-1 0 0,0 1 1 0 0,0-1 0 0 0,0 0-1 0 0,1 1 1 0 0,-1-1-1 0 0,1 2 1 0 0,1-1 0 0 0,-1 0 0 0 0,0-1 0 0 0,1 1 0 0 0,-1-1-1 0 0,0 0 1 0 0,1 0 0 0 0,0 1 0 0 0,-1-1 0 0 0,1 0 0 0 0,0 0 0 0 0,-1 0 0 0 0,1-1-1 0 0,0 1 1 0 0,2 0 0 0 0,5 2 6 0 0,0-1 0 0 0,0 0 0 0 0,0-1 0 0 0,1 0 0 0 0,14-1 1 0 0,-6-1-15 0 0,1-1 0 0 0,-1-1 0 0 0,0-1 0 0 0,24-8 0 0 0,67-31-17 0 0,7-3-73 0 0,-107 44 136 0 0,0 0 0 0 0,0 0 0 0 0,0 1 0 0 0,1 0 1 0 0,-1 1-1 0 0,0 0 0 0 0,1 0 0 0 0,-1 1 0 0 0,0 0 0 0 0,0 1 0 0 0,0 0 1 0 0,0 0-1 0 0,0 1 0 0 0,0 0 0 0 0,0 1 0 0 0,-1 0 0 0 0,0 0 0 0 0,0 1 1 0 0,0 0-1 0 0,0 0 0 0 0,-1 1 0 0 0,0 0 0 0 0,0 1 0 0 0,0-1 0 0 0,-1 1 1 0 0,0 0-1 0 0,0 1 0 0 0,-1-1 0 0 0,0 1 0 0 0,0 0 0 0 0,-1 1 0 0 0,0-1 0 0 0,3 11 1 0 0,-6-12 31 0 0,1 1 0 0 0,-2 0 0 0 0,1 0 1 0 0,-1 0-1 0 0,0 0 0 0 0,-1 0 0 0 0,1 0 1 0 0,-2-1-1 0 0,1 1 0 0 0,-1 0 0 0 0,0 0 1 0 0,-1-1-1 0 0,0 0 0 0 0,0 1 0 0 0,-1-1 1 0 0,1 0-1 0 0,-1-1 0 0 0,-8 11 0 0 0,10-16-8 0 0,2-1-63 0 0,-1 0 0 0 0,1 0 1 0 0,-1 0-1 0 0,1-1 0 0 0,-1 1 1 0 0,1 0-1 0 0,-1 0 0 0 0,1-1 1 0 0,-1 1-1 0 0,1-1 0 0 0,-1 1 1 0 0,1 0-1 0 0,-1-1 0 0 0,1 1 1 0 0,0-1-1 0 0,-1 1 0 0 0,1-1 1 0 0,0 1-1 0 0,0-1 0 0 0,-1 1 1 0 0,1-1-1 0 0,0 0 0 0 0,6-28-14 0 0,2 1-1 0 0,1 0 0 0 0,17-37 0 0 0,-17 47-20 0 0,1 0-1 0 0,0 0 1 0 0,1 0-1 0 0,1 2 1 0 0,25-28-1 0 0,-32 39 31 0 0,0 1 0 0 0,1-1 0 0 0,0 1 0 0 0,0 1 0 0 0,0-1 0 0 0,0 1 0 0 0,0 0 0 0 0,1 0-1 0 0,-1 1 1 0 0,1 0 0 0 0,0 0 0 0 0,-1 0 0 0 0,1 1 0 0 0,0 0 0 0 0,0 1 0 0 0,0-1 0 0 0,10 2-1 0 0,-12-1 20 0 0,0 1-1 0 0,0 0 0 0 0,0 0 0 0 0,0 0 0 0 0,0 0 1 0 0,0 1-1 0 0,-1 0 0 0 0,1 0 0 0 0,-1 0 0 0 0,1 0 1 0 0,-1 1-1 0 0,0 0 0 0 0,0 0 0 0 0,0 0 1 0 0,0 0-1 0 0,-1 1 0 0 0,1-1 0 0 0,-1 1 0 0 0,0 0 1 0 0,0 0-1 0 0,0 0 0 0 0,-1 1 0 0 0,1-1 0 0 0,-1 0 1 0 0,2 6-1 0 0,1 8-12 0 0,-1-1 0 0 0,-1 1 0 0 0,0 0 0 0 0,-1 36 0 0 0,1-4-2454 0 0,4 0-3877 0 0,-4-40 2917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3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2976 0 0,'5'-14'2187'0'0,"-5"13"-1885"0"0,0-1 1 0 0,0 0-1 0 0,0 1 1 0 0,1-1 0 0 0,-1 1-1 0 0,1-1 1 0 0,-1 1 0 0 0,1-1-1 0 0,0 1 1 0 0,-1-1 0 0 0,1 1-1 0 0,0 0 1 0 0,0-1 0 0 0,0 1-1 0 0,0 0 1 0 0,0 0 0 0 0,0-1-1 0 0,1 1 1 0 0,-1 0-1 0 0,0 0 1 0 0,0 1 0 0 0,1-1-1 0 0,-1 0 1 0 0,1 0 0 0 0,-1 1-1 0 0,1-1 1 0 0,1 0 0 0 0,-1 1-131 0 0,0 0 0 0 0,0 0 0 0 0,-1 1 0 0 0,1-1 1 0 0,0 1-1 0 0,0-1 0 0 0,-1 1 0 0 0,1-1 0 0 0,0 1 1 0 0,-1 0-1 0 0,1 0 0 0 0,-1 0 0 0 0,1 0 0 0 0,1 2 1 0 0,20 18 1174 0 0,-19-17-1060 0 0,18 21 519 0 0,-1 1 0 0 0,-1 1 0 0 0,25 46 0 0 0,-28-44-619 0 0,1-1 1 0 0,2 0-1 0 0,34 38 0 0 0,-52-64-182 0 0,-1-1-1 0 0,0 1 0 0 0,1-1 0 0 0,0 1 0 0 0,-1-1 1 0 0,1 0-1 0 0,0 0 0 0 0,0 0 0 0 0,0 1 0 0 0,0-2 1 0 0,-1 1-1 0 0,1 0 0 0 0,1 0 0 0 0,-1-1 0 0 0,0 1 1 0 0,0-1-1 0 0,0 0 0 0 0,0 1 0 0 0,0-1 0 0 0,0 0 1 0 0,0 0-1 0 0,1 0 0 0 0,-1-1 0 0 0,0 1 0 0 0,3-1 1 0 0,-2-1 0 0 0,0 1 1 0 0,0-1-1 0 0,0 0 1 0 0,-1 0 0 0 0,1 0-1 0 0,0 0 1 0 0,-1-1-1 0 0,1 1 1 0 0,-1-1-1 0 0,0 0 1 0 0,0 1 0 0 0,0-1-1 0 0,0 0 1 0 0,0 0-1 0 0,1-4 1 0 0,7-18-1 0 0,0-1 0 0 0,-2 0 0 0 0,7-32 0 0 0,-8 26-2 0 0,20-50 0 0 0,-24 73-21 0 0,1 0-1 0 0,0 1 1 0 0,0-1 0 0 0,1 1 0 0 0,0 0-1 0 0,10-11 1 0 0,-12 16 11 0 0,-1 1 1 0 0,1 0-1 0 0,-1 0 0 0 0,1 0 0 0 0,0 0 1 0 0,0 1-1 0 0,0-1 0 0 0,0 1 1 0 0,0 0-1 0 0,1 0 0 0 0,-1 0 1 0 0,0 0-1 0 0,0 0 0 0 0,1 1 1 0 0,-1 0-1 0 0,0-1 0 0 0,1 1 0 0 0,-1 1 1 0 0,0-1-1 0 0,1 0 0 0 0,5 2 1 0 0,7 3 5 0 0,0 0 1 0 0,0 1-1 0 0,-1 1 1 0 0,0 0-1 0 0,27 18 1 0 0,4 2 0 0 0,-28-17-1 0 0,1 0 1 0 0,1-2-1 0 0,-1 0 1 0 0,1-1-1 0 0,0-1 0 0 0,1 0 1 0 0,32 3-1 0 0,-47-8-35 0 0,-1-1 0 0 0,1 0-1 0 0,-1 0 1 0 0,1-1 0 0 0,-1 1 0 0 0,9-3-1 0 0,-12 2 18 0 0,-1 1 0 0 0,1-1 0 0 0,-1 1-1 0 0,0-1 1 0 0,1 0 0 0 0,-1 0 0 0 0,0 0 0 0 0,0 0-1 0 0,0 0 1 0 0,0 0 0 0 0,0 0 0 0 0,0 0-1 0 0,0 0 1 0 0,0 0 0 0 0,0-1 0 0 0,0 1-1 0 0,-1 0 1 0 0,1-1 0 0 0,0 1 0 0 0,-1-1 0 0 0,1 1-1 0 0,-1 0 1 0 0,0-1 0 0 0,1 1 0 0 0,-1-1-1 0 0,0 1 1 0 0,0-1 0 0 0,0 1 0 0 0,0-3 0 0 0,0-1-8 0 0,-1 0 1 0 0,1 0-1 0 0,-1 0 1 0 0,0 1-1 0 0,0-1 1 0 0,0 0 0 0 0,-1 0-1 0 0,0 1 1 0 0,0-1-1 0 0,0 1 1 0 0,0-1-1 0 0,-1 1 1 0 0,0 0 0 0 0,1 0-1 0 0,-2 0 1 0 0,-5-5-1 0 0,7 6 16 0 0,-1 1-1 0 0,0-1 1 0 0,0 1-1 0 0,-1 0 1 0 0,1 0-1 0 0,0 1 1 0 0,-1-1-1 0 0,1 1 0 0 0,-1-1 1 0 0,1 1-1 0 0,-1 0 1 0 0,0 0-1 0 0,1 1 1 0 0,-1-1-1 0 0,0 1 1 0 0,0 0-1 0 0,1 0 1 0 0,-1 0-1 0 0,0 0 1 0 0,0 1-1 0 0,1-1 0 0 0,-6 3 1 0 0,-1 0 17 0 0,0 2 0 0 0,0-1-1 0 0,0 2 1 0 0,1-1 0 0 0,-1 1 0 0 0,1 0 0 0 0,0 1 0 0 0,1 0 0 0 0,0 1 0 0 0,0 0 0 0 0,1 0-1 0 0,0 0 1 0 0,-9 14 0 0 0,12-16-38 0 0,0 1 0 0 0,0-1 0 0 0,0 1 0 0 0,1 0 0 0 0,0 0 0 0 0,0 0 0 0 0,1 0 0 0 0,0 1 0 0 0,0-1 0 0 0,1 1 0 0 0,0-1 0 0 0,0 1 0 0 0,0 0 0 0 0,1-1 0 0 0,1 1 0 0 0,-1 0 0 0 0,1-1 0 0 0,0 1 0 0 0,1-1 0 0 0,2 9 0 0 0,-2-12-309 0 0,1 1 0 0 0,0 0 0 0 0,0 0 0 0 0,0-1 0 0 0,0 0 0 0 0,0 0 0 0 0,1 0 0 0 0,0 0 0 0 0,0 0 0 0 0,0-1 0 0 0,7 5 0 0 0,31 15-6718 0 0,-25-16 980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37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2 203 136 0 0,'-1'-12'4849'0'0,"1"10"-4515"0"0,0 1 1 0 0,0-1 0 0 0,-1 1-1 0 0,1-1 1 0 0,0 0-1 0 0,0 1 1 0 0,0-1-1 0 0,1 1 1 0 0,-1-1 0 0 0,0 0-1 0 0,1 1 1 0 0,-1-1-1 0 0,1 1 1 0 0,-1-1-1 0 0,1 1 1 0 0,0-1 0 0 0,0 1-1 0 0,2-4 967 0 0,1 6-976 0 0,1 0 0 0 0,-1 0 1 0 0,0 0-1 0 0,0 1 0 0 0,0-1 0 0 0,0 1 0 0 0,0 0 0 0 0,0 0 0 0 0,0 1 0 0 0,0-1 0 0 0,-1 1 0 0 0,1 0 0 0 0,-1-1 0 0 0,0 2 0 0 0,6 5 0 0 0,3 5 184 0 0,-1 1 0 0 0,14 22 0 0 0,-21-31-458 0 0,0 1-1 0 0,-1 0 0 0 0,0 0 1 0 0,0 1-1 0 0,0-1 1 0 0,-1 0-1 0 0,0 1 0 0 0,-1 0 1 0 0,1-1-1 0 0,-1 1 0 0 0,-1 0 1 0 0,0 0-1 0 0,0 0 0 0 0,0-1 1 0 0,-1 1-1 0 0,0 0 1 0 0,-1-1-1 0 0,1 1 0 0 0,-1 0 1 0 0,-1-1-1 0 0,0 0 0 0 0,0 1 1 0 0,0-1-1 0 0,-1-1 0 0 0,0 1 1 0 0,0 0-1 0 0,-1-1 0 0 0,0 0 1 0 0,-9 10-1 0 0,13-15-49 0 0,1-1 2 0 0,-1 1-1 0 0,1-1 1 0 0,0 1-1 0 0,-1 0 1 0 0,1-1-1 0 0,-1 1 1 0 0,1-1-1 0 0,-1 1 1 0 0,1-1-1 0 0,-1 1 1 0 0,1-1-1 0 0,-1 0 1 0 0,0 1-1 0 0,1-1 1 0 0,-1 0-1 0 0,1 1 1 0 0,-1-1-1 0 0,0 0 1 0 0,1 0-1 0 0,-1 1 1 0 0,0-1-1 0 0,1 0 1 0 0,-1 0 0 0 0,0 0-1 0 0,0 0 1 0 0,1 0-1 0 0,-1 0 1 0 0,0 0-1 0 0,1 0 1 0 0,-1 0-1 0 0,0 0 1 0 0,1-1-1 0 0,-1 1 1 0 0,0 0-1 0 0,0-1 1 0 0,1 0-4 0 0,0 0 1 0 0,0 0 0 0 0,0 0 0 0 0,0 0 0 0 0,0 0 0 0 0,1 0 0 0 0,-1 1-1 0 0,0-1 1 0 0,1 0 0 0 0,-1 0 0 0 0,1 0 0 0 0,-1 0 0 0 0,1 0-1 0 0,0 0 1 0 0,-1 0-1 0 0,12-22-172 0 0,2-1-1 0 0,0 1 1 0 0,35-41-1 0 0,61-53-133 0 0,-54 64 234 0 0,-16 15 32 0 0,40-49 0 0 0,-77 84 40 0 0,-1 0-1 0 0,1-1 0 0 0,-1 1 1 0 0,1-1-1 0 0,-1 1 1 0 0,0-1-1 0 0,0 0 1 0 0,-1 0-1 0 0,1 0 1 0 0,-1 0-1 0 0,2-8 0 0 0,-3 10-7 0 0,-4 3 16 0 0,-1 1 11 0 0,0 0 1 0 0,0 1-1 0 0,0-1 1 0 0,0 1-1 0 0,0 0 1 0 0,1 0-1 0 0,-1 1 1 0 0,1-1-1 0 0,0 1 1 0 0,-6 7-1 0 0,-41 53 386 0 0,34-41-237 0 0,0 0 22 0 0,0 1 0 0 0,-16 31 0 0 0,29-47-151 0 0,-1 2 0 0 0,1-1-1 0 0,1 0 1 0 0,0 1 0 0 0,0 0 0 0 0,1-1 0 0 0,0 1 0 0 0,0 0-1 0 0,1 20 1 0 0,1-26-32 0 0,1-1-1 0 0,0 0 0 0 0,0 0 0 0 0,0 0 1 0 0,0 0-1 0 0,1 0 0 0 0,-1 0 0 0 0,1 0 1 0 0,-1 0-1 0 0,1 0 0 0 0,0-1 1 0 0,0 1-1 0 0,1-1 0 0 0,-1 1 0 0 0,0-1 1 0 0,1 0-1 0 0,-1 0 0 0 0,1 0 0 0 0,0 0 1 0 0,0-1-1 0 0,0 1 0 0 0,0-1 0 0 0,3 2 1 0 0,7 2-31 0 0,1 0 1 0 0,-1 0-1 0 0,28 4 1 0 0,-2-3-821 0 0,0-1-1 0 0,1-3 1 0 0,54-2 0 0 0,-56-2-4201 0 0,65-14 0 0 0,-72 9-283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39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49 1796 0 0,'-1'-10'4579'0'0,"0"7"-4333"0"0,-1 0 0 0 0,0 1 0 0 0,0-1 0 0 0,0 1 1 0 0,0-1-1 0 0,0 1 0 0 0,0 0 0 0 0,0 0 0 0 0,-1 0 0 0 0,1 0 0 0 0,-1 1 0 0 0,0-1 0 0 0,1 1 0 0 0,-1-1 0 0 0,0 1 0 0 0,0 0 0 0 0,0 0 0 0 0,0 0 0 0 0,0 0 0 0 0,-4 0 0 0 0,4 1-89 0 0,0 0-46 0 0,-1 1-80 0 0,1 0 0 0 0,-1 0 1 0 0,1 0-1 0 0,-1 1 0 0 0,1-1 0 0 0,0 1 1 0 0,0 0-1 0 0,-1 0 0 0 0,1 0 1 0 0,0 0-1 0 0,1 0 0 0 0,-1 1 0 0 0,-4 4 1 0 0,2-1 38 0 0,0 1 0 0 0,0 0-1 0 0,1 0 1 0 0,0 1 0 0 0,-6 12 0 0 0,2 2 45 0 0,1 0-1 0 0,2 0 0 0 0,-6 39 1 0 0,8-40-84 0 0,0-1 1 0 0,2 1 0 0 0,1 0 0 0 0,0 0 0 0 0,2 0 0 0 0,4 22 0 0 0,-5-36-29 0 0,1 0 0 0 0,0 0 1 0 0,0-1-1 0 0,1 1 0 0 0,0-1 0 0 0,0 1 0 0 0,0-1 0 0 0,1 0 0 0 0,0-1 1 0 0,0 1-1 0 0,1 0 0 0 0,0-1 0 0 0,-1 0 0 0 0,2 0 0 0 0,-1-1 0 0 0,0 0 1 0 0,1 1-1 0 0,0-2 0 0 0,0 1 0 0 0,0-1 0 0 0,12 5 0 0 0,-5-4-195 0 0,0 0 0 0 0,0-1 0 0 0,0 0 0 0 0,1-1 0 0 0,-1 0 0 0 0,0-1 0 0 0,1-1 0 0 0,-1 0 1 0 0,1-1-1 0 0,-1-1 0 0 0,0 0 0 0 0,1 0 0 0 0,-1-1 0 0 0,0-1 0 0 0,12-5 0 0 0,-10 2 121 0 0,0 0 0 0 0,-1-1 1 0 0,0 0-1 0 0,0-1 0 0 0,-1 0 0 0 0,0-1 1 0 0,-1-1-1 0 0,0 0 0 0 0,0-1 0 0 0,-1 0 1 0 0,18-27-1 0 0,-19 21 751 0 0,0-1 0 0 0,11-29 0 0 0,3-7 2250 0 0,-31 75-1939 0 0,3-8-817 0 0,1 1-1 0 0,0-1 1 0 0,0 1-1 0 0,2 0 1 0 0,0-1-1 0 0,0 22 1 0 0,1-30-161 0 0,1 0-1 0 0,-1 0 1 0 0,1 0-1 0 0,0 0 1 0 0,0 0-1 0 0,0 0 1 0 0,1 0-1 0 0,0 0 1 0 0,-1 0-1 0 0,1-1 1 0 0,0 1-1 0 0,1 0 1 0 0,-1-1-1 0 0,1 0 1 0 0,-1 0-1 0 0,1 0 1 0 0,0 0-1 0 0,0 0 1 0 0,0 0-1 0 0,1-1 1 0 0,-1 1-1 0 0,1-1 1 0 0,6 3 0 0 0,1 0 7 0 0,0-1 1 0 0,0 0-1 0 0,1-1 1 0 0,-1 0-1 0 0,1-1 1 0 0,0-1 0 0 0,0 1-1 0 0,0-2 1 0 0,0 0-1 0 0,0 0 1 0 0,-1-1-1 0 0,1-1 1 0 0,17-3-1 0 0,-22 3-12 0 0,0 0 0 0 0,0-1-1 0 0,0 0 1 0 0,0 0 0 0 0,0 0-1 0 0,0-1 1 0 0,-1 0 0 0 0,0 0-1 0 0,0-1 1 0 0,0 0 0 0 0,0 0-1 0 0,-1 0 1 0 0,0-1-1 0 0,0 0 1 0 0,0 0 0 0 0,-1 0-1 0 0,0 0 1 0 0,0-1 0 0 0,0 1-1 0 0,-1-1 1 0 0,4-14 0 0 0,-4 14-15 0 0,-2 0 0 0 0,1 0 0 0 0,-1-1 0 0 0,0 1 1 0 0,-1-1-1 0 0,0 1 0 0 0,0 0 0 0 0,0-1 0 0 0,-1 1 1 0 0,0-1-1 0 0,0 1 0 0 0,-1 0 0 0 0,0 0 0 0 0,-1 0 1 0 0,1 0-1 0 0,-1 0 0 0 0,-5-8 0 0 0,4 9 0 0 0,0 1 1 0 0,1 0-1 0 0,-2 0 0 0 0,1 0 0 0 0,-1 1 1 0 0,1-1-1 0 0,-1 1 0 0 0,0 0 0 0 0,-1 1 1 0 0,1-1-1 0 0,-1 1 0 0 0,0 0 0 0 0,1 0 1 0 0,-1 1-1 0 0,0-1 0 0 0,-1 1 1 0 0,1 1-1 0 0,0-1 0 0 0,-1 1 0 0 0,-6 0 1 0 0,-3 0 13 0 0,1 1 0 0 0,-1 0 0 0 0,0 1 0 0 0,1 1 0 0 0,0 1 0 0 0,-30 8 0 0 0,36-8-74 0 0,0 1 0 0 0,-1 0 0 0 0,1 0 0 0 0,1 0 0 0 0,-1 2 1 0 0,1-1-1 0 0,0 1 0 0 0,0 0 0 0 0,0 0 0 0 0,1 1 0 0 0,-12 15 0 0 0,17-20-146 0 0,0 1-1 0 0,0-1 0 0 0,1 1 1 0 0,0 0-1 0 0,-1-1 0 0 0,1 1 1 0 0,0 0-1 0 0,0 0 0 0 0,1 0 1 0 0,-1 0-1 0 0,0 4 0 0 0,1-5-378 0 0,0 0 0 0 0,0 1 0 0 0,0-1 0 0 0,1 0 0 0 0,-1 0 0 0 0,1 0 0 0 0,-1 1 0 0 0,1-1-1 0 0,1 4 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0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2508 0 0,'12'-18'10677'0'0,"-11"20"-10495"0"0,1 0-1 0 0,-1 0 1 0 0,0 0 0 0 0,0 1-1 0 0,1-1 1 0 0,-1 0-1 0 0,-1 1 1 0 0,1-1 0 0 0,0 0-1 0 0,-1 1 1 0 0,1-1-1 0 0,-1 1 1 0 0,1-1 0 0 0,-1 6-1 0 0,-1 42 623 0 0,1-46-735 0 0,-17 160 828 0 0,38-208-715 0 0,30-45 0 0 0,-43 78-198 0 0,0 1 1 0 0,1 0-1 0 0,0 0 0 0 0,1 1 0 0 0,0 0 1 0 0,0 1-1 0 0,1 0 0 0 0,20-11 0 0 0,-27 17 13 0 0,-1 0-1 0 0,1 0 0 0 0,-1 0 0 0 0,1 1 0 0 0,0 0 1 0 0,0 0-1 0 0,0 0 0 0 0,0 0 0 0 0,0 1 0 0 0,0-1 0 0 0,0 1 1 0 0,0 0-1 0 0,0 0 0 0 0,0 0 0 0 0,0 1 0 0 0,0 0 1 0 0,-1-1-1 0 0,1 1 0 0 0,0 1 0 0 0,0-1 0 0 0,0 0 0 0 0,-1 1 1 0 0,1 0-1 0 0,-1 0 0 0 0,1 0 0 0 0,-1 0 0 0 0,0 1 1 0 0,0-1-1 0 0,0 1 0 0 0,0 0 0 0 0,0 0 0 0 0,0 0 0 0 0,1 3 1 0 0,-1-2 8 0 0,0 0-1 0 0,-1 1 1 0 0,1-1 0 0 0,-1 0 0 0 0,0 1 0 0 0,0-1 0 0 0,-1 1 0 0 0,0 0 0 0 0,1 0 0 0 0,-2-1-1 0 0,1 1 1 0 0,0 0 0 0 0,-1 0 0 0 0,0 0 0 0 0,-1 6 0 0 0,-1 4 54 0 0,-1-1 1 0 0,0 1-1 0 0,-8 21 1 0 0,9-31-34 0 0,2-4-20 0 0,-1-1 0 0 0,1 0 0 0 0,0 1 0 0 0,0-1-1 0 0,0 1 1 0 0,-1-1 0 0 0,1 0 0 0 0,0 1 0 0 0,-1-1 0 0 0,1 0-1 0 0,0 1 1 0 0,-1-1 0 0 0,1 0 0 0 0,0 1 0 0 0,-1-1 0 0 0,1 0-1 0 0,0 0 1 0 0,-1 1 0 0 0,1-1 0 0 0,-1 0 0 0 0,1 0 0 0 0,-1 0-1 0 0,0 0 1 0 0,1 0-4 0 0,-1-1-1 0 0,1 0 1 0 0,0 1-1 0 0,-1-1 1 0 0,1 0-1 0 0,0 0 1 0 0,-1 0-1 0 0,1 1 1 0 0,0-1-1 0 0,0 0 1 0 0,0 0-1 0 0,-1 0 1 0 0,1 0-1 0 0,0 1 1 0 0,0-1-1 0 0,0 0 1 0 0,1 0-1 0 0,-1 0 1 0 0,0 0-1 0 0,0 1 0 0 0,0-1 1 0 0,1 0-1 0 0,-1 0 1 0 0,0 0-1 0 0,1 1 1 0 0,-1-1-1 0 0,1-1 1 0 0,0 0 2 0 0,5-17-18 0 0,1-1 0 0 0,0 1 0 0 0,2 0 1 0 0,0 1-1 0 0,1 0 0 0 0,1 1 0 0 0,26-33 0 0 0,-29 40 5 0 0,1 1 0 0 0,1-1 0 0 0,0 2 0 0 0,0-1 0 0 0,0 1 0 0 0,1 1 0 0 0,0 0 0 0 0,1 1 0 0 0,-1 0 0 0 0,1 0 0 0 0,0 1-1 0 0,1 1 1 0 0,19-5 0 0 0,-27 8 6 0 0,0 0-1 0 0,0 1 0 0 0,0-1 1 0 0,1 1-1 0 0,-1 0 0 0 0,0 1 0 0 0,0-1 1 0 0,0 1-1 0 0,0 0 0 0 0,1 0 1 0 0,-1 0-1 0 0,0 1 0 0 0,-1 0 1 0 0,1 0-1 0 0,0 0 0 0 0,0 1 1 0 0,5 3-1 0 0,-7-3 8 0 0,1 0 0 0 0,-1 1 0 0 0,0-1 1 0 0,0 1-1 0 0,0 0 0 0 0,0 0 0 0 0,-1-1 0 0 0,0 2 1 0 0,0-1-1 0 0,0 0 0 0 0,0 0 0 0 0,0 1 0 0 0,-1-1 1 0 0,0 1-1 0 0,0-1 0 0 0,0 1 0 0 0,-1 0 0 0 0,1-1 0 0 0,-1 8 1 0 0,-6 48-68 0 0,-1 1-1630 0 0,7-55 1091 0 0,0 0 0 0 0,0 0 0 0 0,1-1 0 0 0,0 1 0 0 0,0 0 1 0 0,0-1-1 0 0,1 1 0 0 0,2 5 0 0 0,1-2-2892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0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2424 0 0,'13'-53'3212'0'0,"-6"23"-975"0"0,1 1 0 0 0,17-40-1 0 0,-25 68-2142 0 0,1 0-1 0 0,-1-1 0 0 0,1 1 0 0 0,-1 0 0 0 0,1 0 0 0 0,0 0 0 0 0,-1-1 0 0 0,1 1 0 0 0,0 0 1 0 0,0 0-1 0 0,0 0 0 0 0,0 0 0 0 0,0 1 0 0 0,0-1 0 0 0,0 0 0 0 0,0 0 0 0 0,0 0 0 0 0,1 1 0 0 0,-1-1 1 0 0,2 0-1 0 0,-2 1-30 0 0,0 0 0 0 0,-1 0 0 0 0,1 0 0 0 0,0 1 0 0 0,0-1 0 0 0,0 0 0 0 0,0 0 0 0 0,0 1 0 0 0,0-1 0 0 0,0 0 0 0 0,0 1 0 0 0,-1-1 0 0 0,1 1 0 0 0,0-1 0 0 0,0 1 0 0 0,0 0 1 0 0,-1-1-1 0 0,1 1 0 0 0,0 0 0 0 0,-1-1 0 0 0,1 2 0 0 0,3 3 109 0 0,-1 0 0 0 0,0 0 1 0 0,-1 0-1 0 0,1 0 0 0 0,-1 0 0 0 0,0 0 1 0 0,3 12-1 0 0,-3 2-9 0 0,0 0 0 0 0,-1 0 0 0 0,0 0 1 0 0,-2 1-1 0 0,-3 22 0 0 0,-23 98 177 0 0,12-72-198 0 0,10-44-112 0 0,-21 86 351 0 0,26-108-301 0 0,1-6-101 0 0,0 0-1 0 0,1-1 0 0 0,0 1 1 0 0,0 0-1 0 0,0 0 1 0 0,0 0-1 0 0,1 1 1 0 0,0-1-1 0 0,4-5 1 0 0,1-1-22 0 0,-2 1 22 0 0,1 0 0 0 0,0 1 0 0 0,1-1 0 0 0,0 2 0 0 0,0-1-1 0 0,1 1 1 0 0,-1 0 0 0 0,2 1 0 0 0,-1 0 0 0 0,1 0 0 0 0,0 1 0 0 0,0 1 0 0 0,19-7 0 0 0,-21 9 12 0 0,1 0 1 0 0,0 1 0 0 0,0 0-1 0 0,0 0 1 0 0,0 1-1 0 0,0 0 1 0 0,0 1 0 0 0,0 0-1 0 0,0 0 1 0 0,0 1 0 0 0,0 0-1 0 0,0 0 1 0 0,-1 1-1 0 0,1 0 1 0 0,-1 1 0 0 0,0 0-1 0 0,11 7 1 0 0,-9-4 9 0 0,1 0 1 0 0,-1 1-1 0 0,16 17 1 0 0,-23-23 3 0 0,0 1 1 0 0,0 0-1 0 0,-1 0 1 0 0,0 1-1 0 0,1-1 1 0 0,-1 0-1 0 0,0 1 1 0 0,-1-1 0 0 0,1 1-1 0 0,-1 0 1 0 0,1-1-1 0 0,-1 1 1 0 0,0 0-1 0 0,0 0 1 0 0,-1 0-1 0 0,1 5 1 0 0,-1-5 0 0 0,-1 0 0 0 0,0 0 0 0 0,0 0 0 0 0,0 0 0 0 0,0 0 0 0 0,0 0 0 0 0,-1-1 0 0 0,0 1-1 0 0,0-1 1 0 0,0 1 0 0 0,0-1 0 0 0,0 0 0 0 0,-1 0 0 0 0,-2 4 0 0 0,0-3 2 0 0,-1 1-1 0 0,1-1 0 0 0,0 0 1 0 0,-1 0-1 0 0,0-1 1 0 0,0 1-1 0 0,-11 3 1 0 0,3-2-5 0 0,0-1 0 0 0,-1 0-1 0 0,1-2 1 0 0,-1 1 0 0 0,0-2 0 0 0,-29 1 0 0 0,19-4-240 0 0,-49-9 0 0 0,61 8-855 0 0,0 0 0 0 0,-21-10-1 0 0,34 13 986 0 0,-1 0 0 0 0,1 0-1 0 0,-1-1 1 0 0,1 1 0 0 0,-1 0-1 0 0,1-1 1 0 0,-1 1 0 0 0,1 0-1 0 0,0-1 1 0 0,-1 1 0 0 0,1-1-1 0 0,0 1 1 0 0,-1 0 0 0 0,1-1-1 0 0,0 1 1 0 0,-1-1 0 0 0,1 1-1 0 0,0-1 1 0 0,0 1-1 0 0,0-1 1 0 0,-1 0 0 0 0,1 1-1 0 0,0-1 1 0 0,0 1 0 0 0,0-1-1 0 0,0 1 1 0 0,0-1 0 0 0,0 1-1 0 0,0-1 1 0 0,0 0 0 0 0,0 1-1 0 0,0-1 1 0 0,1 1 0 0 0,-1-1-1 0 0,8-14-4812 0 0,1 6 1168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0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21 912 0 0,'18'-21'15102'0'0,"-18"29"-14677"0"0,0-1-1 0 0,-1 0 1 0 0,1 1-1 0 0,-1-1 0 0 0,-1 0 1 0 0,-3 12-1 0 0,-2 16 125 0 0,5-20-399 0 0,-1 9 112 0 0,0 41 0 0 0,3-58-241 0 0,0 0 1 0 0,1-1-1 0 0,0 1 0 0 0,0-1 1 0 0,1 1-1 0 0,0-1 0 0 0,0 1 1 0 0,0-1-1 0 0,1 0 0 0 0,-1 0 1 0 0,6 6-1 0 0,-7-10-150 0 0,0 0 0 0 0,1 0 0 0 0,0-1-1 0 0,-1 1 1 0 0,1-1 0 0 0,0 1 0 0 0,0-1 0 0 0,0 1 0 0 0,0-1 0 0 0,0 0 0 0 0,0 0 0 0 0,0 0-1 0 0,0 0 1 0 0,0-1 0 0 0,0 1 0 0 0,1-1 0 0 0,-1 1 0 0 0,0-1 0 0 0,0 1 0 0 0,3-1 0 0 0,0 0-970 0 0,0-1 0 0 0,0 1 1 0 0,0-1-1 0 0,0 0 1 0 0,0 0-1 0 0,-1 0 1 0 0,9-4-1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187 121 1324 0 0,'-24'-17'2980'0'0,"4"0"-703"0"0,-1 3-321 0 0,4 0-324 0 0,0 2-312 0 0,1 2-272 0 0,1-1-200 0 0,3 3-168 0 0,0-1-164 0 0,3 4 232 0 0,-5 2-560 0 0,8 8-1152 0 0,2 12-2704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1532 0 0,'2'-3'461'0'0,"-1"1"1"0"0,1-1-1 0 0,0 1 0 0 0,0-1 0 0 0,0 1 1 0 0,0 0-1 0 0,1 0 0 0 0,-1 0 1 0 0,0 0-1 0 0,1 0 0 0 0,0 1 0 0 0,-1-1 1 0 0,1 1-1 0 0,0 0 0 0 0,0-1 0 0 0,-1 1 1 0 0,1 1-1 0 0,4-2 0 0 0,-2 1-125 0 0,1 1-1 0 0,-1 0 0 0 0,0 0 0 0 0,1 0 0 0 0,-1 1 1 0 0,0-1-1 0 0,1 1 0 0 0,-1 1 0 0 0,9 2 0 0 0,-2 1-135 0 0,0 0 0 0 0,0 1 1 0 0,-1 1-1 0 0,0 0 0 0 0,0 0 0 0 0,0 1 0 0 0,-1 0 0 0 0,9 10 0 0 0,-11-10-144 0 0,-1 0 0 0 0,0 0 1 0 0,0 0-1 0 0,-1 1 1 0 0,0 0-1 0 0,-1 0 0 0 0,0 0 1 0 0,0 1-1 0 0,-1 0 0 0 0,0 0 1 0 0,-1 0-1 0 0,0 0 1 0 0,-1 1-1 0 0,0-1 0 0 0,0 1 1 0 0,-1 0-1 0 0,-1-1 0 0 0,0 1 1 0 0,-1 11-1 0 0,1-19-39 0 0,0-1 0 0 0,-1 1 0 0 0,1-1 0 0 0,-1 0 0 0 0,1 1-1 0 0,-1-1 1 0 0,0 0 0 0 0,0 0 0 0 0,0 1 0 0 0,0-1 0 0 0,0 0 0 0 0,0 0-1 0 0,0 0 1 0 0,-1 0 0 0 0,1 0 0 0 0,-4 2 0 0 0,-3-10 40 0 0,7 6-55 0 0,0 0 1 0 0,1-1-1 0 0,-1 1 1 0 0,0 0-1 0 0,1-1 1 0 0,-1 1-1 0 0,0-1 1 0 0,1 1-1 0 0,-1-1 0 0 0,0 0 1 0 0,1 1-1 0 0,-1-1 1 0 0,1 0-1 0 0,-1 1 1 0 0,1-1-1 0 0,0 0 1 0 0,-1 1-1 0 0,1-1 0 0 0,-1-1 1 0 0,0-4 0 0 0,-1 0 0 0 0,1 1 0 0 0,0-1 0 0 0,1 0 0 0 0,-1 0 0 0 0,1 0 0 0 0,1 0 0 0 0,-1 1 0 0 0,1-1 1 0 0,2-9-1 0 0,2-6-16 0 0,11-29 1 0 0,-11 37 4 0 0,0 0 0 0 0,2 0 0 0 0,-1 1 1 0 0,13-17-1 0 0,-16 24 6 0 0,1 0 0 0 0,-1 1-1 0 0,1-1 1 0 0,0 1 0 0 0,1 0 0 0 0,-1 1-1 0 0,1-1 1 0 0,0 1 0 0 0,0-1 0 0 0,0 1-1 0 0,0 1 1 0 0,0-1 0 0 0,6-1 0 0 0,-8 3 8 0 0,1 0 0 0 0,-1 1 0 0 0,0-1 0 0 0,1 1 0 0 0,-1 0 0 0 0,1-1 0 0 0,-1 2 0 0 0,1-1 1 0 0,-1 0-1 0 0,0 1 0 0 0,1-1 0 0 0,-1 1 0 0 0,0 0 0 0 0,0 0 0 0 0,5 3 0 0 0,-3-2 14 0 0,-1 1 0 0 0,1 0 0 0 0,-1 0 0 0 0,0 1-1 0 0,0 0 1 0 0,0-1 0 0 0,0 1 0 0 0,-1 0 0 0 0,4 5-1 0 0,0 2 23 0 0,0 1 0 0 0,-1 0-1 0 0,0 1 1 0 0,-1-1 0 0 0,0 1-1 0 0,5 23 1 0 0,-2 22 71 0 0,-8-46-464 0 0,1-1 0 0 0,0 0 0 0 0,1 0-1 0 0,0 0 1 0 0,1 0 0 0 0,0 0-1 0 0,1-1 1 0 0,5 11 0 0 0,-8-18-176 0 0,1 0 1 0 0,0-1 0 0 0,0 1-1 0 0,0-1 1 0 0,1 0 0 0 0,-1 0-1 0 0,0 0 1 0 0,1 0 0 0 0,-1 0-1 0 0,1 0 1 0 0,0-1 0 0 0,-1 1-1 0 0,7 1 1 0 0,6 1-4148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2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351 725 1904 0 0,'2'-4'705'0'0,"1"0"-1"0"0,-1 0 0 0 0,0 0 1 0 0,0 0-1 0 0,-1-1 0 0 0,1 1 1 0 0,-1-1-1 0 0,0 1 0 0 0,0-1 1 0 0,0 1-1 0 0,-1-9 0 0 0,0 11-578 0 0,0 0-1 0 0,0 1 1 0 0,-1-1-1 0 0,1 0 1 0 0,-1 1-1 0 0,1-1 1 0 0,-1 0-1 0 0,0 1 1 0 0,0-1-1 0 0,1 1 1 0 0,-1-1-1 0 0,0 1 1 0 0,0-1-1 0 0,-1 1 1 0 0,1 0-1 0 0,0 0 1 0 0,0-1-1 0 0,-1 1 0 0 0,1 0 1 0 0,0 0-1 0 0,-1 0 1 0 0,1 0-1 0 0,-1 1 1 0 0,0-1-1 0 0,1 0 1 0 0,-1 1-1 0 0,0-1 1 0 0,1 1-1 0 0,-1-1 1 0 0,0 1-1 0 0,1 0 1 0 0,-1 0-1 0 0,-2 0 1 0 0,-7-1 103 0 0,0 1 1 0 0,0 0 0 0 0,0 1-1 0 0,0 1 1 0 0,0 0 0 0 0,0 0 0 0 0,1 1-1 0 0,-1 0 1 0 0,1 1 0 0 0,-1 0-1 0 0,-10 6 1 0 0,3 0-81 0 0,0 1 0 0 0,1 0 0 0 0,0 1 0 0 0,1 1 0 0 0,-17 17 0 0 0,25-21-105 0 0,0 0 1 0 0,0 0-1 0 0,1 1 1 0 0,1 1-1 0 0,-1-1 0 0 0,-4 13 1 0 0,8-18-34 0 0,1-1 1 0 0,1 1-1 0 0,-1-1 1 0 0,0 1-1 0 0,1 0 1 0 0,0 0-1 0 0,0 0 1 0 0,1 0-1 0 0,-1 0 1 0 0,1 0-1 0 0,0 0 1 0 0,1 0-1 0 0,-1 0 1 0 0,1-1-1 0 0,0 1 1 0 0,0 0 0 0 0,3 9-1 0 0,-1-10-5 0 0,0 1 1 0 0,1-1-1 0 0,-1 0 0 0 0,1 0 1 0 0,-1 0-1 0 0,1 0 0 0 0,1-1 0 0 0,-1 1 1 0 0,0-1-1 0 0,1 0 0 0 0,0-1 1 0 0,-1 1-1 0 0,1-1 0 0 0,0 0 1 0 0,0 0-1 0 0,1 0 0 0 0,5 1 1 0 0,-2-1-11 0 0,0 0 0 0 0,0-1 0 0 0,1 0 0 0 0,-1 0 0 0 0,0-1 1 0 0,1 0-1 0 0,-1-1 0 0 0,0 0 0 0 0,11-2 0 0 0,-14 1-17 0 0,0 0 0 0 0,-1-1 0 0 0,1 1 0 0 0,-1-1-1 0 0,0 0 1 0 0,0-1 0 0 0,0 1 0 0 0,0-1 0 0 0,-1 0-1 0 0,1 0 1 0 0,-1 0 0 0 0,0-1 0 0 0,0 1-1 0 0,-1-1 1 0 0,1 0 0 0 0,-1 0 0 0 0,0-1 0 0 0,0 1-1 0 0,2-8 1 0 0,4-11-40 0 0,-2 0 0 0 0,0 0-1 0 0,4-32 1 0 0,-6 26 36 0 0,-2 22 238 0 0,-3 26-41 0 0,1 16-8 0 0,1-24-132 0 0,1 1-1 0 0,0-1 1 0 0,1 0-1 0 0,0 0 0 0 0,0 0 1 0 0,1-1-1 0 0,1 1 1 0 0,-1-1-1 0 0,1 0 1 0 0,1-1-1 0 0,12 14 1 0 0,-13-17-99 0 0,0 0 0 0 0,0 0 1 0 0,0-1-1 0 0,1 0 0 0 0,-1 0 0 0 0,1 0 0 0 0,0-1 1 0 0,0 0-1 0 0,1-1 0 0 0,-1 1 0 0 0,0-1 1 0 0,1-1-1 0 0,0 1 0 0 0,-1-1 0 0 0,1-1 1 0 0,0 1-1 0 0,8-2 0 0 0,-9 1-100 0 0,0-1-1 0 0,0 0 1 0 0,0-1-1 0 0,-1 1 1 0 0,1-1 0 0 0,0-1-1 0 0,-1 1 1 0 0,1-1 0 0 0,-1 0-1 0 0,0-1 1 0 0,7-4-1 0 0,-4 2-17 0 0,-1-2 0 0 0,0 1-1 0 0,0-1 1 0 0,0 0-1 0 0,-1-1 1 0 0,8-12-1 0 0,2-8-68 0 0,-1-1 0 0 0,-1 0 0 0 0,16-52 0 0 0,-6 3 180 0 0,-3 0 0 0 0,19-140 1 0 0,-17-39 4170 0 0,-24 215-3230 0 0,-3 32-348 0 0,-5 28-159 0 0,-46 249 1185 0 0,39-169-1357 0 0,10-73-153 0 0,-26 184 218 0 0,28-169-238 0 0,1 0-1 0 0,2 0 1 0 0,6 52 0 0 0,-5-78-368 0 0,2-1 0 0 0,-1 1 0 0 0,2 0 0 0 0,0-1 0 0 0,11 25 0 0 0,-13-33 8 0 0,0 0 1 0 0,1 1-1 0 0,-1-1 1 0 0,1 0-1 0 0,0-1 1 0 0,1 1-1 0 0,-1 0 0 0 0,1-1 1 0 0,-1 0-1 0 0,1 0 1 0 0,0 0-1 0 0,0 0 1 0 0,0-1-1 0 0,1 1 0 0 0,-1-1 1 0 0,1 0-1 0 0,-1 0 1 0 0,8 1-1 0 0,-8-2 98 0 0,0-1-1 0 0,1 0 1 0 0,-1 0-1 0 0,0 0 1 0 0,0-1-1 0 0,1 1 1 0 0,-1-1-1 0 0,0 0 1 0 0,0 0-1 0 0,0 0 0 0 0,1-1 1 0 0,-2 0-1 0 0,1 1 1 0 0,0-1-1 0 0,0-1 1 0 0,0 1-1 0 0,5-6 1 0 0,2-1 149 0 0,0 0-1 0 0,-1-1 1 0 0,17-22 0 0 0,-8 5 1267 0 0,24-42-1 0 0,9-33 4544 0 0,-37 71-3355 0 0,-13 28-2102 0 0,-2 3-233 0 0,0 0-1 0 0,0 0 1 0 0,0 0 0 0 0,0-1-1 0 0,0 1 1 0 0,0 0-1 0 0,0 0 1 0 0,0 0-1 0 0,0-1 1 0 0,0 1-1 0 0,0 0 1 0 0,0 0-1 0 0,0 0 1 0 0,1 0 0 0 0,-1-1-1 0 0,0 1 1 0 0,0 0-1 0 0,0 0 1 0 0,0 0-1 0 0,0 0 1 0 0,1 0-1 0 0,-1-1 1 0 0,0 1 0 0 0,0 0-1 0 0,0 0 1 0 0,1 0-1 0 0,-1 0 1 0 0,0 0-1 0 0,0 0 1 0 0,0 0-1 0 0,1 0 1 0 0,-1 0-1 0 0,0 0 1 0 0,0 0 0 0 0,0 0-1 0 0,1 0 1 0 0,-1 0-1 0 0,0 0 1 0 0,0 0-1 0 0,0 0 1 0 0,1 0-1 0 0,-1 0-2 0 0,1 0 0 0 0,-1 0 0 0 0,1 1 0 0 0,-1-1 0 0 0,1 0 0 0 0,-1 0 0 0 0,0 1 0 0 0,1-1 0 0 0,-1 0-1 0 0,0 1 1 0 0,1-1 0 0 0,-1 0 0 0 0,0 1 0 0 0,1-1 0 0 0,-1 1 0 0 0,0-1 0 0 0,0 0 0 0 0,1 1 0 0 0,-1-1-1 0 0,0 1 1 0 0,0-1 0 0 0,0 1 0 0 0,0-1 0 0 0,0 1 0 0 0,0-1 0 0 0,1 2 0 0 0,3 45 201 0 0,-2-12 124 0 0,14 61 0 0 0,-14-86-680 0 0,1-1 1 0 0,0 0-1 0 0,1 1 1 0 0,-1-1-1 0 0,2-1 1 0 0,-1 1-1 0 0,1-1 1 0 0,1 1-1 0 0,-1-2 1 0 0,2 1-1 0 0,7 8 1 0 0,-10-12-275 0 0,0-1 1 0 0,0 0 0 0 0,1 0-1 0 0,-1-1 1 0 0,1 1 0 0 0,-1-1 0 0 0,1 0-1 0 0,0 0 1 0 0,-1-1 0 0 0,1 0-1 0 0,0 1 1 0 0,0-1 0 0 0,0-1 0 0 0,0 1-1 0 0,1-1 1 0 0,-1 0 0 0 0,6-1 0 0 0,5-3-2742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3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1396 0 0,'41'-103'15582'0'0,"-42"106"-15176"0"0,-5 18-36 0 0,0 0 1 0 0,2 0-1 0 0,0 0 0 0 0,-1 30 0 0 0,5-39-326 0 0,-1-1 1 0 0,2 1-1 0 0,0-1 0 0 0,0 1 0 0 0,1-1 0 0 0,1 0 0 0 0,0 0 1 0 0,0 0-1 0 0,1 0 0 0 0,6 13 0 0 0,-7-19-30 0 0,0 0 0 0 0,1 0 0 0 0,0-1 0 0 0,0 1-1 0 0,0-1 1 0 0,0 0 0 0 0,0 0 0 0 0,1 0 0 0 0,0 0 0 0 0,0-1-1 0 0,0 0 1 0 0,0 0 0 0 0,1 0 0 0 0,-1-1 0 0 0,1 0 0 0 0,-1 0-1 0 0,1 0 1 0 0,0 0 0 0 0,0-1 0 0 0,-1 0 0 0 0,1-1 0 0 0,0 1-1 0 0,0-1 1 0 0,0 0 0 0 0,0 0 0 0 0,0-1 0 0 0,0 0 0 0 0,0 0-1 0 0,0 0 1 0 0,0-1 0 0 0,-1 0 0 0 0,1 0 0 0 0,-1 0 0 0 0,1-1 0 0 0,-1 0-1 0 0,8-5 1 0 0,-6 2-9 0 0,-1-1-1 0 0,0 1 1 0 0,0-1-1 0 0,0 0 0 0 0,-1 0 1 0 0,0-1-1 0 0,-1 1 1 0 0,0-1-1 0 0,0 0 1 0 0,0-1-1 0 0,-1 1 1 0 0,0 0-1 0 0,-1-1 1 0 0,0 0-1 0 0,0 1 0 0 0,-1-1 1 0 0,0 0-1 0 0,-1 0 1 0 0,0-15-1 0 0,-1 17-10 0 0,0 1 0 0 0,0-1 0 0 0,0 1-1 0 0,-1-1 1 0 0,1 1 0 0 0,-2 0 0 0 0,1 0 0 0 0,-1 0-1 0 0,0 0 1 0 0,0 0 0 0 0,0 0 0 0 0,-1 1 0 0 0,0-1-1 0 0,0 1 1 0 0,-1 0 0 0 0,1 1 0 0 0,-1-1 0 0 0,0 1-1 0 0,0 0 1 0 0,-1 0 0 0 0,1 0 0 0 0,-1 1 0 0 0,0-1-1 0 0,1 2 1 0 0,-2-1 0 0 0,1 1 0 0 0,-7-3 0 0 0,6 4 8 0 0,0-1 1 0 0,0 1-1 0 0,-1 1 1 0 0,1-1-1 0 0,0 1 1 0 0,0 0-1 0 0,0 1 1 0 0,-1-1-1 0 0,1 2 1 0 0,0-1-1 0 0,0 1 1 0 0,0 0-1 0 0,0 0 1 0 0,0 1-1 0 0,1 0 1 0 0,-1 0-1 0 0,-7 6 1 0 0,9-6-102 0 0,0 1 0 0 0,0 0 1 0 0,0 0-1 0 0,1 0 0 0 0,0 0 0 0 0,0 1 0 0 0,0 0 0 0 0,0 0 1 0 0,1 0-1 0 0,-1 0 0 0 0,2 0 0 0 0,-1 1 0 0 0,0 0 1 0 0,1-1-1 0 0,0 1 0 0 0,0 0 0 0 0,1 0 0 0 0,0 0 1 0 0,0 0-1 0 0,0 13 0 0 0,1-12-346 0 0,0 0 1 0 0,1 0-1 0 0,-1-1 0 0 0,2 1 0 0 0,-1 0 1 0 0,1 0-1 0 0,0 0 0 0 0,3 6 0 0 0,-2-7-538 0 0,0-1 0 0 0,0 0 0 0 0,0 0 0 0 0,1 0-1 0 0,-1-1 1 0 0,6 6 0 0 0,3 2-3847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1792 0 0,'6'-7'2220'0'0,"0"1"0"0"0,-1-1 0 0 0,1-1 0 0 0,7-12 868 0 0,0 25-1940 0 0,-9 4-776 0 0,-1-1 0 0 0,0 1 0 0 0,-1 0-1 0 0,0 0 1 0 0,0 0 0 0 0,-1 0 0 0 0,1 14 0 0 0,-5 71 203 0 0,0-32 12 0 0,3-61-328 0 0,2-3-231 0 0,5-8-50 0 0,0-1 1 0 0,-1 0 0 0 0,0 0 0 0 0,7-22-1 0 0,10-17-53 0 0,-12 29 41 0 0,2 1 1 0 0,0 0 0 0 0,22-24-1 0 0,-29 37 24 0 0,1 0 0 0 0,-1 0 0 0 0,1 1 0 0 0,1 0 0 0 0,-1 1 0 0 0,1-1 0 0 0,0 1 0 0 0,0 1-1 0 0,0 0 1 0 0,1 0 0 0 0,11-3 0 0 0,-14 6 11 0 0,-3 1 17 0 0,0-1 1 0 0,-1 1-1 0 0,1 0 0 0 0,0 1 0 0 0,0-1 0 0 0,0 0 0 0 0,0 1 0 0 0,-1-1 0 0 0,1 1 0 0 0,0 0 0 0 0,0 0 0 0 0,-1 0 1 0 0,1 0-1 0 0,-1 1 0 0 0,1-1 0 0 0,-1 1 0 0 0,1-1 0 0 0,-1 1 0 0 0,0 0 0 0 0,0 0 0 0 0,0 0 0 0 0,0 0 0 0 0,0 0 0 0 0,0 1 1 0 0,-1-1-1 0 0,1 0 0 0 0,-1 1 0 0 0,0-1 0 0 0,1 1 0 0 0,-1 0 0 0 0,0-1 0 0 0,-1 1 0 0 0,1 0 0 0 0,0 0 0 0 0,0 4 1 0 0,-1 3 84 0 0,0-1 1 0 0,0 0 0 0 0,-1 1 0 0 0,0-1 0 0 0,-1 0-1 0 0,0 0 1 0 0,-5 17 0 0 0,-6 13 95 0 0,-23 56 80 0 0,35-93-261 0 0,0 0 0 0 0,0 1 1 0 0,0-1-1 0 0,0 1 0 0 0,1-1 0 0 0,-1 1 1 0 0,1-1-1 0 0,-1 1 0 0 0,1-1 1 0 0,0 1-1 0 0,0-1 0 0 0,0 1 0 0 0,0-1 1 0 0,1 1-1 0 0,-1 0 0 0 0,1-1 0 0 0,1 5 1 0 0,-2-7-16 0 0,1 1 1 0 0,-1 0 0 0 0,1-1-1 0 0,-1 1 1 0 0,1-1-1 0 0,-1 1 1 0 0,1-1 0 0 0,0 1-1 0 0,-1-1 1 0 0,1 1 0 0 0,0-1-1 0 0,-1 0 1 0 0,1 1 0 0 0,0-1-1 0 0,0 0 1 0 0,-1 1 0 0 0,1-1-1 0 0,0 0 1 0 0,0 0 0 0 0,0 0-1 0 0,-1 0 1 0 0,1 0 0 0 0,0 0-1 0 0,0 0 1 0 0,0 0-1 0 0,-1 0 1 0 0,1 0 0 0 0,0 0-1 0 0,0-1 1 0 0,-1 1 0 0 0,2 0-1 0 0,22-9-199 0 0,-16 5-235 0 0,0-1-1 0 0,0 0 1 0 0,0 0-1 0 0,-1-1 0 0 0,0 0 1 0 0,0 0-1 0 0,-1-1 1 0 0,9-10-1 0 0,-4 3-1878 0 0,-1-2 0 0 0,0 1 0 0 0,8-21 0 0 0,-6 11-3267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95 1392 0 0,'-306'-89'16402'0'0,"303"88"-16806"0"0,0 0-1 0 0,0 0 0 0 0,0 0 0 0 0,0 0 0 0 0,0 1 1 0 0,-1 0-1 0 0,1-1 0 0 0,0 1 0 0 0,-1 0 1 0 0,1 1-1 0 0,0-1 0 0 0,0 0 0 0 0,0 1 0 0 0,-1 0 1 0 0,1 0-1 0 0,0 0 0 0 0,-5 3 0 0 0,-2-1-2096 0 0,-4 2-3102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4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2888 0 0,'-90'23'9696'0'0,"89"-22"-9606"0"0,1-1 1 0 0,-1 0-1 0 0,1 0 0 0 0,-1 0 1 0 0,0 0-1 0 0,1 0 1 0 0,-1 0-1 0 0,1 1 1 0 0,-1-1-1 0 0,1 0 0 0 0,-1 1 1 0 0,1-1-1 0 0,-1 0 1 0 0,1 1-1 0 0,-1-1 0 0 0,1 0 1 0 0,-1 1-1 0 0,1-1 1 0 0,-1 1-1 0 0,0 0 0 0 0,9 5 1286 0 0,19 0-382 0 0,319 23-893 0 0,-113-19-7601 0 0,-135-7 451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5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1020 2200 0 0,'0'-21'5479'0'0,"1"12"-4462"0"0,-1 0-1 0 0,0 1 1 0 0,-1-1 0 0 0,0 0 0 0 0,0 0 0 0 0,-1 1 0 0 0,0-1 0 0 0,-5-10 0 0 0,-1 3-385 0 0,8 15-615 0 0,-1 0 0 0 0,1 1 0 0 0,-1-1 0 0 0,1 0 0 0 0,-1 1 0 0 0,1-1 0 0 0,-1 1 0 0 0,1-1 0 0 0,-1 1 0 0 0,1-1 0 0 0,-1 1 0 0 0,0-1 0 0 0,1 1 0 0 0,-1 0 0 0 0,0-1 0 0 0,1 1 0 0 0,-1 0 0 0 0,0-1 0 0 0,0 1 0 0 0,1 0 0 0 0,-1 0 0 0 0,0 0 0 0 0,0 0 0 0 0,1 0 0 0 0,-1 0 0 0 0,0 0 0 0 0,0 0 0 0 0,0 0 0 0 0,-9 4 16 0 0,0 1 0 0 0,1 0 0 0 0,-1 0 0 0 0,1 1-1 0 0,1 1 1 0 0,-1-1 0 0 0,1 1 0 0 0,0 1 0 0 0,-7 8 0 0 0,-6 9-2 0 0,-33 49 1 0 0,51-69-27 0 0,-23 39 10 0 0,25-42-8 0 0,-1 1 1 0 0,1-1-1 0 0,0 1 1 0 0,0 0-1 0 0,0-1 0 0 0,1 1 1 0 0,-1 0-1 0 0,1 0 1 0 0,-1 0-1 0 0,1-1 0 0 0,0 1 1 0 0,0 0-1 0 0,0 0 1 0 0,1 5-1 0 0,0-7-1 0 0,0 1-1 0 0,0 0 1 0 0,1-1 0 0 0,-1 1-1 0 0,0-1 1 0 0,1 1 0 0 0,-1-1 0 0 0,1 0-1 0 0,0 1 1 0 0,-1-1 0 0 0,1 0-1 0 0,0 0 1 0 0,-1 0 0 0 0,1 0-1 0 0,0-1 1 0 0,0 1 0 0 0,0 0-1 0 0,0-1 1 0 0,0 1 0 0 0,0-1-1 0 0,0 0 1 0 0,0 0 0 0 0,0 0-1 0 0,0 0 1 0 0,4 0 0 0 0,5-1 13 0 0,1 0 0 0 0,-1 0-1 0 0,13-4 1 0 0,-6 1-2 0 0,1-1 0 0 0,-1-1 0 0 0,0 0-1 0 0,-1-2 1 0 0,0 0 0 0 0,0-1 0 0 0,0 0 0 0 0,-1-2-1 0 0,-1 0 1 0 0,20-17 0 0 0,-27 20-20 0 0,-1 0 0 0 0,1 0-1 0 0,-2-1 1 0 0,1 1 0 0 0,-1-2 0 0 0,-1 1 0 0 0,1 0 0 0 0,-2-1-1 0 0,1 0 1 0 0,-1 0 0 0 0,-1-1 0 0 0,0 1 0 0 0,0-1 0 0 0,-1 1 0 0 0,0-1-1 0 0,-1 0 1 0 0,-1 0 0 0 0,1 0 0 0 0,-3-16 0 0 0,1 18-5 0 0,0-1 1 0 0,-1 0-1 0 0,-1 0 1 0 0,1 1-1 0 0,-2-1 1 0 0,1 1-1 0 0,-1 0 1 0 0,-1 0-1 0 0,1 0 0 0 0,-1 1 1 0 0,-9-11-1 0 0,11 15 2 0 0,0 1-1 0 0,0 0 1 0 0,-1-1-1 0 0,1 1 1 0 0,-1 1-1 0 0,1-1 1 0 0,-1 0-1 0 0,0 1 1 0 0,0 0-1 0 0,-1 0 1 0 0,1 0-1 0 0,0 1 0 0 0,-1-1 1 0 0,1 1-1 0 0,-1 0 1 0 0,1 0-1 0 0,-1 0 1 0 0,1 1-1 0 0,-1 0 1 0 0,1 0-1 0 0,-1 0 1 0 0,0 0-1 0 0,1 1 1 0 0,-1 0-1 0 0,1-1 1 0 0,-6 3-1 0 0,-2 1 0 0 0,0 1 1 0 0,0 0-1 0 0,0 0 1 0 0,0 1-1 0 0,-13 10 1 0 0,21-14 8 0 0,0 1-1 0 0,1 0 1 0 0,-1 0 0 0 0,1 0 0 0 0,-1 0 0 0 0,1 0 0 0 0,0 1 0 0 0,0 0-1 0 0,0-1 1 0 0,1 1 0 0 0,-1 0 0 0 0,1 0 0 0 0,0 1 0 0 0,0-1-1 0 0,0 0 1 0 0,1 1 0 0 0,-2 8 0 0 0,3-12 1 0 0,0 1 0 0 0,0 0-1 0 0,1-1 1 0 0,-1 1 0 0 0,1-1 0 0 0,-1 1 0 0 0,1-1 0 0 0,0 1-1 0 0,-1-1 1 0 0,1 1 0 0 0,0-1 0 0 0,0 0 0 0 0,0 1-1 0 0,0-1 1 0 0,0 0 0 0 0,0 0 0 0 0,0 0 0 0 0,1 1-1 0 0,-1-1 1 0 0,0-1 0 0 0,1 1 0 0 0,-1 0 0 0 0,0 0-1 0 0,1 0 1 0 0,-1-1 0 0 0,1 1 0 0 0,0-1 0 0 0,-1 1-1 0 0,1-1 1 0 0,1 1 0 0 0,6 1 7 0 0,1 0 0 0 0,-1 0-1 0 0,18 0 1 0 0,13-3-3 0 0,0-1 0 0 0,0-2 0 0 0,0-2 0 0 0,47-13 0 0 0,-22 1-12 0 0,106-46 0 0 0,-133 47 11 0 0,-1-2 1 0 0,0-2-1 0 0,-1-1 0 0 0,-2-1 0 0 0,0-2 0 0 0,46-46 0 0 0,-57 47 4 0 0,-1 0 0 0 0,-1-2-1 0 0,-1 0 1 0 0,-2-1 0 0 0,-1-1 0 0 0,-1-1-1 0 0,-1 0 1 0 0,21-61 0 0 0,-34 83-11 0 0,25-89 18 0 0,-24 84-26 0 0,-1 0-1 0 0,0 0 1 0 0,-1 0 0 0 0,0-1 0 0 0,-3-23 0 0 0,2 34 5 0 0,0 1 0 0 0,0 0 0 0 0,0-1 0 0 0,0 1 0 0 0,0-1 0 0 0,-1 1 0 0 0,1 0 0 0 0,0-1 0 0 0,-1 1 0 0 0,0 0-1 0 0,1 0 1 0 0,-1-1 0 0 0,0 1 0 0 0,1 0 0 0 0,-1 0 0 0 0,0 0 0 0 0,0 0 0 0 0,0 0 0 0 0,0 0 0 0 0,0 0 0 0 0,0 0 0 0 0,0 0 0 0 0,0 1 0 0 0,0-1 0 0 0,-1 0 0 0 0,-1 0 0 0 0,2 1 3 0 0,-1 0 1 0 0,0 0-1 0 0,0 0 0 0 0,0 0 0 0 0,0 1 0 0 0,0-1 1 0 0,0 1-1 0 0,1-1 0 0 0,-1 1 0 0 0,0-1 1 0 0,0 1-1 0 0,1 0 0 0 0,-1 0 0 0 0,0 0 0 0 0,1 0 1 0 0,-1 0-1 0 0,1 1 0 0 0,-3 1 0 0 0,-10 11-6 0 0,0 0-1 0 0,1 1 0 0 0,1 0 1 0 0,0 1-1 0 0,1 1 0 0 0,-14 29 1 0 0,-43 112 19 0 0,37-68 129 0 0,3 2-1 0 0,-19 119 1 0 0,-3 194 561 0 0,45 240 52 0 0,7-594-693 0 0,-1-23-18 0 0,1 11 89 0 0,-2 0 0 0 0,-1 0-1 0 0,-10 54 1 0 0,11-89-101 0 0,-1 0 0 0 0,0 0 0 0 0,0 0 1 0 0,-1 0-1 0 0,1 0 0 0 0,-1-1 0 0 0,0 1 0 0 0,0 0 0 0 0,0-1 0 0 0,0 0 1 0 0,-1 1-1 0 0,1-1 0 0 0,-1 0 0 0 0,0 0 0 0 0,0 0 0 0 0,0-1 0 0 0,0 1 1 0 0,-1-1-1 0 0,-5 4 0 0 0,4-4-12 0 0,1-1-1 0 0,-1 1 1 0 0,0-1 0 0 0,1 0 0 0 0,-1-1-1 0 0,0 1 1 0 0,0-1 0 0 0,1 0-1 0 0,-1 0 1 0 0,0 0 0 0 0,0-1 0 0 0,1 1-1 0 0,-1-1 1 0 0,0 0 0 0 0,1-1 0 0 0,-9-3-1 0 0,-3-2 4 0 0,0-1 0 0 0,0-1 0 0 0,1-1 0 0 0,0 0 0 0 0,0-1 0 0 0,1-1 0 0 0,1 0 0 0 0,-19-21 0 0 0,12 9 94 0 0,0-2 0 0 0,2 0 0 0 0,-30-57 0 0 0,40 67-55 0 0,1 0-1 0 0,0-1 0 0 0,1 0 0 0 0,2-1 0 0 0,-1 1 0 0 0,2-1 1 0 0,0 0-1 0 0,0-18 0 0 0,3 22-41 0 0,1 0-1 0 0,0 0 1 0 0,0 0 0 0 0,2 1-1 0 0,0-1 1 0 0,0 0 0 0 0,1 1-1 0 0,1 0 1 0 0,0 0 0 0 0,14-24-1 0 0,-4 14-4 0 0,2 0 0 0 0,1 1-1 0 0,0 1 1 0 0,2 0 0 0 0,0 2 0 0 0,1 0 0 0 0,1 1-1 0 0,1 2 1 0 0,1 0 0 0 0,39-20 0 0 0,-10 11-162 0 0,1 2 0 0 0,1 2 0 0 0,0 3 0 0 0,65-13 0 0 0,-64 21-1245 0 0,71-5 1 0 0,-5 8-3695 0 0,-45 3-1174 0 0,-36 2-102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6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53 856 2104 0 0,'-5'0'2128'0'0,"5"0"-2045"0"0,-30 7 3590 0 0,29-7-3554 0 0,0 1 0 0 0,0-1 0 0 0,0 0 0 0 0,0 1 0 0 0,0-1 0 0 0,0 1 0 0 0,0 0-1 0 0,0-1 1 0 0,1 1 0 0 0,-1 0 0 0 0,0 0 0 0 0,0-1 0 0 0,1 1 0 0 0,-1 0 0 0 0,0 0 0 0 0,1 0 0 0 0,-1 0 0 0 0,1 0 0 0 0,-1 0 0 0 0,1 0 0 0 0,0 0 0 0 0,-1 0 0 0 0,1 0 0 0 0,0 0-1 0 0,0 0 1 0 0,-1 0 0 0 0,1 0 0 0 0,0 0 0 0 0,0 0 0 0 0,0 0 0 0 0,0 0 0 0 0,1 0 0 0 0,-1 0 0 0 0,0 0 0 0 0,1 2 0 0 0,0 4 55 0 0,1-1-1 0 0,1 0 1 0 0,-1 1 0 0 0,1-1 0 0 0,0 0-1 0 0,0 0 1 0 0,1 0 0 0 0,-1-1 0 0 0,1 1-1 0 0,1-1 1 0 0,-1 0 0 0 0,1 0 0 0 0,0 0 0 0 0,0-1-1 0 0,0 0 1 0 0,1 0 0 0 0,-1 0 0 0 0,1-1-1 0 0,0 1 1 0 0,0-1 0 0 0,0-1 0 0 0,1 1 0 0 0,-1-1-1 0 0,1 0 1 0 0,-1-1 0 0 0,1 1 0 0 0,-1-1-1 0 0,1-1 1 0 0,9 1 0 0 0,-6-1-132 0 0,1-1-1 0 0,0-1 1 0 0,0 1-1 0 0,-1-1 1 0 0,1-1-1 0 0,-1 0 1 0 0,0-1 0 0 0,0 0-1 0 0,14-7 1 0 0,-9 2-17 0 0,-1 0 0 0 0,0-1 0 0 0,-1 0 0 0 0,0-1 0 0 0,17-19 0 0 0,-8 5-49 0 0,-2-2 0 0 0,0-1 1 0 0,-2 0-1 0 0,-1-1 1 0 0,20-48-1 0 0,-12 16-44 0 0,-3-2 0 0 0,25-117 0 0 0,-6-137 104 0 0,-36 249-157 0 0,-5 65 109 0 0,-2 5 8 0 0,1-1 0 0 0,0 1 1 0 0,-1-1-1 0 0,1 1 0 0 0,0-1 1 0 0,0 1-1 0 0,0 0 1 0 0,0 0-1 0 0,0-1 0 0 0,0 1 1 0 0,0 0-1 0 0,0 3 0 0 0,0-3-4 0 0,-85 268-67 0 0,78-240 80 0 0,-38 174 99 0 0,41-173-75 0 0,2 1 0 0 0,1-1 0 0 0,1 1 0 0 0,7 50 0 0 0,-5-72-96 0 0,1 1 1 0 0,1-1-1 0 0,0 0 0 0 0,0 0 1 0 0,1 0-1 0 0,0 0 0 0 0,1 0 0 0 0,0-1 1 0 0,0 0-1 0 0,1 0 0 0 0,1-1 1 0 0,-1 1-1 0 0,1-1 0 0 0,0-1 1 0 0,1 1-1 0 0,9 6 0 0 0,-10-9-95 0 0,0 0 0 0 0,0-1 0 0 0,1 0 0 0 0,0 0 0 0 0,0-1 0 0 0,0 0 0 0 0,0 0 0 0 0,1 0 0 0 0,-1-1 0 0 0,0-1 0 0 0,1 0-1 0 0,0 0 1 0 0,-1 0 0 0 0,1-1 0 0 0,0 0 0 0 0,-1-1 0 0 0,1 0 0 0 0,0 0 0 0 0,-1-1 0 0 0,9-3 0 0 0,-7 1 96 0 0,0 0 1 0 0,0 0-1 0 0,-1-1 1 0 0,1-1-1 0 0,-1 1 0 0 0,-1-2 1 0 0,1 1-1 0 0,-1-1 1 0 0,0 0-1 0 0,0-1 0 0 0,-1 0 1 0 0,0 0-1 0 0,-1 0 1 0 0,11-19-1 0 0,-3 2 782 0 0,-2-1 0 0 0,0 0 0 0 0,-2-1 0 0 0,9-38-1 0 0,-12 49 137 0 0,-6 27-461 0 0,-6 38-185 0 0,4-40-104 0 0,-1 11-31 0 0,0 0 0 0 0,2-1 0 0 0,0 1 0 0 0,1-1 0 0 0,8 37 0 0 0,-8-49-57 0 0,1-1 1 0 0,0 0-1 0 0,0 1 0 0 0,1-1 0 0 0,0 0 1 0 0,0-1-1 0 0,0 1 0 0 0,1 0 0 0 0,-1-1 0 0 0,1 0 1 0 0,1 0-1 0 0,-1 0 0 0 0,1 0 0 0 0,0-1 1 0 0,0 0-1 0 0,0 0 0 0 0,1 0 0 0 0,-1 0 1 0 0,1-1-1 0 0,12 5 0 0 0,-12-5-7 0 0,1-1 0 0 0,0 0 0 0 0,0-1 1 0 0,0 1-1 0 0,0-1 0 0 0,1 0 0 0 0,-1-1 0 0 0,0 0 0 0 0,0 0 1 0 0,0-1-1 0 0,1 1 0 0 0,12-4 0 0 0,-11 1-5 0 0,-1-1 0 0 0,1 1 0 0 0,-1-1-1 0 0,1-1 1 0 0,-1 1 0 0 0,-1-2 0 0 0,1 1 0 0 0,12-12 0 0 0,-2-2 1 0 0,0-1 0 0 0,-2 0 0 0 0,-1-1 0 0 0,0-1 0 0 0,-2-1 0 0 0,12-24 0 0 0,-19 36-25 0 0,-4 8-9 0 0,-4 9-54 0 0,-2 4 91 0 0,0-1 0 0 0,1 1 0 0 0,1 0 0 0 0,-1 0 0 0 0,1 0 0 0 0,1 0 0 0 0,0 1-1 0 0,1-1 1 0 0,0 13 0 0 0,0-18 3 0 0,1-1-1 0 0,0 1 0 0 0,0 0 1 0 0,0 0-1 0 0,0 0 0 0 0,1-1 1 0 0,-1 1-1 0 0,1-1 1 0 0,1 1-1 0 0,-1-1 0 0 0,0 0 1 0 0,1 0-1 0 0,0 0 1 0 0,0 0-1 0 0,0-1 0 0 0,1 1 1 0 0,-1-1-1 0 0,1 1 1 0 0,0-1-1 0 0,-1 0 0 0 0,8 3 1 0 0,-2-1 2 0 0,1-2-1 0 0,-1 1 1 0 0,1-1 0 0 0,0 0 0 0 0,-1-1 0 0 0,1 0-1 0 0,0-1 1 0 0,0 0 0 0 0,0 0 0 0 0,0-1 0 0 0,0-1 0 0 0,1 0-1 0 0,-1 0 1 0 0,-1-1 0 0 0,1 0 0 0 0,0 0 0 0 0,0-1 0 0 0,-1-1-1 0 0,13-5 1 0 0,-13 4-3 0 0,0 0 0 0 0,0 0 1 0 0,0-1-1 0 0,-1 0 0 0 0,0 0 0 0 0,0-1 0 0 0,0 0 0 0 0,-1-1 0 0 0,0 1 0 0 0,-1-1 0 0 0,1-1 1 0 0,-2 1-1 0 0,1-1 0 0 0,-1 0 0 0 0,0-1 0 0 0,-1 1 0 0 0,0-1 0 0 0,4-17 0 0 0,-6 17-9 0 0,0 0-1 0 0,-1 0 0 0 0,0 0 1 0 0,0 0-1 0 0,-1 0 0 0 0,-2-18 1 0 0,1 25-4 0 0,0-1 0 0 0,1 0 1 0 0,-2 1-1 0 0,1-1 1 0 0,0 1-1 0 0,-1-1 1 0 0,1 1-1 0 0,-1-1 1 0 0,0 1-1 0 0,0 0 1 0 0,-1 0-1 0 0,1 0 0 0 0,-1 0 1 0 0,1 1-1 0 0,-1-1 1 0 0,0 1-1 0 0,0-1 1 0 0,0 1-1 0 0,0 0 1 0 0,-5-2-1 0 0,6 3-150 0 0,0 0 0 0 0,0 1 0 0 0,0-1 0 0 0,0 1 0 0 0,0 0 0 0 0,0-1 0 0 0,0 1 0 0 0,0 0 0 0 0,0 0 0 0 0,0 1 0 0 0,0-1-1 0 0,0 0 1 0 0,0 1 0 0 0,0-1 0 0 0,0 1 0 0 0,0 0 0 0 0,0-1 0 0 0,0 1 0 0 0,0 0 0 0 0,0 0 0 0 0,0 0 0 0 0,1 1 0 0 0,-1-1 0 0 0,0 0 0 0 0,1 1 0 0 0,-1-1 0 0 0,1 1 0 0 0,0-1 0 0 0,-1 1 0 0 0,-1 2 0 0 0,3-3-107 0 0,0 0 1 0 0,0 0-1 0 0,0 0 1 0 0,-1 0 0 0 0,1 0-1 0 0,0 0 1 0 0,0 0-1 0 0,1 0 1 0 0,-1 0 0 0 0,0 0-1 0 0,0 0 1 0 0,0 0 0 0 0,1 0-1 0 0,-1 0 1 0 0,0 0-1 0 0,1 0 1 0 0,-1 0 0 0 0,1-1-1 0 0,-1 1 1 0 0,2 1-1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7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604 119 2028 0 0,'9'-14'8876'0'0,"-8"10"-7890"0"0,-1 3-888 0 0,-1 1 1 0 0,0-1-1 0 0,0 1 1 0 0,1-1-1 0 0,-1 1 1 0 0,0 0-1 0 0,0-1 1 0 0,0 1-1 0 0,0 0 1 0 0,1 0-1 0 0,-1 0 1 0 0,0-1-1 0 0,0 1 1 0 0,0 0-1 0 0,0 0 1 0 0,0 1-1 0 0,0-1 1 0 0,0 0-1 0 0,1 0 1 0 0,-1 0-1 0 0,0 0 1 0 0,0 1-1 0 0,-1 0 1 0 0,-1 0 88 0 0,0 1 0 0 0,0 0 1 0 0,0 0-1 0 0,0 0 0 0 0,0 0 0 0 0,-3 4 1 0 0,-5 5 420 0 0,-18 25 1 0 0,27-32-481 0 0,-9 10 73 0 0,1 2-1 0 0,0-1 0 0 0,2 1 1 0 0,0 1-1 0 0,-8 23 1 0 0,14-34-156 0 0,0 1 1 0 0,1-1-1 0 0,0 1 0 0 0,0 0 1 0 0,0-1-1 0 0,1 1 0 0 0,1 13 1 0 0,0-16-8 0 0,-1-1-1 0 0,1 1 1 0 0,0-1 0 0 0,0 1 0 0 0,1-1 0 0 0,-1 1 0 0 0,1-1-1 0 0,0 0 1 0 0,0 1 0 0 0,0-1 0 0 0,0 0 0 0 0,0 0 0 0 0,1-1-1 0 0,-1 1 1 0 0,5 3 0 0 0,-3-3 35 0 0,1 1 0 0 0,0-1 0 0 0,0 0 0 0 0,0-1 0 0 0,0 1 0 0 0,0-1 0 0 0,1 0 0 0 0,-1-1 0 0 0,1 1 0 0 0,0-1 0 0 0,-1 0 0 0 0,1 0 0 0 0,0-1 0 0 0,0 1-1 0 0,-1-1 1 0 0,1-1 0 0 0,0 1 0 0 0,0-1 0 0 0,-1 0 0 0 0,1 0 0 0 0,-1-1 0 0 0,10-3 0 0 0,-7 2 11 0 0,1-1 1 0 0,-1 0-1 0 0,0 0 0 0 0,-1-1 1 0 0,1 0-1 0 0,-1-1 0 0 0,0 1 1 0 0,0-1-1 0 0,-1-1 0 0 0,0 1 0 0 0,0-1 1 0 0,0 0-1 0 0,8-15 0 0 0,-10 15-55 0 0,0 0-1 0 0,-1 0 0 0 0,0-1 0 0 0,-1 1 0 0 0,0-1 0 0 0,0 0 1 0 0,0 0-1 0 0,-1 1 0 0 0,0-1 0 0 0,0-9 0 0 0,-2 12-23 0 0,1-1 0 0 0,-1 1-1 0 0,0 0 1 0 0,0 0 0 0 0,0 0 0 0 0,-1 0-1 0 0,0 0 1 0 0,0 0 0 0 0,0 0-1 0 0,-1 0 1 0 0,1 1 0 0 0,-1-1 0 0 0,0 1-1 0 0,0 0 1 0 0,-1 0 0 0 0,-5-5-1 0 0,-3-2-135 0 0,-1 1 0 0 0,-1 1-1 0 0,0 0 1 0 0,0 1-1 0 0,0 0 1 0 0,-1 1 0 0 0,-1 1-1 0 0,1 0 1 0 0,-21-4-1 0 0,-23-3-1536 0 0,-69-7 0 0 0,121 20 1508 0 0,-199-22-5018 0 0,115 13 232 0 0,32 2-45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7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84 2648 0 0,'-113'-34'9534'0'0,"102"28"-8301"0"0,12-1-493 0 0,0 6-697 0 0,0 0 0 0 0,0 0 1 0 0,0 0-1 0 0,0 0 0 0 0,1 0 0 0 0,-1 1 0 0 0,0-1 1 0 0,1 0-1 0 0,-1 1 0 0 0,0-1 0 0 0,1 1 0 0 0,1-1 1 0 0,40-8 223 0 0,0 2 0 0 0,52-1-1 0 0,90 6-1053 0 0,-116 2 24 0 0,117 5-4843 0 0,-80-5-351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62 2216 0 0,'-5'-62'17555'0'0,"5"65"-17012"0"0,-3 148 3255 0 0,1 6-6913 0 0,2-150 2276 0 0,0 20-3977 0 0,2-9-2671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5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81 828 0 0,'6'-14'4098'0'0,"0"0"1"0"0,11-20 1721 0 0,-15 35-5652 0 0,-1-1 0 0 0,0 0 0 0 0,1 0 0 0 0,-1 1 0 0 0,0-1 0 0 0,0 1 0 0 0,0-1 0 0 0,1 1 0 0 0,-1 0 1 0 0,0 0-1 0 0,0-1 0 0 0,0 1 0 0 0,0 0 0 0 0,1 2 0 0 0,4 5 291 0 0,-1 1 1 0 0,0-1 0 0 0,-1 2 0 0 0,0-1 0 0 0,0 0 0 0 0,-1 1 0 0 0,0-1 0 0 0,1 13-1 0 0,8 81 385 0 0,-10-81-662 0 0,-2 12 29 0 0,0-2 149 0 0,0-52-169 0 0,1 9-158 0 0,1-1-1 0 0,0 1 1 0 0,1 0-1 0 0,0 0 1 0 0,1 0-1 0 0,0 0 1 0 0,6-12 0 0 0,-1 3-12 0 0,-1 3-9 0 0,0 0 0 0 0,2 0 0 0 0,0 1 0 0 0,13-17 0 0 0,-18 26-18 0 0,1 0 1 0 0,-1 1-1 0 0,2-1 1 0 0,-1 1 0 0 0,1 1-1 0 0,0-1 1 0 0,0 1-1 0 0,1 0 1 0 0,-1 1 0 0 0,16-7-1 0 0,-20 10 1 0 0,0 0 1 0 0,0 0-1 0 0,-1 1 0 0 0,1-1 1 0 0,0 1-1 0 0,0-1 0 0 0,0 1 0 0 0,0 0 1 0 0,0 1-1 0 0,0-1 0 0 0,0 0 0 0 0,-1 1 1 0 0,1-1-1 0 0,0 1 0 0 0,0 0 0 0 0,0 0 1 0 0,4 3-1 0 0,-3-2-2 0 0,0 1 0 0 0,-1 0-1 0 0,1 0 1 0 0,-1 0 0 0 0,0 0-1 0 0,0 0 1 0 0,0 1 0 0 0,0 0 0 0 0,0-1-1 0 0,2 7 1 0 0,1 1 2 0 0,-1 0 0 0 0,-1 0-1 0 0,0 0 1 0 0,-1 1 0 0 0,0 0-1 0 0,0 0 1 0 0,1 20 0 0 0,-2 12-580 0 0,3 58 1671 0 0,-4-68-4405 0 0,-1-1-3937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5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215 177 2604 0 0,'-195'-161'14456'0'0,"189"156"-13828"0"0,-8-5-1564 0 0,19 28-4093 0 0,-2-9 1180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6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80 224 0 0,'22'-12'12715'0'0,"-21"11"-12613"0"0,0 0 1 0 0,0 0 0 0 0,-1 0 0 0 0,1 0 0 0 0,0 0 0 0 0,-1 0 0 0 0,1-1 0 0 0,0 1 0 0 0,-1 0-1 0 0,0 0 1 0 0,1-1 0 0 0,-1 1 0 0 0,0 0 0 0 0,1 0 0 0 0,-1-1 0 0 0,0 1 0 0 0,0 0 0 0 0,0-1-1 0 0,0 1 1 0 0,0 0 0 0 0,0-1 0 0 0,-1 1 0 0 0,1 0 0 0 0,0-1 0 0 0,-1 1 0 0 0,1 0 0 0 0,-1 0-1 0 0,1-1 1 0 0,-1 1 0 0 0,0 0 0 0 0,1 0 0 0 0,-1 0 0 0 0,0 0 0 0 0,0 0 0 0 0,0 0 0 0 0,0 0-1 0 0,0 0 1 0 0,0 0 0 0 0,-1 0 0 0 0,-2-2-101 0 0,1 1-1 0 0,-1-1 0 0 0,0 1 1 0 0,0 1-1 0 0,0-1 1 0 0,0 0-1 0 0,-1 1 1 0 0,1 0-1 0 0,0 0 1 0 0,0 0-1 0 0,-5 0 1 0 0,-7 1-6 0 0,0 0 0 0 0,0 1 1 0 0,0 1-1 0 0,0 1 0 0 0,1 0 1 0 0,-1 1-1 0 0,1 1 0 0 0,0 0 1 0 0,-23 12-1 0 0,18-7-18 0 0,0 1-1 0 0,1 1 1 0 0,1 1 0 0 0,0 1 0 0 0,1 0-1 0 0,-20 21 1 0 0,34-31 15 0 0,0 0 1 0 0,-1 0-1 0 0,1 0 1 0 0,1 0-1 0 0,-1 0 1 0 0,1 0-1 0 0,0 1 1 0 0,0 0-1 0 0,0-1 1 0 0,0 1-1 0 0,-1 6 1 0 0,3-8 5 0 0,0 0 0 0 0,-1 0 0 0 0,1 0 0 0 0,0 0 0 0 0,1 0 0 0 0,-1 0 0 0 0,0 0 0 0 0,1 0 1 0 0,0 0-1 0 0,0 0 0 0 0,0 0 0 0 0,0 0 0 0 0,0 0 0 0 0,0-1 0 0 0,1 1 0 0 0,-1-1 1 0 0,1 1-1 0 0,0-1 0 0 0,3 5 0 0 0,7 4 3 0 0,0 0-1 0 0,0-1 1 0 0,1 0 0 0 0,19 10 0 0 0,62 30 34 0 0,-39-23-19 0 0,-22-9-8 0 0,55 40 1 0 0,-76-49 20 0 0,-1 1 0 0 0,0 0 0 0 0,0 1-1 0 0,-1 0 1 0 0,0 0 0 0 0,-1 1 0 0 0,12 20 0 0 0,-19-28 49 0 0,0 0 0 0 0,0 0 0 0 0,0 0-1 0 0,-1 1 1 0 0,1-1 0 0 0,-1 0 0 0 0,0 1 0 0 0,0-1 0 0 0,-1 1 0 0 0,0-1 0 0 0,1 1 0 0 0,-1-1 0 0 0,-1 1-1 0 0,1-1 1 0 0,-1 1 0 0 0,0-1 0 0 0,0 0 0 0 0,-2 8 0 0 0,0-7 2 0 0,1 0-1 0 0,-1 0 1 0 0,0 0-1 0 0,-1-1 1 0 0,1 1-1 0 0,-1-1 1 0 0,0 1-1 0 0,0-1 1 0 0,0-1-1 0 0,-1 1 1 0 0,1 0-1 0 0,-1-1 1 0 0,0 0-1 0 0,-6 3 1 0 0,-3 1 2 0 0,-1-1 0 0 0,0-1 0 0 0,0 1 0 0 0,0-2 0 0 0,0 0 0 0 0,-1-1 0 0 0,-28 1 1 0 0,18-3-25 0 0,1-2 1 0 0,-1 0-1 0 0,1-2 1 0 0,-28-6 0 0 0,49 8-89 0 0,-28-8-359 0 0,13-1-3054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3556 0 0,'31'0'3545'0'0,"-4"0"-749"0"0,-1 0-608 0 0,-7 0-288 0 0,0 0-304 0 0,-2 0 685 0 0,12 0-897 0 0,-5 0-1032 0 0,-7-2-828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0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52 260 0 0,'0'0'1789'0'0,"-9"-26"-1530"0"0,8 21-267 0 0,1 3 42 0 0,-3-15 65 0 0,3 15 3 0 0,1 3-149 0 0,1 0 3 0 0,-1 0 0 0 0,0 0-1 0 0,1 0 1 0 0,-1 1-1 0 0,0-1 1 0 0,0 0-1 0 0,1 0 1 0 0,-1 1 0 0 0,0-1-1 0 0,1 4 1 0 0,1-1-467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12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 0 0,'0'0'568'0'0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8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609 703 288 0 0,'2'-9'1436'0'0,"0"-1"0"0"0,-1 1 0 0 0,0-1 0 0 0,-1 1 0 0 0,-1-12 0 0 0,0 13-859 0 0,0 1-1 0 0,0 0 1 0 0,-1 0-1 0 0,0 0 1 0 0,0 0-1 0 0,-7-12 1 0 0,6 14-486 0 0,1 0-1 0 0,-1 1 1 0 0,-1-1 0 0 0,1 1-1 0 0,-1 0 1 0 0,0 0 0 0 0,1 0 0 0 0,-2 1-1 0 0,1-1 1 0 0,0 1 0 0 0,-1 0-1 0 0,0 0 1 0 0,1 0 0 0 0,-1 1-1 0 0,0 0 1 0 0,0 0 0 0 0,-1 0 0 0 0,1 1-1 0 0,0-1 1 0 0,-1 1 0 0 0,1 0-1 0 0,-7 0 1 0 0,-8 1 20 0 0,-1 0-1 0 0,1 1 1 0 0,0 1-1 0 0,0 1 0 0 0,0 1 1 0 0,0 1-1 0 0,-23 9 1 0 0,9-2-21 0 0,0 3 1 0 0,2 1-1 0 0,-37 23 0 0 0,51-28-47 0 0,0 2 0 0 0,1 0 0 0 0,-17 16 0 0 0,30-25-28 0 0,-1 1-1 0 0,1 0 0 0 0,0 0 1 0 0,0 0-1 0 0,0 0 1 0 0,1 0-1 0 0,-1 1 1 0 0,1 0-1 0 0,1 0 0 0 0,-1 0 1 0 0,1 0-1 0 0,0 0 1 0 0,0 0-1 0 0,-1 11 1 0 0,3-14-7 0 0,0 0 0 0 0,0 0 0 0 0,0 0 0 0 0,1 0 0 0 0,-1-1 1 0 0,1 1-1 0 0,0 0 0 0 0,-1 0 0 0 0,1 0 0 0 0,0-1 0 0 0,1 1 1 0 0,-1-1-1 0 0,0 1 0 0 0,1-1 0 0 0,0 1 0 0 0,-1-1 1 0 0,4 4-1 0 0,0-2 3 0 0,-1-1 1 0 0,0 1 0 0 0,1-1 0 0 0,0 0-1 0 0,0 0 1 0 0,0-1 0 0 0,0 1 0 0 0,8 2-1 0 0,6 0 14 0 0,1 0-1 0 0,-1-2 0 0 0,1 0 0 0 0,20 0 1 0 0,-24-2-13 0 0,0-1 1 0 0,0-1-1 0 0,-1-1 1 0 0,1 0 0 0 0,0-1-1 0 0,-1 0 1 0 0,1-1-1 0 0,-1-1 1 0 0,0-1 0 0 0,-1 0-1 0 0,1-1 1 0 0,-1 0-1 0 0,0-1 1 0 0,13-10 0 0 0,-11 5-13 0 0,0-1 1 0 0,0-1 0 0 0,-2 0 0 0 0,0-1 0 0 0,0-1 0 0 0,-2 0-1 0 0,0 0 1 0 0,-1-1 0 0 0,18-39 0 0 0,-14 18 2 0 0,-1 0 0 0 0,-2-1 1 0 0,-2-1-1 0 0,9-74 0 0 0,-12 39 48 0 0,-6-133 1 0 0,-2 197-64 0 0,1 8-1 0 0,0-1-1 0 0,0 1 0 0 0,0 0 0 0 0,-1 0 1 0 0,0 0-1 0 0,-1-6 0 0 0,0 11 11 0 0,1 1 0 0 0,-1-1 0 0 0,1 1 0 0 0,0-1 0 0 0,0 1 0 0 0,0-1 0 0 0,0 1 0 0 0,0 0 0 0 0,-2 3 0 0 0,-14 51 0 0 0,3 2 0 0 0,2 0 1 0 0,-5 63-1 0 0,10-67 28 0 0,5-46-20 0 0,-20 180 144 0 0,19-145-85 0 0,2 0 1 0 0,6 60-1 0 0,-4-96-65 0 0,0 0-1 0 0,1-1 1 0 0,-1 1 0 0 0,1 0-1 0 0,1-1 1 0 0,-1 0 0 0 0,1 1 0 0 0,0-1-1 0 0,1 0 1 0 0,-1 0 0 0 0,1-1-1 0 0,0 1 1 0 0,10 9 0 0 0,-11-13-35 0 0,0 1 0 0 0,0-1 1 0 0,0 0-1 0 0,0 0 0 0 0,1 0 0 0 0,-1 0 1 0 0,1 0-1 0 0,-1-1 0 0 0,1 1 0 0 0,-1-1 1 0 0,1 0-1 0 0,0 0 0 0 0,0-1 0 0 0,0 1 1 0 0,-1-1-1 0 0,1 0 0 0 0,0 0 0 0 0,0 0 1 0 0,0 0-1 0 0,0-1 0 0 0,0 0 0 0 0,-1 1 1 0 0,1-1-1 0 0,0-1 0 0 0,-1 1 0 0 0,5-2 1 0 0,0-1-7 0 0,-1-1 0 0 0,1 0 0 0 0,-1 0 0 0 0,0 0 0 0 0,0-1 0 0 0,-1 0 0 0 0,0 0 0 0 0,0-1 0 0 0,0 0 0 0 0,-1 0 0 0 0,0 0 0 0 0,5-10 0 0 0,6-14 40 0 0,22-57 1 0 0,-24 52 189 0 0,9-35 1334 0 0,-10 30-657 0 0,-13 39-694 0 0,2 35-61 0 0,-5 25-8 0 0,2 0 1 0 0,8 63-1 0 0,2-84-291 0 0,-1-18-1491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25 1360 0 0,'-14'-9'1664'0'0,"4"2"-296"0"0,-1 2-308 0 0,-1 2 413 0 0,-8 3-949 0 0,8 3-112 0 0,3 4-76 0 0,-1 2-140 0 0,1 1-292 0 0,2 4-328 0 0,2-1-468 0 0,2 3-1293 0 0,1-1-207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8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96 3488 0 0,'0'0'2572'0'0,"5"-14"3164"0"0,-4-3-2925 0 0,-1 10-2076 0 0,0 0 0 0 0,0 0 0 0 0,0 0 0 0 0,-3-12 0 0 0,2 18-710 0 0,1 0 0 0 0,-1 0 0 0 0,0 0-1 0 0,1 0 1 0 0,-1 0 0 0 0,0 1-1 0 0,1-1 1 0 0,-1 0 0 0 0,0 0 0 0 0,0 1-1 0 0,0-1 1 0 0,1 1 0 0 0,-1-1 0 0 0,0 0-1 0 0,0 1 1 0 0,0 0 0 0 0,0-1 0 0 0,0 1-1 0 0,0-1 1 0 0,0 1 0 0 0,-2 0-1 0 0,-22-3 112 0 0,6 4-106 0 0,0 1 0 0 0,0 1 1 0 0,0 1-1 0 0,0 1 0 0 0,1 0 1 0 0,-1 1-1 0 0,2 1 0 0 0,-1 1 0 0 0,1 1 1 0 0,-18 11-1 0 0,35-20-30 0 0,-3 2 4 0 0,0-1-1 0 0,1 1 0 0 0,-1 0 1 0 0,0 0-1 0 0,1 1 1 0 0,0-1-1 0 0,-1 0 0 0 0,-1 4 1 0 0,3-4-4 0 0,0-1-1 0 0,1 0 1 0 0,-1 0 0 0 0,1 0 0 0 0,0 0 0 0 0,-1 1 0 0 0,1-1 0 0 0,0 0-1 0 0,0 0 1 0 0,0 1 0 0 0,-1-1 0 0 0,1 0 0 0 0,1 1 0 0 0,-1-1 0 0 0,0 0-1 0 0,0 0 1 0 0,0 1 0 0 0,1-1 0 0 0,-1 0 0 0 0,0 0 0 0 0,1 0 0 0 0,-1 1-1 0 0,1-1 1 0 0,0 0 0 0 0,-1 0 0 0 0,1 0 0 0 0,0 0 0 0 0,0 0 0 0 0,0 0-1 0 0,0 0 1 0 0,-1 0 0 0 0,1-1 0 0 0,0 1 0 0 0,0 0 0 0 0,1 0 0 0 0,1 0-1 0 0,-2 0 1 0 0,20 13-20 0 0,1-2-1 0 0,0 0 1 0 0,1-1-1 0 0,37 11 1 0 0,32 16-36 0 0,-86-35 35 0 0,-5-3 20 0 0,0 0 1 0 0,0 0-1 0 0,0 1 0 0 0,-1-1 0 0 0,1 0 1 0 0,0 1-1 0 0,0-1 0 0 0,0 0 0 0 0,-1 1 1 0 0,1-1-1 0 0,0 1 0 0 0,0-1 0 0 0,-1 1 1 0 0,1-1-1 0 0,-1 1 0 0 0,1 0 0 0 0,0-1 1 0 0,-1 1-1 0 0,1 0 0 0 0,-1-1 0 0 0,1 1 1 0 0,-1 0-1 0 0,0 0 0 0 0,1-1 1 0 0,-1 1-1 0 0,0 0 0 0 0,1 0 0 0 0,-1 0 1 0 0,0 0-1 0 0,0 0 0 0 0,0-1 0 0 0,0 1 1 0 0,0 0-1 0 0,0 1 0 0 0,-1-1 3 0 0,1 1 0 0 0,-1-1 0 0 0,0 0-1 0 0,0 0 1 0 0,0 0 0 0 0,1 0 0 0 0,-1 0 0 0 0,0 0-1 0 0,-1 0 1 0 0,1 0 0 0 0,0 0 0 0 0,0-1 0 0 0,0 1 0 0 0,0 0-1 0 0,-1-1 1 0 0,1 1 0 0 0,-2 0 0 0 0,-25 8 16 0 0,26-8-17 0 0,-27 5 33 0 0,0-1 0 0 0,0-1 0 0 0,0-1 1 0 0,-33-2-1 0 0,20-5-2328 0 0,41 4 2185 0 0,1 0 0 0 0,-1-1 1 0 0,1 1-1 0 0,-1 0 1 0 0,1 0-1 0 0,0 0 1 0 0,-1 0-1 0 0,1 0 0 0 0,-1-1 1 0 0,1 1-1 0 0,0 0 1 0 0,-1 0-1 0 0,1-1 1 0 0,0 1-1 0 0,-1 0 1 0 0,1-1-1 0 0,0 1 0 0 0,-1 0 1 0 0,1-1-1 0 0,0 1 1 0 0,0 0-1 0 0,-1-1 1 0 0,1 1-1 0 0,0 0 1 0 0,0-1-1 0 0,0 1 0 0 0,-1-1 1 0 0,1 1-1 0 0,0-1 1 0 0,0 1-1 0 0,0-1 1 0 0,0 1-1 0 0,0 0 0 0 0,0-1 1 0 0,0 1-1 0 0,0-1 1 0 0,0 1-1 0 0,0-1 1 0 0,0 1-1 0 0,0-1 1 0 0,0 1-1 0 0,1 0 0 0 0,-1-1 1 0 0,0 1-1 0 0,0-1 1 0 0,0 1-1 0 0,1 0 1 0 0,-1-1-1 0 0,1 0 0 0 0,12-17-4620 0 0,0 5 247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36 202 1012 0 0,'-2'-42'6514'0'0,"-15"-79"0"0"0,12 92-5003 0 0,3 20-292 0 0,2 17-717 0 0,2 17-16 0 0,13 57 72 0 0,-4 1 1 0 0,-4 0-1 0 0,-3 0 1 0 0,-3 1-1 0 0,-19 141 1 0 0,5-144-521 0 0,-5 50-934 0 0,17-113-481 0 0,1 0-1 0 0,1-1 1 0 0,3 19 0 0 0,6-10-5000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9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2884 0 0,'16'-30'6103'0'0,"10"-12"1502"0"0,-25 40-7128 0 0,-1 2-420 0 0,0 0 0 0 0,0-1 0 0 0,1 1 0 0 0,-1 0 1 0 0,0 0-1 0 0,0 0 0 0 0,0-1 0 0 0,1 1 0 0 0,-1 0 0 0 0,0 0 0 0 0,0 0 0 0 0,1-1 1 0 0,-1 1-1 0 0,0 0 0 0 0,0 0 0 0 0,1 0 0 0 0,-1 0 0 0 0,0 0 0 0 0,1 0 1 0 0,-1 0-1 0 0,0 0 0 0 0,0 0 0 0 0,1 0 0 0 0,-1 0 0 0 0,0 0 0 0 0,1 0 0 0 0,-1 0 1 0 0,1 0-1 0 0,2 6 162 0 0,0 0 1 0 0,0 0-1 0 0,0 0 1 0 0,-1 1-1 0 0,0-1 1 0 0,0 1-1 0 0,-1 0 1 0 0,1 12 0 0 0,0 62 164 0 0,-2-55-245 0 0,-2 19-382 0 0,1 22-2794 0 0,7-23-5717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49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2856 0 0,'8'-21'5777'0'0,"10"-18"4346"0"0,-14 42-9540 0 0,-3-3-561 0 0,-1 0 0 0 0,0 0 1 0 0,1 0-1 0 0,-1 0 0 0 0,1 0 0 0 0,-1 0 0 0 0,0 0 0 0 0,1 1 1 0 0,-1-1-1 0 0,1 0 0 0 0,-1 0 0 0 0,0 1 0 0 0,1-1 0 0 0,-1 0 1 0 0,0 0-1 0 0,1 1 0 0 0,-1-1 0 0 0,0 0 0 0 0,0 1 0 0 0,1-1 1 0 0,-1 0-1 0 0,0 1 0 0 0,1 0 0 0 0,3 12 271 0 0,0 0-1 0 0,-1 1 1 0 0,-1-1-1 0 0,2 26 1 0 0,-4 58 60 0 0,-1-45-102 0 0,1-52-244 0 0,0 1 0 0 0,1-1 0 0 0,-1 1 0 0 0,0-1 0 0 0,0 1 0 0 0,0-1 0 0 0,0 1 1 0 0,0-1-1 0 0,0 1 0 0 0,0-1 0 0 0,0 1 0 0 0,0-1 0 0 0,0 1 0 0 0,0-1 0 0 0,0 1 0 0 0,-1-1 0 0 0,1 1 0 0 0,0-1 0 0 0,0 1 0 0 0,0-1 0 0 0,-1 1 0 0 0,1-1 0 0 0,0 1 1 0 0,-1-1-1 0 0,1 1 0 0 0,0-1 0 0 0,-1 0 0 0 0,1 1 0 0 0,-1-1 0 0 0,1 0 0 0 0,0 1 0 0 0,-1-1 0 0 0,1 0 0 0 0,-1 0 0 0 0,1 1 0 0 0,-1-1 0 0 0,1 0 0 0 0,-1 0 0 0 0,1 0 0 0 0,-1 0 1 0 0,0 1-1 0 0,0-2-4 0 0,0 1 0 0 0,0-1 0 0 0,1 1 0 0 0,-1-1 1 0 0,0 1-1 0 0,0-1 0 0 0,1 1 0 0 0,-1-1 0 0 0,0 0 1 0 0,1 1-1 0 0,-1-1 0 0 0,1 0 0 0 0,-1 0 0 0 0,1 1 1 0 0,-1-1-1 0 0,1 0 0 0 0,0 0 0 0 0,-1 0 0 0 0,1 0 1 0 0,0 1-1 0 0,0-1 0 0 0,-1 0 0 0 0,1-1 0 0 0,-1-7-5 0 0,0-1 0 0 0,0 1-1 0 0,1 0 1 0 0,0 0-1 0 0,1-1 1 0 0,0 1 0 0 0,0 0-1 0 0,1 0 1 0 0,0 0-1 0 0,0 0 1 0 0,1 0 0 0 0,1 0-1 0 0,0 1 1 0 0,0 0-1 0 0,0-1 1 0 0,1 2 0 0 0,0-1-1 0 0,0 0 1 0 0,1 1-1 0 0,0 0 1 0 0,8-7 0 0 0,-4 6-12 0 0,1 0 0 0 0,-1 0 1 0 0,1 1-1 0 0,1 1 0 0 0,-1 0 1 0 0,1 0-1 0 0,0 1 0 0 0,0 1 1 0 0,1 0-1 0 0,24-5 0 0 0,-30 9 7 0 0,-1-1 1 0 0,1 0-1 0 0,0 1 0 0 0,0 1 1 0 0,0-1-1 0 0,-1 1 0 0 0,1 0 0 0 0,0 1 1 0 0,0-1-1 0 0,-1 1 0 0 0,1 0 0 0 0,-1 1 1 0 0,0 0-1 0 0,0 0 0 0 0,0 0 0 0 0,0 1 1 0 0,0 0-1 0 0,-1 0 0 0 0,0 0 1 0 0,0 1-1 0 0,0 0 0 0 0,8 9 0 0 0,-9-9 16 0 0,-1 0 0 0 0,1 1 0 0 0,-1-1 0 0 0,0 1 0 0 0,0-1 0 0 0,-1 1 0 0 0,0 0-1 0 0,0 0 1 0 0,0 0 0 0 0,0 0 0 0 0,-1 0 0 0 0,0 13 0 0 0,-1-10 0 0 0,0 0 0 0 0,-1 1 0 0 0,-1-1 0 0 0,0 0 0 0 0,0 0 0 0 0,0 0-1 0 0,-1 0 1 0 0,-5 9 0 0 0,4-8-430 0 0,-16 41-1700 0 0,16-25-1446 0 0,8-2-3469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0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242 111 2356 0 0,'4'-11'2586'0'0,"-1"1"1"0"0,4-23-1 0 0,-6 30-2345 0 0,-1 1 0 0 0,1 0 0 0 0,-1 0 0 0 0,0-1 0 0 0,0 1 0 0 0,0 0 0 0 0,0 0 0 0 0,0-1 0 0 0,-1 1 0 0 0,1 0 0 0 0,-1 0-1 0 0,1 0 1 0 0,-1-1 0 0 0,0 1 0 0 0,0 0 0 0 0,0 0 0 0 0,0 0 0 0 0,0 0 0 0 0,0 0 0 0 0,-1 1 0 0 0,-2-4 0 0 0,2 4-150 0 0,0 0 1 0 0,-1 0-1 0 0,1 0 0 0 0,0 0 1 0 0,-1 1-1 0 0,1-1 0 0 0,-1 1 1 0 0,1 0-1 0 0,-1-1 0 0 0,1 1 1 0 0,-1 0-1 0 0,0 0 0 0 0,1 1 0 0 0,-1-1 1 0 0,1 1-1 0 0,0-1 0 0 0,-1 1 1 0 0,1 0-1 0 0,-1-1 0 0 0,1 1 1 0 0,-3 2-1 0 0,-7 3 45 0 0,0 0 0 0 0,1 1 0 0 0,0 0 0 0 0,0 1 0 0 0,1 0-1 0 0,0 1 1 0 0,0 0 0 0 0,1 1 0 0 0,0 0 0 0 0,1 0 0 0 0,-10 17 0 0 0,10-16-93 0 0,1 2 0 0 0,0-1 0 0 0,1 1 0 0 0,1-1 1 0 0,0 2-1 0 0,1-1 0 0 0,0 0 0 0 0,1 1 0 0 0,0 0 0 0 0,-1 25 0 0 0,4-34-34 0 0,0 0 0 0 0,1-1 0 0 0,-1 1 0 0 0,1 0 0 0 0,0-1 0 0 0,0 1 0 0 0,0 0 0 0 0,1-1 0 0 0,-1 0 0 0 0,1 1 0 0 0,0-1 0 0 0,1 0 0 0 0,-1 0-1 0 0,1 0 1 0 0,-1 0 0 0 0,1 0 0 0 0,0-1 0 0 0,1 1 0 0 0,-1-1 0 0 0,1 0 0 0 0,4 4 0 0 0,-2-4-149 0 0,0 0-1 0 0,0 0 1 0 0,0 0 0 0 0,1-1-1 0 0,-1 1 1 0 0,1-2 0 0 0,-1 1-1 0 0,1-1 1 0 0,0 0 0 0 0,0 0 0 0 0,0-1-1 0 0,0 0 1 0 0,-1 0 0 0 0,9-1-1 0 0,1-2-359 0 0,1 0 1 0 0,-1-2-1 0 0,-1 1 0 0 0,1-2 0 0 0,-1 0 0 0 0,1-1 1 0 0,-2 0-1 0 0,1-1 0 0 0,-1-1 0 0 0,14-11 0 0 0,3-5-1154 0 0,-2-1 0 0 0,0-2 0 0 0,26-32 1 0 0,-19 16-1452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0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145 314 4260 0 0,'27'-60'3304'0'0,"-3"-1"-1"0"0,18-70 1 0 0,-27 70 1347 0 0,-34 79-2721 0 0,-10 30-500 0 0,2 2 0 0 0,3 1 0 0 0,-25 75 0 0 0,-36 168-43 0 0,79-272-1312 0 0,1 1 0 0 0,2-1 0 0 0,0 1-1 0 0,1 31 1 0 0,2-49-62 0 0,0 0-1 0 0,1 0 0 0 0,-1 0 1 0 0,1 0-1 0 0,0 0 1 0 0,1 0-1 0 0,-1-1 0 0 0,1 1 1 0 0,0-1-1 0 0,0 1 1 0 0,1-1-1 0 0,-1 0 1 0 0,1 1-1 0 0,0-1 0 0 0,0 0 1 0 0,0-1-1 0 0,1 1 1 0 0,-1-1-1 0 0,1 1 0 0 0,0-1 1 0 0,0 0-1 0 0,0-1 1 0 0,0 1-1 0 0,6 2 0 0 0,-1-1-216 0 0,-1-1 0 0 0,1-1 0 0 0,0 0 0 0 0,-1 0 0 0 0,1-1 0 0 0,0 0 0 0 0,0 0 0 0 0,0-1 0 0 0,0 0 0 0 0,0 0 0 0 0,0-1 0 0 0,15-4 0 0 0,-1-1-1075 0 0,0 0 1 0 0,-1-2-1 0 0,1-1 1 0 0,35-19-1 0 0,-44 19-803 0 0,0 0 0 0 0,-1 0 0 0 0,0-1 0 0 0,18-18 0 0 0,-15 8-4602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0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157 110 2720 0 0,'-150'-70'14502'0'0,"150"70"-14459"0"0,-1 0 0 0 0,1 0 0 0 0,0 0 0 0 0,-1 0 0 0 0,1 0-1 0 0,0 0 1 0 0,0-1 0 0 0,-1 1 0 0 0,1 0 0 0 0,0 0 0 0 0,-1 0 0 0 0,1-1 0 0 0,0 1-1 0 0,0 0 1 0 0,-1 0 0 0 0,1-1 0 0 0,0 1 0 0 0,0 0 0 0 0,0 0 0 0 0,-1-1 0 0 0,1 1-1 0 0,0 0 1 0 0,0-1 0 0 0,0 1 0 0 0,0 0 0 0 0,0-1 0 0 0,0 1 0 0 0,0 0 0 0 0,-1-1-1 0 0,1 1 1 0 0,0 0 0 0 0,0-1 0 0 0,1 0 0 0 0,8-7 698 0 0,18-1-257 0 0,7 4-218 0 0,-1 0 0 0 0,55 2 1 0 0,70 10-222 0 0,-92-3-303 0 0,36 6-1465 0 0,-60-5-1365 0 0,1-1-4194 0 0,-26-2 1288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348 123 1056 0 0,'-273'-95'15731'0'0,"227"77"-15027"0"0,18 8-3790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1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8 464 0 0,'-133'-7'12382'0'0,"133"7"-12351"0"0,-1 0 1 0 0,1 0 0 0 0,-1 0-1 0 0,1 0 1 0 0,0 0-1 0 0,-1 0 1 0 0,1 0 0 0 0,-1 0-1 0 0,1 0 1 0 0,0 0-1 0 0,-1 0 1 0 0,1 0 0 0 0,-1 0-1 0 0,1 0 1 0 0,0 0-1 0 0,-1 0 1 0 0,1 1 0 0 0,0-1-1 0 0,-1 0 1 0 0,1 0-1 0 0,0 1 1 0 0,-1-1 0 0 0,1 0-1 0 0,0 0 1 0 0,-1 1-1 0 0,1-1 1 0 0,0 1 0 0 0,4 7 461 0 0,15 5-150 0 0,11 0-448 0 0,0 0-1 0 0,1-2 0 0 0,35 7 0 0 0,99 15-5931 0 0,-160-33 5713 0 0,66 12-5055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2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305 171 2376 0 0,'-22'-170'13804'0'0,"50"359"-11002"0"0,-8 381-616 0 0,-43-73-1495 0 0,8-344-424 0 0,-42 185 0 0 0,50-304-213 0 0,4-15-1 0 0,-1 1-1 0 0,-1-1 0 0 0,-1 0 0 0 0,0 0 0 0 0,-2-1 0 0 0,-16 32 0 0 0,23-49-53 0 0,0 1 0 0 0,0-1 0 0 0,0 1 0 0 0,-1-1 0 0 0,1 0 0 0 0,0 1 1 0 0,0-1-1 0 0,-1 0 0 0 0,1 0 0 0 0,-1 0 0 0 0,1 0 0 0 0,-1 0 0 0 0,1 0 0 0 0,-1 0 0 0 0,0-1 0 0 0,1 1 0 0 0,-1-1 0 0 0,0 1 0 0 0,0-1 0 0 0,1 1 0 0 0,-1-1 1 0 0,0 0-1 0 0,0 0 0 0 0,0 0 0 0 0,1 0 0 0 0,-1 0 0 0 0,0 0 0 0 0,0-1 0 0 0,0 1 0 0 0,1-1 0 0 0,-1 1 0 0 0,0-1 0 0 0,1 1 0 0 0,-1-1 0 0 0,0 0 0 0 0,1 0 0 0 0,-1 0 1 0 0,1 0-1 0 0,-1 0 0 0 0,1 0 0 0 0,-2-3 0 0 0,-4-3-254 0 0,0-1-1 0 0,1 0 1 0 0,0 0 0 0 0,0 0 0 0 0,1-1-1 0 0,0 0 1 0 0,1 0 0 0 0,0 0 0 0 0,0-1 0 0 0,-2-13-1 0 0,-3-11-844 0 0,-5-56-1 0 0,1-36-114 0 0,6-1-1 0 0,5 0 0 0 0,22-198 1 0 0,-16 288 1252 0 0,3 1 1 0 0,0 0-1 0 0,3 1 1 0 0,1 0-1 0 0,1 0 1 0 0,25-48-1 0 0,-27 65 123 0 0,1-1 0 0 0,1 2 0 0 0,0-1 0 0 0,1 2 0 0 0,1 0 0 0 0,1 0 0 0 0,0 2 1 0 0,1-1-1 0 0,0 2 0 0 0,1 0 0 0 0,1 1 0 0 0,30-15 0 0 0,-25 17-12 0 0,0 1 1 0 0,1 1-1 0 0,-1 1 1 0 0,1 1 0 0 0,1 1-1 0 0,-1 1 1 0 0,1 1-1 0 0,0 2 1 0 0,-1 0-1 0 0,1 1 1 0 0,0 2-1 0 0,0 1 1 0 0,-1 0 0 0 0,1 2-1 0 0,-1 1 1 0 0,-1 1-1 0 0,1 1 1 0 0,-1 1-1 0 0,0 1 1 0 0,-1 1-1 0 0,31 19 1 0 0,-47-25-69 0 0,1 0 1 0 0,0 0-1 0 0,-1 1 0 0 0,0-1 1 0 0,0 1-1 0 0,-1 1 1 0 0,0-1-1 0 0,0 1 0 0 0,6 10 1 0 0,-10-14-46 0 0,1-1 0 0 0,-1 0 0 0 0,-1 1 0 0 0,1-1 0 0 0,0 1 0 0 0,-1 0 0 0 0,1-1 0 0 0,-1 1 0 0 0,0-1 0 0 0,0 1 0 0 0,0 0 0 0 0,0-1 0 0 0,0 1 0 0 0,-1-1 0 0 0,1 1 1 0 0,-1 0-1 0 0,1-1 0 0 0,-1 1 0 0 0,0-1 0 0 0,0 0 0 0 0,0 1 0 0 0,-1-1 0 0 0,1 0 0 0 0,0 1 0 0 0,-1-1 0 0 0,0 0 0 0 0,1 0 0 0 0,-1 0 0 0 0,0-1 0 0 0,0 1 0 0 0,0 0 0 0 0,0-1 1 0 0,-3 3-1 0 0,-8 4 42 0 0,-1 0 0 0 0,0 0 1 0 0,0-1-1 0 0,0-1 0 0 0,-1 0 1 0 0,0-1-1 0 0,-30 6 1 0 0,21-7-47 0 0,-1-1 1 0 0,0-1 0 0 0,1-1 0 0 0,-36-3 0 0 0,48 1-459 0 0,1-1 1 0 0,0 0-1 0 0,-16-5 1 0 0,23 6-51 0 0,1-1-1 0 0,-1 1 1 0 0,1-1 0 0 0,-1 0 0 0 0,1 0 0 0 0,0 0-1 0 0,-1-1 1 0 0,-2-2 0 0 0,5 4 52 0 0,1 1 212 0 0,-1-1 1 0 0,1 1-1 0 0,0-1 0 0 0,-1 0 1 0 0,1 1-1 0 0,0-1 1 0 0,0 1-1 0 0,-1-1 0 0 0,1 0 1 0 0,0 1-1 0 0,0-1 1 0 0,0 0-1 0 0,0 1 0 0 0,0-1 1 0 0,0 0-1 0 0,0 1 0 0 0,0-1 1 0 0,0 0-1 0 0,0 1 1 0 0,0-1-1 0 0,0 0 0 0 0,0 1 1 0 0,0-1-1 0 0,1 0 1 0 0,-1 1-1 0 0,0-1 0 0 0,1 1 1 0 0,-1-1-1 0 0,0 0 1 0 0,1 1-1 0 0,-1-1 0 0 0,1 0 1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2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1636 0 0,'28'-12'3625'0'0,"-13"6"-1146"0"0,0 0 0 0 0,-1-1 0 0 0,0-1 0 0 0,14-10 0 0 0,-27 17-1911 0 0,0 1-546 0 0,-1 0-1 0 0,1 1 1 0 0,-1-1-1 0 0,1 0 0 0 0,-1 0 1 0 0,0 1-1 0 0,1-1 0 0 0,-1 0 1 0 0,1 1-1 0 0,-1-1 1 0 0,0 0-1 0 0,1 1 0 0 0,-1-1 1 0 0,0 1-1 0 0,0-1 1 0 0,1 1-1 0 0,-1-1 0 0 0,0 1 1 0 0,0-1-1 0 0,1 0 1 0 0,-1 1-1 0 0,0 0 0 0 0,-5 13 71 0 0,0 0-1 0 0,1 1 1 0 0,1-1-1 0 0,0 1 1 0 0,1 0-1 0 0,1-1 1 0 0,0 18-1 0 0,1-26-70 0 0,0 1 0 0 0,1-1 0 0 0,0 0 0 0 0,0 1 0 0 0,1-1 0 0 0,0 0 0 0 0,0 0 0 0 0,0 0 0 0 0,1 0 0 0 0,0 0 0 0 0,0-1 0 0 0,0 1-1 0 0,1-1 1 0 0,0 0 0 0 0,0 0 0 0 0,0 0 0 0 0,0 0 0 0 0,1-1 0 0 0,6 5 0 0 0,-2-3 8 0 0,0 0-1 0 0,0-1 0 0 0,0 0 1 0 0,1-1-1 0 0,0 0 1 0 0,-1-1-1 0 0,1 0 0 0 0,1 0 1 0 0,-1-1-1 0 0,0 0 1 0 0,19 0-1 0 0,-24-2-15 0 0,0 0-1 0 0,-1 0 0 0 0,1 0 1 0 0,-1-1-1 0 0,0 0 0 0 0,1 0 1 0 0,-1 0-1 0 0,1 0 0 0 0,-1-1 1 0 0,0 0-1 0 0,0 0 1 0 0,0 0-1 0 0,0 0 0 0 0,0 0 1 0 0,-1-1-1 0 0,1 0 0 0 0,-1 0 1 0 0,1 0-1 0 0,-1 0 1 0 0,0 0-1 0 0,0-1 0 0 0,-1 1 1 0 0,1-1-1 0 0,-1 0 0 0 0,1 0 1 0 0,-1 0-1 0 0,0 0 0 0 0,-1 0 1 0 0,3-6-1 0 0,-2-2 7 0 0,0 0-1 0 0,0-1 0 0 0,-1 1 1 0 0,-1-1-1 0 0,0 1 0 0 0,0 0 1 0 0,-1-1-1 0 0,-1 1 0 0 0,0-1 1 0 0,-1 1-1 0 0,0 0 0 0 0,-1 0 1 0 0,0 1-1 0 0,-1-1 0 0 0,0 1 1 0 0,-1 0-1 0 0,-1 0 0 0 0,1 1 1 0 0,-2-1-1 0 0,1 1 0 0 0,-1 1 1 0 0,-1 0-1 0 0,0 0 0 0 0,0 1 1 0 0,-12-10-1 0 0,18 17-21 0 0,0-1 0 0 0,0 0 0 0 0,0 1 0 0 0,0-1 0 0 0,0 1 0 0 0,0 0 0 0 0,0 0 0 0 0,-1 0 0 0 0,1 1 0 0 0,0-1 0 0 0,-1 1 0 0 0,1 0 0 0 0,0 0 0 0 0,0 0 0 0 0,-1 0 0 0 0,1 0 0 0 0,0 1 0 0 0,-1-1 0 0 0,1 1 0 0 0,0 0 0 0 0,0 0 0 0 0,0 0 0 0 0,0 1 0 0 0,0-1 0 0 0,0 1 0 0 0,-5 3 0 0 0,5-3-93 0 0,1 0 0 0 0,0 1 0 0 0,0-1 0 0 0,0 0 0 0 0,0 1 0 0 0,0-1 0 0 0,1 1-1 0 0,-1 0 1 0 0,1-1 0 0 0,0 1 0 0 0,-1 0 0 0 0,1 0 0 0 0,1 0 0 0 0,-1 0 0 0 0,0 0 0 0 0,1 0 0 0 0,-1 0 0 0 0,1 0 0 0 0,0 0 0 0 0,0 0 0 0 0,0 1 0 0 0,1-1 0 0 0,-1 0 0 0 0,1 0 0 0 0,-1 0 0 0 0,1 0 0 0 0,0 0 0 0 0,2 4 0 0 0,1 0-499 0 0,-1 0 1 0 0,1 0-1 0 0,0-1 1 0 0,1 1-1 0 0,-1-1 0 0 0,1 0 1 0 0,10 10-1 0 0,-7-10-965 0 0,0 1-1 0 0,1-1 0 0 0,8 5 1 0 0,5 1-3227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1012 0 0,'10'-13'4893'0'0,"0"-1"1"0"0,10-19-1 0 0,-11 18-1941 0 0,5 23-2262 0 0,-12-5-609 0 0,0 0-1 0 0,-1 0 0 0 0,1 0 1 0 0,-1 0-1 0 0,1 0 0 0 0,-1 0 0 0 0,0 0 1 0 0,0 0-1 0 0,-1 1 0 0 0,1-1 1 0 0,-1 0-1 0 0,1 1 0 0 0,-1 5 1 0 0,1 0 46 0 0,2 41 223 0 0,-5 92-1 0 0,-1-42-7849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7 100 2964 0 0,'-2'-21'2424'0'0,"2"6"-387"0"0,-3-1-297 0 0,3 6-432 0 0,-2-2-244 0 0,2 3 372 0 0,0-8-284 0 0,7 26-2292 0 0,-2 1 136 0 0,0 0-404 0 0,1 4-1928 0 0,0-2-1497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3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43 2048 0 0,'4'17'5595'0'0,"17"51"1383"0"0,-18-52-6374 0 0,1-1-1 0 0,-2 2 1 0 0,0-1-1 0 0,0 31 1 0 0,-3-43-561 0 0,1 1 0 0 0,-1-1-1 0 0,0 1 1 0 0,0-1 0 0 0,-1 1 0 0 0,1-1 0 0 0,-1 0 0 0 0,0 1 0 0 0,0-1-1 0 0,0 0 1 0 0,-1 0 0 0 0,1-1 0 0 0,-1 1 0 0 0,0 0 0 0 0,0-1 0 0 0,-1 0-1 0 0,1 0 1 0 0,-1 0 0 0 0,1 0 0 0 0,-1 0 0 0 0,0-1 0 0 0,0 1-1 0 0,0-1 1 0 0,0 0 0 0 0,0 0 0 0 0,-1-1 0 0 0,1 1 0 0 0,-1-1 0 0 0,-4 1-1 0 0,8-2-37 0 0,0 0-1 0 0,0 0 1 0 0,0 0-1 0 0,0 0 1 0 0,0 0-1 0 0,0-1 1 0 0,0 1-1 0 0,0 0 1 0 0,0 0-1 0 0,0-1 0 0 0,0 1 1 0 0,0 0-1 0 0,0-1 1 0 0,0 1-1 0 0,1-1 1 0 0,-1 1-1 0 0,0-1 1 0 0,0 0-1 0 0,0 1 1 0 0,1-1-1 0 0,-1 0 1 0 0,0 0-1 0 0,1 1 1 0 0,-1-1-1 0 0,1 0 0 0 0,-1 0 1 0 0,1 0-1 0 0,-1 0 1 0 0,1 0-1 0 0,0 0 1 0 0,-1 0-1 0 0,1 1 1 0 0,0-1-1 0 0,-1-2 1 0 0,1 0 1 0 0,-1 0 1 0 0,1-1-1 0 0,-1 1 1 0 0,1 0-1 0 0,0-1 0 0 0,1 1 1 0 0,0-6-1 0 0,3-7-2 0 0,2 1-1 0 0,-1 0 0 0 0,2 0 0 0 0,0 0 0 0 0,1 1 0 0 0,0 0 0 0 0,1 0 1 0 0,1 1-1 0 0,0 0 0 0 0,22-20 0 0 0,-20 22-10 0 0,1-1 0 0 0,0 2 0 0 0,1 0-1 0 0,0 0 1 0 0,1 1 0 0 0,0 1 0 0 0,0 1 0 0 0,0 0 0 0 0,1 0 0 0 0,20-4-1 0 0,-27 10 30 0 0,0-1 0 0 0,0 1 0 0 0,1 0 0 0 0,-1 1 0 0 0,0 0 1 0 0,1 1-1 0 0,-1 0 0 0 0,0 0 0 0 0,0 1 0 0 0,0 0 0 0 0,0 0 0 0 0,0 1 0 0 0,16 8 0 0 0,-20-8 3 0 0,0-1 0 0 0,0 1 1 0 0,-1 1-1 0 0,1-1 0 0 0,-1 1 1 0 0,0-1-1 0 0,0 1 0 0 0,0 1 1 0 0,0-1-1 0 0,-1 0 1 0 0,1 1-1 0 0,-1 0 0 0 0,-1 0 1 0 0,1-1-1 0 0,0 2 0 0 0,-1-1 1 0 0,0 0-1 0 0,-1 0 0 0 0,1 1 1 0 0,-1-1-1 0 0,0 1 0 0 0,0 0 1 0 0,0 10-1 0 0,-2 9 11 0 0,-5 28-1 0 0,1-11-1901 0 0,3-25-780 0 0,1-5 74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3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1 218 1416 0 0,'18'-45'4032'0'0,"50"-110"8174"0"0,-68 154-12136 0 0,0 0 0 0 0,1-1 0 0 0,-1 1 0 0 0,1 0 0 0 0,0 0 0 0 0,-1 0 0 0 0,1 0 0 0 0,0 0 0 0 0,-1 1 0 0 0,1-1 0 0 0,0 0 0 0 0,0 0 0 0 0,0 0 0 0 0,0 1 0 0 0,0-1 0 0 0,0 0 0 0 0,0 1 0 0 0,0-1 0 0 0,1 0 0 0 0,-1 1-46 0 0,0 0 1 0 0,-1 0 0 0 0,1 1-1 0 0,0-1 1 0 0,0 0-1 0 0,-1 0 1 0 0,1 0-1 0 0,0 1 1 0 0,-1-1 0 0 0,1 0-1 0 0,0 0 1 0 0,-1 1-1 0 0,1-1 1 0 0,0 1-1 0 0,-1-1 1 0 0,1 1 0 0 0,-1-1-1 0 0,1 1 1 0 0,-1-1-1 0 0,1 1 1 0 0,-1-1 0 0 0,1 2-1 0 0,2 3 54 0 0,0 0 1 0 0,0 0-1 0 0,-1 0 0 0 0,0 1 1 0 0,3 9-1 0 0,0 7 29 0 0,-1 1 0 0 0,-1-1-1 0 0,-1 1 1 0 0,-2-1 0 0 0,0 1-1 0 0,-4 30 1 0 0,-30 133 42 0 0,15-115-369 0 0,-4 20-1714 0 0,19-75 524 0 0,2 0 0 0 0,0 0 0 0 0,1 27 0 0 0,6-9-4494 0 0,0-18 1021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3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246 135 1340 0 0,'10'-11'2180'0'0,"0"0"1"0"0,-1-1-1 0 0,-1 0 0 0 0,0-1 0 0 0,12-26 0 0 0,-20 38-2135 0 0,1 0 0 0 0,-1 0 0 0 0,1 0 1 0 0,-1 0-1 0 0,0 0 0 0 0,0-1 0 0 0,0 1 0 0 0,0 0 0 0 0,0 0 0 0 0,0 0 0 0 0,0 0 0 0 0,0 0 0 0 0,0 0 0 0 0,0 0 0 0 0,-1 0 0 0 0,1-1 0 0 0,0 1 0 0 0,-1 0 0 0 0,1 0 0 0 0,-1 0 0 0 0,1 0 0 0 0,-1 0 0 0 0,0 1 0 0 0,1-1 1 0 0,-1 0-1 0 0,0 0 0 0 0,1 0 0 0 0,-1 0 0 0 0,0 1 0 0 0,0-1 0 0 0,0 0 0 0 0,0 1 0 0 0,0-1 0 0 0,0 1 0 0 0,0-1 0 0 0,0 1 0 0 0,0-1 0 0 0,0 1 0 0 0,0 0 0 0 0,0-1 0 0 0,0 1 0 0 0,0 0 0 0 0,0 0 0 0 0,-1 0 0 0 0,-1 0 1 0 0,1 0-29 0 0,-1-1 1 0 0,1 1-1 0 0,-1 0 1 0 0,1 0 0 0 0,-1 0-1 0 0,0 0 1 0 0,1 1-1 0 0,-1-1 1 0 0,1 1 0 0 0,-1-1-1 0 0,1 1 1 0 0,-1 0 0 0 0,1 0-1 0 0,0 0 1 0 0,-1 0-1 0 0,1 1 1 0 0,0-1 0 0 0,0 1-1 0 0,0-1 1 0 0,-2 3 0 0 0,2-2-2 0 0,1 1 0 0 0,0 0 0 0 0,0 0 0 0 0,-1-1 0 0 0,2 1 0 0 0,-1 0 0 0 0,0 0 0 0 0,1 0 0 0 0,-1 0 0 0 0,1 0 0 0 0,0 0 0 0 0,0 0 0 0 0,0 0 0 0 0,0 0 0 0 0,0 0 0 0 0,1 0 0 0 0,0 0 0 0 0,-1 0 0 0 0,1 0 0 0 0,0-1 0 0 0,0 1 0 0 0,1 0 0 0 0,-1 0 0 0 0,0-1 0 0 0,3 4 0 0 0,7 10 153 0 0,0-1 1 0 0,0-1-1 0 0,16 16 0 0 0,-3-3 64 0 0,-20-24-133 0 0,-1 2 0 0 0,1-1 0 0 0,-1 0 0 0 0,0 1 0 0 0,0-1-1 0 0,0 1 1 0 0,-1 0 0 0 0,1 0 0 0 0,-1 0 0 0 0,0 0 0 0 0,-1 1 0 0 0,2 7-1 0 0,-3-11-76 0 0,0-1 0 0 0,-1 0-1 0 0,1 0 1 0 0,0 1-1 0 0,-1-1 1 0 0,1 0-1 0 0,-1 0 1 0 0,0 0 0 0 0,1 0-1 0 0,-1 0 1 0 0,0 0-1 0 0,0 0 1 0 0,0 0-1 0 0,0 0 1 0 0,1 0 0 0 0,-1 0-1 0 0,-1 0 1 0 0,1 0-1 0 0,0-1 1 0 0,0 1-1 0 0,0-1 1 0 0,0 1 0 0 0,0-1-1 0 0,-2 1 1 0 0,-29 9 176 0 0,29-9-174 0 0,-19 4-449 0 0,0-1 0 0 0,-1-1-1 0 0,1-1 1 0 0,0-2 0 0 0,-30-1-1 0 0,31-1-1999 0 0,0-1 0 0 0,1-2 0 0 0,-25-7 0 0 0,16 2-3207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5:59:5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128 152 1320 0 0,'-33'-22'7527'0'0,"-53"-49"0"0"0,86 71-7471 0 0,-1 0 1 0 0,0-1 0 0 0,1 1 0 0 0,-1-1-1 0 0,1 1 1 0 0,-1-1 0 0 0,1 0 0 0 0,-1 1 0 0 0,1-1-1 0 0,-1 0 1 0 0,1 1 0 0 0,-1-1 0 0 0,1 0 0 0 0,0 1-1 0 0,-1-1 1 0 0,1 0 0 0 0,0 0 0 0 0,0 0-1 0 0,0 1 1 0 0,0-1 0 0 0,0 0 0 0 0,-1 0 0 0 0,1 1-1 0 0,1-1 1 0 0,-1 0 0 0 0,0 0 0 0 0,0 0 0 0 0,0 1-1 0 0,0-1 1 0 0,0 0 0 0 0,1 0 0 0 0,-1 1-1 0 0,0-1 1 0 0,1 0 0 0 0,-1 0 0 0 0,0 1 0 0 0,1-1-1 0 0,-1 0 1 0 0,1 1 0 0 0,-1-1 0 0 0,1 1 0 0 0,0-1-1 0 0,-1 1 1 0 0,1-1 0 0 0,0 1 0 0 0,-1-1 0 0 0,1 1-1 0 0,0-1 1 0 0,0 1 0 0 0,4-3 55 0 0,-1 1 1 0 0,1 0-1 0 0,0 0 1 0 0,0 0-1 0 0,0 0 1 0 0,7-1-1 0 0,28-2 167 0 0,-1 1-1 0 0,72 2 1 0 0,81 16-90 0 0,-185-13-179 0 0,265 32-608 0 0,-91-9-5744 0 0,-159-21 4177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33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1 136 0 0,'0'0'1607'0'0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1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91 660 0 0,'18'-77'5937'0'0,"-17"75"-5621"0"0,0-4 110 0 0,0 1 170 0 0,-7 11-251 0 0,-3 10-54 0 0,0 0 0 0 0,-12 30 1 0 0,-1 3 62 0 0,-90 160 289 0 0,-48 95-1394 0 0,132-252-3062 0 0,15-28 630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2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1864 0 0,'0'-7'710'0'0,"-1"3"-75"0"0,1 0 1 0 0,0 0 0 0 0,0 0-1 0 0,1 0 1 0 0,-1-1 0 0 0,1 1-1 0 0,0 0 1 0 0,0 0-1 0 0,0 0 1 0 0,3-5 0 0 0,-2 8-438 0 0,0 0 0 0 0,0 0 1 0 0,0 0-1 0 0,1 1 0 0 0,-1-1 1 0 0,0 1-1 0 0,1 0 0 0 0,-1-1 1 0 0,1 1-1 0 0,-1 0 0 0 0,0 0 1 0 0,1 0-1 0 0,-1 1 0 0 0,0-1 1 0 0,1 1-1 0 0,-1-1 1 0 0,3 2-1 0 0,3 1 36 0 0,-1 0 1 0 0,0 1-1 0 0,1-1 1 0 0,-1 2-1 0 0,-1-1 1 0 0,1 1-1 0 0,0 0 1 0 0,-1 0-1 0 0,0 1 0 0 0,-1 0 1 0 0,8 9-1 0 0,-6-5-25 0 0,0 1 0 0 0,-1 0 1 0 0,0 0-1 0 0,0 0 0 0 0,-2 1 0 0 0,7 20 0 0 0,-3 7 163 0 0,-1 0 0 0 0,-2 1 1 0 0,0 61-1 0 0,-5-16 32 0 0,-1-38-224 0 0,7 72 0 0 0,-4-106-166 0 0,0 0 1 0 0,1 0 0 0 0,0 0 0 0 0,1 0-1 0 0,0-1 1 0 0,1 0 0 0 0,1 1 0 0 0,0-2-1 0 0,1 1 1 0 0,8 11 0 0 0,-11-18-61 0 0,1 0 0 0 0,0 0-1 0 0,0 0 1 0 0,0-1 0 0 0,1 0 0 0 0,-1 0 0 0 0,1-1 0 0 0,0 1 0 0 0,0-1 0 0 0,0 0 0 0 0,0-1 0 0 0,1 0-1 0 0,-1 0 1 0 0,1 0 0 0 0,13 1 0 0 0,-14-2-386 0 0,0-1 0 0 0,0 0 0 0 0,0 0 1 0 0,1 0-1 0 0,-1-1 0 0 0,0 0 0 0 0,11-3 0 0 0,-13 2-297 0 0,1 0-1 0 0,-1 0 0 0 0,1 0 1 0 0,-1-1-1 0 0,0 1 0 0 0,1-1 1 0 0,-1 0-1 0 0,-1 0 1 0 0,1-1-1 0 0,4-4 0 0 0,4-6-4475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2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40 948 0 0,'-86'-9'13849'0'0,"89"9"-13315"0"0,34-8-805 0 0,1 3 1 0 0,0 1-1 0 0,63 2 0 0 0,-32 1-1727 0 0,50-6-3546 0 0,-53 4 1242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54 2344 0 0,'-22'-54'13868'0'0,"22"74"-12038"0"0,7 32-1192 0 0,-3 0 1 0 0,-1 0 0 0 0,-6 54-1 0 0,-27 155-403 0 0,-18-13-597 0 0,5-85-3773 0 0,40-149 3045 0 0,-8 22-866 0 0,10-34 1425 0 0,0-1-1 0 0,0 1 1 0 0,0-1-1 0 0,0 1 1 0 0,0-1 0 0 0,0 1-1 0 0,0-1 1 0 0,0 0-1 0 0,0 0 1 0 0,-1 0 0 0 0,-1 2-1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2056 0 0,'7'-19'1169'0'0,"1"0"0"0"0,0 0 0 0 0,1 1-1 0 0,1 1 1 0 0,25-33 0 0 0,-27 40-882 0 0,0 1 0 0 0,1 0 0 0 0,0 1 0 0 0,1 0-1 0 0,0 0 1 0 0,0 1 0 0 0,0 1 0 0 0,1-1 0 0 0,0 2 0 0 0,0 0 0 0 0,13-5 0 0 0,-5 5-1 0 0,0 0 1 0 0,0 1-1 0 0,1 1 1 0 0,-1 1-1 0 0,1 1 0 0 0,-1 1 1 0 0,1 0-1 0 0,30 5 1 0 0,-35-3-201 0 0,-1 1 0 0 0,0 0 1 0 0,0 1-1 0 0,0 1 0 0 0,-1 0 0 0 0,0 1 1 0 0,0 0-1 0 0,0 1 0 0 0,0 0 1 0 0,-1 1-1 0 0,-1 1 0 0 0,15 12 0 0 0,-24-19-65 0 0,0 0 0 0 0,0 1-1 0 0,1-1 1 0 0,-2 1-1 0 0,1-1 1 0 0,0 1 0 0 0,0 0-1 0 0,-1 0 1 0 0,0 0-1 0 0,1 0 1 0 0,-1 0 0 0 0,0 0-1 0 0,0 0 1 0 0,-1 0-1 0 0,1 0 1 0 0,-1 1 0 0 0,1-1-1 0 0,-1 4 1 0 0,-1-2-4 0 0,0-1 0 0 0,0 1 0 0 0,0 0 0 0 0,-1-1 0 0 0,1 1 0 0 0,-1-1-1 0 0,0 0 1 0 0,0 0 0 0 0,-1 0 0 0 0,1 0 0 0 0,-5 5 0 0 0,-6 6 13 0 0,-2 0 0 0 0,0-1-1 0 0,0-1 1 0 0,-26 18 0 0 0,39-30-27 0 0,-14 10 34 0 0,-1 0 0 0 0,0-2 1 0 0,-19 9-1 0 0,26-14-87 0 0,0 0 0 0 0,0-1 0 0 0,-1 0-1 0 0,1 0 1 0 0,-1-1 0 0 0,-20 1 0 0 0,30-3-65 0 0,-1 0 0 0 0,1 0 0 0 0,-1 0 0 0 0,1 0 0 0 0,-1-1 0 0 0,1 1 0 0 0,-1 0 1 0 0,1-1-1 0 0,-1 1 0 0 0,1-1 0 0 0,0 1 0 0 0,-1-1 0 0 0,1 1 0 0 0,0-1 1 0 0,-2-1-1 0 0,2 1 32 0 0,1 1 0 0 0,-1-1 0 0 0,1 1 0 0 0,0-1 1 0 0,-1 0-1 0 0,1 1 0 0 0,0-1 0 0 0,-1 0 0 0 0,1 1 1 0 0,0-1-1 0 0,0 0 0 0 0,0 0 0 0 0,-1 1 0 0 0,1-1 0 0 0,0 0 1 0 0,0 0-1 0 0,0 1 0 0 0,0-1 0 0 0,0 0 0 0 0,0 0 1 0 0,1 0-1 0 0,0-2-328 0 0,0 0-1 0 0,0-1 1 0 0,0 1 0 0 0,1 0 0 0 0,-1 1-1 0 0,1-1 1 0 0,0 0 0 0 0,0 0 0 0 0,0 1-1 0 0,3-4 1 0 0,7-5-2302 0 0,3-1-742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99 1228 0 0,'4'-3'1366'0'0,"0"-1"-1"0"0,-1 0 1 0 0,0 0-1 0 0,1 0 1 0 0,-1 0-1 0 0,-1-1 1 0 0,1 1-1 0 0,2-8 1 0 0,-1 5 859 0 0,-26 24-1107 0 0,14-5-930 0 0,1 1-1 0 0,1 0 1 0 0,0 0 0 0 0,1 1 0 0 0,-7 27-1 0 0,10-32-166 0 0,0 0-1 0 0,1 0 0 0 0,0-1 0 0 0,1 1 0 0 0,0 0 0 0 0,0 0 0 0 0,1 0 1 0 0,0 0-1 0 0,1-1 0 0 0,4 17 0 0 0,-4-20-10 0 0,0-1 0 0 0,0 0 0 0 0,1 0 1 0 0,-1 0-1 0 0,1 0 0 0 0,-1 0 0 0 0,1 0 0 0 0,1-1 0 0 0,-1 1 0 0 0,0-1 1 0 0,1 0-1 0 0,0 0 0 0 0,-1 0 0 0 0,1-1 0 0 0,0 1 0 0 0,1-1 0 0 0,-1 0 1 0 0,0 0-1 0 0,1-1 0 0 0,-1 1 0 0 0,1-1 0 0 0,-1 0 0 0 0,1 0 1 0 0,0 0-1 0 0,-1-1 0 0 0,1 1 0 0 0,7-2 0 0 0,-4 1 5 0 0,1-1-1 0 0,-1 0 0 0 0,1 0 1 0 0,-1-1-1 0 0,0 0 1 0 0,0-1-1 0 0,0 0 1 0 0,0 0-1 0 0,0 0 1 0 0,0-1-1 0 0,-1 0 0 0 0,0-1 1 0 0,0 0-1 0 0,9-7 1 0 0,-9 4-9 0 0,0 1 0 0 0,-1-1 0 0 0,0-1 0 0 0,0 1 0 0 0,-1-1 0 0 0,0 0 0 0 0,0 0 0 0 0,-1 0 0 0 0,-1-1 0 0 0,1 1 0 0 0,-1-1 0 0 0,-1 0 0 0 0,0 0 0 0 0,0 0 0 0 0,-1 0 1 0 0,0-14-1 0 0,-1 18-11 0 0,-1 1 1 0 0,1-1 0 0 0,-1 0-1 0 0,0 0 1 0 0,0 1 0 0 0,0-1 0 0 0,-1 1-1 0 0,0-1 1 0 0,0 1 0 0 0,-1-1-1 0 0,1 1 1 0 0,-1 0 0 0 0,0 0-1 0 0,0 0 1 0 0,-1 1 0 0 0,1-1 0 0 0,-1 1-1 0 0,0 0 1 0 0,-1 0 0 0 0,1 0-1 0 0,-1 1 1 0 0,1-1 0 0 0,-1 1-1 0 0,0 0 1 0 0,0 0 0 0 0,-1 1 0 0 0,1 0-1 0 0,0 0 1 0 0,-11-3 0 0 0,11 4-75 0 0,0 1 1 0 0,0 0 0 0 0,0 0 0 0 0,0 0-1 0 0,0 0 1 0 0,0 1 0 0 0,0 0 0 0 0,0 0 0 0 0,0 0-1 0 0,1 0 1 0 0,-1 1 0 0 0,0 0 0 0 0,1 0-1 0 0,-1 0 1 0 0,1 1 0 0 0,0-1 0 0 0,-6 5-1 0 0,8-5-151 0 0,0 0 1 0 0,0-1-1 0 0,0 1 0 0 0,0 0 0 0 0,1 0 0 0 0,-1 1 0 0 0,0-1 1 0 0,1 0-1 0 0,0 0 0 0 0,0 1 0 0 0,-1-1 0 0 0,1 1 0 0 0,1-1 0 0 0,-2 5 1 0 0,1-5-135 0 0,1 1 0 0 0,0-1 1 0 0,1 0-1 0 0,-1 1 0 0 0,0-1 1 0 0,0 1-1 0 0,1-1 0 0 0,0 0 0 0 0,-1 0 1 0 0,1 1-1 0 0,0-1 0 0 0,0 0 1 0 0,0 0-1 0 0,0 0 0 0 0,1 0 1 0 0,-1 0-1 0 0,0 0 0 0 0,1 0 1 0 0,1 1-1 0 0,7 7-3786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4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61 444 0 0,'2'-6'2296'0'0,"-1"-1"-1"0"0,0 1 1 0 0,0-1-1 0 0,0 1 1 0 0,-1-13-1 0 0,0 10 739 0 0,-3 11-2332 0 0,2-2-682 0 0,1 0 1 0 0,0 0 0 0 0,-1 0 0 0 0,1 0-1 0 0,0 0 1 0 0,0 1 0 0 0,-1-1 0 0 0,1 0 0 0 0,0 0-1 0 0,-1 0 1 0 0,1 0 0 0 0,0 0 0 0 0,0 1-1 0 0,-1-1 1 0 0,1 0 0 0 0,0 0 0 0 0,0 0 0 0 0,0 1-1 0 0,-1-1 1 0 0,1 0 0 0 0,0 1 0 0 0,0-1-1 0 0,0 0 1 0 0,0 0 0 0 0,-1 1 0 0 0,1-1 0 0 0,0 1-1 0 0,-13 39 866 0 0,-9 52 0 0 0,19-73-1263 0 0,0 0 0 0 0,1 0 0 0 0,2-1 1 0 0,0 1-1 0 0,3 27 0 0 0,-3-44-122 0 0,1 1 0 0 0,-1 0 1 0 0,1-1-1 0 0,0 1 0 0 0,0-1 0 0 0,0 1 1 0 0,0-1-1 0 0,1 0 0 0 0,-1 1 0 0 0,0-1 1 0 0,1 0-1 0 0,3 4 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55 1008 0 0,'-3'-13'2108'0'0,"-3"2"-372"0"0,3 3 565 0 0,-2-6-841 0 0,0 5-36 0 0,-2 20-1488 0 0,10 6-1084 0 0,-1-8 40 0 0,1-1-1317 0 0,3 4-463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4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0 536 0 0,'0'0'2306'0'0,"7"21"4818"0"0,11 37-1458 0 0,-10-39-5239 0 0,-2 0 0 0 0,0 1 0 0 0,-1 0 0 0 0,-1 0 0 0 0,-1 1 0 0 0,-1-1 0 0 0,-1 28 0 0 0,-2-32-344 0 0,1-8 5 0 0,0-1 0 0 0,-1 1 0 0 0,-3 14 0 0 0,3-21-16 0 0,10-27-104 0 0,-5 8 7 0 0,1 0-1 0 0,1 1 1 0 0,0 0-1 0 0,1 0 0 0 0,1 1 1 0 0,1-1-1 0 0,0 2 1 0 0,1-1-1 0 0,1 2 1 0 0,0-1-1 0 0,1 1 1 0 0,22-20-1 0 0,-31 32 15 0 0,0 0 1 0 0,0 0-1 0 0,0 0 0 0 0,0 0 1 0 0,0 0-1 0 0,0 0 0 0 0,1 1 0 0 0,-1 0 1 0 0,1 0-1 0 0,-1 0 0 0 0,1 0 1 0 0,-1 0-1 0 0,8 0 0 0 0,-7 1 17 0 0,1 0 1 0 0,-1 0-1 0 0,0 0 0 0 0,0 1 1 0 0,0-1-1 0 0,0 1 0 0 0,0 0 1 0 0,0 0-1 0 0,0 1 0 0 0,0-1 1 0 0,-1 1-1 0 0,1 0 0 0 0,0 0 1 0 0,-1 0-1 0 0,0 0 0 0 0,1 1 1 0 0,-1-1-1 0 0,0 1 0 0 0,0 0 1 0 0,0 0-1 0 0,0 0 0 0 0,4 6 1 0 0,-3 0-2 0 0,0 1-1 0 0,0-1 1 0 0,-1 1 0 0 0,0-1-1 0 0,0 1 1 0 0,1 18 0 0 0,2-1-139 0 0,-5-19-276 0 0,1-1 0 0 0,1 1 0 0 0,0-1 0 0 0,0 0 0 0 0,4 8-1 0 0,-5-13-70 0 0,-1 1-1 0 0,1-1 0 0 0,0 0 0 0 0,-1 0 0 0 0,1 1 1 0 0,0-1-1 0 0,0-1 0 0 0,1 1 0 0 0,-1 0 1 0 0,0 0-1 0 0,0-1 0 0 0,1 1 0 0 0,-1-1 1 0 0,1 0-1 0 0,0 0 0 0 0,-1 0 0 0 0,5 1 0 0 0,6 0-5067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4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62 146 1992 0 0,'36'-146'17642'0'0,"-34"147"-16947"0"0,0 1-589 0 0,-1-1 0 0 0,0 1 0 0 0,0-1 0 0 0,1 1 0 0 0,-1-1 1 0 0,0 1-1 0 0,-1 0 0 0 0,1-1 0 0 0,0 1 0 0 0,0 0 0 0 0,-1 0 1 0 0,1 0-1 0 0,-1-1 0 0 0,0 1 0 0 0,1 0 0 0 0,-1 0 1 0 0,0 0-1 0 0,0 0 0 0 0,0 0 0 0 0,0 0 0 0 0,-1 2 0 0 0,-6 49 1321 0 0,6-49-1287 0 0,-45 172 1822 0 0,30-125-1674 0 0,2 0 0 0 0,-13 96-1 0 0,26-142-269 0 0,1 0-1 0 0,0 1 1 0 0,0-1-1 0 0,0 1 0 0 0,1-1 1 0 0,0 0-1 0 0,0 1 1 0 0,0-1-1 0 0,0 0 1 0 0,5 10-1 0 0,-5-13-57 0 0,1 0-1 0 0,-1 0 1 0 0,1 0-1 0 0,-1 0 1 0 0,1 0-1 0 0,0 0 1 0 0,0 0 0 0 0,0-1-1 0 0,0 1 1 0 0,0-1-1 0 0,1 1 1 0 0,-1-1 0 0 0,0 0-1 0 0,1 0 1 0 0,-1 0-1 0 0,0 0 1 0 0,1 0 0 0 0,-1-1-1 0 0,1 1 1 0 0,0-1-1 0 0,-1 0 1 0 0,1 1 0 0 0,-1-1-1 0 0,4-1 1 0 0,8 0-695 0 0,-1-1 1 0 0,0 0 0 0 0,0-1-1 0 0,0 0 1 0 0,0-1-1 0 0,0-1 1 0 0,-1 0 0 0 0,0-1-1 0 0,0 0 1 0 0,-1-1 0 0 0,1 0-1 0 0,-1-1 1 0 0,-1 0-1 0 0,19-18 1 0 0,-26 22-219 0 0,0 0 1 0 0,0 1-1 0 0,0-1 0 0 0,0-1 0 0 0,0 1 1 0 0,1-5-1 0 0,3-8-5196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5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98 2344 0 0,'-126'-46'13639'0'0,"126"46"-13556"0"0,-1 0 0 0 0,1 0-1 0 0,-1 0 1 0 0,0-1-1 0 0,1 1 1 0 0,-1 0 0 0 0,1 0-1 0 0,-1 0 1 0 0,0-1-1 0 0,1 1 1 0 0,-1 0 0 0 0,1-1-1 0 0,-1 1 1 0 0,1 0-1 0 0,-1-1 1 0 0,1 1-1 0 0,0-1 1 0 0,-1 1 0 0 0,1-1-1 0 0,-1 1 1 0 0,1-1-1 0 0,0 1 1 0 0,0-1 0 0 0,-1 1-1 0 0,1-2 1 0 0,0 2-52 0 0,0-1 1 0 0,0 0-1 0 0,1 1 1 0 0,-1-1-1 0 0,0 1 1 0 0,1-1-1 0 0,-1 0 1 0 0,1 1-1 0 0,-1-1 1 0 0,0 1-1 0 0,1 0 1 0 0,-1-1-1 0 0,1 1 1 0 0,-1-1-1 0 0,1 1 0 0 0,0 0 1 0 0,-1-1-1 0 0,2 0 1 0 0,30-11 211 0 0,3 5-442 0 0,0 2-1 0 0,0 1 0 0 0,48 1 0 0 0,13 6-3108 0 0,-1 5-3308 0 0,-52-3 771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50 1860 0 0,'-1'-14'7948'0'0,"1"12"-7595"0"0,-1 0 0 0 0,1 1 0 0 0,-1-1 1 0 0,0 0-1 0 0,0 1 0 0 0,1-1 1 0 0,-1 0-1 0 0,0 1 0 0 0,0-1 1 0 0,-1 1-1 0 0,1 0 0 0 0,0-1 1 0 0,0 1-1 0 0,-1 0 0 0 0,1 0 0 0 0,-1-1 1 0 0,1 1-1 0 0,-1 0 0 0 0,-2-1 1 0 0,0 1-90 0 0,1 0 1 0 0,0 0-1 0 0,-1 0 1 0 0,0 0 0 0 0,1 1-1 0 0,-1 0 1 0 0,1 0 0 0 0,-1 0-1 0 0,-5 0 1 0 0,-3 2-37 0 0,0 0 0 0 0,1 1 0 0 0,0 0 0 0 0,-1 1 0 0 0,-11 6 1 0 0,3 0-77 0 0,1 0 0 0 0,1 2 1 0 0,0 0-1 0 0,0 1 1 0 0,1 0-1 0 0,-22 24 0 0 0,28-25-121 0 0,0 1 0 0 0,0 0 0 0 0,2 1 0 0 0,-1-1 0 0 0,2 2 0 0 0,0-1 0 0 0,0 1 0 0 0,2 1 0 0 0,-6 16 0 0 0,11-29-23 0 0,0-1 0 0 0,0 1 0 0 0,1 0 0 0 0,-1-1 0 0 0,1 1 0 0 0,0 0 0 0 0,-1 0-1 0 0,1-1 1 0 0,0 1 0 0 0,1 0 0 0 0,-1 0 0 0 0,1-1 0 0 0,-1 1 0 0 0,1 0 0 0 0,0-1 0 0 0,0 1 0 0 0,0 0-1 0 0,0-1 1 0 0,0 1 0 0 0,3 3 0 0 0,-2-4-2 0 0,0 0 1 0 0,0-1-1 0 0,1 1 0 0 0,-1-1 0 0 0,0 1 0 0 0,1-1 1 0 0,-1 0-1 0 0,1 0 0 0 0,-1 0 0 0 0,1 0 1 0 0,0-1-1 0 0,-1 1 0 0 0,1-1 0 0 0,0 0 0 0 0,-1 1 1 0 0,1-1-1 0 0,0 0 0 0 0,-1-1 0 0 0,1 1 1 0 0,0 0-1 0 0,4-2 0 0 0,6-1-1 0 0,-1 0-1 0 0,0-1 1 0 0,0-1 0 0 0,0 0-1 0 0,-1-1 1 0 0,1 0 0 0 0,16-12-1 0 0,68-60 66 0 0,-94 76-68 0 0,67-70 75 0 0,-23 23-104 0 0,-40 43-14 0 0,-6 6 41 0 0,0-1 1 0 0,0 1-1 0 0,0 0 0 0 0,0-1 1 0 0,0 1-1 0 0,0 0 0 0 0,1 0 0 0 0,-1-1 1 0 0,0 1-1 0 0,0 0 0 0 0,0-1 1 0 0,1 1-1 0 0,-1 0 0 0 0,0 0 1 0 0,0 0-1 0 0,1-1 0 0 0,-1 1 0 0 0,0 0 1 0 0,1 0-1 0 0,-1 0 0 0 0,0 0 1 0 0,0-1-1 0 0,1 1 0 0 0,-1 0 1 0 0,0 0-1 0 0,1 0 0 0 0,-1 0 0 0 0,0 0 1 0 0,1 0-1 0 0,-1 0 0 0 0,0 0 1 0 0,1 0-1 0 0,-1 0 0 0 0,0 0 1 0 0,1 0-1 0 0,-1 0 0 0 0,0 0 0 0 0,1 1 1 0 0,-1-1-1 0 0,0 0 0 0 0,1 0 1 0 0,-1 0-1 0 0,0 0 0 0 0,0 0 1 0 0,1 1-1 0 0,-1-1 0 0 0,0 0 0 0 0,0 0 1 0 0,1 1-1 0 0,-1-1 0 0 0,0 0 1 0 0,0 0-1 0 0,0 1 0 0 0,1-1 0 0 0,-1 0 1 0 0,0 0-1 0 0,0 1 0 0 0,0 0 14 0 0,1 0 0 0 0,-1 0 0 0 0,0 1 0 0 0,0-1 0 0 0,0 0-1 0 0,0 0 1 0 0,0 0 0 0 0,0 0 0 0 0,0 0 0 0 0,0 0 0 0 0,-1 0-1 0 0,1 0 1 0 0,0 0 0 0 0,-1 0 0 0 0,1 0 0 0 0,-1 0 0 0 0,0 1-1 0 0,1-1 15 0 0,-6 19 102 0 0,1 1 1 0 0,2-1-1 0 0,0 1 0 0 0,1 0 0 0 0,1 0 0 0 0,1 22 0 0 0,1-37-140 0 0,0 1-1 0 0,0-1 1 0 0,1 0 0 0 0,0 1-1 0 0,0-1 1 0 0,0 0-1 0 0,1 0 1 0 0,-1 0-1 0 0,2 0 1 0 0,3 5-1 0 0,-4-7-91 0 0,0 0 0 0 0,1-1-1 0 0,-1 1 1 0 0,1-1 0 0 0,0 0 0 0 0,0 0 0 0 0,1 0 0 0 0,-1 0-1 0 0,0-1 1 0 0,1 1 0 0 0,0-1 0 0 0,-1-1 0 0 0,1 1 0 0 0,8 1-1 0 0,-6-1-407 0 0,1-1 0 0 0,-1 0 0 0 0,1-1 0 0 0,-1 0 0 0 0,1 0 0 0 0,0-1 0 0 0,-1 0 0 0 0,1 0 0 0 0,8-3 0 0 0,38-15-6391 0 0,-17 4-937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6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29 372 848 0 0,'-24'-23'13406'0'0,"24"24"-13369"0"0,-1-1-1 0 0,1 1 1 0 0,0-1 0 0 0,-1 1-1 0 0,1-1 1 0 0,0 1-1 0 0,-1-1 1 0 0,1 1 0 0 0,0-1-1 0 0,0 1 1 0 0,-1 0 0 0 0,1-1-1 0 0,0 1 1 0 0,0-1-1 0 0,0 1 1 0 0,0 0 0 0 0,0 0-1 0 0,1 2-10 0 0,1 0-1 0 0,0-1 0 0 0,-1 1 0 0 0,1-1 0 0 0,0 1 0 0 0,1-1 1 0 0,-1 1-1 0 0,0-1 0 0 0,1 0 0 0 0,-1 0 0 0 0,1 0 0 0 0,-1-1 1 0 0,1 1-1 0 0,0-1 0 0 0,0 1 0 0 0,0-1 0 0 0,0 0 1 0 0,0 0-1 0 0,0 0 0 0 0,0 0 0 0 0,0-1 0 0 0,0 1 0 0 0,1-1 1 0 0,4 0-1 0 0,5-1-26 0 0,-1 0-1 0 0,1 0 1 0 0,-1-2 0 0 0,0 1 0 0 0,0-2 0 0 0,0 1 0 0 0,0-2 0 0 0,0 0-1 0 0,-1 0 1 0 0,0-1 0 0 0,0 0 0 0 0,0-1 0 0 0,-1 0 0 0 0,0-1 0 0 0,0 0-1 0 0,-1 0 1 0 0,0-1 0 0 0,-1 0 0 0 0,0-1 0 0 0,0 0 0 0 0,-1 0 0 0 0,0-1-1 0 0,-1 0 1 0 0,8-18 0 0 0,0-7-60 0 0,-1 0-1 0 0,-2-1 1 0 0,11-65-1 0 0,-22 102 60 0 0,0-1-1 0 0,0 1 1 0 0,0 0 0 0 0,1 0-1 0 0,-1-1 1 0 0,0 1 0 0 0,0 0 0 0 0,0-1-1 0 0,0 1 1 0 0,0 0 0 0 0,0-1-1 0 0,0 1 1 0 0,0 0 0 0 0,0-1-1 0 0,0 1 1 0 0,0 0 0 0 0,0-1-1 0 0,0 1 1 0 0,0 0 0 0 0,0-1-1 0 0,0 1 1 0 0,0 0 0 0 0,0-1-1 0 0,0 1 1 0 0,-1 0 0 0 0,1 0-1 0 0,0-1 1 0 0,0 1 0 0 0,0 0-1 0 0,0 0 1 0 0,-1-1 0 0 0,1 1-1 0 0,-1-1 1 0 0,-7 10-11 0 0,-8 19 1 0 0,0 11 68 0 0,-17 65-1 0 0,30-94-52 0 0,1 1-1 0 0,0 0 1 0 0,0 0-1 0 0,1 0 1 0 0,1 0 0 0 0,0 0-1 0 0,0 0 1 0 0,1-1-1 0 0,0 1 1 0 0,1 0-1 0 0,5 17 1 0 0,-5-24-17 0 0,-1-1 0 0 0,1 1 0 0 0,-1-1 0 0 0,1 1 0 0 0,0-1 0 0 0,0 0 0 0 0,1 0 0 0 0,-1 0 0 0 0,1 0 0 0 0,-1 0 0 0 0,1 0-1 0 0,0-1 1 0 0,0 1 0 0 0,0-1 0 0 0,1 0 0 0 0,-1 0 0 0 0,0 0 0 0 0,1 0 0 0 0,-1-1 0 0 0,1 1 0 0 0,7 1 0 0 0,-6-3-31 0 0,0 1 1 0 0,0-1-1 0 0,1 0 1 0 0,-1 0-1 0 0,0-1 1 0 0,0 0-1 0 0,0 1 1 0 0,0-2-1 0 0,0 1 1 0 0,0-1-1 0 0,0 1 1 0 0,0-1-1 0 0,0-1 1 0 0,-1 1-1 0 0,1-1 0 0 0,4-3 1 0 0,-1-1-19 0 0,0 1-1 0 0,0-2 1 0 0,-1 1-1 0 0,0-1 1 0 0,0 0 0 0 0,-1-1-1 0 0,0 1 1 0 0,7-16 0 0 0,2-5-55 0 0,15-45 0 0 0,-30 73 116 0 0,0 0 1 0 0,1 0-1 0 0,-1 0 0 0 0,0 0 0 0 0,1 0 1 0 0,-1 0-1 0 0,1 0 0 0 0,-1 0 1 0 0,1 0-1 0 0,0 0 0 0 0,-1 1 1 0 0,1-1-1 0 0,0 0 0 0 0,0 0 1 0 0,-1 1-1 0 0,1-1 0 0 0,0 0 1 0 0,0 1-1 0 0,0-1 0 0 0,0 1 0 0 0,1-1 1 0 0,-1 1 14 0 0,0 0-1 0 0,0 0 1 0 0,-1 0 0 0 0,1 0 0 0 0,0 0 0 0 0,0 0 0 0 0,-1 1-1 0 0,1-1 1 0 0,0 0 0 0 0,-1 1 0 0 0,1-1 0 0 0,0 0 0 0 0,-1 1 0 0 0,1-1-1 0 0,-1 1 1 0 0,1-1 0 0 0,-1 1 0 0 0,1-1 0 0 0,-1 1 0 0 0,1-1-1 0 0,-1 1 1 0 0,1 0 0 0 0,-1-1 0 0 0,1 1 0 0 0,-1 1 0 0 0,2 4 61 0 0,0 1 0 0 0,0 0 1 0 0,-1 0-1 0 0,0 0 1 0 0,0 0-1 0 0,-1 0 1 0 0,-1 14-1 0 0,1-11-15 0 0,0 84 449 0 0,0-92-249 0 0,2-2-250 0 0,-1-1 1 0 0,1 1-1 0 0,0-1 0 0 0,-1 1 0 0 0,0-1 1 0 0,1 0-1 0 0,-1 0 0 0 0,1 0 1 0 0,-1 0-1 0 0,0 0 0 0 0,0 0 0 0 0,1 0 1 0 0,-1 0-1 0 0,0 0 0 0 0,0 0 0 0 0,0-1 1 0 0,1-2-1 0 0,15-27 11 0 0,-14 24-23 0 0,10-18-12 0 0,1 0 1 0 0,2 0-1 0 0,34-42 1 0 0,-43 59 12 0 0,1 0 0 0 0,-1 0 1 0 0,2 1-1 0 0,-1-1 1 0 0,1 2-1 0 0,0-1 0 0 0,0 2 1 0 0,1-1-1 0 0,0 1 0 0 0,0 0 1 0 0,0 1-1 0 0,0 0 0 0 0,15-2 1 0 0,-22 5 51 0 0,0 0 0 0 0,0 1 1 0 0,0 0-1 0 0,0 0 0 0 0,0-1 1 0 0,0 2-1 0 0,0-1 1 0 0,0 0-1 0 0,0 1 0 0 0,0-1 1 0 0,0 1-1 0 0,-1 0 0 0 0,1 0 1 0 0,0 0-1 0 0,0 0 0 0 0,-1 1 1 0 0,1-1-1 0 0,3 3 0 0 0,-3-1 57 0 0,0 0-1 0 0,-1 0 0 0 0,1 0 1 0 0,-1 0-1 0 0,0 0 0 0 0,0 1 0 0 0,0-1 1 0 0,0 0-1 0 0,0 1 0 0 0,-1 0 0 0 0,0-1 1 0 0,2 6-1 0 0,-1 7 167 0 0,1 0 0 0 0,-2-1 0 0 0,0 1 0 0 0,-1 0 1 0 0,-3 26-1 0 0,-5 51 129 0 0,8-92-396 0 0,0 0 0 0 0,0 0 0 0 0,0 0 0 0 0,0 0 0 0 0,1 0 0 0 0,-1 1 0 0 0,0-1 0 0 0,1 0 0 0 0,-1 0 0 0 0,0 0 0 0 0,1 0 0 0 0,-1 0 0 0 0,1 0 0 0 0,0-1 0 0 0,-1 1 0 0 0,1 0 0 0 0,0 0 0 0 0,-1 0 0 0 0,1 0 0 0 0,0-1 0 0 0,0 1 0 0 0,0 0 0 0 0,0-1 0 0 0,-1 1 0 0 0,1-1 0 0 0,0 1 0 0 0,0-1 0 0 0,0 1 0 0 0,0-1 0 0 0,0 0 0 0 0,1 0 0 0 0,-1 1 0 0 0,0-1 0 0 0,0 0 0 0 0,0 0 0 0 0,0 0 0 0 0,0 0 0 0 0,0 0 0 0 0,0 0 0 0 0,0 0 0 0 0,2-1 0 0 0,5 0-35 0 0,0 0-1 0 0,-1-1 0 0 0,1 0 0 0 0,8-4 1 0 0,-16 6 21 0 0,14-5-446 0 0,-1-1-1 0 0,-1 0 0 0 0,1-1 0 0 0,-1-1 1 0 0,-1 1-1 0 0,20-18 0 0 0,-24 18-690 0 0,0 0-1 0 0,0 0 1 0 0,-1-1 0 0 0,0 0 0 0 0,0 0-1 0 0,5-12 1 0 0,-2 0-4981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6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52 2636 0 0,'-30'-9'2048'0'0,"3"-1"-227"0"0,6 3-309 0 0,1 0-332 0 0,-1 2-236 0 0,6 0-264 0 0,1 0-96 0 0,2 1 192 0 0,-5 4-464 0 0,13 12-1196 0 0,18 2-3604 0 0,1-5-229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7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386 165 1704 0 0,'4'-10'1216'0'0,"-1"0"-1"0"0,0-1 1 0 0,0 1-1 0 0,-1-1 1 0 0,0 1-1 0 0,0-21 1 0 0,-2 28-1100 0 0,0 0 0 0 0,0 0 0 0 0,0 0 0 0 0,-1 1 0 0 0,1-1 0 0 0,-1 0 0 0 0,1 0 0 0 0,-1 0 1 0 0,0 1-1 0 0,0-1 0 0 0,0 0 0 0 0,0 1 0 0 0,-1-1 0 0 0,1 0 0 0 0,-1 1 0 0 0,0 0 0 0 0,1-1 0 0 0,-1 1 0 0 0,0 0 0 0 0,0 0 1 0 0,0 0-1 0 0,-1 0 0 0 0,1 1 0 0 0,0-1 0 0 0,-1 0 0 0 0,1 1 0 0 0,-1 0 0 0 0,0 0 0 0 0,-2-2 0 0 0,1 3-77 0 0,0-1 0 0 0,1 1 0 0 0,-1 0 0 0 0,0 0 0 0 0,1 0 0 0 0,-1 0 0 0 0,0 1 0 0 0,0-1 0 0 0,1 1 0 0 0,-1 0 0 0 0,1 0 0 0 0,-5 2 0 0 0,-37 20 168 0 0,17-7-148 0 0,1 2-1 0 0,1 1 1 0 0,0 1 0 0 0,1 1 0 0 0,2 1 0 0 0,0 1 0 0 0,-30 41 0 0 0,49-58-60 0 0,0 0 0 0 0,0 0 0 0 0,1 1 0 0 0,0-1 0 0 0,0 1-1 0 0,1 0 1 0 0,-1 0 0 0 0,-1 12 0 0 0,4-16 3 0 0,-1-1 0 0 0,1 0 0 0 0,0 1 0 0 0,0-1 0 0 0,1 0 0 0 0,-1 0 0 0 0,0 1 0 0 0,1-1 0 0 0,-1 0 0 0 0,1 0 0 0 0,0 0 0 0 0,-1 1 0 0 0,1-1 0 0 0,0 0 0 0 0,0 0 0 0 0,1 0 0 0 0,-1 0 0 0 0,0-1 0 0 0,1 1 0 0 0,-1 0 0 0 0,1-1 0 0 0,0 1 0 0 0,-1 0 0 0 0,1-1 0 0 0,0 0 0 0 0,0 1 0 0 0,0-1 0 0 0,0 0 0 0 0,0 0 0 0 0,2 1 0 0 0,0-1 7 0 0,-1 0-1 0 0,1-1 1 0 0,-1 1 0 0 0,1 0-1 0 0,0-1 1 0 0,-1 0-1 0 0,1 0 1 0 0,0 0 0 0 0,0 0-1 0 0,-1-1 1 0 0,1 1-1 0 0,-1-1 1 0 0,7-2 0 0 0,-1 0 7 0 0,0-1 1 0 0,-1 1 0 0 0,1-2-1 0 0,8-5 1 0 0,-4 1-25 0 0,1-2 0 0 0,-2 0 0 0 0,1 0 0 0 0,16-21 0 0 0,37-59-23 0 0,-65 90 45 0 0,-1 0-1 0 0,1 1 0 0 0,-1-1 0 0 0,1 0 1 0 0,-1 0-1 0 0,1 0 0 0 0,0 0 0 0 0,0 0 1 0 0,-1 1-1 0 0,1-1 0 0 0,0 0 0 0 0,0 1 0 0 0,0-1 1 0 0,0 0-1 0 0,-1 1 0 0 0,1-1 0 0 0,0 1 1 0 0,0 0-1 0 0,0-1 0 0 0,0 1 0 0 0,0 0 1 0 0,0-1-1 0 0,1 1 0 0 0,-1 0 0 0 0,1 0 1 0 0,0 1 45 0 0,-1-1 0 0 0,0 1 1 0 0,0 0-1 0 0,1 0 1 0 0,-1 0-1 0 0,0 0 1 0 0,0 0-1 0 0,0 0 1 0 0,0 0-1 0 0,0 0 1 0 0,0 0-1 0 0,0 1 1 0 0,-1-1-1 0 0,1 0 1 0 0,0 1-1 0 0,-1-1 1 0 0,1 0-1 0 0,0 3 1 0 0,20 69 1161 0 0,-16-52-1076 0 0,1 0 0 0 0,13 32 0 0 0,-15-45-108 0 0,0 0 0 0 0,0 0 0 0 0,1-1 1 0 0,0 1-1 0 0,1-1 0 0 0,0 0 0 0 0,0 0 1 0 0,12 10-1 0 0,-13-14-112 0 0,-1 0 0 0 0,1 0 0 0 0,0 0 0 0 0,0-1 0 0 0,0 1 0 0 0,1-1 0 0 0,-1-1 0 0 0,1 1 0 0 0,-1-1 0 0 0,1 0-1 0 0,-1 0 1 0 0,1 0 0 0 0,0-1 0 0 0,-1 0 0 0 0,8-1 0 0 0,-1 0-997 0 0,0-1 0 0 0,-1 0-1 0 0,1-1 1 0 0,-1 0 0 0 0,0-1 0 0 0,0-1-1 0 0,18-9 1 0 0,3-6-5276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8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290 115 1644 0 0,'1'-15'2458'0'0,"-1"1"-1"0"0,-2-16 1 0 0,0-3 1419 0 0,2 32-3836 0 0,0 0-1 0 0,0 1 1 0 0,0-1 0 0 0,0 0-1 0 0,0 0 1 0 0,0 1 0 0 0,0-1-1 0 0,0 0 1 0 0,0 0 0 0 0,0 0-1 0 0,0 1 1 0 0,0-1 0 0 0,-1 0-1 0 0,1 0 1 0 0,0 1 0 0 0,-1-1 0 0 0,1 0-1 0 0,-1 1 1 0 0,1-1 0 0 0,0 0-1 0 0,-1 1 1 0 0,1-1 0 0 0,-1 1-1 0 0,0-1 1 0 0,1 1 0 0 0,-1-1-1 0 0,1 1 1 0 0,-1-1 0 0 0,0 1-1 0 0,1-1 1 0 0,-1 1 0 0 0,0 0 0 0 0,0-1-1 0 0,1 1 1 0 0,-1 0 0 0 0,0 0-1 0 0,0 0 1 0 0,1 0 0 0 0,-1-1-1 0 0,0 1 1 0 0,0 0 0 0 0,0 0-1 0 0,1 0 1 0 0,-1 1 0 0 0,0-1 0 0 0,0 0-1 0 0,1 0 1 0 0,-1 0 0 0 0,0 1-1 0 0,-1-1 1 0 0,-3 2 27 0 0,0 0 0 0 0,0 0 0 0 0,1 1 0 0 0,-1 0 0 0 0,-6 4 0 0 0,-6 6 69 0 0,1 2-1 0 0,0 0 0 0 0,1 1 0 0 0,-20 27 0 0 0,10-7 3 0 0,-26 48 0 0 0,43-69-129 0 0,0-1 0 0 0,2 1-1 0 0,0 0 1 0 0,0 1 0 0 0,2-1-1 0 0,0 1 1 0 0,-4 30 0 0 0,8-41-7 0 0,-1 0 0 0 0,1 0 1 0 0,0 0-1 0 0,1-1 1 0 0,-1 1-1 0 0,1 0 0 0 0,0 0 1 0 0,0 0-1 0 0,1-1 1 0 0,-1 1-1 0 0,1 0 0 0 0,0-1 1 0 0,0 0-1 0 0,1 1 1 0 0,-1-1-1 0 0,1 0 0 0 0,0 0 1 0 0,0 0-1 0 0,0-1 1 0 0,1 1-1 0 0,-1-1 0 0 0,1 0 1 0 0,0 0-1 0 0,0 0 0 0 0,0 0 1 0 0,0 0-1 0 0,0-1 1 0 0,1 0-1 0 0,-1 0 0 0 0,6 1 1 0 0,-1 1-6 0 0,1-1 0 0 0,0-1 0 0 0,0 0 0 0 0,1 0 0 0 0,-1-1 0 0 0,0-1 0 0 0,0 1 0 0 0,0-1 1 0 0,1-1-1 0 0,-1 0 0 0 0,11-3 0 0 0,-8 1-6 0 0,0-1 0 0 0,0-1 0 0 0,0 0 0 0 0,-1-1 0 0 0,0 0 0 0 0,0-1 0 0 0,18-13 1 0 0,-11 5-2 0 0,-1-1 0 0 0,-1 0 0 0 0,-1-2 1 0 0,0 0-1 0 0,-1 0 0 0 0,-1-2 1 0 0,-1 0-1 0 0,0 0 0 0 0,11-27 0 0 0,-20 37 2 0 0,0 2 27 0 0,0 0 0 0 0,0-1 0 0 0,-1 1 0 0 0,0-1 0 0 0,-1 0 0 0 0,0 1 0 0 0,1-10 0 0 0,-3 15-25 0 0,-3-2-54 0 0,2 0 43 0 0,-7 9 15 0 0,1 4 29 0 0,0 1 0 0 0,1 0 1 0 0,0 0-1 0 0,0 1 0 0 0,1 0 0 0 0,0 0 0 0 0,1 0 1 0 0,-5 16-1 0 0,6-16-17 0 0,0-1 1 0 0,1 0-1 0 0,0 1 1 0 0,1-1-1 0 0,0 1 0 0 0,0-1 1 0 0,1 12-1 0 0,0-17-3 0 0,1 0 0 0 0,-1 0 0 0 0,1-1 0 0 0,0 1-1 0 0,0 0 1 0 0,0-1 0 0 0,1 1 0 0 0,-1-1 0 0 0,1 1 0 0 0,0-1 0 0 0,-1 0-1 0 0,2 0 1 0 0,-1 1 0 0 0,0-2 0 0 0,1 1 0 0 0,-1 0 0 0 0,1 0-1 0 0,0-1 1 0 0,0 1 0 0 0,0-1 0 0 0,4 3 0 0 0,2-1 6 0 0,1 0 1 0 0,-1-1 0 0 0,0 0-1 0 0,1-1 1 0 0,0 0-1 0 0,-1 0 1 0 0,1-1-1 0 0,0 0 1 0 0,0 0-1 0 0,0-1 1 0 0,0-1-1 0 0,0 0 1 0 0,-1 0-1 0 0,1-1 1 0 0,0 0 0 0 0,-1-1-1 0 0,1 0 1 0 0,-1 0-1 0 0,0-1 1 0 0,0 0-1 0 0,0-1 1 0 0,8-5-1 0 0,-10 5-7 0 0,1 0 0 0 0,-2 0 0 0 0,1-1 1 0 0,0 0-1 0 0,-1 0 0 0 0,0-1 0 0 0,-1 0 0 0 0,0 0 0 0 0,0 0 0 0 0,0 0 0 0 0,4-10 0 0 0,-6 10-9 0 0,-1 1-1 0 0,0-1 0 0 0,0 1 1 0 0,0-1-1 0 0,-1 0 0 0 0,0 0 1 0 0,0 0-1 0 0,-1 0 1 0 0,0 0-1 0 0,0 0 0 0 0,-1 0 1 0 0,1 0-1 0 0,-2 0 0 0 0,1 0 1 0 0,-3-7-1 0 0,2 10 1 0 0,1 0-1 0 0,-1 0 0 0 0,0 0 1 0 0,0 0-1 0 0,0 0 0 0 0,0 0 1 0 0,-1 1-1 0 0,1-1 0 0 0,-1 1 1 0 0,0 0-1 0 0,0 0 0 0 0,0 0 1 0 0,-1 0-1 0 0,1 0 0 0 0,-6-2 1 0 0,3 2-4 0 0,0 0 1 0 0,0 0-1 0 0,-1 1 1 0 0,1 0-1 0 0,-1 0 0 0 0,0 1 1 0 0,1 0-1 0 0,-1 0 1 0 0,-7 0-1 0 0,-2 1-4 0 0,0 1 0 0 0,0 1 0 0 0,0 0 0 0 0,0 1 0 0 0,0 1 0 0 0,1 0 0 0 0,-24 10 0 0 0,27-9 3 0 0,-1 1 1 0 0,1 0 0 0 0,1 1 0 0 0,-1 0-1 0 0,1 0 1 0 0,0 1 0 0 0,1 1 0 0 0,0 0-1 0 0,0 0 1 0 0,-11 16 0 0 0,20-25 7 0 0,0 1 0 0 0,1 0 0 0 0,-1 0 0 0 0,0 0 0 0 0,1 0 0 0 0,-1 0 0 0 0,0-1 0 0 0,1 1 0 0 0,-1 0 0 0 0,1 0 0 0 0,0 0 0 0 0,-1 1 0 0 0,1-1 1 0 0,0 0-1 0 0,0 0 0 0 0,-1 0 0 0 0,1 0 0 0 0,0 0 0 0 0,0 0 0 0 0,0 0 0 0 0,0 0 0 0 0,0 0 0 0 0,1 0 0 0 0,-1 1 0 0 0,0-1 0 0 0,1 0 0 0 0,-1 0 0 0 0,0 0 0 0 0,1 0 0 0 0,-1 0 0 0 0,1 0 0 0 0,-1 0 0 0 0,1 0 0 0 0,0-1 0 0 0,-1 1 1 0 0,1 0-1 0 0,0 0 0 0 0,0 0 0 0 0,0-1 0 0 0,-1 1 0 0 0,1 0 0 0 0,0-1 0 0 0,0 1 0 0 0,0-1 0 0 0,0 1 0 0 0,2 0 0 0 0,3 1-2 0 0,-1-1 0 0 0,1 1-1 0 0,-1-1 1 0 0,1 0 0 0 0,-1 0 0 0 0,1-1-1 0 0,9 0 1 0 0,2-1-45 0 0,0-1 0 0 0,0-1 1 0 0,0-1-1 0 0,-1-1 0 0 0,1 0 0 0 0,29-14 0 0 0,90-57-190 0 0,-43 21 127 0 0,-91 54 109 0 0,15-8-36 0 0,0 0 1 0 0,0 1-1 0 0,1 1 0 0 0,0 0 1 0 0,20-4-1 0 0,-34 10 40 0 0,1 1 0 0 0,-1-1 0 0 0,0 1 0 0 0,0 0 0 0 0,1 0-1 0 0,-1 0 1 0 0,0 0 0 0 0,0 1 0 0 0,1-1 0 0 0,-1 1 0 0 0,0 0 0 0 0,0 1 0 0 0,0-1 0 0 0,0 1 0 0 0,0 0 0 0 0,0 0 0 0 0,-1 0-1 0 0,1 0 1 0 0,-1 0 0 0 0,1 1 0 0 0,-1 0 0 0 0,0 0 0 0 0,0 0 0 0 0,0 0 0 0 0,0 0 0 0 0,0 0 0 0 0,-1 1 0 0 0,0 0 0 0 0,3 3-1 0 0,-1 3 28 0 0,0 0-1 0 0,-1 0 0 0 0,0 0 1 0 0,0 0-1 0 0,-1 1 0 0 0,0-1 1 0 0,-1 1-1 0 0,0-1 0 0 0,-1 1 1 0 0,0-1-1 0 0,-1 1 0 0 0,0-1 0 0 0,-4 18 1 0 0,1-11 4 0 0,0 0 0 0 0,-1-1 0 0 0,-1 1 0 0 0,-1-1 0 0 0,0 0 0 0 0,-1-1 0 0 0,-15 24 0 0 0,22-38-28 0 0,0 0 0 0 0,1 0 1 0 0,-1 0-1 0 0,0 0 0 0 0,0 0 0 0 0,0 1 0 0 0,0-2 0 0 0,0 1 0 0 0,0 0 0 0 0,0 0 0 0 0,0 0 0 0 0,0 0 0 0 0,0 0 0 0 0,0-1 1 0 0,0 1-1 0 0,-1-1 0 0 0,1 1 0 0 0,0-1 0 0 0,-2 1 0 0 0,2-1-4 0 0,0 0-1 0 0,1-1 1 0 0,-1 1-1 0 0,1-1 1 0 0,-1 1 0 0 0,1 0-1 0 0,-1-1 1 0 0,0 1 0 0 0,1-1-1 0 0,0 1 1 0 0,-1-1-1 0 0,1 0 1 0 0,-1 1 0 0 0,1-1-1 0 0,0 1 1 0 0,-1-1-1 0 0,1 0 1 0 0,0 1 0 0 0,0-1-1 0 0,-1 0 1 0 0,1 1-1 0 0,0-1 1 0 0,0 0 0 0 0,0 0-1 0 0,0 0 1 0 0,-1-7 9 0 0,0-1 0 0 0,1 1 0 0 0,0-1 0 0 0,3-13 0 0 0,1-1-22 0 0,0 0 0 0 0,2 0 0 0 0,1 1 1 0 0,1-1-1 0 0,18-35 0 0 0,-22 50-2 0 0,1 1-1 0 0,0-1 1 0 0,0 1-1 0 0,0 0 1 0 0,1 0-1 0 0,0 0 1 0 0,0 1-1 0 0,0 0 1 0 0,1 0-1 0 0,0 1 1 0 0,1 0 0 0 0,-1 0-1 0 0,1 0 1 0 0,0 1-1 0 0,0 1 1 0 0,0-1-1 0 0,0 1 1 0 0,12-3-1 0 0,-15 5 11 0 0,-1 1 0 0 0,0-1 0 0 0,1 1 1 0 0,0 0-1 0 0,-1 0 0 0 0,1 0 0 0 0,-1 0 0 0 0,1 1 0 0 0,-1 0 0 0 0,1 0 0 0 0,-1 0 0 0 0,0 0 0 0 0,0 1 1 0 0,1 0-1 0 0,6 4 0 0 0,-6-3 14 0 0,0 1 0 0 0,0 0-1 0 0,0 1 1 0 0,-1-1 0 0 0,1 1 0 0 0,-1 0 0 0 0,0 0 0 0 0,-1 0 0 0 0,1 0 0 0 0,2 8 0 0 0,1 2 6 0 0,-1 0 1 0 0,-1 0 0 0 0,-1 0-1 0 0,0 1 1 0 0,0-1-1 0 0,-2 1 1 0 0,0 0 0 0 0,-1 19-1 0 0,1 42-794 0 0,1-28-2743 0 0,-3-49 3410 0 0,0 0 1 0 0,0 1-1 0 0,0-1 1 0 0,0 0-1 0 0,0 0 1 0 0,0 1-1 0 0,0-1 1 0 0,0 0 0 0 0,0 1-1 0 0,0-1 1 0 0,0 0-1 0 0,0 1 1 0 0,0-1-1 0 0,1 0 1 0 0,-1 1 0 0 0,0-1-1 0 0,0 0 1 0 0,0 0-1 0 0,0 1 1 0 0,1-1-1 0 0,1 2-1083 0 0,-1-2 1083 0 0,-1 0 1 0 0,0 0-1 0 0,1 0 1 0 0,-1 1-1 0 0,0-1 1 0 0,0 0 0 0 0,1 0-1 0 0,-1 0 1 0 0,1 0-1 0 0,9-6-3003 0 0,-9 5 3170 0 0,8-7-3038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9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2248 0 0,'13'-19'1929'0'0,"-9"11"-1214"0"0,1 1 0 0 0,0 0 0 0 0,0 1 0 0 0,0-1 0 0 0,1 1 0 0 0,0 0 0 0 0,0 0 0 0 0,0 1-1 0 0,12-9 1 0 0,-15 14-549 0 0,0-1 0 0 0,-1 0 0 0 0,1 1 0 0 0,0-1 0 0 0,-1 1 0 0 0,1 0 0 0 0,0-1-1 0 0,0 2 1 0 0,-1-1 0 0 0,1 0 0 0 0,0 0 0 0 0,0 1 0 0 0,-1 0 0 0 0,1-1 0 0 0,0 1 0 0 0,-1 0-1 0 0,1 0 1 0 0,-1 0 0 0 0,0 1 0 0 0,1-1 0 0 0,-1 1 0 0 0,0-1 0 0 0,0 1 0 0 0,1 0 0 0 0,-1 0-1 0 0,2 3 1 0 0,4 3 160 0 0,0 0 0 0 0,-1 1 1 0 0,0 0-1 0 0,11 19 0 0 0,19 43 409 0 0,36 61-100 0 0,-71-129-616 0 0,0-1 0 0 0,0 1 0 0 0,0-1 0 0 0,0 1 1 0 0,0-1-1 0 0,0 1 0 0 0,1-1 0 0 0,-1 0 0 0 0,1 0 1 0 0,0-1-1 0 0,5 4 0 0 0,-7-4-14 0 0,1-1-1 0 0,-1 0 1 0 0,1 1 0 0 0,-1-1 0 0 0,1 0-1 0 0,-1 0 1 0 0,1 0 0 0 0,-1 0 0 0 0,0 0-1 0 0,1 0 1 0 0,-1-1 0 0 0,1 1 0 0 0,-1 0-1 0 0,1-1 1 0 0,-1 1 0 0 0,0-1 0 0 0,1 1-1 0 0,-1-1 1 0 0,0 0 0 0 0,1 1 0 0 0,-1-1-1 0 0,0 0 1 0 0,0 0 0 0 0,0 0 0 0 0,0 0-1 0 0,0 0 1 0 0,0 0 0 0 0,2-3 0 0 0,7-10 2 0 0,0-2 0 0 0,-1 1 0 0 0,0-1 0 0 0,-2-1 0 0 0,10-26 0 0 0,-11 24-26 0 0,2 1 0 0 0,0-1-1 0 0,1 1 1 0 0,16-23 0 0 0,-23 39 10 0 0,0-1 0 0 0,0 1-1 0 0,1-1 1 0 0,-1 1 0 0 0,1 0-1 0 0,0 0 1 0 0,-1 0-1 0 0,1 0 1 0 0,0 0 0 0 0,0 0-1 0 0,0 1 1 0 0,0 0 0 0 0,1-1-1 0 0,-1 1 1 0 0,0 0-1 0 0,0 1 1 0 0,1-1 0 0 0,-1 1-1 0 0,0-1 1 0 0,1 1 0 0 0,-1 0-1 0 0,1 0 1 0 0,-1 0-1 0 0,0 1 1 0 0,1-1 0 0 0,5 3-1 0 0,7 2 9 0 0,0 1-1 0 0,0 0 0 0 0,0 2 0 0 0,18 11 1 0 0,18 8 32 0 0,-52-27-31 0 0,24 9 34 0 0,0 0 1 0 0,29 6-1 0 0,-47-13-34 0 0,-1-1 0 0 0,1 0 0 0 0,0 0 0 0 0,0 0-1 0 0,0-1 1 0 0,0 0 0 0 0,0 0 0 0 0,0-1 0 0 0,0 0 0 0 0,0 0 0 0 0,0 0 0 0 0,-1 0-1 0 0,1-1 1 0 0,0 0 0 0 0,7-4 0 0 0,-10 4-13 0 0,0 0 1 0 0,-1-1-1 0 0,1 1 1 0 0,-1 0-1 0 0,1-1 0 0 0,-1 0 1 0 0,0 1-1 0 0,0-1 1 0 0,0 0-1 0 0,0 0 0 0 0,-1 0 1 0 0,1 0-1 0 0,-1 0 0 0 0,0 0 1 0 0,0-1-1 0 0,0 1 1 0 0,0 0-1 0 0,0-1 0 0 0,-1 1 1 0 0,0-1-1 0 0,1 1 1 0 0,-1 0-1 0 0,-1-1 0 0 0,1 1 1 0 0,0-1-1 0 0,-1 1 0 0 0,0 0 1 0 0,1-1-1 0 0,-4-4 1 0 0,3 3 3 0 0,-1 1 1 0 0,1 0 0 0 0,-1 0-1 0 0,0 0 1 0 0,-1 0 0 0 0,1 0-1 0 0,-1 0 1 0 0,0 0 0 0 0,0 1-1 0 0,0 0 1 0 0,0-1-1 0 0,-1 1 1 0 0,1 0 0 0 0,-1 1-1 0 0,1-1 1 0 0,-1 1 0 0 0,0-1-1 0 0,0 1 1 0 0,-1 0 0 0 0,1 1-1 0 0,-8-3 1 0 0,3 3 2 0 0,-1 0-1 0 0,1 1 1 0 0,0 1 0 0 0,0-1 0 0 0,-1 1-1 0 0,1 1 1 0 0,0 0 0 0 0,0 0 0 0 0,0 1-1 0 0,1 0 1 0 0,-1 0 0 0 0,1 1 0 0 0,-1 0-1 0 0,1 1 1 0 0,-9 7 0 0 0,3-2 26 0 0,0 0 1 0 0,1 1 0 0 0,0 1-1 0 0,1 0 1 0 0,0 1-1 0 0,1 0 1 0 0,-13 20 0 0 0,19-24-7 0 0,0-1-1 0 0,1 0 1 0 0,0 1 0 0 0,0 0 0 0 0,1 0 0 0 0,0 0-1 0 0,0 1 1 0 0,1-1 0 0 0,1 1 0 0 0,-1-1 0 0 0,1 1 0 0 0,1 13-1 0 0,1-18-36 0 0,-1 1 1 0 0,1-1-1 0 0,1 0 0 0 0,-1 1 0 0 0,1-1 0 0 0,0 0 0 0 0,0 0 0 0 0,0 0 0 0 0,1 0 0 0 0,-1 0 0 0 0,1 0 0 0 0,1-1 0 0 0,-1 1 1 0 0,1-1-1 0 0,-1 0 0 0 0,1 0 0 0 0,0-1 0 0 0,1 1 0 0 0,-1-1 0 0 0,1 1 0 0 0,-1-2 0 0 0,10 6 0 0 0,-1-2-451 0 0,0 0 0 0 0,1-1-1 0 0,0-1 1 0 0,0 0 0 0 0,0-1-1 0 0,0 0 1 0 0,20 1-1 0 0,-20-4-917 0 0,1 0 0 0 0,0-1 0 0 0,-1 0 0 0 0,17-4 0 0 0,2-1-3595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0:59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62 174 1160 0 0,'-2'-9'2051'0'0,"1"1"-1"0"0,0 0 1 0 0,1-1-1 0 0,0-14 1 0 0,1 21-1668 0 0,1 4-120 0 0,1 0 0 0 0,0 0 0 0 0,-1 1 0 0 0,1-1 0 0 0,-1 1 1 0 0,0-1-1 0 0,4 6 0 0 0,-5-6-119 0 0,10 13 283 0 0,0 0 1 0 0,-1 0 0 0 0,-1 1 0 0 0,-1 1 0 0 0,0-1-1 0 0,10 34 1 0 0,-16-44-383 0 0,-1 0-1 0 0,1-1 0 0 0,-1 1 1 0 0,-1 0-1 0 0,1 0 0 0 0,-1 0 1 0 0,0 0-1 0 0,-1 0 1 0 0,0 0-1 0 0,1 0 0 0 0,-2 0 1 0 0,1-1-1 0 0,-1 1 0 0 0,0 0 1 0 0,0-1-1 0 0,0 1 1 0 0,-1-1-1 0 0,0 0 0 0 0,0 0 1 0 0,0 0-1 0 0,-1 0 1 0 0,1 0-1 0 0,-1-1 0 0 0,0 0 1 0 0,-6 5-1 0 0,5-5-10 0 0,-1 1-1 0 0,0-1 1 0 0,0 0 0 0 0,-1-1 0 0 0,1 1-1 0 0,-1-1 1 0 0,1 0 0 0 0,-1-1 0 0 0,0 0-1 0 0,0 0 1 0 0,-12 1 0 0 0,18-2-32 0 0,0-1-1 0 0,0 0 1 0 0,0 0 0 0 0,1 0 0 0 0,-1 0 0 0 0,0 0 0 0 0,0 0 0 0 0,0 0-1 0 0,0 0 1 0 0,0 0 0 0 0,0-1 0 0 0,0 1 0 0 0,1 0 0 0 0,-1-1-1 0 0,0 1 1 0 0,0 0 0 0 0,0-1 0 0 0,0 1 0 0 0,1-1 0 0 0,-1 1 0 0 0,0-1-1 0 0,1 1 1 0 0,-1-1 0 0 0,0 0 0 0 0,1 1 0 0 0,-1-1 0 0 0,1 0-1 0 0,-1 0 1 0 0,1 1 0 0 0,-1-1 0 0 0,1 0 0 0 0,0 0 0 0 0,-1 0 0 0 0,1 0-1 0 0,0 1 1 0 0,-1-1 0 0 0,1 0 0 0 0,0 0 0 0 0,0 0 0 0 0,0 0 0 0 0,0 0-1 0 0,0 0 1 0 0,0 0 0 0 0,0 1 0 0 0,0-1 0 0 0,1 0 0 0 0,-1 0-1 0 0,0 0 1 0 0,1-1 0 0 0,0-4-4 0 0,1 0-1 0 0,0 0 0 0 0,0 0 1 0 0,1 0-1 0 0,3-6 0 0 0,6-7-5 0 0,2 0-1 0 0,0 0 0 0 0,1 2 1 0 0,0 0-1 0 0,2 1 0 0 0,20-16 0 0 0,114-77-4 0 0,-146 105 13 0 0,186-120 48 0 0,-189 123-53 0 0,0-1-1 0 0,0 1 1 0 0,0-1-1 0 0,0 1 0 0 0,0-1 1 0 0,-1 0-1 0 0,1 0 0 0 0,2-3 1 0 0,-4 4 4 0 0,0 1 0 0 0,0 0 0 0 0,0 0 0 0 0,0 0 0 0 0,0 0 0 0 0,0 0 1 0 0,0-1-1 0 0,0 1 0 0 0,0 0 0 0 0,0 0 0 0 0,0 0 0 0 0,0 0 0 0 0,0-1 0 0 0,0 1 0 0 0,0 0 0 0 0,0 0 1 0 0,0 0-1 0 0,0 0 0 0 0,0 0 0 0 0,0-1 0 0 0,0 1 0 0 0,0 0 0 0 0,0 0 0 0 0,0 0 0 0 0,0 0 0 0 0,0 0 0 0 0,0-1 1 0 0,-1 1-1 0 0,1 0 0 0 0,0 0 0 0 0,0 0 0 0 0,0 0 0 0 0,0 0 0 0 0,0 0 0 0 0,0 0 0 0 0,-1 0 0 0 0,1 0 1 0 0,0 0-1 0 0,0-1 0 0 0,-14 1-19 0 0,1 4 43 0 0,0 0 0 0 0,0 0 1 0 0,0 1-1 0 0,0 1 0 0 0,1 0 0 0 0,0 1 0 0 0,-14 9 0 0 0,10-6 46 0 0,-12 7 59 0 0,2 1 1 0 0,-26 22 0 0 0,45-35-107 0 0,1 1 1 0 0,-1 0-1 0 0,1 1 0 0 0,1-1 0 0 0,-1 1 1 0 0,1 0-1 0 0,0 1 0 0 0,1-1 1 0 0,-1 1-1 0 0,2 0 0 0 0,-1 0 0 0 0,-3 14 1 0 0,6-18-6 0 0,0-1 1 0 0,1 1-1 0 0,0 0 0 0 0,0-1 1 0 0,0 1-1 0 0,0 0 0 0 0,0-1 1 0 0,1 1-1 0 0,-1 0 0 0 0,1-1 1 0 0,0 1-1 0 0,0-1 1 0 0,1 1-1 0 0,-1-1 0 0 0,1 0 1 0 0,2 4-1 0 0,-1-2-9 0 0,1-1 0 0 0,0 1 0 0 0,0-1 0 0 0,0 1 0 0 0,1-1 0 0 0,-1-1 0 0 0,1 1 0 0 0,0-1 0 0 0,6 4 0 0 0,8 2-317 0 0,2 0 0 0 0,-1-1 0 0 0,1-1 0 0 0,28 5 0 0 0,94 13-3548 0 0,-45-18-1829 0 0,-32-5-669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1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154 711 872 0 0,'-133'26'12901'0'0,"130"-26"-12214"0"0,0 0-97 0 0,-8 0-112 0 0,8 0-101 0 0,9-11 166 0 0,0 7-470 0 0,-1-1 1 0 0,1 1-1 0 0,0 0 1 0 0,1 1 0 0 0,-1-1-1 0 0,10-2 1 0 0,-3-1-17 0 0,157-68 214 0 0,63-32-174 0 0,-187 82-85 0 0,12-5-10 0 0,90-64-1 0 0,-133 79-64 0 0,-14 14 23 0 0,-1 0 10 0 0,0 1 28 0 0,-1-1-1 0 0,1 1 0 0 0,0-1 1 0 0,-1 1-1 0 0,1-1 0 0 0,-1 1 1 0 0,1-1-1 0 0,-1 1 0 0 0,1-1 1 0 0,-1 1-1 0 0,1-1 0 0 0,-1 1 1 0 0,1 0-1 0 0,-1-1 0 0 0,1 1 1 0 0,-1 0-1 0 0,0-1 0 0 0,1 1 1 0 0,-1 0-1 0 0,0 0 0 0 0,-17 5-25 0 0,1 0 1 0 0,1 2-1 0 0,-31 16 0 0 0,43-21 25 0 0,0 0-1 0 0,0 1 1 0 0,1-1-1 0 0,-1 1 1 0 0,1 0-1 0 0,-1 0 1 0 0,1 0-1 0 0,0 0 1 0 0,0 1-1 0 0,1-1 1 0 0,-1 1 0 0 0,1 0-1 0 0,-1 0 1 0 0,1 0-1 0 0,0 0 1 0 0,1 0-1 0 0,-1 0 1 0 0,1 0-1 0 0,0 1 1 0 0,0-1-1 0 0,0 1 1 0 0,0 4 0 0 0,1-6 3 0 0,1 1 1 0 0,0 0 0 0 0,0-1 0 0 0,0 1 0 0 0,0 0 0 0 0,0-1 0 0 0,1 1 0 0 0,-1-1 0 0 0,1 0 0 0 0,0 0 0 0 0,0 1-1 0 0,0-1 1 0 0,1 0 0 0 0,-1-1 0 0 0,4 5 0 0 0,6 4 10 0 0,1 0 0 0 0,14 10 0 0 0,-20-17-12 0 0,43 31 2 0 0,-16-11-9 0 0,-1 0-1 0 0,30 31 1 0 0,-62-54 11 0 0,1 0 1 0 0,-1 0-1 0 0,0 0 0 0 0,0 0 0 0 0,0 0 1 0 0,0 0-1 0 0,0 1 0 0 0,0-1 0 0 0,-1 0 1 0 0,1 0-1 0 0,0 1 0 0 0,-1-1 0 0 0,1 1 0 0 0,-1-1 1 0 0,1 1-1 0 0,-1-1 0 0 0,0 1 0 0 0,1-1 1 0 0,-1 1-1 0 0,0-1 0 0 0,0 1 0 0 0,0-1 1 0 0,0 1-1 0 0,0-1 0 0 0,-1 1 0 0 0,1-1 1 0 0,0 1-1 0 0,-1-1 0 0 0,1 1 0 0 0,-1-1 0 0 0,1 1 1 0 0,-1-1-1 0 0,-1 2 0 0 0,-1 0 3 0 0,1 0-1 0 0,-1 0 0 0 0,0-1 1 0 0,0 0-1 0 0,0 1 1 0 0,0-1-1 0 0,0 0 1 0 0,0-1-1 0 0,0 1 1 0 0,-1 0-1 0 0,1-1 0 0 0,-7 2 1 0 0,-13 2 132 0 0,0-1-1 0 0,-1-1 1 0 0,1-2 0 0 0,-1 0 0 0 0,1-1-1 0 0,-33-5 1 0 0,81-9-60 0 0,102-23-20 0 0,-45 16-51 0 0,24-12-7 0 0,-2-4 0 0 0,145-74 0 0 0,-247 111 1 0 0,51-32 3 0 0,-48 29-10 0 0,-1 0-1 0 0,1 0 0 0 0,-1-1 1 0 0,0 0-1 0 0,-1 1 0 0 0,1-1 0 0 0,-1-1 1 0 0,7-8-1 0 0,-10 12 5 0 0,0 1 0 0 0,1-1 1 0 0,-1 0-1 0 0,1 1 0 0 0,-1-1 0 0 0,0 0 0 0 0,0 0 1 0 0,1 1-1 0 0,-1-1 0 0 0,0 0 0 0 0,0 0 0 0 0,0 0 0 0 0,0 1 1 0 0,0-1-1 0 0,0 0 0 0 0,0 0 0 0 0,0 1 0 0 0,0-1 1 0 0,0 0-1 0 0,-1 0 0 0 0,1 0 0 0 0,0 1 0 0 0,0-1 1 0 0,-1 0-1 0 0,1 1 0 0 0,-1-2 0 0 0,0 1 1 0 0,0 0-1 0 0,0 1 0 0 0,0-1 1 0 0,0 0-1 0 0,0 1 0 0 0,0-1 1 0 0,0 1-1 0 0,-1-1 1 0 0,1 1-1 0 0,0-1 0 0 0,0 1 1 0 0,0 0-1 0 0,-1 0 0 0 0,-1-1 1 0 0,-4 1-5 0 0,1 0 0 0 0,-1 1 1 0 0,1-1-1 0 0,-1 1 0 0 0,-9 3 1 0 0,-2 1-7 0 0,-1 2 1 0 0,2 0-1 0 0,-1 2 1 0 0,1-1 0 0 0,-18 14-1 0 0,25-16 9 0 0,0 2-1 0 0,1-1 0 0 0,0 1 1 0 0,0 0-1 0 0,1 1 0 0 0,0 0 0 0 0,0 0 1 0 0,1 1-1 0 0,-9 16 0 0 0,14-22 7 0 0,0 0 1 0 0,1 0-1 0 0,-1 1 0 0 0,1-1 0 0 0,0 0 0 0 0,0 1 0 0 0,0 0 1 0 0,0-1-1 0 0,1 1 0 0 0,0-1 0 0 0,0 1 0 0 0,0 0 0 0 0,0-1 1 0 0,1 1-1 0 0,0-1 0 0 0,0 1 0 0 0,0-1 0 0 0,1 1 0 0 0,-1-1 1 0 0,1 0-1 0 0,0 1 0 0 0,0-1 0 0 0,1 0 0 0 0,-1 0 0 0 0,1-1 1 0 0,0 1-1 0 0,0-1 0 0 0,0 1 0 0 0,6 4 0 0 0,1 1 4 0 0,0-2 0 0 0,1 1 0 0 0,-1-1-1 0 0,1-1 1 0 0,1 0 0 0 0,-1-1 0 0 0,1 0-1 0 0,0 0 1 0 0,22 4 0 0 0,-6-4-192 0 0,0-2 0 0 0,0 0 0 0 0,0-2 0 0 0,0-1 0 0 0,0-1-1 0 0,0-2 1 0 0,0 0 0 0 0,0-2 0 0 0,0-1 0 0 0,-1-1 0 0 0,0-2 0 0 0,-1-1 0 0 0,0 0 0 0 0,0-2 0 0 0,-1-1-1 0 0,0-1 1 0 0,-2-2 0 0 0,0 0 0 0 0,0-1 0 0 0,-2-1 0 0 0,0-1 0 0 0,-1-1 0 0 0,25-32 0 0 0,-19 18 9 0 0,-2-1 0 0 0,-1-1 0 0 0,-2-1 0 0 0,-2-1 0 0 0,-1 0 0 0 0,-2-2-1 0 0,-2 0 1 0 0,15-63 0 0 0,-26 85 420 0 0,0-1-1 0 0,-1-21 0 0 0,-1 35-139 0 0,-1 0-1 0 0,-1-1 0 0 0,1 1 0 0 0,-1 0 0 0 0,1 0 1 0 0,-2 0-1 0 0,1 0 0 0 0,0 0 0 0 0,-1 0 0 0 0,0 0 1 0 0,0 0-1 0 0,-4-5 0 0 0,6 10-65 0 0,-1-1 1 0 0,1 1-1 0 0,-1-1 1 0 0,0 1-1 0 0,1-1 1 0 0,-1 1-1 0 0,0 0 1 0 0,0-1-1 0 0,1 1 1 0 0,-1 0-1 0 0,0-1 1 0 0,0 1-1 0 0,0 0 1 0 0,1 0-1 0 0,-1 0 1 0 0,0 0-1 0 0,0 0 1 0 0,0 0-1 0 0,1 0 1 0 0,-1 0-1 0 0,0 0 1 0 0,0 0-1 0 0,0 0 1 0 0,1 0-1 0 0,-1 1 1 0 0,0-1-1 0 0,0 0 1 0 0,1 1-1 0 0,-3 0 1 0 0,-20 15 781 0 0,14-7-535 0 0,1 0 0 0 0,1 0 0 0 0,0 1-1 0 0,0 0 1 0 0,1 1 0 0 0,0-1-1 0 0,-8 22 1 0 0,-24 86 1046 0 0,30-89-1061 0 0,-5 19-64 0 0,2 1-1 0 0,2 0 1 0 0,3 1 0 0 0,1-1 0 0 0,3 1-1 0 0,5 70 1 0 0,-2-112-185 0 0,0-1 0 0 0,0 1 0 0 0,1 0 0 0 0,0-1-1 0 0,0 1 1 0 0,1-1 0 0 0,0 1 0 0 0,0-1 0 0 0,1 0 0 0 0,0 0 0 0 0,0-1 0 0 0,1 1 0 0 0,7 7 0 0 0,-9-10-188 0 0,1-1 1 0 0,0 1-1 0 0,1-1 1 0 0,-1-1-1 0 0,0 1 1 0 0,1 0-1 0 0,-1-1 1 0 0,1 0 0 0 0,0 0-1 0 0,0 0 1 0 0,0-1-1 0 0,0 0 1 0 0,0 0-1 0 0,0 0 1 0 0,0 0 0 0 0,0-1-1 0 0,0 0 1 0 0,1 0-1 0 0,-1 0 1 0 0,0-1-1 0 0,7-1 1 0 0,-3 0-812 0 0,-1-1 0 0 0,0 1 0 0 0,0-2 0 0 0,0 1 0 0 0,0-1 0 0 0,0 0 0 0 0,-1-1 0 0 0,0 1 0 0 0,14-12 0 0 0,4-7-5037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93 1332 0 0,'-256'-88'17257'0'0,"250"84"-15020"0"0,19 4-1396 0 0,38 6-888 0 0,-30-3 366 0 0,746 87 739 0 0,-755-88-1039 0 0,-8-2-20 0 0,25-2 37 0 0,0-2-780 0 0,-27 3 186 0 0,8-2-1928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2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63 1908 0 0,'41'-44'8863'0'0,"-37"40"-8371"0"0,9-9 2017 0 0,-13 13-2475 0 0,0 0 0 0 0,0 0 0 0 0,1 0 0 0 0,-1-1 1 0 0,0 1-1 0 0,0 0 0 0 0,0 0 0 0 0,1 0 0 0 0,-1 0 0 0 0,0 0 0 0 0,0 0 0 0 0,1 0 0 0 0,-1 0 0 0 0,0 0 1 0 0,0 0-1 0 0,1 0 0 0 0,-1 0 0 0 0,0 0 0 0 0,0 0 0 0 0,0 0 0 0 0,1 0 0 0 0,-1 0 0 0 0,0 0 0 0 0,0 0 0 0 0,1 1 1 0 0,-1-1-1 0 0,0 0 0 0 0,0 0 0 0 0,0 0 0 0 0,1 0 0 0 0,-1 0 0 0 0,0 1 0 0 0,0-1 0 0 0,0 0 0 0 0,0 0 0 0 0,0 0 1 0 0,1 1-1 0 0,-1-1 0 0 0,0 0 0 0 0,0 0 0 0 0,0 0 0 0 0,0 1 0 0 0,0-1 0 0 0,0 0 0 0 0,0 0 0 0 0,0 0 1 0 0,0 1-1 0 0,0-1 0 0 0,0 0 0 0 0,0 0 0 0 0,0 1 0 0 0,0-1 0 0 0,0 0 0 0 0,0 0 0 0 0,0 1 0 0 0,0-1 0 0 0,0 0 1 0 0,0 0-1 0 0,0 0 0 0 0,0 1 0 0 0,0-1 0 0 0,0 0 0 0 0,-1 1 0 0 0,1 9 253 0 0,-1 0-1 0 0,-1 0 0 0 0,0 0 1 0 0,0 0-1 0 0,-6 17 0 0 0,-26 51 225 0 0,15-35-305 0 0,-17 37-2 0 0,-5 16-383 0 0,15-33-3430 0 0,26-63 3403 0 0,0 1 1 0 0,0 0 0 0 0,0-1 0 0 0,0 1 0 0 0,0 0-1 0 0,0-1 1 0 0,0 1 0 0 0,0 0 0 0 0,0-1 0 0 0,0 1-1 0 0,0-1 1 0 0,1 1 0 0 0,-1 0 0 0 0,0-1 0 0 0,0 1-1 0 0,1-1 1 0 0,-1 1 0 0 0,0 0 0 0 0,1-1 0 0 0,-1 1-1 0 0,0-1 1 0 0,1 1 0 0 0,0-1-206 0 0,-1 1 206 0 0,1-1 0 0 0,-1 1 0 0 0,1-1 0 0 0,0 0-1 0 0,-1 1 1 0 0,1-1 0 0 0,-1 0 0 0 0,1 0 0 0 0,0 0-1 0 0,-1 1 1 0 0,2-1 0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2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59 2644 0 0,'73'-59'13872'0'0,"-81"75"-12562"0"0,-27 26-466 0 0,23-29-761 0 0,1 0 0 0 0,1 1 0 0 0,0 0 0 0 0,0 1 0 0 0,-12 27 0 0 0,21-41-80 0 0,1 0 1 0 0,0 1 0 0 0,-1-1-1 0 0,1 0 1 0 0,0 0-1 0 0,0 0 1 0 0,0 1 0 0 0,0-1-1 0 0,0 0 1 0 0,0 0 0 0 0,0 1-1 0 0,1-1 1 0 0,-1 0-1 0 0,0 0 1 0 0,1 0 0 0 0,-1 0-1 0 0,1 1 1 0 0,-1-1-1 0 0,1 0 1 0 0,0 0 0 0 0,-1 0-1 0 0,1 0 1 0 0,0 0 0 0 0,0 0-1 0 0,-1-1 1 0 0,1 1-1 0 0,0 0 1 0 0,0 0 0 0 0,0 0-1 0 0,0-1 1 0 0,0 1-1 0 0,0-1 1 0 0,0 1 0 0 0,1-1-1 0 0,-1 1 1 0 0,0-1 0 0 0,2 1-1 0 0,5 2 6 0 0,1 0-1 0 0,0 0 1 0 0,16 1-1 0 0,-20-3-5 0 0,129 25-157 0 0,-133-26 165 0 0,0 0 0 0 0,0 0-1 0 0,1 0 1 0 0,-1 1-1 0 0,0-1 1 0 0,0 0-1 0 0,0 1 1 0 0,0-1 0 0 0,0 1-1 0 0,0-1 1 0 0,0 1-1 0 0,0 0 1 0 0,0-1-1 0 0,0 1 1 0 0,0 0-1 0 0,0 0 1 0 0,-1 0 0 0 0,2 1-1 0 0,-1-1 4 0 0,-1 0-1 0 0,0-1 1 0 0,0 1-1 0 0,0 0 0 0 0,1 0 1 0 0,-1 0-1 0 0,0-1 1 0 0,0 1-1 0 0,0 0 1 0 0,0 0-1 0 0,-1 0 1 0 0,1-1-1 0 0,0 1 1 0 0,0 0-1 0 0,0 0 0 0 0,-1-1 1 0 0,1 1-1 0 0,0 0 1 0 0,-1 0-1 0 0,1 0 1 0 0,-2 2 24 0 0,0 0 1 0 0,-1 0 0 0 0,1-1-1 0 0,0 1 1 0 0,-1-1 0 0 0,1 1-1 0 0,-1-1 1 0 0,0 0 0 0 0,-6 3-1 0 0,-10 5 62 0 0,-1-2-1 0 0,0-1 0 0 0,-1 0 0 0 0,-23 3 0 0 0,32-7-538 0 0,0-1 1 0 0,0-1 0 0 0,0 0-1 0 0,0-1 1 0 0,0 0-1 0 0,0-1 1 0 0,0 0 0 0 0,-23-6-1 0 0,31 6-312 0 0,0 0-1 0 0,0-1 1 0 0,0 0 0 0 0,0 0-1 0 0,0 0 1 0 0,1 0-1 0 0,-1-1 1 0 0,1 1 0 0 0,-1-1-1 0 0,-2-4 1 0 0,-7-9-5188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16 117 128 0 0,'-4'-117'12795'0'0,"-5"158"-15852"0"0,7-27-81 0 0,1 2-1186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4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577 508 860 0 0,'3'-4'727'0'0,"-1"-1"-1"0"0,0 0 1 0 0,0 0 0 0 0,-1 0-1 0 0,1 0 1 0 0,-1 0 0 0 0,0-1-1 0 0,0 1 1 0 0,-1 0 0 0 0,0-8-1 0 0,0 11-587 0 0,0 0-1 0 0,-1 0 1 0 0,1 0-1 0 0,-1-1 0 0 0,1 1 1 0 0,-1 0-1 0 0,0 0 1 0 0,0 0-1 0 0,0 0 0 0 0,0 0 1 0 0,-1 1-1 0 0,1-1 1 0 0,0 0-1 0 0,-1 0 1 0 0,1 1-1 0 0,-1-1 0 0 0,0 1 1 0 0,1-1-1 0 0,-1 1 1 0 0,0 0-1 0 0,0 0 0 0 0,0 0 1 0 0,0 0-1 0 0,0 0 1 0 0,0 0-1 0 0,-4-1 0 0 0,-7-1 97 0 0,0 0-1 0 0,0 2 0 0 0,-1-1 1 0 0,1 2-1 0 0,0-1 0 0 0,-1 2 0 0 0,1 0 1 0 0,0 0-1 0 0,0 2 0 0 0,0-1 0 0 0,0 2 1 0 0,-24 8-1 0 0,0 4 61 0 0,0 1-1 0 0,-65 42 1 0 0,80-45-231 0 0,1 0-1 0 0,0 2 0 0 0,2 1 1 0 0,-28 28-1 0 0,42-40-53 0 0,0 1 0 0 0,0 0 0 0 0,1 0 0 0 0,-1 1 0 0 0,1-1 0 0 0,1 1 0 0 0,-1 0-1 0 0,1 0 1 0 0,0 0 0 0 0,1 0 0 0 0,0 0 0 0 0,0 1 0 0 0,0-1 0 0 0,1 1 0 0 0,0-1 0 0 0,1 1 0 0 0,0 0 0 0 0,0-1 0 0 0,2 12 0 0 0,-1-14-24 0 0,0 1 0 0 0,1-1 0 0 0,0 1 0 0 0,1-1 0 0 0,-1 0 0 0 0,1 0 0 0 0,0 0 0 0 0,0 0 0 0 0,0 0 0 0 0,1-1 0 0 0,6 8 0 0 0,-3-6-127 0 0,1 0 1 0 0,0 0-1 0 0,-1-1 0 0 0,2 1 0 0 0,-1-2 1 0 0,13 6-1 0 0,1-2-414 0 0,0 0 1 0 0,1-2-1 0 0,0-1 1 0 0,42 5 0 0 0,-29-7-333 0 0,0-2 0 0 0,1-1 0 0 0,-1-2 0 0 0,0-2 0 0 0,0-1 1 0 0,0-2-1 0 0,-1-1 0 0 0,59-22 0 0 0,-64 18 717 0 0,-1-2 1 0 0,-1 0-1 0 0,0-2 1 0 0,28-22-1 0 0,-35 22 939 0 0,-1-1 0 0 0,0 0 0 0 0,-2-2 0 0 0,0 0 0 0 0,20-30 0 0 0,-34 44-527 0 0,-1 1 0 0 0,0-1 1 0 0,0 0-1 0 0,0 0 0 0 0,-1 0 0 0 0,1 0 1 0 0,-1 0-1 0 0,-1 0 0 0 0,1-1 0 0 0,-1 1 1 0 0,0-1-1 0 0,0 1 0 0 0,0-11 0 0 0,-1 16-212 0 0,0-1 0 0 0,0 0 0 0 0,-1 1 0 0 0,1-1 0 0 0,0 1 0 0 0,0-1 0 0 0,-1 0 0 0 0,1 1 0 0 0,-1-1 0 0 0,1 1 0 0 0,-1-1 0 0 0,1 1 0 0 0,-1-1 0 0 0,1 1 0 0 0,-1-1 0 0 0,1 1 0 0 0,-1 0 0 0 0,1-1 0 0 0,-1 1 0 0 0,0 0 0 0 0,1-1 0 0 0,-1 1 0 0 0,0 0 0 0 0,1 0 0 0 0,-1 0 0 0 0,0-1 0 0 0,1 1 0 0 0,-1 0 0 0 0,0 0 0 0 0,1 0 0 0 0,-1 0 0 0 0,0 0 0 0 0,-1 1 0 0 0,-22 3 504 0 0,3 5-321 0 0,0 1-1 0 0,0 1 1 0 0,2 1-1 0 0,-1 1 1 0 0,2 0 0 0 0,-1 2-1 0 0,2 0 1 0 0,-31 34-1 0 0,43-43-190 0 0,0 0-1 0 0,0 0 0 0 0,1 1 1 0 0,-1 0-1 0 0,1-1 0 0 0,1 1 0 0 0,-5 13 1 0 0,7-18-17 0 0,0-1 0 0 0,1 1 0 0 0,0 0 0 0 0,-1 0 0 0 0,1 0 1 0 0,0 0-1 0 0,0 0 0 0 0,0 0 0 0 0,0 0 0 0 0,0 0 0 0 0,0 0 0 0 0,1 0 1 0 0,-1 0-1 0 0,1 0 0 0 0,-1 0 0 0 0,1 0 0 0 0,0 0 0 0 0,0 0 0 0 0,0-1 0 0 0,0 1 1 0 0,0 0-1 0 0,0-1 0 0 0,0 1 0 0 0,0-1 0 0 0,1 1 0 0 0,-1-1 0 0 0,1 1 1 0 0,-1-1-1 0 0,1 0 0 0 0,-1 0 0 0 0,1 0 0 0 0,0 0 0 0 0,0 0 0 0 0,2 1 0 0 0,3 1-50 0 0,-1-1 0 0 0,0 1 0 0 0,1-1-1 0 0,-1-1 1 0 0,1 1 0 0 0,-1-1 0 0 0,1 0-1 0 0,0-1 1 0 0,0 0 0 0 0,-1 0 0 0 0,1 0-1 0 0,0-1 1 0 0,9-2 0 0 0,-5 1-94 0 0,-1-2-1 0 0,-1 1 1 0 0,1-1 0 0 0,-1-1 0 0 0,1 0 0 0 0,-1 0-1 0 0,16-13 1 0 0,-2-2-20 0 0,-2-1-1 0 0,0-1 0 0 0,-1-1 0 0 0,-1 0 1 0 0,17-29-1 0 0,-34 48 241 0 0,10-13 14 0 0,-12 11 122 0 0,-7 8 304 0 0,4 1-440 0 0,-1 0 0 0 0,1 1 0 0 0,0-1-1 0 0,0 1 1 0 0,0 0 0 0 0,1 0 0 0 0,-1 0 0 0 0,1 0 0 0 0,0 1-1 0 0,-2 4 1 0 0,-1 2 23 0 0,-1 3-36 0 0,0 0 0 0 0,0 0 0 0 0,1 1 0 0 0,1 0 0 0 0,0 0 0 0 0,2 0 0 0 0,-3 29 0 0 0,5-38-59 0 0,0 0 0 0 0,1 0 0 0 0,-1 0 0 0 0,1 0 0 0 0,0 0 0 0 0,1 0-1 0 0,0 0 1 0 0,0 0 0 0 0,0-1 0 0 0,3 6 0 0 0,-3-7-1 0 0,1 0 0 0 0,-1-1 0 0 0,1 1 0 0 0,0-1 0 0 0,0 0 0 0 0,0 0 0 0 0,1 0 0 0 0,-1 0 0 0 0,0-1 0 0 0,1 0 0 0 0,0 1 0 0 0,0-1 0 0 0,0 0 0 0 0,0-1 0 0 0,6 3 0 0 0,3-1 3 0 0,0 0 0 0 0,1-1 0 0 0,-1 0 1 0 0,1-1-1 0 0,-1-1 0 0 0,1 0 0 0 0,-1-1 1 0 0,1 0-1 0 0,-1-1 0 0 0,1-1 0 0 0,-1 0 1 0 0,0 0-1 0 0,0-2 0 0 0,23-10 0 0 0,-10 2-20 0 0,0-2 0 0 0,-1 0 0 0 0,0-2 0 0 0,-2 0 0 0 0,41-39 0 0 0,-26 15-149 0 0,-1-2-1 0 0,-2-2 0 0 0,-2-1 0 0 0,-2-2 0 0 0,-2 0 0 0 0,-3-2 0 0 0,-1-2 0 0 0,-3 0 1 0 0,23-82-1 0 0,-42 123 140 0 0,0 5 5 0 0,-1 0 1 0 0,0 0 0 0 0,-1 0-1 0 0,0 0 1 0 0,0 0-1 0 0,0 0 1 0 0,0 0-1 0 0,-1-1 1 0 0,0 1 0 0 0,-1 0-1 0 0,0-8 1 0 0,0 14 9 0 0,1-1 1 0 0,0 0-1 0 0,-1 1 1 0 0,1-1-1 0 0,-1 0 1 0 0,1 1-1 0 0,-1-1 1 0 0,0 1-1 0 0,1-1 1 0 0,-1 1-1 0 0,0-1 0 0 0,1 1 1 0 0,-1-1-1 0 0,0 1 1 0 0,1 0-1 0 0,-1-1 1 0 0,0 1-1 0 0,0 0 1 0 0,1-1-1 0 0,-1 1 1 0 0,0 0-1 0 0,0 0 1 0 0,0 0-1 0 0,1 0 1 0 0,-1 0-1 0 0,0 0 1 0 0,0 0-1 0 0,0 0 1 0 0,1 0-1 0 0,-1 0 1 0 0,0 1-1 0 0,0-1 1 0 0,0 0-1 0 0,1 0 1 0 0,-2 1-1 0 0,-2 0 0 0 0,0 1 0 0 0,0 0 0 0 0,1 0 0 0 0,-1 0 0 0 0,-5 4 0 0 0,-14 13 108 0 0,2 0 0 0 0,0 1 0 0 0,1 2 0 0 0,-22 30 0 0 0,-60 102 485 0 0,87-130-529 0 0,-2 4 27 0 0,1 0 1 0 0,1 2-1 0 0,-17 47 1 0 0,28-67-70 0 0,1 1 0 0 0,0-1 0 0 0,1 1 0 0 0,0 0 0 0 0,1-1 1 0 0,0 1-1 0 0,0 0 0 0 0,1 0 0 0 0,1 0 0 0 0,0 0 0 0 0,0 0 0 0 0,1 0 1 0 0,1-1-1 0 0,5 17 0 0 0,-6-22-11 0 0,1 0 0 0 0,1 1 1 0 0,-1-1-1 0 0,1-1 0 0 0,0 1 0 0 0,0 0 1 0 0,0-1-1 0 0,1 0 0 0 0,-1 0 0 0 0,1 0 1 0 0,0-1-1 0 0,0 0 0 0 0,1 0 1 0 0,-1 0-1 0 0,0 0 0 0 0,1-1 0 0 0,0 0 1 0 0,0 0-1 0 0,-1 0 0 0 0,1-1 0 0 0,10 1 1 0 0,1 0 8 0 0,0-1 0 0 0,0 0 0 0 0,0-2 0 0 0,0 0 0 0 0,0 0 0 0 0,26-7 0 0 0,-18 0-14 0 0,0 0 0 0 0,0-2 0 0 0,-1 0 0 0 0,0-2 0 0 0,-1-1 0 0 0,0 0 0 0 0,-1-2 0 0 0,-1 0 0 0 0,0-2 0 0 0,29-30 0 0 0,-6 0-49 0 0,-3-2 1 0 0,-1-1-1 0 0,38-66 1 0 0,-78 115 46 0 0,91-151-34 0 0,-76 123 40 0 0,-1 0-1 0 0,-2-1 0 0 0,12-43 1 0 0,-22 65-8 0 0,0 1 1 0 0,-1-1-1 0 0,0 0 1 0 0,1-7-1 0 0,-2 13 1 0 0,0 0 0 0 0,-1 0 0 0 0,1 1 0 0 0,0-1-1 0 0,0 0 1 0 0,-1 0 0 0 0,1 0 0 0 0,-1 1 0 0 0,1-1 0 0 0,-1 0-1 0 0,0 1 1 0 0,0-1 0 0 0,0 1 0 0 0,0-1 0 0 0,0 1 0 0 0,0-1-1 0 0,0 1 1 0 0,0-1 0 0 0,0 1 0 0 0,-1 0 0 0 0,-1-1-1 0 0,1 1 7 0 0,0 1 0 0 0,0-1 0 0 0,-1 1 0 0 0,1 0-1 0 0,0 0 1 0 0,0 0 0 0 0,-1 0 0 0 0,1 0-1 0 0,0 0 1 0 0,0 1 0 0 0,-1-1 0 0 0,1 1-1 0 0,0-1 1 0 0,0 1 0 0 0,0 0 0 0 0,0 0 0 0 0,0 0-1 0 0,0 0 1 0 0,-2 2 0 0 0,-10 6 130 0 0,1 1 0 0 0,0 0 0 0 0,0 0 0 0 0,1 2 1 0 0,-15 17-1 0 0,-48 70 675 0 0,67-88-728 0 0,-17 26 213 0 0,1 1 1 0 0,1 1-1 0 0,-24 61 1 0 0,38-80-224 0 0,2 1 1 0 0,1 1 0 0 0,0-1-1 0 0,1 1 1 0 0,2 0 0 0 0,0 0-1 0 0,1 0 1 0 0,2 1 0 0 0,1 21-1 0 0,0-34-47 0 0,0 0-1 0 0,1-1 0 0 0,1 1 1 0 0,-1 0-1 0 0,1-1 0 0 0,1 0 0 0 0,0 0 1 0 0,0 0-1 0 0,1 0 0 0 0,0-1 0 0 0,0 0 1 0 0,1 0-1 0 0,10 11 0 0 0,-8-12-10 0 0,0 1 0 0 0,1-1 0 0 0,0-1 0 0 0,0 0 0 0 0,0 0 0 0 0,1-1 0 0 0,0 0 0 0 0,0 0 0 0 0,0-1 0 0 0,1-1 1 0 0,19 4-1 0 0,-10-3-2 0 0,1-2 1 0 0,-1 0-1 0 0,1-2 1 0 0,0 0 0 0 0,0-1-1 0 0,-1-2 1 0 0,1 0 0 0 0,-1-1-1 0 0,1 0 1 0 0,-2-2 0 0 0,1-1-1 0 0,0 0 1 0 0,-1-1 0 0 0,28-17-1 0 0,-22 10 5 0 0,0-2 1 0 0,-1 0-1 0 0,-1-1 0 0 0,-1-2 0 0 0,0 0 0 0 0,-2-1 0 0 0,0-2 1 0 0,-1 0-1 0 0,26-43 0 0 0,-37 53-12 0 0,-1 0 1 0 0,8-23-1 0 0,-13 31-8 0 0,0 0-1 0 0,-1 0 0 0 0,0 0 1 0 0,0 0-1 0 0,0 0 0 0 0,-1 0 1 0 0,1-1-1 0 0,-1 1 0 0 0,-1 0 1 0 0,0-11-1 0 0,0 15-1 0 0,1 0 1 0 0,0 0 0 0 0,-1 0-1 0 0,1 0 1 0 0,0 0-1 0 0,-1 0 1 0 0,1-1-1 0 0,-1 1 1 0 0,0 0-1 0 0,1 0 1 0 0,-1 1-1 0 0,0-1 1 0 0,0 0 0 0 0,0 0-1 0 0,1 0 1 0 0,-1 0-1 0 0,0 1 1 0 0,0-1-1 0 0,0 0 1 0 0,0 1-1 0 0,0-1 1 0 0,0 1-1 0 0,-1-1 1 0 0,-1 0 0 0 0,1 1-3 0 0,-1 0 0 0 0,0-1 0 0 0,1 1 0 0 0,-1 0 0 0 0,0 1 0 0 0,1-1 1 0 0,-1 0-1 0 0,0 1 0 0 0,1 0 0 0 0,-5 1 0 0 0,-3 2-11 0 0,1 0-1 0 0,0 1 0 0 0,0 0 1 0 0,-15 12-1 0 0,14-9 22 0 0,1 1-1 0 0,0 0 1 0 0,0 0 0 0 0,1 1 0 0 0,0 0 0 0 0,1 0-1 0 0,0 0 1 0 0,1 1 0 0 0,-8 19 0 0 0,12-26-65 0 0,0 1 0 0 0,1-1 0 0 0,-1 1 0 0 0,1 0 1 0 0,0-1-1 0 0,0 1 0 0 0,1 0 0 0 0,-1 0 0 0 0,1 0 1 0 0,0-1-1 0 0,1 1 0 0 0,-1 0 0 0 0,1 0 0 0 0,0 0 1 0 0,0-1-1 0 0,0 1 0 0 0,1 0 0 0 0,-1-1 0 0 0,1 1 1 0 0,1-1-1 0 0,-1 0 0 0 0,0 0 0 0 0,1 0 0 0 0,0 0 0 0 0,0 0 1 0 0,0 0-1 0 0,7 6 0 0 0,3-1-406 0 0,1 1 1 0 0,-1-2-1 0 0,1 0 1 0 0,1 0-1 0 0,-1-2 1 0 0,1 0-1 0 0,22 6 0 0 0,8 0-1667 0 0,59 7-1 0 0,-52-13-1297 0 0,1-2-1411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4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522 831 1720 0 0,'1'-3'340'0'0,"-1"1"-1"0"0,1-1 0 0 0,-1 1 1 0 0,0-1-1 0 0,0 0 1 0 0,0 1-1 0 0,0-1 0 0 0,0 0 1 0 0,-1 1-1 0 0,1-1 1 0 0,-1 1-1 0 0,1-1 0 0 0,-1 1 1 0 0,0-1-1 0 0,0 1 1 0 0,0-1-1 0 0,0 1 1 0 0,-1 0-1 0 0,-1-3 0 0 0,0 2-58 0 0,0 0-1 0 0,0 0 1 0 0,0 0-1 0 0,-1 1 1 0 0,1-1-1 0 0,-1 1 1 0 0,1 0-1 0 0,-1 0 1 0 0,0 0-1 0 0,0 1 1 0 0,-4-2-1 0 0,-4 0 123 0 0,0 0 1 0 0,0 1-1 0 0,0 1 1 0 0,-1 0-1 0 0,1 0 1 0 0,0 1-1 0 0,-20 3 0 0 0,11 1-72 0 0,-1 1 0 0 0,1 1 0 0 0,0 0 0 0 0,1 2 0 0 0,0 1 0 0 0,0 0 0 0 0,-25 16 0 0 0,30-15-228 0 0,1 0 1 0 0,0 1 0 0 0,0 0 0 0 0,1 1-1 0 0,0 1 1 0 0,1 0 0 0 0,1 0 0 0 0,0 1 0 0 0,-14 24-1 0 0,23-33-83 0 0,-1 0 0 0 0,1 0 0 0 0,0 1 0 0 0,0-1 0 0 0,1 0-1 0 0,-1 1 1 0 0,1-1 0 0 0,0 1 0 0 0,1 0 0 0 0,-1-1 0 0 0,1 1-1 0 0,0 0 1 0 0,1-1 0 0 0,-1 1 0 0 0,1 0 0 0 0,0-1 0 0 0,3 9 0 0 0,-2-10-10 0 0,0 1 1 0 0,0-1-1 0 0,1 0 1 0 0,-1 0-1 0 0,1 0 1 0 0,0 0-1 0 0,0-1 1 0 0,0 1-1 0 0,0-1 1 0 0,1 0-1 0 0,-1 1 1 0 0,1-2-1 0 0,0 1 1 0 0,0 0-1 0 0,0-1 1 0 0,1 0-1 0 0,-1 0 1 0 0,0 0 0 0 0,1 0-1 0 0,-1-1 1 0 0,6 2-1 0 0,1-1 2 0 0,0-1-1 0 0,0 0 1 0 0,0-1-1 0 0,0 0 0 0 0,1 0 1 0 0,-1-1-1 0 0,0-1 1 0 0,0 0-1 0 0,0 0 1 0 0,0-1-1 0 0,-1 0 1 0 0,1-1-1 0 0,-1-1 1 0 0,13-6-1 0 0,1-3-17 0 0,-1 0 0 0 0,0-2 1 0 0,-1 0-1 0 0,34-35 0 0 0,-22 15-199 0 0,-1-2 0 0 0,-2-1 1 0 0,-2-1-1 0 0,35-64 1 0 0,-19 19-461 0 0,45-121 1 0 0,-90 204 660 0 0,66-185-537 0 0,-57 157 489 0 0,-2 0 1 0 0,-1-1 0 0 0,-1 1 0 0 0,0-45 0 0 0,-4 72 55 0 0,-1 0 0 0 0,-1 0 0 0 0,1 0 0 0 0,0 0 0 0 0,-1 0 0 0 0,1-1 0 0 0,-1 1 0 0 0,0 0 0 0 0,0 0 0 0 0,0 0 0 0 0,-1 1 0 0 0,1-1 0 0 0,-1 0 0 0 0,1 0 0 0 0,-4-3 0 0 0,4 5 19 0 0,-1 0 0 0 0,1 0 0 0 0,-1 0-1 0 0,1 1 1 0 0,0-1 0 0 0,-1 0 0 0 0,1 1-1 0 0,-1-1 1 0 0,0 1 0 0 0,1 0 0 0 0,-1-1-1 0 0,1 1 1 0 0,-1 0 0 0 0,0 0 0 0 0,1 0-1 0 0,-1 0 1 0 0,1 0 0 0 0,-1 0 0 0 0,0 1-1 0 0,1-1 1 0 0,-1 1 0 0 0,1-1 0 0 0,-1 1-1 0 0,1-1 1 0 0,-1 1 0 0 0,1 0 0 0 0,0 0 0 0 0,-1-1-1 0 0,1 1 1 0 0,0 0 0 0 0,-3 3 0 0 0,-5 3 113 0 0,-1 1 1 0 0,1 0-1 0 0,1 1 1 0 0,0 0 0 0 0,0 0-1 0 0,-9 14 1 0 0,-35 67 542 0 0,45-77-577 0 0,-20 39 121 0 0,2 2 1 0 0,2 1-1 0 0,3 0 0 0 0,2 2 0 0 0,2 0 1 0 0,-14 107-1 0 0,28-146-257 0 0,2-1 1 0 0,-1 1 0 0 0,2-1-1 0 0,1 1 1 0 0,0-1-1 0 0,1 0 1 0 0,5 18 0 0 0,-5-26-439 0 0,1 1 1 0 0,0-1 0 0 0,0-1 0 0 0,1 1 0 0 0,10 14 0 0 0,-10-16-505 0 0,1-1 1 0 0,0 1 0 0 0,0-1 0 0 0,0-1 0 0 0,1 1 0 0 0,0-1-1 0 0,10 6 1 0 0,10 2-6183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5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406 142 1132 0 0,'11'-7'1358'0'0,"-1"-1"0"0"0,0-1 0 0 0,0 0 0 0 0,-1 0 0 0 0,0-1 0 0 0,14-20 0 0 0,-23 29-1327 0 0,1 0 0 0 0,-1 1-1 0 0,1-1 1 0 0,-1 1 0 0 0,0-1-1 0 0,1 0 1 0 0,-1 1 0 0 0,0-1-1 0 0,0 1 1 0 0,1-1 0 0 0,-1 0-1 0 0,0 0 1 0 0,0 1-1 0 0,0-1 1 0 0,0 0 0 0 0,0 1-1 0 0,0-1 1 0 0,0 0 0 0 0,0 1-1 0 0,0-1 1 0 0,0 0 0 0 0,0 0-1 0 0,0 1 1 0 0,-1-1 0 0 0,1 0-1 0 0,0 1 1 0 0,-1-1 0 0 0,1 0-1 0 0,0 1 1 0 0,-1-1 0 0 0,1 1-1 0 0,0-1 1 0 0,-1 1 0 0 0,1-1-1 0 0,-1 1 1 0 0,1-1 0 0 0,-1 1-1 0 0,0-1 1 0 0,1 1-1 0 0,-1-1 1 0 0,1 1 0 0 0,-1 0-1 0 0,0 0 1 0 0,1-1 0 0 0,-1 1-1 0 0,0 0 1 0 0,1 0 0 0 0,-1-1-1 0 0,0 1 1 0 0,1 0 0 0 0,-1 0-1 0 0,0 0 1 0 0,0 0 0 0 0,0 0-1 0 0,-5 0 36 0 0,0-1 1 0 0,1 1-1 0 0,-1 0 0 0 0,-9 2 0 0 0,-1 1 38 0 0,0 1 0 0 0,0 1 0 0 0,1 0 0 0 0,-1 2-1 0 0,-26 14 1 0 0,-68 50 171 0 0,90-57-231 0 0,14-10-27 0 0,-28 20 59 0 0,-36 32 1 0 0,63-50-63 0 0,-1 2 0 0 0,1-1-1 0 0,0 1 1 0 0,0 0 0 0 0,1 1 0 0 0,0 0-1 0 0,1 0 1 0 0,0 0 0 0 0,0 0 0 0 0,-4 12 0 0 0,9-19-8 0 0,-1 0-1 0 0,1 0 1 0 0,-1-1 0 0 0,1 1 0 0 0,0 0 0 0 0,0 0 0 0 0,0 0 0 0 0,0 0 0 0 0,0 0 0 0 0,0 0 0 0 0,0 0 0 0 0,1 0 0 0 0,-1 0 0 0 0,1 0 0 0 0,-1 0 0 0 0,1-1 0 0 0,0 1 0 0 0,0 0-1 0 0,0 0 1 0 0,0-1 0 0 0,1 3 0 0 0,1-1 1 0 0,0-1-1 0 0,0 1 1 0 0,-1-1-1 0 0,2 0 0 0 0,-1 1 1 0 0,0-1-1 0 0,0-1 1 0 0,1 1-1 0 0,-1 0 1 0 0,6 1-1 0 0,3 0-1 0 0,0 0 0 0 0,0 0-1 0 0,1-2 1 0 0,-1 1 0 0 0,22-1 0 0 0,-20-2-7 0 0,0-1-1 0 0,-1 0 1 0 0,1-1 0 0 0,0-1 0 0 0,-1 0 0 0 0,1 0 0 0 0,-1-1 0 0 0,0-1 0 0 0,-1 0 0 0 0,1-1 0 0 0,-1-1 0 0 0,-1 0 0 0 0,1 0 0 0 0,-2-1 0 0 0,1 0-1 0 0,14-18 1 0 0,4-7 222 0 0,-2-2-1 0 0,-1-1 0 0 0,37-74 0 0 0,-54 96-85 0 0,-5 7 142 0 0,-14 23-63 0 0,-5 11-44 0 0,1 1 0 0 0,-14 35 0 0 0,24-51-193 0 0,1 0-1 0 0,-1 0 0 0 0,2 0 0 0 0,-1 1 0 0 0,2 0 0 0 0,0-1 0 0 0,0 1 1 0 0,2 21-1 0 0,-1-30-72 0 0,0 0 1 0 0,1-1-1 0 0,-1 1 0 0 0,1 0 1 0 0,0-1-1 0 0,-1 1 1 0 0,1 0-1 0 0,1-1 0 0 0,-1 1 1 0 0,0-1-1 0 0,0 0 1 0 0,1 1-1 0 0,0-1 1 0 0,-1 0-1 0 0,1 0 0 0 0,0 0 1 0 0,0 0-1 0 0,0 0 1 0 0,3 2-1 0 0,-2-3-14 0 0,1 1 0 0 0,-1-1 1 0 0,0 0-1 0 0,1 0 0 0 0,-1 0 0 0 0,1 0 1 0 0,-1-1-1 0 0,1 1 0 0 0,-1-1 0 0 0,1 0 1 0 0,-1 0-1 0 0,1 0 0 0 0,3-1 0 0 0,5-1-45 0 0,-1-1 0 0 0,0 0 0 0 0,0-1 0 0 0,-1 0 0 0 0,1 0-1 0 0,-1-1 1 0 0,0-1 0 0 0,12-8 0 0 0,15-15 20 0 0,-1-2-1 0 0,31-36 1 0 0,-37 36 524 0 0,1 1-1 0 0,62-46 1 0 0,-91 75-327 0 0,0-1 1 0 0,0 1-1 0 0,0 0 1 0 0,1-1-1 0 0,-1 1 0 0 0,0 0 1 0 0,1 0-1 0 0,-1 0 0 0 0,1 1 1 0 0,-1-1-1 0 0,1 1 0 0 0,-1-1 1 0 0,1 1-1 0 0,-1 0 0 0 0,1 0 1 0 0,-1 0-1 0 0,1 0 1 0 0,-1 0-1 0 0,1 1 0 0 0,-1-1 1 0 0,5 2-1 0 0,-5-1 14 0 0,0 1 0 0 0,0-1 1 0 0,0 1-1 0 0,0-1 0 0 0,-1 1 0 0 0,1 0 0 0 0,0 0 1 0 0,-1 0-1 0 0,1 0 0 0 0,-1 0 0 0 0,0 0 0 0 0,1 0 1 0 0,-1 0-1 0 0,0 0 0 0 0,0 1 0 0 0,-1-1 0 0 0,1 0 1 0 0,0 1-1 0 0,-1-1 0 0 0,1 1 0 0 0,-1 3 0 0 0,1 3 55 0 0,-1 0 0 0 0,0-1 0 0 0,0 1-1 0 0,-1 0 1 0 0,-1 0 0 0 0,1-1-1 0 0,-5 14 1 0 0,-25 57 375 0 0,11-32 451 0 0,17-39-504 0 0,3-12-145 0 0,7-13-156 0 0,18-21-106 0 0,2 1 0 0 0,61-65 0 0 0,-70 84-79 0 0,1 1 0 0 0,1 1 0 0 0,0 0 0 0 0,1 1 0 0 0,1 2 1 0 0,41-20-1 0 0,-60 31 26 0 0,1 1-1 0 0,-1 0 1 0 0,1 0 0 0 0,-1 0 0 0 0,1 0 0 0 0,0 0 0 0 0,-1 1 0 0 0,1-1-1 0 0,0 1 1 0 0,-1 0 0 0 0,1 1 0 0 0,0-1 0 0 0,-1 0 0 0 0,1 1 0 0 0,0 0-1 0 0,-1 0 1 0 0,1 0 0 0 0,6 3 0 0 0,-8-2 38 0 0,0-1-1 0 0,0 1 1 0 0,1 0 0 0 0,-1 0-1 0 0,-1 0 1 0 0,1 0 0 0 0,0 0-1 0 0,0 0 1 0 0,-1 0 0 0 0,1 1-1 0 0,-1-1 1 0 0,0 1 0 0 0,0-1-1 0 0,0 1 1 0 0,0-1 0 0 0,0 1-1 0 0,0 0 1 0 0,-1-1 0 0 0,1 1-1 0 0,-1 0 1 0 0,0 0 0 0 0,0 0-1 0 0,0-1 1 0 0,0 1 0 0 0,-1 5-1 0 0,-2 9 202 0 0,0 0 0 0 0,-1-1 0 0 0,-1 0 0 0 0,-14 31 0 0 0,-36 60 227 0 0,53-103-443 0 0,-5 7 63 0 0,6-10-61 0 0,0 1 1 0 0,0-1 0 0 0,0 1 0 0 0,0 0 0 0 0,0-1 0 0 0,0 1 0 0 0,0 0 0 0 0,1 0 0 0 0,-1-1-1 0 0,1 1 1 0 0,-1 0 0 0 0,1 0 0 0 0,0 3 0 0 0,0-3 23 0 0,3-2-21 0 0,7-1-251 0 0,0 0 0 0 0,0 0 1 0 0,-1-1-1 0 0,1-1 0 0 0,0 0 0 0 0,-1 0 0 0 0,14-7 0 0 0,67-39-4892 0 0,-75 41 3985 0 0,15-11-2948 0 0,0 0-2023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7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97 819 240 0 0,'21'-11'8169'0'0,"-1"4"-4235"0"0,-18 6-3081 0 0,13 6 113 0 0,-8 0-889 0 0,1 0 0 0 0,0-1 0 0 0,-1 0 0 0 0,1 0 1 0 0,1-1-1 0 0,-1 0 0 0 0,0-1 0 0 0,1 0 0 0 0,0 0 0 0 0,-1 0 0 0 0,18 0 0 0 0,-16-2-55 0 0,0 0 0 0 0,0 0 0 0 0,1-1-1 0 0,-1 0 1 0 0,0 0 0 0 0,-1-1-1 0 0,1-1 1 0 0,0 0 0 0 0,-1 0-1 0 0,14-7 1 0 0,-17 6-18 0 0,-1 0 1 0 0,0 0-1 0 0,0-1 0 0 0,0 0 0 0 0,-1 0 1 0 0,0 0-1 0 0,1 0 0 0 0,-2-1 0 0 0,1 0 1 0 0,-1 0-1 0 0,0 0 0 0 0,0 0 0 0 0,2-7 1 0 0,-4 10-8 0 0,1 0 0 0 0,-1 0 0 0 0,0-1 0 0 0,0 1 0 0 0,0-1 0 0 0,-1 1 0 0 0,1 0-1 0 0,-1-1 1 0 0,0 1 0 0 0,0-1 0 0 0,0 1 0 0 0,-1-1 0 0 0,1 1 0 0 0,-1-1 0 0 0,1 1 0 0 0,-1-1 0 0 0,0 1 0 0 0,-1 0 0 0 0,1 0 0 0 0,0-1 0 0 0,-1 1 0 0 0,0 0 0 0 0,0 0 0 0 0,0 1 0 0 0,0-1 0 0 0,-3-3 0 0 0,1 3-2 0 0,1 1 0 0 0,-1 0 0 0 0,0 1 0 0 0,1-1 1 0 0,-1 1-1 0 0,0 0 0 0 0,0 0 0 0 0,0 0 0 0 0,0 0 0 0 0,0 0 0 0 0,0 1 0 0 0,0 0 0 0 0,0 0 0 0 0,0 0 1 0 0,0 0-1 0 0,0 1 0 0 0,-4 1 0 0 0,-7 1 4 0 0,-1 1 0 0 0,-27 10 0 0 0,16-3 169 0 0,1 1 0 0 0,1 1 0 0 0,0 1 0 0 0,1 1 0 0 0,0 2 0 0 0,2 0 0 0 0,0 1 0 0 0,1 1 0 0 0,-24 27 0 0 0,42-43-145 0 0,0 1-1 0 0,1 0 1 0 0,-1 0 0 0 0,1 0-1 0 0,-1 0 1 0 0,1 0-1 0 0,0 1 1 0 0,1-1 0 0 0,-1 1-1 0 0,1-1 1 0 0,0 1 0 0 0,0-1-1 0 0,-1 10 1 0 0,3-11-12 0 0,-1 0 0 0 0,1 0-1 0 0,-1 0 1 0 0,1 0 0 0 0,0 0 0 0 0,0 0-1 0 0,0 0 1 0 0,1 0 0 0 0,-1 0-1 0 0,1-1 1 0 0,0 1 0 0 0,-1 0 0 0 0,1-1-1 0 0,0 1 1 0 0,1-1 0 0 0,-1 0 0 0 0,0 0-1 0 0,1 0 1 0 0,-1 0 0 0 0,1 0 0 0 0,3 2-1 0 0,6 3-165 0 0,1-1-1 0 0,-1 0 1 0 0,1-1-1 0 0,1 0 1 0 0,-1-1-1 0 0,1 0 1 0 0,-1-1-1 0 0,1-1 1 0 0,0 0-1 0 0,0-1 1 0 0,0 0-1 0 0,1-1 1 0 0,-1-1-1 0 0,20-3 1 0 0,-14 0-433 0 0,0 0-1 0 0,-1-1 1 0 0,1-1 0 0 0,-1-1 0 0 0,-1 0-1 0 0,1-2 1 0 0,-1 0 0 0 0,-1-1 0 0 0,26-18 0 0 0,-27 14 316 0 0,-1 1 1 0 0,0-2-1 0 0,-1 0 1 0 0,23-34 0 0 0,37-73 3115 0 0,-70 114-2458 0 0,-3 6-327 0 0,-1 1 0 0 0,1 0 0 0 0,0-1 0 0 0,0 1 0 0 0,0 0 0 0 0,0 0 0 0 0,0 0 0 0 0,0 0 0 0 0,0-1 0 0 0,0 1 0 0 0,0 1 0 0 0,1-1 1 0 0,-1 0-1 0 0,0 0 0 0 0,0 0 0 0 0,1 1 0 0 0,-1-1 0 0 0,1 1 0 0 0,-1-1 0 0 0,1 1 0 0 0,-1-1 0 0 0,1 1 0 0 0,-1 0 0 0 0,2 0 0 0 0,0 0 45 0 0,0 0 0 0 0,0 1 0 0 0,0 0 0 0 0,0-1 0 0 0,-1 1-1 0 0,1 0 1 0 0,0 1 0 0 0,-1-1 0 0 0,1 0 0 0 0,-1 1 0 0 0,5 3 0 0 0,2 2 176 0 0,0 1 0 0 0,-1 0 1 0 0,0 0-1 0 0,0 1 0 0 0,8 13 0 0 0,-11-15-170 0 0,-1-1 0 0 0,-1 1 0 0 0,1 0 0 0 0,-1 0 0 0 0,0 1 0 0 0,-1-1 0 0 0,0 0 0 0 0,0 1 0 0 0,0 0 0 0 0,-1-1 0 0 0,0 1 0 0 0,-1 0 0 0 0,0 14 0 0 0,-1-16-66 0 0,0 0 0 0 0,0-1 0 0 0,-1 1 0 0 0,1 0-1 0 0,-1-1 1 0 0,-1 1 0 0 0,1-1 0 0 0,-1 0 0 0 0,0 0-1 0 0,0 0 1 0 0,0 0 0 0 0,-1 0 0 0 0,0-1 0 0 0,0 1-1 0 0,0-1 1 0 0,0 0 0 0 0,0-1 0 0 0,-11 7 0 0 0,9-6-5 0 0,0 0 0 0 0,-1-1 0 0 0,1 0 0 0 0,-1 0 0 0 0,0 0 0 0 0,0-1 0 0 0,0 0 0 0 0,0-1 0 0 0,0 0 1 0 0,-12 1-1 0 0,18-2-39 0 0,1 0 0 0 0,0 0 0 0 0,-1 0 1 0 0,1 0-1 0 0,0 0 0 0 0,-1 0 0 0 0,1 0 1 0 0,0 0-1 0 0,-1 0 0 0 0,1 0 0 0 0,0-1 0 0 0,-1 1 1 0 0,1 0-1 0 0,0 0 0 0 0,0 0 0 0 0,-1 0 1 0 0,1-1-1 0 0,0 1 0 0 0,0 0 0 0 0,-1 0 0 0 0,1-1 1 0 0,0 1-1 0 0,0 0 0 0 0,0 0 0 0 0,0-1 1 0 0,-1 1-1 0 0,1 0 0 0 0,0-1 0 0 0,0 1 1 0 0,0 0-1 0 0,0-1 0 0 0,0 1 0 0 0,0 0 0 0 0,0-1 1 0 0,0 1-1 0 0,0 0 0 0 0,0-1 0 0 0,0 1 1 0 0,0 0-1 0 0,0-1 0 0 0,0 1 0 0 0,0 0 1 0 0,0-1-1 0 0,0 1 0 0 0,0 0 0 0 0,0 0 0 0 0,0-1 1 0 0,1 1-1 0 0,-1 0 0 0 0,0-1 0 0 0,0 1 1 0 0,0 0-1 0 0,1 0 0 0 0,-1-1 0 0 0,0 1 0 0 0,0 0 1 0 0,1 0-1 0 0,-1-1 0 0 0,12-15-8 0 0,14-10-48 0 0,2 1-1 0 0,0 1 1 0 0,40-25-1 0 0,101-54-95 0 0,-110 68 123 0 0,-7 7 2 0 0,-28 15 26 0 0,0-1 0 0 0,0 0 0 0 0,-2-2-1 0 0,27-23 1 0 0,-49 39 0 0 0,0 0 0 0 0,1 0 0 0 0,-1 0 1 0 0,0 0-1 0 0,0-1 0 0 0,0 1 0 0 0,0 0 0 0 0,1 0 0 0 0,-1 0 1 0 0,0 0-1 0 0,0 0 0 0 0,0-1 0 0 0,0 1 0 0 0,0 0 0 0 0,1 0 1 0 0,-1 0-1 0 0,0 0 0 0 0,0-1 0 0 0,0 1 0 0 0,0 0 0 0 0,0 0 1 0 0,0 0-1 0 0,0 0 0 0 0,0-1 0 0 0,0 1 0 0 0,0 0 0 0 0,0 0 1 0 0,0-1-1 0 0,0 1 0 0 0,0 0 0 0 0,0 0 0 0 0,0 0 0 0 0,0-1 0 0 0,0 1 1 0 0,0 0-1 0 0,0 0 0 0 0,0 0 0 0 0,0-1 0 0 0,0 1 0 0 0,0 0 1 0 0,0 0-1 0 0,0 0 0 0 0,-1 0 0 0 0,1-1 0 0 0,0 1 0 0 0,0 0 1 0 0,0 0-1 0 0,0 0 0 0 0,0 0 0 0 0,-1 0 0 0 0,1-1 0 0 0,0 1 1 0 0,0 0-1 0 0,0 0 0 0 0,0 0 0 0 0,-1 0 0 0 0,1 0 0 0 0,0 0 1 0 0,0 0-1 0 0,0 0 0 0 0,-1 0 0 0 0,1 0 0 0 0,0 0 0 0 0,0 0 1 0 0,0 0-1 0 0,-1 0 0 0 0,1 0 0 0 0,0 0 0 0 0,-13 0-3 0 0,3 1 7 0 0,1 1 1 0 0,0 1-1 0 0,0-1 0 0 0,0 2 1 0 0,0-1-1 0 0,-11 7 0 0 0,-50 33 119 0 0,51-31-68 0 0,5-3-25 0 0,1 1 0 0 0,0 0 0 0 0,0 1 0 0 0,1 0 0 0 0,0 1 1 0 0,1 1-1 0 0,0 0 0 0 0,-12 20 0 0 0,20-28-20 0 0,0 0 0 0 0,1 0 0 0 0,0 0 0 0 0,0 1 0 0 0,0-1 0 0 0,0 1 0 0 0,1-1 0 0 0,0 1 0 0 0,0-1 0 0 0,1 1 0 0 0,0 0 0 0 0,0 5 0 0 0,1-6 0 0 0,0 0 0 0 0,0 0 0 0 0,0-1 0 0 0,1 1 0 0 0,-1 0 0 0 0,1-1 0 0 0,1 0 0 0 0,-1 1 0 0 0,0-1 0 0 0,1 0 1 0 0,0 0-1 0 0,0-1 0 0 0,0 1 0 0 0,1 0 0 0 0,-1-1 0 0 0,5 4 0 0 0,1 0-1 0 0,1-1 1 0 0,0 1-1 0 0,0-1 1 0 0,1-1-1 0 0,0 0 1 0 0,-1 0-1 0 0,2-1 1 0 0,-1-1-1 0 0,0 0 0 0 0,1 0 1 0 0,-1-1-1 0 0,1 0 1 0 0,0-1-1 0 0,0-1 1 0 0,-1 0-1 0 0,1 0 1 0 0,19-4-1 0 0,-13 1-214 0 0,0-1-1 0 0,-1-1 1 0 0,1-1-1 0 0,-1 0 1 0 0,0-1-1 0 0,0-1 1 0 0,-1 0-1 0 0,0-1 1 0 0,-1-1 0 0 0,24-19-1 0 0,-14 6-385 0 0,-1-2-1 0 0,-1-1 1 0 0,-1 0-1 0 0,-2-2 1 0 0,-1 0-1 0 0,24-46 1 0 0,-8 3-336 0 0,42-127 0 0 0,-61 153 1179 0 0,-3 0 0 0 0,-1-1 1 0 0,-3-1-1 0 0,5-66 0 0 0,-13 98 51 0 0,0 6 45 0 0,-1 0-1 0 0,0 0 1 0 0,-2-16 0 0 0,2 25-318 0 0,0-1-1 0 0,0 1 1 0 0,0 0 0 0 0,1 0 0 0 0,-2-1 0 0 0,1 1-1 0 0,0 0 1 0 0,0 0 0 0 0,0-1 0 0 0,0 1 0 0 0,0 0-1 0 0,0 0 1 0 0,0-1 0 0 0,0 1 0 0 0,0 0-1 0 0,0 0 1 0 0,0 0 0 0 0,-1-1 0 0 0,1 1 0 0 0,0 0-1 0 0,0 0 1 0 0,0 0 0 0 0,0-1 0 0 0,-1 1 0 0 0,1 0-1 0 0,0 0 1 0 0,0 0 0 0 0,0 0 0 0 0,-1 0-1 0 0,1-1 1 0 0,0 1 0 0 0,0 0 0 0 0,-1 0 0 0 0,1 0-1 0 0,0 0 1 0 0,0 0 0 0 0,-1 0 0 0 0,1 0 0 0 0,0 0-1 0 0,0 0 1 0 0,-1 0 0 0 0,1 0 0 0 0,0 0-1 0 0,0 0 1 0 0,-1 0 0 0 0,1 0 0 0 0,0 0 0 0 0,0 0-1 0 0,0 0 1 0 0,-1 0 0 0 0,1 1 0 0 0,0-1 0 0 0,0 0-1 0 0,-1 0 1 0 0,1 0 0 0 0,0 0 0 0 0,0 0-1 0 0,0 1 1 0 0,0-1 0 0 0,-1 0 0 0 0,1 0 0 0 0,0 0-1 0 0,0 1 1 0 0,-10 13 918 0 0,1 14-302 0 0,2 0 1 0 0,1 1-1 0 0,1 1 0 0 0,-2 44 1 0 0,1-15-112 0 0,-53 304 985 0 0,31-206-1273 0 0,27-151-267 0 0,-3 11-156 0 0,2 1 0 0 0,-1 25 0 0 0,3-39-180 0 0,0 0-1 0 0,1 0 1 0 0,-1 1-1 0 0,1-1 1 0 0,0 0-1 0 0,0 0 1 0 0,0 0-1 0 0,0 0 1 0 0,1 0-1 0 0,0 0 1 0 0,-1-1-1 0 0,1 1 1 0 0,1 0-1 0 0,-1-1 1 0 0,5 6-1 0 0,5-3-4639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7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118 236 276 0 0,'-28'-35'4170'0'0,"11"16"-1978"0"0,2-1 0 0 0,0-1 1 0 0,1 0-1 0 0,-12-27 0 0 0,26 47-2136 0 0,-1 0 0 0 0,1 0 0 0 0,-1 0-1 0 0,1-1 1 0 0,0 1 0 0 0,0 0-1 0 0,-1 0 1 0 0,1 0 0 0 0,0 0 0 0 0,0-1-1 0 0,0 1 1 0 0,0 0 0 0 0,1 0 0 0 0,-1 0-1 0 0,0 0 1 0 0,0 0 0 0 0,1-1-1 0 0,-1 1 1 0 0,0 0 0 0 0,1 0 0 0 0,-1 0-1 0 0,1 0 1 0 0,0 0 0 0 0,0-1-1 0 0,1 0 4 0 0,1 0 0 0 0,-1 0 0 0 0,0 0-1 0 0,1 0 1 0 0,-1 0 0 0 0,1 1-1 0 0,0-1 1 0 0,-1 1 0 0 0,5-2 0 0 0,5-1 30 0 0,0 0 1 0 0,1 1 0 0 0,18-2-1 0 0,14 1-39 0 0,0 1-1 0 0,0 3 1 0 0,46 5-1 0 0,134 26-3870 0 0,-171-18 1242 0 0,-9-2-2762 0 0,-29-8 1542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09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13 848 0 0,'0'0'2292'0'0,"-16"3"3342"0"0,12-1-5269 0 0,0 0 0 0 0,0 0 0 0 0,1 1 1 0 0,0 0-1 0 0,-1 0 0 0 0,1 0 0 0 0,0 0 0 0 0,0 0 0 0 0,0 0 0 0 0,1 1 0 0 0,-1 0 1 0 0,1-1-1 0 0,0 1 0 0 0,0 0 0 0 0,-2 5 0 0 0,-4 14 1032 0 0,-10 34-1 0 0,14-44-1055 0 0,-52 183 2068 0 0,35-139 393 0 0,25-67-2577 0 0,2 0-204 0 0,0 1 0 0 0,1 0-1 0 0,0 0 1 0 0,1 1 0 0 0,0-1-1 0 0,10-7 1 0 0,56-39 94 0 0,-68 51-114 0 0,24-17-73 0 0,61-31 0 0 0,-81 47 57 0 0,0 0 1 0 0,0 1-1 0 0,1 1 0 0 0,0 0 1 0 0,0 0-1 0 0,0 1 0 0 0,0 0 1 0 0,0 1-1 0 0,0 0 0 0 0,17 1 0 0 0,-22 1 2 0 0,0 0-1 0 0,0 1 0 0 0,0 0 0 0 0,0 0 1 0 0,0 0-1 0 0,0 0 0 0 0,0 1 0 0 0,10 7 0 0 0,-2 0 15 0 0,24 23 0 0 0,-25-21 40 0 0,26 19-1 0 0,-33-27-28 0 0,-1-1 1 0 0,1 0-1 0 0,-1 0 0 0 0,1-1 1 0 0,0 1-1 0 0,0-1 0 0 0,0-1 0 0 0,12 3 1 0 0,-9-3-26 0 0,0-1-1 0 0,0 0 1 0 0,0-1 0 0 0,0 1 0 0 0,0-2-1 0 0,-1 1 1 0 0,1-1 0 0 0,0-1-1 0 0,-1 1 1 0 0,1-1 0 0 0,-1-1 0 0 0,0 0-1 0 0,0 0 1 0 0,-1 0 0 0 0,1-1 0 0 0,-1 0-1 0 0,0-1 1 0 0,0 0 0 0 0,6-6 0 0 0,-3 1-90 0 0,0 0 1 0 0,-1-1-1 0 0,0 0 1 0 0,-1 0-1 0 0,-1-1 1 0 0,0 0 0 0 0,0-1-1 0 0,-1 1 1 0 0,-1-1-1 0 0,6-27 1 0 0,-10 39 80 0 0,0-1-1 0 0,-1 0 1 0 0,1 0 0 0 0,-1 0 0 0 0,0 0 0 0 0,0 0 0 0 0,0 0-1 0 0,0 0 1 0 0,-1 0 0 0 0,1 0 0 0 0,-1 0 0 0 0,-1-3 0 0 0,1 5 13 0 0,1-1 1 0 0,-1 1 0 0 0,0 0-1 0 0,0 0 1 0 0,0-1 0 0 0,-1 1-1 0 0,1 0 1 0 0,0 0 0 0 0,0 0-1 0 0,-1 0 1 0 0,1 0 0 0 0,0 0 0 0 0,-1 1-1 0 0,1-1 1 0 0,-1 0 0 0 0,1 1-1 0 0,-1-1 1 0 0,1 1 0 0 0,-1 0-1 0 0,1-1 1 0 0,-1 1 0 0 0,0 0-1 0 0,1 0 1 0 0,-1 0 0 0 0,1 0 0 0 0,-1 0-1 0 0,-2 1 1 0 0,-9 0-4 0 0,0 2-1 0 0,0 0 1 0 0,0 0-1 0 0,0 1 1 0 0,1 1 0 0 0,0 0-1 0 0,0 0 1 0 0,0 2-1 0 0,0-1 1 0 0,1 2 0 0 0,-14 11-1 0 0,10-8 0 0 0,1 2 0 0 0,0 0-1 0 0,1 0 1 0 0,1 1 0 0 0,0 1 0 0 0,1 0-1 0 0,-18 31 1 0 0,26-40 16 0 0,0 0 0 0 0,0 1-1 0 0,1-1 1 0 0,0 1-1 0 0,0 0 1 0 0,1-1 0 0 0,-1 1-1 0 0,1 0 1 0 0,1 0-1 0 0,-1 0 1 0 0,1 0 0 0 0,2 10-1 0 0,-1-12 2 0 0,0 0 0 0 0,1 0 0 0 0,-1 0 0 0 0,1 0 0 0 0,0 0 0 0 0,1-1 0 0 0,-1 1-1 0 0,1-1 1 0 0,0 0 0 0 0,0 1 0 0 0,0-1 0 0 0,1 0 0 0 0,0-1 0 0 0,-1 1 0 0 0,1-1 0 0 0,0 0-1 0 0,5 4 1 0 0,3 0-157 0 0,0 0-1 0 0,1 0 1 0 0,0-1-1 0 0,0 0 0 0 0,0-1 1 0 0,0-1-1 0 0,1 0 1 0 0,0-1-1 0 0,0 0 1 0 0,0-1-1 0 0,0-1 0 0 0,27 0 1 0 0,-21-3-315 0 0,1 0 0 0 0,0-2 0 0 0,-1 0-1 0 0,0-2 1 0 0,0 0 0 0 0,-1-1 0 0 0,1-1 0 0 0,21-12 0 0 0,5-7 6 0 0,-1-3 1 0 0,-1-1-1 0 0,-1-2 1 0 0,-2-2-1 0 0,-2-2 1 0 0,46-54-1 0 0,-35 41 724 0 0,-48 48 156 0 0,-2 3-374 0 0,0-1-1 0 0,1 1 1 0 0,-1-1 0 0 0,0 1-1 0 0,0-1 1 0 0,0 1-1 0 0,0-1 1 0 0,0 1 0 0 0,0-1-1 0 0,1 1 1 0 0,-1-1-1 0 0,0 1 1 0 0,0-1 0 0 0,0 1-1 0 0,-1 0 1 0 0,1-1-1 0 0,0 1 1 0 0,0-1 0 0 0,0 1-1 0 0,0-1 1 0 0,0 1-1 0 0,-1-1 1 0 0,1 1 0 0 0,0-1-1 0 0,-5 16 479 0 0,5-16-516 0 0,-99 205 3939 0 0,60-129-3364 0 0,29-53 205 0 0,9-21-256 0 0,7-14-405 0 0,12-20-81 0 0,0 0-1 0 0,33-42 0 0 0,-30 45-45 0 0,0 0-48 0 0,35-38 1 0 0,-48 58 22 0 0,0 1 1 0 0,1 0 0 0 0,0 1 0 0 0,1 0 0 0 0,0 0 0 0 0,0 1-1 0 0,0 0 1 0 0,14-5 0 0 0,-21 10 21 0 0,0 0 0 0 0,-1 0-1 0 0,1 0 1 0 0,0 0 0 0 0,0 1-1 0 0,0-1 1 0 0,0 1 0 0 0,0 0 0 0 0,-1 0-1 0 0,1 0 1 0 0,0 0 0 0 0,0 0-1 0 0,0 1 1 0 0,0-1 0 0 0,0 1-1 0 0,0 0 1 0 0,-1-1 0 0 0,1 2 0 0 0,0-1-1 0 0,-1 0 1 0 0,1 0 0 0 0,-1 1-1 0 0,1-1 1 0 0,-1 1 0 0 0,0 0 0 0 0,1 0-1 0 0,1 2 1 0 0,-2-1 1 0 0,1 1 1 0 0,-1-1-1 0 0,0 1 0 0 0,0 0 1 0 0,0-1-1 0 0,-1 1 0 0 0,1 0 1 0 0,-1 0-1 0 0,0 0 0 0 0,0 0 1 0 0,-1 0-1 0 0,1 1 0 0 0,-1-1 1 0 0,1 0-1 0 0,-2 0 0 0 0,1 0 0 0 0,0 0 1 0 0,-2 7-1 0 0,-4 11 2 0 0,-1 1 0 0 0,-1-1 0 0 0,-1 0 1 0 0,-1-1-1 0 0,-1 0 0 0 0,-22 31 0 0 0,10-16 168 0 0,16-28-55 0 0,3-10-16 0 0,4 1-93 0 0,0 0 0 0 0,-1 0 0 0 0,1 0 0 0 0,0 0 0 0 0,0 0 0 0 0,1 0 0 0 0,-1 1 0 0 0,0-1-1 0 0,0 0 1 0 0,0 0 0 0 0,0 0 0 0 0,1 0 0 0 0,-1 0 0 0 0,0 0 0 0 0,1 0 0 0 0,-1 1 0 0 0,1-1 0 0 0,0-1-1 0 0,140-170 86 0 0,-124 153-132 0 0,2 1 1 0 0,0 1-1 0 0,1 1 0 0 0,0 1 1 0 0,1 1-1 0 0,39-20 0 0 0,-55 31 27 0 0,1 1 0 0 0,0 0-1 0 0,0 0 1 0 0,0 0-1 0 0,0 1 1 0 0,0 0 0 0 0,1 0-1 0 0,-1 0 1 0 0,0 1-1 0 0,0 0 1 0 0,0 0 0 0 0,1 1-1 0 0,10 2 1 0 0,-14-2 17 0 0,0 0 0 0 0,0 0 1 0 0,0 0-1 0 0,0 1 0 0 0,-1-1 0 0 0,1 1 1 0 0,0 0-1 0 0,-1 0 0 0 0,1 0 0 0 0,-1 0 1 0 0,0 0-1 0 0,0 1 0 0 0,0-1 0 0 0,0 1 1 0 0,0-1-1 0 0,0 1 0 0 0,-1 0 0 0 0,1-1 1 0 0,-1 1-1 0 0,0 0 0 0 0,0 0 0 0 0,0 0 1 0 0,0 0-1 0 0,0 0 0 0 0,-1 1 0 0 0,1-1 1 0 0,-1 0-1 0 0,0 4 0 0 0,0 6-6 0 0,0 0 0 0 0,-1 0 0 0 0,-1 0 1 0 0,0 0-1 0 0,-1 0 0 0 0,0-1 0 0 0,-5 13 0 0 0,-40 83 148 0 0,21-53-63 0 0,26-54-54 0 0,1 1 0 0 0,-1-1 0 0 0,0 0 0 0 0,1 1 0 0 0,-1-1 0 0 0,1 0 0 0 0,0 1 0 0 0,-1-1 0 0 0,1 1 0 0 0,0-1 0 0 0,0 0 1 0 0,0 1-1 0 0,0-1 0 0 0,0 1 0 0 0,0-1 0 0 0,0 1 0 0 0,0-1 0 0 0,1 0 0 0 0,-1 1 0 0 0,1-1 0 0 0,-1 0 0 0 0,1 1 0 0 0,0 1 0 0 0,1-2-2 0 0,-1 0-1 0 0,0 1 1 0 0,1-1 0 0 0,-1 0-1 0 0,1 0 1 0 0,0 0 0 0 0,-1 0-1 0 0,1 0 1 0 0,0 0-1 0 0,0-1 1 0 0,-1 1 0 0 0,1-1-1 0 0,0 1 1 0 0,0-1 0 0 0,2 1-1 0 0,7 0 29 0 0,1-1-1 0 0,0 1 0 0 0,-1-2 0 0 0,19-2 0 0 0,1-3 22 0 0,-1-2-1 0 0,0 0 1 0 0,0-2 0 0 0,-1-1-1 0 0,0-2 1 0 0,-1 0 0 0 0,29-20-1 0 0,-12 4-23 0 0,-2-2 0 0 0,-1-2 0 0 0,52-52 0 0 0,-76 66-58 0 0,17-21-1 0 0,-31 34 2 0 0,1 1 0 0 0,-1-1 0 0 0,-1 0 0 0 0,1-1 0 0 0,-1 1 0 0 0,0-1-1 0 0,-1 1 1 0 0,4-15 0 0 0,-5 20 7 0 0,-1 0 1 0 0,0 0-1 0 0,0 0 0 0 0,0-1 0 0 0,0 1 0 0 0,0 0 0 0 0,0 0 0 0 0,0-1 1 0 0,0 1-1 0 0,0 0 0 0 0,0 0 0 0 0,-1 0 0 0 0,1 0 0 0 0,-1-1 0 0 0,1 1 1 0 0,-1 0-1 0 0,1 0 0 0 0,-1 0 0 0 0,1 0 0 0 0,-1 0 0 0 0,0 0 0 0 0,0 0 1 0 0,1 0-1 0 0,-3-1 0 0 0,1 1-2 0 0,0 0 0 0 0,0 0 0 0 0,0 0 0 0 0,0 0 0 0 0,-1 1 0 0 0,1-1 0 0 0,0 1 1 0 0,0-1-1 0 0,-1 1 0 0 0,1 0 0 0 0,0 0 0 0 0,-3 0 0 0 0,-4 1-5 0 0,0 0 1 0 0,0 0-1 0 0,1 1 1 0 0,-1 0-1 0 0,-14 6 1 0 0,8-1-4 0 0,0 1 1 0 0,1 0 0 0 0,0 1-1 0 0,1 0 1 0 0,0 1 0 0 0,1 1-1 0 0,0 0 1 0 0,0 0 0 0 0,-14 20-1 0 0,22-26 10 0 0,0 1-1 0 0,1 0 0 0 0,-1 0 0 0 0,1 1 1 0 0,0-1-1 0 0,1 1 0 0 0,0 0 0 0 0,0-1 0 0 0,0 1 1 0 0,-1 12-1 0 0,3-14 7 0 0,0 1 0 0 0,0-1-1 0 0,1 1 1 0 0,0-1 0 0 0,0 1 0 0 0,0-1 0 0 0,1 1 0 0 0,-1-1 0 0 0,1 0 0 0 0,0 0 0 0 0,1 0-1 0 0,0 0 1 0 0,-1 0 0 0 0,1-1 0 0 0,4 6 0 0 0,10 9-7 0 0,1-1 0 0 0,0 0 0 0 0,1-1 0 0 0,1-1 0 0 0,0-1 1 0 0,1-1-1 0 0,27 14 0 0 0,164 69-1845 0 0,-87-50-1398 0 0,-61-24 669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1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478 182 120 0 0,'-11'-27'6029'0'0,"4"9"-4124"0"0,6 16-1442 0 0,-2-2 200 0 0,1 1-103 0 0,0 9-178 0 0,-49 206 2094 0 0,-291 665-851 0 0,333-853-1589 0 0,4-11 115 0 0,0 0-1 0 0,-1 0 0 0 0,-13 19 0 0 0,18-31 86 0 0,-2-4-104 0 0,2 3-128 0 0,0-1 0 0 0,1 1 1 0 0,-1 0-1 0 0,0-1 0 0 0,1 1 0 0 0,-1-1 0 0 0,1 1 0 0 0,-1-1 0 0 0,1 1 0 0 0,-1-1 0 0 0,1 1 0 0 0,-1-1 0 0 0,1 0 1 0 0,0 1-1 0 0,-1-1 0 0 0,1 0 0 0 0,0 1 0 0 0,-1-2 0 0 0,1-24 38 0 0,0-1 0 0 0,2 1 0 0 0,7-31 1 0 0,-2 0-31 0 0,-5 39-31 0 0,34-258-150 0 0,-22 194 154 0 0,35-113-1 0 0,-35 153 12 0 0,1 1 0 0 0,3 0 1 0 0,1 1-1 0 0,31-47 0 0 0,-33 62-12 0 0,1 0 0 0 0,1 2 0 0 0,1 0 0 0 0,1 1 0 0 0,2 2 0 0 0,0 0 0 0 0,29-20 0 0 0,-31 27-4 0 0,0 0-1 0 0,1 1 0 0 0,0 1 0 0 0,1 2 0 0 0,40-13 0 0 0,-50 19 23 0 0,0 0 1 0 0,0 1-1 0 0,0 0 1 0 0,0 1-1 0 0,0 0 0 0 0,1 1 1 0 0,-1 1-1 0 0,0 0 0 0 0,0 1 1 0 0,1 0-1 0 0,-1 1 0 0 0,13 5 1 0 0,-22-7 1 0 0,0 1-1 0 0,0 0 1 0 0,0 0 0 0 0,0 0 0 0 0,0 0 0 0 0,-1 0 0 0 0,1 1 0 0 0,-1 0 0 0 0,1 0 0 0 0,-1 0-1 0 0,0 0 1 0 0,0 0 0 0 0,0 0 0 0 0,-1 1 0 0 0,1-1 0 0 0,-1 1 0 0 0,0 0 0 0 0,0 0 0 0 0,0 0-1 0 0,-1 0 1 0 0,1 0 0 0 0,-1 0 0 0 0,0 0 0 0 0,0 1 0 0 0,0-1 0 0 0,-1 0 0 0 0,0 1 0 0 0,0-1-1 0 0,0 0 1 0 0,0 6 0 0 0,-2 1-7 0 0,0 0 1 0 0,-1 0-1 0 0,1-1 0 0 0,-2 0 0 0 0,0 1 1 0 0,0-1-1 0 0,-1 0 0 0 0,0-1 0 0 0,-1 1 1 0 0,1-1-1 0 0,-9 9 0 0 0,-3 2 5 0 0,-1 0 0 0 0,-1-1-1 0 0,-1-1 1 0 0,-31 22 0 0 0,36-30 16 0 0,-1 0 0 0 0,-1 0-1 0 0,0-2 1 0 0,0 0 0 0 0,-1-1 0 0 0,-34 9 0 0 0,49-15-92 0 0,0-1 0 0 0,0 1 0 0 0,-1-1 1 0 0,1 0-1 0 0,0 0 0 0 0,0 0 0 0 0,0 0 0 0 0,0-1 0 0 0,-1 0 0 0 0,1 1 0 0 0,0-1 1 0 0,0 0-1 0 0,0 0 0 0 0,0-1 0 0 0,0 1 0 0 0,1-1 0 0 0,-1 1 0 0 0,0-1 0 0 0,1 0 0 0 0,-4-3 1 0 0,5 4-22 0 0,1 1-1 0 0,-1-1 1 0 0,1 0 0 0 0,0 0 0 0 0,-1 0 0 0 0,1 1 0 0 0,0-1 0 0 0,-1 0 0 0 0,1 0 0 0 0,0 0 0 0 0,0 1 0 0 0,0-1 0 0 0,0 0 0 0 0,0 0 0 0 0,0 0 0 0 0,0 0-1 0 0,0 0 1 0 0,0 1 0 0 0,1-1 0 0 0,-1 0 0 0 0,0 0 0 0 0,0 0 0 0 0,1 1 0 0 0,-1-1 0 0 0,1 0 0 0 0,-1 0 0 0 0,1 0 0 0 0,14-18-2860 0 0,-7 11 438 0 0,3 0-642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48 1100 0 0,'2'-3'853'0'0,"0"1"-1"0"0,-1 0 0 0 0,1 0 1 0 0,-1-1-1 0 0,0 1 1 0 0,1-1-1 0 0,1-6 1051 0 0,-3 9-1822 0 0,0-1 0 0 0,0 1 0 0 0,0 0-1 0 0,0-1 1 0 0,0 1 0 0 0,0 0 0 0 0,0-1 0 0 0,-1 1-1 0 0,1 0 1 0 0,0-1 0 0 0,0 1 0 0 0,0 0-1 0 0,0 0 1 0 0,0-1 0 0 0,0 1 0 0 0,-1 0 0 0 0,1 0-1 0 0,0-1 1 0 0,0 1 0 0 0,0 0 0 0 0,-1 0 0 0 0,1 0-1 0 0,0-1 1 0 0,0 1 0 0 0,-1 0 0 0 0,1 0 0 0 0,0 0-1 0 0,-1 0 1 0 0,1-1 0 0 0,0 1 0 0 0,0 0 0 0 0,-1 0-1 0 0,-4 2 131 0 0,1 1 0 0 0,0-1 1 0 0,0 1-1 0 0,0 0 0 0 0,0 0 0 0 0,0 0 0 0 0,1 1 0 0 0,0-1 0 0 0,-1 1 0 0 0,1 0 0 0 0,1 0 0 0 0,-5 7 0 0 0,-6 12 233 0 0,-10 24 0 0 0,20-40-356 0 0,-5 8-8 0 0,1 0-1 0 0,1 1 0 0 0,1 0 1 0 0,0 0-1 0 0,1 1 1 0 0,1-1-1 0 0,0 1 1 0 0,2 0-1 0 0,-1 0 1 0 0,3 17-1 0 0,-1-31-65 0 0,0-1-1 0 0,0 1 1 0 0,1-1 0 0 0,0 1-1 0 0,-1-1 1 0 0,1 1-1 0 0,0-1 1 0 0,0 1 0 0 0,0-1-1 0 0,1 0 1 0 0,-1 1-1 0 0,0-1 1 0 0,1 0 0 0 0,0 0-1 0 0,-1 0 1 0 0,1 0-1 0 0,0-1 1 0 0,0 1 0 0 0,4 3-1 0 0,-2-4-1 0 0,-1 1 0 0 0,1-1 0 0 0,0 1-1 0 0,-1-1 1 0 0,1 0 0 0 0,0 0 0 0 0,0-1 0 0 0,0 1-1 0 0,0-1 1 0 0,0 0 0 0 0,0 0 0 0 0,4-1 0 0 0,3 0 5 0 0,0-1 1 0 0,0-1-1 0 0,0 0 1 0 0,0 0-1 0 0,0-1 0 0 0,0-1 1 0 0,-1 1-1 0 0,13-9 1 0 0,-13 5-2 0 0,0 0 0 0 0,0 0 0 0 0,-1-1-1 0 0,0 0 1 0 0,0 0 0 0 0,-1-1 0 0 0,0-1 0 0 0,-1 1 0 0 0,0-1 0 0 0,0 0 0 0 0,-2-1 0 0 0,1 0 0 0 0,5-19-1 0 0,-9 24-15 0 0,0 1-1 0 0,0-1 0 0 0,-1 0 1 0 0,0 0-1 0 0,0 0 0 0 0,-1 1 1 0 0,0-1-1 0 0,0 0 0 0 0,0 0 1 0 0,-1 0-1 0 0,0 0 0 0 0,-1 0 1 0 0,1 1-1 0 0,-1-1 0 0 0,-1 1 0 0 0,1-1 1 0 0,-1 1-1 0 0,0 0 0 0 0,-1 0 1 0 0,1 0-1 0 0,-1 0 0 0 0,0 1 1 0 0,-1-1-1 0 0,1 1 0 0 0,-1 0 1 0 0,-10-8-1 0 0,10 9-8 0 0,4 3 6 0 0,0-1-1 0 0,-1 1 1 0 0,1 0 0 0 0,-1 0 0 0 0,0 0 0 0 0,1 1-1 0 0,-1-1 1 0 0,0 0 0 0 0,1 1 0 0 0,-1-1 0 0 0,0 1-1 0 0,0-1 1 0 0,1 1 0 0 0,-1 0 0 0 0,0-1 0 0 0,-3 2 0 0 0,2-2-7 0 0,1 1 1 0 0,-1-1 0 0 0,1 1 0 0 0,-1 0 0 0 0,0 0 0 0 0,1 0 0 0 0,-1 1 0 0 0,1-1 0 0 0,-1 0 0 0 0,1 1 0 0 0,-1 0 0 0 0,1 0 0 0 0,0 0 0 0 0,-1 0-1 0 0,1 0 1 0 0,0 0 0 0 0,-1 0 0 0 0,1 1 0 0 0,0-1 0 0 0,0 1 0 0 0,0-1 0 0 0,0 1 0 0 0,1 0 0 0 0,-1 0 0 0 0,0 0 0 0 0,1 0 0 0 0,-1 0 0 0 0,1 0-1 0 0,0 1 1 0 0,0-1 0 0 0,0 0 0 0 0,0 1 0 0 0,0-1 0 0 0,-1 5 0 0 0,1-3-155 0 0,1 0 0 0 0,-1 0 0 0 0,1 1 0 0 0,-1-1 0 0 0,2 0 1 0 0,-1 0-1 0 0,0 1 0 0 0,1-1 0 0 0,-1 0 0 0 0,1 0 0 0 0,1 0 0 0 0,-1 1 0 0 0,0-1 0 0 0,1 0 0 0 0,0-1 0 0 0,0 1 1 0 0,0 0-1 0 0,0-1 0 0 0,1 1 0 0 0,5 5 0 0 0,-1-2-183 0 0,0-1 0 0 0,1-1 1 0 0,0 1-1 0 0,1-1 0 0 0,-1-1 0 0 0,1 1 1 0 0,0-1-1 0 0,0-1 0 0 0,0 0 0 0 0,0 0 0 0 0,0-1 1 0 0,1 0-1 0 0,10 1 0 0 0,-2-2 69 0 0,-1 0 0 0 0,0-1 0 0 0,0-1 0 0 0,0 0 0 0 0,1-1 0 0 0,24-7 0 0 0,-29 5 604 0 0,-1 0 0 0 0,0 0 0 0 0,1-1 1 0 0,-2-1-1 0 0,1 0 0 0 0,-1-1 0 0 0,0 0 0 0 0,0 0 0 0 0,-1-2 0 0 0,0 1 0 0 0,0-1 0 0 0,-1 0 0 0 0,0-1 0 0 0,-1 0 0 0 0,0-1 0 0 0,-1 1 0 0 0,10-18 0 0 0,-16 24-62 0 0,8-16 2001 0 0,-9 15-1116 0 0,-6 10-477 0 0,1 3-456 0 0,0 0-1 0 0,1 0 0 0 0,0 0 1 0 0,0 1-1 0 0,1 0 1 0 0,0 0-1 0 0,0 0 1 0 0,-1 17-1 0 0,-2 0-22 0 0,1-5-56 0 0,1 0 0 0 0,-1 34 0 0 0,4-45-112 0 0,1-1 0 0 0,0 1-1 0 0,1-1 1 0 0,0 0 0 0 0,1 1 0 0 0,0-1-1 0 0,0 0 1 0 0,5 12 0 0 0,-5-17-158 0 0,0-1 0 0 0,-1 0 1 0 0,1 0-1 0 0,0 0 0 0 0,1 0 1 0 0,-1 0-1 0 0,0-1 0 0 0,1 1 0 0 0,-1-1 1 0 0,1 1-1 0 0,0-1 0 0 0,0 0 1 0 0,0 0-1 0 0,0 0 0 0 0,0-1 0 0 0,1 1 1 0 0,-1-1-1 0 0,0 0 0 0 0,1 0 1 0 0,-1 0-1 0 0,1 0 0 0 0,-1 0 0 0 0,6 0 1 0 0,-2-1-606 0 0,-1 0 0 0 0,1-1 0 0 0,-1 0 0 0 0,0 1 0 0 0,1-2 1 0 0,-1 1-1 0 0,0-1 0 0 0,0 0 0 0 0,0 0 0 0 0,0-1 0 0 0,0 0 0 0 0,7-4 1 0 0,2-4-3460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 1744 0 0,'-13'-7'1356'0'0,"-3"4"-328"0"0,3 1 417 0 0,-12 2-945 0 0,13 3-96 0 0,0 1-96 0 0,4 1-140 0 0,1 2-260 0 0,2 0-364 0 0,-2 6-2281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2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1824 0 0,'0'0'1866'0'0,"14"8"2309"0"0,-5-2-3519 0 0,0 0 0 0 0,0 1-1 0 0,-1 0 1 0 0,0 1 0 0 0,0 0 0 0 0,-1 0-1 0 0,0 0 1 0 0,0 1 0 0 0,7 14-1 0 0,-6-9-494 0 0,-1-1-1 0 0,0 1 1 0 0,-2 0-1 0 0,1 1 1 0 0,-2-1 0 0 0,4 22-1 0 0,-7-28-122 0 0,0 0 0 0 0,-1 0 0 0 0,0 0 0 0 0,-1-1 0 0 0,0 1 0 0 0,0 0-1 0 0,0 0 1 0 0,-1 0 0 0 0,0-1 0 0 0,-1 1 0 0 0,0-1 0 0 0,0 0 0 0 0,0 1 0 0 0,-8 9 0 0 0,11-17-36 0 0,0 1 0 0 0,0-1 0 0 0,0 0 0 0 0,0 1 0 0 0,0-1 0 0 0,0 0 0 0 0,0 0 0 0 0,-1 1 0 0 0,1-1 0 0 0,0 0 0 0 0,0 1 0 0 0,0-1 0 0 0,-1 0 0 0 0,1 0 0 0 0,0 1 0 0 0,0-1 0 0 0,0 0 0 0 0,-1 0 0 0 0,1 0-1 0 0,0 1 1 0 0,0-1 0 0 0,-1 0 0 0 0,1 0 0 0 0,0 0 0 0 0,-1 0 0 0 0,1 0 0 0 0,0 0 0 0 0,-1 0 0 0 0,1 1 0 0 0,0-1 0 0 0,-1 0 0 0 0,1 0 0 0 0,0 0 0 0 0,0 0 0 0 0,-1 0 0 0 0,1 0 0 0 0,0-1 0 0 0,-1 1 0 0 0,1 0 0 0 0,0 0 0 0 0,-1 0 0 0 0,1 0 0 0 0,0 0 0 0 0,0 0 0 0 0,-1 0 0 0 0,1-1 0 0 0,-1 1 0 0 0,1-1-1 0 0,0 0 1 0 0,0 1-1 0 0,0-1 1 0 0,-1 0-1 0 0,1 1 1 0 0,0-1-1 0 0,0 0 1 0 0,0 1 0 0 0,0-1-1 0 0,0 0 1 0 0,0 1-1 0 0,0-1 1 0 0,0 0-1 0 0,1 1 1 0 0,-1-1-1 0 0,0 0 1 0 0,1-1-1 0 0,18-39-28 0 0,1 1-1 0 0,3 1 1 0 0,41-55-1 0 0,-51 77 6 0 0,1 1 0 0 0,1 0 1 0 0,0 1-1 0 0,1 1 0 0 0,1 0 0 0 0,0 1 1 0 0,1 1-1 0 0,0 1 0 0 0,31-15 0 0 0,-43 24 16 0 0,-1 0-1 0 0,1 0 1 0 0,-1 0-1 0 0,1 1 0 0 0,-1 0 1 0 0,1 0-1 0 0,0 0 0 0 0,0 0 1 0 0,-1 1-1 0 0,1 0 1 0 0,0 1-1 0 0,0-1 0 0 0,0 1 1 0 0,-1 0-1 0 0,1 1 0 0 0,5 1 1 0 0,-7-1 8 0 0,0 0 0 0 0,0 0 0 0 0,0 1 0 0 0,0-1 0 0 0,-1 1 0 0 0,1 0 0 0 0,-1 0 0 0 0,0 0 0 0 0,0 0 0 0 0,0 0 0 0 0,0 1 0 0 0,-1 0 0 0 0,0-1 0 0 0,1 1 0 0 0,-1 0 0 0 0,0 0 0 0 0,-1 0 0 0 0,1 0 0 0 0,-1 1 0 0 0,0-1 0 0 0,1 5 0 0 0,0 9 3 0 0,0 1 0 0 0,-2-1 0 0 0,0 0-1 0 0,-1 1 1 0 0,-1-1 0 0 0,0 0 0 0 0,-8 27 0 0 0,4-15-1070 0 0,-4 42 1 0 0,12-41-877 0 0,-1-30 1644 0 0,-1 1 0 0 0,0-1 1 0 0,1 1-1 0 0,-1-1 0 0 0,1 0 0 0 0,0 1 0 0 0,-1-1 1 0 0,1 0-1 0 0,0 0 0 0 0,0 1 0 0 0,0-1 1 0 0,0 0-1 0 0,0 0 0 0 0,0 0 0 0 0,0 0 1 0 0,0 0-1 0 0,0 0 0 0 0,2 1 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2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47 197 1148 0 0,'37'-73'5391'0'0,"18"-43"2859"0"0,-49 108-6938 0 0,-2 12-25 0 0,-1 15-81 0 0,-12 32-492 0 0,-3-1 0 0 0,-2 0 0 0 0,-25 60 0 0 0,16-49-471 0 0,-19 83 1 0 0,38-127-472 0 0,1 0-1 0 0,1 1 0 0 0,-1 28 1 0 0,3-40-285 0 0,1 0 0 0 0,-1-1 0 0 0,1 1 0 0 0,1-1 1 0 0,-1 0-1 0 0,4 9 0 0 0,-3-10-223 0 0,-1-1 0 0 0,1 0 0 0 0,0 0 1 0 0,0 0-1 0 0,1 0 0 0 0,-1 0 0 0 0,1 0 0 0 0,-1 0 0 0 0,1-1 0 0 0,0 1 1 0 0,3 1-1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108 126 120 0 0,'-99'-55'12762'0'0,"99"54"-12715"0"0,-1 1-1 0 0,0 0 1 0 0,1-1 0 0 0,-1 1-1 0 0,1 0 1 0 0,0-1 0 0 0,-1 1-1 0 0,1 0 1 0 0,-1-1 0 0 0,1 1 0 0 0,-1-1-1 0 0,1 1 1 0 0,0-1 0 0 0,-1 1-1 0 0,1-1 1 0 0,0 1 0 0 0,0-1 0 0 0,-1 1-1 0 0,1-1 1 0 0,0 0 0 0 0,0 1-1 0 0,0-1 1 0 0,0 1 0 0 0,0-1-1 0 0,0 1 1 0 0,0-1 0 0 0,0 0 0 0 0,0 1-1 0 0,0-1 1 0 0,0 1 0 0 0,0-1-1 0 0,0 0 1 0 0,0 1 0 0 0,1-1 0 0 0,-1 1-1 0 0,0-1 1 0 0,0 1 0 0 0,1-1-1 0 0,-1 1 1 0 0,0-1 0 0 0,1 1-1 0 0,-1-1 1 0 0,0 1 0 0 0,1-1 0 0 0,0 0-1 0 0,1-1 34 0 0,0 0 0 0 0,0 0-1 0 0,1 0 1 0 0,-1 0 0 0 0,1 0 0 0 0,-1 0-1 0 0,5-1 1 0 0,5-2-269 0 0,0 1-1 0 0,1 0 1 0 0,0 1-1 0 0,24-3 1 0 0,57 1-3976 0 0,-63 4 1479 0 0,19 0-2780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3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56 76 0 0,'0'-3'2724'0'0,"0"0"-1915"0"0,0-3 429 0 0,0 1 0 0 0,0 0-1 0 0,0 0 1 0 0,1 0 0 0 0,0 0 0 0 0,0 0-1 0 0,3-8 1289 0 0,-4 13-2458 0 0,1 1 0 0 0,-1-1 0 0 0,1 1 0 0 0,-1-1 0 0 0,0 1 0 0 0,1-1 0 0 0,-1 1 0 0 0,1-1 0 0 0,-1 1 0 0 0,0-1 0 0 0,0 1 0 0 0,1-1 0 0 0,-1 1 0 0 0,0 0 0 0 0,0-1 0 0 0,0 1 1 0 0,0-1-1 0 0,0 1 0 0 0,0 0 0 0 0,0-1 0 0 0,0 1 0 0 0,0 0 0 0 0,0-1 0 0 0,0 1 0 0 0,0-1 0 0 0,0 1 0 0 0,-1 0 0 0 0,-2 21 680 0 0,3-22-737 0 0,-5 21 368 0 0,-1 0 0 0 0,-2 0 1 0 0,-12 24-1 0 0,1-1-169 0 0,7-16-399 0 0,2-4-235 0 0,-7 27-1 0 0,9-13-3093 0 0,10-1-4093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33 104 2148 0 0,'-4'-19'1936'0'0,"1"5"-259"0"0,-2-1-485 0 0,1 4-224 0 0,-1-1-204 0 0,2 2-172 0 0,-1 1 324 0 0,-1-4-456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3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581 116 2292 0 0,'5'-6'1180'0'0,"0"0"0"0"0,0-1 0 0 0,-1 1-1 0 0,0-1 1 0 0,0 0 0 0 0,0 0 0 0 0,-1 0-1 0 0,0-1 1 0 0,-1 1 0 0 0,1-1 0 0 0,-1 1 0 0 0,-1-1-1 0 0,2-16 923 0 0,-6 25-1867 0 0,-2 1-146 0 0,1 0-1 0 0,0 1 0 0 0,0-1 1 0 0,1 1-1 0 0,-1 0 0 0 0,0 0 0 0 0,1 0 1 0 0,0 1-1 0 0,0-1 0 0 0,0 1 0 0 0,0 0 1 0 0,-4 7-1 0 0,-5 10 389 0 0,-11 28 0 0 0,13-27-145 0 0,-100 251 2878 0 0,19 8-1393 0 0,68-209-1581 0 0,2-2-75 0 0,13-35-75 0 0,-3-1 0 0 0,-1 0 0 0 0,-1 0 0 0 0,-31 54 1 0 0,41-84-292 0 0,0 0 1 0 0,0 0-1 0 0,-1 0 1 0 0,1 0 0 0 0,-1-1-1 0 0,0 1 1 0 0,0-1-1 0 0,0 0 1 0 0,0 0-1 0 0,-1 0 1 0 0,1-1 0 0 0,-1 0-1 0 0,0 0 1 0 0,1 0-1 0 0,-1 0 1 0 0,0-1-1 0 0,0 0 1 0 0,0 0 0 0 0,-6 1-1 0 0,7-2-486 0 0,-1 0-1 0 0,0 0 0 0 0,0 0 1 0 0,0-1-1 0 0,0 0 0 0 0,0 1 1 0 0,0-2-1 0 0,-7-2 1 0 0,7 2-262 0 0,1 0 1 0 0,0 0 0 0 0,-1-1 0 0 0,1 1 0 0 0,0-1-1 0 0,1 0 1 0 0,-1 0 0 0 0,0-1 0 0 0,-4-4-1 0 0,-4-9-5062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4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0 229 408 0 0,'0'-5'1229'0'0,"0"0"1"0"0,1-1-1 0 0,-1 1 1 0 0,1-1-1 0 0,0 1 1 0 0,0 0-1 0 0,1 0 1 0 0,-1 0-1 0 0,5-8 1 0 0,-4 9-969 0 0,0 0 1 0 0,1 1 0 0 0,0 0 0 0 0,0-1 0 0 0,0 1 0 0 0,0 0 0 0 0,0 1-1 0 0,1-1 1 0 0,-1 1 0 0 0,1-1 0 0 0,-1 1 0 0 0,8-3 0 0 0,20-9 191 0 0,1 2 1 0 0,0 1 0 0 0,35-6 0 0 0,102-14-72 0 0,-28 15-1588 0 0,-52 7-1584 0 0,-2-4-4238 0 0,-66 9 2152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5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47 1680 0 0,'0'-3'1942'0'0,"0"0"-1231"0"0,0-1-1 0 0,0 1 1 0 0,-1-1 0 0 0,1 1-1 0 0,-1 0 1 0 0,0-1-1 0 0,0 1 1 0 0,0 0-1 0 0,-1-1 1 0 0,-2-4-1 0 0,3 6-255 0 0,-2 3-27 0 0,-1 0-276 0 0,1 0-1 0 0,-1 0 0 0 0,0 1 1 0 0,1 0-1 0 0,-1-1 1 0 0,1 1-1 0 0,-1 1 0 0 0,1-1 1 0 0,0 0-1 0 0,0 1 1 0 0,0 0-1 0 0,0-1 0 0 0,1 1 1 0 0,-1 0-1 0 0,1 1 1 0 0,-1-1-1 0 0,1 0 0 0 0,-3 8 1 0 0,-5 8 408 0 0,-16 43 1 0 0,26-60-543 0 0,-9 23 122 0 0,2 0 0 0 0,0 0-1 0 0,2 1 1 0 0,-2 29 0 0 0,6-37-106 0 0,0 0 0 0 0,1 1 1 0 0,1-1-1 0 0,1 0 0 0 0,1-1 0 0 0,8 33 0 0 0,-9-45-198 0 0,0 1 1 0 0,1-1-1 0 0,-1 0 1 0 0,1 0-1 0 0,0 0 1 0 0,0 0 0 0 0,1-1-1 0 0,0 1 1 0 0,-1-1-1 0 0,1 0 1 0 0,1 0-1 0 0,-1 0 1 0 0,1 0-1 0 0,-1-1 1 0 0,1 0-1 0 0,9 5 1 0 0,-8-6-549 0 0,-1 0-1 0 0,0 0 1 0 0,1 0 0 0 0,-1-1 0 0 0,1 0 0 0 0,0 0 0 0 0,0 0 0 0 0,-1-1 0 0 0,1 1 0 0 0,8-2 0 0 0,2-2-3547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5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52 102 2300 0 0,'-51'-101'10937'0'0,"52"102"-10987"0"0,6 6-672 0 0,0 0 1 0 0,0 0-1 0 0,10 7 1 0 0,13 4-4278 0 0,-17-12 2101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21 1408 0 0,'32'-20'17029'0'0,"-31"20"-16769"0"0,4 9 150 0 0,-1 18 329 0 0,-1 0 0 0 0,-2 1-1 0 0,0-1 1 0 0,-5 36 0 0 0,-23 109 90 0 0,-1 14-1638 0 0,27-173 63 0 0,0 0 0 0 0,1 0 0 0 0,2 15-1 0 0,-1-24 210 0 0,-1-1-1 0 0,1 1 1 0 0,0-1-1 0 0,0 1 1 0 0,0-1-1 0 0,0 0 0 0 0,1 0 1 0 0,-1 1-1 0 0,1-1 1 0 0,0 0-1 0 0,0 0 1 0 0,0-1-1 0 0,0 1 0 0 0,0 0 1 0 0,1-1-1 0 0,2 3 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5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146 135 164 0 0,'-49'-17'5740'0'0,"31"12"-3676"0"0,0-2-1 0 0,0 0 1 0 0,-18-10 0 0 0,35 17-2023 0 0,1 0 0 0 0,0 0 1 0 0,-1 0-1 0 0,1 0 1 0 0,0 0-1 0 0,0-1 0 0 0,-1 1 1 0 0,1 0-1 0 0,0 0 0 0 0,-1 0 1 0 0,1-1-1 0 0,0 1 1 0 0,0 0-1 0 0,-1 0 0 0 0,1-1 1 0 0,0 1-1 0 0,0 0 0 0 0,0-1 1 0 0,0 1-1 0 0,-1 0 1 0 0,1 0-1 0 0,0-1 0 0 0,0 1 1 0 0,0 0-1 0 0,0-1 1 0 0,0 1-1 0 0,0 0 0 0 0,0-1 1 0 0,0 1-1 0 0,0 0 0 0 0,0-1 1 0 0,0 1-1 0 0,0 0 1 0 0,0-1-1 0 0,0 1 0 0 0,0 0 1 0 0,0-1-1 0 0,0 1 0 0 0,0 0 1 0 0,1-1-1 0 0,13-9 559 0 0,24-2-279 0 0,37-1-1439 0 0,98-5 0 0 0,-37 6-6807 0 0,-100 7 3714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559 419 1724 0 0,'1'-2'388'0'0,"-1"-1"0"0"0,0 1-1 0 0,0-1 1 0 0,0 0 0 0 0,0 1 0 0 0,0-1 0 0 0,0 1-1 0 0,-1-1 1 0 0,1 1 0 0 0,-1-1 0 0 0,0 1-1 0 0,0 0 1 0 0,0-1 0 0 0,0 1 0 0 0,0 0 0 0 0,0-1-1 0 0,-2-1 1 0 0,1 1-133 0 0,-1 0 0 0 0,0 1 0 0 0,1-1 0 0 0,-1 1-1 0 0,0-1 1 0 0,0 1 0 0 0,0 0 0 0 0,-1 0 0 0 0,1 1 0 0 0,-7-3 0 0 0,3 1-79 0 0,-1 1 0 0 0,0 0 1 0 0,0 1-1 0 0,0-1 0 0 0,0 2 0 0 0,0-1 1 0 0,0 1-1 0 0,0 0 0 0 0,0 1 0 0 0,-10 1 1 0 0,-2 4 19 0 0,1 0 1 0 0,0 1 0 0 0,0 1-1 0 0,1 1 1 0 0,0 1 0 0 0,1 0-1 0 0,0 1 1 0 0,-18 15 0 0 0,3 2-46 0 0,1 0 0 0 0,-52 62 1 0 0,79-85-141 0 0,-12 15 38 0 0,-25 39 0 0 0,38-54-39 0 0,0 0 0 0 0,0 0 0 0 0,1 1 0 0 0,-1-1 0 0 0,1 1 0 0 0,0 0 0 0 0,1 0-1 0 0,0 0 1 0 0,0-1 0 0 0,0 1 0 0 0,0 0 0 0 0,1 0 0 0 0,1 10 0 0 0,-1-13-4 0 0,0-1-1 0 0,1 0 0 0 0,0 0 0 0 0,-1 0 0 0 0,1 0 0 0 0,0-1 0 0 0,0 1 1 0 0,0 0-1 0 0,0 0 0 0 0,1 0 0 0 0,-1-1 0 0 0,0 1 0 0 0,1-1 0 0 0,-1 1 1 0 0,1-1-1 0 0,-1 1 0 0 0,3 1 0 0 0,0-1 2 0 0,0 0-1 0 0,0 0 1 0 0,0-1 0 0 0,0 1 0 0 0,0-1-1 0 0,1 0 1 0 0,7 1 0 0 0,2 0 3 0 0,0-2 0 0 0,-1 0 0 0 0,1-1 0 0 0,17-2 0 0 0,-3-2 6 0 0,0-2 1 0 0,0-1-1 0 0,0-1 0 0 0,-1-1 1 0 0,-1-1-1 0 0,1-2 0 0 0,-2 0 0 0 0,0-2 1 0 0,-1-1-1 0 0,0-1 0 0 0,-1-1 0 0 0,-1 0 1 0 0,34-39-1 0 0,-33 31-12 0 0,-2-2-1 0 0,-1 0 1 0 0,0-1 0 0 0,-3-1 0 0 0,0 0-1 0 0,-2-2 1 0 0,-1 0 0 0 0,-2 0 0 0 0,-1-1-1 0 0,-1-1 1 0 0,5-38 0 0 0,-15 69-16 0 0,8-42 1152 0 0,1-67 1 0 0,-12 100-819 0 0,-3 16 159 0 0,-6 17 185 0 0,-39 125 196 0 0,-33 154 0 0 0,76-267-1345 0 0,2 0 1 0 0,-2 36 0 0 0,7-59-266 0 0,1 0 1 0 0,0 1 0 0 0,1-1-1 0 0,0 0 1 0 0,0 1 0 0 0,1-1-1 0 0,1 0 1 0 0,-1 0 0 0 0,2 0-1 0 0,-1 0 1 0 0,6 9 0 0 0,1-4-3015 0 0,3-4-1508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6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91 159 1036 0 0,'2'-4'1057'0'0,"-1"2"-536"0"0,-1 0-1 0 0,1 0 1 0 0,0 0 0 0 0,-1-1 0 0 0,1 1 0 0 0,-1 0 0 0 0,0 0 0 0 0,1 0 0 0 0,-1-1-1 0 0,0 1 1 0 0,-1 0 0 0 0,1-1 0 0 0,0 1 0 0 0,-1 0 0 0 0,1 0 0 0 0,-3-5 902 0 0,1 8-563 0 0,-5 2-574 0 0,1 1-1 0 0,0 0 1 0 0,0 1 0 0 0,1-1 0 0 0,-1 1-1 0 0,1 0 1 0 0,0 0 0 0 0,0 1 0 0 0,1-1-1 0 0,0 1 1 0 0,0 0 0 0 0,0 1 0 0 0,1-1-1 0 0,-1 0 1 0 0,2 1 0 0 0,-1 0 0 0 0,1 0-1 0 0,-2 9 1 0 0,2-11-263 0 0,1-1 0 0 0,0 1 0 0 0,1 0-1 0 0,-1-1 1 0 0,1 1 0 0 0,0 0 0 0 0,0 0 0 0 0,1-1 0 0 0,-1 1 0 0 0,1 0-1 0 0,0-1 1 0 0,0 1 0 0 0,0-1 0 0 0,1 1 0 0 0,0-1 0 0 0,0 1-1 0 0,0-1 1 0 0,0 0 0 0 0,1 0 0 0 0,-1 0 0 0 0,1 0 0 0 0,0-1-1 0 0,0 1 1 0 0,1-1 0 0 0,-1 0 0 0 0,1 1 0 0 0,-1-2 0 0 0,1 1 0 0 0,5 3-1 0 0,0-2-9 0 0,-1 0 0 0 0,1-1 0 0 0,0 0 0 0 0,-1 0 0 0 0,1-1 0 0 0,1 0 0 0 0,-1-1 0 0 0,0 0 0 0 0,0 0 0 0 0,0-1 0 0 0,1 0 0 0 0,-1-1 0 0 0,0 0 0 0 0,0 0 0 0 0,0-1 0 0 0,0 0 0 0 0,0-1 0 0 0,0 0 0 0 0,0 0 0 0 0,-1-1 0 0 0,1 0 0 0 0,7-5 0 0 0,-3 1-4 0 0,-1-1 0 0 0,0 0 0 0 0,-1 0 0 0 0,0-1 0 0 0,-1-1 0 0 0,0 0 0 0 0,0 0 0 0 0,-1-1 0 0 0,-1 0 0 0 0,0-1 0 0 0,0 0 0 0 0,-1 0-1 0 0,5-16 1 0 0,-9 22-3 0 0,0-1-1 0 0,-1 0 1 0 0,0 0-1 0 0,0 0 1 0 0,-1-1-1 0 0,0 1 1 0 0,0 0-1 0 0,-1 0 1 0 0,-1-13-1 0 0,0 17-7 0 0,0 0 1 0 0,1 1-1 0 0,-2-1 0 0 0,1 0 0 0 0,0 1 1 0 0,-1-1-1 0 0,1 1 0 0 0,-1 0 0 0 0,0 0 1 0 0,0 0-1 0 0,-1-1 0 0 0,1 2 0 0 0,-1-1 1 0 0,1 0-1 0 0,-1 0 0 0 0,0 1 0 0 0,0 0 1 0 0,0-1-1 0 0,0 1 0 0 0,0 0 0 0 0,-1 1 1 0 0,1-1-1 0 0,-5-1 0 0 0,-1 0 9 0 0,-1 0-1 0 0,-1 1 1 0 0,1 0-1 0 0,0 1 1 0 0,-1 0-1 0 0,1 0 1 0 0,0 1 0 0 0,-1 0-1 0 0,1 1 1 0 0,0 1-1 0 0,-14 2 1 0 0,13-1-211 0 0,0 0-1 0 0,1 0 1 0 0,-1 1 0 0 0,1 0-1 0 0,0 1 1 0 0,0 0 0 0 0,1 1-1 0 0,-1 0 1 0 0,1 0 0 0 0,-12 11-1 0 0,17-13-269 0 0,1 0 1 0 0,0 0-1 0 0,0 0 0 0 0,0 1 0 0 0,0-1 1 0 0,-1 6-1 0 0,3-8-174 0 0,0 0 0 0 0,0 0 1 0 0,0 1-1 0 0,1-1 0 0 0,-1 0 1 0 0,1 1-1 0 0,-1-1 0 0 0,1 0 0 0 0,0 4 1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7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241 137 1368 0 0,'-91'-5'11499'0'0,"89"5"-11372"0"0,-1 0 0 0 0,1 0 0 0 0,0 0 1 0 0,0 0-1 0 0,-1 0 0 0 0,1 1 0 0 0,0-1 1 0 0,0 1-1 0 0,0-1 0 0 0,-1 1 0 0 0,1 0 1 0 0,0 0-1 0 0,0 0 0 0 0,0 0 0 0 0,0 0 1 0 0,0 0-1 0 0,1 1 0 0 0,-1-1 0 0 0,0 1 1 0 0,-1 1-1 0 0,2-2-106 0 0,1-1 1 0 0,0 1 0 0 0,0-1 0 0 0,-1 1-1 0 0,1-1 1 0 0,0 1 0 0 0,0-1 0 0 0,0 1-1 0 0,0-1 1 0 0,0 1 0 0 0,0-1 0 0 0,0 1-1 0 0,0-1 1 0 0,0 1 0 0 0,0-1-1 0 0,0 1 1 0 0,0-1 0 0 0,0 1 0 0 0,0-1-1 0 0,0 1 1 0 0,0-1 0 0 0,1 1 0 0 0,-1-1-1 0 0,0 1 1 0 0,0-1 0 0 0,1 1-1 0 0,-1-1 1 0 0,0 1 0 0 0,1-1 0 0 0,-1 0-1 0 0,0 1 1 0 0,1-1 0 0 0,0 1 0 0 0,14 9 221 0 0,3-5-161 0 0,0 0 0 0 0,0-2 1 0 0,1 0-1 0 0,-1-1 0 0 0,1-1 0 0 0,-1-1 1 0 0,29-3-1 0 0,-43 3-72 0 0,0-1-1 0 0,0 1 1 0 0,0-1 0 0 0,0 0 0 0 0,0-1 0 0 0,0 1-1 0 0,-1-1 1 0 0,1 1 0 0 0,0-1 0 0 0,-1 0-1 0 0,1 0 1 0 0,-1-1 0 0 0,0 1 0 0 0,0-1 0 0 0,0 0-1 0 0,0 1 1 0 0,0-1 0 0 0,0-1 0 0 0,3-4 0 0 0,-4 5-10 0 0,-1 0 0 0 0,0-1 0 0 0,0 1 0 0 0,0 0 0 0 0,0-1 0 0 0,0 1 0 0 0,-1 0 1 0 0,1-1-1 0 0,-1 1 0 0 0,0-1 0 0 0,0 1 0 0 0,0 0 0 0 0,-1-1 0 0 0,1 1 0 0 0,-1-1 1 0 0,0 1-1 0 0,0 0 0 0 0,0 0 0 0 0,0-1 0 0 0,0 1 0 0 0,-1 0 0 0 0,1 0 0 0 0,-5-5 1 0 0,3 3-2 0 0,0 0 0 0 0,-1 1 0 0 0,1-1 0 0 0,-1 1 0 0 0,0 0 0 0 0,-1 0 0 0 0,1 0 0 0 0,-1 0 0 0 0,1 1 0 0 0,-1 0 0 0 0,0 0 1 0 0,-1 0-1 0 0,1 1 0 0 0,0-1 0 0 0,-7-1 0 0 0,5 3-1 0 0,0 0 0 0 0,0 0 0 0 0,0 0 0 0 0,-1 1 0 0 0,1 0 0 0 0,0 0 0 0 0,0 0 0 0 0,0 1 0 0 0,-1 1 0 0 0,-12 3 0 0 0,7-1 0 0 0,2 1 0 0 0,-1 0 0 0 0,0 1 0 0 0,1 0 0 0 0,0 1 0 0 0,1 0 0 0 0,-1 1 0 0 0,2 0-1 0 0,-1 0 1 0 0,1 1 0 0 0,0 1 0 0 0,1-1 0 0 0,-10 15 0 0 0,12-14 19 0 0,1-1 0 0 0,0 0 0 0 0,0 1 0 0 0,1 0 0 0 0,1 0 0 0 0,0 0 0 0 0,0 1 0 0 0,1-1 0 0 0,0 1 0 0 0,0 0 0 0 0,2-1 0 0 0,-1 1 0 0 0,2 12 0 0 0,0-16-3 0 0,0 0-1 0 0,0 1 1 0 0,1-1-1 0 0,0 0 1 0 0,1 0-1 0 0,0 0 1 0 0,0-1-1 0 0,0 1 1 0 0,1-1-1 0 0,0 1 1 0 0,0-1-1 0 0,0 0 1 0 0,1-1-1 0 0,0 1 1 0 0,0-1-1 0 0,0 0 1 0 0,1 0-1 0 0,0 0 1 0 0,11 6-1 0 0,-3-4-6 0 0,0 0-1 0 0,1-1 0 0 0,0 0 1 0 0,0-2-1 0 0,0 1 1 0 0,0-2-1 0 0,1 0 0 0 0,0-1 1 0 0,-1-1-1 0 0,1 0 0 0 0,0-1 1 0 0,0 0-1 0 0,19-4 1 0 0,-12 0-1 0 0,-1 0 0 0 0,1-2 1 0 0,-1 0-1 0 0,-1-1 0 0 0,1-1 1 0 0,-1-1-1 0 0,-1-1 1 0 0,31-20-1 0 0,-36 19-3 0 0,0-1-1 0 0,-1 0 1 0 0,-1-1-1 0 0,0-1 1 0 0,0 0 0 0 0,-2-1-1 0 0,14-20 1 0 0,-6 2 5 0 0,-1-1 0 0 0,21-55 0 0 0,-16 34-116 0 0,-23 55 105 0 0,1-1 0 0 0,-1 0 1 0 0,1 1-1 0 0,-1-1 0 0 0,1 0 1 0 0,-1 1-1 0 0,1-1 0 0 0,-1 1 0 0 0,1-1 1 0 0,0 1-1 0 0,-1-1 0 0 0,1 1 1 0 0,0 0-1 0 0,-1-1 0 0 0,1 1 1 0 0,0 0-1 0 0,0-1 0 0 0,-1 1 1 0 0,1 0-1 0 0,0 0 0 0 0,0 0 1 0 0,-1 0-1 0 0,1 0 0 0 0,0 0 1 0 0,0 0-1 0 0,0 0 0 0 0,-1 0 1 0 0,1 0-1 0 0,1 0 0 0 0,22 8-14 0 0,-14-1 23 0 0,-1 0-1 0 0,1 0 1 0 0,-2 1-1 0 0,1 0 1 0 0,-1 0-1 0 0,0 1 1 0 0,12 18-1 0 0,-11-13 56 0 0,-1 0 0 0 0,0 0 0 0 0,-1 0 0 0 0,-1 1 0 0 0,6 18 0 0 0,-11-28-15 0 0,0-1 0 0 0,0 1 0 0 0,0 0 0 0 0,0 0 0 0 0,-1-1-1 0 0,0 1 1 0 0,0 0 0 0 0,0 0 0 0 0,-1 0 0 0 0,0-1 0 0 0,0 1 0 0 0,0 0-1 0 0,0-1 1 0 0,-1 1 0 0 0,-3 8 0 0 0,1-7 12 0 0,1-1 1 0 0,-1 1-1 0 0,-1-1 0 0 0,1 1 0 0 0,-1-1 1 0 0,0 0-1 0 0,0-1 0 0 0,0 1 0 0 0,-1-1 0 0 0,-6 4 1 0 0,-1-1-237 0 0,0-1 0 0 0,0 0 0 0 0,0 0 0 0 0,-1-1 1 0 0,0-1-1 0 0,0 0 0 0 0,0-1 0 0 0,-1-1 0 0 0,-26 1 0 0 0,27-2-875 0 0,-18-2-1949 0 0,12-6-2448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8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1264 0 0,'1'-3'350'0'0,"-1"-1"0"0"0,1 1 0 0 0,0 0 0 0 0,0-1 0 0 0,0 1 1 0 0,0 0-1 0 0,1 0 0 0 0,0 0 0 0 0,-1 0 0 0 0,1 0 0 0 0,0 0 0 0 0,0 0 0 0 0,0 1 0 0 0,1-1 0 0 0,-1 1 0 0 0,1-1 0 0 0,0 1 0 0 0,3-2 0 0 0,-1 1-159 0 0,-1 1 0 0 0,1 0-1 0 0,0 0 1 0 0,0 1 0 0 0,0-1-1 0 0,0 1 1 0 0,0 0-1 0 0,0 0 1 0 0,0 1 0 0 0,0 0-1 0 0,7 0 1 0 0,2 1-81 0 0,-1 1 0 0 0,1 0 1 0 0,0 1-1 0 0,-1 1 0 0 0,1 0 1 0 0,-1 1-1 0 0,0 0 0 0 0,16 9 1 0 0,-18-7-60 0 0,0 0 1 0 0,-1 0-1 0 0,0 1 1 0 0,0 0-1 0 0,-1 1 1 0 0,0 0-1 0 0,0 0 1 0 0,-1 1-1 0 0,-1 0 1 0 0,1 1 0 0 0,-2 0-1 0 0,1 0 1 0 0,4 13-1 0 0,-8-17-29 0 0,0 1 0 0 0,-1-1 0 0 0,0 1 0 0 0,0 0 1 0 0,-1 0-1 0 0,0-1 0 0 0,0 1 0 0 0,-1 0 0 0 0,0 0 0 0 0,-1 0 0 0 0,1 0 0 0 0,-2 0 0 0 0,1 0 0 0 0,-1-1 1 0 0,0 1-1 0 0,0 0 0 0 0,-1-1 0 0 0,0 0 0 0 0,-1 1 0 0 0,1-1 0 0 0,-10 12 0 0 0,7-11 28 0 0,0 0 0 0 0,-1 0 0 0 0,0 0-1 0 0,0-1 1 0 0,-1 0 0 0 0,0 0 0 0 0,-11 6 0 0 0,18-12-27 0 0,0-1 1 0 0,-1 1-1 0 0,1-1 1 0 0,-1 1-1 0 0,1-1 1 0 0,-1 0-1 0 0,1 0 1 0 0,-1 0-1 0 0,0 1 1 0 0,1-1-1 0 0,-1-1 0 0 0,1 1 1 0 0,-1 0-1 0 0,1 0 1 0 0,-1-1-1 0 0,1 1 1 0 0,-3-2-1 0 0,2 2-44 0 0,2-1 28 0 0,-1 0 1 0 0,0 0-1 0 0,1 0 0 0 0,-1 0 0 0 0,1 0 0 0 0,-1 0 1 0 0,1 0-1 0 0,0-1 0 0 0,-1 1 0 0 0,1 0 0 0 0,0 0 1 0 0,0 0-1 0 0,0 0 0 0 0,0-1 0 0 0,0 1 0 0 0,0 0 1 0 0,0 0-1 0 0,0 0 0 0 0,1-2 0 0 0,-1 1 17 0 0,1-8-10 0 0,1 0-1 0 0,1 0 1 0 0,-1 1 0 0 0,2-1 0 0 0,-1 1 0 0 0,1-1 0 0 0,1 1 0 0 0,9-16 0 0 0,5-3-23 0 0,29-33 0 0 0,-28 38-22 0 0,1 2 0 0 0,1 0 0 0 0,0 1 0 0 0,39-25 0 0 0,-43 33 29 0 0,1 1-1 0 0,0 1 1 0 0,1 0-1 0 0,0 2 1 0 0,1 0-1 0 0,40-9 1 0 0,-55 15 50 0 0,1 1 1 0 0,0 1 0 0 0,0-1-1 0 0,0 1 1 0 0,-1 0-1 0 0,1 1 1 0 0,0 0 0 0 0,0 0-1 0 0,-1 0 1 0 0,1 1-1 0 0,0 0 1 0 0,-1 0-1 0 0,1 0 1 0 0,9 6 0 0 0,-12-5 13 0 0,-1-1 1 0 0,1 1 0 0 0,-1-1 0 0 0,0 1-1 0 0,0 0 1 0 0,0 0 0 0 0,-1 1 0 0 0,1-1-1 0 0,-1 0 1 0 0,0 1 0 0 0,0-1 0 0 0,0 1-1 0 0,0 0 1 0 0,0 0 0 0 0,-1 0 0 0 0,0 0-1 0 0,0 0 1 0 0,0 0 0 0 0,0 0 0 0 0,-1 0-1 0 0,1 0 1 0 0,-1 1 0 0 0,0-1 0 0 0,-1 8-1 0 0,-3 10 18 0 0,-2 0-1 0 0,0 0 0 0 0,-1-1 0 0 0,-1 0 0 0 0,0 0 1 0 0,-14 21-1 0 0,-13 33-135 0 0,35-74-27 0 0,-1-1 1 0 0,1 1-1 0 0,0 0 0 0 0,-1-1 1 0 0,1 1-1 0 0,0 0 0 0 0,0-1 1 0 0,0 1-1 0 0,0 0 0 0 0,-1 0 1 0 0,1-1-1 0 0,0 1 0 0 0,0 0 1 0 0,0 0-1 0 0,0-1 0 0 0,1 1 1 0 0,-1 0-1 0 0,0-1 0 0 0,0 1 0 0 0,0 0 1 0 0,1 0-1 0 0,-1-1 0 0 0,0 1 1 0 0,1 0-1 0 0,-1-1 0 0 0,0 1 1 0 0,1 0-1 0 0,-1-1 0 0 0,1 1 1 0 0,-1-1-1 0 0,1 1 0 0 0,-1-1 1 0 0,1 1-1 0 0,-1-1 0 0 0,1 1 1 0 0,0-1-1 0 0,-1 0 0 0 0,1 1 1 0 0,0-1-1 0 0,-1 0 0 0 0,1 1 0 0 0,0-1 1 0 0,0 0-1 0 0,-1 0 0 0 0,1 0 1 0 0,0 0-1 0 0,0 0 0 0 0,-1 0 1 0 0,1 0-1 0 0,0 0 0 0 0,0 0 1 0 0,-1 0-1 0 0,2 0 0 0 0,34-6-5417 0 0,-21 1 1767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8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151 178 1464 0 0,'3'-7'1079'0'0,"0"1"-1"0"0,-1-1 1 0 0,1 1-1 0 0,-2-1 1 0 0,1 0-1 0 0,-1 0 1 0 0,0 0-1 0 0,0-11 1 0 0,-1 18-1034 0 0,0-1 1 0 0,0 1-1 0 0,0-1 1 0 0,0 1-1 0 0,0 0 0 0 0,0-1 1 0 0,-1 1-1 0 0,1-1 1 0 0,0 1-1 0 0,0 0 0 0 0,0-1 1 0 0,-1 1-1 0 0,1-1 0 0 0,0 1 1 0 0,-1 0-1 0 0,1 0 1 0 0,0-1-1 0 0,-1 1 0 0 0,1 0 1 0 0,0-1-1 0 0,-1 1 1 0 0,1 0-1 0 0,-1 0 0 0 0,1 0 1 0 0,0-1-1 0 0,-1 1 1 0 0,1 0-1 0 0,-1 0 0 0 0,1 0 1 0 0,-1 0-1 0 0,1 0 0 0 0,0 0 1 0 0,-1 0-1 0 0,1 0 1 0 0,-1 0-1 0 0,1 0 0 0 0,-1 0 1 0 0,1 0-1 0 0,-1 0 1 0 0,1 0-1 0 0,0 0 0 0 0,-1 1 1 0 0,1-1-1 0 0,-1 0 0 0 0,0 1 1 0 0,-19 8 777 0 0,8 0-687 0 0,1 1 1 0 0,0 0-1 0 0,0 1 1 0 0,1 0-1 0 0,1 1 1 0 0,0 0-1 0 0,0 1 1 0 0,1-1-1 0 0,1 2 1 0 0,0-1-1 0 0,1 1 0 0 0,1 0 1 0 0,0 0-1 0 0,-4 21 1 0 0,8-30-126 0 0,0-1-1 0 0,1 1 1 0 0,-1 0 0 0 0,1 0-1 0 0,1-1 1 0 0,-1 1 0 0 0,1 0-1 0 0,-1 0 1 0 0,1-1 0 0 0,1 1-1 0 0,-1 0 1 0 0,1-1 0 0 0,0 0-1 0 0,0 1 1 0 0,0-1 0 0 0,0 0 0 0 0,1 0-1 0 0,0 0 1 0 0,4 5 0 0 0,-3-5-1 0 0,1 1 0 0 0,0-1 0 0 0,1-1 0 0 0,-1 1 1 0 0,1-1-1 0 0,-1 0 0 0 0,1 0 0 0 0,0 0 0 0 0,0-1 1 0 0,1 0-1 0 0,-1 0 0 0 0,0-1 0 0 0,12 2 1 0 0,-7-2-1 0 0,-1-1 1 0 0,1 0-1 0 0,-1-1 1 0 0,0 0 0 0 0,1 0-1 0 0,-1-1 1 0 0,0-1-1 0 0,0 0 1 0 0,0 0 0 0 0,0-1-1 0 0,0 0 1 0 0,-1 0 0 0 0,0-1-1 0 0,0-1 1 0 0,0 1-1 0 0,0-2 1 0 0,-1 1 0 0 0,0-1-1 0 0,-1 0 1 0 0,1-1 0 0 0,-1 1-1 0 0,9-15 1 0 0,-10 13-12 0 0,1 0 1 0 0,-1-1-1 0 0,-1 0 1 0 0,0 0-1 0 0,0 0 1 0 0,-1-1-1 0 0,-1 1 1 0 0,1-1-1 0 0,-2 0 1 0 0,1 0-1 0 0,-2 0 1 0 0,1-1-1 0 0,-2 1 0 0 0,1 0 1 0 0,-2 0-1 0 0,1-1 1 0 0,-2 1-1 0 0,1 0 1 0 0,-1 0-1 0 0,-7-19 1 0 0,6 23 3 0 0,-1 1-1 0 0,1-1 1 0 0,-1 1 0 0 0,-1 0 0 0 0,1 0 0 0 0,-1 1 0 0 0,0-1-1 0 0,0 1 1 0 0,-1 0 0 0 0,1 1 0 0 0,-1-1 0 0 0,0 1-1 0 0,0 0 1 0 0,-1 0 0 0 0,1 1 0 0 0,-1 0 0 0 0,-11-3 0 0 0,13 4-76 0 0,0 0 1 0 0,0 1-1 0 0,0 0 1 0 0,0 0 0 0 0,-1 0-1 0 0,1 0 1 0 0,0 1-1 0 0,0 0 1 0 0,-1 0 0 0 0,1 1-1 0 0,0 0 1 0 0,-1-1-1 0 0,1 2 1 0 0,0-1-1 0 0,0 0 1 0 0,0 1 0 0 0,0 0-1 0 0,0 0 1 0 0,1 1-1 0 0,-1 0 1 0 0,1-1 0 0 0,-1 1-1 0 0,1 1 1 0 0,-7 6-1 0 0,10-9-147 0 0,0 1 1 0 0,0-1-1 0 0,0 1 0 0 0,0-1 0 0 0,0 1 0 0 0,0 0 0 0 0,1-1 0 0 0,-1 1 0 0 0,1 0 0 0 0,-1-1 0 0 0,1 1 0 0 0,0 0 0 0 0,0 0 0 0 0,0 0 1 0 0,0-1-1 0 0,0 1 0 0 0,0 0 0 0 0,0 0 0 0 0,0 0 0 0 0,1-1 0 0 0,-1 1 0 0 0,1 0 0 0 0,-1 0 0 0 0,1-1 0 0 0,0 1 0 0 0,-1-1 1 0 0,1 1-1 0 0,0 0 0 0 0,0-1 0 0 0,0 0 0 0 0,1 1 0 0 0,-1-1 0 0 0,0 0 0 0 0,0 1 0 0 0,1-1 0 0 0,-1 0 0 0 0,1 0 0 0 0,-1 0 0 0 0,3 1 1 0 0,9 4-3540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9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1 179 164 0 0,'35'-48'6415'0'0,"41"-71"0"0"0,-69 107-4743 0 0,-11 33-288 0 0,-23 53-357 0 0,3 1 1 0 0,3 2-1 0 0,-13 90 0 0 0,33-155-990 0 0,-1-1 0 0 0,2 1 0 0 0,0 0 0 0 0,0-1 0 0 0,1 1 0 0 0,0-1 0 0 0,1 1 0 0 0,0-1-1 0 0,1 0 1 0 0,8 21 0 0 0,-8-26-239 0 0,0 0-1 0 0,1 0 0 0 0,-1 0 0 0 0,1-1 0 0 0,1 1 1 0 0,-1-1-1 0 0,1 0 0 0 0,0 0 0 0 0,0-1 1 0 0,0 1-1 0 0,1-1 0 0 0,-1 0 0 0 0,1 0 1 0 0,0-1-1 0 0,0 0 0 0 0,1 0 0 0 0,-1-1 1 0 0,1 1-1 0 0,10 1 0 0 0,-11-2-524 0 0,-1-1-1 0 0,1 0 1 0 0,0-1-1 0 0,10 0 0 0 0,8-5-4741 0 0,-11-3 470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1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81 100 180 0 0,'-27'-13'2996'0'0,"14"7"-1366"0"0,1-1 0 0 0,-14-9-1 0 0,26 16-1602 0 0,0 0 0 0 0,-1-1 0 0 0,1 1 0 0 0,0 0 0 0 0,0 0-1 0 0,0-1 1 0 0,-1 1 0 0 0,1-1 0 0 0,0 1 0 0 0,0 0 0 0 0,0-1 0 0 0,0 1-1 0 0,0 0 1 0 0,0-1 0 0 0,-1 1 0 0 0,1-1 0 0 0,0 1 0 0 0,0 0-1 0 0,0-1 1 0 0,0 1 0 0 0,1-1 0 0 0,-1 1 0 0 0,0 0 0 0 0,0-1 0 0 0,0 1-1 0 0,0 0 1 0 0,0-1 0 0 0,0 1 0 0 0,1 0 0 0 0,-1-1 0 0 0,0 1-1 0 0,0 0 1 0 0,0-1 0 0 0,1 1 0 0 0,-1 0 0 0 0,0-1 0 0 0,1 1 0 0 0,-1 0-1 0 0,0 0 1 0 0,0-1 0 0 0,1 1 0 0 0,-1 0 0 0 0,0 0 0 0 0,1 0-1 0 0,-1 0 1 0 0,1-1 0 0 0,0 1 0 0 0,16-9 317 0 0,10 2-251 0 0,0 1-1 0 0,0 1 1 0 0,0 1 0 0 0,1 2-1 0 0,32 0 1 0 0,-33 2-235 0 0,156-5-4491 0 0,-119 3 1558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0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43 741 2636 0 0,'-8'9'4367'0'0,"3"-1"-3807"0"0,0 0 0 0 0,1 0-1 0 0,0 0 1 0 0,1 1-1 0 0,-1 0 1 0 0,2 0 0 0 0,-4 14-1 0 0,6-20-534 0 0,-1-1 0 0 0,1 1-1 0 0,0-1 1 0 0,-1 1 0 0 0,1-1-1 0 0,0 1 1 0 0,1-1 0 0 0,-1 1-1 0 0,0-1 1 0 0,1 1-1 0 0,0-1 1 0 0,-1 1 0 0 0,1-1-1 0 0,0 1 1 0 0,0-1 0 0 0,0 0-1 0 0,1 1 1 0 0,-1-1 0 0 0,0 0-1 0 0,1 0 1 0 0,0 0 0 0 0,-1 0-1 0 0,1 0 1 0 0,0-1 0 0 0,0 1-1 0 0,0 0 1 0 0,0-1-1 0 0,0 0 1 0 0,0 1 0 0 0,1-1-1 0 0,-1 0 1 0 0,0 0 0 0 0,4 1-1 0 0,1 0 5 0 0,1 0 0 0 0,-1-1 0 0 0,1 1 0 0 0,-1-2-1 0 0,1 1 1 0 0,-1-1 0 0 0,1 0 0 0 0,0-1 0 0 0,13-2-1 0 0,8-4-4 0 0,-1-1-1 0 0,0-1 1 0 0,0-2-1 0 0,-1-1 0 0 0,0-1 1 0 0,43-28-1 0 0,-38 18-9 0 0,-1 0 0 0 0,-1-2 0 0 0,-1-2 0 0 0,43-49 1 0 0,-44 39-16 0 0,-1-1 1 0 0,-2-2 0 0 0,-1 0 0 0 0,-3-1 0 0 0,19-50-1 0 0,-4-9 73 0 0,27-118 0 0 0,-62 214-77 0 0,3-18-140 0 0,-6 22 64 0 0,-5 12 43 0 0,0 5 32 0 0,1 0-1 0 0,-6 22 1 0 0,-1 4 66 0 0,-118 309 1370 0 0,128-345-1406 0 0,-15 34 84 0 0,3 0 1 0 0,1 1 0 0 0,2 0-1 0 0,-9 58 1 0 0,21-94-102 0 0,-1-1 0 0 0,1 1-1 0 0,0-1 1 0 0,0 1 0 0 0,1-1 0 0 0,0 0-1 0 0,0 1 1 0 0,0-1 0 0 0,0 0 0 0 0,1 1-1 0 0,0-1 1 0 0,0 0 0 0 0,1 0 0 0 0,-1-1-1 0 0,1 1 1 0 0,0 0 0 0 0,0-1 0 0 0,7 7-1 0 0,-5-6 8 0 0,1 0 0 0 0,-1 0 0 0 0,1-1 0 0 0,1 0 0 0 0,-1-1 0 0 0,1 1 0 0 0,-1-1 0 0 0,1 0 0 0 0,0-1 0 0 0,0 0 0 0 0,0 0 0 0 0,0 0-1 0 0,10 0 1 0 0,4 0 3 0 0,-1-1-1 0 0,1-1 1 0 0,0-1-1 0 0,-1-1 1 0 0,1 0-1 0 0,0-2 1 0 0,-1 0-1 0 0,0-2 1 0 0,0 0-1 0 0,-1-1 1 0 0,0-1-1 0 0,32-18 1 0 0,-37 18-15 0 0,-1 0 0 0 0,0-1 0 0 0,0-1 0 0 0,-1 0 0 0 0,-1-1 0 0 0,1 0 0 0 0,-2 0 0 0 0,0-1 0 0 0,0-1 0 0 0,-1 0 0 0 0,0 0 0 0 0,-1 0 0 0 0,-1-1 0 0 0,0-1 0 0 0,-1 1 0 0 0,-1-1 0 0 0,5-21 0 0 0,-7 24 117 0 0,-1 1-1 0 0,-1-1 1 0 0,0 0-1 0 0,-2-16 1 0 0,1 25-77 0 0,0 0 1 0 0,0 0-1 0 0,-1-1 0 0 0,1 1 0 0 0,-1 0 1 0 0,0 0-1 0 0,0 0 0 0 0,0-1 1 0 0,-1 1-1 0 0,1 0 0 0 0,-1 1 1 0 0,1-1-1 0 0,-1 0 0 0 0,0 0 0 0 0,0 1 1 0 0,0-1-1 0 0,-1 1 0 0 0,1 0 1 0 0,-5-4-1 0 0,5 5-30 0 0,1 1 1 0 0,-1-1-1 0 0,1 1 1 0 0,-1 0-1 0 0,1-1 1 0 0,-1 1-1 0 0,0 0 1 0 0,1 0 0 0 0,-1 0-1 0 0,1 0 1 0 0,-1 0-1 0 0,1 1 1 0 0,-1-1-1 0 0,1 0 1 0 0,-1 1-1 0 0,1-1 1 0 0,-1 1-1 0 0,1 0 1 0 0,-1-1-1 0 0,-1 2 1 0 0,-25 18 203 0 0,20-12-165 0 0,1 1-1 0 0,0 0 1 0 0,0 1-1 0 0,1 0 0 0 0,1 0 1 0 0,-1 0-1 0 0,1 0 1 0 0,1 1-1 0 0,0 0 1 0 0,1 0-1 0 0,0 0 0 0 0,0 0 1 0 0,1 0-1 0 0,1 1 1 0 0,0-1-1 0 0,1 21 1 0 0,0-24-45 0 0,1-1 0 0 0,-1 1 1 0 0,2-1-1 0 0,-1 0 1 0 0,1 1-1 0 0,0-1 0 0 0,1 0 1 0 0,0 0-1 0 0,0 0 1 0 0,0-1-1 0 0,1 1 0 0 0,0-1 1 0 0,0 1-1 0 0,0-1 1 0 0,1-1-1 0 0,0 1 0 0 0,0-1 1 0 0,1 0-1 0 0,0 0 1 0 0,0 0-1 0 0,0-1 0 0 0,0 0 1 0 0,0 0-1 0 0,1 0 1 0 0,0-1-1 0 0,9 3 0 0 0,-1-1-552 0 0,0-1-1 0 0,0-1 0 0 0,0 0 1 0 0,1-1-1 0 0,17 0 0 0 0,-21-3-958 0 0,-1 1-1 0 0,1-1 0 0 0,-1-1 0 0 0,16-4 0 0 0,-6 0-3555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0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30 2472 0 0,'-26'-9'1732'0'0,"4"3"-263"0"0,-2-1-441 0 0,3 2-92 0 0,4 3-308 0 0,0 2-4 0 0,1 2-240 0 0,4 3-32 0 0,0 0-388 0 0,7 2-340 0 0,-2 1-268 0 0,7 3-404 0 0,4-1-1305 0 0,1 0-411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1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62 152 0 0,'-19'10'3947'0'0,"2"0"-1727"0"0,1 0-1 0 0,-27 19 0 0 0,40-26-2118 0 0,0 0 0 0 0,0-1-1 0 0,0 1 1 0 0,0 0 0 0 0,0 1 0 0 0,0-1-1 0 0,1 0 1 0 0,0 1 0 0 0,0-1-1 0 0,0 1 1 0 0,0 0 0 0 0,0 0 0 0 0,1 0-1 0 0,0 0 1 0 0,-1 0 0 0 0,2 0 0 0 0,-1 0-1 0 0,0 5 1 0 0,1-6-59 0 0,0 0-1 0 0,0 1 1 0 0,0-1-1 0 0,1 0 1 0 0,0 0 0 0 0,-1 1-1 0 0,1-1 1 0 0,0 0-1 0 0,1 0 1 0 0,-1 0 0 0 0,1 0-1 0 0,-1 0 1 0 0,1 0-1 0 0,0-1 1 0 0,0 1-1 0 0,0-1 1 0 0,0 1 0 0 0,0-1-1 0 0,1 1 1 0 0,-1-1-1 0 0,1 0 1 0 0,-1 0-1 0 0,1-1 1 0 0,0 1 0 0 0,0 0-1 0 0,0-1 1 0 0,0 0-1 0 0,0 1 1 0 0,0-1-1 0 0,0 0 1 0 0,0-1 0 0 0,1 1-1 0 0,5 0 1 0 0,-5-1-30 0 0,0 1 0 0 0,0-1 0 0 0,0 0 0 0 0,0-1 0 0 0,0 1 0 0 0,0-1 0 0 0,0 0 1 0 0,0 0-1 0 0,0 0 0 0 0,-1 0 0 0 0,1 0 0 0 0,0-1 0 0 0,-1 0 0 0 0,1 0 0 0 0,-1 0 0 0 0,1 0 0 0 0,-1-1 0 0 0,0 1 1 0 0,0-1-1 0 0,0 1 0 0 0,0-1 0 0 0,-1 0 0 0 0,1-1 0 0 0,-1 1 0 0 0,0 0 0 0 0,0-1 0 0 0,3-4 0 0 0,-3 1-8 0 0,0 0 0 0 0,0 0 0 0 0,-1-1 0 0 0,0 1 0 0 0,0-1 0 0 0,-1 1 0 0 0,1-1 0 0 0,-2 1 0 0 0,1-1 0 0 0,-1 1 0 0 0,0 0 0 0 0,-1-1 0 0 0,1 1 0 0 0,-2 0 0 0 0,1 0 0 0 0,-1 0 0 0 0,0 0 0 0 0,-6-9 0 0 0,7 11 4 0 0,-1 0 1 0 0,0 0-1 0 0,-1 1 0 0 0,1-1 0 0 0,-1 1 0 0 0,0 0 1 0 0,0 0-1 0 0,0 0 0 0 0,-1 1 0 0 0,1 0 0 0 0,-1-1 1 0 0,0 1-1 0 0,0 1 0 0 0,0-1 0 0 0,0 1 0 0 0,0 0 0 0 0,-1 0 1 0 0,1 0-1 0 0,-1 1 0 0 0,1 0 0 0 0,-1 0 0 0 0,0 1 1 0 0,1-1-1 0 0,-9 1 0 0 0,2 2 37 0 0,1 1 1 0 0,-1 0-1 0 0,1 0 1 0 0,0 1-1 0 0,0 1 0 0 0,0-1 1 0 0,1 2-1 0 0,0 0 1 0 0,-19 13-1 0 0,9-4 84 0 0,1 1 0 0 0,1 2 0 0 0,-27 30 0 0 0,39-41-97 0 0,0 0 0 0 0,0 1 0 0 0,1 0 0 0 0,0 1 0 0 0,1-1 0 0 0,0 1 0 0 0,0-1 0 0 0,-3 13 0 0 0,6-17-21 0 0,0 0 0 0 0,1 0 0 0 0,-1 0-1 0 0,1 0 1 0 0,0 0 0 0 0,0 0 0 0 0,0 0 0 0 0,1 0-1 0 0,-1 0 1 0 0,1 0 0 0 0,0 0 0 0 0,0-1 0 0 0,0 1 0 0 0,1 0-1 0 0,-1 0 1 0 0,1-1 0 0 0,0 1 0 0 0,0-1 0 0 0,0 1 0 0 0,1-1-1 0 0,4 6 1 0 0,0-3-34 0 0,0 0 0 0 0,1-1-1 0 0,0 1 1 0 0,0-1 0 0 0,0-1 0 0 0,0 0-1 0 0,1 0 1 0 0,-1-1 0 0 0,1 1 0 0 0,0-2-1 0 0,17 4 1 0 0,7-1-1658 0 0,64 3 1 0 0,-71-8-1384 0 0,29-4-1 0 0,-27 1-962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4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21 1384 0 0,'1'0'306'0'0,"0"-1"0"0"0,0 0-1 0 0,-1 0 1 0 0,1 0 0 0 0,-1 0 0 0 0,1 1-1 0 0,-1-1 1 0 0,1 0 0 0 0,-1 0 0 0 0,1 0 0 0 0,-1 0-1 0 0,0 0 1 0 0,1 0 0 0 0,-1 0 0 0 0,0 0-1 0 0,0 0 1 0 0,0 0 0 0 0,0-1 0 0 0,0 0-1 0 0,-1 2-212 0 0,0 0-1 0 0,0 0 1 0 0,0 0 0 0 0,0 1-1 0 0,0-1 1 0 0,0 0-1 0 0,0 1 1 0 0,0-1-1 0 0,1 1 1 0 0,-1-1 0 0 0,0 1-1 0 0,0-1 1 0 0,0 1-1 0 0,0-1 1 0 0,0 2-1 0 0,-40 34 438 0 0,15-9-80 0 0,-107 121 776 0 0,116-126-1140 0 0,0 1 0 0 0,2 0 0 0 0,1 1-1 0 0,-23 52 1 0 0,35-72-60 0 0,1 0 0 0 0,-1 0 0 0 0,1 0-1 0 0,0 1 1 0 0,0-1 0 0 0,1 0 0 0 0,-1 1 0 0 0,1-1 0 0 0,0 0 0 0 0,0 1-1 0 0,0-1 1 0 0,1 1 0 0 0,1 6 0 0 0,-1-9-1 0 0,0 1 1 0 0,0-1-1 0 0,1 0 0 0 0,-1 1 0 0 0,1-1 1 0 0,-1 0-1 0 0,1 0 0 0 0,0 0 1 0 0,0 0-1 0 0,0-1 0 0 0,0 1 0 0 0,0-1 1 0 0,0 1-1 0 0,1-1 0 0 0,-1 1 1 0 0,0-1-1 0 0,1 0 0 0 0,-1 0 0 0 0,1 0 1 0 0,-1-1-1 0 0,1 1 0 0 0,-1 0 1 0 0,1-1-1 0 0,2 0 0 0 0,12 2 29 0 0,-1-1-1 0 0,1 0 1 0 0,-1-2 0 0 0,1 0-1 0 0,-1-1 1 0 0,0 0 0 0 0,28-9-1 0 0,-14 2-11 0 0,-1-1 0 0 0,-1-2 0 0 0,34-19 1 0 0,-49 23-36 0 0,1 0 0 0 0,-2-1 0 0 0,1-1 0 0 0,-1 0 1 0 0,-1 0-1 0 0,0-1 0 0 0,-1-1 0 0 0,0 0 0 0 0,0 0 1 0 0,9-17-1 0 0,-14 20-5 0 0,0 1-1 0 0,-1-1 1 0 0,-1 0 0 0 0,1 0 0 0 0,-1 0 0 0 0,-1-1-1 0 0,1 1 1 0 0,-2-1 0 0 0,1 1 0 0 0,-1-1-1 0 0,-1 1 1 0 0,0-1 0 0 0,0 0 0 0 0,-1 1 0 0 0,0-1-1 0 0,-1 0 1 0 0,-4-14 0 0 0,5 20-6 0 0,-1-1 1 0 0,0 1 0 0 0,0 0-1 0 0,0-1 1 0 0,0 1-1 0 0,0 1 1 0 0,-1-1 0 0 0,0 0-1 0 0,0 0 1 0 0,0 1-1 0 0,0 0 1 0 0,-1-1 0 0 0,1 1-1 0 0,-1 1 1 0 0,0-1-1 0 0,0 0 1 0 0,-4-1-1 0 0,2 1 0 0 0,-1 1 0 0 0,1 0-1 0 0,-1 0 1 0 0,1 1 0 0 0,-1 0-1 0 0,1 0 1 0 0,-1 1-1 0 0,0-1 1 0 0,1 1 0 0 0,-13 2-1 0 0,1 1-2 0 0,1 1-1 0 0,-1 1 1 0 0,1 1 0 0 0,0 0-1 0 0,0 1 1 0 0,1 0 0 0 0,-30 20-1 0 0,42-24 15 0 0,-1 0 0 0 0,1 0-1 0 0,-1 0 1 0 0,1 0 0 0 0,1 1-1 0 0,-1 0 1 0 0,0 0 0 0 0,1 0-1 0 0,0 0 1 0 0,0 0 0 0 0,-4 9-1 0 0,6-13-3 0 0,1 1-1 0 0,0 0 1 0 0,0 0 0 0 0,0-1-1 0 0,0 1 1 0 0,0 0 0 0 0,1 0-1 0 0,-1 0 1 0 0,0-1 0 0 0,0 1-1 0 0,0 0 1 0 0,1 0-1 0 0,-1-1 1 0 0,0 1 0 0 0,1 0-1 0 0,-1 0 1 0 0,0-1 0 0 0,1 1-1 0 0,-1-1 1 0 0,1 1-1 0 0,-1 0 1 0 0,1-1 0 0 0,0 1-1 0 0,-1-1 1 0 0,1 1 0 0 0,0-1-1 0 0,-1 1 1 0 0,1-1-1 0 0,0 0 1 0 0,-1 1 0 0 0,1-1-1 0 0,0 0 1 0 0,0 0 0 0 0,0 1-1 0 0,28 6 39 0 0,-8-5-40 0 0,0-1 0 0 0,1-1 0 0 0,-1-1 1 0 0,0-1-1 0 0,0-1 0 0 0,25-6 0 0 0,122-42 25 0 0,-86 18-96 0 0,-57 21 23 0 0,0 2 1 0 0,1 1 0 0 0,1 1 0 0 0,-1 1 0 0 0,31-4 0 0 0,-53 10 43 0 0,0 1-1 0 0,0 0 1 0 0,0 0 0 0 0,1 0-1 0 0,-1 1 1 0 0,0-1-1 0 0,0 1 1 0 0,0 0 0 0 0,0 0-1 0 0,0 1 1 0 0,0-1-1 0 0,0 1 1 0 0,0 0 0 0 0,0 0-1 0 0,-1 0 1 0 0,1 0-1 0 0,-1 1 1 0 0,1 0 0 0 0,-1-1-1 0 0,0 1 1 0 0,5 6-1 0 0,-5-3 19 0 0,1-1-1 0 0,-1 1 1 0 0,0 0-1 0 0,0 0 1 0 0,0 1-1 0 0,-1-1 1 0 0,0 0-1 0 0,0 1 1 0 0,-1 0-1 0 0,0-1 1 0 0,0 1-1 0 0,0 0 1 0 0,-1 6-1 0 0,-1 3 16 0 0,0 0 0 0 0,-1-1 0 0 0,-1 1 0 0 0,0-1 0 0 0,-1 0 0 0 0,-1 0 0 0 0,0 0 0 0 0,-1-1 0 0 0,-1 1 0 0 0,0-1 0 0 0,-1-1 0 0 0,0 0 0 0 0,-11 14 0 0 0,18-26-23 0 0,0 0 1 0 0,1-1-1 0 0,-1 1 0 0 0,0 0 0 0 0,1-1 1 0 0,-1 1-1 0 0,0-1 0 0 0,0 1 0 0 0,1-1 1 0 0,-1 1-1 0 0,0-1 0 0 0,0 0 0 0 0,0 1 1 0 0,0-1-1 0 0,0 0 0 0 0,0 0 0 0 0,1 0 1 0 0,-1 1-1 0 0,0-1 0 0 0,0 0 0 0 0,0 0 1 0 0,0 0-1 0 0,0 0 0 0 0,0-1 0 0 0,0 1 1 0 0,0 0-1 0 0,-1-1 0 0 0,1 1-19 0 0,0 0 13 0 0,1-1-1 0 0,0 1 1 0 0,-1 0 0 0 0,1-1-1 0 0,0 1 1 0 0,0 0 0 0 0,-1-1-1 0 0,1 1 1 0 0,0-1 0 0 0,0 1-1 0 0,0-1 1 0 0,-1 1 0 0 0,1 0-1 0 0,0-1 1 0 0,0 1 0 0 0,0-1-1 0 0,0 1 1 0 0,0-1 0 0 0,0 1-1 0 0,0-1 1 0 0,0 1 0 0 0,0-1-1 0 0,0 1 1 0 0,0 0 0 0 0,0-1-1 0 0,1 1 1 0 0,-1-1 0 0 0,0 0-1 0 0,4-13 16 0 0,3-5-31 0 0,2 1-1 0 0,0 0 1 0 0,1 0-1 0 0,0 0 1 0 0,2 2-1 0 0,0-1 0 0 0,0 2 1 0 0,2-1-1 0 0,0 2 1 0 0,24-20-1 0 0,-29 27 21 0 0,0 0 1 0 0,1 0-1 0 0,0 1 0 0 0,0 0 0 0 0,0 1 0 0 0,1 0 1 0 0,-1 1-1 0 0,1 0 0 0 0,0 0 0 0 0,1 1 0 0 0,-1 1 0 0 0,0 0 1 0 0,1 1-1 0 0,0 0 0 0 0,-1 0 0 0 0,1 1 0 0 0,-1 1 1 0 0,1 0-1 0 0,20 5 0 0 0,-26-5 54 0 0,0 1-1 0 0,0 0 1 0 0,-1 1-1 0 0,1-1 1 0 0,-1 1 0 0 0,1 0-1 0 0,-1 0 1 0 0,0 1-1 0 0,-1 0 1 0 0,1 0 0 0 0,0 0-1 0 0,-1 0 1 0 0,0 1-1 0 0,0-1 1 0 0,0 1 0 0 0,5 10-1 0 0,-6-9 0 0 0,0 0 1 0 0,-1 1-1 0 0,0 0 0 0 0,0 0 0 0 0,0-1 0 0 0,-1 1 0 0 0,0 0 0 0 0,0 0 0 0 0,-1 0 0 0 0,0 0 1 0 0,0 0-1 0 0,-1 1 0 0 0,1-1 0 0 0,-4 9 0 0 0,-4 9 77 0 0,-1 0 0 0 0,-1 0-1 0 0,-1-1 1 0 0,-26 40 0 0 0,30-52-81 0 0,4-7-5 0 0,2-5-37 0 0,1 1-1 0 0,-1 0 1 0 0,1-1-1 0 0,-1 1 1 0 0,1 0-1 0 0,-1-1 1 0 0,1 1-1 0 0,-1 0 1 0 0,1-1-1 0 0,0 1 1 0 0,-1 0-1 0 0,1 0 1 0 0,0 0-1 0 0,0-1 1 0 0,0 1 0 0 0,-1 0-1 0 0,1 0 1 0 0,0 0-1 0 0,0-1 1 0 0,0 1-1 0 0,0 0 1 0 0,0 0-1 0 0,1 0 1 0 0,-1 0-1 0 0,0-1 1 0 0,0 1-1 0 0,0 0 1 0 0,1 0-1 0 0,0 1 1 0 0,0-2-7 0 0,0 0 0 0 0,0 0 0 0 0,0 1-1 0 0,0-1 1 0 0,0 0 0 0 0,0 0 0 0 0,0 0 0 0 0,0 0 0 0 0,0 0 0 0 0,0 0 0 0 0,0-1 0 0 0,0 1 0 0 0,0 0-1 0 0,0 0 1 0 0,1-1 0 0 0,0 0 7 0 0,23-4-360 0 0,0-1 1 0 0,41-17-1 0 0,-8 4-829 0 0,151-54-5947 0 0,-201 71 6612 0 0,51-21-4065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6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495 129 188 0 0,'0'-3'352'0'0,"-1"0"1"0"0,1 0-1 0 0,-1 0 0 0 0,1-1 0 0 0,-1 1 1 0 0,0 0-1 0 0,0 0 0 0 0,0 0 1 0 0,-1 0-1 0 0,1 0 0 0 0,-1 1 1 0 0,0-1-1 0 0,0 0 0 0 0,0 1 0 0 0,0-1 1 0 0,0 1-1 0 0,0 0 0 0 0,-1-1 1 0 0,1 1-1 0 0,-1 0 0 0 0,-3-2 0 0 0,2 3-195 0 0,-1-1 0 0 0,1 1 0 0 0,-1 0-1 0 0,0 0 1 0 0,0 0 0 0 0,1 1 0 0 0,-1-1-1 0 0,0 1 1 0 0,0 0 0 0 0,1 1 0 0 0,-1-1-1 0 0,0 1 1 0 0,1 0 0 0 0,-6 2 0 0 0,-9 2 109 0 0,0 2-1 0 0,0 1 1 0 0,1 0 0 0 0,1 1 0 0 0,-1 1 0 0 0,-24 19 0 0 0,8-3-2 0 0,1 1 1 0 0,-29 33-1 0 0,47-45-223 0 0,1 1 0 0 0,0 0 0 0 0,2 0-1 0 0,0 2 1 0 0,-17 30 0 0 0,28-47-33 0 0,1 1 0 0 0,-1-1 1 0 0,0 1-1 0 0,1-1 0 0 0,-1 1 0 0 0,1-1 0 0 0,-1 1 0 0 0,1-1 0 0 0,0 1 0 0 0,0-1 1 0 0,0 1-1 0 0,0 0 0 0 0,0-1 0 0 0,0 1 0 0 0,0-1 0 0 0,0 1 0 0 0,1-1 0 0 0,-1 1 0 0 0,1 0 1 0 0,0 2-1 0 0,0-3-3 0 0,0 0 0 0 0,0 0 0 0 0,1 0 1 0 0,-1 0-1 0 0,0 0 0 0 0,0 0 0 0 0,1 0 0 0 0,-1 0 1 0 0,0 0-1 0 0,1-1 0 0 0,-1 1 0 0 0,1 0 0 0 0,-1-1 1 0 0,1 1-1 0 0,-1-1 0 0 0,4 1 0 0 0,5-1 10 0 0,0 1 0 0 0,1-1-1 0 0,-1 0 1 0 0,18-4 0 0 0,-1 0-8 0 0,0-1 0 0 0,0-1 1 0 0,-1-2-1 0 0,1 0 0 0 0,-2-2 0 0 0,1-1 1 0 0,-2-1-1 0 0,1-1 0 0 0,-2-1 0 0 0,0-1 0 0 0,0-1 1 0 0,-2-1-1 0 0,0-1 0 0 0,-1-1 0 0 0,-1-1 1 0 0,0 0-1 0 0,-2-2 0 0 0,17-26 0 0 0,43-93 845 0 0,-76 139-812 0 0,-11 28 480 0 0,-4 8 84 0 0,-40 117 742 0 0,48-131-1289 0 0,1 1 0 0 0,1 0 0 0 0,1 0 0 0 0,1 0 0 0 0,0 30 1 0 0,2-46-145 0 0,1 0 0 0 0,-1 0 1 0 0,1 0-1 0 0,0 0 0 0 0,0-1 1 0 0,0 1-1 0 0,1 0 1 0 0,-1-1-1 0 0,1 1 0 0 0,0-1 1 0 0,1 0-1 0 0,-1 1 0 0 0,1-1 1 0 0,0 0-1 0 0,0-1 1 0 0,0 1-1 0 0,0 0 0 0 0,1-1 1 0 0,-1 0-1 0 0,1 0 1 0 0,0 0-1 0 0,0 0 0 0 0,0 0 1 0 0,0-1-1 0 0,1 0 0 0 0,-1 0 1 0 0,1 0-1 0 0,-1 0 1 0 0,1-1-1 0 0,0 0 0 0 0,-1 0 1 0 0,1 0-1 0 0,0 0 0 0 0,0-1 1 0 0,0 0-1 0 0,0 0 1 0 0,8-1-1 0 0,6-2-194 0 0,0-1 0 0 0,-1-1 1 0 0,1-1-1 0 0,-1 0 0 0 0,-1-2 0 0 0,1 0 0 0 0,-1 0 0 0 0,0-2 1 0 0,-1 0-1 0 0,0-1 0 0 0,21-20 0 0 0,11-13 484 0 0,-3-2 0 0 0,41-55 0 0 0,-67 78 196 0 0,-18 23-396 0 0,20-23 413 0 0,-20 23-365 0 0,0-1-1 0 0,0 0 1 0 0,0 0-1 0 0,0 1 1 0 0,0-1-1 0 0,1 1 1 0 0,-1-1-1 0 0,0 1 1 0 0,0 0-1 0 0,0-1 1 0 0,1 1-1 0 0,-1 0 1 0 0,0 0-1 0 0,0-1 1 0 0,1 1-1 0 0,-1 0 1 0 0,0 1-1 0 0,0-1 1 0 0,1 0-1 0 0,0 0 1 0 0,-1 1-22 0 0,0-1 1 0 0,-1 1 0 0 0,1-1-1 0 0,0 1 1 0 0,0-1-1 0 0,-1 1 1 0 0,1 0-1 0 0,0-1 1 0 0,-1 1 0 0 0,1 0-1 0 0,-1 0 1 0 0,1-1-1 0 0,-1 1 1 0 0,0 0 0 0 0,1 0-1 0 0,-1 0 1 0 0,0-1-1 0 0,1 1 1 0 0,-1 0-1 0 0,0 0 1 0 0,0 0 0 0 0,0 0-1 0 0,1 1 1 0 0,0 23 300 0 0,-2-21-246 0 0,0 16 25 0 0,-1-1 1 0 0,-2 1-1 0 0,0 0 0 0 0,-1-1 0 0 0,-9 24 1 0 0,-10 41 126 0 0,21-74-133 0 0,3-14 13 0 0,9-20-30 0 0,-7 22-85 0 0,26-42 1 0 0,3 2 1 0 0,45-50 0 0 0,-66 82-10 0 0,0 0-1 0 0,0 1 0 0 0,1 0 1 0 0,0 0-1 0 0,0 1 1 0 0,1 1-1 0 0,0 0 0 0 0,0 1 1 0 0,1 0-1 0 0,0 0 0 0 0,0 2 1 0 0,0-1-1 0 0,27-3 0 0 0,-36 7 10 0 0,-1 1-1 0 0,1-1 0 0 0,-1 1 0 0 0,1 0 0 0 0,0 1 0 0 0,-1-1 0 0 0,1 1 0 0 0,-1-1 0 0 0,1 1 0 0 0,-1 0 1 0 0,0 1-1 0 0,1-1 0 0 0,-1 0 0 0 0,0 1 0 0 0,0 0 0 0 0,0 0 0 0 0,0 0 0 0 0,0 0 0 0 0,0 0 0 0 0,0 0 1 0 0,-1 1-1 0 0,1-1 0 0 0,-1 1 0 0 0,4 5 0 0 0,-4-4 35 0 0,0 1 0 0 0,0-1-1 0 0,0 1 1 0 0,0 0 0 0 0,-1 0 0 0 0,0-1 0 0 0,0 1-1 0 0,0 0 1 0 0,0 0 0 0 0,-1 0 0 0 0,0 0 0 0 0,0 0-1 0 0,0 0 1 0 0,-1 0 0 0 0,0 0 0 0 0,0 0 0 0 0,-1 5-1 0 0,-5 10 108 0 0,-17 34-1 0 0,16-39-102 0 0,2-1-1 0 0,-1 2 0 0 0,-6 25 1 0 0,13-40-41 0 0,0 0 1 0 0,-1 0 0 0 0,1-1 0 0 0,0 1 0 0 0,0 0-1 0 0,0 0 1 0 0,0 0 0 0 0,0 0 0 0 0,0 0-1 0 0,0 0 1 0 0,0 0 0 0 0,0 0 0 0 0,1 0 0 0 0,-1 0-1 0 0,0 0 1 0 0,1-1 0 0 0,-1 1 0 0 0,0 0 0 0 0,1 0-1 0 0,-1 0 1 0 0,1 0 0 0 0,-1-1 0 0 0,1 1 0 0 0,0 0-1 0 0,-1-1 1 0 0,1 1 0 0 0,0 0 0 0 0,-1-1 0 0 0,1 1-1 0 0,0-1 1 0 0,0 1 0 0 0,-1-1 0 0 0,1 1 0 0 0,0-1-1 0 0,0 1 1 0 0,0-1 0 0 0,0 0 0 0 0,0 0 0 0 0,0 0-1 0 0,0 1 1 0 0,1-1 0 0 0,4 0-86 0 0,1 0 0 0 0,0 0 0 0 0,-1 0 0 0 0,13-3 0 0 0,-13 2 2 0 0,27-5-355 0 0,1-2 0 0 0,-1-1-1 0 0,-1-2 1 0 0,1-1-1 0 0,31-17 1 0 0,-10 0-209 0 0,98-70 1 0 0,-129 82 881 0 0,-1-1-1 0 0,-1-1 1 0 0,-1-1 0 0 0,26-33 0 0 0,-46 53-219 0 0,1 0 0 0 0,-1 0 0 0 0,0-1 1 0 0,0 1-1 0 0,0 0 0 0 0,0 0 0 0 0,1 0 1 0 0,-1 0-1 0 0,0-1 0 0 0,0 1 0 0 0,0 0 1 0 0,0 0-1 0 0,0 0 0 0 0,0-1 0 0 0,0 1 1 0 0,0 0-1 0 0,1 0 0 0 0,-1-1 1 0 0,0 1-1 0 0,0 0 0 0 0,0 0 0 0 0,0 0 1 0 0,0-1-1 0 0,0 1 0 0 0,0 0 0 0 0,0 0 1 0 0,-1-1-1 0 0,1 1 0 0 0,0 0 0 0 0,0 0 1 0 0,0 0-1 0 0,0-1 0 0 0,0 1 0 0 0,0 0 1 0 0,0 0-1 0 0,0 0 0 0 0,0-1 1 0 0,-1 1-1 0 0,1 0 0 0 0,0 0 0 0 0,0 0 1 0 0,0 0-1 0 0,0-1 0 0 0,-1 1 0 0 0,1 0 1 0 0,0 0-1 0 0,0 0 0 0 0,-1 0 0 0 0,0 0 23 0 0,1-1 0 0 0,-1 1 0 0 0,0 0-1 0 0,0 0 1 0 0,0 0 0 0 0,0 0-1 0 0,1 0 1 0 0,-1 1 0 0 0,0-1-1 0 0,0 0 1 0 0,0 0 0 0 0,1 1 0 0 0,-1-1-1 0 0,0 0 1 0 0,0 1 0 0 0,-1 0-1 0 0,-7 5 102 0 0,0 0 0 0 0,0 1-1 0 0,1 1 1 0 0,-1-1-1 0 0,2 1 1 0 0,-1 1-1 0 0,-9 13 1 0 0,15-19-119 0 0,-1 0 0 0 0,1 1 0 0 0,0-1-1 0 0,0 0 1 0 0,0 1 0 0 0,1 0 0 0 0,-1-1 0 0 0,1 1-1 0 0,0 0 1 0 0,0 0 0 0 0,0 0 0 0 0,1-1 0 0 0,-1 1 0 0 0,1 0-1 0 0,0 0 1 0 0,0 0 0 0 0,0 0 0 0 0,1 0 0 0 0,-1 0 0 0 0,1 0-1 0 0,0 0 1 0 0,0 0 0 0 0,1-1 0 0 0,-1 1 0 0 0,3 5-1 0 0,0-5-10 0 0,-1-1 0 0 0,0 1 0 0 0,1-1 0 0 0,0 1-1 0 0,0-1 1 0 0,0 0 0 0 0,0-1 0 0 0,1 1-1 0 0,-1-1 1 0 0,1 0 0 0 0,-1 0 0 0 0,1 0 0 0 0,0 0-1 0 0,-1-1 1 0 0,1 0 0 0 0,6 1 0 0 0,7 1 10 0 0,1-1 1 0 0,37-1 0 0 0,-35-2-14 0 0,0-1 1 0 0,0-1 0 0 0,0-1-1 0 0,-1-1 1 0 0,1 0 0 0 0,-1-2 0 0 0,0 0-1 0 0,35-19 1 0 0,-41 18-7 0 0,-1 0-1 0 0,0-1 1 0 0,0-1-1 0 0,-1 1 1 0 0,-1-2-1 0 0,1 0 1 0 0,-2 0-1 0 0,1-1 1 0 0,-2-1-1 0 0,0 1 1 0 0,0-1-1 0 0,12-26 1 0 0,-13 12-9 0 0,-7 10 9 0 0,-1 17 1 0 0,-1 0-1 0 0,1 0 0 0 0,0 0 1 0 0,0-1-1 0 0,0 1 0 0 0,0 0 0 0 0,-1 0 1 0 0,1 0-1 0 0,0-1 0 0 0,0 1 0 0 0,0 0 1 0 0,-1 0-1 0 0,1 0 0 0 0,0 0 0 0 0,0 0 1 0 0,-1-1-1 0 0,1 1 0 0 0,0 0 0 0 0,-1 0 1 0 0,1 0-1 0 0,0 0 0 0 0,0 0 1 0 0,-1 0-1 0 0,1 0 0 0 0,0 0 0 0 0,0 0 1 0 0,-1 0-1 0 0,1 0 0 0 0,-1 0 0 0 0,-16 10 73 0 0,1 6 153 0 0,2 1 0 0 0,0 0 1 0 0,0 1-1 0 0,2 0 1 0 0,-18 37-1 0 0,10-20 60 0 0,-221 425 1649 0 0,157-291-1607 0 0,54-109-220 0 0,-50 93 53 0 0,64-128-26 0 0,0 0 0 0 0,-2-1 0 0 0,-34 37 0 0 0,46-55-85 0 0,-1 0 1 0 0,0 0-1 0 0,0-1 1 0 0,0 1-1 0 0,-1-2 1 0 0,0 1-1 0 0,0-1 1 0 0,0 0-1 0 0,0-1 1 0 0,-1 0-1 0 0,1 0 1 0 0,-1-1-1 0 0,0 0 1 0 0,0 0-1 0 0,1-1 1 0 0,-1 0-1 0 0,0-1 1 0 0,-10 0-1 0 0,7-2-23 0 0,0 0-1 0 0,0 0 0 0 0,0-1 1 0 0,0 0-1 0 0,1-1 0 0 0,0-1 1 0 0,-1 0-1 0 0,1 0 0 0 0,1-1 0 0 0,-1-1 1 0 0,1 1-1 0 0,-16-16 0 0 0,18 15-14 0 0,0 0 0 0 0,0-1 1 0 0,1 0-1 0 0,0-1 0 0 0,0 0 0 0 0,1 0 0 0 0,1 0 0 0 0,-1 0 0 0 0,1-1 0 0 0,-6-18 0 0 0,9 21-48 0 0,1 0 1 0 0,-1 0-1 0 0,1 0 1 0 0,0 0 0 0 0,1 0-1 0 0,0 0 1 0 0,0 0-1 0 0,0 0 1 0 0,1 0-1 0 0,0 1 1 0 0,1-1 0 0 0,-1 0-1 0 0,1 0 1 0 0,1 0-1 0 0,-1 1 1 0 0,1 0-1 0 0,6-12 1 0 0,4-1-385 0 0,1 1 0 0 0,0 1 0 0 0,1-1-1 0 0,1 2 1 0 0,1 0 0 0 0,0 2 0 0 0,1-1 0 0 0,26-14 0 0 0,19-8-2404 0 0,84-37 0 0 0,-63 37-1343 0 0,3 1-1935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6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63 385 1428 0 0,'-14'-1'3084'0'0,"10"1"-2494"0"0,0 0-1 0 0,0-1 0 0 0,0 1 0 0 0,0-1 0 0 0,0 0 0 0 0,1 0 1 0 0,-1-1-1 0 0,0 1 0 0 0,-5-4 0 0 0,8 5-553 0 0,1 0 0 0 0,0-1 0 0 0,-1 1-1 0 0,1 0 1 0 0,0-1 0 0 0,-1 1 0 0 0,1-1-1 0 0,0 1 1 0 0,0 0 0 0 0,0-1 0 0 0,-1 1-1 0 0,1-1 1 0 0,0 1 0 0 0,0-1 0 0 0,0 1-1 0 0,0-1 1 0 0,0 1 0 0 0,0 0 0 0 0,0-1-1 0 0,0 1 1 0 0,0-1 0 0 0,0 1 0 0 0,0-1-1 0 0,0 1 1 0 0,0-1 0 0 0,1 1 0 0 0,-1-1-1 0 0,0 1 1 0 0,0 0 0 0 0,0-1 0 0 0,1 1-1 0 0,-1-1 1 0 0,0 1 0 0 0,0 0 0 0 0,1-1-1 0 0,-1 1 1 0 0,0 0 0 0 0,1-1 0 0 0,-1 1-1 0 0,0 0 1 0 0,1-1 0 0 0,0 1 0 0 0,16-14 389 0 0,-17 14-417 0 0,20-14 227 0 0,1 2-1 0 0,0 0 0 0 0,31-11 1 0 0,73-21-35 0 0,-57 21-104 0 0,2 0-48 0 0,97-38-57 0 0,-127 44 27 0 0,-1-1-1 0 0,40-26 1 0 0,-53 24-32 0 0,-25 19 13 0 0,0 0 0 0 0,0 0 0 0 0,0 0 1 0 0,-1 0-1 0 0,1 0 0 0 0,0 0 0 0 0,0 0 0 0 0,0-1 0 0 0,-1 1 0 0 0,1 0 0 0 0,0-3 0 0 0,-1 4 1 0 0,0-1-1 0 0,0 1 1 0 0,0 0-1 0 0,0-1 1 0 0,0 1 0 0 0,0 0-1 0 0,0-1 1 0 0,0 1 0 0 0,0-1-1 0 0,0 1 1 0 0,0 0-1 0 0,-1-1 1 0 0,1 1 0 0 0,0 0-1 0 0,0-1 1 0 0,0 1-1 0 0,0 0 1 0 0,-1-1 0 0 0,1 1-1 0 0,0 0 1 0 0,0-1 0 0 0,-1 1-1 0 0,1 0 1 0 0,0 0-1 0 0,-1-1 1 0 0,-19-4-10 0 0,1 5 19 0 0,0 1-1 0 0,-1 1 1 0 0,1 0 0 0 0,0 2-1 0 0,1 0 1 0 0,-1 1 0 0 0,1 1-1 0 0,0 0 1 0 0,0 2 0 0 0,0 0-1 0 0,1 1 1 0 0,1 0 0 0 0,-22 17-1 0 0,35-24-6 0 0,0 1 1 0 0,0-1-1 0 0,0 1 0 0 0,0 0 0 0 0,0 0 0 0 0,1 0 0 0 0,-1 0 1 0 0,1 0-1 0 0,0 1 0 0 0,0-1 0 0 0,0 1 0 0 0,0-1 1 0 0,1 1-1 0 0,-1 0 0 0 0,1 0 0 0 0,0 0 0 0 0,0 0 0 0 0,1-1 1 0 0,-1 1-1 0 0,1 0 0 0 0,0 0 0 0 0,0 0 0 0 0,0 0 0 0 0,0 0 1 0 0,1 0-1 0 0,-1 0 0 0 0,1 0 0 0 0,0 0 0 0 0,1 0 1 0 0,-1 0-1 0 0,1-1 0 0 0,-1 1 0 0 0,1 0 0 0 0,0-1 0 0 0,0 0 1 0 0,1 1-1 0 0,2 2 0 0 0,10 13 1 0 0,20 20 1 0 0,-23-28 68 0 0,-2 0 0 0 0,1 1 0 0 0,-1 1-1 0 0,-1 0 1 0 0,12 21 0 0 0,-20-32 2 0 0,0 0 0 0 0,0 0 0 0 0,0 0 0 0 0,0 1 0 0 0,-1-1 0 0 0,1 0 0 0 0,-1 0 0 0 0,1 1-1 0 0,-1-1 1 0 0,0 1 0 0 0,0-1 0 0 0,0 0 0 0 0,0 1 0 0 0,0-1 0 0 0,-1 0 0 0 0,1 1 0 0 0,-1-1 0 0 0,1 0 0 0 0,-1 1 0 0 0,-1 2 0 0 0,0-3 6 0 0,0 1-1 0 0,0-1 1 0 0,0 1 0 0 0,0-1 0 0 0,0 0-1 0 0,-1 0 1 0 0,1 0 0 0 0,-1 0 0 0 0,1 0-1 0 0,-1-1 1 0 0,0 1 0 0 0,0-1 0 0 0,-4 2-1 0 0,-4 1 90 0 0,-1-1 1 0 0,0 0-1 0 0,1-1 0 0 0,-1 0 0 0 0,0-1 0 0 0,-23-1 0 0 0,15-1-207 0 0,1-1-1 0 0,-1-1 1 0 0,0-1-1 0 0,1-1 1 0 0,0 0 0 0 0,-25-11-1 0 0,43 15-93 0 0,1 1 1 0 0,-1 0-1 0 0,0 0 0 0 0,1-1 0 0 0,-1 1 0 0 0,0 0 1 0 0,1-1-1 0 0,-1 1 0 0 0,1-1 0 0 0,-1 1 0 0 0,1-1 0 0 0,-1 1 1 0 0,1-1-1 0 0,-1 1 0 0 0,1-1 0 0 0,-1 1 0 0 0,1-1 0 0 0,-1 0 1 0 0,1 1-1 0 0,0-1 0 0 0,0 1 0 0 0,-1-1 0 0 0,1 0 1 0 0,0 0-1 0 0,0 1 0 0 0,0-1 0 0 0,0 0 0 0 0,0 1 0 0 0,-1-1 1 0 0,2-1-1 0 0,-1 1-358 0 0,1-1 0 0 0,-1 1 0 0 0,1 0 0 0 0,0-1 0 0 0,0 1 0 0 0,-1 0 0 0 0,1-1 0 0 0,0 1 0 0 0,0 0 0 0 0,3-3-490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90 1296 0 0,'0'0'3403'0'0,"-3"0"-2157"0"0,-1 1-878 0 0,1-1 0 0 0,-1 1 0 0 0,0 0 0 0 0,0 0 0 0 0,1 0 0 0 0,-1 0 0 0 0,1 1 0 0 0,-6 2 1 0 0,8-3-312 0 0,-1 0 1 0 0,1 0-1 0 0,0 0 0 0 0,-1 0 1 0 0,1 0-1 0 0,0 0 1 0 0,0 0-1 0 0,0 1 1 0 0,0-1-1 0 0,0 0 1 0 0,0 1-1 0 0,0-1 1 0 0,1 1-1 0 0,-1-1 1 0 0,0 1-1 0 0,1-1 1 0 0,-1 1-1 0 0,1-1 1 0 0,0 1-1 0 0,0-1 1 0 0,-1 1-1 0 0,1 2 1 0 0,0-3-44 0 0,1 0 1 0 0,-1 0 0 0 0,0 0-1 0 0,1 0 1 0 0,-1 0 0 0 0,0 0-1 0 0,1-1 1 0 0,-1 1 0 0 0,1 0-1 0 0,0 0 1 0 0,-1 0 0 0 0,1 0-1 0 0,0-1 1 0 0,-1 1 0 0 0,1 0-1 0 0,0 0 1 0 0,0-1-1 0 0,0 1 1 0 0,0-1 0 0 0,0 1-1 0 0,1 0 1 0 0,22 8 84 0 0,-15-6-74 0 0,1 0 1 0 0,0-1-1 0 0,0-1 0 0 0,0 1 1 0 0,1-2-1 0 0,-1 1 0 0 0,0-2 0 0 0,0 1 1 0 0,11-3-1 0 0,-16 2-29 0 0,0 0 1 0 0,0 0-1 0 0,0-1 0 0 0,0 1 0 0 0,0-1 0 0 0,-1-1 1 0 0,1 1-1 0 0,0-1 0 0 0,-1 1 0 0 0,0-1 0 0 0,0 0 1 0 0,0-1-1 0 0,0 1 0 0 0,0-1 0 0 0,-1 0 1 0 0,1 0-1 0 0,-1 0 0 0 0,0 0 0 0 0,4-7 0 0 0,-6 7 51 0 0,1 1-1 0 0,0 0 1 0 0,-1-1-1 0 0,0 0 1 0 0,0 1-1 0 0,0-1 1 0 0,0 0-1 0 0,0 1 1 0 0,-1-1-1 0 0,0 0 1 0 0,0 0-1 0 0,0 0 1 0 0,0 1-1 0 0,0-1 1 0 0,-1 0-1 0 0,0 0 1 0 0,-2-6-1 0 0,2 7 4 0 0,0 1 0 0 0,-1 0-1 0 0,1 0 1 0 0,-1-1 0 0 0,0 1-1 0 0,0 0 1 0 0,0 1 0 0 0,0-1-1 0 0,0 0 1 0 0,0 0 0 0 0,0 1 0 0 0,-1-1-1 0 0,1 1 1 0 0,0 0 0 0 0,-1 0-1 0 0,1 0 1 0 0,-1 0 0 0 0,0 0-1 0 0,1 0 1 0 0,-1 1 0 0 0,0-1-1 0 0,1 1 1 0 0,-1 0 0 0 0,0 0 0 0 0,-4 0-1 0 0,-10 1 117 0 0,-1 1 0 0 0,1 0-1 0 0,1 1 1 0 0,-1 1 0 0 0,0 1-1 0 0,1 0 1 0 0,-20 10 0 0 0,16-6-64 0 0,1 1 0 0 0,0 1 1 0 0,0 0-1 0 0,1 2 0 0 0,-21 18 1 0 0,31-24-79 0 0,0 1 1 0 0,1 0 0 0 0,0 1 0 0 0,0-1-1 0 0,0 1 1 0 0,1 1 0 0 0,1-1-1 0 0,-6 13 1 0 0,10-19-22 0 0,0 0-1 0 0,0 0 0 0 0,0 0 0 0 0,0 0 1 0 0,0 0-1 0 0,1 0 0 0 0,0 0 1 0 0,0 0-1 0 0,-1 0 0 0 0,2 0 0 0 0,-1 0 1 0 0,0 0-1 0 0,1 0 0 0 0,-1 0 1 0 0,1 0-1 0 0,0 0 0 0 0,0 0 0 0 0,0 0 1 0 0,0 0-1 0 0,0-1 0 0 0,1 1 1 0 0,0 0-1 0 0,-1-1 0 0 0,1 1 1 0 0,0-1-1 0 0,0 0 0 0 0,0 0 0 0 0,0 1 1 0 0,1-1-1 0 0,-1 0 0 0 0,0-1 1 0 0,1 1-1 0 0,0 0 0 0 0,2 0 0 0 0,11 6-149 0 0,-1 0-1 0 0,1-2 0 0 0,1 0 1 0 0,-1-1-1 0 0,33 6 0 0 0,-10-5-730 0 0,61 1 0 0 0,-56-7 185 0 0,0-2 1 0 0,0-2 0 0 0,-1-2 0 0 0,57-15-1 0 0,-67 12 434 0 0,-1-1-1 0 0,-1-2 0 0 0,0-1 1 0 0,-1-1-1 0 0,0-2 1 0 0,35-24-1 0 0,-53 31 415 0 0,-1 0 0 0 0,1-1 0 0 0,-2 0 0 0 0,0-1 0 0 0,10-13 0 0 0,-17 21-58 0 0,0-1-1 0 0,-1 1 1 0 0,0-1 0 0 0,1 1-1 0 0,-1-1 1 0 0,-1 0 0 0 0,1 0-1 0 0,-1 0 1 0 0,1 0 0 0 0,-1 0-1 0 0,0 0 1 0 0,0 0 0 0 0,-1-1-1 0 0,1 1 1 0 0,-1 0 0 0 0,0 0 0 0 0,0-1-1 0 0,-1 1 1 0 0,1 0 0 0 0,-1 0-1 0 0,-2-8 1 0 0,2 9-14 0 0,0 0 0 0 0,-1 1-1 0 0,1-1 1 0 0,-1 0 0 0 0,0 1 0 0 0,0 0 0 0 0,0-1 0 0 0,0 1 0 0 0,0 0-1 0 0,0 0 1 0 0,0 0 0 0 0,-1 1 0 0 0,1-1 0 0 0,-1 0 0 0 0,-4-2-1 0 0,2 3 41 0 0,0-1 0 0 0,0 1 0 0 0,0 0 0 0 0,0 0 0 0 0,0 0 0 0 0,0 0-1 0 0,0 1 1 0 0,-8 1 0 0 0,-4 1 117 0 0,1 0 1 0 0,0 2-1 0 0,0 0 0 0 0,-25 10 0 0 0,26-9-168 0 0,1 1 1 0 0,-1 1-1 0 0,2 0 0 0 0,-1 1 0 0 0,1 0 0 0 0,0 1 1 0 0,1 1-1 0 0,0 0 0 0 0,0 0 0 0 0,1 1 0 0 0,-13 17 0 0 0,22-25-62 0 0,1-1 0 0 0,-1 1 0 0 0,0-1 0 0 0,1 1 0 0 0,0 0 0 0 0,0-1 0 0 0,0 1 0 0 0,0 0 0 0 0,0 0 0 0 0,0 0 0 0 0,1 0 0 0 0,-1 0 0 0 0,1 0 0 0 0,0-1 0 0 0,0 1 0 0 0,0 0 0 0 0,0 0 0 0 0,1 0 0 0 0,1 6 0 0 0,-1-6 0 0 0,1 0 0 0 0,0 1-1 0 0,0-1 1 0 0,0 0 0 0 0,0 0-1 0 0,0 0 1 0 0,1 0 0 0 0,-1-1-1 0 0,1 1 1 0 0,0-1 0 0 0,0 1-1 0 0,0-1 1 0 0,6 3 0 0 0,0 0 0 0 0,0 0 0 0 0,1-1 1 0 0,0-1-1 0 0,0 0 0 0 0,0 0 1 0 0,0-1-1 0 0,0 0 0 0 0,0 0 0 0 0,0-2 1 0 0,16 1-1 0 0,-12-3-3 0 0,0 0 0 0 0,0-1 0 0 0,0 0 0 0 0,0-1-1 0 0,-1-1 1 0 0,0 0 0 0 0,0-1 0 0 0,0 0 0 0 0,-1-1 0 0 0,18-12 0 0 0,4-8-30 0 0,-1-1 0 0 0,31-35 0 0 0,-46 46-3 0 0,-18 16 21 0 0,0 0 1 0 0,1 1-1 0 0,-1-1 1 0 0,1 1 0 0 0,-1-1-1 0 0,1 1 1 0 0,0-1-1 0 0,-1 1 1 0 0,1 0-1 0 0,-1-1 1 0 0,1 1-1 0 0,0-1 1 0 0,-1 1-1 0 0,1 0 1 0 0,0 0 0 0 0,-1 0-1 0 0,1-1 1 0 0,0 1-1 0 0,-1 0 1 0 0,1 0-1 0 0,1 0 1 0 0,-1 0 3 0 0,-1 1 0 0 0,1-1 0 0 0,-1 0 0 0 0,0 1 0 0 0,1-1 0 0 0,-1 0 0 0 0,0 1 0 0 0,1-1 0 0 0,-1 1 0 0 0,0-1-1 0 0,1 0 1 0 0,-1 1 0 0 0,0-1 0 0 0,0 1 0 0 0,0-1 0 0 0,1 1 0 0 0,-1-1 0 0 0,0 1 0 0 0,0-1 0 0 0,0 1 0 0 0,0 0 0 0 0,0 4 6 0 0,0-1-1 0 0,0 0 1 0 0,0 0 0 0 0,0 0-1 0 0,-2 8 1 0 0,-14 36 386 0 0,-2 0-1 0 0,-44 85 0 0 0,-66 81 837 0 0,91-156-961 0 0,-9 17 77 0 0,-103 159 541 0 0,105-172-368 0 0,-82 91-1 0 0,112-139-354 0 0,0 0 1 0 0,0-1-1 0 0,-2 0 0 0 0,1-2 1 0 0,-2 0-1 0 0,1 0 1 0 0,-2-2-1 0 0,-27 12 0 0 0,37-18-110 0 0,0 0-1 0 0,0-1 0 0 0,0 0 0 0 0,0-1 0 0 0,-1 1 0 0 0,1-1 0 0 0,-1-1 0 0 0,1 0 0 0 0,-1 0 0 0 0,1-1 0 0 0,-1 0 0 0 0,1 0 0 0 0,0-1 1 0 0,0 0-1 0 0,-1 0 0 0 0,1-1 0 0 0,1 0 0 0 0,-1-1 0 0 0,0 0 0 0 0,1 0 0 0 0,-13-9 0 0 0,11 6-20 0 0,1 0 0 0 0,0-1-1 0 0,0 0 1 0 0,0 0 0 0 0,1-1 0 0 0,1 0 0 0 0,-1 0-1 0 0,1-1 1 0 0,1 0 0 0 0,0 0 0 0 0,0 0-1 0 0,1-1 1 0 0,0 1 0 0 0,1-1 0 0 0,0 0-1 0 0,-1-14 1 0 0,2 11-28 0 0,2 0-1 0 0,-1 0 1 0 0,2 0-1 0 0,0 0 1 0 0,0 0-1 0 0,2 0 1 0 0,-1 1-1 0 0,2-1 1 0 0,0 1-1 0 0,0-1 1 0 0,1 1-1 0 0,12-20 0 0 0,-2 9-129 0 0,1 1-1 0 0,0 1 0 0 0,2 1 0 0 0,1 0 1 0 0,0 2-1 0 0,2 0 0 0 0,0 1 0 0 0,1 1 1 0 0,0 1-1 0 0,2 1 0 0 0,30-15 0 0 0,27-8-1978 0 0,1 3 0 0 0,99-26-1 0 0,-11 10-5493 0 0,-117 34 1952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8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33 1820 0 0,'3'-10'1685'0'0,"4"-8"3252"0"0,-7 18-4848 0 0,0-1 0 0 0,1 1-1 0 0,-1 0 1 0 0,0-1-1 0 0,0 1 1 0 0,1 0 0 0 0,-1 0-1 0 0,0-1 1 0 0,1 1-1 0 0,-1 0 1 0 0,0 0 0 0 0,1 0-1 0 0,-1-1 1 0 0,1 1-1 0 0,-1 0 1 0 0,0 0-1 0 0,1 0 1 0 0,-1 0 0 0 0,1 0-1 0 0,-1 0 1 0 0,0 0-1 0 0,1 0 1 0 0,-1 0 0 0 0,1 0-1 0 0,-1 0 1 0 0,0 0-1 0 0,1 0 1 0 0,-1 0 0 0 0,1 0-1 0 0,-1 0 1 0 0,0 1-1 0 0,1-1 1 0 0,-1 0 0 0 0,0 0-1 0 0,1 1 1 0 0,0-1 15 0 0,0 1 1 0 0,-1-1 0 0 0,1 1-1 0 0,-1-1 1 0 0,1 1 0 0 0,-1 0-1 0 0,1-1 1 0 0,-1 1 0 0 0,1 0-1 0 0,-1 0 1 0 0,1-1-1 0 0,-1 1 1 0 0,0 0 0 0 0,1 0-1 0 0,-1-1 1 0 0,0 1 0 0 0,0 0-1 0 0,0 0 1 0 0,0 0 0 0 0,0 1-1 0 0,0 19 904 0 0,-1-17-805 0 0,-3 25 460 0 0,-1-1-1 0 0,-1 1 1 0 0,-16 42-1 0 0,0-1-348 0 0,8-26 184 0 0,14-43-437 0 0,0-3-56 0 0,1-1 1 0 0,0 0-1 0 0,0 0 1 0 0,0 0-1 0 0,1 1 1 0 0,-1-1-1 0 0,1 1 1 0 0,2-5-1 0 0,3-4 0 0 0,1-5-13 0 0,0 2-1 0 0,2-1 1 0 0,-1 1 0 0 0,2 1-1 0 0,0 0 1 0 0,0 0 0 0 0,1 1-1 0 0,1 1 1 0 0,0 0 0 0 0,0 0-1 0 0,1 1 1 0 0,0 1-1 0 0,1 1 1 0 0,0 0 0 0 0,1 1-1 0 0,16-6 1 0 0,-26 11 4 0 0,0 0 1 0 0,-1 1-1 0 0,1 0 1 0 0,0 0-1 0 0,0 1 1 0 0,0-1-1 0 0,0 1 0 0 0,0 1 1 0 0,-1-1-1 0 0,1 1 1 0 0,0 0-1 0 0,0 0 1 0 0,0 1-1 0 0,-1-1 0 0 0,1 1 1 0 0,-1 1-1 0 0,7 2 1 0 0,-7-1-1 0 0,0 0 1 0 0,0-1 0 0 0,-1 2 0 0 0,0-1 0 0 0,0 0 0 0 0,0 1-1 0 0,0 0 1 0 0,-1 0 0 0 0,1 0 0 0 0,-1 0 0 0 0,-1 0-1 0 0,1 1 1 0 0,-1-1 0 0 0,0 1 0 0 0,0 0 0 0 0,2 10-1 0 0,-2-8 16 0 0,-1 1 1 0 0,0 0-1 0 0,-1 0 0 0 0,1 0 0 0 0,-2-1 0 0 0,1 1 0 0 0,-1 0 0 0 0,-1 0 0 0 0,1-1 0 0 0,-6 15 0 0 0,5-17-2 0 0,0 0-1 0 0,-1-1 0 0 0,0 1 0 0 0,0-1 0 0 0,0 0 0 0 0,0 0 1 0 0,-1 0-1 0 0,0 0 0 0 0,0 0 0 0 0,0-1 0 0 0,-1 1 1 0 0,0-1-1 0 0,1-1 0 0 0,-1 1 0 0 0,-9 4 0 0 0,12-7 35 0 0,-4-2-8 0 0,6 1-36 0 0,-1 0 1 0 0,1 0-1 0 0,-1 0 1 0 0,1 0-1 0 0,-1 0 1 0 0,1 0-1 0 0,0 0 1 0 0,-1 0-1 0 0,1 0 1 0 0,-1 0-1 0 0,1 0 1 0 0,-1 0-1 0 0,1 0 1 0 0,-1-1-1 0 0,1 1 1 0 0,0 0-1 0 0,-1 0 1 0 0,1 0 0 0 0,0-1-1 0 0,-1 1 1 0 0,1 0-1 0 0,-1 0 1 0 0,1-1-1 0 0,0 1 1 0 0,0 0-1 0 0,-1-1 1 0 0,1-4 0 0 0,0 1 0 0 0,1 0 0 0 0,-1-1 0 0 0,1 1 0 0 0,0 0 0 0 0,0 0 1 0 0,1-1-1 0 0,-1 1 0 0 0,1 0 0 0 0,0 0 0 0 0,0 1 0 0 0,5-8 0 0 0,36-46 14 0 0,-39 52-15 0 0,14-16-16 0 0,1 1 0 0 0,1 0 0 0 0,0 2-1 0 0,1 1 1 0 0,36-23 0 0 0,-42 31 6 0 0,-1 1 1 0 0,1 1-1 0 0,0 0 0 0 0,0 1 0 0 0,1 0 0 0 0,0 2 1 0 0,0 0-1 0 0,0 0 0 0 0,1 2 0 0 0,24-2 0 0 0,-37 4 7 0 0,0 0 0 0 0,0 0 0 0 0,0 1-1 0 0,0-1 1 0 0,0 1 0 0 0,0 0 0 0 0,0 0 0 0 0,0 0-1 0 0,-1 1 1 0 0,1-1 0 0 0,0 1 0 0 0,-1 0-1 0 0,1 0 1 0 0,-1 0 0 0 0,1 1 0 0 0,-1-1-1 0 0,0 1 1 0 0,0-1 0 0 0,0 1 0 0 0,0 0 0 0 0,-1 0-1 0 0,1 1 1 0 0,-1-1 0 0 0,0 1 0 0 0,0-1-1 0 0,0 1 1 0 0,0-1 0 0 0,-1 1 0 0 0,3 7 0 0 0,-1 1 9 0 0,-1 0 0 0 0,0 0 1 0 0,-1 0-1 0 0,-1 0 1 0 0,1 0-1 0 0,-2 0 1 0 0,0 0-1 0 0,-4 22 1 0 0,-10 31-185 0 0,4-23-3604 0 0,11-42 3593 0 0,0 1-1 0 0,0-1 1 0 0,0 1-1 0 0,0 0 1 0 0,1-1 0 0 0,-1 1-1 0 0,0-1 1 0 0,0 1-1 0 0,0-1 1 0 0,0 1 0 0 0,1-1-1 0 0,-1 1 1 0 0,0-1-1 0 0,1 1 1 0 0,-1-1 0 0 0,0 1-1 0 0,1-1 1 0 0,1 2-758 0 0,-2-1 757 0 0,1-1 1 0 0,-1 0 0 0 0,1 1-1 0 0,-1-1 1 0 0,1 0-1 0 0,-1 0 1 0 0,1 0 0 0 0,0 1-1 0 0,-1-1 1 0 0,1 0-1 0 0,-1 0 1 0 0,1 0 0 0 0,0 0-1 0 0,-1 0 1 0 0,1 0-1 0 0,-1 0 1 0 0,1 0 0 0 0,0-1-1 0 0,11 0-4007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9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121 137 640 0 0,'9'-12'9828'0'0,"-10"14"-9751"0"0,1 0 1 0 0,-1-1 0 0 0,0 1-1 0 0,0 0 1 0 0,1 0-1 0 0,-1 0 1 0 0,1 0 0 0 0,0 0-1 0 0,-1 0 1 0 0,1 0 0 0 0,0 0-1 0 0,0 0 1 0 0,0 0 0 0 0,0 0-1 0 0,1-1 1 0 0,-1 1-1 0 0,0 0 1 0 0,1 0 0 0 0,0 0-1 0 0,-1 0 1 0 0,1 0 0 0 0,0 0-1 0 0,0-1 1 0 0,0 1 0 0 0,0 0-1 0 0,0-1 1 0 0,0 1-1 0 0,1-1 1 0 0,-1 1 0 0 0,0-1-1 0 0,1 1 1 0 0,-1-1 0 0 0,1 0-1 0 0,1 1 1 0 0,0 0-6 0 0,0 1 0 0 0,1-1 1 0 0,-1-1-1 0 0,1 1 0 0 0,-1 0 0 0 0,1-1 0 0 0,-1 0 1 0 0,1 0-1 0 0,0 0 0 0 0,0 0 0 0 0,-1 0 0 0 0,1-1 1 0 0,0 0-1 0 0,0 1 0 0 0,0-2 0 0 0,0 1 0 0 0,7-1 1 0 0,-5-1-48 0 0,0-1 0 0 0,-1 1 0 0 0,1-1 0 0 0,0 0 0 0 0,-1 0 0 0 0,0-1 0 0 0,1 1 0 0 0,-1-1 0 0 0,-1-1 0 0 0,1 1 0 0 0,-1 0 0 0 0,1-1 1 0 0,-1 0-1 0 0,5-8 0 0 0,-3 3-17 0 0,0-1-1 0 0,-1 0 1 0 0,0 1 0 0 0,-1-1 0 0 0,0-1 0 0 0,0 1 0 0 0,1-14 0 0 0,-5 24-10 0 0,1-1-1 0 0,-1 1 1 0 0,0 0 0 0 0,0-1-1 0 0,0 1 1 0 0,0 0 0 0 0,0 0 0 0 0,0-1-1 0 0,0 1 1 0 0,0 0 0 0 0,-1 0-1 0 0,1-1 1 0 0,0 1 0 0 0,-1 0-1 0 0,1 0 1 0 0,-1 0 0 0 0,1 0-1 0 0,-1-1 1 0 0,0 1 0 0 0,1 0 0 0 0,-1 0-1 0 0,0 0 1 0 0,0 0 0 0 0,0 0-1 0 0,0 1 1 0 0,0-1 0 0 0,0 0-1 0 0,0 0 1 0 0,0 1 0 0 0,0-1-1 0 0,0 0 1 0 0,0 1 0 0 0,0-1 0 0 0,-1 1-1 0 0,1 0 1 0 0,0-1 0 0 0,-2 1-1 0 0,-2-1 0 0 0,0 0 0 0 0,1 1 0 0 0,-1 0 0 0 0,0 0 0 0 0,0 0 0 0 0,0 0 0 0 0,1 1 0 0 0,-1 0 0 0 0,-6 2 0 0 0,-7 2 9 0 0,0 2-1 0 0,1 0 1 0 0,-1 1-1 0 0,2 1 1 0 0,-1 0-1 0 0,1 2 1 0 0,0-1-1 0 0,1 2 1 0 0,1 0-1 0 0,0 1 1 0 0,0 0-1 0 0,1 1 1 0 0,1 1-1 0 0,-16 24 1 0 0,26-36 1 0 0,0 0 1 0 0,1 1 0 0 0,-1-1 0 0 0,1 0-1 0 0,-1 1 1 0 0,1-1 0 0 0,0 0-1 0 0,0 1 1 0 0,1-1 0 0 0,-1 1-1 0 0,1 0 1 0 0,0-1 0 0 0,0 1 0 0 0,0-1-1 0 0,0 1 1 0 0,1-1 0 0 0,-1 1-1 0 0,3 6 1 0 0,-1-6-41 0 0,0 1 1 0 0,0-1-1 0 0,1 0 0 0 0,0 0 0 0 0,-1 0 1 0 0,2 0-1 0 0,-1 0 0 0 0,0-1 0 0 0,1 1 1 0 0,-1-1-1 0 0,1 0 0 0 0,6 4 0 0 0,1 0-349 0 0,1-1 0 0 0,1 0 0 0 0,-1 0 0 0 0,1-1 0 0 0,0-1 1 0 0,0 0-1 0 0,0-1 0 0 0,27 3 0 0 0,-25-5-597 0 0,-1-1 0 0 0,1 0 0 0 0,0-1 1 0 0,0-1-1 0 0,19-4 0 0 0,-5-3-1916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2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82 100 240 0 0,'53'-58'8702'0'0,"-52"69"-7685"0"0,0-9-931 0 0,-1 0 1 0 0,0-1-1 0 0,0 1 0 0 0,0 0 1 0 0,0 0-1 0 0,0 0 1 0 0,0 0-1 0 0,0 0 1 0 0,-1 0-1 0 0,0 2 1 0 0,-27 69 1704 0 0,-48 88 0 0 0,61-130-1242 0 0,14-30-121 0 0,-5 1-118 0 0,1-2-92 0 0,2-9-136 0 0,2 2-68 0 0,1-1 0 0 0,1 0-1 0 0,0 1 1 0 0,0-1 0 0 0,0 1-1 0 0,1 0 1 0 0,0-1-1 0 0,0 1 1 0 0,5-10 0 0 0,4-8-15 0 0,19-30-1 0 0,-22 41 7 0 0,1 1 0 0 0,1 1 0 0 0,0 0 0 0 0,0 0 0 0 0,1 1 0 0 0,0 1 0 0 0,1 0 0 0 0,1 0 0 0 0,-1 1 0 0 0,2 1 0 0 0,-1 0 0 0 0,1 0 0 0 0,0 2-1 0 0,0 0 1 0 0,1 0 0 0 0,0 2 0 0 0,23-6 0 0 0,-35 10-16 0 0,-1-1 0 0 0,1 1 0 0 0,0 0 0 0 0,0-1 0 0 0,-1 1 0 0 0,1 0 0 0 0,0 1 0 0 0,-1-1 0 0 0,1 0 0 0 0,0 1 0 0 0,-1-1 0 0 0,1 1 0 0 0,0 0 0 0 0,-1 0 0 0 0,1 0 0 0 0,-1 0 0 0 0,0 1 0 0 0,1-1 0 0 0,-1 1 0 0 0,0-1 0 0 0,0 1 0 0 0,0 0 0 0 0,0 0 0 0 0,0 0 0 0 0,0 0 0 0 0,0 0 0 0 0,-1 0 0 0 0,1 0 0 0 0,-1 1-1 0 0,1-1 1 0 0,-1 0 0 0 0,0 1 0 0 0,0-1 0 0 0,0 1 0 0 0,-1 0 0 0 0,1-1 0 0 0,0 1 0 0 0,-1 0 0 0 0,0-1 0 0 0,0 6 0 0 0,1 5-2 0 0,-2-1 0 0 0,1 0 0 0 0,-2 0 0 0 0,0 0-1 0 0,0 0 1 0 0,-1 0 0 0 0,-7 19 0 0 0,-4 2 30 0 0,-12 34 5 0 0,24-60-9 0 0,0 0 1 0 0,0 1-1 0 0,1-1 1 0 0,0 1-1 0 0,0 0 1 0 0,1 13-1 0 0,0-18-90 0 0,1-1-1 0 0,0 1 1 0 0,0-1-1 0 0,0 0 1 0 0,0 1-1 0 0,0-1 1 0 0,1 0-1 0 0,-1 0 1 0 0,1 0-1 0 0,0 0 1 0 0,-1 0-1 0 0,1 0 1 0 0,0 0-1 0 0,0 0 1 0 0,0-1-1 0 0,0 1 1 0 0,0-1-1 0 0,1 1 1 0 0,-1-1 0 0 0,0 0-1 0 0,1 0 1 0 0,-1 0-1 0 0,1 0 1 0 0,4 0-1 0 0,5 3-1652 0 0,0-2-1 0 0,0 1 1 0 0,24 0-1 0 0,-16-3-2884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0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85 2300 0 0,'73'-84'14164'0'0,"-88"97"-12786"0"0,-44 48 946 0 0,-99 134-1 0 0,124-145-2157 0 0,3 1 0 0 0,1 2-1 0 0,-33 85 1 0 0,53-112-119 0 0,1 1 0 0 0,1 0 0 0 0,-7 53 0 0 0,13-69-12 0 0,1 1 0 0 0,1-1 0 0 0,0 1-1 0 0,0 0 1 0 0,1-1 0 0 0,1 1 0 0 0,0-1 0 0 0,1 1 0 0 0,0-1 0 0 0,0 0 0 0 0,1 0 0 0 0,6 11 0 0 0,-7-17-10 0 0,0 1 0 0 0,1-1 0 0 0,0 1 0 0 0,0-1 0 0 0,0 0 1 0 0,1-1-1 0 0,0 1 0 0 0,-1-1 0 0 0,2 0 0 0 0,-1 0 1 0 0,0 0-1 0 0,1-1 0 0 0,0 0 0 0 0,8 4 0 0 0,-5-4-53 0 0,1-1 0 0 0,-1 1 0 0 0,1-1-1 0 0,-1-1 1 0 0,1 0 0 0 0,0-1 0 0 0,0 1 0 0 0,18-3-1 0 0,-4-2-960 0 0,0-2-1 0 0,0 0 0 0 0,-1-1 0 0 0,1-1 0 0 0,-1-1 1 0 0,39-23-1 0 0,-42 20-1194 0 0,-2 0 0 0 0,0-2 0 0 0,18-16 0 0 0,-7 3-3665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0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282 129 376 0 0,'-229'-94'12903'0'0,"180"73"-10111"0"0,48 21-2764 0 0,1 0-1 0 0,0 0 0 0 0,0 0 0 0 0,-1-1 0 0 0,1 1 0 0 0,0 0 0 0 0,0 0 0 0 0,0 0 0 0 0,0-1 0 0 0,0 1 1 0 0,-1 0-1 0 0,1 0 0 0 0,0-1 0 0 0,0 1 0 0 0,0 0 0 0 0,0-1 0 0 0,0 1 0 0 0,0 0 0 0 0,0 0 0 0 0,0-1 1 0 0,0 1-1 0 0,0 0 0 0 0,0-1 0 0 0,0 1 0 0 0,0 0 0 0 0,0 0 0 0 0,0-1 0 0 0,0 1 0 0 0,0 0 0 0 0,0 0 0 0 0,0-1 1 0 0,0 1-1 0 0,1 0 0 0 0,-1 0 0 0 0,0-1 0 0 0,0 1 0 0 0,0 0 0 0 0,0 0 0 0 0,1-1 0 0 0,-1 1 0 0 0,0 0 1 0 0,0 0-1 0 0,1 0 0 0 0,-1 0 0 0 0,0-1 0 0 0,0 1 0 0 0,0 0 0 0 0,1 0 0 0 0,-1 0 0 0 0,0 0 0 0 0,1 0 1 0 0,-1 0-1 0 0,23-2 170 0 0,0 1 0 0 0,0 1 0 0 0,39 6 0 0 0,74 18 89 0 0,-120-20-219 0 0,376 93-2 0 0,-217-51-2747 0 0,-1-4-4859 0 0,-130-33 1454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7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645 46 288 0 0,'21'-46'14126'0'0,"-24"88"-13035"0"0,-1 0 0 0 0,-19 73 1 0 0,9-45-652 0 0,-76 341 707 0 0,35-168-698 0 0,45-202-99 0 0,-1 0 0 0 0,-3-1 0 0 0,-29 62 1 0 0,42-98-295 0 0,-2 0 0 0 0,1 0 0 0 0,0 0 0 0 0,-1 0 0 0 0,0 0 0 0 0,0-1 0 0 0,0 1 0 0 0,0-1 0 0 0,0 0 0 0 0,-1 0 0 0 0,1 0 0 0 0,-1-1 0 0 0,0 1 0 0 0,0-1 0 0 0,0 0 0 0 0,0 0 0 0 0,0 0 0 0 0,-9 2 0 0 0,7-3-33 0 0,1 0 0 0 0,-1-1 1 0 0,1 0-1 0 0,-1 0 1 0 0,0 0-1 0 0,1-1 0 0 0,-1 0 1 0 0,1 0-1 0 0,-1 0 0 0 0,1-1 1 0 0,0 0-1 0 0,0 0 1 0 0,0 0-1 0 0,0 0 0 0 0,-7-5 1 0 0,-5-4-12 0 0,1-1 0 0 0,1 0-1 0 0,0-1 1 0 0,1-1 0 0 0,-23-27 0 0 0,19 18-171 0 0,1-1 0 0 0,1-1 0 0 0,-16-33 0 0 0,25 43-447 0 0,1 1 0 0 0,0-2 0 0 0,1 1 0 0 0,1-1 0 0 0,0 1 0 0 0,2-1 0 0 0,-2-20 0 0 0,3 21-1180 0 0,1 0-1 0 0,1 0 0 0 0,1 0 0 0 0,5-26 0 0 0,3 3-4025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2240 0 0,'5'-12'1944'0'0,"-2"0"-315"0"0,1 2 731 0 0,1-6-848 0 0,-3 2-632 0 0,3 6-120 0 0,-10 23-2508 0 0,5-3 0 0 0,-2-1-717 0 0,0 4-495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8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79 2084 0 0,'-6'14'5345'0'0,"5"-12"-5130"0"0,-24 58 5620 0 0,3 7-3374 0 0,19-57-2370 0 0,1-1 1 0 0,0 1-1 0 0,1 0 1 0 0,0-1-1 0 0,0 1 1 0 0,1 0-1 0 0,0 0 1 0 0,1 0-1 0 0,0 0 0 0 0,1-1 1 0 0,0 1-1 0 0,3 10 1 0 0,-3-17-76 0 0,-1 0-1 0 0,1 1 1 0 0,-1-1 0 0 0,1 0 0 0 0,0 0-1 0 0,0 0 1 0 0,1 0 0 0 0,-1 0-1 0 0,1-1 1 0 0,-1 1 0 0 0,1-1 0 0 0,0 1-1 0 0,0-1 1 0 0,0 0 0 0 0,0 0 0 0 0,6 2-1 0 0,-3-2-7 0 0,-1 0 1 0 0,0 0-1 0 0,1-1 0 0 0,-1 0 0 0 0,1 0 1 0 0,-1-1-1 0 0,1 0 0 0 0,0 0 0 0 0,-1 0 0 0 0,8-1 1 0 0,-4-1-10 0 0,-1 1-1 0 0,0-1 1 0 0,0-1 0 0 0,0 1 0 0 0,0-1 0 0 0,0-1 0 0 0,0 0 0 0 0,-1 0 0 0 0,0 0 0 0 0,0-1 0 0 0,0 0 0 0 0,0 0-1 0 0,-1-1 1 0 0,11-11 0 0 0,-11 8-4 0 0,-1 0-1 0 0,-1 0 0 0 0,1-1 1 0 0,-2 1-1 0 0,1-1 1 0 0,-1 0-1 0 0,0 0 0 0 0,-1 0 1 0 0,-1 0-1 0 0,1 0 0 0 0,-1 0 1 0 0,-1-1-1 0 0,0 1 0 0 0,-1 0 1 0 0,0 0-1 0 0,0-1 1 0 0,-5-14-1 0 0,5 17 2 0 0,-2-1-1 0 0,1 0 1 0 0,-1 1 0 0 0,-1-1 0 0 0,0 1-1 0 0,0 0 1 0 0,0 1 0 0 0,-1-1-1 0 0,0 1 1 0 0,-1-1 0 0 0,1 1 0 0 0,-1 1-1 0 0,-1-1 1 0 0,1 1 0 0 0,-1 0-1 0 0,0 1 1 0 0,-1 0 0 0 0,1 0-1 0 0,-1 0 1 0 0,-11-4 0 0 0,14 8 11 0 0,-1 0 0 0 0,0 0 0 0 0,0 0 0 0 0,0 0-1 0 0,0 1 1 0 0,0 0 0 0 0,0 1 0 0 0,0-1 0 0 0,0 1 0 0 0,0 0 0 0 0,1 1 0 0 0,-1-1 0 0 0,0 1 0 0 0,1 0 0 0 0,-1 1 0 0 0,1-1 0 0 0,-7 5-1 0 0,9-6-126 0 0,1 1 1 0 0,-1-1-1 0 0,1 1 0 0 0,-1 0 0 0 0,1 0 0 0 0,0 0 0 0 0,-1 0 0 0 0,1 0 0 0 0,0 0 0 0 0,1 0 0 0 0,-1 1 0 0 0,0-1 0 0 0,1 1 0 0 0,-1-1 0 0 0,1 1 0 0 0,0 0 0 0 0,0 0 0 0 0,0-1 0 0 0,0 1 0 0 0,0 0 0 0 0,1 0 1 0 0,-1 0-1 0 0,1 0 0 0 0,0 0 0 0 0,0 0 0 0 0,0 0 0 0 0,0 0 0 0 0,0 0 0 0 0,1 0 0 0 0,-1 0 0 0 0,1-1 0 0 0,0 1 0 0 0,0 0 0 0 0,0 0 0 0 0,2 4 0 0 0,-1-3-401 0 0,1-1 0 0 0,-1 1 0 0 0,1-1 1 0 0,0 1-1 0 0,0-1 0 0 0,0 0 0 0 0,1 0 0 0 0,-1 0 0 0 0,1-1 0 0 0,-1 1 0 0 0,1-1 0 0 0,0 0 0 0 0,7 3 1 0 0,8 2-2869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8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95 536 0 0,'19'-15'3999'0'0,"-2"0"-1"0"0,0-1 1 0 0,27-33 1415 0 0,-44 50-5328 0 0,0-1 0 0 0,1 0-1 0 0,-1 0 1 0 0,0 1 0 0 0,0-1-1 0 0,1 0 1 0 0,-1 1-1 0 0,0-1 1 0 0,0 0 0 0 0,1 1-1 0 0,-1-1 1 0 0,0 1 0 0 0,0-1-1 0 0,0 0 1 0 0,0 1 0 0 0,1-1-1 0 0,-1 1 1 0 0,0-1 0 0 0,0 0-1 0 0,0 1 1 0 0,0-1 0 0 0,0 1-1 0 0,0 0 1 0 0,-38 94 2865 0 0,26-70-2794 0 0,1 1-1 0 0,2 0 1 0 0,0 1-1 0 0,2 0 1 0 0,-7 50-1 0 0,13-74-272 0 0,1 0-1 0 0,0 0 1 0 0,0 0 0 0 0,0-1-1 0 0,0 1 1 0 0,1 0 0 0 0,-1 0-1 0 0,1 0 1 0 0,0-1-1 0 0,-1 1 1 0 0,1 0 0 0 0,0 0-1 0 0,1-1 1 0 0,-1 1-1 0 0,0-1 1 0 0,1 1 0 0 0,0-1-1 0 0,-1 0 1 0 0,1 0 0 0 0,0 0-1 0 0,0 0 1 0 0,0 0-1 0 0,0 0 1 0 0,1 0 0 0 0,-1 0-1 0 0,1-1 1 0 0,4 3 0 0 0,-2-2-437 0 0,0-1 1 0 0,0 1 0 0 0,0-1 0 0 0,0 0-1 0 0,1-1 1 0 0,-1 1 0 0 0,0-1 0 0 0,1 0-1 0 0,-1 0 1 0 0,0-1 0 0 0,0 0 0 0 0,1 0-1 0 0,-1 0 1 0 0,7-3 0 0 0,26-12-5025 0 0,-18 3 1208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8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64 624 0 0,'-6'-6'843'0'0,"0"-1"0"0"0,0 1 0 0 0,0 0 0 0 0,0 1-1 0 0,-1 0 1 0 0,0 0 0 0 0,0 0 0 0 0,-1 1 0 0 0,1 0 0 0 0,-16-6 0 0 0,22 10-832 0 0,0 0 1 0 0,1 0-1 0 0,-1-1 1 0 0,0 1 0 0 0,0 0-1 0 0,0 0 1 0 0,0 0 0 0 0,0 0-1 0 0,0 0 1 0 0,0 1-1 0 0,0-1 1 0 0,0 0 0 0 0,0 0-1 0 0,0 0 1 0 0,0 1 0 0 0,0-1-1 0 0,0 1 1 0 0,1-1 0 0 0,-1 1-1 0 0,0-1 1 0 0,0 1-1 0 0,0-1 1 0 0,1 1 0 0 0,-1 0-1 0 0,0-1 1 0 0,1 1 0 0 0,-1 0-1 0 0,0-1 1 0 0,1 1-1 0 0,-1 0 1 0 0,1 0 0 0 0,-1 0-1 0 0,1 0 1 0 0,0 0 0 0 0,-1-1-1 0 0,1 1 1 0 0,0 0-1 0 0,-1 0 1 0 0,1 0 0 0 0,0 0-1 0 0,0 1 1 0 0,-1 3-737 0 0,1-1 0 0 0,-1 1 0 0 0,1 0 0 0 0,0-1 1 0 0,0 1-1 0 0,2 8 0 0 0,2-2-2181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1 848 0 0,'0'0'4284'0'0,"-1"14"397"0"0,-2-2-3077 0 0,1 0 0 0 0,0 1 1 0 0,-1 19-1 0 0,5 40 807 0 0,-1-53-2244 0 0,0 1 0 0 0,-1 0 0 0 0,-1-1 1 0 0,-1 1-1 0 0,-8 34 0 0 0,6-43-95 0 0,0 1 0 0 0,-1-1 1 0 0,0-1-1 0 0,-9 16 0 0 0,13-24 2 0 0,0-4-65 0 0,0 0-8 0 0,0 1 0 0 0,1-1 1 0 0,0 0-1 0 0,-1 0 0 0 0,1 0 1 0 0,0 1-1 0 0,0-1 0 0 0,0 0 0 0 0,0 0 1 0 0,1 0-1 0 0,-1 1 0 0 0,0-1 1 0 0,1 0-1 0 0,-1 0 0 0 0,1 1 0 0 0,0-1 1 0 0,1-3-1 0 0,19-35-36 0 0,-13 27-5 0 0,5-9 15 0 0,1 1 1 0 0,1 0-1 0 0,1 1 1 0 0,0 0 0 0 0,2 1-1 0 0,27-22 1 0 0,-35 32 17 0 0,0 1 0 0 0,0 1 0 0 0,1 0 0 0 0,0 0 0 0 0,0 1 0 0 0,1 1 0 0 0,0 0 0 0 0,0 0 0 0 0,0 1 0 0 0,1 1 0 0 0,-1 0 0 0 0,1 0 0 0 0,0 2 0 0 0,21-1 0 0 0,-29 2 18 0 0,-1 0-1 0 0,1 0 0 0 0,-1 1 0 0 0,1 0 0 0 0,0 0 0 0 0,-1 0 0 0 0,1 0 0 0 0,-1 1 0 0 0,0 0 0 0 0,1 0 0 0 0,-1 0 0 0 0,0 0 0 0 0,0 0 0 0 0,-1 1 0 0 0,1 0 0 0 0,0 0 0 0 0,-1 0 0 0 0,0 0 0 0 0,1 1 0 0 0,-1-1 1 0 0,-1 1-1 0 0,1 0 0 0 0,0 0 0 0 0,-1 0 0 0 0,0 0 0 0 0,0 0 0 0 0,0 1 0 0 0,0-1 0 0 0,-1 0 0 0 0,0 1 0 0 0,0-1 0 0 0,0 1 0 0 0,0 0 0 0 0,-1-1 0 0 0,0 1 0 0 0,0 0 0 0 0,0-1 0 0 0,0 1 0 0 0,-1-1 1 0 0,-1 7-1 0 0,-4 11 34 0 0,-1-1 0 0 0,-1 1 0 0 0,-15 28 0 0 0,-2 6-3965 0 0,24-55 3787 0 0,1-1 1 0 0,0 1-1 0 0,-1 0 1 0 0,1 0 0 0 0,0 0-1 0 0,0 0 1 0 0,0 0 0 0 0,0 0-1 0 0,0 0 1 0 0,0 0 0 0 0,0 0-1 0 0,0-1 1 0 0,0 1-1 0 0,0 0 1 0 0,0 0 0 0 0,1 0-1 0 0,-1 0 1 0 0,0 0 0 0 0,1 0-1 0 0,-1-1 1 0 0,1 1 0 0 0,-1 0-1 0 0,1 0 1 0 0,-1 0 0 0 0,1-1-1 0 0,-1 1 1 0 0,1 0-1 0 0,0-1 1 0 0,-1 1 0 0 0,1-1-1 0 0,0 1 1 0 0,0-1 0 0 0,-1 1-1 0 0,1-1 1 0 0,0 1 0 0 0,0-1-1 0 0,0 1 1 0 0,1-1 0 0 0,1 1-521 0 0,1 1 1 0 0,0-1 0 0 0,-1-1 0 0 0,1 1-1 0 0,0 0 1 0 0,0-1 0 0 0,5 0 0 0 0,8-1-2944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9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75 102 784 0 0,'8'-9'2015'0'0,"0"-1"-1"0"0,0 0 1 0 0,-1 0 0 0 0,-1-1-1 0 0,0 0 1 0 0,0 0 0 0 0,7-19 1577 0 0,-31 55-1032 0 0,-5 15-1713 0 0,2 1 0 0 0,2 0 0 0 0,2 2 1 0 0,-18 68-1 0 0,34-109-862 0 0,1 1 0 0 0,-1 0 0 0 0,1 0 0 0 0,-1 0 0 0 0,1 0 0 0 0,0-1 1 0 0,0 1-1 0 0,0 0 0 0 0,0 0 0 0 0,1 0 0 0 0,-1 0 0 0 0,1 0 0 0 0,0-1 0 0 0,-1 1 0 0 0,1 0 0 0 0,1 0 0 0 0,1 4 0 0 0,-1-6-121 0 0,0 1 0 0 0,-1 0 0 0 0,1-1 0 0 0,0 0 0 0 0,0 1 0 0 0,0-1 0 0 0,0 0 0 0 0,0 0 0 0 0,1 0 0 0 0,-1 0 0 0 0,0-1 0 0 0,0 1 0 0 0,1 0 0 0 0,-1-1 0 0 0,0 0 0 0 0,1 1 0 0 0,-1-1 0 0 0,0 0 0 0 0,1 0-1 0 0,-1-1 1 0 0,4 1 0 0 0,0-1-324 0 0,0 0-1 0 0,0-1 1 0 0,0 1 0 0 0,0-1-1 0 0,0 0 1 0 0,0-1-1 0 0,0 1 1 0 0,-1-1-1 0 0,1 0 1 0 0,-1-1 0 0 0,0 1-1 0 0,6-7 1 0 0,-3 4-742 0 0,-1-2-1 0 0,0 1 1 0 0,-1-1 0 0 0,0 0 0 0 0,0 0 0 0 0,8-16 0 0 0,-2-1-4007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3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57 1184 0 0,'-7'-12'1860'0'0,"-3"2"-372"0"0,5 1-279 0 0,-6 0-125 0 0,3 3 268 0 0,-8-3-496 0 0,1 7-340 0 0,-1 7-184 0 0,6 6-416 0 0,7-3-352 0 0,-1-1-516 0 0,3 3-1704 0 0,-3 1-693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27 2576 0 0,'-12'4'5514'0'0,"3"5"-1750"0"0,5 10-2084 0 0,0 0 0 0 0,0 20 0 0 0,3-26-1495 0 0,0 0 0 0 0,-1 1 0 0 0,0-1 0 0 0,-2 0 0 0 0,1 0 1 0 0,-1 0-1 0 0,-8 15 0 0 0,2-10 7 0 0,-24 33-1 0 0,30-45-161 0 0,-1-1-1 0 0,1 0 0 0 0,-1 0 1 0 0,-1 0-1 0 0,1-1 0 0 0,0 0 1 0 0,-1 0-1 0 0,0 0 0 0 0,0-1 1 0 0,-8 4-1 0 0,5-4 1 0 0,8-2-29 0 0,1-1 0 0 0,-1 0-1 0 0,1 0 1 0 0,-1 0 0 0 0,1 1-1 0 0,-1-1 1 0 0,1 0 0 0 0,-1 0 0 0 0,1 0-1 0 0,-1 0 1 0 0,1 0 0 0 0,-1 0 0 0 0,1 0-1 0 0,-1 0 1 0 0,1-1 0 0 0,-1 1 0 0 0,1 0-1 0 0,-1 0 1 0 0,1 0 0 0 0,-1 0 0 0 0,1-1-1 0 0,-1 1 1 0 0,1 0 0 0 0,-1 0-1 0 0,1-1 1 0 0,-1 1 0 0 0,1 0 0 0 0,0-1-1 0 0,-1 1 1 0 0,1-1 0 0 0,0 1 0 0 0,-1 0-1 0 0,1-1 1 0 0,0 1 0 0 0,-1-1 0 0 0,1 1-1 0 0,0-1 1 0 0,0 1 0 0 0,0-1-1 0 0,-1 1 1 0 0,1-1 0 0 0,0 1 0 0 0,0-1-1 0 0,0 1 1 0 0,0-1 0 0 0,0 1 0 0 0,0-1-1 0 0,0 1 1 0 0,0-1 0 0 0,0 0 0 0 0,4-26-18 0 0,1 14-5 0 0,0 0-1 0 0,1 1 1 0 0,1-1 0 0 0,0 1 0 0 0,1 1 0 0 0,0-1-1 0 0,12-12 1 0 0,3-1-43 0 0,47-39 0 0 0,-49 48 41 0 0,0 1 0 0 0,0 0 0 0 0,1 2 0 0 0,1 0 0 0 0,46-17 0 0 0,-59 26 23 0 0,1 0 0 0 0,0 1 0 0 0,0 0 0 0 0,0 1 0 0 0,0 1 0 0 0,0-1 0 0 0,0 2 0 0 0,1 0 0 0 0,-1 0 0 0 0,0 1 0 0 0,0 0 0 0 0,1 1 0 0 0,-1 0 0 0 0,0 1 0 0 0,21 8 0 0 0,-29-10 18 0 0,0 1-1 0 0,0-1 1 0 0,0 1-1 0 0,0 0 1 0 0,0 0-1 0 0,0 0 1 0 0,-1 1 0 0 0,1-1-1 0 0,-1 1 1 0 0,1-1-1 0 0,-1 1 1 0 0,0 0-1 0 0,0 0 1 0 0,0 0-1 0 0,0 0 1 0 0,-1 0-1 0 0,1 0 1 0 0,1 5-1 0 0,-2-3 11 0 0,-1 0 0 0 0,1 1-1 0 0,-1-1 1 0 0,0 0-1 0 0,0 1 1 0 0,0-1 0 0 0,0 0-1 0 0,-1 0 1 0 0,0 0 0 0 0,0 1-1 0 0,-3 4 1 0 0,-3 9 16 0 0,-1-2 0 0 0,-1 1 1 0 0,-1-1-1 0 0,0 0 0 0 0,-19 23 0 0 0,19-28-1160 0 0,1 0 0 0 0,0 0 0 0 0,1 1-1 0 0,-12 27 1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0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1003 84 1392 0 0,'5'-6'986'0'0,"0"1"0"0"0,0 0-1 0 0,-1-1 1 0 0,0 0 0 0 0,0 0-1 0 0,0-1 1 0 0,-1 1 0 0 0,4-9 0 0 0,-7 14-920 0 0,0 0 1 0 0,0 1-1 0 0,0-1 1 0 0,1 0-1 0 0,-1 1 1 0 0,0-1-1 0 0,0 0 1 0 0,0 1-1 0 0,0-1 1 0 0,0 0-1 0 0,-1 1 1 0 0,1-1-1 0 0,0 0 1 0 0,0 1-1 0 0,0-1 1 0 0,-1 0 0 0 0,1 1-1 0 0,0-1 1 0 0,0 1-1 0 0,-1-1 1 0 0,1 1-1 0 0,-1-1 1 0 0,1 0-1 0 0,-1 1 1 0 0,1-1-1 0 0,0 1 1 0 0,-1 0-1 0 0,0-1 1 0 0,1 1-1 0 0,-1-1 1 0 0,1 1-1 0 0,-1 0 1 0 0,1-1-1 0 0,-1 1 1 0 0,0 0-1 0 0,1 0 1 0 0,-1-1 0 0 0,0 1-1 0 0,1 0 1 0 0,-1 0-1 0 0,0 0 1 0 0,1 0-1 0 0,-1 0 1 0 0,-1 0-1 0 0,-27 1 1277 0 0,17 2-1001 0 0,1 1 1 0 0,-1 0-1 0 0,1 1 1 0 0,1 0-1 0 0,-1 1 1 0 0,-15 10-1 0 0,-53 47 692 0 0,76-60-1003 0 0,-20 16 307 0 0,-34 38 0 0 0,52-50-294 0 0,-1 0-1 0 0,1 0 1 0 0,0 0 0 0 0,0 1 0 0 0,1 0-1 0 0,0 0 1 0 0,1 0 0 0 0,0 0 0 0 0,0 0-1 0 0,-3 13 1 0 0,6-19-37 0 0,0-1 0 0 0,0 1-1 0 0,-1-1 1 0 0,1 1 0 0 0,0-1-1 0 0,0 1 1 0 0,0-1 0 0 0,1 1 0 0 0,-1-1-1 0 0,0 1 1 0 0,1-1 0 0 0,-1 1 0 0 0,1-1-1 0 0,-1 1 1 0 0,1-1 0 0 0,-1 1 0 0 0,1-1-1 0 0,0 0 1 0 0,0 0 0 0 0,0 1 0 0 0,0-1-1 0 0,0 0 1 0 0,1 1 0 0 0,1 0-1 0 0,-1-1-1 0 0,0 1 1 0 0,1-1 0 0 0,-1 0 0 0 0,1 0 0 0 0,-1 0-1 0 0,1-1 1 0 0,0 1 0 0 0,-1-1 0 0 0,1 1 0 0 0,0-1-1 0 0,3 0 1 0 0,3 0 2 0 0,-1 0-1 0 0,1-1 0 0 0,0 0 1 0 0,0-1-1 0 0,-1 0 0 0 0,1-1 1 0 0,9-3-1 0 0,-6 0 4 0 0,0-1 0 0 0,0 0 0 0 0,-1-1 0 0 0,0 0 1 0 0,18-17-1 0 0,42-54 9 0 0,-11 11-131 0 0,-59 68 108 0 0,-1-1-1 0 0,1 1 1 0 0,-1-1 0 0 0,1 1-1 0 0,-1 0 1 0 0,1-1 0 0 0,-1 1-1 0 0,1-1 1 0 0,-1 1 0 0 0,1 0-1 0 0,-1-1 1 0 0,1 1 0 0 0,-1 0-1 0 0,1 0 1 0 0,0-1 0 0 0,-1 1-1 0 0,1 0 1 0 0,-1 0 0 0 0,1 0-1 0 0,0 0 1 0 0,0 0-1 0 0,0 0 3 0 0,-1 0 0 0 0,1 1 1 0 0,-1-1-1 0 0,1 0 0 0 0,-1 1 0 0 0,0-1 0 0 0,1 0 0 0 0,-1 1 0 0 0,0-1 0 0 0,1 0 0 0 0,-1 1 0 0 0,0-1 0 0 0,0 1 0 0 0,1-1 0 0 0,-1 1 0 0 0,0-1 0 0 0,0 0 0 0 0,0 1 0 0 0,0-1 0 0 0,1 2 0 0 0,-1 1 11 0 0,1 1 0 0 0,-1 0 0 0 0,0-1 1 0 0,0 1-1 0 0,0-1 0 0 0,-1 5 0 0 0,-11 54 730 0 0,-29 81-1 0 0,-32 56 421 0 0,54-148-922 0 0,-121 294 1154 0 0,90-238-939 0 0,-71 115 0 0 0,92-178-59 0 0,0-1 0 0 0,-69 74 0 0 0,82-100-171 0 0,-1-1-1 0 0,-1-1 0 0 0,0 0 0 0 0,-1-1 0 0 0,0-1 1 0 0,-2-1-1 0 0,1-1 0 0 0,-41 16 0 0 0,52-24-115 0 0,-1-1 0 0 0,1 0 0 0 0,0 0 0 0 0,-1-1 0 0 0,1 0 0 0 0,-1-1 0 0 0,0 0 0 0 0,1 0 0 0 0,-1-1 0 0 0,1-1 0 0 0,0 1 0 0 0,-1-1 0 0 0,1-1 0 0 0,0 0 0 0 0,-15-7 0 0 0,19 8-73 0 0,0-1 0 0 0,0 0 0 0 0,1 0 0 0 0,-1 0 0 0 0,1-1 0 0 0,0 0 0 0 0,0 0 0 0 0,0 0 0 0 0,0 0 0 0 0,1 0 0 0 0,-1-1 0 0 0,1 0 0 0 0,1 1 0 0 0,-1-1 0 0 0,1 0 0 0 0,-1-1 0 0 0,1 1 0 0 0,1 0 0 0 0,-1-1 0 0 0,1 1 0 0 0,0-1 0 0 0,0 1 0 0 0,1-1 0 0 0,-1 1 0 0 0,1-1 0 0 0,0 1 0 0 0,2-12 0 0 0,2 0 3 0 0,0-1-1 0 0,1 1 1 0 0,1 0-1 0 0,1 0 1 0 0,0 0-1 0 0,1 1 1 0 0,1 0-1 0 0,0 1 1 0 0,1 0-1 0 0,14-16 1 0 0,10-8 2 0 0,1 2 0 0 0,52-43 0 0 0,-15 21-427 0 0,2 3 0 0 0,3 3 0 0 0,96-49 0 0 0,-99 65-3556 0 0,146-51 0 0 0,-155 70-178 0 0,-25 8-2346 0 0,-9 1-2106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1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10 774 552 0 0,'-10'-2'12660'0'0,"11"4"-12554"0"0,-1 0 0 0 0,1 0 0 0 0,-1 0 0 0 0,1 0 0 0 0,0 0 0 0 0,0 0 0 0 0,0-1 0 0 0,0 1 0 0 0,0 0 0 0 0,1 0 1 0 0,-1-1-1 0 0,0 1 0 0 0,1-1 0 0 0,-1 1 0 0 0,1-1 0 0 0,-1 1 0 0 0,1-1 0 0 0,2 1 0 0 0,0 0-33 0 0,0 0 0 0 0,0 0 0 0 0,0-1 0 0 0,0 0 0 0 0,0 0 0 0 0,0 0 0 0 0,1 0 0 0 0,6-1 0 0 0,5 0-14 0 0,0-1 1 0 0,0-1 0 0 0,30-7-1 0 0,-25 4-30 0 0,0-2 0 0 0,0 0 0 0 0,-1-1 0 0 0,0-1 0 0 0,0-1 0 0 0,-1-1 0 0 0,27-20 0 0 0,-22 12-119 0 0,-1-2-1 0 0,-1 0 1 0 0,0-1 0 0 0,31-44-1 0 0,-16 10-124 0 0,-3-1-1 0 0,-2-2 1 0 0,-3-1-1 0 0,28-82 1 0 0,9-51-180 0 0,-94 231 360 0 0,-47 88 340 0 0,5 3 0 0 0,-52 137 1 0 0,122-265-305 0 0,-17 42 45 0 0,-12 47 0 0 0,26-78-27 0 0,0 0 1 0 0,1-1-1 0 0,0 1 0 0 0,1 0 0 0 0,0 0 1 0 0,1 0-1 0 0,1 0 0 0 0,0 0 1 0 0,4 18-1 0 0,-4-26-13 0 0,1 0-1 0 0,-1 0 1 0 0,1 0 0 0 0,0 0 0 0 0,1 0 0 0 0,-1 0-1 0 0,1-1 1 0 0,0 1 0 0 0,-1-1 0 0 0,1 0 0 0 0,1 0-1 0 0,-1 0 1 0 0,0 0 0 0 0,1 0 0 0 0,0-1-1 0 0,-1 0 1 0 0,1 1 0 0 0,0-1 0 0 0,0-1 0 0 0,0 1-1 0 0,1-1 1 0 0,-1 1 0 0 0,0-1 0 0 0,1 0 0 0 0,-1-1-1 0 0,7 1 1 0 0,5 1 1 0 0,0-2-1 0 0,0 0 0 0 0,-1-1 1 0 0,1 0-1 0 0,0-2 1 0 0,16-3-1 0 0,-11 0-8 0 0,-1-1 0 0 0,0 0-1 0 0,-1-2 1 0 0,0 0 0 0 0,0-1 0 0 0,-1-1-1 0 0,0 0 1 0 0,0-2 0 0 0,-2 0 0 0 0,0-1-1 0 0,19-20 1 0 0,3-10 481 0 0,-2-1 1 0 0,58-96-1 0 0,-80 116-94 0 0,9-13-10 0 0,-22 37-346 0 0,-3 3-21 0 0,0 0-1 0 0,0 0 1 0 0,0 0 0 0 0,1 0 0 0 0,-1 1 0 0 0,1-1 0 0 0,-1 0 0 0 0,1 1 0 0 0,-1 3 0 0 0,0-2 4 0 0,-71 159 137 0 0,65-141-139 0 0,2-1 1 0 0,0 1 0 0 0,1 0-1 0 0,2 1 1 0 0,-3 41 0 0 0,6-60-2 0 0,0-1 1 0 0,0 1-1 0 0,1 0 1 0 0,-1-1 0 0 0,1 1-1 0 0,0 0 1 0 0,0-1-1 0 0,0 1 1 0 0,0-1 0 0 0,0 0-1 0 0,1 1 1 0 0,0-1-1 0 0,0 0 1 0 0,0 0 0 0 0,0 0-1 0 0,0 0 1 0 0,0 0-1 0 0,1 0 1 0 0,-1-1-1 0 0,1 1 1 0 0,0-1 0 0 0,0 0-1 0 0,0 0 1 0 0,0 0-1 0 0,0 0 1 0 0,0 0 0 0 0,1-1-1 0 0,-1 1 1 0 0,1-1-1 0 0,-1 0 1 0 0,7 1 0 0 0,-3-1 1 0 0,0 0 0 0 0,-1 0 0 0 0,1-1 1 0 0,0 0-1 0 0,0 0 0 0 0,0-1 1 0 0,-1 0-1 0 0,1 0 0 0 0,0-1 0 0 0,-1 0 1 0 0,1 0-1 0 0,-1 0 0 0 0,0-1 1 0 0,0 0-1 0 0,0 0 0 0 0,9-6 0 0 0,5-9 76 0 0,-1 0 0 0 0,0-2 0 0 0,-1 0-1 0 0,-2 0 1 0 0,26-41 0 0 0,4-5 1227 0 0,-44 61-1248 0 0,8-8-1 0 0,-5 13-51 0 0,-2 9 14 0 0,-1 29 10 0 0,-1-16-17 0 0,1 0 0 0 0,1-1 0 0 0,1 1 0 0 0,9 30 0 0 0,-11-46-15 0 0,0 0 0 0 0,1 0-1 0 0,0 0 1 0 0,0-1 0 0 0,0 0-1 0 0,1 1 1 0 0,0-1 0 0 0,0 0-1 0 0,0-1 1 0 0,0 1 0 0 0,1-1-1 0 0,0 0 1 0 0,0 0 0 0 0,0 0 0 0 0,0-1-1 0 0,1 1 1 0 0,-1-1 0 0 0,1-1-1 0 0,0 1 1 0 0,8 2 0 0 0,-5-3 4 0 0,-1 0 1 0 0,0 0 0 0 0,1 0-1 0 0,0-1 1 0 0,-1-1 0 0 0,1 1-1 0 0,0-2 1 0 0,-1 1 0 0 0,1-1 0 0 0,0 0-1 0 0,-1-1 1 0 0,1 0 0 0 0,15-6-1 0 0,-13 3-5 0 0,0 0-1 0 0,0-1 0 0 0,-1-1 0 0 0,0 0 0 0 0,0 0 0 0 0,-1-1 1 0 0,0 0-1 0 0,0-1 0 0 0,7-10 0 0 0,2-4 6 0 0,-1-1-1 0 0,-2-1 1 0 0,-1 0-1 0 0,0-1 1 0 0,-2-1-1 0 0,-1 0 1 0 0,12-44 0 0 0,-20 57 10 0 0,11-45 16 0 0,-14 56-43 0 0,1 0 0 0 0,-1 0 1 0 0,0 0-1 0 0,0 0 0 0 0,0 0 1 0 0,-1-1-1 0 0,1 1 0 0 0,-1 0 1 0 0,1 0-1 0 0,-1 0 0 0 0,0 0 1 0 0,0 0-1 0 0,0 0 0 0 0,-1 0 1 0 0,-2-4-1 0 0,3 6 2 0 0,0 0 0 0 0,-1-1 0 0 0,1 1 1 0 0,-1 0-1 0 0,1 0 0 0 0,-1 0 0 0 0,1 0 0 0 0,-1 0 1 0 0,1 1-1 0 0,-1-1 0 0 0,0 0 0 0 0,0 1 0 0 0,1-1 1 0 0,-1 1-1 0 0,0 0 0 0 0,0 0 0 0 0,-3-1 0 0 0,0 1-8 0 0,1 1 0 0 0,-1-1-1 0 0,0 1 1 0 0,0-1 0 0 0,-7 3-1 0 0,6 0-156 0 0,0-1-1 0 0,0 1 1 0 0,0 0 0 0 0,0 0-1 0 0,1 1 1 0 0,-1-1 0 0 0,1 1-1 0 0,0 0 1 0 0,0 1-1 0 0,0 0 1 0 0,1-1 0 0 0,-6 9-1 0 0,8-11-6 0 0,1 0 0 0 0,-1 0 1 0 0,1 0-1 0 0,0 0 0 0 0,0 0 0 0 0,0 0 0 0 0,0 1 0 0 0,0-1 0 0 0,0 0 1 0 0,1 1-1 0 0,-1-1 0 0 0,1 0 0 0 0,0 1 0 0 0,-1-1 0 0 0,1 0 0 0 0,0 1 1 0 0,0-1-1 0 0,1 1 0 0 0,-1-1 0 0 0,0 0 0 0 0,1 1 0 0 0,0-1 0 0 0,-1 0 1 0 0,1 0-1 0 0,0 1 0 0 0,0-1 0 0 0,0 0 0 0 0,1 0 0 0 0,-1 0 0 0 0,0 0 1 0 0,1 0-1 0 0,-1 0 0 0 0,1-1 0 0 0,0 1 0 0 0,-1 0 0 0 0,4 1 0 0 0,5 4-660 0 0,0-1 0 0 0,1-1 0 0 0,-1 0-1 0 0,1 0 1 0 0,0-1 0 0 0,1 0-1 0 0,14 2 1 0 0,-23-5 526 0 0,35 8-2638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262 159 1420 0 0,'3'-2'685'0'0,"0"1"-1"0"0,0-1 1 0 0,0 0 0 0 0,-1 0-1 0 0,1-1 1 0 0,0 1 0 0 0,-1-1-1 0 0,0 1 1 0 0,1-1 0 0 0,-1 0-1 0 0,0 1 1 0 0,0-1-1 0 0,-1 0 1 0 0,4-7 0 0 0,-5 8-4 0 0,-6 0 536 0 0,5 2-1182 0 0,1-1-1 0 0,0 1 1 0 0,-1 0-1 0 0,1-1 1 0 0,-1 1-1 0 0,1 0 1 0 0,0 0-1 0 0,-1 0 0 0 0,1 0 1 0 0,-1-1-1 0 0,1 1 1 0 0,-1 0-1 0 0,1 0 1 0 0,-1 0-1 0 0,1 0 1 0 0,-1 0-1 0 0,1 0 1 0 0,-1 0-1 0 0,1 0 0 0 0,-1 1 1 0 0,1-1-1 0 0,-1 0 1 0 0,1 0-1 0 0,-1 0 1 0 0,1 0-1 0 0,0 1 1 0 0,-1-1-1 0 0,1 0 1 0 0,-1 0-1 0 0,1 1 0 0 0,0-1 1 0 0,-1 1-1 0 0,-9 6 206 0 0,1 1-1 0 0,0 0 0 0 0,1 1 0 0 0,-1 0 0 0 0,2 0 1 0 0,-1 1-1 0 0,2 0 0 0 0,-1 0 0 0 0,1 1 1 0 0,1 0-1 0 0,-6 14 0 0 0,4-7-124 0 0,1 0 0 0 0,0 1 0 0 0,2-1 0 0 0,0 1 0 0 0,1 0 0 0 0,0 32 0 0 0,3-44-86 0 0,0 0 0 0 0,0 0 1 0 0,1 0-1 0 0,0 0 0 0 0,1 1 0 0 0,0-1 1 0 0,0-1-1 0 0,0 1 0 0 0,5 9 0 0 0,-5-13 18 0 0,0 1-1 0 0,0-1 1 0 0,1 0-1 0 0,0 1 1 0 0,-1-1-1 0 0,1 0 1 0 0,0 0-1 0 0,0-1 0 0 0,1 1 1 0 0,-1-1-1 0 0,1 1 1 0 0,-1-1-1 0 0,1 0 1 0 0,0-1-1 0 0,-1 1 1 0 0,9 2-1 0 0,-9-4 4 0 0,1 1 0 0 0,-1-1 0 0 0,0 0 0 0 0,1 0 0 0 0,-1 0 0 0 0,1 0 1 0 0,-1-1-1 0 0,0 0 0 0 0,1 1 0 0 0,-1-1 0 0 0,0 0 0 0 0,1-1 0 0 0,-1 1 0 0 0,0 0 0 0 0,0-1 0 0 0,3-2 0 0 0,2-1 36 0 0,0 0 1 0 0,-1-1-1 0 0,0 0 0 0 0,11-11 0 0 0,-9 6 7 0 0,0 0 1 0 0,-1-1-1 0 0,0 0 0 0 0,0 0 0 0 0,-2-1 0 0 0,1 0 0 0 0,-2 0 1 0 0,0 0-1 0 0,0-1 0 0 0,-1 0 0 0 0,2-14 0 0 0,-5 20-72 0 0,0 0-1 0 0,0 1 1 0 0,-1-1-1 0 0,0 0 0 0 0,0 0 1 0 0,-1 1-1 0 0,0-1 1 0 0,-1 0-1 0 0,1 1 0 0 0,-1-1 1 0 0,-1 1-1 0 0,1 0 0 0 0,-1-1 1 0 0,-1 1-1 0 0,1 1 1 0 0,-1-1-1 0 0,-1 0 0 0 0,1 1 1 0 0,-1 0-1 0 0,0 0 1 0 0,-11-10-1 0 0,1 4-496 0 0,-1 1 1 0 0,1 1-1 0 0,-2 0 1 0 0,1 1-1 0 0,-31-11 1 0 0,-95-24-7213 0 0,96 31 3771 0 0,3 1-1553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2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26 276 0 0,'-102'-10'6578'0'0,"-67"-4"3152"0"0,165 14-9317 0 0,7 0-64 0 0,49 3 99 0 0,55-5 0 0 0,-21-1-361 0 0,239 10-2686 0 0,-105-2-4310 0 0,-112-3 492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3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84 177 2296 0 0,'13'-16'4397'0'0,"-1"-1"-1"0"0,18-34 0 0 0,-29 50-3769 0 0,-3 2-407 0 0,-4 3-161 0 0,0 1-1 0 0,1-1 0 0 0,-1 1 1 0 0,1 0-1 0 0,1 1 0 0 0,-1-1 1 0 0,1 1-1 0 0,0 0 0 0 0,-4 7 1 0 0,-31 62 110 0 0,39-75-168 0 0,-9 19 35 0 0,1-1-1 0 0,1 1 1 0 0,1 1 0 0 0,1-1-1 0 0,-4 27 1 0 0,8-40-21 0 0,1 0 1 0 0,-1-1-1 0 0,2 1 1 0 0,-1 0-1 0 0,1 0 1 0 0,-1 0-1 0 0,2 0 1 0 0,-1 0-1 0 0,4 10 1 0 0,-3-13-6 0 0,0 1-1 0 0,0-1 1 0 0,0 1 0 0 0,1-1-1 0 0,-1 0 1 0 0,1 0 0 0 0,-1 0-1 0 0,1 0 1 0 0,0 0 0 0 0,0-1-1 0 0,1 1 1 0 0,-1-1 0 0 0,0 0-1 0 0,1 0 1 0 0,7 3 0 0 0,-1-1 21 0 0,0 0 1 0 0,1-1-1 0 0,-1-1 0 0 0,1 0 1 0 0,0 0-1 0 0,0-1 1 0 0,0 0-1 0 0,-1-1 1 0 0,1 0-1 0 0,0 0 1 0 0,0-2-1 0 0,0 1 0 0 0,15-5 1 0 0,-18 3 6 0 0,0 0 0 0 0,1 0 0 0 0,-1 0-1 0 0,-1-1 1 0 0,1-1 0 0 0,0 1 0 0 0,-1-1 0 0 0,0 0 0 0 0,0-1 0 0 0,-1 0 0 0 0,0 0-1 0 0,0 0 1 0 0,0-1 0 0 0,0 0 0 0 0,-1 0 0 0 0,-1 0 0 0 0,6-9 0 0 0,-4 1-26 0 0,0 0 0 0 0,0-1-1 0 0,-2 1 1 0 0,0-1 0 0 0,-1 0 0 0 0,0 0 0 0 0,-1-1 0 0 0,-1 1 0 0 0,-1-23 0 0 0,0 28-14 0 0,-1 0-1 0 0,-1 0 1 0 0,1 1-1 0 0,-1-1 1 0 0,-1 0 0 0 0,0 1-1 0 0,-1 0 1 0 0,0 0 0 0 0,0 0-1 0 0,-1 0 1 0 0,0 1 0 0 0,-1 0-1 0 0,0 0 1 0 0,-1 0-1 0 0,-8-9 1 0 0,9 13 7 0 0,-1 1-1 0 0,0-1 1 0 0,0 1-1 0 0,0 0 1 0 0,0 1 0 0 0,0 0-1 0 0,-1 0 1 0 0,0 0-1 0 0,1 1 1 0 0,-1 0 0 0 0,0 1-1 0 0,0 0 1 0 0,0 0-1 0 0,0 0 1 0 0,0 1 0 0 0,0 1-1 0 0,0-1 1 0 0,0 1-1 0 0,-14 4 1 0 0,15-4-63 0 0,0 1 1 0 0,0 1-1 0 0,0-1 0 0 0,0 1 1 0 0,0 1-1 0 0,1-1 0 0 0,-1 1 1 0 0,1 0-1 0 0,-10 8 0 0 0,12-8-108 0 0,1 0 0 0 0,-1 0-1 0 0,1 0 1 0 0,0 0-1 0 0,0 0 1 0 0,0 0 0 0 0,1 1-1 0 0,-1 0 1 0 0,1-1 0 0 0,0 1-1 0 0,1 0 1 0 0,-1 0 0 0 0,1 0-1 0 0,-1 8 1 0 0,1-10-16 0 0,1 0 1 0 0,0 0 0 0 0,0-1-1 0 0,1 1 1 0 0,-1 0-1 0 0,1 0 1 0 0,-1-1 0 0 0,1 1-1 0 0,0 0 1 0 0,0-1 0 0 0,0 1-1 0 0,0-1 1 0 0,1 1-1 0 0,-1-1 1 0 0,0 0 0 0 0,1 1-1 0 0,0-1 1 0 0,0 0 0 0 0,0 0-1 0 0,-1 0 1 0 0,2 0-1 0 0,-1-1 1 0 0,0 1 0 0 0,4 2-1 0 0,1 0-609 0 0,1 0 1 0 0,0 0-1 0 0,0-1 0 0 0,0 0 0 0 0,0 0 0 0 0,14 2 1 0 0,8 1-2569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71 321 1976 0 0,'28'-28'2439'0'0,"-1"-1"-1"0"0,33-49 1 0 0,36-71 4608 0 0,-87 134-6290 0 0,6-7 273 0 0,-15 23-1018 0 0,0-1 0 0 0,0 0 0 0 0,0 0-1 0 0,0 0 1 0 0,0 0 0 0 0,0 0 0 0 0,0 0-1 0 0,0 0 1 0 0,0 0 0 0 0,0 0 0 0 0,0 0 0 0 0,0 0-1 0 0,0 0 1 0 0,0 0 0 0 0,0 0 0 0 0,0 0 0 0 0,0 0-1 0 0,0 0 1 0 0,1 0 0 0 0,-1 0 0 0 0,0 0-1 0 0,0 1 1 0 0,0-1 0 0 0,0 0 0 0 0,0 0 0 0 0,0 0-1 0 0,0 0 1 0 0,0 0 0 0 0,0 0 0 0 0,0 0-1 0 0,0 0 1 0 0,0 0 0 0 0,0 0 0 0 0,0 0 0 0 0,0 0-1 0 0,0 0 1 0 0,0 0 0 0 0,0 0 0 0 0,0 0-1 0 0,0 0 1 0 0,1 0 0 0 0,-1 0 0 0 0,0 0 0 0 0,0 0-1 0 0,0 0 1 0 0,0 0 0 0 0,0 0 0 0 0,-6 16 341 0 0,-233 563 5034 0 0,229-554-5330 0 0,-26 71 188 0 0,32-81-208 0 0,0-1 0 0 0,1 1 0 0 0,1 0 1 0 0,-2 26-1 0 0,4-38-66 0 0,0 0 0 0 0,1 1 0 0 0,-1-1 1 0 0,0 0-1 0 0,1 1 0 0 0,0-1 1 0 0,0 0-1 0 0,0 0 0 0 0,0 1 0 0 0,0-1 1 0 0,1 0-1 0 0,-1 0 0 0 0,1 0 0 0 0,0-1 1 0 0,0 1-1 0 0,0 0 0 0 0,4 4 1 0 0,-2-4-153 0 0,-1-1 1 0 0,0 0 0 0 0,1 0 0 0 0,0 0 0 0 0,0 0-1 0 0,-1 0 1 0 0,1-1 0 0 0,0 1 0 0 0,0-1 0 0 0,1 0 0 0 0,-1 0-1 0 0,7 0 1 0 0,-2-1-485 0 0,0 0-1 0 0,1 0 1 0 0,-1-1-1 0 0,0 0 0 0 0,0-1 1 0 0,0 0-1 0 0,0 0 1 0 0,-1-1-1 0 0,1 0 1 0 0,0-1-1 0 0,-1 1 0 0 0,13-9 1 0 0,6-9-3735 0 0,-1-4-2204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4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44 2448 0 0,'-117'-13'6512'0'0,"102"13"-5802"0"0,-1 0 1 0 0,1 0 0 0 0,-1 2-1 0 0,1 0 1 0 0,-23 7-1 0 0,36-9-652 0 0,1 0-1 0 0,0 0 1 0 0,-1 0-1 0 0,1 1 1 0 0,0-1-1 0 0,-1 1 1 0 0,1-1 0 0 0,0 1-1 0 0,0-1 1 0 0,0 1-1 0 0,0 0 1 0 0,-1-1-1 0 0,1 1 1 0 0,0 0-1 0 0,0 0 1 0 0,0 0-1 0 0,1 0 1 0 0,-1 0-1 0 0,0 0 1 0 0,0 0 0 0 0,0 0-1 0 0,1 1 1 0 0,-1-1-1 0 0,1 0 1 0 0,-1 0-1 0 0,1 0 1 0 0,-1 1-1 0 0,1-1 1 0 0,0 0-1 0 0,-1 3 1 0 0,2-3-18 0 0,-1 1 1 0 0,1 0-1 0 0,0 0 0 0 0,0 0 1 0 0,0-1-1 0 0,0 1 1 0 0,0-1-1 0 0,0 1 0 0 0,0 0 1 0 0,1-1-1 0 0,-1 0 0 0 0,1 1 1 0 0,-1-1-1 0 0,1 0 1 0 0,-1 0-1 0 0,1 0 0 0 0,0 0 1 0 0,-1 0-1 0 0,1 0 0 0 0,2 1 1 0 0,32 11 99 0 0,-1-2 0 0 0,1-1 0 0 0,1-2 1 0 0,51 5-1 0 0,-79-12-124 0 0,258 22 246 0 0,-209-22-319 0 0,-1-3 1 0 0,95-16-1 0 0,-128 13-25 0 0,0 0 0 0 0,0-2-1 0 0,38-16 1 0 0,-52 18 46 0 0,0 0 0 0 0,-1 0 0 0 0,1-1 0 0 0,-1 0 0 0 0,0-1 0 0 0,-1 0 0 0 0,0 0 0 0 0,0-1 0 0 0,0 0 0 0 0,10-15 0 0 0,-10 8-32 0 0,-8 14 65 0 0,0 1 0 0 0,1-1 0 0 0,-1 1 0 0 0,0-1-1 0 0,0 1 1 0 0,0-1 0 0 0,1 1 0 0 0,-1-1 0 0 0,0 1 0 0 0,0-1 0 0 0,0 1-1 0 0,0-1 1 0 0,0 1 0 0 0,0-1 0 0 0,0 0 0 0 0,0 1 0 0 0,0-1-1 0 0,0 1 1 0 0,0-1 0 0 0,0 1 0 0 0,-1-1 0 0 0,1 1 0 0 0,0-1 0 0 0,0 1-1 0 0,0-1 1 0 0,-1 1 0 0 0,1-1 0 0 0,0 1 0 0 0,-1-1 0 0 0,0 0-1 0 0,0 1 4 0 0,-1-1 0 0 0,1 0 0 0 0,-1 1 0 0 0,0 0 0 0 0,1-1 0 0 0,-1 1 0 0 0,0 0 0 0 0,1 0-1 0 0,-1 0 1 0 0,0 0 0 0 0,1 0 0 0 0,-1 1 0 0 0,0-1 0 0 0,1 0 0 0 0,-1 1 0 0 0,0-1 0 0 0,1 1 0 0 0,-1 0-1 0 0,1-1 1 0 0,-1 1 0 0 0,1 0 0 0 0,-1 0 0 0 0,1 0 0 0 0,0 0 0 0 0,-1 0 0 0 0,1 0 0 0 0,0 0-1 0 0,0 1 1 0 0,-2 1 0 0 0,-1 1 9 0 0,-15 14 33 0 0,0 0 0 0 0,2 1 0 0 0,1 0 0 0 0,0 2 0 0 0,-14 23 0 0 0,-58 117 374 0 0,77-140-364 0 0,-103 235 467 0 0,74-160 949 0 0,39-94-1005 0 0,1-3-442 0 0,-1 0 1 0 0,1 0-1 0 0,0 0 0 0 0,-1 0 0 0 0,1 0 0 0 0,0 0 1 0 0,0 0-1 0 0,0 0 0 0 0,0 0 0 0 0,0 0 1 0 0,0 0-1 0 0,0 0 0 0 0,0 0 0 0 0,1 0 0 0 0,-1 0 1 0 0,0 0-1 0 0,1-1 0 0 0,12-43 14 0 0,2 1 0 0 0,1 0 0 0 0,32-57-1 0 0,-40 87-51 0 0,0 0 0 0 0,1 0-1 0 0,1 1 1 0 0,0 0 0 0 0,0 1-1 0 0,2 0 1 0 0,-1 0-1 0 0,1 1 1 0 0,1 1 0 0 0,0 0-1 0 0,1 1 1 0 0,0 1-1 0 0,19-10 1 0 0,-26 15 10 0 0,1 1 0 0 0,-1-1 0 0 0,0 2 0 0 0,1-1 0 0 0,-1 1 0 0 0,0 0 0 0 0,1 0 0 0 0,0 1 0 0 0,-1 0 0 0 0,1 1 0 0 0,-1-1 0 0 0,1 1 0 0 0,-1 1 0 0 0,0 0 0 0 0,1 0-1 0 0,-1 0 1 0 0,10 5 0 0 0,-11-4 8 0 0,-1 0 0 0 0,0 0 0 0 0,0 1 0 0 0,0 0 0 0 0,0 0 0 0 0,-1 0 0 0 0,0 0 0 0 0,1 1 0 0 0,-2 0 0 0 0,1 0 0 0 0,0 0 0 0 0,-1 0 0 0 0,0 0 0 0 0,0 1 0 0 0,-1-1 0 0 0,1 1 0 0 0,-1 0 0 0 0,0 0 0 0 0,-1 0 0 0 0,0 0 0 0 0,2 11 0 0 0,-3-6 10 0 0,1 1 0 0 0,-2 0 1 0 0,0-1-1 0 0,0 1 0 0 0,-1-1 1 0 0,-3 14-1 0 0,-27 65 49 0 0,20-59-66 0 0,-9 33 1 0 0,21-63 8 0 0,-1 1 0 0 0,1-1 0 0 0,0 0 1 0 0,-1 0-1 0 0,1 1 0 0 0,0-1 0 0 0,0 0 1 0 0,0 0-1 0 0,0 1 0 0 0,0-1 0 0 0,0 0 1 0 0,0 0-1 0 0,1 1 0 0 0,-1-1 0 0 0,0 0 0 0 0,1 0 1 0 0,-1 1-1 0 0,1-1 0 0 0,-1 0 0 0 0,1 0 1 0 0,-1 0-1 0 0,1 0 0 0 0,0 0 0 0 0,1 2 0 0 0,0-2-4 0 0,0 0-1 0 0,0 0 1 0 0,0 0-1 0 0,0 0 1 0 0,0 0-1 0 0,0-1 1 0 0,0 1-1 0 0,0-1 0 0 0,0 1 1 0 0,0-1-1 0 0,1 0 1 0 0,-1 1-1 0 0,3-2 1 0 0,8 0-110 0 0,-1 0 1 0 0,1-1-1 0 0,23-7 1 0 0,-8 0-24 0 0,-1-1 0 0 0,-1-1 0 0 0,0-1-1 0 0,-1-1 1 0 0,0-2 0 0 0,-1 0 0 0 0,23-20 0 0 0,-17 10 404 0 0,-1-2-1 0 0,-1-1 1 0 0,-2-2 0 0 0,36-50 0 0 0,-40 45 264 0 0,-22 34-501 0 0,-3-3-5 0 0,3 4-27 0 0,0-1 0 0 0,0 1 0 0 0,-1 0 0 0 0,1-1 0 0 0,0 1 0 0 0,0-1 0 0 0,0 1 0 0 0,-1 0 0 0 0,1-1 0 0 0,0 1 0 0 0,0 0-1 0 0,-1 0 1 0 0,1-1 0 0 0,0 1 0 0 0,-1 0 0 0 0,1-1 0 0 0,0 1 0 0 0,-1 0 0 0 0,1 0 0 0 0,-1 0 0 0 0,1 0 0 0 0,0-1 0 0 0,-1 1 0 0 0,-7 0 4 0 0,-1 0-1 0 0,1 0 1 0 0,0 1 0 0 0,0 0-1 0 0,0 0 1 0 0,-1 1 0 0 0,2 0-1 0 0,-1 1 1 0 0,0 0-1 0 0,0 0 1 0 0,1 0 0 0 0,-1 1-1 0 0,-12 9 1 0 0,5-3-7 0 0,1 1 0 0 0,0 0 0 0 0,0 1 0 0 0,2 1 0 0 0,-18 20 0 0 0,23-23 5 0 0,0 0 0 0 0,1 0 0 0 0,0 1-1 0 0,0-1 1 0 0,1 1 0 0 0,1 0-1 0 0,0 1 1 0 0,0-1 0 0 0,1 1 0 0 0,-2 18-1 0 0,4-24 6 0 0,1 0 0 0 0,0 0 1 0 0,0 1-1 0 0,0-1 0 0 0,1 0 0 0 0,-1 0 0 0 0,2 0 0 0 0,-1 0 0 0 0,1 0 0 0 0,0 0 0 0 0,0 0 0 0 0,0-1 1 0 0,1 1-1 0 0,0-1 0 0 0,0 1 0 0 0,0-1 0 0 0,1 0 0 0 0,0 0 0 0 0,0-1 0 0 0,0 1 0 0 0,1-1 0 0 0,5 5 1 0 0,0-2-173 0 0,0-1 1 0 0,0 0-1 0 0,1-1 1 0 0,0 0 0 0 0,0 0-1 0 0,1-2 1 0 0,-1 1 0 0 0,1-1-1 0 0,0-1 1 0 0,-1 0 0 0 0,1 0-1 0 0,0-2 1 0 0,0 1 0 0 0,0-1-1 0 0,20-3 1 0 0,-21 1-763 0 0,0 0 0 0 0,0-1 1 0 0,0 0-1 0 0,0 0 0 0 0,0-1 0 0 0,-1-1 1 0 0,0 0-1 0 0,0 0 0 0 0,0-1 0 0 0,11-8 0 0 0,-1-5-3903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53 148 800 0 0,'13'-35'6251'0'0,"10"-49"-1"0"0,-23 82-6109 0 0,0 0-1 0 0,0 1 0 0 0,0-1 1 0 0,1 1-1 0 0,-1-1 1 0 0,1 1-1 0 0,-1-1 0 0 0,1 1 1 0 0,0-1-1 0 0,-1 1 0 0 0,1 0 1 0 0,0-1-1 0 0,0 1 1 0 0,0 0-1 0 0,0 0 0 0 0,0 0 1 0 0,0-1-1 0 0,2 0 1 0 0,-3 2-108 0 0,1 0 0 0 0,-1 0 0 0 0,1 0 0 0 0,-1 0 0 0 0,1 0 0 0 0,-1 0 0 0 0,1 0 0 0 0,-1 0 1 0 0,1 0-1 0 0,-1 0 0 0 0,1 0 0 0 0,-1 0 0 0 0,1 0 0 0 0,-1 0 0 0 0,0 1 0 0 0,1-1 0 0 0,-1 0 0 0 0,1 0 1 0 0,-1 1-1 0 0,1-1 0 0 0,-1 0 0 0 0,1 1 0 0 0,12 16 527 0 0,-5-1-274 0 0,0 0 0 0 0,-1 0 0 0 0,-1 1 0 0 0,0 0 0 0 0,-1 0 0 0 0,-1 0 0 0 0,-1 1 0 0 0,-1 0 0 0 0,0-1 0 0 0,-1 1 0 0 0,-1 0 0 0 0,0 0 0 0 0,-2 0 0 0 0,0-1 0 0 0,-1 1 0 0 0,-10 32 0 0 0,9-39-151 0 0,-2 1 0 0 0,1-1 0 0 0,-2 0 0 0 0,1 0 0 0 0,-13 14 0 0 0,14-18 24 0 0,0-1 0 0 0,-1 0 0 0 0,0 0 1 0 0,0-1-1 0 0,-1 0 0 0 0,1 0 0 0 0,-1 0 1 0 0,0-1-1 0 0,-9 5 0 0 0,15-9-130 0 0,0 1-1 0 0,0-1 1 0 0,0 1-1 0 0,0-1 1 0 0,0 1-1 0 0,0-1 1 0 0,0 0-1 0 0,0 1 0 0 0,0-1 1 0 0,0 0-1 0 0,0 0 1 0 0,0 1-1 0 0,0-1 1 0 0,0 0-1 0 0,-1 0 1 0 0,1-1-1 0 0,0 1 1 0 0,0 0-1 0 0,0 0 1 0 0,0 0-1 0 0,0-1 0 0 0,0 1 1 0 0,0 0-1 0 0,0-1 1 0 0,0 1-1 0 0,0-1 1 0 0,0 1-1 0 0,0-1 1 0 0,0 0-1 0 0,0 1 1 0 0,1-1-1 0 0,-1 0 1 0 0,0 0-1 0 0,0 0 1 0 0,1 1-1 0 0,-1-1 0 0 0,0 0 1 0 0,1 0-1 0 0,-1 0 1 0 0,1 0-1 0 0,-1 0 1 0 0,1 0-1 0 0,0 0 1 0 0,-1 0-1 0 0,1 0 1 0 0,0 0-1 0 0,0-1 1 0 0,0 1-1 0 0,0-2 1 0 0,-1-3-14 0 0,1 1 0 0 0,0-1 0 0 0,1 0 0 0 0,0 0 1 0 0,0 0-1 0 0,0 1 0 0 0,0-1 0 0 0,3-6 0 0 0,7-11-244 0 0,1 1 1 0 0,1 0-1 0 0,0 0 0 0 0,2 1 0 0 0,0 1 0 0 0,2 1 0 0 0,0 0 0 0 0,1 1 0 0 0,1 1 0 0 0,24-17 0 0 0,-9 9-1944 0 0,65-35 0 0 0,40-3-8282 0 0,-110 52 4064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5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59 832 2096 0 0,'-38'3'4483'0'0,"35"-2"-3365"0"0,-15-3 4020 0 0,26-3-4834 0 0,-1 0 0 0 0,1 1 0 0 0,-1-1 0 0 0,1 2 0 0 0,1-1 0 0 0,-1 1 0 0 0,16-4 0 0 0,8-4 10 0 0,63-25 185 0 0,104-58-1 0 0,-168 77-463 0 0,0-1 0 0 0,-2-2 0 0 0,0-1 0 0 0,-2-2 0 0 0,0 0 0 0 0,-2-2 0 0 0,26-31 0 0 0,-25 20-35 0 0,0-1 1 0 0,-3 0-1 0 0,24-52 0 0 0,39-127-137 0 0,-75 178-44 0 0,-13 38 179 0 0,1 1 0 0 0,-1 0 0 0 0,1-1 0 0 0,-1 1 0 0 0,1 0 1 0 0,0 0-1 0 0,-1 0 0 0 0,1 0 0 0 0,0 0 0 0 0,0 0 0 0 0,-2 3 0 0 0,-16 18 31 0 0,2 2 0 0 0,-26 45 1 0 0,-20 59-9 0 0,41-81-12 0 0,-209 535 647 0 0,51 18 202 0 0,170-563-782 0 0,-1 3 258 0 0,-26 67 1 0 0,36-106-304 0 0,1 1 0 0 0,-1-1 0 0 0,1 0 1 0 0,-1 0-1 0 0,0 0 0 0 0,1 0 0 0 0,-1 0 0 0 0,0 0 0 0 0,0 0 0 0 0,1 0 1 0 0,-1 0-1 0 0,0-1 0 0 0,0 1 0 0 0,0 0 0 0 0,0 0 0 0 0,0-1 0 0 0,0 1 1 0 0,0-1-1 0 0,0 1 0 0 0,-1-1 0 0 0,1 1 0 0 0,0-1 0 0 0,-1 1 0 0 0,0-1-11 0 0,0-1-1 0 0,0 1 0 0 0,1 0 1 0 0,-1 0-1 0 0,0-1 0 0 0,1 1 1 0 0,-1-1-1 0 0,0 1 0 0 0,1-1 1 0 0,-1 0-1 0 0,1 0 0 0 0,-1 0 1 0 0,1 0-1 0 0,-2-1 0 0 0,-3-3-2 0 0,0-1-1 0 0,1 1 1 0 0,-1-1 0 0 0,1 0-1 0 0,1-1 1 0 0,-6-7 0 0 0,0-5-11 0 0,1-1 0 0 0,1 0 1 0 0,1 0-1 0 0,0 0 1 0 0,2-1-1 0 0,0 0 1 0 0,2 0-1 0 0,0 0 1 0 0,1 0-1 0 0,1-31 1 0 0,3 21-24 0 0,1 1 0 0 0,1-1 0 0 0,2 1 1 0 0,0 0-1 0 0,3 0 0 0 0,18-46 0 0 0,-9 38-6 0 0,1 1-1 0 0,2 1 1 0 0,2 0-1 0 0,1 2 1 0 0,1 0-1 0 0,2 2 1 0 0,41-38-1 0 0,-34 39-2 0 0,1 2 1 0 0,1 1-1 0 0,2 2 1 0 0,1 2-1 0 0,0 1 1 0 0,68-27-1 0 0,-87 42 9 0 0,0 1 0 0 0,1 1 0 0 0,0 1 0 0 0,0 1 0 0 0,35-2 0 0 0,-44 5 10 0 0,-1 1 0 0 0,1 0 1 0 0,0 1-1 0 0,0 1 0 0 0,0 0 0 0 0,0 0 0 0 0,-1 1 0 0 0,1 1 1 0 0,-1 0-1 0 0,0 0 0 0 0,17 11 0 0 0,-25-14 10 0 0,0 1 0 0 0,0 0 0 0 0,0 0 0 0 0,0 0 0 0 0,-1 1 0 0 0,1-1 0 0 0,-1 1 0 0 0,1-1 0 0 0,-1 1 0 0 0,0 0 0 0 0,0 0 0 0 0,0 0 0 0 0,-1 0 0 0 0,1 0 0 0 0,-1 1 0 0 0,1-1 0 0 0,-1 0 0 0 0,0 1 0 0 0,-1-1 0 0 0,1 0 0 0 0,0 6 0 0 0,-1-6 1 0 0,0 1 0 0 0,-1 0-1 0 0,1 0 1 0 0,-1 0 0 0 0,0-1-1 0 0,0 1 1 0 0,-1 0 0 0 0,1-1-1 0 0,-1 1 1 0 0,1-1 0 0 0,-1 0 0 0 0,0 1-1 0 0,0-1 1 0 0,-1 0 0 0 0,1 0-1 0 0,-1 0 1 0 0,1-1 0 0 0,-1 1-1 0 0,-3 2 1 0 0,-6 4-75 0 0,1-1 0 0 0,-2 0 1 0 0,1-1-1 0 0,-1 0 0 0 0,0-1 0 0 0,0 0 0 0 0,-1-1 0 0 0,1-1 1 0 0,-1 0-1 0 0,0-1 0 0 0,0 0 0 0 0,-1-2 0 0 0,1 1 1 0 0,0-2-1 0 0,-1 1 0 0 0,-27-5 0 0 0,17-5-2191 0 0,24 9 2061 0 0,0-1 1 0 0,1 1-1 0 0,-1-1 1 0 0,0 1 0 0 0,1-1-1 0 0,-1 0 1 0 0,0 1 0 0 0,1-1-1 0 0,-1 0 1 0 0,1 1 0 0 0,-1-1-1 0 0,1 0 1 0 0,-1 0 0 0 0,1 0-1 0 0,-1 1 1 0 0,1-1 0 0 0,0 0-1 0 0,0 0 1 0 0,-1 0-1 0 0,1 0 1 0 0,0 0 0 0 0,0-1-1 0 0,0 1-37 0 0,0 0 0 0 0,0 0 0 0 0,1 0 0 0 0,-1 0-1 0 0,0 0 1 0 0,1 0 0 0 0,-1 1 0 0 0,1-1 0 0 0,-1 0-1 0 0,1 0 1 0 0,-1 0 0 0 0,1 0 0 0 0,0 1 0 0 0,-1-1-1 0 0,1 0 1 0 0,0 1 0 0 0,0-2 0 0 0,2 0-673 0 0,9-11-3003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99 2788 0 0,'43'-10'7389'0'0,"-41"9"-6504"0"0,0 11 1117 0 0,-2-10-1956 0 0,0 1 0 0 0,1-1-1 0 0,-1 1 1 0 0,0-1 0 0 0,0 1 0 0 0,0-1 0 0 0,0 1 0 0 0,0 0 0 0 0,0-1 0 0 0,0 1 0 0 0,0-1 0 0 0,0 1 0 0 0,0-1 0 0 0,0 1-1 0 0,0 0 1 0 0,0-1 0 0 0,0 1 0 0 0,0-1 0 0 0,-1 1 0 0 0,1 0 0 0 0,-30 57 2258 0 0,19-37-1909 0 0,0-1 1 0 0,-7 24 0 0 0,16-38-346 0 0,0 1-1 0 0,0 0 1 0 0,1-1-1 0 0,0 1 1 0 0,0 0-1 0 0,1 0 1 0 0,-1 0-1 0 0,1 0 1 0 0,1-1 0 0 0,0 1-1 0 0,1 9 1 0 0,-1-14-38 0 0,0 1 1 0 0,0-1 0 0 0,0 1-1 0 0,0-1 1 0 0,0 1 0 0 0,0-1-1 0 0,1 0 1 0 0,-1 1 0 0 0,1-1-1 0 0,-1 0 1 0 0,1 0 0 0 0,0 0-1 0 0,0-1 1 0 0,0 1 0 0 0,0 0-1 0 0,0-1 1 0 0,3 3 0 0 0,0-2 1 0 0,-1 0-1 0 0,0-1 1 0 0,1 1 0 0 0,-1-1 0 0 0,1 0 0 0 0,-1 0 0 0 0,1 0 0 0 0,-1-1 0 0 0,8 0 0 0 0,-4 0-4 0 0,0 0 1 0 0,0-1-1 0 0,0 0 1 0 0,0-1-1 0 0,0 0 1 0 0,-1 0-1 0 0,1 0 1 0 0,0-1-1 0 0,-1-1 1 0 0,0 1 0 0 0,10-6-1 0 0,-8 1-5 0 0,0 0 1 0 0,0-1-1 0 0,0 0 0 0 0,-1 0 0 0 0,0-1 1 0 0,-1 0-1 0 0,0 0 0 0 0,-1-1 0 0 0,0 0 0 0 0,0 0 1 0 0,-1 0-1 0 0,5-20 0 0 0,-8 25-8 0 0,0-1-1 0 0,-1 1 1 0 0,1 0-1 0 0,-1-1 0 0 0,-1 1 1 0 0,1-1-1 0 0,-1 0 1 0 0,-1 1-1 0 0,1-1 1 0 0,-1 1-1 0 0,0-1 1 0 0,0 1-1 0 0,-1-1 1 0 0,0 1-1 0 0,0 0 0 0 0,-1 0 1 0 0,1 0-1 0 0,-1 0 1 0 0,-1 0-1 0 0,1 1 1 0 0,-1-1-1 0 0,0 1 1 0 0,0 0-1 0 0,0 0 1 0 0,-7-5-1 0 0,2 4 2 0 0,0-1 0 0 0,0 1 0 0 0,-1 1 0 0 0,0 0 0 0 0,0 1 1 0 0,0-1-1 0 0,-1 2 0 0 0,1 0 0 0 0,-1 0 0 0 0,0 1 0 0 0,0 0 0 0 0,0 1 0 0 0,0 0 0 0 0,-20 1 0 0 0,23 0-189 0 0,0 1-1 0 0,0 0 0 0 0,1 0 1 0 0,-1 1-1 0 0,0 0 1 0 0,1 0-1 0 0,0 1 1 0 0,-1-1-1 0 0,1 2 0 0 0,0-1 1 0 0,0 1-1 0 0,1 0 1 0 0,-1 0-1 0 0,1 1 0 0 0,0 0 1 0 0,0 0-1 0 0,1 1 1 0 0,-1-1-1 0 0,1 1 0 0 0,0 0 1 0 0,-6 12-1 0 0,9-15-74 0 0,1 0-1 0 0,-1 0 1 0 0,1 0-1 0 0,0 0 1 0 0,0 0-1 0 0,0 0 1 0 0,1 0-1 0 0,-1 0 1 0 0,1 1-1 0 0,0-1 0 0 0,0 6 1 0 0,0-6-285 0 0,1-1 0 0 0,-1 1 0 0 0,1 0 0 0 0,0 0 0 0 0,0 0-1 0 0,0 0 1 0 0,0-1 0 0 0,3 4 0 0 0,4 7-3226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94 2464 0 0,'10'-8'1914'0'0,"-2"-1"0"0"0,1 1 1 0 0,-1-1-1 0 0,0-1 0 0 0,-1 0 0 0 0,0 0 0 0 0,10-19 0 0 0,-52 119 231 0 0,17-41-1664 0 0,-38 114 185 0 0,51-147-732 0 0,1 1-1 0 0,1 0 0 0 0,0 0 1 0 0,0 25-1 0 0,3-41-119 0 0,1 0 0 0 0,-1 1 1 0 0,1-1-1 0 0,-1 0 0 0 0,1 0 0 0 0,0 0 1 0 0,-1 0-1 0 0,1 0 0 0 0,0 0 0 0 0,0 0 1 0 0,0 0-1 0 0,0 0 0 0 0,-1-1 0 0 0,1 1 1 0 0,0 0-1 0 0,1 0 0 0 0,-1-1 0 0 0,0 1 1 0 0,0-1-1 0 0,0 1 0 0 0,0-1 0 0 0,0 1 1 0 0,1-1-1 0 0,-1 0 0 0 0,0 1 0 0 0,0-1 1 0 0,1 0-1 0 0,-1 0 0 0 0,0 0 1 0 0,0 0-1 0 0,1 0 0 0 0,-1 0 0 0 0,0-1 1 0 0,0 1-1 0 0,0 0 0 0 0,3-1 0 0 0,-1-1-286 0 0,18-11-4934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6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66 167 1904 0 0,'-3'-22'3905'0'0,"-9"-36"-1"0"0,-12-17 172 0 0,23 74-4081 0 0,1 0 1 0 0,0 1 0 0 0,0-1 0 0 0,-1 0-1 0 0,1 1 1 0 0,0-1 0 0 0,-1 0 0 0 0,1 1 0 0 0,0-1-1 0 0,-1 1 1 0 0,1-1 0 0 0,-1 1 0 0 0,1-1-1 0 0,-1 1 1 0 0,1-1 0 0 0,-1 1 0 0 0,0-1 0 0 0,0 0-1 0 0,0 1-36 0 0,1 0-1 0 0,0 0 1 0 0,-1 0 0 0 0,1 1-1 0 0,0-1 1 0 0,-1 0-1 0 0,1 0 1 0 0,0 0-1 0 0,-1 0 1 0 0,1 0-1 0 0,0 0 1 0 0,-1 1-1 0 0,1-1 1 0 0,0 0 0 0 0,0 0-1 0 0,-1 0 1 0 0,1 1-1 0 0,0-1 1 0 0,0 0-1 0 0,-1 0 1 0 0,1 1-1 0 0,0-1 1 0 0,0 0 0 0 0,0 1-1 0 0,-1-1 1 0 0,0 3-795 0 0,-1 0-1 0 0,1 0 1 0 0,0 0 0 0 0,0 0 0 0 0,0 0 0 0 0,1 0 0 0 0,-1 3 0 0 0,-1 10-2702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6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0 1796 0 0,'2'4'1357'0'0,"-1"-1"0"0"0,1 1 0 0 0,0 0 0 0 0,-1 0 0 0 0,0-1 0 0 0,1 6 0 0 0,0 26 2838 0 0,-4-13-3347 0 0,-6 28 0 0 0,4-28 170 0 0,-2 11-597 0 0,-2 0-1 0 0,-2-1 1 0 0,-18 41-1 0 0,28-72-412 0 0,0-1 0 0 0,0 0 0 0 0,0 1 0 0 0,0-1 0 0 0,0 0 0 0 0,0 1 0 0 0,0-1 0 0 0,0 0 0 0 0,0 1 0 0 0,0-1 0 0 0,0 0-1 0 0,0 1 1 0 0,0-1 0 0 0,-1 0 0 0 0,1 1 0 0 0,0-1 0 0 0,0 0 0 0 0,0 0 0 0 0,-1 1 0 0 0,1-1 0 0 0,0 0 0 0 0,0 0-1 0 0,-1 1 1 0 0,1-1 0 0 0,0 0 0 0 0,0 0 0 0 0,-1 0 0 0 0,1 0 0 0 0,0 1 0 0 0,-1-1 0 0 0,1 0 0 0 0,0 0 0 0 0,0 0-1 0 0,-1 0 1 0 0,1 0 0 0 0,0 0 0 0 0,-1 0 0 0 0,0 0-5 0 0,1-1 0 0 0,0 0 0 0 0,0 1-1 0 0,0-1 1 0 0,0 0 0 0 0,1 1 0 0 0,-1-1 0 0 0,0 0-1 0 0,0 1 1 0 0,0-1 0 0 0,0 0 0 0 0,1 1 0 0 0,-1-1-1 0 0,0 1 1 0 0,1-1 0 0 0,-1 0 0 0 0,0 1 0 0 0,2-2 0 0 0,131-165-147 0 0,-111 143 98 0 0,1 2 0 0 0,0 0 1 0 0,2 2-1 0 0,47-31 0 0 0,-69 49 39 0 0,0 1-1 0 0,1-1 0 0 0,-1 0 0 0 0,1 1 1 0 0,-1 0-1 0 0,1 0 0 0 0,0 0 0 0 0,-1 0 0 0 0,1 1 1 0 0,0-1-1 0 0,0 1 0 0 0,0 0 0 0 0,-1 0 1 0 0,1 1-1 0 0,0-1 0 0 0,0 1 0 0 0,6 1 0 0 0,-8-1 8 0 0,0 0-1 0 0,1 0 1 0 0,-1 1-1 0 0,0-1 1 0 0,1 0-1 0 0,-1 1 1 0 0,0 0-1 0 0,0-1 1 0 0,0 1-1 0 0,-1 0 1 0 0,1 0-1 0 0,0 0 1 0 0,-1 0-1 0 0,1 1 1 0 0,-1-1-1 0 0,1 0 1 0 0,-1 1-1 0 0,0-1 1 0 0,0 0-1 0 0,0 1 1 0 0,-1-1-1 0 0,1 1 1 0 0,-1 0-1 0 0,1-1 0 0 0,-1 1 1 0 0,0 3-1 0 0,0 9 19 0 0,-1 0 0 0 0,-1-1-1 0 0,0 1 1 0 0,-1 0-1 0 0,-1-1 1 0 0,0 0 0 0 0,-1 0-1 0 0,-12 24 1 0 0,-13 41-3337 0 0,29-64 1556 0 0,6 3-5184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7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405 159 680 0 0,'11'-30'4939'0'0,"7"-36"1"0"0,-6 18-1277 0 0,-12 47-3607 0 0,0 1-1 0 0,1-1 1 0 0,-1 0-1 0 0,0 1 1 0 0,0-1-1 0 0,0 0 1 0 0,1 1-1 0 0,-1-1 1 0 0,0 0-1 0 0,0 1 1 0 0,0-1-1 0 0,0 0 1 0 0,0 1 0 0 0,0-1-1 0 0,-1 0 1 0 0,1 1-1 0 0,0-1 1 0 0,0 0-1 0 0,0 1 1 0 0,-1-1-1 0 0,-8 2 1207 0 0,-13 19 42 0 0,-9 28-100 0 0,1 2 1 0 0,-37 86-1 0 0,26-50-610 0 0,-171 313-72 0 0,210-395-680 0 0,-21 48-1703 0 0,21-47 1290 0 0,1-1 0 0 0,-1 1 0 0 0,1-1 0 0 0,0 1 0 0 0,1 0 0 0 0,-1-1 0 0 0,1 1 1 0 0,0 0-1 0 0,0 6 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7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152 137 1220 0 0,'24'-27'5317'0'0,"-1"-1"0"0"0,32-51 0 0 0,-54 77-4777 0 0,-6 2-482 0 0,0 1-1 0 0,0 0 1 0 0,0 0-1 0 0,0 1 1 0 0,1-1-1 0 0,-1 1 1 0 0,0 0-1 0 0,1 0 1 0 0,0 1-1 0 0,-1-1 1 0 0,-6 7 0 0 0,-5 3 15 0 0,-20 22 1 0 0,32-30-63 0 0,-1 0-1 0 0,1 1 1 0 0,1-1-1 0 0,-1 1 1 0 0,1 0-1 0 0,0 1 1 0 0,0-1-1 0 0,0 0 1 0 0,1 1 0 0 0,0-1-1 0 0,0 1 1 0 0,-1 7-1 0 0,2-10-1 0 0,1 1-1 0 0,0-1 1 0 0,0 1 0 0 0,0-1-1 0 0,0 1 1 0 0,1-1-1 0 0,-1 1 1 0 0,1-1 0 0 0,0 1-1 0 0,0-1 1 0 0,0 0 0 0 0,0 1-1 0 0,1-1 1 0 0,0 0-1 0 0,-1 0 1 0 0,1 0 0 0 0,0 0-1 0 0,0 0 1 0 0,1-1 0 0 0,-1 1-1 0 0,5 4 1 0 0,19 14 18 0 0,1-1 0 0 0,42 24 0 0 0,-12-8 274 0 0,-56-36-242 0 0,0 0-1 0 0,-1 0 1 0 0,1 1 0 0 0,0-1 0 0 0,-1 1 0 0 0,1-1-1 0 0,-1 1 1 0 0,1-1 0 0 0,-1 1 0 0 0,1-1 0 0 0,-1 1 0 0 0,1-1-1 0 0,-1 1 1 0 0,1-1 0 0 0,-1 1 0 0 0,0 0 0 0 0,1-1-1 0 0,-1 1 1 0 0,0 0 0 0 0,1-1 0 0 0,-1 1 0 0 0,0 0 0 0 0,0 0-1 0 0,0-1 1 0 0,0 1 0 0 0,0 0 0 0 0,0 0 0 0 0,0 0-20 0 0,-1 0 0 0 0,1 0 0 0 0,-1 0 0 0 0,1 0 0 0 0,-1-1 0 0 0,0 1 0 0 0,1 0 0 0 0,-1 0 0 0 0,0-1 0 0 0,0 1 0 0 0,0 0 0 0 0,1-1 0 0 0,-1 1 1 0 0,0-1-1 0 0,0 1 0 0 0,-2-1 0 0 0,-4 3 52 0 0,-1 0 0 0 0,1-1 1 0 0,-13 2-1 0 0,-4-1-374 0 0,0 0 1 0 0,-1-2-1 0 0,-45-4 1 0 0,50 1-1786 0 0,0-1 0 0 0,-34-11 1 0 0,30 7-2213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7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16 136 284 0 0,'-5'-19'4180'0'0,"2"10"-1165"0"0,1 0 0 0 0,0 0 1 0 0,-2-18-1 0 0,5 25-2934 0 0,-1 1 1 0 0,0 0-1 0 0,1 0 1 0 0,-1-1-1 0 0,0 1 1 0 0,1 0-1 0 0,-1 0 1 0 0,1 0-1 0 0,0 0 1 0 0,-1 0-1 0 0,1 0 1 0 0,0 0-1 0 0,0 0 1 0 0,0 0-1 0 0,0 0 1 0 0,0 0-1 0 0,0 1 0 0 0,0-1 1 0 0,0 0-1 0 0,0 1 1 0 0,0-1-1 0 0,0 0 1 0 0,0 1-1 0 0,2-1 1 0 0,32-9 387 0 0,-29 8-329 0 0,33-6 93 0 0,1 2 0 0 0,51-1 0 0 0,81 6-1206 0 0,-70 3-2577 0 0,0-6-3580 0 0,-65 1 1317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76 354 628 0 0,'21'-37'8454'0'0,"-2"2"-3164"0"0,-21 49-5146 0 0,0-1-1 0 0,-1 1 1 0 0,0-1 0 0 0,-1 0-1 0 0,0 0 1 0 0,-12 24 0 0 0,-7 23 4 0 0,19-50-120 0 0,1 0 1 0 0,1 1-1 0 0,0-1 0 0 0,1 1 0 0 0,0-1 1 0 0,0 17-1 0 0,1-24-20 0 0,0 0-1 0 0,1 0 1 0 0,-1 0 0 0 0,1 0 0 0 0,0 0-1 0 0,0 0 1 0 0,0 0 0 0 0,0 0 0 0 0,1 0-1 0 0,-1 0 1 0 0,1-1 0 0 0,-1 1 0 0 0,1-1 0 0 0,0 1-1 0 0,0-1 1 0 0,0 0 0 0 0,0 1 0 0 0,1-1-1 0 0,-1 0 1 0 0,1 0 0 0 0,-1-1 0 0 0,1 1-1 0 0,0-1 1 0 0,-1 1 0 0 0,1-1 0 0 0,4 2-1 0 0,8 1 4 0 0,0-1 0 0 0,0 0-1 0 0,0 0 1 0 0,0-2 0 0 0,0 0-1 0 0,0 0 1 0 0,0-2 0 0 0,21-2-1 0 0,-16 0-2 0 0,0-1 0 0 0,0-1-1 0 0,-1 0 1 0 0,1-2 0 0 0,32-15-1 0 0,-41 16-6 0 0,-1-1-1 0 0,1 0 0 0 0,-1-1 1 0 0,0 0-1 0 0,-1-1 1 0 0,0 0-1 0 0,0 0 0 0 0,-1-1 1 0 0,0 0-1 0 0,-1 0 0 0 0,0-1 1 0 0,11-22-1 0 0,-14 24-2 0 0,0 0 0 0 0,-1 0 0 0 0,0-1 0 0 0,0 0 0 0 0,-1 1 0 0 0,0-1 0 0 0,-1 0 0 0 0,0 0 0 0 0,0 0 0 0 0,-1 0 0 0 0,-1 0 1 0 0,1 0-1 0 0,-2 0 0 0 0,1 0 0 0 0,-1 1 0 0 0,-7-19 0 0 0,8 24 0 0 0,-1 1 0 0 0,0-1 0 0 0,0 0 0 0 0,0 1 0 0 0,-1-1 0 0 0,1 1 0 0 0,-1 0 0 0 0,0 0 0 0 0,0 0 0 0 0,0 0 0 0 0,0 0 0 0 0,0 0 0 0 0,-1 1 0 0 0,1 0 0 0 0,-7-4 0 0 0,4 4-1 0 0,1 0 0 0 0,-1 0 0 0 0,0 1 0 0 0,0 0-1 0 0,0 0 1 0 0,0 0 0 0 0,0 1 0 0 0,0 0 0 0 0,-11 1-1 0 0,-1 1-1 0 0,0 2 0 0 0,1 0-1 0 0,0 1 1 0 0,0 1 0 0 0,0 0-1 0 0,-20 12 1 0 0,19-8-6 0 0,0 0 1 0 0,1 1-1 0 0,-27 24 0 0 0,36-28 7 0 0,0 1 1 0 0,0 0-1 0 0,1 1 1 0 0,0 0-1 0 0,0 0 1 0 0,1 0-1 0 0,0 1 0 0 0,-6 13 1 0 0,11-21 3 0 0,0 1 1 0 0,0-1-1 0 0,0 1 1 0 0,0 0 0 0 0,1-1-1 0 0,-1 1 1 0 0,1 0-1 0 0,-1 0 1 0 0,1-1-1 0 0,0 1 1 0 0,0 0-1 0 0,1 0 1 0 0,-1 0 0 0 0,0-1-1 0 0,1 1 1 0 0,0 0-1 0 0,-1-1 1 0 0,1 1-1 0 0,2 5 1 0 0,0-5 1 0 0,-1 0 0 0 0,1 0 0 0 0,-1-1 0 0 0,1 1-1 0 0,0 0 1 0 0,0-1 0 0 0,0 0 0 0 0,0 1 0 0 0,0-1 0 0 0,0 0 0 0 0,1-1 0 0 0,6 4 0 0 0,7 0 4 0 0,0 0 1 0 0,0-2 0 0 0,1 1-1 0 0,-1-2 1 0 0,20 0 0 0 0,3 0-4 0 0,1-2 1 0 0,0-2 0 0 0,0-1 0 0 0,-1-3-1 0 0,1-1 1 0 0,45-15 0 0 0,-60 14 3 0 0,-1-1 0 0 0,0-2 0 0 0,0 0 0 0 0,-1-2 0 0 0,0-1 1 0 0,-1 0-1 0 0,-1-2 0 0 0,-1-1 0 0 0,0 0 0 0 0,23-26 0 0 0,-14 7-20 0 0,-2-2-1 0 0,-1-1 0 0 0,-3-1 0 0 0,-1-1 0 0 0,19-47 0 0 0,-34 68-56 0 0,-8 18 45 0 0,-1 4 21 0 0,-5 7 16 0 0,0 1 0 0 0,1 0 1 0 0,0 0-1 0 0,-4 11 0 0 0,-1 4-5 0 0,-79 190 440 0 0,29-61 57 0 0,-130 253 739 0 0,122-282-759 0 0,-97 133 0 0 0,132-213-294 0 0,-49 53 0 0 0,67-82-16 0 0,-1-1 0 0 0,-1-1 0 0 0,0 0-1 0 0,-1-1 1 0 0,0 0 0 0 0,-24 11 0 0 0,38-22-133 0 0,-1 0 0 0 0,0 0 0 0 0,1 0-1 0 0,-1-1 1 0 0,0 0 0 0 0,0 0 0 0 0,0 0 0 0 0,0 0 0 0 0,0-1 0 0 0,0 0 0 0 0,0 0-1 0 0,0 0 1 0 0,0 0 0 0 0,0-1 0 0 0,0 0 0 0 0,0 0 0 0 0,0 0 0 0 0,1-1 0 0 0,-1 0-1 0 0,0 0 1 0 0,1 0 0 0 0,-1 0 0 0 0,1-1 0 0 0,0 1 0 0 0,0-1 0 0 0,0 0 0 0 0,0-1-1 0 0,0 1 1 0 0,1-1 0 0 0,-1 1 0 0 0,1-1 0 0 0,-5-8 0 0 0,1 2-30 0 0,2 0 0 0 0,-1 0 0 0 0,1 0 0 0 0,1-1 0 0 0,-1 0 0 0 0,2 1-1 0 0,0-2 1 0 0,0 1 0 0 0,1 0 0 0 0,0 0 0 0 0,1-1 0 0 0,0 1 0 0 0,2-21 0 0 0,1 15-12 0 0,1 1 0 0 0,1-1 0 0 0,0 1 0 0 0,1 0 0 0 0,1 0 0 0 0,1 0 0 0 0,0 1 0 0 0,1-1-1 0 0,16-23 1 0 0,-9 20 18 0 0,0 1-1 0 0,1 0 0 0 0,1 1 0 0 0,1 1 1 0 0,0 0-1 0 0,26-16 0 0 0,-2 6-116 0 0,1 3 1 0 0,2 1-1 0 0,0 2 0 0 0,1 2 0 0 0,1 2 0 0 0,56-11 1 0 0,-60 18-953 0 0,1 2 0 0 0,59-1 0 0 0,26 5-8490 0 0,-103 3 3041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49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39 689 1536 0 0,'-2'2'2364'0'0,"-2"2"-991"0"0,1 0 1 0 0,-1 1 0 0 0,1 0 0 0 0,-5 9-1 0 0,6-10-996 0 0,0 0-1 0 0,0 1 0 0 0,0-1 1 0 0,0 1-1 0 0,1-1 0 0 0,0 1 1 0 0,0 0-1 0 0,1-1 0 0 0,-1 1 1 0 0,1 8-1 0 0,0-11-329 0 0,1-1 0 0 0,-1 0 1 0 0,1 0-1 0 0,-1 1 0 0 0,1-1 0 0 0,-1 0 0 0 0,1 0 1 0 0,0 0-1 0 0,0 0 0 0 0,0 0 0 0 0,-1 0 0 0 0,1 0 1 0 0,0 0-1 0 0,0 0 0 0 0,0 0 0 0 0,1 0 0 0 0,-1 0 1 0 0,0-1-1 0 0,0 1 0 0 0,0 0 0 0 0,0-1 0 0 0,1 1 1 0 0,-1-1-1 0 0,3 1 0 0 0,32 5 407 0 0,-32-6-407 0 0,13 1 10 0 0,1 0 0 0 0,0-2 0 0 0,0 0 1 0 0,-1-1-1 0 0,1-1 0 0 0,-1 0 0 0 0,0-2 0 0 0,18-6 1 0 0,-13 3-33 0 0,0-2 1 0 0,-1-1-1 0 0,-1 0 0 0 0,0-2 1 0 0,28-22-1 0 0,-18 9-21 0 0,-1-2 0 0 0,-1-1 0 0 0,-1-1 0 0 0,-2-2 0 0 0,-1 0 0 0 0,36-67 0 0 0,-8-1-97 0 0,42-112 1 0 0,-94 211 89 0 0,1 1 0 0 0,-1 0 1 0 0,0 0-1 0 0,0-1 0 0 0,1 1 0 0 0,-1 0 0 0 0,0-1 1 0 0,0 1-1 0 0,0-1 0 0 0,0 1 0 0 0,0 0 1 0 0,1-1-1 0 0,-1 1 0 0 0,0 0 0 0 0,0-1 0 0 0,0 1 1 0 0,0-1-1 0 0,0 1 0 0 0,0 0 0 0 0,0-1 0 0 0,0 1 1 0 0,0-1-1 0 0,-1 1 0 0 0,1 0 0 0 0,0-1 1 0 0,0 1-1 0 0,0 0 0 0 0,0-1 0 0 0,0 1 0 0 0,-1 0 1 0 0,1-1-1 0 0,0 1 0 0 0,0 0 0 0 0,-1-1 1 0 0,-12 6-23 0 0,-15 18 26 0 0,-9 14-12 0 0,2 1 0 0 0,-38 52 0 0 0,53-61 16 0 0,1 1 1 0 0,1 1 0 0 0,2 0-1 0 0,-16 42 1 0 0,31-70-5 0 0,-1 0 0 0 0,1 0-1 0 0,0 0 1 0 0,1 0 0 0 0,-1 0 0 0 0,0 0 0 0 0,1 0-1 0 0,0 0 1 0 0,0 1 0 0 0,0-1 0 0 0,0 0 0 0 0,0 0 0 0 0,1 0-1 0 0,-1 0 1 0 0,1 0 0 0 0,0 1 0 0 0,0-1 0 0 0,0 0 0 0 0,2 3-1 0 0,-1-3-15 0 0,1-1 0 0 0,-1 1 0 0 0,0-1 0 0 0,1 0 0 0 0,0 1 0 0 0,-1-1 0 0 0,1-1 0 0 0,0 1 0 0 0,0 0 0 0 0,0-1 0 0 0,0 1 0 0 0,0-1 0 0 0,1 0 0 0 0,-1 0 0 0 0,0 0 0 0 0,0-1 0 0 0,1 1 0 0 0,4 0 0 0 0,10 0-145 0 0,1-1 0 0 0,-1 0 1 0 0,1-1-1 0 0,0-1 0 0 0,-1-1 0 0 0,0 0 0 0 0,0-2 0 0 0,0 0 1 0 0,0-1-1 0 0,-1 0 0 0 0,0-2 0 0 0,17-9 0 0 0,3-4-77 0 0,-2-2-1 0 0,-1-1 1 0 0,-1-2-1 0 0,38-37 1 0 0,-20 13 429 0 0,-3-1 0 0 0,-2-3 0 0 0,-3-2 1 0 0,46-75-1 0 0,-89 130-180 0 0,1 0 0 0 0,0 0-1 0 0,-1 0 1 0 0,1 0 0 0 0,-1 0 0 0 0,1 0-1 0 0,-1 0 1 0 0,1 0 0 0 0,-1 0 0 0 0,0 0-1 0 0,0 0 1 0 0,1 0 0 0 0,-1 0 0 0 0,0 0-1 0 0,0 0 1 0 0,0-1 0 0 0,0 1 0 0 0,0 0-1 0 0,0 0 1 0 0,0 0 0 0 0,-1-2 0 0 0,0 3-7 0 0,0 0 1 0 0,0-1 0 0 0,1 1-1 0 0,-1 0 1 0 0,0 0-1 0 0,0 0 1 0 0,0 0-1 0 0,0 0 1 0 0,0 0 0 0 0,0 0-1 0 0,1 0 1 0 0,-1 0-1 0 0,0 1 1 0 0,0-1 0 0 0,0 0-1 0 0,0 0 1 0 0,1 1-1 0 0,-1-1 1 0 0,0 1-1 0 0,0-1 1 0 0,1 0 0 0 0,-1 1-1 0 0,0-1 1 0 0,0 1-1 0 0,1 0 1 0 0,-1-1 0 0 0,1 1-1 0 0,-2 0 1 0 0,-20 18 61 0 0,0 0 1 0 0,1 2 0 0 0,-33 42-1 0 0,-47 79 62 0 0,86-120-108 0 0,-28 47 131 0 0,3 1 1 0 0,3 2 0 0 0,4 1-1 0 0,-30 94 1 0 0,62-167-142 0 0,1 0-1 0 0,0 0 0 0 0,0 1 1 0 0,0-1-1 0 0,0 0 1 0 0,-1 0-1 0 0,1 1 1 0 0,0-1-1 0 0,0 0 0 0 0,0 1 1 0 0,0-1-1 0 0,0 0 1 0 0,0 0-1 0 0,0 1 0 0 0,0-1 1 0 0,0 0-1 0 0,0 1 1 0 0,0-1-1 0 0,0 0 1 0 0,0 1-1 0 0,0-1 0 0 0,0 0 1 0 0,0 0-1 0 0,0 1 1 0 0,0-1-1 0 0,0 0 1 0 0,0 0-1 0 0,0 1 0 0 0,1-1 1 0 0,-1 0-1 0 0,0 1 1 0 0,0-1-1 0 0,0 0 1 0 0,0 0-1 0 0,1 0 0 0 0,-1 1 1 0 0,11-6 87 0 0,12-16-95 0 0,41-60 32 0 0,33-35-91 0 0,-77 94 32 0 0,1 1-1 0 0,1 1 0 0 0,0 1 1 0 0,2 1-1 0 0,0 2 1 0 0,1 0-1 0 0,50-23 0 0 0,-72 37 20 0 0,0 1 0 0 0,0 0 0 0 0,0 0 0 0 0,1 0-1 0 0,-1 1 1 0 0,0-1 0 0 0,1 1 0 0 0,-1-1-1 0 0,0 1 1 0 0,1 0 0 0 0,-1 0 0 0 0,0 1 0 0 0,0-1-1 0 0,1 1 1 0 0,-1 0 0 0 0,0 0 0 0 0,0 0-1 0 0,0 0 1 0 0,1 0 0 0 0,-1 0 0 0 0,0 1-1 0 0,-1 0 1 0 0,1 0 0 0 0,0-1 0 0 0,3 4 0 0 0,-2 0 5 0 0,-1-1 1 0 0,1 0 0 0 0,-1 1 0 0 0,0 0 0 0 0,0 0 0 0 0,0 0 0 0 0,-1 0 0 0 0,0 0 0 0 0,0 1 0 0 0,0-1-1 0 0,-1 0 1 0 0,1 1 0 0 0,0 11 0 0 0,-2 7 19 0 0,0 0-1 0 0,-2 0 0 0 0,-1 0 1 0 0,0 0-1 0 0,-8 23 0 0 0,-4 36 47 0 0,15-82-62 0 0,0 0 1 0 0,0 0 0 0 0,0 0-1 0 0,0 0 1 0 0,0 0 0 0 0,1 0-1 0 0,-1 0 1 0 0,0 0 0 0 0,1 0-1 0 0,-1 0 1 0 0,1 0 0 0 0,-1 0-1 0 0,1 0 1 0 0,0 0 0 0 0,-1 0 0 0 0,1-1-1 0 0,0 1 1 0 0,-1 0 0 0 0,1 0-1 0 0,0-1 1 0 0,0 1 0 0 0,0 0-1 0 0,0-1 1 0 0,0 1 0 0 0,0-1-1 0 0,-1 1 1 0 0,1-1 0 0 0,0 0 0 0 0,1 1-1 0 0,-1-1 1 0 0,0 0 0 0 0,1 1-1 0 0,34 3 43 0 0,-34-4-46 0 0,12 0 6 0 0,-1-1 0 0 0,1 0 1 0 0,-1-1-1 0 0,1-1 0 0 0,-1 0 1 0 0,0-1-1 0 0,0 0 1 0 0,20-10-1 0 0,-5 0 8 0 0,0-2 0 0 0,38-28 0 0 0,-35 20 117 0 0,0-1 1 0 0,-2-1-1 0 0,-1-2 1 0 0,-2-1-1 0 0,0-1 0 0 0,-2-1 1 0 0,34-57-1 0 0,-51 64-61 0 0,-7 24-70 0 0,0-1 0 0 0,0 1 0 0 0,0-1-1 0 0,0 1 1 0 0,0 0 0 0 0,0-1 0 0 0,0 1 0 0 0,0-1 0 0 0,0 1-1 0 0,-1-1 1 0 0,1 1 0 0 0,0-1 0 0 0,0 1 0 0 0,0 0 0 0 0,0-1 0 0 0,-1 1-1 0 0,1-1 1 0 0,0 1 0 0 0,0 0 0 0 0,-1-1 0 0 0,1 1 0 0 0,0 0-1 0 0,-1-1 1 0 0,1 1 0 0 0,0 0 0 0 0,-1 0 0 0 0,1-1 0 0 0,0 1 0 0 0,-1 0-1 0 0,1 0 1 0 0,-1-1 0 0 0,1 1 0 0 0,-1 0 0 0 0,1 0 0 0 0,0 0-1 0 0,-1 0 1 0 0,1 0 0 0 0,-1 0 0 0 0,1 0 0 0 0,-1 0 0 0 0,1 0 0 0 0,-1 0-1 0 0,1 0 1 0 0,0 0 0 0 0,-1 0 0 0 0,1 0 0 0 0,-1 0 0 0 0,1 0-1 0 0,-1 0 1 0 0,1 1 0 0 0,0-1 0 0 0,-1 0 0 0 0,1 0 0 0 0,-1 1 0 0 0,-13 5-1 0 0,1 0 1 0 0,0 1 0 0 0,0 0 0 0 0,0 1-1 0 0,1 0 1 0 0,1 1 0 0 0,-1 1-1 0 0,-10 11 1 0 0,0 2 2 0 0,1 1-1 0 0,-33 49 1 0 0,49-65 5 0 0,-1 0 1 0 0,2 1-1 0 0,-1 0 1 0 0,1 0-1 0 0,1 1 1 0 0,0-1-1 0 0,-4 19 0 0 0,6-24 5 0 0,1 1 0 0 0,-1-1 0 0 0,1 1-1 0 0,0-1 1 0 0,1 1 0 0 0,-1-1 0 0 0,1 0-1 0 0,0 1 1 0 0,0-1 0 0 0,0 1 0 0 0,1-1-1 0 0,-1 0 1 0 0,1 0 0 0 0,0 0 0 0 0,0 0-1 0 0,1 0 1 0 0,-1 0 0 0 0,1-1 0 0 0,4 5-1 0 0,-1-2 7 0 0,1 0-1 0 0,0-1 0 0 0,0 0 1 0 0,1 0-1 0 0,-1-1 0 0 0,1 0 1 0 0,0 0-1 0 0,0-1 0 0 0,1 0 1 0 0,-1-1-1 0 0,1 1 0 0 0,-1-2 1 0 0,15 2-1 0 0,6 0-35 0 0,1-2 1 0 0,49-3-1 0 0,-46-1-381 0 0,0-1 0 0 0,41-11-1 0 0,-59 11-161 0 0,-1-1-1 0 0,1 0 0 0 0,-1-1 0 0 0,0 0 0 0 0,-1-1 0 0 0,1-1 1 0 0,14-11-1 0 0,-25 17-30 0 0,0 0 0 0 0,-1 0 1 0 0,1-1-1 0 0,-1 1 0 0 0,0-1 1 0 0,0 1-1 0 0,0-1 0 0 0,3-5 0 0 0,1-7-4372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0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51 136 1128 0 0,'-49'-44'14392'0'0,"47"34"-13136"0"0,6 7-1154 0 0,0 0 0 0 0,0 0 1 0 0,0 1-1 0 0,1-1 1 0 0,-1 1-1 0 0,1 0 1 0 0,-1 0-1 0 0,8-2 0 0 0,45-9 55 0 0,-42 10-103 0 0,52-8 185 0 0,106-3 0 0 0,-17 3-5700 0 0,-129 6 4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66 2116 0 0,'-5'-24'6552'0'0,"-2"-17"-290"0"0,-4 52-5902 0 0,-58 106 179 0 0,29-45-417 0 0,-144 260 71 0 0,131-218-2533 0 0,3 2-3352 0 0,34-76-16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1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188 922 976 0 0,'-45'4'3930'0'0,"-92"4"6332"0"0,134-8-9833 0 0,2 0-400 0 0,1 0-1 0 0,0-1 0 0 0,0 1 0 0 0,-1-1 0 0 0,1 1 0 0 0,0 0 1 0 0,0-1-1 0 0,0 1 0 0 0,0-1 0 0 0,-1 1 0 0 0,1-1 0 0 0,0 1 1 0 0,0 0-1 0 0,0-1 0 0 0,0 1 0 0 0,0-1 0 0 0,0 1 0 0 0,0-1 1 0 0,0 1-1 0 0,0-1 0 0 0,0 1 0 0 0,0 0 0 0 0,1-1 0 0 0,-1 1 1 0 0,0-1-1 0 0,0 1 0 0 0,0 0 0 0 0,1-1 0 0 0,28-22 122 0 0,1 3-1 0 0,2 0 1 0 0,48-23-1 0 0,-28 17-107 0 0,216-135 58 0 0,-209 120-164 0 0,-1-3-1 0 0,68-67 1 0 0,-101 76-822 0 0,-25 35 875 0 0,1-1 0 0 0,-1 1 0 0 0,0 0-1 0 0,0-1 1 0 0,0 1 0 0 0,0 0 0 0 0,0-1-1 0 0,0 1 1 0 0,0 0 0 0 0,0-1 0 0 0,0 1-1 0 0,0 0 1 0 0,0-1 0 0 0,0 1 0 0 0,0 0-1 0 0,0-1 1 0 0,0 1 0 0 0,0 0 0 0 0,0-1-1 0 0,0 1 1 0 0,-1 0 0 0 0,1-1 0 0 0,0 1-1 0 0,0 0 1 0 0,0 0 0 0 0,-1-1-1 0 0,1 1 1 0 0,0 0 0 0 0,0 0 0 0 0,0-1-1 0 0,-1 1 1 0 0,1 0 0 0 0,0 0 0 0 0,-1-1-1 0 0,1 1 1 0 0,0 0 0 0 0,0 0 0 0 0,-1 0-1 0 0,1 0 1 0 0,0 0 0 0 0,-1 0 0 0 0,1-1-1 0 0,0 1 1 0 0,-1 0 0 0 0,1 0 0 0 0,0 0-1 0 0,-1 0 1 0 0,1 0 0 0 0,-1 0 0 0 0,-21 1-270 0 0,19 0 267 0 0,0 1 0 0 0,0-1 0 0 0,0 0 0 0 0,1 1 1 0 0,-1 0-1 0 0,0-1 0 0 0,1 1 0 0 0,-1 0 0 0 0,1 0 0 0 0,-1 1 0 0 0,1-1 0 0 0,0 0 0 0 0,0 1 0 0 0,0 0 1 0 0,0-1-1 0 0,1 1 0 0 0,-1 0 0 0 0,-2 6 0 0 0,3-4 5 0 0,-1 1 0 0 0,1-1 1 0 0,0 1-1 0 0,1 0 0 0 0,-1 0 0 0 0,1-1 1 0 0,0 1-1 0 0,1 0 0 0 0,2 11 0 0 0,1 1 8 0 0,1 0-1 0 0,1 0 0 0 0,1-1 0 0 0,1 1 0 0 0,17 27 0 0 0,-13-25 9 0 0,0 1-1 0 0,-2 0 0 0 0,11 30 1 0 0,-20-48 5 0 0,0 0 1 0 0,0 0-1 0 0,0 0 0 0 0,-1 0 1 0 0,0 0-1 0 0,1-1 1 0 0,-1 1-1 0 0,0 0 1 0 0,0 0-1 0 0,-1 0 0 0 0,1 0 1 0 0,-1 0-1 0 0,1 0 1 0 0,-1 0-1 0 0,0-1 1 0 0,0 1-1 0 0,0 0 0 0 0,0 0 1 0 0,-3 3-1 0 0,1-3 37 0 0,0 1 0 0 0,0-1-1 0 0,0 0 1 0 0,-1 0 0 0 0,1 0 0 0 0,-1 0-1 0 0,0-1 1 0 0,0 1 0 0 0,0-1 0 0 0,0 0-1 0 0,-6 2 1 0 0,-3 0 145 0 0,0 0 1 0 0,0-1-1 0 0,0-1 1 0 0,0 0-1 0 0,0 0 1 0 0,0-2-1 0 0,-24-1 1 0 0,13-1 365 0 0,1-1 0 0 0,-27-8 0 0 0,50 11-555 0 0,-1 0 1 0 0,1 0-1 0 0,-1 0 0 0 0,1 0 0 0 0,-1-1 0 0 0,1 1 0 0 0,-1 0 0 0 0,1 0 0 0 0,-1 0 0 0 0,1-1 0 0 0,-1 1 0 0 0,1 0 0 0 0,-1-1 0 0 0,1 1 0 0 0,-1 0 0 0 0,1-1 0 0 0,0 1 0 0 0,-1 0 1 0 0,1-1-1 0 0,0 1 0 0 0,-1-1 0 0 0,1 1 0 0 0,0-1 0 0 0,0 1 0 0 0,-1-1 0 0 0,1 1 0 0 0,0-1 0 0 0,0 1 0 0 0,0-1 0 0 0,0 1 0 0 0,-1-1 0 0 0,1 1 0 0 0,0-1 0 0 0,0 1 0 0 0,0-1 1 0 0,0 0-1 0 0,0 1 0 0 0,1-1 0 0 0,-1 1 0 0 0,0-1 0 0 0,0 1 0 0 0,0-1 0 0 0,0 1 0 0 0,0-1 0 0 0,1 1 0 0 0,-1-1 0 0 0,0 1 0 0 0,1-1 0 0 0,-1 1 0 0 0,0-1 0 0 0,1 1 0 0 0,-1 0 0 0 0,0-1 1 0 0,1 1-1 0 0,-1 0 0 0 0,1-1 0 0 0,-1 1 0 0 0,1-1 0 0 0,25-18 12 0 0,12-1-19 0 0,1 3 0 0 0,65-20 0 0 0,-37 14-4 0 0,70-24-21 0 0,176-71-28 0 0,-311 116 53 0 0,65-33 6 0 0,-63 32-13 0 0,1 1 1 0 0,-1-1-1 0 0,0-1 0 0 0,0 1 0 0 0,0-1 0 0 0,0 0 0 0 0,0 0 0 0 0,-1 0 0 0 0,0 0 1 0 0,0 0-1 0 0,4-8 0 0 0,-7 11 5 0 0,1 1 1 0 0,-1-1 0 0 0,0 0 0 0 0,0 0-1 0 0,1 1 1 0 0,-1-1 0 0 0,0 0-1 0 0,0 0 1 0 0,0 0 0 0 0,0 1 0 0 0,0-1-1 0 0,0 0 1 0 0,0 0 0 0 0,-1 1 0 0 0,1-1-1 0 0,0 0 1 0 0,0 0 0 0 0,-1 0-1 0 0,1 1 1 0 0,0-1 0 0 0,-1 0 0 0 0,1 1-1 0 0,0-1 1 0 0,-1 0 0 0 0,1 1-1 0 0,-1-1 1 0 0,0 1 0 0 0,1-1 0 0 0,-1 0-1 0 0,1 1 1 0 0,-1-1 0 0 0,0 1-1 0 0,1 0 1 0 0,-1-1 0 0 0,0 1 0 0 0,1 0-1 0 0,-1-1 1 0 0,0 1 0 0 0,0 0 0 0 0,0 0-1 0 0,1-1 1 0 0,-1 1 0 0 0,0 0-1 0 0,-1 0 1 0 0,-2-1-3 0 0,0 1 0 0 0,0-1 0 0 0,0 1 0 0 0,0 0 0 0 0,0 0 0 0 0,-8 2 0 0 0,-3 2-1 0 0,-1 1-1 0 0,1 1 0 0 0,0 1 0 0 0,1 0 0 0 0,0 1 0 0 0,0 0 0 0 0,0 1 1 0 0,1 0-1 0 0,-14 14 0 0 0,18-15 8 0 0,0 1 0 0 0,1 0-1 0 0,0 0 1 0 0,1 1 0 0 0,0-1 0 0 0,1 2 0 0 0,-1-1 0 0 0,2 1-1 0 0,0 0 1 0 0,0 0 0 0 0,1 0 0 0 0,-5 23 0 0 0,8-29 5 0 0,1 0 1 0 0,-1 0 0 0 0,2 0-1 0 0,-1 1 1 0 0,0-1 0 0 0,1 0-1 0 0,0 0 1 0 0,0 0 0 0 0,1-1-1 0 0,-1 1 1 0 0,1 0 0 0 0,0 0-1 0 0,0-1 1 0 0,1 1-1 0 0,-1-1 1 0 0,1 0 0 0 0,0 0-1 0 0,0 0 1 0 0,1 0 0 0 0,-1 0-1 0 0,1-1 1 0 0,0 1 0 0 0,0-1-1 0 0,5 4 1 0 0,5 2 7 0 0,0 0 0 0 0,1-1 0 0 0,0-1 0 0 0,0 0 0 0 0,1-1 0 0 0,16 5 0 0 0,-13-6-265 0 0,1 0 1 0 0,0-1 0 0 0,0-1 0 0 0,0-1 0 0 0,0-1-1 0 0,0 0 1 0 0,1-2 0 0 0,-1 0 0 0 0,0-2-1 0 0,0 0 1 0 0,0-1 0 0 0,-1-1 0 0 0,1-1-1 0 0,-1 0 1 0 0,0-2 0 0 0,-1 0 0 0 0,0-1-1 0 0,0-1 1 0 0,-1 0 0 0 0,0-1 0 0 0,-1-1-1 0 0,0-1 1 0 0,25-26 0 0 0,-2-7-132 0 0,-1-1 1 0 0,-3-2 0 0 0,-2-1-1 0 0,28-57 1 0 0,91-225 1590 0 0,-127 274-465 0 0,-19 39-504 0 0,-15 28 81 0 0,-17 29 431 0 0,2 6 74 0 0,3 1 0 0 0,-19 60 1 0 0,-22 98 566 0 0,60-194-1355 0 0,-3 6 31 0 0,-24 100 310 0 0,26-98-296 0 0,0 1-1 0 0,2-1 1 0 0,0 1 0 0 0,2 29-1 0 0,-1-43-130 0 0,1 0 0 0 0,0 0 0 0 0,0 0 0 0 0,1 0 0 0 0,-1 0 0 0 0,1 0 0 0 0,0 0-1 0 0,0 0 1 0 0,0-1 0 0 0,0 1 0 0 0,1-1 0 0 0,-1 1 0 0 0,1-1 0 0 0,0 0-1 0 0,0 0 1 0 0,0 0 0 0 0,1-1 0 0 0,-1 1 0 0 0,1-1 0 0 0,-1 1 0 0 0,1-1 0 0 0,0-1-1 0 0,5 3 1 0 0,-2-1-643 0 0,1 0 0 0 0,0-1-1 0 0,1 0 1 0 0,12 2 0 0 0,-12-3-1100 0 0,1 0 0 0 0,-1-1-1 0 0,15-2 1 0 0,-3-1-3117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2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45 2820 0 0,'-23'-9'2352'0'0,"6"2"-463"0"0,4 0-333 0 0,-1 4-340 0 0,3-2 444 0 0,8-4-1272 0 0,25 4-960 0 0,4 5-704 0 0,5 2-1900 0 0,14-1-1277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2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149 123 4668 0 0,'-24'-5'3737'0'0,"13"-2"-877"0"0,1 0-616 0 0,0-2-436 0 0,-1 1-343 0 0,-1-4-253 0 0,2 1-336 0 0,0 1-104 0 0,1 0-236 0 0,0 1-56 0 0,1 0-448 0 0,1 1-388 0 0,2 3-420 0 0,-2-2-608 0 0,2 2-224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7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86 524 0 0,'4'-9'2954'0'0,"-1"1"0"0"0,0-1-1 0 0,4-17 3438 0 0,-9 27-6327 0 0,1 0 0 0 0,0 0 1 0 0,-1 1-1 0 0,1-1 0 0 0,0 0 0 0 0,0 0 0 0 0,0 1 1 0 0,0-1-1 0 0,0 1 0 0 0,0-1 0 0 0,0 1 0 0 0,1-1 0 0 0,-1 1 1 0 0,1 0-1 0 0,-1-1 0 0 0,1 1 0 0 0,-1 3 0 0 0,-1 2 36 0 0,-1 0-47 0 0,1 0 1 0 0,0-1-1 0 0,0 2 0 0 0,1-1 1 0 0,0 0-1 0 0,0 0 0 0 0,1 0 1 0 0,-1 1-1 0 0,2-1 0 0 0,-1 0 1 0 0,1 0-1 0 0,0 1 0 0 0,1-1 1 0 0,3 10-1 0 0,-3-12-40 0 0,0 0-1 0 0,0-1 1 0 0,1 1 0 0 0,-1 0 0 0 0,1-1 0 0 0,1 0-1 0 0,-1 0 1 0 0,0 0 0 0 0,1 0 0 0 0,0 0-1 0 0,0-1 1 0 0,0 1 0 0 0,0-1 0 0 0,1 0-1 0 0,-1-1 1 0 0,1 1 0 0 0,0-1 0 0 0,0 0-1 0 0,-1 0 1 0 0,8 2 0 0 0,-4-2-9 0 0,0 0 0 0 0,0 0 0 0 0,0-1 0 0 0,0 0 0 0 0,1-1 0 0 0,-1 0 0 0 0,0 0 0 0 0,0-1 1 0 0,1 0-1 0 0,-1 0 0 0 0,0-1 0 0 0,0 0 0 0 0,0 0 0 0 0,0-1 0 0 0,0 0 0 0 0,-1 0 0 0 0,1-1 0 0 0,-1 0 0 0 0,0 0 0 0 0,0-1 0 0 0,-1 0 0 0 0,1 0 0 0 0,-1-1 0 0 0,0 1 1 0 0,0-1-1 0 0,-1-1 0 0 0,0 1 0 0 0,0-1 0 0 0,0 0 0 0 0,-1 0 0 0 0,0 0 0 0 0,3-9 0 0 0,-4 8-7 0 0,1 0 0 0 0,-2-1-1 0 0,1 0 1 0 0,-1 1 0 0 0,-1-1 0 0 0,0 0-1 0 0,0 0 1 0 0,0 0 0 0 0,-2-9 0 0 0,1 15 1 0 0,0 1 0 0 0,0-1-1 0 0,-1 1 1 0 0,1-1 0 0 0,-1 1 0 0 0,0 0 0 0 0,0-1 0 0 0,0 1 0 0 0,0 0 0 0 0,0 0 0 0 0,0 0 0 0 0,0 0 0 0 0,-1 0 0 0 0,1 0 0 0 0,-1 0 0 0 0,0 0 0 0 0,1 0 0 0 0,-1 1 0 0 0,0-1-1 0 0,0 0 1 0 0,0 1 0 0 0,0 0 0 0 0,0 0 0 0 0,-1-1 0 0 0,1 1 0 0 0,0 0 0 0 0,0 1 0 0 0,-1-1 0 0 0,1 0 0 0 0,-1 1 0 0 0,1-1 0 0 0,-1 1 0 0 0,1 0 0 0 0,0 0 0 0 0,-1 0-1 0 0,1 0 1 0 0,-4 1 0 0 0,-8 0 0 0 0,1 1-1 0 0,-1 1 1 0 0,1 0-1 0 0,0 1 0 0 0,0 0 1 0 0,0 1-1 0 0,1 1 1 0 0,-1 0-1 0 0,-12 8 0 0 0,-15 13 14 0 0,-43 36-1 0 0,73-56-7 0 0,-51 42 55 0 0,-57 61 1 0 0,98-90-48 0 0,2 1 0 0 0,0 1 1 0 0,1 1-1 0 0,2 0 1 0 0,0 1-1 0 0,-17 38 0 0 0,29-54-6 0 0,0 0 0 0 0,0-1 0 0 0,1 2 0 0 0,0-1 0 0 0,1 0 0 0 0,-1 0-1 0 0,2 0 1 0 0,-1 1 0 0 0,1-1 0 0 0,0 0 0 0 0,1 1 0 0 0,0-1 0 0 0,2 9 0 0 0,-1-12 3 0 0,0 0 1 0 0,0 0-1 0 0,0 0 1 0 0,0-1-1 0 0,1 1 1 0 0,-1-1-1 0 0,1 0 1 0 0,1 1-1 0 0,-1-1 1 0 0,0 0-1 0 0,1-1 1 0 0,0 1-1 0 0,0-1 1 0 0,0 0-1 0 0,0 0 1 0 0,1 0-1 0 0,-1 0 1 0 0,1-1-1 0 0,-1 0 1 0 0,1 0-1 0 0,10 3 1 0 0,-1-1 42 0 0,1-1 0 0 0,0-1 1 0 0,0 0-1 0 0,0-1 1 0 0,0 0-1 0 0,0-1 0 0 0,1-1 1 0 0,-1-1-1 0 0,22-5 1 0 0,-20 3-480 0 0,-1 0 1 0 0,1-2 0 0 0,-1 0 0 0 0,0-1 0 0 0,0 0 0 0 0,-1-1 0 0 0,0-1 0 0 0,14-11 0 0 0,-11 2-6877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7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23 2288 0 0,'-3'-10'7091'0'0,"3"8"-7668"0"0,-4-8 4053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818 248 1192 0 0,'9'-7'1590'0'0,"-1"-1"0"0"0,1 0 0 0 0,-1 0 0 0 0,-1-1 0 0 0,0 0 0 0 0,8-13 0 0 0,-7 9-410 0 0,-1-1-1 0 0,-1 1 0 0 0,0-1 1 0 0,4-18-1 0 0,-9 29-1133 0 0,0 0-1 0 0,-1 1 1 0 0,0-1 0 0 0,1 1 0 0 0,-1-1-1 0 0,0 0 1 0 0,0 1 0 0 0,-1-1 0 0 0,1 0-1 0 0,0 1 1 0 0,-1-1 0 0 0,0 1-1 0 0,0-1 1 0 0,1 1 0 0 0,-1-1 0 0 0,-1 1-1 0 0,1 0 1 0 0,0-1 0 0 0,-1 1 0 0 0,1 0-1 0 0,-1 0 1 0 0,1 0 0 0 0,-1 0-1 0 0,0 0 1 0 0,0 0 0 0 0,0 1 0 0 0,0-1-1 0 0,0 1 1 0 0,0-1 0 0 0,-1 1 0 0 0,1 0-1 0 0,0-1 1 0 0,-1 1 0 0 0,-2 0-1 0 0,-3-2-30 0 0,0 0-1 0 0,0 0 0 0 0,0 1 0 0 0,0 1 1 0 0,0-1-1 0 0,-1 1 0 0 0,1 1 0 0 0,-1-1 1 0 0,-9 2-1 0 0,-5 3-5 0 0,1 1 1 0 0,0 1 0 0 0,1 0-1 0 0,-1 2 1 0 0,1 1 0 0 0,1 0 0 0 0,0 2-1 0 0,0 0 1 0 0,1 1 0 0 0,0 1-1 0 0,1 1 1 0 0,1 0 0 0 0,0 1-1 0 0,1 1 1 0 0,1 1 0 0 0,0 0-1 0 0,-17 28 1 0 0,28-40-10 0 0,1 1 1 0 0,0 1 0 0 0,0-1-1 0 0,1 0 1 0 0,-1 1 0 0 0,1-1-1 0 0,1 1 1 0 0,-1 0-1 0 0,0 12 1 0 0,2-16 0 0 0,0-1 0 0 0,0 1 0 0 0,0 0-1 0 0,0 0 1 0 0,1 0 0 0 0,0 0 0 0 0,-1 0 0 0 0,1 0 0 0 0,0-1 0 0 0,0 1-1 0 0,1 0 1 0 0,-1-1 0 0 0,0 1 0 0 0,1-1 0 0 0,0 1 0 0 0,-1-1 0 0 0,1 0 0 0 0,0 1-1 0 0,0-1 1 0 0,0 0 0 0 0,1-1 0 0 0,-1 1 0 0 0,0 0 0 0 0,1 0 0 0 0,2 0 0 0 0,7 4 3 0 0,-1-2 1 0 0,1 0 0 0 0,0 0-1 0 0,0-1 1 0 0,0-1 0 0 0,0 0 0 0 0,1 0-1 0 0,-1-1 1 0 0,1-1 0 0 0,-1 0-1 0 0,1-1 1 0 0,14-2 0 0 0,-4-1 12 0 0,-1-1 1 0 0,-1-1-1 0 0,1 0 1 0 0,-1-2-1 0 0,38-19 1 0 0,-33 11 285 0 0,-2 0 1 0 0,1-2-1 0 0,33-33 1 0 0,-36 31 94 0 0,-21 19-388 0 0,-1 0 0 0 0,1 0 0 0 0,-1 1-1 0 0,1-1 1 0 0,0 0 0 0 0,0 1 0 0 0,-1-1 0 0 0,1 1 0 0 0,0-1 0 0 0,0 1 0 0 0,0-1 0 0 0,-1 1 0 0 0,1-1 0 0 0,0 1 0 0 0,0 0 0 0 0,0 0 0 0 0,0-1 0 0 0,0 1 0 0 0,0 0 0 0 0,0 0 0 0 0,0 0 0 0 0,1 0 0 0 0,-1 1-5 0 0,-1-1 1 0 0,0 1-1 0 0,1-1 1 0 0,-1 1 0 0 0,1 0-1 0 0,-1-1 1 0 0,0 1-1 0 0,0 0 1 0 0,1 0 0 0 0,-1-1-1 0 0,0 1 1 0 0,0 0 0 0 0,0-1-1 0 0,0 1 1 0 0,0 0-1 0 0,0 0 1 0 0,0-1 0 0 0,0 1-1 0 0,0 0 1 0 0,0 0 0 0 0,-1 0-1 0 0,-12 49 120 0 0,13-49-120 0 0,-125 313 969 0 0,-22-8 418 0 0,6-12-459 0 0,108-221-570 0 0,-74 117-1 0 0,89-164-165 0 0,-1 0 0 0 0,-1-1 0 0 0,-2 0 0 0 0,0-2 0 0 0,-1-1 0 0 0,-1-1 0 0 0,-33 22 0 0 0,47-36-62 0 0,1-2-1 0 0,-1 1 1 0 0,0-1-1 0 0,0-1 1 0 0,0 1-1 0 0,-1-2 0 0 0,0 0 1 0 0,-11 2-1 0 0,19-4-112 0 0,1-1 0 0 0,-1 0 0 0 0,0 0 0 0 0,0 0 0 0 0,0-1-1 0 0,0 1 1 0 0,0-1 0 0 0,0 1 0 0 0,0-1 0 0 0,1 0 0 0 0,-1 0 0 0 0,0 0-1 0 0,0-1 1 0 0,1 1 0 0 0,-1-1 0 0 0,1 1 0 0 0,0-1 0 0 0,-1 0 0 0 0,1 0-1 0 0,0 0 1 0 0,0 0 0 0 0,0 0 0 0 0,0 0 0 0 0,0-1 0 0 0,1 1 0 0 0,-1-1-1 0 0,1 1 1 0 0,-1-1 0 0 0,1 0 0 0 0,0 1 0 0 0,-1-7 0 0 0,-1 1-31 0 0,1-1 0 0 0,1 0 0 0 0,0 0 0 0 0,0 1 0 0 0,0-1 1 0 0,1 0-1 0 0,1 0 0 0 0,-1 0 0 0 0,3-10 0 0 0,3-5 14 0 0,0 0 0 0 0,2 0 1 0 0,1 1-1 0 0,0 0 0 0 0,2 0 0 0 0,17-26 0 0 0,-8 18-58 0 0,2 1-1 0 0,2 1 0 0 0,41-41 0 0 0,8 6-1216 0 0,3 3 0 0 0,106-66 0 0 0,-5 18-4154 0 0,-89 56-5395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1:58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97 744 0 0,'-15'-35'9421'0'0,"-9"-17"-1814"0"0,20 43-6506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6:02:06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4323 2162 25045,'-2'85'0,"-3"0"0,-3-1 0,-4 0 0,-2 0 0,-5-1 0,-2-1 0,-4-1 0,-2-1 0,-4-1 0,-3-1 0,-3-2 0,-3-1 0,-3-2 0,-3-1 0,-3-3 0,-2-1 0,-3-2 0,-2-3 0,-3-2 0,-2-2 0,-3-2 0,-1-4 0,-3-1 0,-1-4 0,-3-2 0,-1-3 0,-2-3 0,-1-3 0,-2-3 0,-1-3 0,-1-3 0,-2-4 0,0-2 0,-1-4 0,0-3 0,-1-4 0,-1-2 0,1-4 0,-1-4 0,0-2 0,0-4 0,1-4 0,0-2 0,0-4 0,1-3 0,1-4 0,1-2 0,1-4 0,1-3 0,1-3 0,1-3 0,3-3 0,0-3 0,3-3 0,1-2 0,3-4 0,1-1 0,3-4 0,1-2 0,4-2 0,1-2 0,3-3 0,3-2 0,3-1 0,2-3 0,3-1 0,3-2 0,3-1 0,3-2 0,3-1 0,3-1 0,3-1 0,4-1 0,3-1 0,3-1 0,3 0 0,4 0 0,3-1 0,3 0 0,4 0 0,3 0 0,3 1 0,4 0 0,3 0 0,3 1 0,3 1 0,4 1 0,3 1 0,3 1 0,3 1 0,3 2 0,3 1 0,3 2 0,3 1 0,2 3 0,3 1 0,3 2 0,3 3 0,1 2 0,4 2 0,1 3 0,3 2 0,1 2 0,3 4 0,1 2 0,3 3 0,0 3 0,3 3 0,1 3 0,1 3 0,1 3 0,1 4 0,1 2 0,1 4 0,1 3 0,0 4 0,0 2 0,1 4 0,0 4 0,0 2 0,-1 4 0,1 4 0,-1 2 0,-1 4 0,0 3 0,-1 4 0,0 2 0,-2 4 0,-1 3 0,-1 3 0,-2 3 0,-1 3 0,-2 3 0,-1 3 0,-3 2 0,-1 4 0,-3 2 0,-1 2 0,-3 3 0,-2 2 0,-3 2 0,-2 3 0,-3 2 0,-2 1 0,-3 3 0,-3 1 0,-3 2 0,-3 1 0,-3 2 0,-3 1 0,-4 1 0,-2 1 0,-4 1 0,-2 1 0,-5 1 0,-2 0 0,-4 0 0,-3 1 0,-3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12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244 306 1792 0 0,'-40'-35'9569'0'0,"36"32"-9007"0"0,0-1 0 0 0,0 1 0 0 0,0-1 0 0 0,0 1 0 0 0,0 1 0 0 0,-1-1 0 0 0,1 0 0 0 0,-8-2 1 0 0,12 5-559 0 0,0 0 0 0 0,-1 0 0 0 0,1-1 0 0 0,-1 1 0 0 0,1 0 0 0 0,0 0 0 0 0,-1 0 0 0 0,1-1 0 0 0,-1 1 0 0 0,1 0 0 0 0,-1 0 0 0 0,1 0 0 0 0,-1 0 0 0 0,1 0 0 0 0,0 0 0 0 0,-1 0 0 0 0,1 0 1 0 0,-1 0-1 0 0,1 0 0 0 0,-1 0 0 0 0,1 0 0 0 0,-1 0 0 0 0,1 0 0 0 0,-1 0 0 0 0,1 1 0 0 0,0-1 0 0 0,-1 0 0 0 0,1 0 0 0 0,-1 1 0 0 0,1-1 0 0 0,0 0 0 0 0,-1 0 0 0 0,1 1 0 0 0,0-1 1 0 0,-1 0-1 0 0,1 1 0 0 0,0-1 0 0 0,-1 0 0 0 0,1 1 0 0 0,0-1 0 0 0,0 1 0 0 0,-1-1 0 0 0,1 1 0 0 0,0-1 0 0 0,0 0 0 0 0,0 1 0 0 0,0-1 0 0 0,0 1 0 0 0,0-1 0 0 0,0 1 0 0 0,0-1 1 0 0,0 1-1 0 0,0-1 0 0 0,0 1 0 0 0,0-1 0 0 0,0 1 0 0 0,0 1 2 0 0,1-1 1 0 0,0 0-1 0 0,0 0 0 0 0,-1 0 1 0 0,1 0-1 0 0,0 0 0 0 0,0 0 1 0 0,0 0-1 0 0,0 0 0 0 0,0 0 1 0 0,0 0-1 0 0,0-1 0 0 0,0 1 1 0 0,1 0-1 0 0,-1-1 0 0 0,0 1 1 0 0,2 0-1 0 0,17 6 74 0 0,-18-7-56 0 0,2 0 0 0 0,4 0-5 0 0,0-1 0 0 0,0 0 0 0 0,0 0 0 0 0,0-1 0 0 0,0 0 0 0 0,-1 0 0 0 0,8-4 0 0 0,-9 2-10 0 0,0 1 0 0 0,0-2-1 0 0,-1 1 1 0 0,0 0 0 0 0,1-1 0 0 0,-2 0 0 0 0,1 0-1 0 0,-1-1 1 0 0,1 1 0 0 0,-2-1 0 0 0,1 0 0 0 0,0 0-1 0 0,-1 0 1 0 0,-1-1 0 0 0,1 1 0 0 0,-1-1 0 0 0,2-7-1 0 0,-2 6-5 0 0,0 1-1 0 0,-1 0 0 0 0,0 0 0 0 0,0-1 0 0 0,-1 1 0 0 0,0 0 1 0 0,0-1-1 0 0,-1 1 0 0 0,0 0 0 0 0,0 0 0 0 0,-1-1 0 0 0,0 1 1 0 0,0 0-1 0 0,0 0 0 0 0,-1 1 0 0 0,-5-10 0 0 0,7 14-4 0 0,0 0 0 0 0,0 1-1 0 0,-1-1 1 0 0,1 0 0 0 0,0 1 0 0 0,-1-1-1 0 0,0 1 1 0 0,1-1 0 0 0,-1 1 0 0 0,1 0-1 0 0,-1 0 1 0 0,0 0 0 0 0,0 0 0 0 0,0 0-1 0 0,0 0 1 0 0,0 0 0 0 0,0 0 0 0 0,0 1-1 0 0,0-1 1 0 0,0 1 0 0 0,0 0 0 0 0,0 0-1 0 0,0-1 1 0 0,0 1 0 0 0,0 1 0 0 0,0-1-1 0 0,-1 0 1 0 0,1 0 0 0 0,0 1 0 0 0,0-1-1 0 0,0 1 1 0 0,0 0 0 0 0,0-1 0 0 0,0 1-1 0 0,1 0 1 0 0,-1 0 0 0 0,-2 2 0 0 0,-5 2-4 0 0,1 1 0 0 0,-1 1 1 0 0,2-1-1 0 0,-1 1 1 0 0,1 1-1 0 0,-9 10 1 0 0,-9 17 8 0 0,1 0 1 0 0,2 1 0 0 0,2 1 0 0 0,1 1 0 0 0,2 1 0 0 0,1 0 0 0 0,-11 49 0 0 0,23-75 6 0 0,1 0 0 0 0,0 0-1 0 0,1 1 1 0 0,1-1 0 0 0,0 1 0 0 0,1-1 0 0 0,3 26-1 0 0,-2-34-2 0 0,0-1-1 0 0,0 1 1 0 0,0-1 0 0 0,1 1-1 0 0,-1-1 1 0 0,1 1-1 0 0,0-1 1 0 0,1 0-1 0 0,-1 0 1 0 0,1 0-1 0 0,-1 0 1 0 0,1 0-1 0 0,0-1 1 0 0,1 1 0 0 0,-1-1-1 0 0,1 0 1 0 0,-1 0-1 0 0,1 0 1 0 0,0-1-1 0 0,0 1 1 0 0,0-1-1 0 0,1 0 1 0 0,-1 0-1 0 0,0 0 1 0 0,6 1 0 0 0,2 0-10 0 0,1-1 1 0 0,-1-1-1 0 0,0 0 1 0 0,0 0-1 0 0,0-1 1 0 0,1-1-1 0 0,-1 0 1 0 0,0-1-1 0 0,0 0 1 0 0,0 0-1 0 0,0-2 1 0 0,20-8-1 0 0,-12 4-18 0 0,-2-1-1 0 0,1 0 1 0 0,-2-2-1 0 0,1 0 0 0 0,-1-1 1 0 0,26-25-1 0 0,-24 17-28 0 0,-1 0-1 0 0,-1-1 1 0 0,-1 0-1 0 0,25-45 1 0 0,-17 19 20 0 0,27-76 1 0 0,-51 120 32 0 0,6-17 25 0 0,-3 15-63 0 0,-1 8 13 0 0,1 16 6 0 0,-1 27 15 0 0,-2-1 33 0 0,10 69 0 0 0,-7-95-21 0 0,1 0 1 0 0,0-1-1 0 0,2 0 1 0 0,0 0-1 0 0,1 0 1 0 0,13 23-1 0 0,-18-38 1 0 0,-1 0 0 0 0,1 0 0 0 0,0-1 1 0 0,0 1-1 0 0,0-1 0 0 0,0 0 0 0 0,1 1 0 0 0,-1-1 0 0 0,1 0 0 0 0,-1 0 0 0 0,1-1 0 0 0,0 1 0 0 0,-1 0 0 0 0,1-1 0 0 0,0 0 0 0 0,0 0 0 0 0,4 2 1 0 0,-5-3-10 0 0,-1 0 0 0 0,0 0 0 0 0,1 0 0 0 0,-1-1 0 0 0,0 1 0 0 0,1 0 1 0 0,-1 0-1 0 0,0-1 0 0 0,1 1 0 0 0,-1-1 0 0 0,0 1 0 0 0,0-1 0 0 0,1 0 1 0 0,-1 1-1 0 0,0-1 0 0 0,0 0 0 0 0,0 0 0 0 0,0 0 0 0 0,0 0 0 0 0,0 0 1 0 0,0 0-1 0 0,1-2 0 0 0,18-27 18 0 0,-18 26-11 0 0,16-30 24 0 0,23-66-1 0 0,-31 72-11 0 0,1-1 0 0 0,1 2 0 0 0,2 0 0 0 0,22-34 0 0 0,-33 57-15 0 0,3-4-9 0 0,0-1 0 0 0,1 1 0 0 0,0 1 0 0 0,15-14 0 0 0,-20 20 2 0 0,0-1-1 0 0,-1 1 1 0 0,1 0 0 0 0,0 0 0 0 0,0 0-1 0 0,-1 0 1 0 0,1 0 0 0 0,0 1 0 0 0,0-1-1 0 0,0 1 1 0 0,0-1 0 0 0,0 1 0 0 0,0 0-1 0 0,0-1 1 0 0,0 1 0 0 0,0 0 0 0 0,0 0 0 0 0,0 0-1 0 0,0 1 1 0 0,0-1 0 0 0,0 1 0 0 0,0-1-1 0 0,0 1 1 0 0,0-1 0 0 0,0 1 0 0 0,0 0-1 0 0,0 0 1 0 0,-1 0 0 0 0,1 0 0 0 0,0 0-1 0 0,-1 0 1 0 0,4 3 0 0 0,10 12 15 0 0,-1 1 0 0 0,0 0 0 0 0,-1 1 0 0 0,14 26 1 0 0,-12-20 47 0 0,27 35 1 0 0,-41-58-61 0 0,0 0 1 0 0,-1-1 0 0 0,1 1-1 0 0,0 0 1 0 0,-1-1 0 0 0,1 1-1 0 0,0-1 1 0 0,0 1 0 0 0,0-1-1 0 0,-1 0 1 0 0,1 1 0 0 0,0-1-1 0 0,0 0 1 0 0,0 1 0 0 0,0-1-1 0 0,0 0 1 0 0,0 0 0 0 0,0 0-1 0 0,0 0 1 0 0,0 0 0 0 0,-1 0-1 0 0,1 0 1 0 0,0 0 0 0 0,0 0 0 0 0,0-1-1 0 0,0 1 1 0 0,0 0 0 0 0,0 0-1 0 0,0-1 1 0 0,0 1 0 0 0,-1-1-1 0 0,1 1 1 0 0,0-1 0 0 0,0 1-1 0 0,-1-1 1 0 0,1 1 0 0 0,0-1-1 0 0,-1 0 1 0 0,2 0 0 0 0,1-2-1 0 0,0 0 0 0 0,0 0 0 0 0,-1-1 0 0 0,1 1 1 0 0,-1-1-1 0 0,4-5 0 0 0,1-8 1 0 0,-1 1-1 0 0,0-2 1 0 0,-1 1 0 0 0,-1 0 0 0 0,0-1 0 0 0,-2 0-1 0 0,0 0 1 0 0,-1 0 0 0 0,0 0 0 0 0,-4-31-1 0 0,-6 13-5 0 0,8 36 1 0 0,1 0 0 0 0,0-1 1 0 0,0 1-1 0 0,0 0 0 0 0,0-1 1 0 0,-1 1-1 0 0,1 0 0 0 0,0-1 1 0 0,0 1-1 0 0,-1 0 0 0 0,1-1 1 0 0,0 1-1 0 0,0 0 0 0 0,-1 0 1 0 0,1 0-1 0 0,0-1 0 0 0,-1 1 1 0 0,1 0-1 0 0,0 0 0 0 0,-1 0 1 0 0,1 0-1 0 0,0-1 1 0 0,-1 1-1 0 0,1 0 0 0 0,-1 0 1 0 0,1 0-1 0 0,0 0 0 0 0,-1 0 1 0 0,1 0-1 0 0,-1 0 0 0 0,1 0 1 0 0,0 0-1 0 0,-1 0 0 0 0,1 0 1 0 0,0 1-1 0 0,-1-1 0 0 0,1 0 1 0 0,0 0-1 0 0,-1 0 0 0 0,1 0 1 0 0,0 0-1 0 0,-1 1 0 0 0,1-1 1 0 0,0 0-1 0 0,-1 1 0 0 0,-15 9-22 0 0,4 2 19 0 0,1 0 0 0 0,0 0 0 0 0,1 1 0 0 0,0 0 0 0 0,1 1 0 0 0,-11 21 0 0 0,1 3 11 0 0,-17 54 0 0 0,31-78 0 0 0,1 0 1 0 0,0 0-1 0 0,1 0 1 0 0,1 0 0 0 0,0 1-1 0 0,1-1 1 0 0,0 1-1 0 0,2-1 1 0 0,2 20 0 0 0,-3-28 0 0 0,2 1 0 0 0,-1-1 1 0 0,1 0-1 0 0,0 0 0 0 0,0 0 1 0 0,1 0-1 0 0,0 0 1 0 0,0-1-1 0 0,0 1 0 0 0,1-1 1 0 0,-1 0-1 0 0,1 0 0 0 0,1 0 1 0 0,-1 0-1 0 0,1-1 0 0 0,-1 0 1 0 0,1 0-1 0 0,1 0 1 0 0,-1 0-1 0 0,0-1 0 0 0,1 0 1 0 0,0 0-1 0 0,9 3 0 0 0,-1-2-6 0 0,0 0 0 0 0,0-1 0 0 0,0 0 0 0 0,1-2 0 0 0,-1 1-1 0 0,1-2 1 0 0,-1 0 0 0 0,1-1 0 0 0,-1 0 0 0 0,1-1 0 0 0,-1 0 0 0 0,0-2-1 0 0,0 1 1 0 0,0-2 0 0 0,0 0 0 0 0,-1-1 0 0 0,16-8 0 0 0,-12 4-10 0 0,0 0 0 0 0,-1-1 0 0 0,0-1 1 0 0,-1 0-1 0 0,0-1 0 0 0,-1-1 0 0 0,-1-1 1 0 0,0 0-1 0 0,-1 0 0 0 0,0-1 0 0 0,-1-1 1 0 0,10-20-1 0 0,-12 17-4 0 0,-1 0 1 0 0,0 0-1 0 0,9-43 1 0 0,-15 55 7 0 0,0-1 0 0 0,-1 0 1 0 0,-1 1-1 0 0,1-1 0 0 0,-1 0 0 0 0,-1 1 0 0 0,0-1 1 0 0,0 0-1 0 0,0 1 0 0 0,-1-1 0 0 0,-1 1 0 0 0,-5-15 1 0 0,7 21-1 0 0,0 0 1 0 0,-1 0 0 0 0,1 0 0 0 0,-1 0-1 0 0,0 0 1 0 0,1 0 0 0 0,-1 0 0 0 0,-2-1-1 0 0,-7-4-11 0 0,-6 5-8 0 0,12 3 20 0 0,1 0 0 0 0,0 0 0 0 0,1 0 0 0 0,-1 1 0 0 0,0-1 0 0 0,0 1 0 0 0,0 0 0 0 0,1 0 0 0 0,-1 0 0 0 0,1 1 0 0 0,0-1-1 0 0,0 1 1 0 0,0 0 0 0 0,0 0 0 0 0,0 0 0 0 0,0 0 0 0 0,1 0 0 0 0,0 1 0 0 0,-1-1 0 0 0,1 1 0 0 0,1 0 0 0 0,-1-1 0 0 0,0 1 0 0 0,-1 6-1 0 0,1-5 5 0 0,1 1-1 0 0,-1-1 1 0 0,1 1-1 0 0,0-1 1 0 0,0 1-1 0 0,0 0 1 0 0,1 0-1 0 0,0-1 1 0 0,0 1-1 0 0,1 0 0 0 0,0 0 1 0 0,0-1-1 0 0,0 1 1 0 0,0 0-1 0 0,1-1 1 0 0,0 1-1 0 0,3 5 1 0 0,-2-7 0 0 0,0 1 1 0 0,0-1 0 0 0,1 0 0 0 0,-1 0-1 0 0,1 0 1 0 0,0 0 0 0 0,0-1 0 0 0,0 1-1 0 0,1-1 1 0 0,-1 0 0 0 0,1-1 0 0 0,0 1 0 0 0,8 3-1 0 0,-4-3 3 0 0,-1-1-1 0 0,1 0 1 0 0,0 0-1 0 0,0-1 1 0 0,0 0-1 0 0,0-1 1 0 0,15 0-1 0 0,-5-2 1 0 0,0-1-1 0 0,-1-1 0 0 0,0 0 0 0 0,1-1 1 0 0,-1-1-1 0 0,-1-1 0 0 0,23-11 0 0 0,-23 7-6 0 0,0 0 0 0 0,0-1-1 0 0,-1-1 1 0 0,0-1-1 0 0,-1 0 1 0 0,-1-1 0 0 0,0 0-1 0 0,-1-1 1 0 0,11-19-1 0 0,-23 35 2 0 0,-1-1 0 0 0,1 1 0 0 0,-1-1 0 0 0,0 1 0 0 0,1 0 0 0 0,-1-1-1 0 0,0 1 1 0 0,1-1 0 0 0,-1 0 0 0 0,0 1 0 0 0,1-1 0 0 0,-1 1 0 0 0,0-1 0 0 0,0 1-1 0 0,0-1 1 0 0,0 0 0 0 0,0 1 0 0 0,0-1 0 0 0,0 1 0 0 0,0-1 0 0 0,0 0 0 0 0,0 1-1 0 0,0-1 1 0 0,0 1 0 0 0,0-1 0 0 0,0 0 0 0 0,0 1 0 0 0,0-1 0 0 0,-1 0-1 0 0,0 1 2 0 0,1 0-1 0 0,-1 0 1 0 0,1-1-1 0 0,-1 1 0 0 0,1 0 1 0 0,-1 0-1 0 0,1 0 1 0 0,-1 0-1 0 0,1 0 0 0 0,-1 0 1 0 0,0 0-1 0 0,1 0 0 0 0,-1 0 1 0 0,1 1-1 0 0,-1-1 1 0 0,1 0-1 0 0,-1 0 0 0 0,1 0 1 0 0,-1 1-1 0 0,1-1 0 0 0,-1 0 1 0 0,1 0-1 0 0,-1 1 1 0 0,1-1-1 0 0,-1 1 0 0 0,-8 8-7 0 0,0 0-1 0 0,0 1 0 0 0,1 0 0 0 0,1 0 1 0 0,0 1-1 0 0,-12 22 0 0 0,4-6 8 0 0,-2 1 11 0 0,2 0 1 0 0,-13 33 0 0 0,24-50-5 0 0,0-1 0 0 0,1 1-1 0 0,0 0 1 0 0,0 0 0 0 0,1 1 0 0 0,1-1 0 0 0,0 0-1 0 0,1 1 1 0 0,1 17 0 0 0,0-25-3 0 0,0 1-1 0 0,0 0 1 0 0,0-1 0 0 0,1 1-1 0 0,-1-1 1 0 0,1 1 0 0 0,0-1-1 0 0,0 0 1 0 0,1 0 0 0 0,0 0-1 0 0,-1 0 1 0 0,1 0 0 0 0,0 0-1 0 0,1-1 1 0 0,3 4 0 0 0,-1-3 3 0 0,-1 0 1 0 0,1-1 0 0 0,0 1-1 0 0,0-1 1 0 0,0 0 0 0 0,0-1-1 0 0,1 0 1 0 0,-1 0 0 0 0,13 2 0 0 0,-5-2-16 0 0,1-1 0 0 0,-1 0 1 0 0,1-1-1 0 0,0-1 1 0 0,-1 0-1 0 0,1-1 1 0 0,-1-1-1 0 0,0 0 1 0 0,20-7-1 0 0,-13 1-76 0 0,1-1 0 0 0,-1-1 0 0 0,-1-1 0 0 0,0-1 1 0 0,-1 0-1 0 0,0-2 0 0 0,-1 0 0 0 0,-1-1 0 0 0,29-34 0 0 0,-23 21 55 0 0,-2 0 0 0 0,-1-2 0 0 0,-2 0 0 0 0,0-1 0 0 0,22-60 0 0 0,-35 79 151 0 0,-1-1 0 0 0,0 1 1 0 0,-1-1-1 0 0,0 0 0 0 0,-1 0 1 0 0,0 0-1 0 0,-2-1 1 0 0,0-16-1 0 0,0 28-41 0 0,-2 4-71 0 0,0-1 0 0 0,0 1 0 0 0,0-1 0 0 0,1 1 0 0 0,-1-1 0 0 0,0 1 0 0 0,0 0 0 0 0,1 0-1 0 0,-1 0 1 0 0,1 0 0 0 0,-1 0 0 0 0,1 0 0 0 0,-1 1 0 0 0,1-1 0 0 0,0 0 0 0 0,-1 1 0 0 0,1-1 0 0 0,0 1-1 0 0,0 0 1 0 0,0-1 0 0 0,0 1 0 0 0,-1 3 0 0 0,-16 44 142 0 0,16-42-119 0 0,-5 18 32 0 0,1 0-1 0 0,0 1 1 0 0,3 0-1 0 0,-2 43 1 0 0,4-55-38 0 0,2-1 0 0 0,0 1 0 0 0,1-1 0 0 0,0 0 0 0 0,1 0 0 0 0,0 0 0 0 0,1 0 1 0 0,0 0-1 0 0,1-1 0 0 0,13 24 0 0 0,-16-34 35 0 0,-1 1 1 0 0,1-1 0 0 0,-1 1-1 0 0,1-1 1 0 0,0 0 0 0 0,-1 0-1 0 0,1 0 1 0 0,1 0-1 0 0,-1 0 1 0 0,0 0 0 0 0,0 0-1 0 0,1-1 1 0 0,-1 1 0 0 0,0-1-1 0 0,1 0 1 0 0,0 0 0 0 0,-1 0-1 0 0,1 0 1 0 0,4 1 0 0 0,-6-2-38 0 0,1 0 0 0 0,0 0 0 0 0,-1 0 0 0 0,1 0 0 0 0,0 0 0 0 0,-1 0 0 0 0,1-1 1 0 0,0 1-1 0 0,-1-1 0 0 0,1 1 0 0 0,-1-1 0 0 0,1 0 0 0 0,-1 0 0 0 0,1 1 1 0 0,-1-1-1 0 0,1 0 0 0 0,1-2 0 0 0,0 1-1 0 0,0-2 0 0 0,0 1-1 0 0,0 0 1 0 0,-1-1 0 0 0,1 1 0 0 0,2-7 0 0 0,3-5 12 0 0,-2 0 1 0 0,8-26-1 0 0,-12 34 4 0 0,3-9 91 0 0,2-6 200 0 0,16-38 0 0 0,-22 59-292 0 0,1 15-7 0 0,-17 68 348 0 0,-31 101 1 0 0,-40 79 332 0 0,64-199-548 0 0,-4 0 0 0 0,-2-2 1 0 0,-3-1-1 0 0,-3-2 0 0 0,-52 70 1 0 0,59-93-133 0 0,-2-1 1 0 0,-2-1 0 0 0,-1-2 0 0 0,-2-1 0 0 0,0-1-1 0 0,-2-2 1 0 0,-1-2 0 0 0,-77 40 0 0 0,65-43 39 0 0,-93 30-1 0 0,117-45-78 0 0,0-1-1 0 0,0-2 1 0 0,-1 0 0 0 0,0-1-1 0 0,-48-2 1 0 0,64-2-251 0 0,1 0 0 0 0,0 0 0 0 0,0 0 1 0 0,1-1-1 0 0,-1-1 0 0 0,0 0 0 0 0,1 0 1 0 0,-1 0-1 0 0,1-1 0 0 0,0-1 0 0 0,0 1 0 0 0,1-1 1 0 0,-1 0-1 0 0,1-1 0 0 0,-11-10 0 0 0,12 9-819 0 0,0-1-1 0 0,1 1 0 0 0,0-1 0 0 0,0 0 1 0 0,1 0-1 0 0,0-1 0 0 0,0 1 0 0 0,1-1 0 0 0,-4-15 1 0 0,0-9-6004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13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1232 0 0,'0'0'11832'0'0,"-3"7"-12895"0"0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13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5 312 0 0,'0'0'11290'0'0,"6"-5"-10582"0"0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1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1 848 0 0,'0'0'8446'0'0,"2"19"-3236"0"0,-2-18-5374 0 0,-2 8-605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14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4 684 0 0,'0'0'5289'0'0,"-12"-3"-3669"0"0,0 4-2504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3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22 1296 0 0,'21'-22'14768'0'0,"-20"42"-14139"0"0,-8 36-63 0 0,-2 0 0 0 0,-22 69-1 0 0,13-52-285 0 0,-62 276 408 0 0,-41 418 0 0 0,118-733-829 0 0,-6 46-3171 0 0,-2-61-4526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3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1 260 1428 0 0,'5'-16'1062'0'0,"0"0"0"0"0,2 0 0 0 0,0 1 0 0 0,0 0 0 0 0,2 0 0 0 0,10-13 0 0 0,-10 16-606 0 0,1-1 1 0 0,1 2-1 0 0,0 0 1 0 0,0 0 0 0 0,1 1-1 0 0,19-13 1 0 0,-21 17-367 0 0,1 0 0 0 0,0 0 0 0 0,0 1 0 0 0,0 0 0 0 0,1 1 0 0 0,-1 0 0 0 0,1 1 0 0 0,0 0 0 0 0,0 1 0 0 0,1 0 0 0 0,-1 1 0 0 0,0 1 0 0 0,0 0-1 0 0,1 0 1 0 0,-1 1 0 0 0,0 1 0 0 0,0 0 0 0 0,0 1 0 0 0,19 6 0 0 0,-18-4-61 0 0,-1 0-1 0 0,0 1 1 0 0,0 1-1 0 0,0 0 1 0 0,-1 1 0 0 0,0 0-1 0 0,-1 0 1 0 0,1 1-1 0 0,-2 0 1 0 0,10 13-1 0 0,-13-16 5 0 0,-1 0 1 0 0,-1 1-1 0 0,0 0 0 0 0,1 0 0 0 0,-2 0 0 0 0,1 0 1 0 0,-1 0-1 0 0,-1 1 0 0 0,1 0 0 0 0,-1 0 0 0 0,0-1 1 0 0,-1 1-1 0 0,0 0 0 0 0,0 0 0 0 0,-1 0 0 0 0,0 1 1 0 0,0-1-1 0 0,-2 9 0 0 0,-1-4 32 0 0,0-1 0 0 0,-1 0 0 0 0,0 1 0 0 0,-1-2 0 0 0,-1 1 0 0 0,0-1 0 0 0,0 0 0 0 0,-1 0 0 0 0,-12 14 0 0 0,14-18-66 0 0,0-1-1 0 0,-1 0 1 0 0,0 0 0 0 0,-1-1 0 0 0,1 0 0 0 0,-1 0 0 0 0,0 0 0 0 0,0-1-1 0 0,-1 0 1 0 0,1 0 0 0 0,-1-1 0 0 0,0 0 0 0 0,0 0 0 0 0,0-1 0 0 0,-9 2-1 0 0,9-4-357 0 0,0 0 0 0 0,1-1 0 0 0,-1 1-1 0 0,1-1 1 0 0,-1-1 0 0 0,1 0 0 0 0,-10-3-1 0 0,13 4-551 0 0,-1-1 0 0 0,0 0 0 0 0,1 0 0 0 0,-1 0 0 0 0,1-1-1 0 0,-6-4 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4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42 108 1428 0 0,'3'-5'1986'0'0,"0"-1"0"0"0,0 0 1 0 0,0 0-1 0 0,-1 0 0 0 0,0 0 0 0 0,2-12 0 0 0,-3 16-1364 0 0,-1-6 1158 0 0,-11 33-1717 0 0,0 1 1 0 0,2 0-1 0 0,1 1 1 0 0,1 0-1 0 0,1 0 1 0 0,-4 52-1 0 0,10-72-55 0 0,0 1 0 0 0,0 0 1 0 0,1 0-1 0 0,0-1 0 0 0,0 1 0 0 0,1 0 1 0 0,-1-1-1 0 0,2 1 0 0 0,-1-1 0 0 0,1 0 1 0 0,1 0-1 0 0,-1 0 0 0 0,7 9 0 0 0,-7-12 2 0 0,0 0-1 0 0,1 0 1 0 0,-1 0 0 0 0,1-1-1 0 0,0 1 1 0 0,0-1 0 0 0,1 0-1 0 0,-1 0 1 0 0,1 0-1 0 0,-1-1 1 0 0,1 0 0 0 0,0 0-1 0 0,0 0 1 0 0,0 0 0 0 0,0-1-1 0 0,0 1 1 0 0,0-1-1 0 0,1-1 1 0 0,-1 1 0 0 0,7-1-1 0 0,-4 0-1 0 0,-1 0 0 0 0,0-1 0 0 0,0 0 0 0 0,0 0 0 0 0,0-1 0 0 0,0 0-1 0 0,0 0 1 0 0,0-1 0 0 0,-1 0 0 0 0,1 0 0 0 0,-1 0 0 0 0,0-1 0 0 0,7-5-1 0 0,-6 3-4 0 0,0 0 0 0 0,0-1 0 0 0,0 0-1 0 0,-1 0 1 0 0,-1 0 0 0 0,1-1-1 0 0,-1 0 1 0 0,0 0 0 0 0,5-12 0 0 0,-5 8-3 0 0,-1 0 0 0 0,0 0 0 0 0,-1 0 0 0 0,0-1 0 0 0,0 1 0 0 0,-2-1 0 0 0,1 1 0 0 0,-2-1 0 0 0,0 0 0 0 0,0 0 1 0 0,-1 1-1 0 0,-1-1 0 0 0,0 0 0 0 0,0 1 0 0 0,-7-16 0 0 0,7 21-16 0 0,-1-1 1 0 0,0 1-1 0 0,-1 0 0 0 0,1 0 1 0 0,-2 1-1 0 0,1-1 0 0 0,-1 1 1 0 0,1 0-1 0 0,-2 0 0 0 0,1 0 1 0 0,-1 1-1 0 0,0 0 0 0 0,0 0 1 0 0,0 1-1 0 0,-1-1 0 0 0,1 1 1 0 0,-11-4-1 0 0,14 7-198 0 0,0 0-1 0 0,1 1 1 0 0,-1 0 0 0 0,0 0-1 0 0,1-1 1 0 0,-1 2 0 0 0,0-1-1 0 0,1 0 1 0 0,-1 0-1 0 0,0 1 1 0 0,1 0 0 0 0,-1-1-1 0 0,0 1 1 0 0,1 0 0 0 0,-1 0-1 0 0,1 0 1 0 0,0 1 0 0 0,-1-1-1 0 0,1 1 1 0 0,0-1 0 0 0,0 1-1 0 0,0 0 1 0 0,0-1 0 0 0,0 1-1 0 0,0 0 1 0 0,0 1-1 0 0,-1 1 1 0 0,2-1-321 0 0,-1 0-57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4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50 652 0 0,'12'-20'9377'0'0,"-2"4"-3977"0"0,-3 7-3595 0 0,-3 4-287 0 0,-3 14-1326 0 0,-3 8-43 0 0,-2 0 0 0 0,0 0 0 0 0,-9 24 0 0 0,1-1-35 0 0,-4 11 5 0 0,8-28-87 0 0,1 1 0 0 0,1 0 0 0 0,1 0 0 0 0,1 0 0 0 0,1 0 0 0 0,0 26 0 0 0,3-47-150 0 0,0 1 1 0 0,1-1 0 0 0,-1 0 0 0 0,1 0 0 0 0,-1 1-1 0 0,1-1 1 0 0,0 0 0 0 0,1 0 0 0 0,-1 0 0 0 0,0 0 0 0 0,1 0-1 0 0,0 0 1 0 0,0 0 0 0 0,-1-1 0 0 0,4 4 0 0 0,-3-5-303 0 0,-1 1 0 0 0,1-1 0 0 0,0 0 0 0 0,0 0 0 0 0,0 0 0 0 0,0 0 0 0 0,-1 0 0 0 0,1-1 0 0 0,1 1 0 0 0,-1 0 0 0 0,0-1 0 0 0,0 0 0 0 0,0 1 0 0 0,0-1 0 0 0,0 0 0 0 0,0 0 0 0 0,0 0 0 0 0,0 0 1 0 0,1-1-1 0 0,-1 1 0 0 0,0-1 0 0 0,0 1 0 0 0,4-2 0 0 0,8-5-5219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4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57 316 0 0,'-7'-14'2228'0'0,"-1"4"-600"0"0,-1 2-412 0 0,2-1-223 0 0,-1 4-273 0 0,-1 0 380 0 0,-8 0-396 0 0,0 10-584 0 0,3 7-1392 0 0,7-4-1161 0 0,2 3-483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5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 2548 0 0,'6'8'6222'0'0,"4"11"-4733"0"0,5 10 455 0 0,-1 0 0 0 0,16 53 0 0 0,-27-72-1801 0 0,-1 0 0 0 0,0-1 1 0 0,-1 1-1 0 0,0 0 0 0 0,0 0 0 0 0,-1 0 0 0 0,0 0 0 0 0,-1 0 1 0 0,0 0-1 0 0,-1-1 0 0 0,0 1 0 0 0,0 0 0 0 0,-6 12 1 0 0,4-12-58 0 0,-1 1 1 0 0,0-1 0 0 0,-1-1 0 0 0,0 1 0 0 0,-1-1-1 0 0,-12 14 1 0 0,19-23-83 0 0,-1 1 0 0 0,1-1-1 0 0,-1 1 1 0 0,1-1 0 0 0,0 1 0 0 0,-1-1-1 0 0,1 0 1 0 0,-1 1 0 0 0,1-1 0 0 0,-1 0-1 0 0,0 1 1 0 0,1-1 0 0 0,-1 0 0 0 0,1 0 0 0 0,-1 1-1 0 0,1-1 1 0 0,-1 0 0 0 0,0 0 0 0 0,1 0-1 0 0,-1 0 1 0 0,1 0 0 0 0,-1 0 0 0 0,0 0-1 0 0,1 0 1 0 0,-1 0 0 0 0,0 0 0 0 0,1 0-1 0 0,-1 0 1 0 0,1 0 0 0 0,-1-1 0 0 0,0 1-1 0 0,1 0 1 0 0,-1 0 0 0 0,1-1 0 0 0,-1 1 0 0 0,1 0-1 0 0,-1-1 1 0 0,1 1 0 0 0,-1-1 0 0 0,1 1-1 0 0,-1 0 1 0 0,1-1 0 0 0,0 1 0 0 0,-1-1-1 0 0,1 1 1 0 0,0-1 0 0 0,-1 1 0 0 0,1-1-1 0 0,0 0 1 0 0,-1 1 0 0 0,1-1 0 0 0,0 1 0 0 0,0-1-1 0 0,0 0 1 0 0,0 1 0 0 0,0-1 0 0 0,0 1-1 0 0,0-1 1 0 0,0 0 0 0 0,0 1 0 0 0,0-2-1 0 0,2-10-1 0 0,1-1-1 0 0,1 0 0 0 0,0 1 0 0 0,1 0 0 0 0,0 0 0 0 0,1 0 0 0 0,10-15 0 0 0,-6 9-8 0 0,6-12 1 0 0,2 2 0 0 0,1 0 0 0 0,1 1-1 0 0,27-29 1 0 0,-35 44-3 0 0,1 0 0 0 0,0 0 0 0 0,0 1-1 0 0,1 1 1 0 0,1 1 0 0 0,-1 0 0 0 0,2 0-1 0 0,-1 1 1 0 0,33-10 0 0 0,-44 16 4 0 0,1 1-1 0 0,0 0 1 0 0,0 0-1 0 0,0 1 1 0 0,0 0-1 0 0,0 0 1 0 0,0 0-1 0 0,0 0 1 0 0,0 1-1 0 0,0-1 1 0 0,0 1-1 0 0,0 1 1 0 0,0-1-1 0 0,0 1 1 0 0,0 0-1 0 0,7 4 1 0 0,-8-4 13 0 0,-1 0 1 0 0,0 1-1 0 0,0-1 0 0 0,0 1 1 0 0,-1 0-1 0 0,1-1 0 0 0,0 1 1 0 0,-1 1-1 0 0,0-1 1 0 0,0 0-1 0 0,0 0 0 0 0,0 1 1 0 0,-1-1-1 0 0,1 1 0 0 0,-1-1 1 0 0,0 1-1 0 0,0 0 1 0 0,0 0-1 0 0,0 0 0 0 0,-1-1 1 0 0,1 1-1 0 0,-1 5 0 0 0,-2 7 63 0 0,0 0-1 0 0,0 0 0 0 0,-2-1 0 0 0,0 1 0 0 0,-1-1 0 0 0,0 1 0 0 0,-14 24 1 0 0,10-19-617 0 0,0 0 1 0 0,-10 39 0 0 0,19-42-974 0 0,0-18 1243 0 0,0 1 1 0 0,1 0-1 0 0,-1-1 1 0 0,0 1-1 0 0,0 0 1 0 0,1-1 0 0 0,30 11-11714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5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327 152 1264 0 0,'-1'-37'6928'0'0,"-10"-63"-1"0"0,11 99-6895 0 0,0 1-1 0 0,0-1 0 0 0,0 1 0 0 0,0-1 0 0 0,0 1 0 0 0,0-1 0 0 0,0 1 0 0 0,0-1 0 0 0,0 1 1 0 0,0-1-1 0 0,0 1 0 0 0,-1-1 0 0 0,1 1 0 0 0,0-1 0 0 0,0 1 0 0 0,0 0 0 0 0,-1-1 1 0 0,1 1-1 0 0,0-1 0 0 0,-1 1 0 0 0,1 0 0 0 0,0-1 0 0 0,-1 1 0 0 0,1-1 0 0 0,0 1 0 0 0,-1 0 1 0 0,1 0-1 0 0,-1-1 0 0 0,1 1 0 0 0,-1 0 0 0 0,1 0 0 0 0,0-1 0 0 0,-1 1 0 0 0,1 0 1 0 0,-1 0-1 0 0,1 0 0 0 0,-1 0 0 0 0,1 0 0 0 0,-1 0 0 0 0,1 0 0 0 0,-1 0 0 0 0,1 0 1 0 0,-1 0-1 0 0,1 0 0 0 0,-1 0 0 0 0,1 0 0 0 0,-1 0 0 0 0,1 0 0 0 0,-1 1 0 0 0,1-1 0 0 0,-1 0 1 0 0,1 0-1 0 0,-1 1 0 0 0,1-1 0 0 0,0 0 0 0 0,-1 0 0 0 0,1 1 0 0 0,-1-1 0 0 0,1 0 1 0 0,0 1-1 0 0,-1-1 0 0 0,1 1 0 0 0,0-1 0 0 0,0 0 0 0 0,-1 1 0 0 0,-21 28 312 0 0,4 12 335 0 0,1 0 0 0 0,-21 86 1 0 0,24-75-347 0 0,-54 162 675 0 0,-32 123-374 0 0,95-312-618 0 0,0-1-1 0 0,2 1 1 0 0,1-1-1 0 0,2 48 1 0 0,0-70-108 0 0,0 1 0 0 0,0 0 0 0 0,1 0 1 0 0,-1 0-1 0 0,1 0 0 0 0,0-1 0 0 0,0 1 0 0 0,0 0 0 0 0,0-1 0 0 0,1 1 1 0 0,-1-1-1 0 0,1 1 0 0 0,-1-1 0 0 0,1 0 0 0 0,0 0 0 0 0,0 1 0 0 0,0-1 1 0 0,2 2-1 0 0,-2-4-164 0 0,0 1 1 0 0,0 0 0 0 0,-1 0-1 0 0,1-1 1 0 0,0 1-1 0 0,0-1 1 0 0,0 0 0 0 0,0 0-1 0 0,0 1 1 0 0,0-1 0 0 0,-1 0-1 0 0,1-1 1 0 0,0 1-1 0 0,0 0 1 0 0,0 0 0 0 0,0-1-1 0 0,0 1 1 0 0,0-1 0 0 0,-1 0-1 0 0,1 0 1 0 0,0 1-1 0 0,-1-1 1 0 0,1 0 0 0 0,0 0-1 0 0,-1 0 1 0 0,1-1 0 0 0,1-1-1 0 0,14-11-3898 0 0,3-6-1939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98 2192 0 0,'-61'-11'6069'0'0,"-11"-1"1717"0"0,60 9-6527 0 0,14-1-465 0 0,14-1-410 0 0,18-3-44 0 0,39-4 0 0 0,-22 4-270 0 0,171-16-3977 0 0,-147 18-1986 0 0,-25 1-1137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6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61 3008 0 0,'-5'-9'1418'0'0,"-32"-37"6452"0"0,36 45-7820 0 0,0 0 0 0 0,0 1 0 0 0,0-1 0 0 0,0 1 0 0 0,0-1 0 0 0,1 1 0 0 0,-1 0 0 0 0,0-1 0 0 0,0 1 0 0 0,0 0 0 0 0,0 0 0 0 0,0 0 0 0 0,0-1 0 0 0,0 1 0 0 0,0 0 0 0 0,0 0 0 0 0,0 0 0 0 0,0 1 0 0 0,0-1 0 0 0,0 0 0 0 0,0 0 0 0 0,0 0 0 0 0,0 1 1 0 0,0-1-1 0 0,0 0 0 0 0,0 1 0 0 0,0-1 0 0 0,0 1 0 0 0,0-1 0 0 0,1 1 0 0 0,-1 0 0 0 0,0-1 0 0 0,0 1 0 0 0,1 0 0 0 0,-1 0 0 0 0,0-1 0 0 0,0 3 0 0 0,-25 31 142 0 0,24-31-100 0 0,-24 41 153 0 0,-41 92 1 0 0,56-107-184 0 0,1 0 1 0 0,1 0-1 0 0,2 1 1 0 0,-6 49-1 0 0,12-76-20 0 0,1 1-1 0 0,0-1 0 0 0,0 1 1 0 0,0 0-1 0 0,0-1 1 0 0,0 1-1 0 0,1 0 1 0 0,0-1-1 0 0,-1 1 1 0 0,1-1-1 0 0,1 1 1 0 0,-1-1-1 0 0,0 1 1 0 0,1-1-1 0 0,0 0 1 0 0,0 0-1 0 0,0 0 0 0 0,0 0 1 0 0,0 0-1 0 0,0 0 1 0 0,1-1-1 0 0,3 4 1 0 0,-2-3 33 0 0,0-1 0 0 0,1 0 0 0 0,-1 0 1 0 0,0 0-1 0 0,1-1 0 0 0,-1 1 0 0 0,1-1 0 0 0,-1 0 1 0 0,1 0-1 0 0,-1-1 0 0 0,1 1 0 0 0,0-1 0 0 0,0 0 1 0 0,-1-1-1 0 0,1 1 0 0 0,8-2 0 0 0,-1-2-20 0 0,0 1 0 0 0,0-1 0 0 0,-1-1 0 0 0,0 0 0 0 0,0-1-1 0 0,0 0 1 0 0,0 0 0 0 0,-1-1 0 0 0,-1-1 0 0 0,1 0 0 0 0,-1 0 0 0 0,0 0-1 0 0,-1-1 1 0 0,0-1 0 0 0,11-16 0 0 0,-9 12-38 0 0,-1-1 0 0 0,-1 0 1 0 0,0 0-1 0 0,-1-1 0 0 0,-1 0 0 0 0,-1 0 1 0 0,0-1-1 0 0,-1 0 0 0 0,0 0 0 0 0,1-28 1 0 0,-5 37-19 0 0,0-1 1 0 0,0 1 0 0 0,-1 0 0 0 0,-1 0 0 0 0,1-1-1 0 0,-1 1 1 0 0,0 0 0 0 0,-1 1 0 0 0,0-1 0 0 0,0 0-1 0 0,-1 1 1 0 0,-5-9 0 0 0,6 12-4 0 0,1 1 0 0 0,-1 0 0 0 0,0-1 0 0 0,1 1 0 0 0,-1 0 0 0 0,-1 1 0 0 0,1-1 0 0 0,0 0 0 0 0,-1 1 0 0 0,1 0 0 0 0,-1 0 0 0 0,0 0 0 0 0,0 0 0 0 0,0 1 0 0 0,0-1 0 0 0,0 1 0 0 0,0 0 0 0 0,0 0 0 0 0,0 0 1 0 0,0 1-1 0 0,-1 0 0 0 0,1 0 0 0 0,0 0 0 0 0,0 0 0 0 0,-6 1 0 0 0,-1 2-3 0 0,1-1 1 0 0,0 2-1 0 0,0 0 1 0 0,0 0-1 0 0,0 0 1 0 0,1 1 0 0 0,0 1-1 0 0,0 0 1 0 0,0 0-1 0 0,-13 12 1 0 0,5-2 1 0 0,0 2 0 0 0,1 0-1 0 0,-22 33 1 0 0,34-45 7 0 0,0 0 1 0 0,1 1-1 0 0,0 0 0 0 0,0 0 0 0 0,0 0 0 0 0,1 0 0 0 0,0 0 0 0 0,0 1 1 0 0,1-1-1 0 0,-1 15 0 0 0,2-20-1 0 0,0 0-1 0 0,0 1 1 0 0,0-1-1 0 0,1 0 1 0 0,-1 1-1 0 0,0-1 1 0 0,1 0 0 0 0,0 0-1 0 0,-1 1 1 0 0,1-1-1 0 0,0 0 1 0 0,0 0 0 0 0,0 0-1 0 0,0 0 1 0 0,1 0-1 0 0,-1 0 1 0 0,0 0 0 0 0,1-1-1 0 0,0 1 1 0 0,-1 0-1 0 0,1-1 1 0 0,0 1 0 0 0,0-1-1 0 0,0 0 1 0 0,0 1-1 0 0,0-1 1 0 0,0 0-1 0 0,0 0 1 0 0,0 0 0 0 0,0-1-1 0 0,0 1 1 0 0,1 0-1 0 0,-1-1 1 0 0,0 0 0 0 0,1 1-1 0 0,-1-1 1 0 0,0 0-1 0 0,5-1 1 0 0,9 1 1 0 0,0-2 0 0 0,-1 0 0 0 0,1-1 0 0 0,0-1 0 0 0,-1 0 0 0 0,26-11 0 0 0,90-50-21 0 0,-82 39 18 0 0,-30 16 4 0 0,-1 0-14 0 0,0 1 1 0 0,0 1-1 0 0,1 0 1 0 0,28-7-1 0 0,-42 14 10 0 0,0 0 0 0 0,0 0 0 0 0,0 1 0 0 0,0 0 0 0 0,0 0 0 0 0,0 0 0 0 0,0 0 0 0 0,0 1 0 0 0,0 0 0 0 0,0 0 0 0 0,0 0 0 0 0,0 0 0 0 0,0 1 0 0 0,0 0 0 0 0,-1 0 0 0 0,1 0 0 0 0,-1 1 0 0 0,1 0 0 0 0,-1 0 0 0 0,0 0 0 0 0,0 0 0 0 0,6 7 0 0 0,-4-3 9 0 0,0 1-1 0 0,0 0 1 0 0,-1 0 0 0 0,0 0-1 0 0,-1 1 1 0 0,1-1-1 0 0,-2 1 1 0 0,1 0-1 0 0,-1 0 1 0 0,-1 1 0 0 0,0-1-1 0 0,2 12 1 0 0,-3-7 71 0 0,0-1 0 0 0,-1 0 0 0 0,0 1 0 0 0,-1-1 1 0 0,-1 1-1 0 0,0-1 0 0 0,0 0 0 0 0,-6 16 0 0 0,6-23 15 0 0,0-1 85 0 0,1 0 0 0 0,-1 0-1 0 0,0 0 1 0 0,0-1 0 0 0,-1 1-1 0 0,-3 5 1 0 0,5-9 0 0 0,0-1-167 0 0,1 0 0 0 0,-1 0 0 0 0,1-1 0 0 0,-1 1 0 0 0,1 0 0 0 0,-1 0 0 0 0,1-1 0 0 0,0 1 0 0 0,-1 0 0 0 0,1-1 0 0 0,-1 1 0 0 0,1 0 0 0 0,0-1 0 0 0,-1 1 0 0 0,1 0 0 0 0,0-1 0 0 0,-1 1 0 0 0,1-1 0 0 0,0 1 0 0 0,-1-1 0 0 0,1 0 0 0 0,0-12-4 0 0,0-1 1 0 0,1 1-1 0 0,0 0 1 0 0,1-1 0 0 0,1 1-1 0 0,0 0 1 0 0,1 0-1 0 0,7-18 1 0 0,0 6 3 0 0,1-1 1 0 0,2 2-1 0 0,17-27 0 0 0,-21 37-18 0 0,1 1 0 0 0,0 0-1 0 0,1 0 1 0 0,0 1-1 0 0,14-10 1 0 0,-21 18 4 0 0,0 0 0 0 0,0 0-1 0 0,0 1 1 0 0,0 0 0 0 0,1 0-1 0 0,0 0 1 0 0,-1 1 0 0 0,1 0 0 0 0,0 0-1 0 0,0 0 1 0 0,0 1 0 0 0,0 0-1 0 0,1 0 1 0 0,-1 0 0 0 0,0 1 0 0 0,0 0-1 0 0,7 1 1 0 0,-9 0 1 0 0,-1 0 0 0 0,1 0 0 0 0,-1 0 0 0 0,1 0 0 0 0,-1 1 0 0 0,1-1 0 0 0,-1 1 0 0 0,0 0 0 0 0,0 0 0 0 0,0 1 0 0 0,0-1 0 0 0,0 0 0 0 0,0 1 0 0 0,-1 0 0 0 0,4 3 0 0 0,-2 0 2 0 0,-1-1 1 0 0,0 1-1 0 0,0 0 1 0 0,0 0-1 0 0,0 0 1 0 0,-1 0-1 0 0,0 1 1 0 0,1 6-1 0 0,-1 3 31 0 0,0-1 1 0 0,-1 1-1 0 0,0 0 0 0 0,-1 0 0 0 0,-1 0 0 0 0,-4 23 1 0 0,-14 65 163 0 0,19-104-193 0 0,0 1-1 0 0,0-1 1 0 0,0 1 0 0 0,0-1-1 0 0,0 1 1 0 0,0-1-1 0 0,0 1 1 0 0,0-1-1 0 0,0 1 1 0 0,0-1 0 0 0,0 1-1 0 0,0-1 1 0 0,1 1-1 0 0,-1-1 1 0 0,0 1 0 0 0,0-1-1 0 0,1 1 1 0 0,-1-1-1 0 0,0 1 1 0 0,0-1-1 0 0,1 0 1 0 0,-1 1 0 0 0,0-1-1 0 0,1 0 1 0 0,-1 1-1 0 0,1-1 1 0 0,-1 0-1 0 0,1 1 1 0 0,-1-1 0 0 0,0 0-1 0 0,1 0 1 0 0,-1 1-1 0 0,1-1 1 0 0,-1 0 0 0 0,1 0-1 0 0,-1 0 1 0 0,1 0-1 0 0,-1 0 1 0 0,1 0-1 0 0,-1 0 1 0 0,1 0 0 0 0,-1 0-1 0 0,1 0 1 0 0,0 0-1 0 0,24-3 29 0 0,19-11-477 0 0,-1-1 0 0 0,44-23 0 0 0,81-50-4175 0 0,-108 55 1755 0 0,-12 7-1312 0 0,0 1-1981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26 681 1700 0 0,'-7'62'8297'0'0,"5"-50"-7287"0"0,0 0 0 0 0,-1 0-1 0 0,-5 11 1 0 0,8-22-961 0 0,-1-1 1 0 0,1 1-1 0 0,-1 0 1 0 0,1 0-1 0 0,0 0 1 0 0,-1 0-1 0 0,1-1 1 0 0,0 1-1 0 0,0 0 0 0 0,0 0 1 0 0,-1 0-1 0 0,1 0 1 0 0,0 0-1 0 0,0 0 1 0 0,0-1-1 0 0,0 1 1 0 0,0 0-1 0 0,1 0 0 0 0,-1 0 1 0 0,0 0-1 0 0,0 0 1 0 0,1 0-1 0 0,-1-1 1 0 0,0 1-1 0 0,1 0 1 0 0,-1 0-1 0 0,1 0 0 0 0,-1-1 1 0 0,1 1-1 0 0,-1 0 1 0 0,1-1-1 0 0,-1 1 1 0 0,1 0-1 0 0,0-1 1 0 0,-1 1-1 0 0,1-1 0 0 0,0 1 1 0 0,0-1-1 0 0,-1 1 1 0 0,1-1-1 0 0,0 1 1 0 0,0-1-1 0 0,0 0 1 0 0,0 0-1 0 0,0 1 0 0 0,-1-1 1 0 0,1 0-1 0 0,0 0 1 0 0,0 0-1 0 0,0 0 1 0 0,0 0-1 0 0,1 0 1 0 0,4 0 85 0 0,0 0 0 0 0,0-1 0 0 0,0 0 0 0 0,0 0 0 0 0,-1 0 0 0 0,9-3 0 0 0,3-3-72 0 0,-1-1-1 0 0,1 0 1 0 0,-1-1 0 0 0,-1-1-1 0 0,0-1 1 0 0,0 0 0 0 0,-1-1-1 0 0,0 0 1 0 0,-1-1-1 0 0,-1-1 1 0 0,16-21 0 0 0,-4 0-41 0 0,-1-2 0 0 0,-1 0 1 0 0,29-72-1 0 0,36-168 8 0 0,-61 182-157 0 0,-26 95 124 0 0,0 0 1 0 0,1 0 0 0 0,-1 0-1 0 0,0 0 1 0 0,0 0 0 0 0,0-1-1 0 0,0 1 1 0 0,0 0 0 0 0,0 0-1 0 0,0 0 1 0 0,1-1-1 0 0,-1 1 1 0 0,0 0 0 0 0,0 0-1 0 0,0 0 1 0 0,0 0 0 0 0,0-1-1 0 0,0 1 1 0 0,0 0 0 0 0,0 0-1 0 0,0 0 1 0 0,0-1 0 0 0,0 1-1 0 0,0 0 1 0 0,0 0 0 0 0,0 0-1 0 0,0-1 1 0 0,0 1 0 0 0,0 0-1 0 0,0 0 1 0 0,0 0-1 0 0,0-1 1 0 0,-1 1 0 0 0,1 0-1 0 0,0 0 1 0 0,0 0 0 0 0,0 0-1 0 0,0-1 1 0 0,0 1 0 0 0,0 0-1 0 0,-1 0 1 0 0,1 0 0 0 0,0 0-1 0 0,0 0 1 0 0,0 0 0 0 0,0-1-1 0 0,-1 1 1 0 0,1 0 0 0 0,0 0-1 0 0,-11 8-30 0 0,-10 17 7 0 0,-5 16 18 0 0,2 2 0 0 0,2 0-1 0 0,1 2 1 0 0,3 0 0 0 0,1 1 0 0 0,-17 82 0 0 0,30-111 31 0 0,1 1 1 0 0,0 0-1 0 0,2 0 1 0 0,0 0-1 0 0,1 0 1 0 0,3 25-1 0 0,-3-37-66 0 0,2 0 1 0 0,-1 0-1 0 0,1 0 1 0 0,-1-1-1 0 0,2 1 0 0 0,-1-1 1 0 0,1 1-1 0 0,-1-1 0 0 0,1 0 1 0 0,1 0-1 0 0,-1 0 1 0 0,1 0-1 0 0,0-1 0 0 0,0 0 1 0 0,0 1-1 0 0,0-1 0 0 0,1-1 1 0 0,0 1-1 0 0,0-1 0 0 0,0 0 1 0 0,0 0-1 0 0,0 0 1 0 0,7 2-1 0 0,-4-2-237 0 0,1 0-1 0 0,-1-1 1 0 0,0 0 0 0 0,1-1-1 0 0,-1 0 1 0 0,1 0 0 0 0,0-1 0 0 0,-1 0-1 0 0,1 0 1 0 0,15-3 0 0 0,-11 0-38 0 0,-1-1 0 0 0,0 0 0 0 0,0 0 0 0 0,-1-1 0 0 0,1 0 0 0 0,18-13 0 0 0,-9 3 2 0 0,0-1 1 0 0,-2-1 0 0 0,0 0-1 0 0,-1-2 1 0 0,-1 0 0 0 0,26-37-1 0 0,-7-1 157 0 0,-2-1 0 0 0,25-62 0 0 0,43-129 2681 0 0,-83 199-1471 0 0,-6 15-452 0 0,-13 31-243 0 0,-7 23-40 0 0,-99 264 2489 0 0,-48 145-1179 0 0,134-373-1153 0 0,20-54-144 0 0,2-2-269 0 0,2-2-52 0 0,0 0 1 0 0,0-1-1 0 0,-1 1 0 0 0,0-1 1 0 0,1 0-1 0 0,-1 0 1 0 0,-1-1-1 0 0,1 1 1 0 0,-1 0-1 0 0,1-1 0 0 0,1-5 1 0 0,3-4 6 0 0,4-6-7 0 0,74-126 28 0 0,-70 123-37 0 0,2 1-1 0 0,0 0 1 0 0,1 1 0 0 0,22-19 0 0 0,-36 36-4 0 0,0 1 0 0 0,1-1 0 0 0,-1 1 0 0 0,1 0 0 0 0,-1 0 0 0 0,1 1 0 0 0,0-1 0 0 0,0 1 0 0 0,0 0 0 0 0,1 1 0 0 0,-1-1 0 0 0,0 1 0 0 0,7-1 0 0 0,-10 2 3 0 0,1 0 0 0 0,0 0 0 0 0,0 1 0 0 0,0-1 0 0 0,0 1 0 0 0,0 0 0 0 0,0-1 0 0 0,-1 1 0 0 0,1 1 1 0 0,0-1-1 0 0,-1 0 0 0 0,1 1 0 0 0,-1-1 0 0 0,1 1 0 0 0,-1 0 0 0 0,0-1 0 0 0,1 1 0 0 0,-1 0 0 0 0,0 1 0 0 0,0-1 0 0 0,-1 0 0 0 0,1 0 1 0 0,0 1-1 0 0,-1-1 0 0 0,2 4 0 0 0,2 5 4 0 0,0 0 0 0 0,-1 0-1 0 0,0 1 1 0 0,-1-1 0 0 0,0 1 0 0 0,-1 0 0 0 0,0 0 0 0 0,0 15 0 0 0,-6 99 43 0 0,2-107-43 0 0,1 5 25 0 0,-3 50 14 0 0,4-65-24 0 0,1-1 0 0 0,0 0 0 0 0,0 0 0 0 0,0 1 0 0 0,1-1 0 0 0,5 12 0 0 0,-6-18-9 0 0,0 0 0 0 0,-1 0 0 0 0,2 0 0 0 0,-1-1 0 0 0,0 1 0 0 0,0 0 0 0 0,0-1 0 0 0,1 1 0 0 0,-1-1 0 0 0,1 1 0 0 0,-1-1 0 0 0,1 0 0 0 0,0 0 0 0 0,-1 1 0 0 0,1-1 0 0 0,0-1-1 0 0,0 1 1 0 0,2 1 0 0 0,-1-1 0 0 0,1 0 0 0 0,-1-1 0 0 0,1 1 0 0 0,0-1 0 0 0,-1 0 0 0 0,1 0 0 0 0,0 0-1 0 0,-1 0 1 0 0,6-2 0 0 0,4-1 2 0 0,0-1 1 0 0,0 0-1 0 0,-1-1 0 0 0,19-10 0 0 0,-8 1-5 0 0,0-1-1 0 0,-1 0 1 0 0,0-2-1 0 0,-1 0 0 0 0,24-28 1 0 0,-3-1 1 0 0,42-63 0 0 0,-65 83 126 0 0,-2 1 0 0 0,0-2 1 0 0,-2-1-1 0 0,16-39 0 0 0,-31 67-127 0 0,1 0 1 0 0,-1-1-1 0 0,0 1 1 0 0,0 0-1 0 0,0-1 1 0 0,1 1-1 0 0,-1 0 1 0 0,0-1 0 0 0,0 1-1 0 0,0 0 1 0 0,0-1-1 0 0,0 1 1 0 0,0-1-1 0 0,0 1 1 0 0,0 0-1 0 0,0-1 1 0 0,0 1-1 0 0,0-1 1 0 0,0 1-1 0 0,0 0 1 0 0,0-1-1 0 0,0 1 1 0 0,0-1-1 0 0,0 1 1 0 0,0 0-1 0 0,-1-1 1 0 0,1 1-1 0 0,0 0 1 0 0,0-1-1 0 0,0 1 1 0 0,-1 0-1 0 0,1-1 1 0 0,0 1-1 0 0,-1 0 1 0 0,-12 5 43 0 0,-16 19-8 0 0,-65 100 33 0 0,84-109-64 0 0,1 0-1 0 0,1 0 1 0 0,1 1-1 0 0,0 0 1 0 0,1 0 0 0 0,0 0-1 0 0,-2 18 1 0 0,7-31-2 0 0,0 1 0 0 0,1 0 0 0 0,0 0 0 0 0,-1-1 0 0 0,1 1 0 0 0,1 0 0 0 0,-1 0 0 0 0,0-1 0 0 0,1 1 0 0 0,0 0 0 0 0,0-1 0 0 0,0 1 0 0 0,0-1 0 0 0,1 1 1 0 0,-1-1-1 0 0,1 0 0 0 0,0 1 0 0 0,0-1 0 0 0,0 0 0 0 0,0 0 0 0 0,1 0 0 0 0,-1 0 0 0 0,1-1 0 0 0,0 1 0 0 0,0-1 0 0 0,0 0 0 0 0,0 1 0 0 0,0-1 0 0 0,0-1 0 0 0,0 1 0 0 0,1 0 0 0 0,-1-1 0 0 0,5 2 0 0 0,9 2 8 0 0,0-1-1 0 0,0 0 0 0 0,1-1 1 0 0,-1-1-1 0 0,31 0 0 0 0,-18-2-414 0 0,0-1-1 0 0,0-1 1 0 0,-1-2-1 0 0,1 0 1 0 0,31-11 0 0 0,-40 8-1391 0 0,0 0 0 0 0,-1-2 0 0 0,0 0 0 0 0,27-17 0 0 0,-5-3-5921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8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 1760 0 0,'-53'7'3218'0'0,"10"-1"1215"0"0,-78 21 1 0 0,112-21-3245 0 0,13-1-567 0 0,14 1-260 0 0,23-1-137 0 0,-1-3 0 0 0,79-4 0 0 0,-69-1-616 0 0,-8 2-150 0 0,149-10-6714 0 0,-102 0 1153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4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294 179 512 0 0,'13'-22'2950'0'0,"-1"-1"-1"0"0,-1 0 1 0 0,-1-1-1 0 0,11-41 1 0 0,-21 64-2914 0 0,0 0 0 0 0,1 1-1 0 0,-1-1 1 0 0,0 0 0 0 0,0 0 0 0 0,0 0 0 0 0,1 0-1 0 0,-1 1 1 0 0,0-1 0 0 0,0 0 0 0 0,0 0 0 0 0,-1 0-1 0 0,1 0 1 0 0,0 0 0 0 0,0 1 0 0 0,0-1 0 0 0,-1 0-1 0 0,1 0 1 0 0,0 0 0 0 0,-1 1 0 0 0,1-1 0 0 0,-1-1-1 0 0,0 2-19 0 0,0-1-1 0 0,1 1 0 0 0,-1 0 1 0 0,0 0-1 0 0,1 0 0 0 0,-1 0 1 0 0,0-1-1 0 0,1 1 0 0 0,-1 0 1 0 0,0 0-1 0 0,1 0 0 0 0,-1 0 1 0 0,0 1-1 0 0,1-1 0 0 0,-1 0 0 0 0,0 0 1 0 0,1 0-1 0 0,-1 0 0 0 0,0 1 1 0 0,0-1-1 0 0,-5 3 12 0 0,0 0 0 0 0,1 1 0 0 0,-1-1 0 0 0,-4 5 0 0 0,-27 25 185 0 0,1 1 1 0 0,2 2-1 0 0,1 2 0 0 0,2 1 0 0 0,-47 78 1 0 0,69-103-172 0 0,0 0 1 0 0,2 1 0 0 0,0 0-1 0 0,0 0 1 0 0,2 0 0 0 0,0 1 0 0 0,1 0-1 0 0,-4 25 1 0 0,8-39-32 0 0,-1 0 0 0 0,1 0 0 0 0,0 0 1 0 0,0 1-1 0 0,0-1 0 0 0,1 0 0 0 0,-1 0 0 0 0,1 0 0 0 0,-1 0 0 0 0,1 0 0 0 0,-1 0 1 0 0,1 0-1 0 0,0 0 0 0 0,0 0 0 0 0,0 0 0 0 0,0-1 0 0 0,0 1 0 0 0,1 0 0 0 0,-1 0 1 0 0,3 1-1 0 0,-2-1-1 0 0,0-1 1 0 0,0 1-1 0 0,1-1 1 0 0,-1 0-1 0 0,1 0 1 0 0,-1 0-1 0 0,1-1 1 0 0,-1 1-1 0 0,1 0 1 0 0,0-1-1 0 0,-1 0 1 0 0,1 1-1 0 0,5-1 1 0 0,3-1 9 0 0,0-1-1 0 0,0 0 1 0 0,-1 0 0 0 0,1-1 0 0 0,-1 0 0 0 0,17-8-1 0 0,-14 5-6 0 0,-1-1 0 0 0,-1-1 0 0 0,1 0 0 0 0,-1 0 0 0 0,-1-1 1 0 0,0 0-1 0 0,12-14 0 0 0,57-80 934 0 0,-65 83-494 0 0,29-48 942 0 0,-42 66-1208 0 0,0 3-181 0 0,1 0 1 0 0,-2-1-1 0 0,1 1 0 0 0,0 0 0 0 0,0 0 0 0 0,0 0 0 0 0,0 0 1 0 0,0 0-1 0 0,-1 0 0 0 0,1 0 0 0 0,-1 0 0 0 0,1 0 0 0 0,0 1 1 0 0,-1-1-1 0 0,0 0 0 0 0,1 0 0 0 0,-1 0 0 0 0,0 1 0 0 0,0-1 1 0 0,0 0-1 0 0,1 1 0 0 0,-2 1 0 0 0,-2 36 32 0 0,0-22-14 0 0,-4 49-59 0 0,-4 46 275 0 0,11-101-396 0 0,0 0 1 0 0,1 0-1 0 0,0 0 1 0 0,1 0 0 0 0,0 0-1 0 0,1-1 1 0 0,6 18-1 0 0,-7-24-64 0 0,-1-1 1 0 0,1-1-1 0 0,0 1 0 0 0,0 0 0 0 0,0 0 0 0 0,0-1 0 0 0,1 1 1 0 0,-1-1-1 0 0,1 0 0 0 0,0 1 0 0 0,-1-1 0 0 0,1-1 0 0 0,0 1 1 0 0,0 0-1 0 0,0-1 0 0 0,0 1 0 0 0,1-1 0 0 0,4 2 0 0 0,2-1-1206 0 0,1 0 0 0 0,-1-1 0 0 0,0 0 0 0 0,0 0-1 0 0,11-1 1 0 0,12-2-4281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89 996 0 0,'9'-9'1973'0'0,"-1"0"-1"0"0,1-1 1 0 0,-1 0 0 0 0,-1 0-1 0 0,0 0 1 0 0,6-13 0 0 0,-13 21-1297 0 0,1 2-651 0 0,-1 0 0 0 0,0 0 0 0 0,0 0 0 0 0,0-1 0 0 0,0 1 0 0 0,0 0-1 0 0,0 0 1 0 0,0 0 0 0 0,-1-1 0 0 0,1 1 0 0 0,0 0 0 0 0,0 0 0 0 0,0 0-1 0 0,0 0 1 0 0,0-1 0 0 0,0 1 0 0 0,0 0 0 0 0,0 0 0 0 0,0 0-1 0 0,-1 0 1 0 0,1-1 0 0 0,0 1 0 0 0,0 0 0 0 0,0 0 0 0 0,0 0 0 0 0,0 0-1 0 0,-1 0 1 0 0,1 0 0 0 0,0-1 0 0 0,0 1 0 0 0,0 0 0 0 0,0 0 0 0 0,-1 0-1 0 0,1 0 1 0 0,0 0 0 0 0,0 0 0 0 0,0 0 0 0 0,-1 0 0 0 0,1 0 0 0 0,0 0-1 0 0,-11 4 593 0 0,-8 8 11 0 0,-4 9 52 0 0,2 1 1 0 0,0 1-1 0 0,-22 32 1 0 0,-47 80 669 0 0,84-125-1283 0 0,-46 83 478 0 0,46-79-441 0 0,0 0 1 0 0,0 1-1 0 0,1 0 0 0 0,-4 26 1 0 0,8-38-87 0 0,1 0 0 0 0,-1 0 0 0 0,1 0 1 0 0,0-1-1 0 0,0 1 0 0 0,0 0 0 0 0,0 0 0 0 0,1 0 0 0 0,-1 0 1 0 0,1 0-1 0 0,0-1 0 0 0,0 1 0 0 0,-1 0 0 0 0,2 0 1 0 0,-1-1-1 0 0,0 1 0 0 0,1-1 0 0 0,-1 1 0 0 0,1-1 1 0 0,3 4-1 0 0,-2-3-9 0 0,1-1 1 0 0,0 1 0 0 0,-1-1-1 0 0,1 0 1 0 0,0 0-1 0 0,0-1 1 0 0,0 1 0 0 0,0-1-1 0 0,0 0 1 0 0,0 0 0 0 0,0 0-1 0 0,1-1 1 0 0,5 1-1 0 0,7-1-79 0 0,1 0 0 0 0,-1-2 0 0 0,0 0 0 0 0,0 0 0 0 0,0-2 0 0 0,0 0-1 0 0,-1-1 1 0 0,1-1 0 0 0,-1 0 0 0 0,26-16 0 0 0,-9 4-382 0 0,-2-2 1 0 0,0-2 0 0 0,52-47 0 0 0,-45 29 172 0 0,-1-1 0 0 0,-3-1 1 0 0,-1-2-1 0 0,53-94 0 0 0,-60 94 939 0 0,-25 42-278 0 0,-2 5-126 0 0,-31 92 2150 0 0,17-55-1796 0 0,1 0 0 0 0,-12 66-1 0 0,25-95-546 0 0,-1 1 0 0 0,1-1 0 0 0,1 1 0 0 0,0-1-1 0 0,0 1 1 0 0,2-1 0 0 0,2 17 0 0 0,-3-25-103 0 0,0 0 0 0 0,0-1 1 0 0,0 1-1 0 0,0 0 0 0 0,0-1 1 0 0,1 1-1 0 0,-1-1 0 0 0,1 1 1 0 0,-1-1-1 0 0,1 0 0 0 0,0 0 1 0 0,0 0-1 0 0,0 0 0 0 0,0 0 1 0 0,0 0-1 0 0,1 0 0 0 0,-1-1 1 0 0,0 1-1 0 0,1-1 0 0 0,-1 1 1 0 0,1-1-1 0 0,0 0 1 0 0,-1 0-1 0 0,1-1 0 0 0,0 1 1 0 0,0 0-1 0 0,0-1 0 0 0,-1 1 1 0 0,1-1-1 0 0,0 0 0 0 0,0 0 1 0 0,0 0-1 0 0,0-1 0 0 0,0 1 1 0 0,2-1-1 0 0,4-1-577 0 0,-1 0 0 0 0,0-1 0 0 0,0 1 0 0 0,0-1 0 0 0,0-1 1 0 0,-1 0-1 0 0,1 0 0 0 0,13-10 0 0 0,24-25-7280 0 0,-20 13-355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32 1696 0 0,'-14'-7'2679'0'0,"0"0"-1"0"0,-18-4 0 0 0,26 9-2182 0 0,0 1 0 0 0,0-1-1 0 0,-1 2 1 0 0,-8-1-1 0 0,13 1-476 0 0,0 1 0 0 0,1-1 0 0 0,-1 1 1 0 0,0 0-1 0 0,0-1 0 0 0,1 1 0 0 0,-1 0 0 0 0,0 0 0 0 0,1 0 0 0 0,-1 1 0 0 0,1-1 1 0 0,-1 0-1 0 0,1 0 0 0 0,0 1 0 0 0,-1-1 0 0 0,1 1 0 0 0,0-1 0 0 0,0 1 0 0 0,0 0 1 0 0,0-1-1 0 0,0 1 0 0 0,1 0 0 0 0,-1 0 0 0 0,1 0 0 0 0,-1-1 0 0 0,1 1 0 0 0,-1 4 1 0 0,-3 34-5619 0 0,2-28 857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5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1652 0 0,'0'0'2541'0'0,"20"14"4040"0"0,0 3-5451 0 0,-2-2-377 0 0,-1 0 1 0 0,0 2-1 0 0,-1-1 0 0 0,0 2 1 0 0,20 31-1 0 0,-31-42-543 0 0,-2 0 0 0 0,1 1-1 0 0,-1-1 1 0 0,0 1 0 0 0,0 0 0 0 0,-1-1-1 0 0,0 1 1 0 0,0 0 0 0 0,-1 0 0 0 0,0 0-1 0 0,0 1 1 0 0,-1-1 0 0 0,0 0 0 0 0,0 0-1 0 0,-1 0 1 0 0,-1 0 0 0 0,1 0 0 0 0,-1 0-1 0 0,0 0 1 0 0,-1 0 0 0 0,0-1 0 0 0,0 1-1 0 0,0-1 1 0 0,-1 0 0 0 0,-1 0 0 0 0,-7 11-1 0 0,10-15-70 0 0,-9 9 745 0 0,11-12-873 0 0,-1 0 1 0 0,1 0-1 0 0,-1 0 1 0 0,1 0-1 0 0,0 0 1 0 0,-1 0 0 0 0,1 0-1 0 0,-1 0 1 0 0,1 0-1 0 0,0 0 1 0 0,-1 0-1 0 0,1 0 1 0 0,0 0-1 0 0,-1 0 1 0 0,1-1-1 0 0,0 1 1 0 0,-1 0-1 0 0,1 0 1 0 0,0 0-1 0 0,-1 0 1 0 0,1-1 0 0 0,0 1-1 0 0,-1 0 1 0 0,1 0-1 0 0,0-1 1 0 0,0 1-1 0 0,-1 0 1 0 0,1-1-1 0 0,0 1 1 0 0,0 0-1 0 0,-1-1 1 0 0,1 0-6 0 0,0 0-1 0 0,0 1 1 0 0,-1-1 0 0 0,1 0-1 0 0,0 0 1 0 0,0 0 0 0 0,0 0 0 0 0,0 1-1 0 0,0-1 1 0 0,0 0 0 0 0,0 0-1 0 0,0 0 1 0 0,1 1 0 0 0,-1-1 0 0 0,0 0-1 0 0,0 0 1 0 0,1 0 0 0 0,-1 1 0 0 0,1-2-1 0 0,0 0 9 0 0,4-14 31 0 0,1 0 0 0 0,0 0 0 0 0,1 0 0 0 0,1 1 0 0 0,1 0-1 0 0,12-17 1 0 0,-1 6-37 0 0,1 1 0 0 0,32-30-1 0 0,-44 47-307 0 0,0 0 0 0 0,0 1-1 0 0,1 0 1 0 0,0 1 0 0 0,13-7-1 0 0,-17 10-442 0 0,0 1 0 0 0,-1 0-1 0 0,2 0 1 0 0,-1 0 0 0 0,0 1-1 0 0,9-1 1 0 0,-14 2 492 0 0,0-1-1 0 0,0 1 1 0 0,0 0-1 0 0,0 0 1 0 0,0 0 0 0 0,0 0-1 0 0,0 0 1 0 0,0 0 0 0 0,0 0-1 0 0,0 1 1 0 0,0-1 0 0 0,0 0-1 0 0,0 0 1 0 0,-1 1-1 0 0,1-1 1 0 0,0 1 0 0 0,2 0-1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268 494 1748 0 0,'3'-5'1266'0'0,"-1"0"1"0"0,-1 0-1 0 0,1 0 0 0 0,-1-1 0 0 0,0 1 0 0 0,0-1 1 0 0,-1 1-1 0 0,1 0 0 0 0,-1-1 0 0 0,0 1 1 0 0,-1-1-1 0 0,-1-9 0 0 0,2 15-1241 0 0,0 0 0 0 0,-1 0 0 0 0,1-1-1 0 0,0 1 1 0 0,0 0 0 0 0,-1 0 0 0 0,1-1 0 0 0,0 1 0 0 0,-1 0 0 0 0,1 0-1 0 0,0 0 1 0 0,-1 0 0 0 0,1-1 0 0 0,0 1 0 0 0,-1 0 0 0 0,1 0-1 0 0,0 0 1 0 0,-1 0 0 0 0,1 0 0 0 0,0 0 0 0 0,-1 0 0 0 0,1 0 0 0 0,0 0-1 0 0,-1 0 1 0 0,1 0 0 0 0,0 0 0 0 0,-1 0 0 0 0,1 0 0 0 0,0 1 0 0 0,-1-1-1 0 0,1 0 1 0 0,0 0 0 0 0,-1 0 0 0 0,1 1 0 0 0,-17 3 308 0 0,16-3-296 0 0,-9 5 143 0 0,0 0-1 0 0,0 1 1 0 0,0 0 0 0 0,1 1 0 0 0,-11 12-1 0 0,-39 47 315 0 0,40-43-369 0 0,1 1 0 0 0,1 1 1 0 0,1 0-1 0 0,-25 57 0 0 0,40-79-108 0 0,-1 0-1 0 0,1 0 1 0 0,0 1-1 0 0,0-1 0 0 0,0 0 1 0 0,0 0-1 0 0,1 1 1 0 0,-1-1-1 0 0,1 0 1 0 0,1 1-1 0 0,-1-1 0 0 0,0 0 1 0 0,1 0-1 0 0,0 1 1 0 0,0-1-1 0 0,0 0 1 0 0,4 7-1 0 0,-3-7-7 0 0,0-1 1 0 0,0-1-1 0 0,0 1 1 0 0,1 0-1 0 0,-1-1 1 0 0,1 1-1 0 0,-1-1 1 0 0,1 1-1 0 0,0-1 0 0 0,0 0 1 0 0,0-1-1 0 0,0 1 1 0 0,0 0-1 0 0,1-1 1 0 0,-1 0-1 0 0,1 1 0 0 0,-1-1 1 0 0,0-1-1 0 0,1 1 1 0 0,0 0-1 0 0,5-1 1 0 0,8 1-22 0 0,1-2 1 0 0,-1 0 0 0 0,0-1-1 0 0,1 0 1 0 0,-1-1-1 0 0,0-2 1 0 0,-1 1 0 0 0,21-10-1 0 0,7-5-156 0 0,72-43 1 0 0,-72 34-54 0 0,-2-2 1 0 0,-1-1 0 0 0,-2-3-1 0 0,-1-1 1 0 0,46-54 0 0 0,-39 35 87 0 0,-3-3 1 0 0,-2-2 0 0 0,45-86-1 0 0,-78 131 237 0 0,0 0-1 0 0,0-1 1 0 0,-2 0-1 0 0,0 0 1 0 0,0-1-1 0 0,-1 1 1 0 0,3-31-1 0 0,-7 45-93 0 0,0 0 0 0 0,0 0 0 0 0,0 0 0 0 0,1 0 0 0 0,-1 1 0 0 0,0-1 0 0 0,0 0 0 0 0,0 0 0 0 0,-1 0 0 0 0,1 0 0 0 0,0 0 0 0 0,0 0 0 0 0,0 1 0 0 0,-1-1 0 0 0,1 0 0 0 0,0 0 0 0 0,-1 0-1 0 0,1 1 1 0 0,-1-1 0 0 0,1 0 0 0 0,-1 0 0 0 0,1 1 0 0 0,-1-1 0 0 0,1 1 0 0 0,-1-1 0 0 0,0 0 0 0 0,1 1 0 0 0,-1-1 0 0 0,-1 0 0 0 0,1 1 8 0 0,-1 1 0 0 0,1-1 1 0 0,0 0-1 0 0,-1 0 0 0 0,1 1 0 0 0,0-1 0 0 0,0 1 1 0 0,-1-1-1 0 0,1 1 0 0 0,0-1 0 0 0,0 1 1 0 0,0 0-1 0 0,-1 0 0 0 0,1-1 0 0 0,0 1 0 0 0,-1 1 1 0 0,-7 7 177 0 0,0 1 1 0 0,-14 17-1 0 0,-11 21 203 0 0,2 1 0 0 0,2 2-1 0 0,3 0 1 0 0,1 2-1 0 0,3 2 1 0 0,3 0 0 0 0,-19 78-1 0 0,35-117-352 0 0,1 0 0 0 0,0 0 0 0 0,1 0-1 0 0,1 1 1 0 0,1-1 0 0 0,2 21 0 0 0,-2-33-34 0 0,1 1 0 0 0,0-1 1 0 0,0 1-1 0 0,0-1 0 0 0,1 1 0 0 0,0-1 1 0 0,-1 0-1 0 0,1 0 0 0 0,1 0 1 0 0,-1 0-1 0 0,1 0 0 0 0,-1-1 1 0 0,1 1-1 0 0,0-1 0 0 0,0 1 0 0 0,1-1 1 0 0,-1 0-1 0 0,1 0 0 0 0,-1-1 1 0 0,1 1-1 0 0,0-1 0 0 0,0 0 1 0 0,0 0-1 0 0,0 0 0 0 0,0 0 0 0 0,1-1 1 0 0,4 2-1 0 0,8 0 13 0 0,0-1 1 0 0,1 0-1 0 0,-1-1 0 0 0,0-1 1 0 0,0 0-1 0 0,1-1 1 0 0,29-7-1 0 0,-7-1 42 0 0,1-2 0 0 0,41-17-1 0 0,-50 14-85 0 0,-1-1 0 0 0,0-2-1 0 0,-1-1 1 0 0,-1-1 0 0 0,0-2-1 0 0,-2 0 1 0 0,-1-2 0 0 0,0-1-1 0 0,-2-1 1 0 0,32-42 0 0 0,-47 55-10 0 0,-1-1 1 0 0,12-24-1 0 0,-18 33 23 0 0,0 0 0 0 0,0 0 0 0 0,-1 0 0 0 0,0 0 0 0 0,0 0 0 0 0,0-1 0 0 0,0 1 0 0 0,-1 0-1 0 0,1 0 1 0 0,-1-1 0 0 0,0 1 0 0 0,0 0 0 0 0,-1-1 0 0 0,-1-4 0 0 0,2 8 6 0 0,-1-1 0 0 0,0 1 1 0 0,1-1-1 0 0,-1 1 0 0 0,0 0 0 0 0,0 0 0 0 0,0-1 0 0 0,0 1 1 0 0,-1 0-1 0 0,1 0 0 0 0,0 0 0 0 0,0 0 0 0 0,0 0 0 0 0,-1 1 1 0 0,1-1-1 0 0,-1 0 0 0 0,1 1 0 0 0,0-1 0 0 0,-1 1 0 0 0,1-1 1 0 0,-1 1-1 0 0,1-1 0 0 0,-1 1 0 0 0,0 0 0 0 0,1 0 0 0 0,-1 0 1 0 0,1 0-1 0 0,-1 0 0 0 0,1 0 0 0 0,-1 0 0 0 0,-2 1 0 0 0,-4 1 14 0 0,0-1 0 0 0,0 1 0 0 0,0 0 0 0 0,-11 5 0 0 0,-7 5 7 0 0,1 0 0 0 0,0 2 0 0 0,0 1 0 0 0,2 0 0 0 0,-34 29 0 0 0,43-31-15 0 0,-1 1 1 0 0,2 0-1 0 0,-1 1 0 0 0,2 1 0 0 0,0 0 1 0 0,1 0-1 0 0,1 1 0 0 0,-14 32 0 0 0,22-44-8 0 0,0 0 1 0 0,0 0-1 0 0,1 0 0 0 0,0 0 0 0 0,0 1 0 0 0,0-1 0 0 0,1 0 0 0 0,0 1 0 0 0,0-1 0 0 0,0 1 0 0 0,1-1 1 0 0,-1 0-1 0 0,4 10 0 0 0,-3-11 6 0 0,1 0 0 0 0,-1 0 1 0 0,1-1-1 0 0,0 1 0 0 0,1 0 0 0 0,-1-1 1 0 0,1 0-1 0 0,-1 1 0 0 0,1-1 1 0 0,0 0-1 0 0,0 0 0 0 0,0-1 1 0 0,1 1-1 0 0,-1-1 0 0 0,1 1 0 0 0,-1-1 1 0 0,9 3-1 0 0,5 1-231 0 0,-1 0 1 0 0,2-2-1 0 0,-1 0 0 0 0,1-1 1 0 0,-1 0-1 0 0,1-2 0 0 0,0 0 1 0 0,21-2-1 0 0,0-2-2539 0 0,0-2 1 0 0,63-15-1 0 0,-57 8-2541 0 0,5-2-2708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8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83 216 0 0,'38'-83'17556'0'0,"-38"87"-17382"0"0,1 0 0 0 0,-1 0-1 0 0,-1 0 1 0 0,1 0-1 0 0,-1 0 1 0 0,1-1 0 0 0,-1 1-1 0 0,0 0 1 0 0,0 0 0 0 0,-3 5-1 0 0,1-1-7 0 0,-76 208 1296 0 0,34-102-2209 0 0,7 0-4199 0 0,36-109 4020 0 0,-1 7-535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8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85 3272 0 0,'18'-24'3176'0'0,"-10"15"-1220"0"0,-1-1-1 0 0,0 0 1 0 0,11-22 1412 0 0,-21 33-3034 0 0,-5 2-216 0 0,1 0 0 0 0,-1 1 0 0 0,1 0 0 0 0,0 0-1 0 0,1 0 1 0 0,-1 1 0 0 0,1 0 0 0 0,-11 10-1 0 0,-46 54 306 0 0,60-65-413 0 0,-4 4 9 0 0,1 0 0 0 0,-1 0 1 0 0,1 0-1 0 0,1 1 0 0 0,0 0 0 0 0,0 0 0 0 0,1 0 0 0 0,-4 11 0 0 0,8-19-17 0 0,0 0 0 0 0,0 0 0 0 0,0 0 0 0 0,0 0-1 0 0,0 0 1 0 0,0 0 0 0 0,1 1 0 0 0,-1-1 0 0 0,0 0 0 0 0,1 0 0 0 0,-1 0-1 0 0,1 0 1 0 0,-1 0 0 0 0,1 0 0 0 0,-1-1 0 0 0,1 1 0 0 0,0 0-1 0 0,-1 0 1 0 0,1 0 0 0 0,0 0 0 0 0,0-1 0 0 0,-1 1 0 0 0,1 0-1 0 0,0-1 1 0 0,0 1 0 0 0,0-1 0 0 0,0 1 0 0 0,2 0 0 0 0,26 9 7 0 0,-26-9-9 0 0,20 5-1 0 0,-5-2-8 0 0,0 1 1 0 0,29 12-1 0 0,-43-16 13 0 0,0 1 0 0 0,0 0-1 0 0,-1 0 1 0 0,1 0 0 0 0,-1 0 0 0 0,0 1-1 0 0,1 0 1 0 0,-1-1 0 0 0,0 1 0 0 0,-1 0-1 0 0,1 1 1 0 0,0-1 0 0 0,-1 0 0 0 0,0 1-1 0 0,0-1 1 0 0,0 1 0 0 0,2 6 0 0 0,-3-7 10 0 0,-1 1 1 0 0,1-1 0 0 0,-1 1 0 0 0,0-1-1 0 0,0 1 1 0 0,-1-1 0 0 0,1 1-1 0 0,-1-1 1 0 0,0 0 0 0 0,1 1 0 0 0,-2-1-1 0 0,1 0 1 0 0,0 1 0 0 0,-1-1-1 0 0,1 0 1 0 0,-1 0 0 0 0,0 0 0 0 0,0 0-1 0 0,0-1 1 0 0,0 1 0 0 0,-1 0 0 0 0,1-1-1 0 0,-1 0 1 0 0,-5 5 0 0 0,1-2 0 0 0,-1 1 1 0 0,1-1 0 0 0,-1 0 0 0 0,0-1-1 0 0,0 1 1 0 0,-1-2 0 0 0,1 1-1 0 0,-13 2 1 0 0,17-5-136 0 0,-1 0 0 0 0,0-1 0 0 0,1 0-1 0 0,-1 0 1 0 0,0 0 0 0 0,0 0 0 0 0,1-1 0 0 0,-1 1 0 0 0,1-1 0 0 0,-1 0-1 0 0,1-1 1 0 0,-1 1 0 0 0,1-1 0 0 0,-1 0 0 0 0,1 0 0 0 0,0 0-1 0 0,0-1 1 0 0,-7-5 0 0 0,3 1-1123 0 0,0-1 0 0 0,0 0 0 0 0,0-1 0 0 0,1 1-1 0 0,1-1 1 0 0,-11-18 0 0 0,3 1-3663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8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62 1140 0 0,'0'-12'2364'0'0,"2"0"789"0"0,0-3-1173 0 0,-1 3-788 0 0,-1 1-324 0 0,-7 34-9161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0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101 515 720 0 0,'-19'6'3926'0'0,"11"-4"-2731"0"0,0 1 0 0 0,1 0-1 0 0,-1 0 1 0 0,1 1 0 0 0,-10 6-1 0 0,15-8-977 0 0,0-1-1 0 0,0 1 0 0 0,0 0 1 0 0,0 0-1 0 0,0 1 0 0 0,0-1 0 0 0,1 0 1 0 0,-1 1-1 0 0,1-1 0 0 0,-1 1 1 0 0,1-1-1 0 0,0 1 0 0 0,0-1 1 0 0,0 1-1 0 0,1 0 0 0 0,-1 0 1 0 0,1-1-1 0 0,-1 1 0 0 0,1 0 1 0 0,0 4-1 0 0,5 25 682 0 0,-5-30-781 0 0,14 3 110 0 0,-7-8-211 0 0,0 0 0 0 0,-1-1 1 0 0,1 1-1 0 0,-1-1 0 0 0,0 0 1 0 0,0-1-1 0 0,0 1 0 0 0,0-1 0 0 0,7-10 1 0 0,46-57-36 0 0,-51 61 13 0 0,74-107-229 0 0,23-32 29 0 0,-87 128 187 0 0,0 1 0 0 0,1 1 0 0 0,1 1 0 0 0,34-24 1 0 0,-46 37 8 0 0,1 0 0 0 0,0 1 0 0 0,0 0 0 0 0,0 1 0 0 0,0 0 0 0 0,1 1 0 0 0,-1 0 1 0 0,16-3-1 0 0,-18 5 1 0 0,0 0 1 0 0,-1 1-1 0 0,1 0 0 0 0,0 0 1 0 0,0 1-1 0 0,-1-1 1 0 0,1 2-1 0 0,0-1 1 0 0,-1 1-1 0 0,1 0 1 0 0,-1 0-1 0 0,0 1 0 0 0,10 5 1 0 0,4 5 23 0 0,-1 1 0 0 0,0 1 0 0 0,32 34 0 0 0,-49-48 42 0 0,-1-1-55 0 0,-1 0 0 0 0,1 0-1 0 0,0 0 1 0 0,0 0 0 0 0,0-1-1 0 0,0 1 1 0 0,0 0 0 0 0,0-1-1 0 0,-1 1 1 0 0,1 0 0 0 0,0-1 0 0 0,0 1-1 0 0,0-1 1 0 0,-1 1 0 0 0,1-1-1 0 0,0 0 1 0 0,-1 1 0 0 0,1-1-1 0 0,0 1 1 0 0,-1-1 0 0 0,1 0-1 0 0,0-1 1 0 0,7-23 21 0 0,-6 10-17 0 0,-1 1 0 0 0,-1-17 1 0 0,0 21-4 0 0,0 3 2 0 0,0 0 0 0 0,-1 0-1 0 0,0 0 1 0 0,-2-8 0 0 0,3 13-5 0 0,-1 0-1 0 0,1 0 1 0 0,-1 0-1 0 0,0 0 1 0 0,0 0-1 0 0,0 0 1 0 0,0 0 0 0 0,-1 0-1 0 0,1 0 1 0 0,0 1-1 0 0,-1-1 1 0 0,1 0 0 0 0,-1 1-1 0 0,1-1 1 0 0,-1 1-1 0 0,-2-2 1 0 0,3 3-1 0 0,0-1 0 0 0,0 1 0 0 0,0 0 0 0 0,0 0 0 0 0,0 0 0 0 0,0 0 0 0 0,0-1 0 0 0,1 1 0 0 0,-1 0 0 0 0,0 1 0 0 0,0-1 0 0 0,0 0 0 0 0,0 0 0 0 0,0 0 0 0 0,0 0 0 0 0,0 1 0 0 0,0-1 0 0 0,1 0 0 0 0,-1 1 0 0 0,0-1 0 0 0,-1 2 0 0 0,-17 12 2 0 0,15-11 3 0 0,-14 14 65 0 0,2 0 0 0 0,0 1 0 0 0,1 0 0 0 0,1 1 0 0 0,-13 24 0 0 0,5-10 9 0 0,-10 14 24 0 0,3 1 1 0 0,2 1-1 0 0,-37 93 1 0 0,59-116-39 0 0,5-25-59 0 0,0 0 0 0 0,0 0 0 0 0,0 0-1 0 0,0 0 1 0 0,0 0 0 0 0,0 0 0 0 0,0 0 0 0 0,0 0-1 0 0,1 0 1 0 0,-1 0 0 0 0,0-1 0 0 0,1 1 0 0 0,-1 0-1 0 0,1 0 1 0 0,-1 0 0 0 0,1-1 0 0 0,-1 1 0 0 0,1 0-1 0 0,0 0 1 0 0,-1-1 0 0 0,1 1 0 0 0,0-1 0 0 0,-1 1-1 0 0,1 0 1 0 0,0-1 0 0 0,0 1 0 0 0,0-1 0 0 0,-1 0-1 0 0,1 1 1 0 0,1-1 0 0 0,5 1 0 0 0,-1 0 1 0 0,1 0-1 0 0,-1-1 1 0 0,1 0-1 0 0,-1 0 1 0 0,1-1-1 0 0,-1 0 1 0 0,0 0-1 0 0,1 0 1 0 0,-1-1-1 0 0,0 0 0 0 0,0 0 1 0 0,0-1-1 0 0,7-3 1 0 0,7-4-9 0 0,0-2 1 0 0,33-24-1 0 0,16-23-10 0 0,-3-2 0 0 0,59-71 0 0 0,-105 111 13 0 0,17-20-59 0 0,-36 40 45 0 0,-2 16 13 0 0,-2-3 28 0 0,-1-1 0 0 0,0 1 1 0 0,-12 21-1 0 0,-1 3 54 0 0,11-21-47 0 0,-7 16 62 0 0,-9 39 0 0 0,19-60-76 0 0,1-1 0 0 0,0 0 0 0 0,1 1 0 0 0,0 0 1 0 0,1-1-1 0 0,0 1 0 0 0,0 0 0 0 0,4 18 0 0 0,-3-26-14 0 0,0 1 0 0 0,-1 0 1 0 0,1-1-1 0 0,0 1 0 0 0,1-1 0 0 0,-1 1 0 0 0,0-1 0 0 0,1 0 1 0 0,-1 1-1 0 0,1-1 0 0 0,0 0 0 0 0,0 0 0 0 0,0 0 0 0 0,0 0 1 0 0,0 0-1 0 0,0-1 0 0 0,4 3 0 0 0,-2-2-2 0 0,0 0-1 0 0,0 0 1 0 0,0-1 0 0 0,1 0 0 0 0,-1 0-1 0 0,0 0 1 0 0,1 0 0 0 0,-1-1-1 0 0,1 1 1 0 0,4-1 0 0 0,2-1-8 0 0,-1 0 0 0 0,0-1 0 0 0,0 0 0 0 0,0 0 1 0 0,0-1-1 0 0,0 0 0 0 0,0-1 0 0 0,15-8 0 0 0,-12 3-2 0 0,1 0-1 0 0,-1-1 1 0 0,-1-1-1 0 0,0 0 1 0 0,0-1-1 0 0,16-21 1 0 0,53-88-46 0 0,-9 11 27 0 0,-70 108 24 0 0,26-31-35 0 0,-26 31 26 0 0,0 1-1 0 0,0-1 1 0 0,1 1-1 0 0,-1-1 1 0 0,0 1-1 0 0,1 0 1 0 0,-1-1-1 0 0,1 1 1 0 0,-1 1-1 0 0,1-1 1 0 0,0 0 0 0 0,4 0-1 0 0,-6 1 10 0 0,1 0 0 0 0,-1 0 0 0 0,0 0 0 0 0,1 1 0 0 0,-1-1 0 0 0,0 1 0 0 0,0-1 0 0 0,1 1 0 0 0,-1-1 0 0 0,0 1 0 0 0,0-1 0 0 0,0 1 0 0 0,0 0 0 0 0,0 0 0 0 0,0 0 0 0 0,0 0 0 0 0,0-1 0 0 0,0 1 0 0 0,0 0 0 0 0,0 1 0 0 0,-1-1 0 0 0,1 0 0 0 0,0 0 0 0 0,-1 0 0 0 0,1 0 0 0 0,-1 0 0 0 0,1 3 0 0 0,9 32 32 0 0,-9-35-28 0 0,0 12 35 0 0,0 0 0 0 0,0 0 0 0 0,-1 1 0 0 0,-1-1 0 0 0,0 0-1 0 0,-1 0 1 0 0,-5 19 0 0 0,-2 3 166 0 0,-22 50 0 0 0,22-62-71 0 0,2-4 633 0 0,-17 32 0 0 0,23-50-580 0 0,10-24-23 0 0,22-30-77 0 0,61-81-1 0 0,-77 116-82 0 0,0 0-1 0 0,1 2 0 0 0,0 0 0 0 0,1 1 1 0 0,1 0-1 0 0,1 2 0 0 0,35-21 0 0 0,-52 33-5 0 0,1-1 0 0 0,0 1 0 0 0,0 0 0 0 0,0 0 0 0 0,1 0 0 0 0,-1 0 0 0 0,0 1 0 0 0,0-1-1 0 0,0 1 1 0 0,1 0 0 0 0,3 0 0 0 0,-5 0 0 0 0,-1 1 0 0 0,1-1 0 0 0,0 0 1 0 0,0 1-1 0 0,0 0 0 0 0,-1-1 0 0 0,1 1 0 0 0,0 0 0 0 0,-1 0 0 0 0,1 0 0 0 0,-1 0 0 0 0,1 0 0 0 0,-1 0 0 0 0,1 1 0 0 0,1 1 0 0 0,-1 0 2 0 0,0 1 0 0 0,1 0 0 0 0,-1-1 0 0 0,-1 1 0 0 0,1 0-1 0 0,0 0 1 0 0,-1 1 0 0 0,0-1 0 0 0,0 0 0 0 0,0 0 0 0 0,-1 1-1 0 0,1-1 1 0 0,-1 0 0 0 0,0 1 0 0 0,-1 4 0 0 0,-1 13 23 0 0,-1 0 0 0 0,-2-1 0 0 0,-11 34 0 0 0,-5 29 30 0 0,21-83-56 0 0,-1 0-1 0 0,1 0 0 0 0,0 0 0 0 0,0 1 0 0 0,0-1 1 0 0,0 0-1 0 0,0 0 0 0 0,0 0 0 0 0,0 1 0 0 0,0-1 1 0 0,1 0-1 0 0,-1 0 0 0 0,0 0 0 0 0,1 1 1 0 0,-1-1-1 0 0,1 0 0 0 0,-1 0 0 0 0,1 0 0 0 0,-1 0 1 0 0,1 0-1 0 0,0 0 0 0 0,0 0 0 0 0,-1 0 0 0 0,1 0 1 0 0,0 0-1 0 0,0-1 0 0 0,0 1 0 0 0,0 0 1 0 0,0 0-1 0 0,0-1 0 0 0,0 1 0 0 0,0-1 0 0 0,1 1 1 0 0,-1-1-1 0 0,0 1 0 0 0,0-1 0 0 0,2 1 1 0 0,5 0-241 0 0,0 0 0 0 0,0-1 0 0 0,-1 0 1 0 0,16-2-1 0 0,-6 1-403 0 0,38-3-3738 0 0,69-14 1 0 0,-102 15 2592 0 0,47-9-4833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0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87 1884 0 0,'-12'-3'1317'0'0,"-1"0"0"0"0,0 1 0 0 0,0 1 0 0 0,0 0 1 0 0,-25 2-1 0 0,35-1-1130 0 0,-1 1 1 0 0,1 0-1 0 0,0-1 0 0 0,-1 1 1 0 0,1 1-1 0 0,0-1 1 0 0,0 0-1 0 0,0 1 1 0 0,0 0-1 0 0,0-1 1 0 0,0 1-1 0 0,0 0 1 0 0,1 1-1 0 0,-1-1 0 0 0,1 0 1 0 0,-1 1-1 0 0,1-1 1 0 0,0 1-1 0 0,0 0 1 0 0,0 0-1 0 0,1 0 1 0 0,-1 0-1 0 0,0 0 0 0 0,1 0 1 0 0,0 0-1 0 0,0 0 1 0 0,0 1-1 0 0,0 2 1 0 0,0-3-94 0 0,0 0 1 0 0,1 0-1 0 0,-1 0 0 0 0,1 0 1 0 0,0 0-1 0 0,0 0 0 0 0,0-1 1 0 0,0 1-1 0 0,0 0 1 0 0,1 0-1 0 0,-1 0 0 0 0,1 0 1 0 0,0 0-1 0 0,0-1 1 0 0,0 1-1 0 0,0 0 0 0 0,1-1 1 0 0,-1 1-1 0 0,1-1 0 0 0,1 3 1 0 0,0-2-37 0 0,0 0 0 0 0,0-1 1 0 0,0 1-1 0 0,0-1 0 0 0,0 0 1 0 0,1 0-1 0 0,-1 0 0 0 0,1 0 1 0 0,0 0-1 0 0,-1-1 0 0 0,1 0 1 0 0,0 1-1 0 0,5-1 0 0 0,-3 1-35 0 0,1-1 0 0 0,0 0 0 0 0,0-1 1 0 0,0 0-1 0 0,0 0 0 0 0,0 0 0 0 0,0-1 0 0 0,-1 0 0 0 0,1-1 0 0 0,0 1 0 0 0,0-1 0 0 0,-1 0 0 0 0,1-1 0 0 0,-1 0 0 0 0,0 0 1 0 0,10-6-1 0 0,-11 4-18 0 0,0 0-1 0 0,0 0 1 0 0,-1-1 0 0 0,1 1 0 0 0,-1-1 0 0 0,0 0 0 0 0,-1 0-1 0 0,0-1 1 0 0,0 1 0 0 0,4-14 0 0 0,-3 10-1 0 0,-2-1 0 0 0,0 0 0 0 0,0 0 0 0 0,-1 0 0 0 0,0 1 0 0 0,-2-18 0 0 0,1 27-5 0 0,0-1 0 0 0,0 0 0 0 0,0 1 0 0 0,0-1 0 0 0,0 0 0 0 0,-1 1 0 0 0,1-1 0 0 0,-1 0 0 0 0,1 1 0 0 0,-1-1 0 0 0,0 1 0 0 0,1-1 1 0 0,-1 1-1 0 0,0-1 0 0 0,0 1 0 0 0,0-1 0 0 0,0 1 0 0 0,0 0 0 0 0,-1 0 0 0 0,1 0 0 0 0,0 0 0 0 0,-1 0 0 0 0,-1-2 0 0 0,1 3 0 0 0,-1-1 0 0 0,1 0 1 0 0,-1 1-1 0 0,1-1 0 0 0,-1 1 0 0 0,1 0 1 0 0,-1 0-1 0 0,1 0 0 0 0,-1 0 0 0 0,1 0 1 0 0,-1 0-1 0 0,1 1 0 0 0,-5 1 0 0 0,-5 2 0 0 0,2 0 0 0 0,-1 1-1 0 0,0 0 1 0 0,1 0 0 0 0,-16 13 0 0 0,-3 4 141 0 0,1 2 1 0 0,0 1 0 0 0,3 1 0 0 0,-24 30-1 0 0,34-38-31 0 0,2 1-1 0 0,0 0 0 0 0,2 1 1 0 0,0 0-1 0 0,1 1 0 0 0,1 0 1 0 0,-10 36-1 0 0,17-52-90 0 0,1 1-1 0 0,0 0 1 0 0,0-1 0 0 0,1 1-1 0 0,0 0 1 0 0,-1 0 0 0 0,2-1-1 0 0,-1 1 1 0 0,1 0 0 0 0,0-1-1 0 0,0 1 1 0 0,1-1 0 0 0,-1 1 0 0 0,1-1-1 0 0,5 10 1 0 0,-3-9-13 0 0,0-1 0 0 0,0 1 0 0 0,0-1 0 0 0,1-1 0 0 0,-1 1 1 0 0,1-1-1 0 0,0 1 0 0 0,1-1 0 0 0,-1-1 0 0 0,1 1 0 0 0,-1-1 0 0 0,1 0 0 0 0,11 4 1 0 0,1-1-363 0 0,0-1 0 0 0,0 0 0 0 0,0-1 0 0 0,0-1 0 0 0,1-1 0 0 0,-1-1 0 0 0,1 0 0 0 0,0-2 0 0 0,27-3 0 0 0,-26 1-1093 0 0,-1-1 1 0 0,1-1-1 0 0,-1 0 1 0 0,-1-2-1 0 0,23-10 0 0 0,-5-2-4257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110 493 1148 0 0,'5'-8'1568'0'0,"0"1"304"0"0,0 0 0 0 0,1 0 1 0 0,11-10 850 0 0,-17 16-2668 0 0,0 1 0 0 0,0 0 1 0 0,1-1-1 0 0,-1 1 0 0 0,0 0 1 0 0,1-1-1 0 0,-1 1 0 0 0,0 0 1 0 0,1 0-1 0 0,-1-1 0 0 0,0 1 1 0 0,1 0-1 0 0,-1 0 0 0 0,0 0 1 0 0,1 0-1 0 0,-1-1 1 0 0,1 1-1 0 0,-1 0 0 0 0,0 0 1 0 0,1 0-1 0 0,-1 0 0 0 0,1 0 1 0 0,-1 0-1 0 0,1 0 0 0 0,-1 0 1 0 0,0 0-1 0 0,1 0 0 0 0,-1 0 1 0 0,1 0-1 0 0,-1 1 0 0 0,0-1 1 0 0,1 0-1 0 0,-1 0 0 0 0,0 0 1 0 0,1 0-1 0 0,-1 1 0 0 0,1-1 1 0 0,-1 0-1 0 0,0 0 0 0 0,0 1 1 0 0,1-1-1 0 0,-1 0 0 0 0,1 1 1 0 0,12 14 1342 0 0,-11-7-1134 0 0,0 0 1 0 0,0 0 0 0 0,0 0 0 0 0,-1 0 0 0 0,0 0-1 0 0,-1 1 1 0 0,0-1 0 0 0,0 0 0 0 0,-1 0-1 0 0,0 1 1 0 0,0-1 0 0 0,-1 0 0 0 0,0 0 0 0 0,-4 9-1 0 0,-4 9 24 0 0,0-2 0 0 0,-2 1 0 0 0,-15 22 1 0 0,9-21-67 0 0,0-1 1 0 0,-2-1 0 0 0,-31 29-1 0 0,44-47 8 0 0,12-14-206 0 0,15-15-55 0 0,278-272-88 0 0,-270 268 52 0 0,35-46 0 0 0,-60 65-130 0 0,-11 9 151 0 0,-14 11 19 0 0,-7 13 30 0 0,2 2 1 0 0,-41 51-1 0 0,57-65 9 0 0,1 1 1 0 0,1 1-1 0 0,0 0 1 0 0,1 0-1 0 0,1 1 0 0 0,0 0 1 0 0,1 0-1 0 0,-5 23 1 0 0,10-33-6 0 0,0-1 1 0 0,0 1 0 0 0,1-1 0 0 0,0 1 0 0 0,0-1 0 0 0,0 1 0 0 0,1 0 0 0 0,-1-1 0 0 0,1 1 0 0 0,0-1 0 0 0,1 0 0 0 0,0 1 0 0 0,-1-1-1 0 0,2 0 1 0 0,-1 0 0 0 0,1 0 0 0 0,-1 0 0 0 0,1-1 0 0 0,5 6 0 0 0,-3-4 0 0 0,0-1-1 0 0,1 0 1 0 0,0-1 0 0 0,0 1-1 0 0,0-1 1 0 0,0 0-1 0 0,1-1 1 0 0,0 1 0 0 0,-1-1-1 0 0,1-1 1 0 0,0 1 0 0 0,1-1-1 0 0,11 2 1 0 0,0-2-7 0 0,0 0-1 0 0,0-1 1 0 0,0-1 0 0 0,0-1-1 0 0,0-1 1 0 0,1 0 0 0 0,-2-2 0 0 0,1 0-1 0 0,0-1 1 0 0,-1 0 0 0 0,0-2-1 0 0,0 0 1 0 0,25-15 0 0 0,-13 4-65 0 0,-1 0 0 0 0,0-2 0 0 0,-2-1 1 0 0,0-2-1 0 0,-1 0 0 0 0,35-43 0 0 0,-23 18-162 0 0,-1-3-1 0 0,-3 0 1 0 0,48-100-1 0 0,48-181-331 0 0,-129 327 515 0 0,-3 5 19 0 0,-7 12 14 0 0,-11 18 25 0 0,-253 581 1681 0 0,268-596-1676 0 0,-4 8 49 0 0,0 1 0 0 0,-7 39 0 0 0,15-58-57 0 0,0 1 0 0 0,0 0 0 0 0,1 0 0 0 0,0 0-1 0 0,0 0 1 0 0,0 0 0 0 0,1-1 0 0 0,-1 1 0 0 0,1 0 0 0 0,1 0-1 0 0,-1-1 1 0 0,1 1 0 0 0,0 0 0 0 0,0-1 0 0 0,1 0-1 0 0,5 9 1 0 0,-4-9-5 0 0,0-1 0 0 0,0 0-1 0 0,1 0 1 0 0,0 0 0 0 0,0 0 0 0 0,0-1-1 0 0,0 1 1 0 0,0-1 0 0 0,1-1-1 0 0,-1 1 1 0 0,1-1 0 0 0,-1 0-1 0 0,1 0 1 0 0,0-1 0 0 0,0 1 0 0 0,0-1-1 0 0,0-1 1 0 0,0 1 0 0 0,0-1-1 0 0,1 0 1 0 0,8-1 0 0 0,0-1-11 0 0,-1 0 0 0 0,1-1 1 0 0,-1-1-1 0 0,0 0 0 0 0,0-1 1 0 0,-1 0-1 0 0,25-14 0 0 0,-19 7-14 0 0,0-1-1 0 0,-2-1 1 0 0,0-1 0 0 0,0 0-1 0 0,-1-1 1 0 0,-1-1-1 0 0,-1 0 1 0 0,0-1-1 0 0,-1-1 1 0 0,-1 0-1 0 0,-1 0 1 0 0,-1-1-1 0 0,-1-1 1 0 0,8-23 0 0 0,-14 34 12 0 0,-1 0 0 0 0,0-1 0 0 0,0 1 0 0 0,-1-1 0 0 0,0-13 0 0 0,-1 21 4 0 0,0 0-1 0 0,0 0 1 0 0,0-1 0 0 0,-1 1-1 0 0,1 0 1 0 0,-1 0 0 0 0,0 0-1 0 0,0-1 1 0 0,0 1 0 0 0,0 0-1 0 0,-1 1 1 0 0,1-1 0 0 0,-1 0-1 0 0,1 0 1 0 0,-1 0 0 0 0,0 1-1 0 0,0-1 1 0 0,-1 1 0 0 0,1 0-1 0 0,-5-4 1 0 0,6 5-1 0 0,-1 0 0 0 0,1 0 1 0 0,-1 0-1 0 0,0 0 0 0 0,0 0 0 0 0,1 1 1 0 0,-1-1-1 0 0,0 1 0 0 0,0-1 0 0 0,0 1 0 0 0,0-1 1 0 0,0 1-1 0 0,1 0 0 0 0,-1 0 0 0 0,0 0 1 0 0,0 0-1 0 0,0 1 0 0 0,0-1 0 0 0,0 0 0 0 0,0 1 1 0 0,1-1-1 0 0,-1 1 0 0 0,0 0 0 0 0,0 0 1 0 0,1-1-1 0 0,-1 1 0 0 0,0 0 0 0 0,1 0 1 0 0,-1 1-1 0 0,1-1 0 0 0,-1 0 0 0 0,1 0 0 0 0,0 1 1 0 0,0-1-1 0 0,-1 1 0 0 0,0 1 0 0 0,1-1 5 0 0,-1 1 0 0 0,1-1 0 0 0,-1 1-1 0 0,1-1 1 0 0,0 1 0 0 0,0 0 0 0 0,1 0-1 0 0,-1-1 1 0 0,0 1 0 0 0,1 0-1 0 0,0 0 1 0 0,0 0 0 0 0,-1-1 0 0 0,2 1-1 0 0,-1 0 1 0 0,0 0 0 0 0,1 0 0 0 0,-1-1-1 0 0,1 1 1 0 0,0 0 0 0 0,-1 0 0 0 0,3 3-1 0 0,0-2 2 0 0,0 0-1 0 0,1 0 1 0 0,-1 0-1 0 0,1-1 1 0 0,0 1-1 0 0,0-1 0 0 0,0 0 1 0 0,0 0-1 0 0,0-1 1 0 0,1 1-1 0 0,-1-1 1 0 0,1 0-1 0 0,0 0 1 0 0,-1 0-1 0 0,1-1 1 0 0,0 1-1 0 0,5-1 0 0 0,13 3-3 0 0,0-1-1 0 0,33-1 0 0 0,-39-1 7 0 0,13-2-7 0 0,-1 0-1 0 0,1-2 1 0 0,0-1-1 0 0,-1-1 1 0 0,0-2-1 0 0,0-1 1 0 0,-1-1-1 0 0,0-1 0 0 0,36-20 1 0 0,-62 29-2 0 0,16-10-31 0 0,-18 10 32 0 0,1 1-1 0 0,-1-1 1 0 0,1 1-1 0 0,-1-1 1 0 0,1 1-1 0 0,-1-1 1 0 0,0 0-1 0 0,0 1 1 0 0,1-1-1 0 0,-1 1 1 0 0,0-1-1 0 0,0 0 1 0 0,0 1-1 0 0,1-1 1 0 0,-1 0-1 0 0,0 1 0 0 0,0-1 1 0 0,0 0-1 0 0,0 1 1 0 0,0-1-1 0 0,-1 0 1 0 0,1 1-1 0 0,0-1 1 0 0,0 0-1 0 0,0 0 1 0 0,-1 1 1 0 0,0-1-1 0 0,0 1 1 0 0,0 0 0 0 0,0 0 0 0 0,0 0 0 0 0,1 0-1 0 0,-1 0 1 0 0,0 0 0 0 0,0 0 0 0 0,0 0-1 0 0,0 0 1 0 0,0 1 0 0 0,1-1 0 0 0,-1 0 0 0 0,0 0-1 0 0,0 1 1 0 0,0-1 0 0 0,-1 1 0 0 0,-16 7 0 0 0,18-8 3 0 0,-26 14 22 0 0,1 2 1 0 0,0 0-1 0 0,2 1 1 0 0,0 2 0 0 0,1 0-1 0 0,0 1 1 0 0,2 1 0 0 0,0 2-1 0 0,2 0 1 0 0,0 0 0 0 0,2 2-1 0 0,-14 26 1 0 0,26-44-9 0 0,1 1 1 0 0,0 0-1 0 0,0-1 1 0 0,0 1-1 0 0,1 0 0 0 0,0 0 1 0 0,1 0-1 0 0,-1 16 1 0 0,2-20-8 0 0,0-1 0 0 0,0 0 0 0 0,1 0 0 0 0,0 0 0 0 0,-1 0 0 0 0,1 0 0 0 0,0 0 0 0 0,0 0 0 0 0,1 0 0 0 0,-1 0 0 0 0,1 0 0 0 0,-1 0 0 0 0,1-1 0 0 0,0 1 0 0 0,0-1 0 0 0,0 1 0 0 0,0-1 0 0 0,1 0 0 0 0,-1 0 0 0 0,1 0 0 0 0,-1 0 0 0 0,1 0 0 0 0,0 0 0 0 0,0-1 0 0 0,5 3 0 0 0,1-1-2 0 0,1 0 1 0 0,0 0-1 0 0,0-1 1 0 0,0 0-1 0 0,0 0 1 0 0,0-1-1 0 0,13-1 1 0 0,72-6-27 0 0,-57 0-25 0 0,0-1 0 0 0,0-1-1 0 0,-1-2 1 0 0,-1-2 0 0 0,0-1 0 0 0,0-2-1 0 0,-2-2 1 0 0,0-1 0 0 0,-1-1-1 0 0,0-2 1 0 0,44-39 0 0 0,-60 45 13 0 0,27-31 1 0 0,-40 40 24 0 0,1 0 0 0 0,-1 1 1 0 0,0-2-1 0 0,-1 1 0 0 0,1 0 1 0 0,-1-1-1 0 0,0 1 0 0 0,-1-1 1 0 0,3-10-1 0 0,-5 16 7 0 0,0 0 0 0 0,0 1 0 0 0,0-1 0 0 0,0 0 0 0 0,-1 0 0 0 0,1 1 0 0 0,0-1 0 0 0,0 0 0 0 0,0 0 1 0 0,-1 1-1 0 0,1-1 0 0 0,0 0 0 0 0,-1 1 0 0 0,1-1 0 0 0,-1 0 0 0 0,1 1 0 0 0,-1-1 0 0 0,1 1 0 0 0,-1-1 0 0 0,1 0 0 0 0,-1 1 0 0 0,1-1 0 0 0,-1 1 0 0 0,0 0 1 0 0,1-1-1 0 0,-1 1 0 0 0,0 0 0 0 0,0-1 0 0 0,1 1 0 0 0,-1 0 0 0 0,0 0 0 0 0,-1-1 0 0 0,-22-2 57 0 0,17 4-34 0 0,0 0 1 0 0,0 1 0 0 0,1 0-1 0 0,-1 0 1 0 0,1 1 0 0 0,-1-1-1 0 0,1 1 1 0 0,-6 4 0 0 0,-45 34 209 0 0,35-25-143 0 0,8-5-48 0 0,-1 1 0 0 0,2 1 0 0 0,0 0 0 0 0,0 0 0 0 0,1 1 0 0 0,1 1 0 0 0,0 0 1 0 0,1 1-1 0 0,1 0 0 0 0,-10 22 0 0 0,17-35-28 0 0,1 1 1 0 0,0 0-1 0 0,0 0 0 0 0,0 0 1 0 0,0 0-1 0 0,1 0 0 0 0,-1 0 1 0 0,1 0-1 0 0,0 0 0 0 0,0 0 1 0 0,1 0-1 0 0,-1 0 0 0 0,1 0 1 0 0,0-1-1 0 0,0 1 0 0 0,0 0 1 0 0,0 0-1 0 0,1 0 0 0 0,3 6 1 0 0,-2-6-3 0 0,0-1 1 0 0,0 1-1 0 0,0-1 0 0 0,1 0 1 0 0,-1 0-1 0 0,1 0 1 0 0,-1 0-1 0 0,1-1 0 0 0,0 1 1 0 0,0-1-1 0 0,0 0 1 0 0,0 0-1 0 0,1 0 0 0 0,-1-1 1 0 0,0 0-1 0 0,1 1 1 0 0,5-1-1 0 0,9 1-5 0 0,0-1-1 0 0,0 0 0 0 0,1-2 1 0 0,-1 0-1 0 0,0-1 1 0 0,0-2-1 0 0,0 1 1 0 0,-1-2-1 0 0,1-1 1 0 0,-1 0-1 0 0,-1-1 1 0 0,20-10-1 0 0,4-5-16 0 0,-2-2 0 0 0,0-1 1 0 0,67-58-1 0 0,-78 60-4 0 0,-1-2 1 0 0,-1-1-1 0 0,-1-1 0 0 0,42-60 1 0 0,-61 78-47 0 0,-10 21 43 0 0,-12 21 11 0 0,-184 266 552 0 0,144-223-139 0 0,55-74-365 0 0,20-16-65 0 0,56-56-72 0 0,-25 22 102 0 0,71-52 0 0 0,-91 79-25 0 0,58-32 1 0 0,-77 48 5 0 0,0 0 0 0 0,0 0 0 0 0,1 1 0 0 0,-1 1 0 0 0,1 0 0 0 0,-1 0 0 0 0,1 1 0 0 0,0 1-1 0 0,19 0 1 0 0,-28 1 7 0 0,1 0-1 0 0,-1 0 0 0 0,0 1 1 0 0,0 0-1 0 0,0 0 0 0 0,0 0 1 0 0,0 0-1 0 0,0 0 0 0 0,0 0 1 0 0,0 1-1 0 0,0 0 0 0 0,-1-1 1 0 0,1 1-1 0 0,0 0 0 0 0,-1 0 1 0 0,0 0-1 0 0,4 5 0 0 0,-3-2 1 0 0,1-1 1 0 0,-2 1-1 0 0,1 0 0 0 0,0 0 0 0 0,-1 0 0 0 0,0 1 0 0 0,0-1 0 0 0,-1 0 0 0 0,2 9 0 0 0,-1-1 7 0 0,-1 0 0 0 0,-1 0 0 0 0,0-1 0 0 0,0 1 0 0 0,-1 0 0 0 0,-1-1 0 0 0,0 1 0 0 0,-5 16 0 0 0,4-19 24 0 0,-1-1 0 0 0,0 1-1 0 0,0-1 1 0 0,0 0 0 0 0,-1-1-1 0 0,-1 1 1 0 0,1-1 0 0 0,-1 0 0 0 0,-1 0-1 0 0,0 0 1 0 0,-10 8 0 0 0,16-15-26 0 0,0-1 1 0 0,0 1-1 0 0,0-1 1 0 0,0 1-1 0 0,0-1 1 0 0,0 0-1 0 0,0 1 1 0 0,-1-1-1 0 0,1 0 1 0 0,0 0-1 0 0,0 0 1 0 0,0 0-1 0 0,0 0 0 0 0,-1 0 1 0 0,1 0-1 0 0,0 0 1 0 0,0 0-1 0 0,0-1 1 0 0,0 1-1 0 0,0 0 1 0 0,-1-1-1 0 0,1 1 1 0 0,0-1-1 0 0,-1 0 1 0 0,1 1-3 0 0,0-1 3 0 0,1 1-1 0 0,-1-1 1 0 0,1 0-1 0 0,0 1 1 0 0,-1-1-1 0 0,1 1 1 0 0,-1-1-1 0 0,1 1 0 0 0,0-1 1 0 0,0 0-1 0 0,-1 1 1 0 0,1-1-1 0 0,0 0 1 0 0,0 1-1 0 0,0-1 1 0 0,-1 0-1 0 0,1 0 1 0 0,0 1-1 0 0,0-1 0 0 0,0 0 1 0 0,0 1-1 0 0,1-1 1 0 0,-1 0-1 0 0,0 1 1 0 0,0-1-1 0 0,0 0 1 0 0,1 0-1 0 0,4-18 30 0 0,2 3-28 0 0,1 1 0 0 0,0 1-1 0 0,1-1 1 0 0,1 1 0 0 0,0 1 0 0 0,1 0 0 0 0,15-15-1 0 0,-5 8-27 0 0,0 2 0 0 0,1 0 0 0 0,38-23-1 0 0,-35 26 22 0 0,1 2 0 0 0,32-13 0 0 0,-48 22-4 0 0,0 0 0 0 0,1 1 0 0 0,-1 1 0 0 0,1 0 0 0 0,0 0 0 0 0,-1 1-1 0 0,1 0 1 0 0,21 2 0 0 0,-29 0 7 0 0,-1-1 1 0 0,1 0-1 0 0,-1 1 0 0 0,1 0 1 0 0,-1-1-1 0 0,1 1 0 0 0,-1 0 1 0 0,0 0-1 0 0,0 1 0 0 0,1-1 0 0 0,-1 0 1 0 0,0 1-1 0 0,0-1 0 0 0,0 1 1 0 0,0 0-1 0 0,0-1 0 0 0,-1 1 1 0 0,1 0-1 0 0,-1 0 0 0 0,1 0 0 0 0,-1 1 1 0 0,1-1-1 0 0,-1 0 0 0 0,0 0 1 0 0,0 1-1 0 0,0-1 0 0 0,-1 1 1 0 0,1-1-1 0 0,0 1 0 0 0,-1-1 0 0 0,0 1 1 0 0,1-1-1 0 0,-1 4 0 0 0,0 1-3 0 0,-1 0 0 0 0,1 0 0 0 0,-1 0 0 0 0,0 0 0 0 0,-1 0 0 0 0,0 0 0 0 0,0 0 0 0 0,0-1 0 0 0,-1 1 0 0 0,-5 9 0 0 0,-5 4 16 0 0,0 0-1 0 0,-1-1 1 0 0,-1-1 0 0 0,-28 27 0 0 0,2-3 107 0 0,40-41-72 0 0,4-2-36 0 0,20-12-4 0 0,0 0-1 0 0,28-22 1 0 0,18-11 26 0 0,-28 21-49 0 0,2 3 0 0 0,0 0 0 0 0,1 3 0 0 0,88-25 0 0 0,-129 44 11 0 0,1-1 0 0 0,-1 1 0 0 0,1 0 1 0 0,-1 0-1 0 0,1 0 0 0 0,-1 0 0 0 0,0 1 1 0 0,7 1-1 0 0,-9-2 9 0 0,1 0 0 0 0,-1 1-1 0 0,0-1 1 0 0,0 1 0 0 0,0-1 0 0 0,0 1 0 0 0,0-1-1 0 0,1 1 1 0 0,-1 0 0 0 0,0-1 0 0 0,0 1 0 0 0,-1 0-1 0 0,1 0 1 0 0,0 0 0 0 0,0 0 0 0 0,0 0-1 0 0,0 0 1 0 0,-1 0 0 0 0,1 0 0 0 0,-1 0 0 0 0,1 0-1 0 0,0 0 1 0 0,-1 0 0 0 0,0 0 0 0 0,1 1 0 0 0,-1-1-1 0 0,0 0 1 0 0,1 2 0 0 0,-2 5 9 0 0,0 0 0 0 0,0-1 0 0 0,0 1 0 0 0,-1-1 1 0 0,0 1-1 0 0,-1-1 0 0 0,0 0 0 0 0,-4 9 0 0 0,-38 58 124 0 0,20-33-11 0 0,23-38-117 0 0,-1 1 18 0 0,1 0-1 0 0,0 0 1 0 0,0 0-1 0 0,0 0 0 0 0,0 0 1 0 0,1 0-1 0 0,-2 7 1 0 0,3-10-23 0 0,0 0 0 0 0,0 1 0 0 0,1-1 0 0 0,-1 0 0 0 0,0 0 0 0 0,0 1 0 0 0,1-1 0 0 0,-1 0 0 0 0,1 0 1 0 0,-1 1-1 0 0,1-1 0 0 0,0 0 0 0 0,-1 0 0 0 0,1 0 0 0 0,0 0 0 0 0,0 0 0 0 0,0 0 0 0 0,0 0 0 0 0,0 0 1 0 0,0 0-1 0 0,0 0 0 0 0,0-1 0 0 0,0 1 0 0 0,0 0 0 0 0,0-1 0 0 0,0 1 0 0 0,1-1 0 0 0,1 1 0 0 0,2 1-5 0 0,0 0 0 0 0,0 0 0 0 0,0-1 0 0 0,0 0 0 0 0,0 0 0 0 0,1-1 0 0 0,-1 1 0 0 0,0-1 0 0 0,11-1 0 0 0,48-11-14 0 0,-46 8 37 0 0,18-6-8 0 0,-1-1 0 0 0,0-2 0 0 0,0-1 0 0 0,-2-2 0 0 0,0-1 0 0 0,0-2 0 0 0,-2-1 0 0 0,0-1 0 0 0,-2-2 0 0 0,29-28 0 0 0,-45 38-16 0 0,0 0 0 0 0,-1-2 0 0 0,0 1 0 0 0,-1-1 0 0 0,-1-1 0 0 0,9-18 0 0 0,-18 32 2 0 0,0 0 0 0 0,0 0 0 0 0,0 0 0 0 0,0 0 0 0 0,0-1-1 0 0,-1 1 1 0 0,1 0 0 0 0,-1-1 0 0 0,0 1 0 0 0,0 0 0 0 0,1-1 0 0 0,-1 1-1 0 0,-1 0 1 0 0,1-1 0 0 0,0 1 0 0 0,-1-3 0 0 0,0 4 0 0 0,0-1 1 0 0,0 1-1 0 0,1-1 0 0 0,-1 1 1 0 0,0-1-1 0 0,0 1 0 0 0,-1 0 1 0 0,1-1-1 0 0,0 1 0 0 0,0 0 1 0 0,-1 0-1 0 0,1 0 0 0 0,0 0 1 0 0,-1 0-1 0 0,1 0 0 0 0,-1 0 1 0 0,-1 0-1 0 0,-2-1 2 0 0,0 1-1 0 0,-1 0 1 0 0,1 0 0 0 0,0 0-1 0 0,0 0 1 0 0,-1 1-1 0 0,1 0 1 0 0,0 0-1 0 0,-1 1 1 0 0,1-1 0 0 0,0 1-1 0 0,-8 2 1 0 0,-1 2 38 0 0,1 0 1 0 0,-1 1 0 0 0,0 0-1 0 0,1 1 1 0 0,1 1-1 0 0,-1 0 1 0 0,1 1 0 0 0,-14 12-1 0 0,19-15 28 0 0,1 0 0 0 0,0 1 0 0 0,0 0-1 0 0,0 0 1 0 0,1 0 0 0 0,0 1 0 0 0,0 0 0 0 0,1 0 0 0 0,0 0-1 0 0,0 0 1 0 0,1 1 0 0 0,0 0 0 0 0,0-1 0 0 0,-1 15 0 0 0,4-18-36 0 0,0 0 0 0 0,0 0 0 0 0,0-1 0 0 0,1 1 0 0 0,0 0 0 0 0,0 0 0 0 0,0 0 0 0 0,1 0 0 0 0,0-1 0 0 0,0 1 0 0 0,0 0 0 0 0,0-1 0 0 0,1 0 0 0 0,0 0 0 0 0,-1 0 0 0 0,1 0 0 0 0,1 0 0 0 0,-1 0 0 0 0,1-1 0 0 0,-1 1 0 0 0,1-1 0 0 0,6 4 0 0 0,8 4 17 0 0,-1 0 0 0 0,2-1 0 0 0,36 15 0 0 0,-30-16-187 0 0,-1-1 1 0 0,1-1-1 0 0,1-1 1 0 0,-1-1-1 0 0,42 2 1 0 0,-45-7-1152 0 0,0 0 1 0 0,33-5-1 0 0,-37 2-1207 0 0,-1 0 1 0 0,0-2-1 0 0,25-9 0 0 0,-14 2-6481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3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37 2120 0 0,'-11'10'15511'0'0,"28"-12"-16228"0"0,340-22 2978 0 0,-121 17-3784 0 0,40-1-7232 0 0,-175 3 2262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52 1348 0 0,'2'-18'4491'0'0,"5"-15"1543"0"0,-4 42-5371 0 0,-4 4-237 0 0,0-1 0 0 0,-1 0 1 0 0,0 1-1 0 0,0-1 0 0 0,-9 22 0 0 0,6-16-125 0 0,-24 71 843 0 0,-54 114 0 0 0,-59 77-295 0 0,140-276-817 0 0,0-1 0 0 0,0 1 0 0 0,0-1 0 0 0,-1 0 0 0 0,1 1 1 0 0,-1-1-1 0 0,-4 4 0 0 0,6-6-11 0 0,-1-15 2 0 0,1 13-24 0 0,1-1-1 0 0,-1 1 1 0 0,1-1 0 0 0,0 1 0 0 0,-1-1-1 0 0,1 0 1 0 0,0 1 0 0 0,0-1 0 0 0,0 1-1 0 0,1-1 1 0 0,-1 1 0 0 0,1-4 0 0 0,6-17-10 0 0,1 1 1 0 0,1 0 0 0 0,1 0-1 0 0,1 0 1 0 0,1 2-1 0 0,1-1 1 0 0,0 2 0 0 0,23-25-1 0 0,-25 31 7 0 0,1 0 1 0 0,0 1-1 0 0,1 1 0 0 0,0 0 0 0 0,0 1 0 0 0,1 0 0 0 0,0 1 1 0 0,1 0-1 0 0,0 1 0 0 0,0 1 0 0 0,0 0 0 0 0,27-5 0 0 0,-35 10 3 0 0,1 0 0 0 0,0 1-1 0 0,0 0 1 0 0,0 0 0 0 0,0 1-1 0 0,0 0 1 0 0,0 0 0 0 0,0 1-1 0 0,0 0 1 0 0,0 0 0 0 0,-1 1-1 0 0,0 0 1 0 0,1 1 0 0 0,-1-1-1 0 0,0 1 1 0 0,0 1 0 0 0,-1-1-1 0 0,0 1 1 0 0,1 0 0 0 0,-1 0-1 0 0,-1 1 1 0 0,9 10 0 0 0,-10-11 32 0 0,0 0 1 0 0,-1 1-1 0 0,1-1 0 0 0,-1 1 1 0 0,0 0-1 0 0,0 0 0 0 0,-1 0 1 0 0,0 0-1 0 0,0 0 0 0 0,0 1 1 0 0,-1-1-1 0 0,0 1 0 0 0,0-1 1 0 0,-1 1-1 0 0,0-1 0 0 0,0 1 1 0 0,0 0-1 0 0,-1-1 1 0 0,0 1-1 0 0,0-1 0 0 0,-1 0 1 0 0,0 1-1 0 0,0-1 0 0 0,0 0 1 0 0,-1 0-1 0 0,0 0 0 0 0,-6 9 1 0 0,2-4 28 0 0,-1-1 1 0 0,0 0-1 0 0,-1-1 0 0 0,0 1 1 0 0,-1-2-1 0 0,0 0 1 0 0,0 0-1 0 0,-1 0 1 0 0,0-1-1 0 0,0-1 0 0 0,-1 0 1 0 0,1-1-1 0 0,-1 0 1 0 0,0 0-1 0 0,-22 4 0 0 0,13-5-28 0 0,0-2 0 0 0,0 1-1 0 0,-1-2 1 0 0,1-1-1 0 0,0-1 1 0 0,0-1-1 0 0,0 0 1 0 0,-38-11 0 0 0,51 11-40 0 0,-9-2-61 0 0,0-1 0 0 0,-24-10 1 0 0,40 15 17 0 0,1-1 1 0 0,-1 1-1 0 0,0 0 1 0 0,1 0-1 0 0,-1-1 1 0 0,1 1 0 0 0,-1-1-1 0 0,0 1 1 0 0,1 0-1 0 0,-1-1 1 0 0,1 1 0 0 0,0-1-1 0 0,-1 1 1 0 0,1-1-1 0 0,-1 1 1 0 0,1-1-1 0 0,0 0 1 0 0,-1 1 0 0 0,1-1-1 0 0,0 0 1 0 0,-1 1-1 0 0,1-1 1 0 0,0 1 0 0 0,0-1-1 0 0,0 0 1 0 0,0 1-1 0 0,0-2 1 0 0,0 0-74 0 0,0 1-1 0 0,1 0 1 0 0,-1 0 0 0 0,1-1 0 0 0,-1 1-1 0 0,1 0 1 0 0,0 0 0 0 0,0 0 0 0 0,-1 0 0 0 0,1 0-1 0 0,0 0 1 0 0,0 0 0 0 0,1-1 0 0 0,3-2-682 0 0,1 0-1 0 0,-1 0 1 0 0,0 0 0 0 0,12-4 0 0 0,21-8-5014 0 0,-17 6 669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3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132 123 1444 0 0,'5'-3'1054'0'0,"21"-13"3398"0"0,-25 15-4164 0 0,1 1 1 0 0,-1-1 0 0 0,0 0 0 0 0,0 0-1 0 0,0 0 1 0 0,0 0 0 0 0,0 0-1 0 0,0 0 1 0 0,-1 0 0 0 0,1 0 0 0 0,0 0-1 0 0,0-1 1 0 0,-1 1 0 0 0,1 0-1 0 0,-1 0 1 0 0,1-1 0 0 0,0-1-1 0 0,-21 13 729 0 0,1 9-623 0 0,2 1 1 0 0,0 0 0 0 0,1 2 0 0 0,1 0 0 0 0,1 0 0 0 0,1 2-1 0 0,2 0 1 0 0,-15 39 0 0 0,23-55-352 0 0,1 0 0 0 0,0 0 0 0 0,1 0 0 0 0,0 0 0 0 0,0 1 0 0 0,1 12 0 0 0,0-19-27 0 0,0 1 0 0 0,1-1 0 0 0,-1 1 0 0 0,1-1 0 0 0,0 0 0 0 0,0 1 0 0 0,0-1 0 0 0,0 0 0 0 0,0 0 0 0 0,0 1 0 0 0,1-1 0 0 0,-1 0 0 0 0,1 0 0 0 0,-1 0 0 0 0,1-1 0 0 0,0 1 0 0 0,0 0 0 0 0,0-1 0 0 0,0 1 0 0 0,0-1-1 0 0,0 1 1 0 0,0-1 0 0 0,0 0 0 0 0,0 0 0 0 0,4 1 0 0 0,1 0 2 0 0,-1 0 0 0 0,1-1-1 0 0,0 1 1 0 0,-1-2-1 0 0,1 1 1 0 0,0-1 0 0 0,0 0-1 0 0,-1 0 1 0 0,1 0 0 0 0,0-1-1 0 0,0 0 1 0 0,-1-1 0 0 0,1 0-1 0 0,-1 0 1 0 0,1 0-1 0 0,-1-1 1 0 0,0 1 0 0 0,0-1-1 0 0,0-1 1 0 0,0 1 0 0 0,6-7-1 0 0,-3 3-8 0 0,0 0 0 0 0,-1-1 0 0 0,0 0 0 0 0,0 0-1 0 0,-1-1 1 0 0,0 0 0 0 0,-1-1 0 0 0,0 1 0 0 0,0-1 0 0 0,-1 0-1 0 0,8-21 1 0 0,-6 6-6 0 0,0 0 1 0 0,-2-1-1 0 0,3-30 0 0 0,-7 47-3 0 0,0 1 0 0 0,-1-1-1 0 0,0 0 1 0 0,-1 0 0 0 0,0 0 0 0 0,0 0-1 0 0,-1 1 1 0 0,0-1 0 0 0,-1 0 0 0 0,0 1-1 0 0,0 0 1 0 0,0 0 0 0 0,-6-9 0 0 0,7 15-4 0 0,1-1 1 0 0,-1 1-1 0 0,0-1 1 0 0,0 1-1 0 0,-1 0 1 0 0,1-1 0 0 0,0 1-1 0 0,-1 1 1 0 0,1-1-1 0 0,-1 0 1 0 0,0 0-1 0 0,1 1 1 0 0,-1 0 0 0 0,0-1-1 0 0,0 1 1 0 0,0 0-1 0 0,0 0 1 0 0,-5 0-1 0 0,4 1 2 0 0,-1 0-1 0 0,0 0 1 0 0,1 0-1 0 0,-1 1 1 0 0,0 0-1 0 0,1-1 1 0 0,-1 2-1 0 0,1-1 1 0 0,0 1-1 0 0,-1-1 1 0 0,-5 4-1 0 0,0 1-6 0 0,-1 1-1 0 0,1 0 1 0 0,1 0-1 0 0,0 1 0 0 0,0 0 1 0 0,0 1-1 0 0,1 0 0 0 0,-14 19 1 0 0,19-23-176 0 0,0 0 0 0 0,0 0 0 0 0,0 0 0 0 0,1 1-1 0 0,-1-1 1 0 0,2 1 0 0 0,-1 0 0 0 0,0 0 0 0 0,1 0 0 0 0,0 0 0 0 0,1 0 0 0 0,-1-1 0 0 0,1 10 0 0 0,1-11-222 0 0,-1-1-1 0 0,1 1 0 0 0,0 0 1 0 0,1 0-1 0 0,-1 0 0 0 0,0-1 1 0 0,1 1-1 0 0,0-1 0 0 0,0 1 1 0 0,0-1-1 0 0,0 0 1 0 0,1 0-1 0 0,-1 0 0 0 0,1 0 1 0 0,0 0-1 0 0,0 0 0 0 0,0-1 1 0 0,0 1-1 0 0,0-1 1 0 0,1 0-1 0 0,3 2 0 0 0,13 5-3383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0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52 2380 0 0,'24'-51'12456'0'0,"-32"62"-12219"0"0,1 1 0 0 0,1 0 0 0 0,0 0 0 0 0,-9 26 0 0 0,3-8 8 0 0,-1 2 2 0 0,-13 51-1 0 0,23-73-206 0 0,1 0 0 0 0,0 0 0 0 0,1 0-1 0 0,0 0 1 0 0,0 0 0 0 0,1 0 0 0 0,1 0 0 0 0,-1 0 0 0 0,5 20 0 0 0,-4-28-27 0 0,0 0 0 0 0,0 0 1 0 0,-1 0-1 0 0,1 0 1 0 0,1 0-1 0 0,-1 0 0 0 0,0 0 1 0 0,0 0-1 0 0,1 0 1 0 0,-1-1-1 0 0,1 1 0 0 0,-1 0 1 0 0,1-1-1 0 0,0 0 0 0 0,0 1 1 0 0,-1-1-1 0 0,1 0 1 0 0,4 2-1 0 0,-3-2 0 0 0,1 0 0 0 0,-1 0-1 0 0,1 0 1 0 0,0 0 0 0 0,-1-1-1 0 0,1 0 1 0 0,0 0 0 0 0,-1 0 0 0 0,1 0-1 0 0,6-1 1 0 0,-2-1-5 0 0,1 0-1 0 0,0 0 1 0 0,-1-1 0 0 0,1-1-1 0 0,-1 1 1 0 0,0-1 0 0 0,0-1-1 0 0,13-8 1 0 0,-5-1-29 0 0,-1-1 1 0 0,0 0-1 0 0,-1 0 0 0 0,22-33 0 0 0,37-75 893 0 0,-56 92-453 0 0,-16 29-377 0 0,-1 2-40 0 0,1 1-1 0 0,-1-1 0 0 0,0 1 0 0 0,0-1 1 0 0,1 0-1 0 0,-1 1 0 0 0,0-1 1 0 0,0 0-1 0 0,0 1 0 0 0,1-1 0 0 0,-1 1 1 0 0,0-1-1 0 0,0 1 0 0 0,0-1 0 0 0,0 1 1 0 0,0-1-1 0 0,0 0 0 0 0,0 1 1 0 0,0-1-1 0 0,0 1 0 0 0,0-1 0 0 0,0 1 1 0 0,0-1-1 0 0,0 1 0 0 0,-1-1 0 0 0,1 1 1 0 0,-3 16 27 0 0,2-14-23 0 0,-21 76 41 0 0,15-60-368 0 0,2 1 0 0 0,0-1 0 0 0,1 1 0 0 0,0 0 0 0 0,2 0 0 0 0,0 30 0 0 0,2-48-7 0 0,0 0 1 0 0,1 0 0 0 0,-1 0 0 0 0,0 0 0 0 0,1 0-1 0 0,0 0 1 0 0,-1 0 0 0 0,1-1 0 0 0,0 1 0 0 0,0 0 0 0 0,0-1-1 0 0,0 1 1 0 0,0 0 0 0 0,0-1 0 0 0,1 1 0 0 0,-1-1 0 0 0,0 0-1 0 0,1 1 1 0 0,-1-1 0 0 0,1 0 0 0 0,0 0 0 0 0,-1 0 0 0 0,1 0-1 0 0,0 0 1 0 0,-1 0 0 0 0,1 0 0 0 0,2 0 0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0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104 117 700 0 0,'18'-50'6965'0'0,"-15"37"-5231"0"0,1 1 0 0 0,1 0 0 0 0,8-16 0 0 0,-12 26-1462 0 0,1 5-206 0 0,-1-1 0 0 0,0 1 0 0 0,0-1 0 0 0,0 1 0 0 0,-1 0 0 0 0,1-1 0 0 0,0 1 0 0 0,-1 0 0 0 0,0 3 0 0 0,0-6-65 0 0,1 15 140 0 0,-1-1-1 0 0,0 0 0 0 0,-1 1 1 0 0,-1-1-1 0 0,-6 24 1 0 0,0-9 111 0 0,-19 45-1 0 0,22-64-196 0 0,-25 57 192 0 0,26-60-139 0 0,-1 1 0 0 0,1-2 0 0 0,-1 1 0 0 0,0 0 0 0 0,0-1 0 0 0,-10 8 0 0 0,15-13-89 0 0,-1 0 1 0 0,0 0-1 0 0,0-1 0 0 0,1 1 0 0 0,-1 0 0 0 0,0-1 0 0 0,0 1 0 0 0,0-1 0 0 0,0 1 0 0 0,1-1 1 0 0,-1 1-1 0 0,0-1 0 0 0,0 0 0 0 0,0 1 0 0 0,0-1 0 0 0,0 0 0 0 0,0 0 0 0 0,0 0 1 0 0,0 1-1 0 0,0-1 0 0 0,0 0 0 0 0,0-1 0 0 0,0 1 0 0 0,-2 0 0 0 0,2-1-11 0 0,1 0-1 0 0,-1 1 0 0 0,0-1 1 0 0,1 0-1 0 0,-1 0 1 0 0,0 0-1 0 0,1 1 0 0 0,-1-1 1 0 0,1 0-1 0 0,-1 0 0 0 0,1 0 1 0 0,0 0-1 0 0,-1 0 1 0 0,1 0-1 0 0,0 0 0 0 0,0 0 1 0 0,0 0-1 0 0,0 0 1 0 0,0-1-1 0 0,-1-6-4 0 0,1 1-1 0 0,1-1 1 0 0,0 1 0 0 0,0-1 0 0 0,2-8-1 0 0,3-4-13 0 0,1 0 0 0 0,1 0 0 0 0,1 0 0 0 0,1 1 1 0 0,0 1-1 0 0,25-32 0 0 0,-27 39-5 0 0,1 1 0 0 0,0 0 0 0 0,1 1 0 0 0,0 0 0 0 0,0 1 0 0 0,1 0 0 0 0,0 0 0 0 0,1 1 0 0 0,-1 1 0 0 0,2 0 0 0 0,-1 0 0 0 0,13-3 0 0 0,-18 7 4 0 0,0 1 0 0 0,0-1 1 0 0,0 1-1 0 0,0 1 1 0 0,0-1-1 0 0,0 1 0 0 0,0 1 1 0 0,0-1-1 0 0,0 1 0 0 0,0 0 1 0 0,0 1-1 0 0,0-1 1 0 0,0 1-1 0 0,0 1 0 0 0,-1-1 1 0 0,11 7-1 0 0,-12-6 14 0 0,-1-1 0 0 0,-1 1 1 0 0,1 0-1 0 0,0 0 0 0 0,-1 0 0 0 0,1 1 0 0 0,-1-1 0 0 0,0 1 1 0 0,0 0-1 0 0,-1 0 0 0 0,1 0 0 0 0,-1 0 0 0 0,0 0 0 0 0,0 1 1 0 0,0-1-1 0 0,0 1 0 0 0,-1-1 0 0 0,0 1 0 0 0,0 0 0 0 0,0-1 0 0 0,-1 1 1 0 0,1 0-1 0 0,-1 0 0 0 0,0-1 0 0 0,-1 7 0 0 0,-2 6 23 0 0,-1 0 0 0 0,-1 0 0 0 0,0 0 0 0 0,-1-1-1 0 0,-1 0 1 0 0,-10 19 0 0 0,-11 24-4072 0 0,28-58 3850 0 0,-1 0 0 0 0,1-1 1 0 0,0 1-1 0 0,0-1 1 0 0,0 1-1 0 0,0 0 1 0 0,0-1-1 0 0,0 1 0 0 0,-1 0 1 0 0,1-1-1 0 0,1 1 1 0 0,-1 0-1 0 0,0-1 0 0 0,0 1 1 0 0,0 0-1 0 0,0-1 1 0 0,0 1-1 0 0,1-1 1 0 0,-1 1-1 0 0,0 0 0 0 0,0-1 1 0 0,1 1-1 0 0,-1-1 1 0 0,0 1-1 0 0,1-1 1 0 0,-1 1-1 0 0,1-1 0 0 0,-1 1 1 0 0,1-1-1 0 0,-1 1 1 0 0,1-1-1 0 0,-1 0 0 0 0,1 1 1 0 0,-1-1-1 0 0,1 0 1 0 0,1 1-1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408 592 1968 0 0,'1'0'208'0'0,"14"-15"3175"0"0,19-26 1 0 0,-30 37-2833 0 0,-1-1-1 0 0,0 0 1 0 0,0 0-1 0 0,0 0 1 0 0,-1-1-1 0 0,1 1 1 0 0,-1 0 0 0 0,-1-1-1 0 0,1 0 1 0 0,1-9-1 0 0,-3 14-483 0 0,0 0-1 0 0,0 0 1 0 0,0 0-1 0 0,0 0 1 0 0,0-1-1 0 0,0 1 0 0 0,0 0 1 0 0,0 0-1 0 0,0 0 1 0 0,0 0-1 0 0,-1 0 1 0 0,1 0-1 0 0,-1 0 0 0 0,1 0 1 0 0,0 0-1 0 0,-1 0 1 0 0,0 0-1 0 0,1 0 1 0 0,-1 0-1 0 0,0 0 0 0 0,1 0 1 0 0,-1 0-1 0 0,0 1 1 0 0,0-1-1 0 0,0 0 1 0 0,1 0-1 0 0,-1 1 0 0 0,0-1 1 0 0,0 1-1 0 0,0-1 1 0 0,0 1-1 0 0,-2-1 1 0 0,0 0-13 0 0,-1 1 1 0 0,1-1 0 0 0,0 1 0 0 0,0 0 0 0 0,0 0-1 0 0,0 0 1 0 0,0 1 0 0 0,0-1 0 0 0,-6 2 0 0 0,-9 4 22 0 0,0 0-1 0 0,0 2 1 0 0,0 0 0 0 0,1 1 0 0 0,-30 21 0 0 0,-69 64 61 0 0,88-69-81 0 0,-47 57 0 0 0,64-69-43 0 0,2 1 0 0 0,-1 0 0 0 0,2 0 1 0 0,0 1-1 0 0,0 0 0 0 0,-9 28 0 0 0,16-39-10 0 0,0 0 0 0 0,0 0-1 0 0,0-1 1 0 0,1 1 0 0 0,-1 0-1 0 0,1 0 1 0 0,0 0 0 0 0,0-1-1 0 0,0 1 1 0 0,0 0 0 0 0,1 0-1 0 0,0 0 1 0 0,0-1 0 0 0,0 1-1 0 0,0 0 1 0 0,0-1 0 0 0,1 1-1 0 0,0-1 1 0 0,-1 1 0 0 0,1-1-1 0 0,3 3 1 0 0,-2-2-13 0 0,0-1 0 0 0,0 0-1 0 0,1-1 1 0 0,-1 1 0 0 0,1-1 0 0 0,0 1 0 0 0,0-1 0 0 0,0 0 0 0 0,0-1 0 0 0,0 1 0 0 0,0-1-1 0 0,0 1 1 0 0,1-1 0 0 0,-1-1 0 0 0,0 1 0 0 0,1 0 0 0 0,-1-1 0 0 0,6 0 0 0 0,2-1-101 0 0,0-1 1 0 0,0 0-1 0 0,0 0 1 0 0,0-1-1 0 0,0 0 0 0 0,-1-1 1 0 0,1-1-1 0 0,-1 0 1 0 0,0 0-1 0 0,-1-1 1 0 0,1-1-1 0 0,-1 0 1 0 0,0 0-1 0 0,-1-1 1 0 0,0 0-1 0 0,10-10 0 0 0,2-6-166 0 0,0-1 0 0 0,-1-1 0 0 0,-2 0 0 0 0,30-57 0 0 0,11-43 313 0 0,-6-2-1 0 0,-5-2 1 0 0,33-153-1 0 0,-80 274 198 0 0,-7 14-140 0 0,-6 17 79 0 0,-27 83 404 0 0,4 2 0 0 0,5 2-1 0 0,-19 138 1 0 0,45-222-666 0 0,1 1 0 0 0,0-1 0 0 0,3 1 0 0 0,0 0-1 0 0,4 32 1 0 0,-3-53-75 0 0,1 0 0 0 0,-1 1-1 0 0,1-1 1 0 0,0 0-1 0 0,0-1 1 0 0,1 1 0 0 0,0 0-1 0 0,-1 0 1 0 0,2-1 0 0 0,-1 0-1 0 0,0 0 1 0 0,1 0 0 0 0,0 0-1 0 0,0 0 1 0 0,0-1 0 0 0,8 6-1 0 0,-3-3-778 0 0,0-1-1 0 0,1 0 1 0 0,0-1-1 0 0,0 0 1 0 0,0 0 0 0 0,1-1-1 0 0,14 2 1 0 0,9 0-3948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352 222 2884 0 0,'6'-12'1772'0'0,"-1"0"-1"0"0,0 0 1 0 0,5-22-1 0 0,-9 30-1453 0 0,0 0-1 0 0,-1 0 0 0 0,1 0 1 0 0,-1-1-1 0 0,1 1 1 0 0,-1 0-1 0 0,-1 0 0 0 0,1-1 1 0 0,-1 1-1 0 0,1 0 0 0 0,-1 0 1 0 0,0 0-1 0 0,-1 0 0 0 0,1 0 1 0 0,-4-6-1 0 0,4 9-259 0 0,0-1-1 0 0,0 1 1 0 0,-1-1-1 0 0,1 1 1 0 0,-1 0-1 0 0,1 0 1 0 0,-1 0-1 0 0,0 0 1 0 0,1 0-1 0 0,-1 0 1 0 0,0 0-1 0 0,0 1 1 0 0,1-1-1 0 0,-1 1 1 0 0,0-1-1 0 0,0 1 1 0 0,0 0-1 0 0,0-1 1 0 0,0 1-1 0 0,0 0 1 0 0,0 0-1 0 0,0 1 1 0 0,1-1-1 0 0,-1 0 1 0 0,0 1-1 0 0,0-1 1 0 0,0 1-1 0 0,0-1 1 0 0,1 1-1 0 0,-3 1 1 0 0,-8 3 29 0 0,0 0 0 0 0,0 1 0 0 0,-12 9 0 0 0,19-12-7 0 0,-23 15 63 0 0,1 1 0 0 0,1 1 0 0 0,-35 35 0 0 0,48-42-103 0 0,1 1 0 0 0,0 1-1 0 0,0 0 1 0 0,2 0 0 0 0,0 1 0 0 0,1 1-1 0 0,-12 28 1 0 0,19-41-22 0 0,1 1-1 0 0,-1 0 1 0 0,1 0-1 0 0,0-1 1 0 0,1 1-1 0 0,-1 0 1 0 0,1 0-1 0 0,0 0 1 0 0,0 0 0 0 0,0 0-1 0 0,1-1 1 0 0,0 1-1 0 0,0 0 1 0 0,3 9-1 0 0,-3-12-7 0 0,0 1-1 0 0,1 0 0 0 0,-1-1 0 0 0,1 0 0 0 0,0 1 0 0 0,0-1 1 0 0,0 0-1 0 0,0 0 0 0 0,0 0 0 0 0,0 0 0 0 0,0 0 1 0 0,1-1-1 0 0,-1 1 0 0 0,1-1 0 0 0,-1 1 0 0 0,1-1 0 0 0,0 0 1 0 0,-1 0-1 0 0,1 0 0 0 0,0-1 0 0 0,0 1 0 0 0,0 0 1 0 0,-1-1-1 0 0,1 0 0 0 0,0 0 0 0 0,4 0 0 0 0,3 0-6 0 0,-1-1-1 0 0,1-1 1 0 0,0 0-1 0 0,-1 0 1 0 0,1-1-1 0 0,-1 0 1 0 0,1 0-1 0 0,-1-1 1 0 0,-1-1-1 0 0,1 1 1 0 0,0-1-1 0 0,-1-1 1 0 0,11-8-1 0 0,9-11-27 0 0,-2 0 0 0 0,31-37-1 0 0,-27 28 7 0 0,71-92-11 0 0,-90 112-15 0 0,-15 26 44 0 0,-15 26 22 0 0,6-14-11 0 0,0 1 0 0 0,-11 37 1 0 0,20-51 2 0 0,1 1 0 0 0,0 0 1 0 0,1 0-1 0 0,0 0 1 0 0,1 0-1 0 0,0 0 1 0 0,2 23-1 0 0,-1-32-4 0 0,1 0 1 0 0,-1-1-1 0 0,1 1 0 0 0,0-1 0 0 0,-1 1 0 0 0,1-1 1 0 0,0 1-1 0 0,1-1 0 0 0,-1 1 0 0 0,0-1 1 0 0,1 0-1 0 0,-1 0 0 0 0,1 0 0 0 0,0 0 1 0 0,-1 0-1 0 0,1 0 0 0 0,0 0 0 0 0,3 2 0 0 0,-1-2 0 0 0,-1 0-1 0 0,1 0 0 0 0,0-1 0 0 0,0 1 1 0 0,0-1-1 0 0,0 0 0 0 0,0 0 0 0 0,0 0 1 0 0,1-1-1 0 0,5 1 0 0 0,3-1 1 0 0,0-1-1 0 0,-1 0 1 0 0,1-1-1 0 0,-1-1 1 0 0,1 0-1 0 0,18-7 0 0 0,-12 2-12 0 0,0-1 0 0 0,-1-1 0 0 0,-1 0-1 0 0,0-2 1 0 0,0 0 0 0 0,-1-1 0 0 0,-1 0 0 0 0,25-28-1 0 0,-20 17-8 0 0,0-1 0 0 0,-2-1 0 0 0,-1 0 0 0 0,27-57-1 0 0,-38 71 11 0 0,-1-1 0 0 0,-1 0 0 0 0,0 0 0 0 0,-1 0 0 0 0,0-1 0 0 0,1-14 0 0 0,-4 25 0 0 0,0 1 0 0 0,0 0 1 0 0,0-1-1 0 0,-1 1 0 0 0,1 0 0 0 0,-1-1 0 0 0,1 1 0 0 0,-1 0 0 0 0,0 0 1 0 0,0 0-1 0 0,0 0 0 0 0,-2-3 0 0 0,3 4 2 0 0,-1 0 1 0 0,0 0-1 0 0,0 0 0 0 0,1 0 0 0 0,-1 0 1 0 0,0 1-1 0 0,0-1 0 0 0,0 0 0 0 0,0 0 1 0 0,0 1-1 0 0,0-1 0 0 0,0 1 0 0 0,0-1 1 0 0,-1 1-1 0 0,1-1 0 0 0,0 1 0 0 0,0-1 1 0 0,0 1-1 0 0,0 0 0 0 0,-1 0 0 0 0,1 0 1 0 0,0 0-1 0 0,0 0 0 0 0,-1 0 0 0 0,1 0 1 0 0,-2 1-1 0 0,-5 0 2 0 0,0 2 0 0 0,1-1 0 0 0,-1 1 0 0 0,1 0 0 0 0,0 1 0 0 0,0-1 0 0 0,0 2 0 0 0,-7 4 0 0 0,12-7 0 0 0,-1 0 0 0 0,1 0 0 0 0,0 0 0 0 0,-1 0 0 0 0,1 0 0 0 0,0 1 0 0 0,0-1 1 0 0,1 1-1 0 0,-1 0 0 0 0,1-1 0 0 0,-1 1 0 0 0,1 0 0 0 0,0 0 0 0 0,0 0 0 0 0,0 0 1 0 0,0 0-1 0 0,0 0 0 0 0,1 0 0 0 0,-1 0 0 0 0,1 0 0 0 0,0 0 0 0 0,0 0 0 0 0,0 1 0 0 0,0-1 1 0 0,2 3-1 0 0,-1-2 0 0 0,0-1 0 0 0,1 0 1 0 0,0 0-1 0 0,-1 0 0 0 0,1 0 1 0 0,1 0-1 0 0,-1 0 0 0 0,0 0 1 0 0,1-1-1 0 0,-1 1 0 0 0,1-1 1 0 0,0 0-1 0 0,0 0 0 0 0,0 0 1 0 0,0 0-1 0 0,0 0 0 0 0,0 0 1 0 0,0-1-1 0 0,1 0 0 0 0,6 2 1 0 0,4 2-1 0 0,0-2 1 0 0,0 0 0 0 0,27 2-1 0 0,-6-5-20 0 0,1-1 0 0 0,-1-1 0 0 0,0-3 0 0 0,-1 0 0 0 0,1-3 0 0 0,-1 0 0 0 0,47-19 0 0 0,-57 13 6 0 0,-21 12 1 0 0,-14 8 17 0 0,-14 11 83 0 0,1 2 0 0 0,0 0-1 0 0,2 2 1 0 0,0 0 0 0 0,-21 29 0 0 0,27-32-42 0 0,1 1-1 0 0,-17 29 1 0 0,28-42-27 0 0,0 0 1 0 0,1 0-1 0 0,0 1 0 0 0,1-1 0 0 0,-1 1 0 0 0,1 0 1 0 0,0 0-1 0 0,1 0 0 0 0,0 0 0 0 0,0 0 0 0 0,0 0 1 0 0,1 12-1 0 0,1-17-11 0 0,-1 1-1 0 0,1-1 1 0 0,-1 1 0 0 0,1-1 0 0 0,0 0-1 0 0,0 0 1 0 0,0 1 0 0 0,0-1 0 0 0,0 0-1 0 0,0 0 1 0 0,1 0 0 0 0,-1 0 0 0 0,1 0 0 0 0,-1 0-1 0 0,1-1 1 0 0,0 1 0 0 0,0 0 0 0 0,2 1-1 0 0,0-1-15 0 0,0 0-1 0 0,0 0 1 0 0,0 0-1 0 0,0-1 1 0 0,0 1 0 0 0,1-1-1 0 0,-1 0 1 0 0,0 0-1 0 0,7 0 1 0 0,3-1-170 0 0,0 0 1 0 0,0 0 0 0 0,0-2-1 0 0,0 0 1 0 0,18-4-1 0 0,-11-1-156 0 0,0 0 0 0 0,0-1 0 0 0,-1-1 0 0 0,0-1 0 0 0,-1-1 0 0 0,0-1 0 0 0,-1 0 0 0 0,0-2 0 0 0,19-18 0 0 0,-2-2 177 0 0,-2-1 1 0 0,-2-2-1 0 0,32-46 1 0 0,-52 67 689 0 0,-1-1 1 0 0,-1 0-1 0 0,0-1 0 0 0,9-25 0 0 0,-18 41-404 0 0,-2 3-75 0 0,-1 0 1 0 0,1 0 0 0 0,0 0-1 0 0,-1 0 1 0 0,1 0-1 0 0,0 1 1 0 0,0-1-1 0 0,0 0 1 0 0,0 1-1 0 0,0 0 1 0 0,1-1 0 0 0,-4 5-1 0 0,-20 26 549 0 0,21-26-492 0 0,-15 20 307 0 0,1 1 1 0 0,-18 38-1 0 0,31-55-357 0 0,1 0 0 0 0,0 0 0 0 0,0 0-1 0 0,1 1 1 0 0,1-1 0 0 0,0 1-1 0 0,0 0 1 0 0,1 0 0 0 0,0 0 0 0 0,1 16-1 0 0,1-24-44 0 0,-1 0 0 0 0,0 0-1 0 0,1 0 1 0 0,0 0 0 0 0,0 0-1 0 0,0-1 1 0 0,0 1-1 0 0,0 0 1 0 0,0 0 0 0 0,1-1-1 0 0,0 1 1 0 0,-1-1 0 0 0,1 1-1 0 0,0-1 1 0 0,0 0 0 0 0,0 0-1 0 0,4 3 1 0 0,-2-2-3 0 0,-1-1-1 0 0,1 0 1 0 0,0 0-1 0 0,0-1 1 0 0,0 1-1 0 0,0-1 1 0 0,0 0-1 0 0,0 0 1 0 0,0 0 0 0 0,0-1-1 0 0,6 1 1 0 0,3-1 3 0 0,-1-1 0 0 0,0 0 0 0 0,1-1 0 0 0,-1 0 0 0 0,0-1 0 0 0,0-1 1 0 0,19-7-1 0 0,-5-1 3 0 0,-1-2 1 0 0,0 0-1 0 0,33-26 1 0 0,62-61 76 0 0,-36 28 549 0 0,-68 63-471 0 0,-19 18 113 0 0,-25 28 357 0 0,22-29-507 0 0,-103 138 2081 0 0,-151 264 0 0 0,244-381-2145 0 0,-158 266 767 0 0,136-236-308 0 0,-2-3 0 0 0,-95 98 0 0 0,118-136-351 0 0,0-1-1 0 0,-2-1 1 0 0,0-1 0 0 0,0-1 0 0 0,-1 0 0 0 0,-24 10-1 0 0,33-18-105 0 0,0-1 0 0 0,0 0 0 0 0,0-1-1 0 0,0 0 1 0 0,-1 0 0 0 0,1-2-1 0 0,-1 1 1 0 0,0-1 0 0 0,1-1-1 0 0,-1 0 1 0 0,0-1 0 0 0,1 0 0 0 0,-1-1-1 0 0,-14-4 1 0 0,12 2-75 0 0,1 0 0 0 0,-1-1 0 0 0,1-1 0 0 0,0 0 0 0 0,0-1 0 0 0,-21-16 0 0 0,31 21 0 0 0,-1-1 0 0 0,0 0 0 0 0,1 0 0 0 0,0-1 0 0 0,0 1 0 0 0,0-1 0 0 0,0 1 0 0 0,1-1 0 0 0,-1 0 0 0 0,1 0 0 0 0,0 0 0 0 0,0 0 0 0 0,0 0 0 0 0,1-1 0 0 0,-1 1 0 0 0,1-1 0 0 0,0 1 0 0 0,1-1 0 0 0,-1 1 0 0 0,1-1 0 0 0,-1 1 0 0 0,2-1 0 0 0,-1 1 0 0 0,0-1 0 0 0,2-6 0 0 0,2-1 3 0 0,0 1-1 0 0,1-1 1 0 0,0 1 0 0 0,1 0 0 0 0,1 0-1 0 0,-1 0 1 0 0,2 1 0 0 0,-1 0-1 0 0,1 0 1 0 0,1 1 0 0 0,9-8-1 0 0,13-10-56 0 0,1 2 0 0 0,39-24 0 0 0,-16 15-1691 0 0,1 4-1 0 0,88-35 1 0 0,-9 14-3933 0 0,1 6-4101 0 0,-60 19 239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43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300 472 1348 0 0,'4'-10'1470'0'0,"-1"-1"0"0"0,0 0 0 0 0,-1 0 0 0 0,0-1 0 0 0,-1 1 0 0 0,0 0 1 0 0,-1-1-1 0 0,-1-20 0 0 0,1 32-1439 0 0,-1-1 0 0 0,1 0 0 0 0,0 1 0 0 0,0-1 0 0 0,0 1 0 0 0,-1-1 0 0 0,1 0 0 0 0,0 1 0 0 0,-1-1 0 0 0,1 1 0 0 0,0-1 0 0 0,-1 1 0 0 0,1-1 0 0 0,-1 1 0 0 0,1-1 0 0 0,-1 1 0 0 0,1 0 0 0 0,-1-1 1 0 0,1 1-1 0 0,-1 0 0 0 0,1-1 0 0 0,-1 1 0 0 0,1 0 0 0 0,-1 0 0 0 0,0-1 0 0 0,1 1 0 0 0,-1 0 0 0 0,1 0 0 0 0,-1 0 0 0 0,0 0 0 0 0,1 0 0 0 0,-1 0 0 0 0,0 0 0 0 0,1 0 0 0 0,-1 0 0 0 0,0 0 0 0 0,-22 9 285 0 0,7 0-219 0 0,1 1-1 0 0,0 1 1 0 0,1 1-1 0 0,0 0 1 0 0,1 1-1 0 0,-13 15 1 0 0,8-5-15 0 0,1 0 0 0 0,1 1 0 0 0,-15 30 1 0 0,28-48-65 0 0,0 0 1 0 0,0 0-1 0 0,1 0 1 0 0,0 1 0 0 0,0-1-1 0 0,0 1 1 0 0,1 0 0 0 0,0-1-1 0 0,1 1 1 0 0,-1 0-1 0 0,2 9 1 0 0,-1-12-7 0 0,1 0 0 0 0,0-1-1 0 0,0 1 1 0 0,0 0 0 0 0,0-1 0 0 0,0 1-1 0 0,1-1 1 0 0,0 1 0 0 0,0-1 0 0 0,0 0-1 0 0,0 0 1 0 0,0 0 0 0 0,1 0 0 0 0,-1 0-1 0 0,1 0 1 0 0,0-1 0 0 0,-1 1 0 0 0,1-1-1 0 0,1 0 1 0 0,-1 0 0 0 0,6 3 0 0 0,3 1 10 0 0,0-1 1 0 0,0-1 0 0 0,1 0 0 0 0,-1-1-1 0 0,1 0 1 0 0,0-1 0 0 0,0 0 0 0 0,0-1-1 0 0,0-1 1 0 0,0 0 0 0 0,0 0 0 0 0,0-1-1 0 0,0-1 1 0 0,-1 0 0 0 0,18-6 0 0 0,-17 4-8 0 0,1-1 0 0 0,0-1 0 0 0,-1 0 0 0 0,0-1 1 0 0,-1 0-1 0 0,0-1 0 0 0,0 0 0 0 0,0-1 0 0 0,-1-1 1 0 0,0 0-1 0 0,-1 0 0 0 0,0-1 0 0 0,11-16 0 0 0,-8 7-11 0 0,-1 0 0 0 0,-1 0 0 0 0,-1-1-1 0 0,-1-1 1 0 0,7-23 0 0 0,-11 29-5 0 0,-1 1 0 0 0,-1-1 0 0 0,0 1 0 0 0,-1-1 1 0 0,-1 0-1 0 0,-1 0 0 0 0,0 0 0 0 0,-3-22 0 0 0,2 36 0 0 0,1 0 0 0 0,0-1 0 0 0,-1 1 0 0 0,1 0 0 0 0,-1 0 0 0 0,0 0 0 0 0,0 0 0 0 0,0-1 0 0 0,0 1 0 0 0,0 0 0 0 0,0 1 0 0 0,0-1 0 0 0,-1 0 0 0 0,1 0 0 0 0,-1 0 0 0 0,1 1 0 0 0,-1-1 0 0 0,0 1 0 0 0,0-1 0 0 0,-2-1 0 0 0,1 2 0 0 0,0 0 0 0 0,1 1 1 0 0,-1-1-1 0 0,0 0 0 0 0,0 1 1 0 0,0 0-1 0 0,0-1 0 0 0,0 1 1 0 0,0 0-1 0 0,0 1 0 0 0,1-1 1 0 0,-1 0-1 0 0,-5 2 0 0 0,-6 2 3 0 0,1 1 0 0 0,0 1-1 0 0,0 0 1 0 0,1 0-1 0 0,-15 11 1 0 0,3-1 2 0 0,1 1 1 0 0,0 1 0 0 0,-21 21-1 0 0,38-33 0 0 0,0 1-1 0 0,0-1 0 0 0,0 1 0 0 0,1 0 0 0 0,0 0 1 0 0,1 1-1 0 0,-1 0 0 0 0,1-1 0 0 0,1 1 0 0 0,0 1 1 0 0,0-1-1 0 0,0 0 0 0 0,1 1 0 0 0,-2 11 0 0 0,4-16 1 0 0,0-1 0 0 0,0 0-1 0 0,1 1 1 0 0,-1-1-1 0 0,1 0 1 0 0,-1 1 0 0 0,1-1-1 0 0,0 0 1 0 0,0 0 0 0 0,1 0-1 0 0,-1 0 1 0 0,1 0-1 0 0,-1 0 1 0 0,1 0 0 0 0,4 5-1 0 0,-2-4 2 0 0,0 0-1 0 0,0-1 1 0 0,1 1-1 0 0,-1-1 1 0 0,1 1 0 0 0,0-2-1 0 0,0 1 1 0 0,9 3-1 0 0,2 0 5 0 0,1-1 0 0 0,0-1 0 0 0,0 0 0 0 0,0-2-1 0 0,19 2 1 0 0,-8-3 5 0 0,-1-1-1 0 0,0-2 1 0 0,1 0-1 0 0,-1-2 1 0 0,0-1 0 0 0,-1-1-1 0 0,1-1 1 0 0,-1-1-1 0 0,0-2 1 0 0,41-21-1 0 0,-38 15-6 0 0,-1-2-1 0 0,0-1 1 0 0,-2-1-1 0 0,0-1 1 0 0,-1-2-1 0 0,-1 0 1 0 0,-1-2-1 0 0,26-36 1 0 0,13-29 538 0 0,65-129 0 0 0,-125 215-548 0 0,5-10 200 0 0,-6 12-88 0 0,-6 7-64 0 0,-17 29 59 0 0,2 1 1 0 0,-30 69-1 0 0,43-88-62 0 0,-175 440 2068 0 0,19-45-582 0 0,-33 11-791 0 0,-38-20-21 0 0,209-365-81 0 0,-55 61 0 0 0,69-86-359 0 0,0-1 0 0 0,-1-1 0 0 0,0 0-1 0 0,-1 0 1 0 0,0-1 0 0 0,0-1 0 0 0,-1 0 0 0 0,-25 10 0 0 0,36-16-218 0 0,0-1 0 0 0,0 0 1 0 0,-1 0-1 0 0,1-1 0 0 0,0 1 1 0 0,0-1-1 0 0,-1 1 0 0 0,1-1 1 0 0,0 0-1 0 0,0 0 0 0 0,-1-1 1 0 0,1 1-1 0 0,0-1 0 0 0,0 1 1 0 0,-1-1-1 0 0,1 0 0 0 0,0 0 1 0 0,0-1-1 0 0,0 1 0 0 0,0 0 1 0 0,0-1-1 0 0,0 0 0 0 0,1 0 1 0 0,-5-3-1 0 0,4 1-28 0 0,0 0 0 0 0,0 0 0 0 0,0 0 0 0 0,1 0 0 0 0,-1 0-1 0 0,1 0 1 0 0,0-1 0 0 0,0 1 0 0 0,1-1 0 0 0,0 0 0 0 0,-1 0 0 0 0,1 1 0 0 0,1-1 0 0 0,-1 0 0 0 0,1 0 0 0 0,0-5 0 0 0,1-12 32 0 0,1 0 0 0 0,1 1 0 0 0,1-1 0 0 0,1 1 0 0 0,1 0 0 0 0,1 0-1 0 0,1 0 1 0 0,12-23 0 0 0,6-4 1 0 0,1 1-1 0 0,39-49 0 0 0,-29 49-35 0 0,2 1 1 0 0,2 2-1 0 0,2 2 1 0 0,1 2-1 0 0,3 2 1 0 0,1 2-1 0 0,81-47 1 0 0,-74 54-617 0 0,1 1 0 0 0,1 3 0 0 0,1 3 0 0 0,1 2 1 0 0,1 3-1 0 0,0 2 0 0 0,75-7 0 0 0,-100 18-987 0 0,0 3 0 0 0,0 1 0 0 0,64 8-1 0 0,-59-2-3628 0 0,52 17-1 0 0,-48-10-3057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6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47 272 1596 0 0,'0'0'3678'0'0,"-27"-5"5523"0"0,26 5-9073 0 0,0 0 0 0 0,0-1 0 0 0,-1 1 0 0 0,1 0 0 0 0,0 1 0 0 0,0-1 0 0 0,-1 0 0 0 0,1 0 0 0 0,0 0-1 0 0,0 1 1 0 0,-1-1 0 0 0,1 1 0 0 0,-1 0 0 0 0,1 0 218 0 0,1 3-266 0 0,0 1 0 0 0,0 0 0 0 0,1 0 0 0 0,0 0-1 0 0,0-1 1 0 0,0 1 0 0 0,1 0 0 0 0,0-1 0 0 0,-1 1 0 0 0,1-1 0 0 0,1 0-1 0 0,-1 0 1 0 0,1 0 0 0 0,0 0 0 0 0,0 0 0 0 0,0 0 0 0 0,0-1 0 0 0,0 1-1 0 0,1-1 1 0 0,0 0 0 0 0,0 0 0 0 0,0 0 0 0 0,0-1 0 0 0,0 1-1 0 0,0-1 1 0 0,1 0 0 0 0,-1 0 0 0 0,1-1 0 0 0,-1 1 0 0 0,1-1 0 0 0,0 0-1 0 0,-1 0 1 0 0,8 0 0 0 0,-2 0-51 0 0,-1 1-10 0 0,0-2 0 0 0,0 1 0 0 0,1-1 0 0 0,-1 0 0 0 0,10-2 0 0 0,81-8-12 0 0,0-5 0 0 0,153-43-1 0 0,-221 47 5 0 0,0-1-1 0 0,50-28 0 0 0,-47 23-9 0 0,-23 10 7 0 0,-1 1 0 0 0,1-2 1 0 0,-1 0-1 0 0,-1 0 0 0 0,1-1 0 0 0,-2 0 1 0 0,12-13-1 0 0,-18 20-7 0 0,-1 0 0 0 0,1-1 0 0 0,-1 0 0 0 0,1 1 0 0 0,-1-1 0 0 0,0 0 0 0 0,0 0 0 0 0,0 0 0 0 0,0 0 0 0 0,-1 0 0 0 0,1-1 0 0 0,-1 1 0 0 0,0 0 0 0 0,0-1 0 0 0,1-5 0 0 0,-2-1 7 0 0,0 8-9 0 0,0 1 0 0 0,0-1-1 0 0,0 0 1 0 0,0 0 0 0 0,0 0 0 0 0,0 1 0 0 0,0-1 0 0 0,-1 0-1 0 0,1 0 1 0 0,-1 1 0 0 0,0-1 0 0 0,1 0 0 0 0,-1 1 0 0 0,0-1 0 0 0,0 0-1 0 0,0 1 1 0 0,0 0 0 0 0,0-1 0 0 0,0 1 0 0 0,0-1 0 0 0,-1 1-1 0 0,1 0 1 0 0,-1 0 0 0 0,1 0 0 0 0,-2-1 0 0 0,-3-3-1 0 0,0 1 1 0 0,0 0-1 0 0,-1 0 1 0 0,1 1-1 0 0,-1 0 1 0 0,0 0-1 0 0,0 1 1 0 0,0-1-1 0 0,0 1 1 0 0,0 1-1 0 0,-8-1 0 0 0,-7-1 6 0 0,0 1-1 0 0,-32 3 1 0 0,26 1 0 0 0,0 2-1 0 0,0 0 1 0 0,1 2 0 0 0,0 1-1 0 0,0 2 1 0 0,1 0 0 0 0,0 2 0 0 0,-41 23-1 0 0,33-14 18 0 0,0 2-1 0 0,2 2 0 0 0,0 1 1 0 0,2 1-1 0 0,-39 44 0 0 0,58-57-14 0 0,0 0 0 0 0,-12 20 1 0 0,21-29 2 0 0,-1 0 0 0 0,1 0-1 0 0,0 1 1 0 0,0-1 0 0 0,0 0 0 0 0,1 1 0 0 0,-1 0 0 0 0,1-1 0 0 0,1 1 0 0 0,-1 0 0 0 0,0 0 0 0 0,1-1 0 0 0,0 6 0 0 0,1-7 4 0 0,0 0-1 0 0,0-1 1 0 0,0 1 0 0 0,0-1-1 0 0,1 1 1 0 0,-1-1 0 0 0,1 0-1 0 0,-1 1 1 0 0,1-1 0 0 0,0 0-1 0 0,0 0 1 0 0,0 0-1 0 0,0 0 1 0 0,0-1 0 0 0,0 1-1 0 0,1 0 1 0 0,-1-1 0 0 0,0 0-1 0 0,1 1 1 0 0,-1-1 0 0 0,1 0-1 0 0,0 0 1 0 0,-1-1 0 0 0,4 2-1 0 0,9 2 41 0 0,1-1 0 0 0,30 3 1 0 0,-39-5-42 0 0,401 16 284 0 0,3-29-1577 0 0,-385 11 1034 0 0,89-7-2952 0 0,-94 5-795 0 0,32-9-1 0 0,-33 6-1542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222 373 1000 0 0,'-102'62'12552'0'0,"103"-62"-12530"0"0,-1 1 1 0 0,0-1-1 0 0,1 1 0 0 0,-1-1 1 0 0,0 0-1 0 0,1 1 1 0 0,-1-1-1 0 0,0 0 0 0 0,1 0 1 0 0,-1 1-1 0 0,0-1 0 0 0,1 0 1 0 0,-1 0-1 0 0,1 0 1 0 0,-1 1-1 0 0,1-1 0 0 0,-1 0 1 0 0,0 0-1 0 0,1 0 0 0 0,-1 0 1 0 0,1 0-1 0 0,-1 0 1 0 0,1 0-1 0 0,-1 0 0 0 0,1 0 1 0 0,-1 0-1 0 0,1 0 0 0 0,-1 0 1 0 0,0 0-1 0 0,1-1 1 0 0,-1 1-1 0 0,1 0 0 0 0,-1 0 1 0 0,1 0-1 0 0,-1-1 0 0 0,0 1 1 0 0,1-1-1 0 0,21-7 231 0 0,-20 7-218 0 0,16-8 23 0 0,-1 0 0 0 0,1-1 0 0 0,-2-1 0 0 0,0-1 0 0 0,0-1 0 0 0,-1 0 0 0 0,0 0-1 0 0,-2-2 1 0 0,1 0 0 0 0,15-24 0 0 0,7-16-43 0 0,51-105 1 0 0,-86 159-15 0 0,27-50-90 0 0,-27 49 66 0 0,-2 29-37 0 0,-50 219 531 0 0,22-123-9 0 0,-9 51 129 0 0,-138 568 1274 0 0,167-705-1782 0 0,6-24 2 0 0,0 0-1 0 0,0 0 1 0 0,-2 0-1 0 0,1 0 1 0 0,-2 0 0 0 0,0-1-1 0 0,-12 20 1 0 0,17-31-75 0 0,0 0 0 0 0,0 0 0 0 0,0 1 0 0 0,0-1 0 0 0,0 0 0 0 0,0 0 0 0 0,0 0 0 0 0,-1 0 0 0 0,1 0 0 0 0,0 0 0 0 0,0 0 0 0 0,-1-1 0 0 0,1 1 0 0 0,-1 0 0 0 0,1-1 0 0 0,-1 1 0 0 0,1-1 0 0 0,-1 0 0 0 0,1 1 1 0 0,-1-1-1 0 0,1 0 0 0 0,-1 0 0 0 0,0 0 0 0 0,1 0 0 0 0,-1 0 0 0 0,1 0 0 0 0,-1-1 0 0 0,1 1 0 0 0,-1 0 0 0 0,1-1 0 0 0,-1 1 0 0 0,1-1 0 0 0,-1 1 0 0 0,1-1 0 0 0,-1 0 0 0 0,1 0 0 0 0,0 0 0 0 0,-1 0 0 0 0,1 0 0 0 0,0 0 0 0 0,-2-2 0 0 0,-3-3-1 0 0,1 0-1 0 0,0-1 1 0 0,0 0-1 0 0,0 0 1 0 0,1 0 0 0 0,-5-12-1 0 0,-1-6-9 0 0,1 0-1 0 0,2 0 1 0 0,0-1-1 0 0,2 0 0 0 0,0 0 1 0 0,0-35-1 0 0,3 14-8 0 0,3 0 0 0 0,11-78 0 0 0,-5 86 6 0 0,1 0-1 0 0,3 1 1 0 0,1 0 0 0 0,1 1-1 0 0,2 1 1 0 0,2 0 0 0 0,1 0 0 0 0,2 2-1 0 0,39-51 1 0 0,-26 44-14 0 0,2 1 0 0 0,2 2-1 0 0,2 1 1 0 0,1 3 0 0 0,1 1 0 0 0,76-46 0 0 0,-98 68 5 0 0,-1 1 0 0 0,2 0 0 0 0,-1 2 0 0 0,1 0 0 0 0,0 1 0 0 0,1 1 0 0 0,35-5 0 0 0,-52 10 9 0 0,0 1 1 0 0,-1 0 0 0 0,1 0-1 0 0,-1 0 1 0 0,1 0 0 0 0,-1 1-1 0 0,1-1 1 0 0,0 1 0 0 0,-1 0-1 0 0,0 0 1 0 0,1 0-1 0 0,-1 0 1 0 0,0 1 0 0 0,1 0-1 0 0,-1-1 1 0 0,0 1 0 0 0,0 0-1 0 0,0 0 1 0 0,-1 1 0 0 0,1-1-1 0 0,0 1 1 0 0,-1-1-1 0 0,0 1 1 0 0,1 0 0 0 0,1 3-1 0 0,-2-2 5 0 0,0 0 0 0 0,-1 0 0 0 0,1 0 0 0 0,-1 0 0 0 0,0 0 0 0 0,0 1 0 0 0,-1-1 0 0 0,1 0-1 0 0,-1 0 1 0 0,0 1 0 0 0,0-1 0 0 0,0 0 0 0 0,0 1 0 0 0,-1-1 0 0 0,0 0 0 0 0,0 0 0 0 0,0 1-1 0 0,0-1 1 0 0,-1 0 0 0 0,-3 6 0 0 0,-4 6 14 0 0,0-1 0 0 0,-2 0 0 0 0,1-1 0 0 0,-2 0 1 0 0,0-1-1 0 0,-1 0 0 0 0,0-1 0 0 0,0-1 0 0 0,-2 0 0 0 0,1 0 0 0 0,-1-1 0 0 0,-1-1 0 0 0,0-1 0 0 0,0 0 0 0 0,-22 6 0 0 0,34-12-25 0 0,1-1 0 0 0,-1 0-1 0 0,1 0 1 0 0,-1-1-1 0 0,0 1 1 0 0,-6-1 0 0 0,9 0-45 0 0,0 0 0 0 0,0 0 0 0 0,0 0 0 0 0,0-1 0 0 0,0 1 1 0 0,0 0-1 0 0,0 0 0 0 0,0-1 0 0 0,0 1 0 0 0,0-1 0 0 0,0 1 1 0 0,0-1-1 0 0,1 1 0 0 0,-1-1 0 0 0,0 0 0 0 0,0 1 0 0 0,0-1 1 0 0,1 0-1 0 0,-1 0 0 0 0,0 0 0 0 0,1 1 0 0 0,-1-1 0 0 0,1 0 0 0 0,-1 0 1 0 0,1 0-1 0 0,-1-1 0 0 0,1 0-73 0 0,0 0 0 0 0,-1 1-1 0 0,1-1 1 0 0,0 0 0 0 0,0 1 0 0 0,1-1-1 0 0,-1 0 1 0 0,0 0 0 0 0,0 1 0 0 0,1-1-1 0 0,-1 0 1 0 0,1 1 0 0 0,0-1 0 0 0,-1 1 0 0 0,1-1-1 0 0,0 1 1 0 0,0-1 0 0 0,0 1 0 0 0,0-1-1 0 0,0 1 1 0 0,3-3 0 0 0,26-23-2056 0 0,-6 10 404 0 0,1 2 1 0 0,1 0-1 0 0,0 2 1 0 0,37-14-1 0 0,-32 15-34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8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3696 0 0,'27'-8'4570'0'0,"49"-19"-1"0"0,-74 26-4144 0 0,-20 33 1218 0 0,7-14-1436 0 0,0 0 0 0 0,1 0 0 0 0,1 1 0 0 0,1 0 0 0 0,0 1 0 0 0,2 0 0 0 0,0 0 0 0 0,1 0 0 0 0,-2 24 1 0 0,6-41-179 0 0,1-1 1 0 0,0 0-1 0 0,0 1 1 0 0,0-1 0 0 0,0 1-1 0 0,1-1 1 0 0,-1 1-1 0 0,1-1 1 0 0,-1 1-1 0 0,1-1 1 0 0,0 0 0 0 0,0 1-1 0 0,0-1 1 0 0,0 0-1 0 0,0 0 1 0 0,1 0 0 0 0,-1 0-1 0 0,1 0 1 0 0,2 3-1 0 0,-1-3 5 0 0,0 0-1 0 0,-1 0 0 0 0,1-1 1 0 0,0 1-1 0 0,0-1 0 0 0,1 1 1 0 0,-1-1-1 0 0,0 0 1 0 0,0 0-1 0 0,0-1 0 0 0,1 1 1 0 0,5 0-1 0 0,2-1 16 0 0,0 0-1 0 0,1-1 1 0 0,-1-1-1 0 0,-1 1 1 0 0,1-2 0 0 0,0 1-1 0 0,18-8 1 0 0,-19 5-38 0 0,-1 0 0 0 0,1-1 0 0 0,-1 0 0 0 0,0-1 0 0 0,0 0 0 0 0,-1 0 0 0 0,0 0 1 0 0,0-1-1 0 0,-1-1 0 0 0,0 1 0 0 0,-1-1 0 0 0,9-15 0 0 0,-8 13-12 0 0,-1-2 1 0 0,0 1-1 0 0,-1 0 0 0 0,0-1 0 0 0,-1 0 0 0 0,-1 0 1 0 0,0-1-1 0 0,-1 1 0 0 0,2-26 0 0 0,-4 33-1 0 0,-1 0-1 0 0,1 0 1 0 0,-1 0-1 0 0,0 1 1 0 0,0-1-1 0 0,-1 0 1 0 0,0 0-1 0 0,-4-9 1 0 0,5 12 1 0 0,-1 1 0 0 0,1 0 1 0 0,0 0-1 0 0,-1 1 0 0 0,1-1 0 0 0,-1 0 1 0 0,1 0-1 0 0,-1 1 0 0 0,0-1 0 0 0,0 1 0 0 0,0-1 1 0 0,0 1-1 0 0,0 0 0 0 0,0 0 0 0 0,0 0 1 0 0,0 0-1 0 0,-1 0 0 0 0,1 0 0 0 0,0 1 1 0 0,0-1-1 0 0,-1 1 0 0 0,1-1 0 0 0,0 1 0 0 0,-1 0 1 0 0,1 0-1 0 0,-1 0 0 0 0,-2 1 0 0 0,-5 1 0 0 0,0 0 0 0 0,1 1 0 0 0,-1 0 0 0 0,1 0 0 0 0,0 1 0 0 0,0 1 0 0 0,0-1 0 0 0,1 1 0 0 0,-12 9 0 0 0,15-11 4 0 0,1 1-1 0 0,-1-1 1 0 0,1 1 0 0 0,0 0-1 0 0,0 0 1 0 0,0 1 0 0 0,1-1-1 0 0,0 1 1 0 0,-1-1 0 0 0,2 1-1 0 0,-1 0 1 0 0,0 1 0 0 0,1-1 0 0 0,0 0-1 0 0,1 0 1 0 0,-1 1 0 0 0,1-1-1 0 0,-2 11 1 0 0,3-12-23 0 0,1-1 1 0 0,-1 0-1 0 0,0 0 1 0 0,1 0-1 0 0,0 0 1 0 0,-1 0-1 0 0,1 0 0 0 0,0 0 1 0 0,1 0-1 0 0,-1 0 1 0 0,0 0-1 0 0,1-1 0 0 0,0 1 1 0 0,-1 0-1 0 0,5 3 1 0 0,-2-2-66 0 0,0-1 1 0 0,0 1-1 0 0,0-1 0 0 0,0 0 1 0 0,1-1-1 0 0,-1 1 1 0 0,1-1-1 0 0,8 3 1 0 0,3 0-355 0 0,0-1 0 0 0,1-1 0 0 0,-1 0-1 0 0,33 0 1 0 0,-28-3 147 0 0,0 0-1 0 0,1-2 1 0 0,-1-1-1 0 0,0 0 1 0 0,0-2-1 0 0,0 0 1 0 0,0-1-1 0 0,-1-2 1 0 0,21-10-1 0 0,-16 5 524 0 0,0-1 0 0 0,-2-1 0 0 0,0-1-1 0 0,-1-1 1 0 0,0-1 0 0 0,28-32 0 0 0,11-9 3866 0 0,-60 57-3923 0 0,-1 22 321 0 0,-14 30 199 0 0,6-26-537 0 0,0 1 1 0 0,2 0-1 0 0,1 0 1 0 0,1 1-1 0 0,2-1 0 0 0,0 32 1 0 0,2-54-160 0 0,0 0 1 0 0,0 0 0 0 0,1 0-1 0 0,-1-1 1 0 0,1 1 0 0 0,0 0-1 0 0,0-1 1 0 0,0 1-1 0 0,0 0 1 0 0,0-1 0 0 0,1 1-1 0 0,-1-1 1 0 0,1 0 0 0 0,0 1-1 0 0,-1-1 1 0 0,1 0-1 0 0,0 0 1 0 0,0 0 0 0 0,0 0-1 0 0,1 0 1 0 0,-1-1 0 0 0,0 1-1 0 0,1-1 1 0 0,-1 1-1 0 0,1-1 1 0 0,0 0 0 0 0,-1 0-1 0 0,1 0 1 0 0,0 0 0 0 0,-1-1-1 0 0,6 1 1 0 0,-2 0-299 0 0,1-1 1 0 0,-1 1 0 0 0,1-2-1 0 0,0 1 1 0 0,-1-1 0 0 0,1 0-1 0 0,-1 0 1 0 0,1-1 0 0 0,-1 1-1 0 0,0-1 1 0 0,0-1 0 0 0,10-5-1 0 0,-8 4-610 0 0,0-1 0 0 0,-1 0 0 0 0,0-1 0 0 0,0 0 0 0 0,-1 0 0 0 0,0 0 0 0 0,0-1 0 0 0,0 0 0 0 0,7-11 0 0 0,2-8-4154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8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88 848 0 0,'-4'-8'935'0'0,"-1"1"1"0"0,0 0-1 0 0,0 0 0 0 0,-1 0 1 0 0,1 1-1 0 0,-9-7 0 0 0,9 9-611 0 0,-1 0 1 0 0,1 0-1 0 0,-1 0 0 0 0,0 1 1 0 0,0 0-1 0 0,0 0 0 0 0,0 0 0 0 0,-7-1 1 0 0,11 4-316 0 0,-1 0 1 0 0,1-1 0 0 0,0 2-1 0 0,0-1 1 0 0,-1 0-1 0 0,1 0 1 0 0,0 1 0 0 0,0-1-1 0 0,0 1 1 0 0,-1-1 0 0 0,1 1-1 0 0,0 0 1 0 0,0 0-1 0 0,0 0 1 0 0,0 0 0 0 0,0 0-1 0 0,0 1 1 0 0,-2 2 0 0 0,4-4-16 0 0,-9 10-1243 0 0,5 10-5589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9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2484 0 0,'14'8'4819'0'0,"-4"-1"-3799"0"0,-1 1 0 0 0,0 0 1 0 0,0 1-1 0 0,0 0 0 0 0,-1 1 1 0 0,0 0-1 0 0,10 17 0 0 0,-4-3-381 0 0,-1 1 0 0 0,13 36 0 0 0,-23-52-406 0 0,0-1 1 0 0,0 1 0 0 0,-1 0 0 0 0,0 0 0 0 0,0 0 0 0 0,-1 0 0 0 0,-1 0 0 0 0,1 0-1 0 0,-2 0 1 0 0,1 0 0 0 0,-1 1 0 0 0,0-1 0 0 0,-1 0 0 0 0,0-1 0 0 0,-1 1 0 0 0,0 0-1 0 0,-4 10 1 0 0,7-18-225 0 0,0-1 0 0 0,-1 0 0 0 0,1 0-1 0 0,0 1 1 0 0,0-1 0 0 0,0 0 0 0 0,0 1 0 0 0,0-1-1 0 0,0 0 1 0 0,0 0 0 0 0,0 1 0 0 0,0-1 0 0 0,-1 0-1 0 0,1 1 1 0 0,0-1 0 0 0,0 0 0 0 0,0 0 0 0 0,-1 0-1 0 0,1 1 1 0 0,0-1 0 0 0,0 0 0 0 0,-1 0-1 0 0,1 0 1 0 0,0 1 0 0 0,0-1 0 0 0,-1 0 0 0 0,1 0-1 0 0,0 0 1 0 0,0 0 0 0 0,-1 0 0 0 0,1 0 0 0 0,0 0-1 0 0,-1 0 1 0 0,1 0 0 0 0,0 0 0 0 0,-1 0-1 0 0,1 0 1 0 0,0 0 0 0 0,0 0 0 0 0,-1 0 0 0 0,1 0-1 0 0,0 0 1 0 0,-1 0 0 0 0,1 0 0 0 0,0 0 0 0 0,0 0-1 0 0,-1 0 1 0 0,1-1 0 0 0,0 1 0 0 0,0 0 0 0 0,-1 0-1 0 0,1 0 1 0 0,0 0 0 0 0,0-1 0 0 0,-1 1-1 0 0,1 0 1 0 0,0 0 0 0 0,0-1 0 0 0,0 1 0 0 0,0 0-1 0 0,-1 0 1 0 0,1-1 0 0 0,0 1 0 0 0,0 0 0 0 0,0-1-1 0 0,0 1 1 0 0,0 0 0 0 0,0-1 0 0 0,-5-18 130 0 0,6 11-134 0 0,0-1 0 0 0,0 1 0 0 0,1 0 0 0 0,0 0 0 0 0,1 0 0 0 0,0 0 0 0 0,0 0 0 0 0,0 1 0 0 0,9-14-1 0 0,0 3 17 0 0,0 0 0 0 0,24-25-1 0 0,-20 26-15 0 0,0 1 0 0 0,1 1 0 0 0,36-26-1 0 0,-45 36-17 0 0,1 0 1 0 0,0 0-1 0 0,0 1 0 0 0,1 0 0 0 0,-1 0 0 0 0,1 1 0 0 0,-1 0 0 0 0,1 1 0 0 0,0 0 0 0 0,0 1 0 0 0,11-1 0 0 0,-17 2 5 0 0,1 0 1 0 0,-1 0-1 0 0,1 0 1 0 0,-1 1-1 0 0,0-1 1 0 0,1 1-1 0 0,-1 0 1 0 0,0 0-1 0 0,0 1 0 0 0,1-1 1 0 0,-1 1-1 0 0,0 0 1 0 0,-1 0-1 0 0,1 1 1 0 0,0-1-1 0 0,-1 1 0 0 0,1 0 1 0 0,-1-1-1 0 0,0 2 1 0 0,0-1-1 0 0,0 0 1 0 0,5 7-1 0 0,-5-4 5 0 0,-1 0 0 0 0,0 0 1 0 0,1 0-1 0 0,-2 0 0 0 0,1 0 0 0 0,-1 1 0 0 0,0-1 1 0 0,0 0-1 0 0,-1 1 0 0 0,0-1 0 0 0,0 1 0 0 0,0-1 1 0 0,-1 0-1 0 0,-2 11 0 0 0,-8 23-16 0 0,8-32-129 0 0,0 1-1 0 0,1 0 0 0 0,0 0 0 0 0,0 0 0 0 0,1 0 1 0 0,0 1-1 0 0,1-1 0 0 0,0 0 0 0 0,1 13 0 0 0,0-20-24 0 0,-1 0-1 0 0,1 0 0 0 0,0 0 0 0 0,0 0 1 0 0,0-1-1 0 0,0 1 0 0 0,0 0 1 0 0,0-1-1 0 0,1 1 0 0 0,-1-1 1 0 0,0 1-1 0 0,1-1 0 0 0,0 1 0 0 0,-1-1 1 0 0,1 0-1 0 0,0 0 0 0 0,-1 0 1 0 0,1 0-1 0 0,0 0 0 0 0,0 0 0 0 0,0-1 1 0 0,0 1-1 0 0,0 0 0 0 0,0-1 1 0 0,3 1-1 0 0,0 0-635 0 0,-1-1-1 0 0,1 0 1 0 0,0 0-1 0 0,0 0 1 0 0,0 0-1 0 0,0-1 1 0 0,0 0-1 0 0,0 0 1 0 0,6-2-1 0 0,8-5-4764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78 263 2320 0 0,'108'-245'13733'0'0,"-101"228"-12748"0"0,-7 16-758 0 0,-3 13 211 0 0,-46 110 769 0 0,-73 221 29 0 0,117-326-1140 0 0,1 1 0 0 0,0 0 1 0 0,2 0-1 0 0,-1 36 0 0 0,3-51-252 0 0,0 1 1 0 0,0 0-1 0 0,0 0 0 0 0,1 0 0 0 0,0 0 0 0 0,-1 0 0 0 0,1-1 1 0 0,1 1-1 0 0,-1 0 0 0 0,1-1 0 0 0,-1 1 0 0 0,1-1 0 0 0,0 0 1 0 0,0 1-1 0 0,0-1 0 0 0,1 0 0 0 0,-1 0 0 0 0,1 0 0 0 0,0-1 1 0 0,0 1-1 0 0,0 0 0 0 0,0-1 0 0 0,0 0 0 0 0,0 0 0 0 0,1 0 1 0 0,-1 0-1 0 0,1-1 0 0 0,5 3 0 0 0,-7-4-330 0 0,0 1 0 0 0,0-1 0 0 0,0 0 0 0 0,0 1 0 0 0,0-1 0 0 0,0 0 0 0 0,0 0-1 0 0,0-1 1 0 0,0 1 0 0 0,0 0 0 0 0,0-1 0 0 0,0 1 0 0 0,0-1 0 0 0,0 1 0 0 0,0-1 0 0 0,3-2 0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2:59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84 188 0 0,'-54'-21'6775'0'0,"-24"-11"2674"0"0,87 24-8656 0 0,-9 7-774 0 0,1 0 0 0 0,0 1-1 0 0,-1-1 1 0 0,1 0 0 0 0,0 1 0 0 0,0-1 0 0 0,-1 0 0 0 0,1 1 0 0 0,0-1 0 0 0,0 1 0 0 0,0-1 0 0 0,0 1 0 0 0,0 0 0 0 0,0-1-1 0 0,0 1 1 0 0,1 0 0 0 0,36-6 110 0 0,1 2 0 0 0,49 1 0 0 0,24 5-3672 0 0,-45 0-2025 0 0,-27 0-830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3:0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18 662 876 0 0,'-17'-6'11366'0'0,"20"17"-10920"0"0,-2-7-284 0 0,1-1 0 0 0,-1 0 0 0 0,1 0 0 0 0,0 0 1 0 0,0 0-1 0 0,0-1 0 0 0,1 1 0 0 0,-1 0 0 0 0,1-1 0 0 0,0 0 0 0 0,-1 1 1 0 0,1-1-1 0 0,0 0 0 0 0,0-1 0 0 0,5 3 0 0 0,-2-1-23 0 0,0-1 0 0 0,1 0 0 0 0,-1-1 0 0 0,1 1 0 0 0,-1-1 0 0 0,1-1-1 0 0,11 1 1 0 0,6-3-20 0 0,0-1-1 0 0,-1 0 0 0 0,37-12 1 0 0,-37 8-103 0 0,-1 0 0 0 0,-1-2 0 0 0,0-1 0 0 0,0 0 0 0 0,-1-1 0 0 0,0-2 0 0 0,-1 0 0 0 0,0-1 0 0 0,-1 0 0 0 0,-1-2 0 0 0,0 0 0 0 0,-1-1 0 0 0,-1-1 0 0 0,-1 0 0 0 0,0-1 1 0 0,15-29-1 0 0,20-40-112 0 0,-48 86 56 0 0,-20 20-30 0 0,-7 19 88 0 0,1 2 0 0 0,3 1 0 0 0,1 1 0 0 0,1 1 1 0 0,-17 57-1 0 0,35-94-12 0 0,1 1 0 0 0,-1 0-1 0 0,1 0 1 0 0,0 0 0 0 0,0 0 0 0 0,1 0 0 0 0,-1 0 0 0 0,1 0 0 0 0,2 9 0 0 0,-2-13 1 0 0,1 1 1 0 0,-1 0-1 0 0,1-1 0 0 0,0 1 1 0 0,0-1-1 0 0,0 1 1 0 0,0-1-1 0 0,1 0 1 0 0,-1 1-1 0 0,1-1 1 0 0,-1 0-1 0 0,1 0 1 0 0,0 0-1 0 0,0 0 1 0 0,0 0-1 0 0,0 0 1 0 0,0-1-1 0 0,0 1 1 0 0,1-1-1 0 0,-1 1 1 0 0,0-1-1 0 0,6 2 1 0 0,8 2 2 0 0,1 0 1 0 0,0-1 0 0 0,0-1 0 0 0,1-1 0 0 0,-1-1 0 0 0,1 0 0 0 0,-1-1-1 0 0,1-1 1 0 0,-1 0 0 0 0,33-8 0 0 0,-22 2-40 0 0,1-1 0 0 0,-2-1-1 0 0,1-2 1 0 0,-2 0 0 0 0,45-27 0 0 0,-46 21-85 0 0,0-1 1 0 0,-2-1 0 0 0,0-1-1 0 0,-1-1 1 0 0,-1-1-1 0 0,-1-1 1 0 0,-2-1 0 0 0,0-1-1 0 0,14-26 1 0 0,-8 8 24 0 0,-2-1 0 0 0,-2-1 0 0 0,-2-1 0 0 0,22-85 0 0 0,-35 112 192 0 0,-1 0 1 0 0,0 0-1 0 0,-2-1 1 0 0,0 0-1 0 0,-1 1 1 0 0,-1-22-1 0 0,-1 41-101 0 0,0 0 0 0 0,0-1-1 0 0,1 1 1 0 0,-1 0-1 0 0,0 0 1 0 0,0 0-1 0 0,1-1 1 0 0,-1 1-1 0 0,0 0 1 0 0,0 0 0 0 0,1 0-1 0 0,-1 0 1 0 0,0 0-1 0 0,0 0 1 0 0,1 0-1 0 0,-1 1 1 0 0,-1-1 0 0 0,-3 2 3 0 0,1 0 1 0 0,0 1 0 0 0,0-1 0 0 0,-1 1 0 0 0,2 0-1 0 0,-1 0 1 0 0,0 0 0 0 0,1 0 0 0 0,-1 1 0 0 0,1-1 0 0 0,0 1-1 0 0,-4 6 1 0 0,0 0 11 0 0,-23 30 248 0 0,2 1 0 0 0,1 1 0 0 0,3 1-1 0 0,1 1 1 0 0,-30 88 0 0 0,20-28 786 0 0,-32 173 0 0 0,44-155-742 0 0,6 0-1 0 0,5 1 1 0 0,11 234-1 0 0,0-325-258 0 0,-1-23 180 0 0,0 0 1 0 0,1 1-1 0 0,0-1 0 0 0,0 0 0 0 0,5 17 0 0 0,-6-25-206 0 0,1 0-1 0 0,0-1 1 0 0,-1 1 0 0 0,1 0 0 0 0,-1-1-1 0 0,1 1 1 0 0,0-1 0 0 0,-1 1-1 0 0,1-1 1 0 0,0 1 0 0 0,0-1-1 0 0,-1 1 1 0 0,1-1 0 0 0,0 1-1 0 0,0-1 1 0 0,0 0 0 0 0,0 0 0 0 0,-1 1-1 0 0,1-1 1 0 0,0 0 0 0 0,0 0-1 0 0,0 0 1 0 0,0 0 0 0 0,0 0-1 0 0,1 0 1 0 0,22-4 158 0 0,-4-5-101 0 0,0 0 1 0 0,-1-2-1 0 0,0 0 0 0 0,-1-1 0 0 0,28-23 1 0 0,-43 33-79 0 0,26-21-1 0 0,-1-1 1 0 0,-1-2-1 0 0,-1 0 0 0 0,-1-2 1 0 0,24-34-1 0 0,-39 47-11 0 0,-1 0 0 0 0,-1 0-1 0 0,-1-1 1 0 0,0 1 0 0 0,8-29 0 0 0,-12 33-6 0 0,-1 0 0 0 0,0 0-1 0 0,-1 0 1 0 0,0 0 0 0 0,-1 0 0 0 0,0 0 0 0 0,-1 0 0 0 0,0 0 0 0 0,-5-19 0 0 0,3 19 20 0 0,-1 0-1 0 0,0 1 1 0 0,-1 0 0 0 0,0 0 0 0 0,-1 0 0 0 0,0 0-1 0 0,0 1 1 0 0,-1 0 0 0 0,-1 0 0 0 0,1 1 0 0 0,-1 0-1 0 0,0 0 1 0 0,-1 1 0 0 0,0 0 0 0 0,-14-8 0 0 0,-14-6-5 0 0,-1 1 1 0 0,-72-25 0 0 0,33 14-107 0 0,16 6-96 0 0,81 15 276 0 0,41-4-110 0 0,157-40-2255 0 0,-7-17-4740 0 0,-163 48 2269 0 0,-3-2-2496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3:01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77 3184 0 0,'-252'-75'16670'0'0,"244"73"-15258"0"0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0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338 193 980 0 0,'14'-28'8600'0'0,"4"-13"-3213"0"0,-18 39-5053 0 0,15-22 1150 0 0,-13 12 1972 0 0,-2 11-3441 0 0,0 0 0 0 0,-1-1 0 0 0,0 1 0 0 0,1 0 1 0 0,-1 0-1 0 0,1 0 0 0 0,-1 0 0 0 0,0 0 0 0 0,0 0 0 0 0,0 0 0 0 0,0 0 0 0 0,0 0 0 0 0,0 0 0 0 0,0 0 0 0 0,0 0 0 0 0,0 1 0 0 0,0-1 0 0 0,0 0 0 0 0,-2 0 1 0 0,1 0 4 0 0,-2-2-18 0 0,-17-2 15 0 0,11 4-16 0 0,0 1 1 0 0,0 0 0 0 0,0 1-1 0 0,0 0 1 0 0,0 0-1 0 0,0 1 1 0 0,0 0-1 0 0,0 1 1 0 0,1 0 0 0 0,-1 1-1 0 0,1 0 1 0 0,0 0-1 0 0,0 1 1 0 0,0 0-1 0 0,1 1 1 0 0,0 0-1 0 0,0 0 1 0 0,-8 8 0 0 0,-5 7-2 0 0,2 0 1 0 0,0 1 0 0 0,2 1-1 0 0,0 1 1 0 0,-15 28 0 0 0,27-44-5 0 0,1 1 1 0 0,0 1-1 0 0,0-1 1 0 0,1 0-1 0 0,0 1 1 0 0,0 0-1 0 0,1 0 1 0 0,1-1-1 0 0,0 1 1 0 0,0 0-1 0 0,1 1 0 0 0,0-1 1 0 0,2 13-1 0 0,-1-16 7 0 0,0 0-1 0 0,1-1 1 0 0,0 1-1 0 0,0-1 1 0 0,1 1-1 0 0,-1-1 1 0 0,1 0 0 0 0,1 0-1 0 0,-1 0 1 0 0,1-1-1 0 0,0 1 1 0 0,0-1-1 0 0,1 0 1 0 0,0 0-1 0 0,0 0 1 0 0,0-1-1 0 0,0 1 1 0 0,1-1-1 0 0,-1-1 1 0 0,10 5-1 0 0,-3-2 81 0 0,0-1 1 0 0,0-1-1 0 0,0 0 0 0 0,1-1 0 0 0,0 0 0 0 0,-1-1 0 0 0,1-1 1 0 0,0 0-1 0 0,0 0 0 0 0,0-1 0 0 0,0-1 0 0 0,0 0 0 0 0,0-1 1 0 0,0 0-1 0 0,-1-1 0 0 0,1-1 0 0 0,-1 0 0 0 0,1 0 0 0 0,-2-1 1 0 0,1-1-1 0 0,0 0 0 0 0,-1-1 0 0 0,0 0 0 0 0,-1 0 0 0 0,1-1 1 0 0,15-16-1 0 0,-14 12-55 0 0,-1-1 0 0 0,0 0 0 0 0,-1 0 1 0 0,0-1-1 0 0,-1 0 0 0 0,-1-1 0 0 0,0 0 0 0 0,-1 0 1 0 0,0-1-1 0 0,-1 0 0 0 0,-1 0 0 0 0,4-22 0 0 0,-7 27-23 0 0,0-1-1 0 0,-1 0 0 0 0,0 0 0 0 0,-1 1 0 0 0,0-1 0 0 0,-1 0 0 0 0,0 0 0 0 0,-1 0 0 0 0,0 1 0 0 0,-1-1 0 0 0,0 1 0 0 0,-10-21 0 0 0,12 30-5 0 0,-5-11-10 0 0,-1 1-1 0 0,-1 0 1 0 0,-10-13 0 0 0,14 22 11 0 0,1-1-1 0 0,-1 1 1 0 0,1-1-1 0 0,-1 1 1 0 0,0 1 0 0 0,0-1-1 0 0,-1 0 1 0 0,1 1 0 0 0,0 0-1 0 0,-1 0 1 0 0,0 0 0 0 0,1 1-1 0 0,-6-2 1 0 0,0 1-274 0 0,-1 0 0 0 0,1 0 0 0 0,0 1 1 0 0,-1 0-1 0 0,1 1 0 0 0,-1 0 0 0 0,1 1 1 0 0,0 0-1 0 0,-1 1 0 0 0,-18 5 0 0 0,29-7 157 0 0,-1 0-1 0 0,0 0 1 0 0,0 0-1 0 0,0 0 1 0 0,0 0-1 0 0,0 1 1 0 0,1-1-1 0 0,-1 0 1 0 0,0 1-1 0 0,0-1 1 0 0,0 1-1 0 0,1-1 1 0 0,-1 1 0 0 0,0-1-1 0 0,1 1 1 0 0,-1-1-1 0 0,0 1 1 0 0,1 0-1 0 0,-1-1 1 0 0,1 1-1 0 0,-1 0 1 0 0,1 0-1 0 0,-1-1 1 0 0,1 1-1 0 0,0 0 1 0 0,-1 0-1 0 0,1 0 1 0 0,0-1-1 0 0,0 1 1 0 0,-1 0-1 0 0,1 0 1 0 0,0 0-1 0 0,0 0 1 0 0,0 0-1 0 0,0 0 1 0 0,0-1 0 0 0,0 1-1 0 0,0 0 1 0 0,0 0-1 0 0,1 0 1 0 0,-1 0-1 0 0,0 0 1 0 0,1-1-1 0 0,-1 1 1 0 0,0 0-1 0 0,1 0 1 0 0,0 1-1 0 0,1 1-827 0 0,1 0 0 0 0,-1 1-1 0 0,1-1 1 0 0,0 0-1 0 0,0 0 1 0 0,1 0 0 0 0,5 4-1 0 0,3 1-3669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05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84 1840 0 0,'5'-12'2845'0'0,"0"-2"1"0"0,0 1-1 0 0,-1 0 0 0 0,2-19 2272 0 0,-28 84-3332 0 0,-24 77-1 0 0,27-71-1444 0 0,-142 516 513 0 0,153-532-1542 0 0,3 0 1 0 0,-2 65-1 0 0,8-106 437 0 0,-1 0 1 0 0,0 0-1 0 0,0-1 0 0 0,0 1 1 0 0,1 0-1 0 0,-1 0 1 0 0,0 0-1 0 0,1 0 0 0 0,-1-1 1 0 0,0 1-1 0 0,1 0 0 0 0,-1 0 1 0 0,1-1-1 0 0,0 1 1 0 0,-1 0-1 0 0,1-1 0 0 0,-1 1 1 0 0,1 0-1 0 0,0-1 1 0 0,0 1-1 0 0,-1-1 0 0 0,1 0 1 0 0,0 1-1 0 0,0-1 0 0 0,0 1 1 0 0,-1-1-1 0 0,1 0 1 0 0,0 0-1 0 0,0 1 0 0 0,0-1 1 0 0,0 0-1 0 0,0 0 0 0 0,0 0 1 0 0,-1 0-1 0 0,1 0 1 0 0,0 0-1 0 0,0 0 0 0 0,0 0 1 0 0,0-1-1 0 0,0 1 0 0 0,0 0 1 0 0,-1 0-1 0 0,1-1 1 0 0,0 1-1 0 0,0-1 0 0 0,0 1 1 0 0,1-2-1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06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123 227 1528 0 0,'-5'-3'519'0'0,"-1"0"-1"0"0,0 1 1 0 0,0 0-1 0 0,0 0 1 0 0,0 0 0 0 0,0 1-1 0 0,0 0 1 0 0,0 0-1 0 0,0 0 1 0 0,-1 1-1 0 0,1 0 1 0 0,0 0 0 0 0,0 1-1 0 0,-1 0 1 0 0,1 0-1 0 0,0 0 1 0 0,-7 3-1 0 0,12-4-497 0 0,1 1-1 0 0,0-1 0 0 0,-1 0 1 0 0,1 0-1 0 0,-1 0 1 0 0,1 1-1 0 0,0-1 0 0 0,0 0 1 0 0,-1 0-1 0 0,1 1 0 0 0,0-1 1 0 0,-1 0-1 0 0,1 1 1 0 0,0-1-1 0 0,0 0 0 0 0,0 1 1 0 0,-1-1-1 0 0,1 1 0 0 0,0-1 1 0 0,0 0-1 0 0,0 1 0 0 0,0-1 1 0 0,0 1-1 0 0,0-1 1 0 0,0 0-1 0 0,0 1 0 0 0,0-1 1 0 0,0 1-1 0 0,0-1 0 0 0,0 1 1 0 0,0-1-1 0 0,0 0 1 0 0,0 1-1 0 0,0-1 0 0 0,0 1 1 0 0,0-1-1 0 0,1 0 0 0 0,-1 1 1 0 0,0-1-1 0 0,0 0 0 0 0,0 1 1 0 0,1-1-1 0 0,-1 0 1 0 0,0 1-1 0 0,1-1 0 0 0,-1 0 1 0 0,0 0-1 0 0,1 1 0 0 0,15 12 393 0 0,-2-9-300 0 0,0 0-1 0 0,1-1 1 0 0,-1-1-1 0 0,1 0 1 0 0,21 0-1 0 0,75-8 5 0 0,-73 4-62 0 0,188-20 104 0 0,-180 15-129 0 0,-1-2 0 0 0,84-28 1 0 0,-113 31-15 0 0,0-1 0 0 0,-1 0 1 0 0,1-2-1 0 0,18-13 0 0 0,-29 18-11 0 0,1 0 0 0 0,-1 0-1 0 0,0 0 1 0 0,-1-1 0 0 0,1 0 0 0 0,-1 0-1 0 0,0 0 1 0 0,0-1 0 0 0,0 1 0 0 0,-1-1-1 0 0,0 0 1 0 0,0 0 0 0 0,0 0 0 0 0,1-8 0 0 0,-2-8 6 0 0,-2 21-10 0 0,0 0-1 0 0,0 1 0 0 0,-1-1 1 0 0,1 0-1 0 0,0 0 1 0 0,0 0-1 0 0,0 0 0 0 0,-1 0 1 0 0,1 1-1 0 0,0-1 0 0 0,-1 0 1 0 0,1 0-1 0 0,-1 0 1 0 0,1 1-1 0 0,-1-1 0 0 0,1 0 1 0 0,-1 1-1 0 0,1-1 1 0 0,-1 0-1 0 0,0 1 0 0 0,0-1 1 0 0,1 1-1 0 0,-1-1 1 0 0,-1 0-1 0 0,-20-3-5 0 0,13 8-5 0 0,6-2 4 0 0,-6 3 1 0 0,0 0 0 0 0,0 1 0 0 0,1 0 0 0 0,0 0 0 0 0,0 1 0 0 0,0 0 0 0 0,-10 14 0 0 0,-42 60 17 0 0,53-71-2 0 0,-35 54 238 0 0,-62 126-1 0 0,86-150-160 0 0,2 2-1 0 0,1 0 1 0 0,2 0-1 0 0,-11 72 1 0 0,20-80-2 0 0,-14 71 1981 0 0,23-119-1847 0 0,8-26-106 0 0,-2 4-66 0 0,1 1-1 0 0,20-38 1 0 0,-27 64-48 0 0,0-1 1 0 0,0 2 0 0 0,1-1 0 0 0,1 1 0 0 0,-1-1 0 0 0,1 2 0 0 0,0-1-1 0 0,1 1 1 0 0,0 0 0 0 0,0 1 0 0 0,1 0 0 0 0,12-8 0 0 0,-18 13-4 0 0,0-1 1 0 0,0 1 0 0 0,0 0 0 0 0,0 0-1 0 0,0 0 1 0 0,1 0 0 0 0,-1 1 0 0 0,0-1 0 0 0,0 1-1 0 0,0 0 1 0 0,1 0 0 0 0,-1 0 0 0 0,0 0 0 0 0,0 1-1 0 0,1-1 1 0 0,-1 1 0 0 0,4 1 0 0 0,-2 0 1 0 0,-1 0 0 0 0,1 1 1 0 0,-1-1-1 0 0,0 1 0 0 0,0 0 1 0 0,0 0-1 0 0,0 1 1 0 0,-1-1-1 0 0,1 1 0 0 0,3 5 1 0 0,2 4 14 0 0,0 0 0 0 0,-2 0 0 0 0,0 1 0 0 0,0 0 0 0 0,-1 1 0 0 0,5 18 1 0 0,-2 4 90 0 0,6 73 1 0 0,-10-69 66 0 0,-5-40-166 0 0,0 0 1 0 0,1-1-1 0 0,-1 1 1 0 0,0 0-1 0 0,0-1 1 0 0,1 1-1 0 0,-1-1 1 0 0,0 1-1 0 0,1 0 1 0 0,-1-1-1 0 0,0 1 1 0 0,1-1-1 0 0,-1 1 1 0 0,1-1-1 0 0,-1 1 1 0 0,1-1-1 0 0,-1 0 1 0 0,1 1 0 0 0,-1-1-1 0 0,1 0 1 0 0,0 1-1 0 0,-1-1 1 0 0,1 0-1 0 0,-1 0 1 0 0,1 1-1 0 0,0-1 1 0 0,-1 0-1 0 0,1 0 1 0 0,0 0-1 0 0,-1 0 1 0 0,1 0-1 0 0,0 0 1 0 0,-1 0-1 0 0,1 0 1 0 0,0 0-1 0 0,-1 0 1 0 0,2 0-1 0 0,24-7 75 0 0,-4-3-54 0 0,0-1-1 0 0,-1-1 1 0 0,0-1 0 0 0,30-25 0 0 0,71-71-28 0 0,-107 95 5 0 0,1-3 35 0 0,-1 1 0 0 0,25-38-1 0 0,-36 43 63 0 0,-10 8-10 0 0,-14 9-15 0 0,11 1-57 0 0,0-1 1 0 0,0 2-1 0 0,0-1 0 0 0,1 1 0 0 0,1 1 1 0 0,-1-1-1 0 0,1 1 0 0 0,1 1 0 0 0,-1-1 1 0 0,2 1-1 0 0,-1 0 0 0 0,2 0 0 0 0,-1 1 1 0 0,-5 19-1 0 0,10-26-13 0 0,-1-1 1 0 0,1 0-1 0 0,0 0 1 0 0,0 1-1 0 0,0-1 1 0 0,0 0-1 0 0,1 0 1 0 0,-1 1-1 0 0,1-1 1 0 0,0 0-1 0 0,0 0 1 0 0,0 0-1 0 0,0 0 1 0 0,1 0-1 0 0,-1 0 0 0 0,4 4 1 0 0,-2-3 3 0 0,0 0 1 0 0,1 0-1 0 0,0-1 1 0 0,0 1-1 0 0,0-1 1 0 0,0 0-1 0 0,0 0 1 0 0,1-1-1 0 0,6 4 1 0 0,8 1-50 0 0,0 0 1 0 0,1-1-1 0 0,0-1 1 0 0,24 2 0 0 0,6 0-1429 0 0,93-1-1 0 0,-12-12-5036 0 0,-59-1-161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0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318 143 1784 0 0,'2'-13'1712'0'0,"0"0"0"0"0,-1-1-1 0 0,-1-19 1 0 0,0 29-1468 0 0,0 1 0 0 0,0-1 0 0 0,-1 0 0 0 0,1 1 0 0 0,-1-1 0 0 0,0 0 0 0 0,0 1 0 0 0,-1-1 0 0 0,1 1 0 0 0,-1 0 0 0 0,1-1 0 0 0,-1 1 0 0 0,0 0 0 0 0,0 0 0 0 0,0 0 0 0 0,-1 0 0 0 0,-2-2 0 0 0,3 4-191 0 0,1 0-1 0 0,-1 0 1 0 0,1 0 0 0 0,-1 1 0 0 0,0-1 0 0 0,1 1 0 0 0,-1 0 0 0 0,0-1 0 0 0,1 1 0 0 0,-1 0 0 0 0,0 0 0 0 0,1 0 0 0 0,-1 0 0 0 0,0 0 0 0 0,0 0 0 0 0,1 0 0 0 0,-1 1 0 0 0,0-1 0 0 0,1 1 0 0 0,-1-1 0 0 0,0 1 0 0 0,1 0 0 0 0,-1 0 0 0 0,-2 1 0 0 0,-4 3 82 0 0,0 0 0 0 0,1 1 1 0 0,-9 7-1 0 0,11-9-45 0 0,-17 17 82 0 0,0 0 1 0 0,2 1-1 0 0,0 1 0 0 0,-20 32 1 0 0,27-35-104 0 0,1 0 1 0 0,1 1 0 0 0,1 0-1 0 0,0 1 1 0 0,-12 45-1 0 0,20-58-54 0 0,0-1 0 0 0,1 1-1 0 0,0 0 1 0 0,0 0 0 0 0,1 0-1 0 0,0 0 1 0 0,1 0 0 0 0,0 0-1 0 0,0 0 1 0 0,1-1 0 0 0,3 11-1 0 0,-3-14-14 0 0,0 0 1 0 0,0-1-1 0 0,1 1 0 0 0,-1-1 0 0 0,1 1 0 0 0,0-1 1 0 0,1 0-1 0 0,-1 0 0 0 0,1-1 0 0 0,-1 1 0 0 0,1-1 1 0 0,0 1-1 0 0,1-1 0 0 0,-1-1 0 0 0,0 1 0 0 0,1 0 1 0 0,0-1-1 0 0,-1 0 0 0 0,1 0 0 0 0,8 2 1 0 0,-2-1-5 0 0,2-1 0 0 0,-1 0 1 0 0,0 0-1 0 0,0-1 1 0 0,0-1-1 0 0,1 0 1 0 0,-1-1-1 0 0,0 0 1 0 0,0-1-1 0 0,0 0 1 0 0,0-1-1 0 0,0 0 1 0 0,21-9-1 0 0,-18 5-5 0 0,0-1-1 0 0,-1-1 1 0 0,0 0 0 0 0,0 0-1 0 0,-1-1 1 0 0,0-1-1 0 0,0-1 1 0 0,-2 1 0 0 0,18-23-1 0 0,78-119-92 0 0,-106 152 139 0 0,-2 11-6 0 0,0 0 0 0 0,-1 0-1 0 0,0 1 1 0 0,-6 16 0 0 0,4-14-7 0 0,0 0 0 0 0,-1 16 1 0 0,4-21-13 0 0,0 0 1 0 0,1-1-1 0 0,0 1 1 0 0,0 0-1 0 0,1-1 1 0 0,0 1 0 0 0,0-1-1 0 0,4 13 1 0 0,-4-17-6 0 0,1 1 1 0 0,-1-1 0 0 0,1 0-1 0 0,0 0 1 0 0,0 0 0 0 0,0 0-1 0 0,0 0 1 0 0,1-1 0 0 0,-1 1-1 0 0,1-1 1 0 0,-1 0 0 0 0,1 1-1 0 0,0-1 1 0 0,0 0 0 0 0,0-1 0 0 0,0 1-1 0 0,0 0 1 0 0,1-1 0 0 0,-1 0-1 0 0,0 0 1 0 0,4 1 0 0 0,0 0 2 0 0,1 0 0 0 0,-1-1 0 0 0,0 0 0 0 0,0-1 0 0 0,1 0 0 0 0,-1 0 0 0 0,0 0 0 0 0,1-1 1 0 0,-1 0-1 0 0,0 0 0 0 0,0-1 0 0 0,1 0 0 0 0,8-4 0 0 0,-7 1-9 0 0,0 1 1 0 0,0-1-1 0 0,-1-1 0 0 0,0 0 0 0 0,0 0 1 0 0,0 0-1 0 0,-1-1 0 0 0,0 0 0 0 0,7-10 1 0 0,-5 5-10 0 0,0 0 0 0 0,-1-1 0 0 0,0-1 0 0 0,-1 0 1 0 0,0 0-1 0 0,-2 0 0 0 0,1 0 0 0 0,-2-1 0 0 0,0 0 1 0 0,-1 0-1 0 0,0 0 0 0 0,1-28 0 0 0,-4 40 6 0 0,0 0 0 0 0,0-1 0 0 0,0 1 1 0 0,-1 0-1 0 0,1 0 0 0 0,-1-1 0 0 0,1 1 0 0 0,-1 0 0 0 0,0 0 0 0 0,-1 0 0 0 0,1 0 0 0 0,0 0 0 0 0,-1 0 0 0 0,0 0 1 0 0,1 0-1 0 0,-1 1 0 0 0,0-1 0 0 0,-1 1 0 0 0,1-1 0 0 0,0 1 0 0 0,-1 0 0 0 0,-3-3 0 0 0,2 3 0 0 0,1 1 0 0 0,-1-1 0 0 0,0 1 0 0 0,0 0 0 0 0,-1 0 0 0 0,1 0 1 0 0,0 0-1 0 0,0 1 0 0 0,0-1 0 0 0,0 1 0 0 0,-1 0 0 0 0,1 1 0 0 0,0-1 0 0 0,0 1 0 0 0,0 0 0 0 0,-8 2 0 0 0,-5 3 8 0 0,0 0-1 0 0,1 2 1 0 0,0 0 0 0 0,1 0-1 0 0,0 2 1 0 0,0 0 0 0 0,1 0 0 0 0,0 1-1 0 0,0 1 1 0 0,2 1 0 0 0,-1 0 0 0 0,2 0-1 0 0,0 1 1 0 0,0 0 0 0 0,1 1-1 0 0,-7 16 1 0 0,15-26-2 0 0,0-1 1 0 0,0 0-1 0 0,1 1 0 0 0,0-1 0 0 0,0 1 1 0 0,0-1-1 0 0,0 1 0 0 0,1-1 0 0 0,-1 1 0 0 0,1 0 1 0 0,0-1-1 0 0,1 1 0 0 0,1 6 0 0 0,-2-8-1 0 0,1-1-1 0 0,0 1 0 0 0,0-1 0 0 0,1 1 0 0 0,-1-1 1 0 0,0 1-1 0 0,1-1 0 0 0,0 0 0 0 0,-1 0 0 0 0,1 0 1 0 0,0 0-1 0 0,0 0 0 0 0,0 0 0 0 0,0 0 0 0 0,1-1 1 0 0,-1 1-1 0 0,0-1 0 0 0,1 1 0 0 0,-1-1 0 0 0,1 0 1 0 0,-1 0-1 0 0,1 0 0 0 0,3 1 0 0 0,7 0-5 0 0,0 1-1 0 0,0-2 1 0 0,0 0-1 0 0,0 0 1 0 0,0-1 0 0 0,0-1-1 0 0,0 0 1 0 0,0-1-1 0 0,0 0 1 0 0,-1-1-1 0 0,1 0 1 0 0,-1-1-1 0 0,1-1 1 0 0,-1 0 0 0 0,0 0-1 0 0,11-8 1 0 0,20-14-30 0 0,-3-1 0 0 0,73-65 0 0 0,-53 42 5 0 0,-14 13-5 0 0,-45 37 30 0 0,1-1 1 0 0,-1 1-1 0 0,1 0 0 0 0,-1 1 0 0 0,1-1 0 0 0,0 0 0 0 0,-1 0 1 0 0,1 1-1 0 0,0-1 0 0 0,0 1 0 0 0,-1-1 0 0 0,1 1 0 0 0,0 0 1 0 0,0 0-1 0 0,0 0 0 0 0,0 0 0 0 0,-1 0 0 0 0,1 0 0 0 0,0 0 1 0 0,0 0-1 0 0,0 1 0 0 0,-1-1 0 0 0,1 1 0 0 0,0 0 0 0 0,-1-1 1 0 0,1 1-1 0 0,0 0 0 0 0,-1 0 0 0 0,1 0 0 0 0,-1 0 1 0 0,1 0-1 0 0,-1 0 0 0 0,0 0 0 0 0,1 1 0 0 0,-1-1 0 0 0,1 2 1 0 0,2 2 1 0 0,0-1 1 0 0,-1 1-1 0 0,0 0 1 0 0,0 0-1 0 0,0 0 1 0 0,-1 0-1 0 0,1 1 1 0 0,1 6-1 0 0,10 47 84 0 0,-12-36-29 0 0,0 0 0 0 0,-2 0 0 0 0,0 0 0 0 0,-2 0 0 0 0,-6 34 1 0 0,3-18 169 0 0,1-31-147 0 0,1-8-60 0 0,2-6 102 0 0,2-6-124 0 0,0 0 0 0 0,1 0-1 0 0,0 0 1 0 0,1 0 0 0 0,1 0-1 0 0,6-14 1 0 0,2-3-23 0 0,21-35 0 0 0,-23 48 20 0 0,0 0 1 0 0,1 1-1 0 0,1 0 0 0 0,24-22 0 0 0,-28 29 3 0 0,-1 2 0 0 0,1-1 0 0 0,1 1 0 0 0,-1 1 0 0 0,1-1 0 0 0,0 2 0 0 0,0-1 0 0 0,1 1-1 0 0,-1 0 1 0 0,15-3 0 0 0,-20 6 4 0 0,1 1 0 0 0,-1-1 0 0 0,1 1 0 0 0,-1 0 0 0 0,1 0 0 0 0,-1 0 0 0 0,1 0 0 0 0,-1 1 0 0 0,1 0 0 0 0,-1 0 0 0 0,0 0 0 0 0,1 0 0 0 0,-1 1 0 0 0,0 0 0 0 0,0 0 0 0 0,0 0 0 0 0,0 0 0 0 0,0 0 0 0 0,0 1 0 0 0,-1 0 0 0 0,1 0 0 0 0,-1 0 0 0 0,0 0-1 0 0,0 1 1 0 0,0-1 0 0 0,4 6 0 0 0,0 4 14 0 0,1 1 0 0 0,-1 0-1 0 0,-1 0 1 0 0,-1 0 0 0 0,0 1-1 0 0,5 22 1 0 0,0 23 58 0 0,-7-40-542 0 0,0-1 0 0 0,2 0 0 0 0,6 21 0 0 0,-10-39 243 0 0,-1 1 1 0 0,1-1-1 0 0,-1 0 0 0 0,1 1 0 0 0,-1-1 1 0 0,1 0-1 0 0,0 0 0 0 0,0 1 0 0 0,0-1 1 0 0,0 0-1 0 0,-1 0 0 0 0,1 0 0 0 0,1 0 1 0 0,-1 0-1 0 0,0 0 0 0 0,0 0 0 0 0,0-1 1 0 0,0 1-1 0 0,1 0 0 0 0,-1-1 0 0 0,0 1 1 0 0,1-1-1 0 0,-1 1 0 0 0,0-1 1 0 0,1 1-1 0 0,-1-1 0 0 0,1 0 0 0 0,-1 0 1 0 0,1 0-1 0 0,-1 0 0 0 0,1 0 0 0 0,-1 0 1 0 0,0 0-1 0 0,1 0 0 0 0,-1-1 0 0 0,1 1 1 0 0,-1 0-1 0 0,0-1 0 0 0,1 1 0 0 0,-1-1 1 0 0,0 0-1 0 0,2 0 0 0 0,6-7-3075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08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1588 0 0,'7'-16'1868'0'0,"-3"5"78"0"0,1 0 0 0 0,0 0 0 0 0,12-16 916 0 0,-13 28-2323 0 0,-3-1-516 0 0,-1 0 1 0 0,1 0-1 0 0,-1 0 1 0 0,1 0 0 0 0,0 0-1 0 0,-1 0 1 0 0,1 0 0 0 0,-1 0-1 0 0,1 0 1 0 0,-1 0 0 0 0,1 0-1 0 0,0 0 1 0 0,-1 0-1 0 0,1 1 1 0 0,-1-1 0 0 0,1 0-1 0 0,-1 0 1 0 0,1 1 0 0 0,-1-1-1 0 0,1 0 1 0 0,0 1 0 0 0,8 18 237 0 0,0 1 0 0 0,-1 0 0 0 0,-1 0 0 0 0,-1 0 0 0 0,4 22 0 0 0,13 42-17 0 0,-17-67-184 0 0,0 0 0 0 0,12 20 0 0 0,-16-33-42 0 0,1 0 0 0 0,-1 0 1 0 0,1 0-1 0 0,-1-1 0 0 0,1 1 0 0 0,0-1 0 0 0,0 0 0 0 0,1 0 1 0 0,-1 0-1 0 0,1 0 0 0 0,0-1 0 0 0,-1 1 0 0 0,1-1 0 0 0,7 3 0 0 0,-8-4-14 0 0,0-1-1 0 0,1 1 0 0 0,-1-1 0 0 0,0 0 0 0 0,0 0 1 0 0,0 0-1 0 0,1 0 0 0 0,-1 0 0 0 0,0-1 0 0 0,0 0 1 0 0,0 1-1 0 0,0-1 0 0 0,0 0 0 0 0,0-1 0 0 0,0 1 1 0 0,0 0-1 0 0,0-1 0 0 0,0 0 0 0 0,-1 0 0 0 0,1 1 1 0 0,-1-2-1 0 0,1 1 0 0 0,2-4 0 0 0,6-5 13 0 0,-1 0 0 0 0,-1-1 0 0 0,11-18-1 0 0,-20 29-15 0 0,60-104-30 0 0,-38 63 3 0 0,42-59 1 0 0,-61 97 24 0 0,-2 2 1 0 0,0 1 0 0 0,0 0 0 0 0,0 0 0 0 0,0-1 0 0 0,0 1 0 0 0,0 0 0 0 0,1 0 1 0 0,-1 0-1 0 0,1 0 0 0 0,-1 0 0 0 0,0 1 0 0 0,1-1 0 0 0,-1 0 0 0 0,1 1 0 0 0,0-1 0 0 0,-1 1 1 0 0,1-1-1 0 0,2 1 0 0 0,15-4-10 0 0,-14 4 10 0 0,0 0-1 0 0,1 1 0 0 0,-1 0 1 0 0,0 0-1 0 0,1 0 1 0 0,-1 0-1 0 0,0 1 1 0 0,0 0-1 0 0,6 3 1 0 0,44 29 13 0 0,-13-8-10 0 0,-27-18 5 0 0,1 0 0 0 0,0-1 0 0 0,0 0 1 0 0,1-2-1 0 0,32 8 0 0 0,-45-13-6 0 0,0 0 1 0 0,0 0-1 0 0,0 0 0 0 0,0 0 1 0 0,0-1-1 0 0,0 0 1 0 0,-1 0-1 0 0,1 0 0 0 0,0 0 1 0 0,-1 0-1 0 0,1-1 0 0 0,0 1 1 0 0,-1-1-1 0 0,0 0 0 0 0,1 0 1 0 0,-1-1-1 0 0,0 1 0 0 0,0-1 1 0 0,0 1-1 0 0,-1-1 0 0 0,1 0 1 0 0,-1 0-1 0 0,4-5 1 0 0,-2 2-4 0 0,-1 1 0 0 0,0-1 0 0 0,0 0 0 0 0,0 0 1 0 0,-1 0-1 0 0,0 0 0 0 0,0-1 0 0 0,0 1 0 0 0,-1 0 1 0 0,0-1-1 0 0,0 0 0 0 0,-1 1 0 0 0,0-8 0 0 0,0 12 1 0 0,0 1 0 0 0,0-1 0 0 0,0 0 0 0 0,0 0-1 0 0,0 1 1 0 0,-1-1 0 0 0,1 0 0 0 0,-1 0 0 0 0,1 1-1 0 0,-1-1 1 0 0,0 0 0 0 0,0 1 0 0 0,0-1-1 0 0,1 1 1 0 0,-2-1 0 0 0,1 1 0 0 0,0 0 0 0 0,0-1-1 0 0,0 1 1 0 0,-1 0 0 0 0,-2-2 0 0 0,-21-3-14 0 0,16 9 13 0 0,4-1-1 0 0,-3 0 5 0 0,-1 0-1 0 0,1 0 1 0 0,0 1 0 0 0,0 1 0 0 0,1-1 0 0 0,-1 1 0 0 0,1 0-1 0 0,0 1 1 0 0,-11 9 0 0 0,-2 3 17 0 0,-29 33-1 0 0,39-39-5 0 0,1 1 0 0 0,0 0 0 0 0,1 0 0 0 0,0 1 0 0 0,1 0-1 0 0,1 0 1 0 0,0 0 0 0 0,0 1 0 0 0,-5 25 0 0 0,9-32-5 0 0,1-1 0 0 0,1 1 0 0 0,-1-1 0 0 0,1 0 0 0 0,0 1 0 0 0,0-1 0 0 0,1 1 0 0 0,0-1-1 0 0,0 0 1 0 0,4 12 0 0 0,-3-14-3 0 0,0 1-1 0 0,1 0 1 0 0,-1-1-1 0 0,1 0 0 0 0,0 0 1 0 0,0 1-1 0 0,1-2 1 0 0,-1 1-1 0 0,1 0 0 0 0,0-1 1 0 0,0 0-1 0 0,0 1 1 0 0,0-2-1 0 0,0 1 0 0 0,6 2 1 0 0,2 1-65 0 0,1 0 1 0 0,0-1-1 0 0,0-1 1 0 0,0 0-1 0 0,0-1 1 0 0,1 0 0 0 0,0-1-1 0 0,-1-1 1 0 0,1 0-1 0 0,0-1 1 0 0,-1 0-1 0 0,1-1 1 0 0,0-1-1 0 0,-1 0 1 0 0,25-7-1 0 0,-19 2-189 0 0,0 0 0 0 0,-1-1-1 0 0,1-1 1 0 0,-2-1 0 0 0,1 0-1 0 0,-1-1 1 0 0,-1-1 0 0 0,0-1-1 0 0,-1 0 1 0 0,15-17-1 0 0,-5 0 30 0 0,-1-1-1 0 0,31-53 1 0 0,6-8 987 0 0,-60 90-751 0 0,0 1-1 0 0,0-1 1 0 0,0 1-1 0 0,0 0 1 0 0,0-1-1 0 0,1 1 0 0 0,-1 0 1 0 0,0 0-1 0 0,1 0 1 0 0,-1 0-1 0 0,1 0 1 0 0,-1 0-1 0 0,1 0 0 0 0,0 1 1 0 0,-1-1-1 0 0,1 1 1 0 0,0-1-1 0 0,-1 1 1 0 0,1-1-1 0 0,0 1 0 0 0,2 0 1 0 0,-2 0 10 0 0,1 1 0 0 0,-1-1 0 0 0,1 1 0 0 0,0 0 0 0 0,-1-1 0 0 0,1 1-1 0 0,-1 0 1 0 0,0 1 0 0 0,1-1 0 0 0,-1 0 0 0 0,0 1 0 0 0,4 2 0 0 0,0 2 53 0 0,0 0 1 0 0,0 0-1 0 0,0 0 1 0 0,-1 1-1 0 0,0-1 0 0 0,-1 2 1 0 0,8 13-1 0 0,-9-11 87 0 0,0 0-1 0 0,0 0 1 0 0,-1 0 0 0 0,-1 0-1 0 0,0 1 1 0 0,0-1 0 0 0,-1 0-1 0 0,0 1 1 0 0,-1-1 0 0 0,0 0-1 0 0,-1 1 1 0 0,0-1 0 0 0,0 0-1 0 0,-1 0 1 0 0,0 0 0 0 0,-1-1 0 0 0,-6 12-1 0 0,9-19 66 0 0,1-2-205 0 0,0 1 1 0 0,0-1-1 0 0,0 0 1 0 0,-1 1-1 0 0,1-1 1 0 0,0 0-1 0 0,0 1 1 0 0,0-1-1 0 0,0 0 1 0 0,0 1-1 0 0,0-1 1 0 0,0 1-1 0 0,1-1 1 0 0,-1 0-1 0 0,0 1 0 0 0,0-1 1 0 0,0 0-1 0 0,0 1 1 0 0,0-1-1 0 0,0 0 1 0 0,1 1-1 0 0,-1-1 1 0 0,0 1-1 0 0,144-129 161 0 0,-65 60-135 0 0,58-49-67 0 0,-124 107 7 0 0,-16 14-4 0 0,-26 26-13 0 0,17-18 20 0 0,-3 4 19 0 0,2 1 1 0 0,-16 22-1 0 0,26-34-10 0 0,-1 0-1 0 0,1 0 1 0 0,1 1 0 0 0,-1-1-1 0 0,1 1 1 0 0,0-1-1 0 0,0 1 1 0 0,0 0 0 0 0,1 0-1 0 0,0 0 1 0 0,0 0 0 0 0,0 11-1 0 0,2-12 2 0 0,1 0-1 0 0,0 0 0 0 0,0 0 0 0 0,0 0 1 0 0,0 0-1 0 0,1-1 0 0 0,-1 1 1 0 0,1-1-1 0 0,0 1 0 0 0,1-1 1 0 0,-1 0-1 0 0,1-1 0 0 0,0 1 0 0 0,0-1 1 0 0,0 1-1 0 0,0-1 0 0 0,6 3 1 0 0,10 7-131 0 0,1-2 0 0 0,30 13 0 0 0,-10-8-977 0 0,0-1 0 0 0,52 11 0 0 0,26-6-5193 0 0,-66-16 921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09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137 431 1884 0 0,'-95'32'10192'0'0,"61"-22"-6989"0"0,27-9-1305 0 0,21-6-1507 0 0,24-9-267 0 0,-2-1 1 0 0,0-1-1 0 0,-1-3 0 0 0,0 0 0 0 0,50-40 0 0 0,-43 25-122 0 0,-1-2-1 0 0,-2-2 1 0 0,52-64 0 0 0,-77 84-2 0 0,-5 9-4 0 0,-1-1-1 0 0,0-1 1 0 0,0 0 0 0 0,-1 0-1 0 0,10-21 1 0 0,-17 31 3 0 0,0 1 0 0 0,0-1-1 0 0,0 0 1 0 0,-1 1 0 0 0,1-1 0 0 0,0 1 0 0 0,0-1 0 0 0,0 0 0 0 0,-1 1 0 0 0,1-1 0 0 0,0 1 0 0 0,-1-1 0 0 0,1 1 0 0 0,0-1 0 0 0,-1 1 0 0 0,1-1 0 0 0,-1 1 0 0 0,1-1 0 0 0,-1 1 0 0 0,1-1-1 0 0,-1 1 1 0 0,1 0 0 0 0,-1-1 0 0 0,1 1 0 0 0,-1 0 0 0 0,1 0 0 0 0,-1-1 0 0 0,0 1 0 0 0,1 0 0 0 0,-1 0 0 0 0,1 0 0 0 0,-1 0 0 0 0,0 0 0 0 0,1 0 0 0 0,-1 0 0 0 0,0 0 0 0 0,1 0-1 0 0,-1 0 1 0 0,0 0 0 0 0,1 0 0 0 0,-1 0 0 0 0,1 0 0 0 0,-1 1 0 0 0,0-1 0 0 0,0 0 0 0 0,-7 3-5 0 0,-1 1 1 0 0,1-1-1 0 0,0 1 0 0 0,1 0 1 0 0,-1 1-1 0 0,1 0 0 0 0,-1 0 1 0 0,1 1-1 0 0,1 0 0 0 0,-12 12 1 0 0,15-14 6 0 0,1-1 1 0 0,-1 1 0 0 0,1 0 0 0 0,-1 0-1 0 0,1 1 1 0 0,0-1 0 0 0,1 0 0 0 0,-1 1 0 0 0,1-1-1 0 0,0 1 1 0 0,0-1 0 0 0,0 1 0 0 0,0 0 0 0 0,1-1-1 0 0,0 1 1 0 0,0 0 0 0 0,0-1 0 0 0,1 1-1 0 0,0 0 1 0 0,-1-1 0 0 0,2 1 0 0 0,2 8 0 0 0,9 15 19 0 0,1 0 0 0 0,1-1 1 0 0,28 37-1 0 0,-21-33-9 0 0,-3-1 0 0 0,18 37 0 0 0,-36-66 8 0 0,0 1 0 0 0,-1-1 0 0 0,1 1 0 0 0,-1 0-1 0 0,1-1 1 0 0,-1 1 0 0 0,1-1 0 0 0,-1 1 0 0 0,0 0 0 0 0,0-1 0 0 0,1 1 0 0 0,-1 0-1 0 0,-1 0 1 0 0,1-1 0 0 0,0 1 0 0 0,0 0 0 0 0,-1-1 0 0 0,1 1 0 0 0,-1-1 0 0 0,1 1-1 0 0,-1 0 1 0 0,1-1 0 0 0,-1 1 0 0 0,0-1 0 0 0,0 0 0 0 0,0 1 0 0 0,0-1 0 0 0,0 0-1 0 0,0 1 1 0 0,0-1 0 0 0,-1 0 0 0 0,1 0 0 0 0,0 0 0 0 0,-1 0 0 0 0,1 0 0 0 0,0 0-1 0 0,-3 1 1 0 0,-4 1 109 0 0,1 0 0 0 0,-1 0 0 0 0,0-1-1 0 0,0 0 1 0 0,0 0 0 0 0,-12 0 0 0 0,17-1 33 0 0,0-1-9 0 0,1 1-194 0 0,2-1 56 0 0,-1 0 0 0 0,1 0 0 0 0,0 0 0 0 0,-1 0-1 0 0,1 1 1 0 0,0-1 0 0 0,-1 0 0 0 0,1 0 0 0 0,-1 0-1 0 0,1 0 1 0 0,0 0 0 0 0,-1 0 0 0 0,1 0 0 0 0,-1 0-1 0 0,1 0 1 0 0,0 0 0 0 0,-1 0 0 0 0,1 0 0 0 0,-1 0-1 0 0,1 0 1 0 0,0-1 0 0 0,-1 1 0 0 0,1 0 0 0 0,0 0-1 0 0,-1 0 1 0 0,1-1 0 0 0,0 1 0 0 0,-1 0 0 0 0,1 0 0 0 0,0-1-1 0 0,-1 1 1 0 0,1 0 0 0 0,0-1 0 0 0,0 1 0 0 0,-1 0-1 0 0,1-1 1 0 0,0 1 0 0 0,0 0 0 0 0,-1-1 0 0 0,2 0-9 0 0,0 0 0 0 0,0 0 1 0 0,0 0-1 0 0,0 0 0 0 0,1 0 1 0 0,-1 0-1 0 0,0 0 0 0 0,0 0 1 0 0,1 0-1 0 0,-1 1 1 0 0,2-1-1 0 0,-2 0 2 0 0,46-26 19 0 0,57-23 0 0 0,-16 9-20 0 0,-81 37-13 0 0,90-44-10 0 0,-3-4 1 0 0,94-70-1 0 0,-177 114 13 0 0,-1 0 0 0 0,0-1 1 0 0,0-1-1 0 0,-1 0 1 0 0,9-12-1 0 0,-17 22 1 0 0,-1 0 0 0 0,0 0-1 0 0,1-1 1 0 0,-1 1 0 0 0,0-1-1 0 0,1 1 1 0 0,-1 0 0 0 0,0-1-1 0 0,0 1 1 0 0,1-1 0 0 0,-1 1 0 0 0,0 0-1 0 0,0-1 1 0 0,0 1 0 0 0,0-1-1 0 0,0 1 1 0 0,0-1 0 0 0,1 1-1 0 0,-1-1 1 0 0,0 1 0 0 0,0-1 0 0 0,0 1-1 0 0,-1-1 1 0 0,1 1 0 0 0,0-1-1 0 0,0 1 1 0 0,0 0 0 0 0,0-1-1 0 0,0 1 1 0 0,0-1 0 0 0,-1 1-1 0 0,1-1 1 0 0,0 0 0 0 0,-1 1-1 0 0,0 0 1 0 0,0-1-1 0 0,0 1 1 0 0,0 0 0 0 0,-1-1-1 0 0,1 1 1 0 0,0 0-1 0 0,0 0 1 0 0,0 0-1 0 0,0 0 1 0 0,0 0-1 0 0,0 0 1 0 0,-2 1-1 0 0,-34 9-22 0 0,19-2 15 0 0,0 0 1 0 0,1 2 0 0 0,-1 0 0 0 0,2 1-1 0 0,0 1 1 0 0,0 0 0 0 0,-25 27 0 0 0,33-31 12 0 0,0 1 0 0 0,1 0 1 0 0,0 0-1 0 0,1 1 0 0 0,0-1 1 0 0,0 1-1 0 0,1 1 0 0 0,0-1 1 0 0,1 1-1 0 0,0-1 0 0 0,1 1 1 0 0,0 1-1 0 0,1-1 0 0 0,0 0 1 0 0,0 13-1 0 0,2-19-3 0 0,0 0-1 0 0,1 1 1 0 0,0-1-1 0 0,0 0 1 0 0,0 0 0 0 0,0 0-1 0 0,1 1 1 0 0,0-1-1 0 0,0 0 1 0 0,0-1 0 0 0,0 1-1 0 0,1 0 1 0 0,0-1-1 0 0,4 5 1 0 0,-2-3 7 0 0,1 0 0 0 0,0 0 0 0 0,0-1 0 0 0,1 0 0 0 0,-1 0 0 0 0,1-1 0 0 0,0 0 0 0 0,11 5 0 0 0,3-1-210 0 0,0-1-1 0 0,0 0 1 0 0,1-2 0 0 0,-1-1-1 0 0,44 3 1 0 0,-42-6-520 0 0,1-1 1 0 0,0-2-1 0 0,0 0 0 0 0,0-2 0 0 0,-1 0 1 0 0,38-13-1 0 0,-33 7-1572 0 0,0-1-1 0 0,40-22 1 0 0,-18 3-2979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09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341 183 932 0 0,'7'-24'1923'0'0,"-2"1"0"0"0,-1-1 0 0 0,0 0-1 0 0,-2-1 1 0 0,-1-35 0 0 0,-1 58-1387 0 0,-3 2-416 0 0,1 1 0 0 0,0 0 0 0 0,0-1-1 0 0,0 1 1 0 0,0 0 0 0 0,0 0 0 0 0,0 0 0 0 0,1 1 0 0 0,-1-1-1 0 0,0 0 1 0 0,0 1 0 0 0,1-1 0 0 0,-1 1 0 0 0,1-1-1 0 0,-1 1 1 0 0,1 0 0 0 0,0 0 0 0 0,0-1 0 0 0,-2 5 0 0 0,-20 43 990 0 0,20-43-919 0 0,-102 261 3246 0 0,-14 31-1784 0 0,100-255-1451 0 0,2 1-1 0 0,-22 87 1 0 0,39-129-207 0 0,-1 0-1 0 0,1 0 1 0 0,-1 0-1 0 0,1 0 1 0 0,0 0 0 0 0,0 0-1 0 0,0 0 1 0 0,0 0-1 0 0,0 0 1 0 0,0-1 0 0 0,1 1-1 0 0,-1 0 1 0 0,1 0-1 0 0,-1 0 1 0 0,1 0-1 0 0,0 0 1 0 0,0-1 0 0 0,-1 1-1 0 0,1 0 1 0 0,1-1-1 0 0,-1 1 1 0 0,0-1 0 0 0,0 1-1 0 0,0-1 1 0 0,1 1-1 0 0,-1-1 1 0 0,1 0 0 0 0,-1 0-1 0 0,1 0 1 0 0,-1 0-1 0 0,1 0 1 0 0,0 0 0 0 0,0 0-1 0 0,-1 0 1 0 0,1-1-1 0 0,0 1 1 0 0,0 0-1 0 0,0-1 1 0 0,0 0 0 0 0,0 1-1 0 0,0-1 1 0 0,0 0-1 0 0,2 0 1 0 0,5-1-480 0 0,-1 0-1 0 0,0-1 1 0 0,-1 0-1 0 0,1 0 1 0 0,0-1-1 0 0,-1 1 1 0 0,1-2-1 0 0,13-7 1 0 0,-11 5-1533 0 0,-1 0 1 0 0,0-1-1 0 0,13-13 1 0 0,2-4-5300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0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550 144 616 0 0,'-340'-84'14636'0'0,"130"35"-5676"0"0,227 42-8530 0 0,-4 5-358 0 0,0 1 1 0 0,0 1 0 0 0,1 0-1 0 0,-1 1 1 0 0,15 2 0 0 0,2 0-21 0 0,320 40 66 0 0,-61-6-5564 0 0,-235-35 1746 0 0,-18-3-2313 0 0,-9-1-1672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2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55 354 1132 0 0,'16'-40'13076'0'0,"-17"56"-12668"0"0,-1 0 0 0 0,-1 0 0 0 0,-6 23 0 0 0,-1 2-113 0 0,-2 20-5 0 0,-19 122 214 0 0,30-164-467 0 0,0 0-1 0 0,1 0 1 0 0,1 0-1 0 0,0 0 1 0 0,2 0-1 0 0,0 0 0 0 0,9 27 1 0 0,-10-40-26 0 0,0-1 1 0 0,1 1-1 0 0,0-1 0 0 0,0 0 1 0 0,0 0-1 0 0,0 0 0 0 0,1 0 0 0 0,-1 0 1 0 0,1-1-1 0 0,0 0 0 0 0,1 0 1 0 0,-1 0-1 0 0,1 0 0 0 0,0-1 1 0 0,0 0-1 0 0,0 0 0 0 0,0 0 1 0 0,0 0-1 0 0,7 1 0 0 0,-8-2-6 0 0,1-1 0 0 0,0 0 0 0 0,0 0 0 0 0,0-1 0 0 0,0 1 0 0 0,0-1 0 0 0,0 0 0 0 0,0 0 0 0 0,0-1 0 0 0,0 1 0 0 0,0-1 0 0 0,0 0 0 0 0,0-1 0 0 0,-1 1 0 0 0,1-1 0 0 0,0 0 0 0 0,-1 0 0 0 0,1 0 0 0 0,-1-1 0 0 0,0 0 0 0 0,0 0 0 0 0,6-5 0 0 0,0-2-12 0 0,0-1 1 0 0,-1 0-1 0 0,0 0 0 0 0,-1-1 1 0 0,0 0-1 0 0,-1 0 1 0 0,9-22-1 0 0,32-100-71 0 0,-33 86 65 0 0,-1 5-77 0 0,-13 41 56 0 0,-1 2 28 0 0,1 1 7 0 0,0-1-1 0 0,-1 0 0 0 0,1 1 1 0 0,-1-1-1 0 0,1 0 1 0 0,-1 1-1 0 0,1-1 1 0 0,-1 1-1 0 0,1-1 1 0 0,-1 1-1 0 0,0-1 1 0 0,1 1-1 0 0,-1 0 1 0 0,0-1-1 0 0,0 1 1 0 0,1-1-1 0 0,-1 1 1 0 0,0 0-1 0 0,0-1 1 0 0,0 1-1 0 0,1 0 0 0 0,-1 0 1 0 0,3 22 35 0 0,-2-13-29 0 0,0 3 7 0 0,0 0-1 0 0,1-1 1 0 0,0 1 0 0 0,7 17 0 0 0,-8-27-9 0 0,0 0 0 0 0,0 0 0 0 0,1 0 0 0 0,-1-1 0 0 0,1 1 0 0 0,-1 0 1 0 0,1-1-1 0 0,0 1 0 0 0,0-1 0 0 0,0 0 0 0 0,0 0 0 0 0,1 0 0 0 0,-1 0 0 0 0,1 0 1 0 0,-1 0-1 0 0,1 0 0 0 0,0-1 0 0 0,-1 1 0 0 0,1-1 0 0 0,0 0 0 0 0,0 0 1 0 0,0 0-1 0 0,0 0 0 0 0,5 0 0 0 0,-1 0 1 0 0,0-1 1 0 0,0 0-1 0 0,0 0 0 0 0,0-1 1 0 0,0 1-1 0 0,0-1 1 0 0,0-1-1 0 0,0 0 0 0 0,0 0 1 0 0,0 0-1 0 0,-1-1 0 0 0,11-5 1 0 0,-8 2-8 0 0,0 1-1 0 0,0-2 1 0 0,-1 1 0 0 0,0-1 0 0 0,-1-1-1 0 0,0 1 1 0 0,12-17 0 0 0,-7 5-9 0 0,0 0 0 0 0,-2-1 0 0 0,0 0 0 0 0,-1 0 1 0 0,-1-1-1 0 0,-1-1 0 0 0,6-30 0 0 0,-8 22 9 0 0,3-41 0 0 0,-7 59-9 0 0,-1 1 0 0 0,0-1-1 0 0,-1 0 1 0 0,-1 1 0 0 0,0 0-1 0 0,-5-20 1 0 0,7 31 6 0 0,0-1 0 0 0,0 0 0 0 0,-1 1 1 0 0,1-1-1 0 0,0 0 0 0 0,0 1 0 0 0,0-1 0 0 0,-1 0 0 0 0,1 1 1 0 0,0-1-1 0 0,-1 1 0 0 0,1-1 0 0 0,-1 1 0 0 0,1-1 1 0 0,-1 0-1 0 0,1 1 0 0 0,-1 0 0 0 0,1-1 0 0 0,-1 1 0 0 0,1-1 1 0 0,-1 1-1 0 0,1 0 0 0 0,-1-1 0 0 0,0 1 0 0 0,1 0 0 0 0,-1 0 1 0 0,0-1-1 0 0,1 1 0 0 0,-2 0 0 0 0,1 0 2 0 0,0 1 0 0 0,0-1 0 0 0,0 1 0 0 0,0-1 0 0 0,0 1 0 0 0,0-1 0 0 0,0 1 0 0 0,0 0 1 0 0,0 0-1 0 0,0-1 0 0 0,1 1 0 0 0,-1 0 0 0 0,0 0 0 0 0,0 0 0 0 0,0 1 0 0 0,-3 5-1 0 0,0 0 0 0 0,1-1 1 0 0,-1 1-1 0 0,-2 9 0 0 0,4-11-72 0 0,1 1-1 0 0,-1 0 1 0 0,1-1 0 0 0,0 1 0 0 0,1 0-1 0 0,-1 0 1 0 0,1 0 0 0 0,0 0 0 0 0,1-1 0 0 0,-1 1-1 0 0,1 0 1 0 0,0 0 0 0 0,1-1 0 0 0,-1 1-1 0 0,1 0 1 0 0,0-1 0 0 0,0 0 0 0 0,1 1-1 0 0,0-1 1 0 0,0 0 0 0 0,0 0 0 0 0,1-1-1 0 0,-1 1 1 0 0,1-1 0 0 0,0 1 0 0 0,0-1-1 0 0,1 0 1 0 0,-1-1 0 0 0,1 1 0 0 0,0-1-1 0 0,0 0 1 0 0,0 0 0 0 0,0 0 0 0 0,0-1-1 0 0,1 0 1 0 0,-1 0 0 0 0,1 0 0 0 0,0-1-1 0 0,-1 0 1 0 0,10 1 0 0 0,6 0-112 0 0,0 0 1 0 0,-1-2-1 0 0,1 0 1 0 0,0-1-1 0 0,0-1 1 0 0,-1-1-1 0 0,1-1 1 0 0,-1-1-1 0 0,27-10 1 0 0,-33 9 152 0 0,-1 0 0 0 0,0 0-1 0 0,0-1 1 0 0,-1-1 0 0 0,0 0 0 0 0,0-1-1 0 0,-1 0 1 0 0,0-1 0 0 0,0 0 0 0 0,-1-1 0 0 0,-1 0-1 0 0,0 0 1 0 0,0-1 0 0 0,8-15 0 0 0,-6 5 142 0 0,-1 0 0 0 0,-1-1 0 0 0,-1 0 0 0 0,-1-1 0 0 0,-1 1-1 0 0,-1-1 1 0 0,-1-1 0 0 0,-1 1 0 0 0,-2 0 0 0 0,-1-46 0 0 0,0 69-99 0 0,0 1 0 0 0,0-1-1 0 0,0 0 1 0 0,0 0 0 0 0,0 1 0 0 0,0-1-1 0 0,0 0 1 0 0,0 0 0 0 0,-1 0-1 0 0,1 1 1 0 0,0-1 0 0 0,0 0 0 0 0,-1 0-1 0 0,1 1 1 0 0,0-1 0 0 0,-1 0 0 0 0,1 1-1 0 0,-1-1 1 0 0,1 0 0 0 0,-1 1-1 0 0,1-1 1 0 0,-1 1 0 0 0,1-1 0 0 0,-1 1-1 0 0,-1-2 1 0 0,1 2-2 0 0,0 1 0 0 0,0-1 0 0 0,0 0 0 0 0,1 0 0 0 0,-1 0 0 0 0,0 0 0 0 0,0 1 0 0 0,0-1 0 0 0,0 0 0 0 0,0 1 0 0 0,1-1 0 0 0,-1 1 0 0 0,0-1 0 0 0,0 1 0 0 0,1-1 0 0 0,-1 1 0 0 0,0 0 0 0 0,0 0 0 0 0,-5 5 31 0 0,1 1 0 0 0,-1-1 0 0 0,-6 13 0 0 0,-7 15 106 0 0,1 1 1 0 0,-18 55 0 0 0,-17 79 201 0 0,35-109-244 0 0,-1 3 21 0 0,3 1 1 0 0,2 1-1 0 0,3 0 1 0 0,-3 101 0 0 0,14-166-122 0 0,0 1 0 0 0,0-1 0 0 0,-1 0 0 0 0,1 1 0 0 0,0-1 0 0 0,0 0 0 0 0,0 1 0 0 0,0-1 0 0 0,0 0 0 0 0,0 0 0 0 0,0 1 0 0 0,0-1 0 0 0,0 0 0 0 0,0 1 1 0 0,0-1-1 0 0,0 0 0 0 0,0 1 0 0 0,0-1 0 0 0,0 0 0 0 0,0 1 0 0 0,1-1 0 0 0,-1 0 0 0 0,0 1 0 0 0,0-1 0 0 0,0 0 0 0 0,0 0 0 0 0,1 1 0 0 0,-1-1 0 0 0,0 0 0 0 0,0 0 0 0 0,0 1 0 0 0,1-1 1 0 0,-1 0-1 0 0,0 0 0 0 0,1 0 0 0 0,-1 1 0 0 0,0-1 0 0 0,0 0 0 0 0,1 0 0 0 0,-1 0 0 0 0,0 0 0 0 0,1 0 0 0 0,-1 0 0 0 0,0 0 0 0 0,1 0 0 0 0,-1 0 0 0 0,0 0 0 0 0,1 0 0 0 0,-1 0 0 0 0,0 0 0 0 0,1 0 1 0 0,-1 0-1 0 0,0 0 0 0 0,0 0 0 0 0,1 0 0 0 0,-1 0 0 0 0,0 0 0 0 0,1 0 0 0 0,-1 0 0 0 0,0-1 0 0 0,1 1 0 0 0,-1 0 0 0 0,0 0 0 0 0,0 0 0 0 0,1-1 0 0 0,-1 1 0 0 0,0 0 0 0 0,16-18 11 0 0,32-89-23 0 0,-30 64-9 0 0,24-44 1 0 0,-35 75 12 0 0,1 0 0 0 0,0 0 1 0 0,1 1-1 0 0,0 0 0 0 0,0 0 0 0 0,2 1 1 0 0,19-16-1 0 0,-27 23 5 0 0,1 1 0 0 0,0-1 0 0 0,0 1 0 0 0,0 0 0 0 0,1 0-1 0 0,-1 0 1 0 0,0 1 0 0 0,1 0 0 0 0,-1-1 0 0 0,1 1 0 0 0,-1 1 0 0 0,1-1 0 0 0,-1 1 0 0 0,1 0-1 0 0,7 0 1 0 0,-9 1 3 0 0,1 0-1 0 0,-1 0 0 0 0,0 0 0 0 0,1 0 1 0 0,-1 0-1 0 0,0 1 0 0 0,0 0 0 0 0,0-1 0 0 0,0 1 1 0 0,0 0-1 0 0,0 0 0 0 0,-1 1 0 0 0,1-1 1 0 0,-1 1-1 0 0,1-1 0 0 0,-1 1 0 0 0,0 0 0 0 0,0 0 1 0 0,0 0-1 0 0,0 0 0 0 0,1 5 0 0 0,1 1 11 0 0,0 0-1 0 0,-1 1 0 0 0,0 0 0 0 0,-1 0 1 0 0,0 0-1 0 0,-1 0 0 0 0,0 0 0 0 0,0 14 0 0 0,-3 9 63 0 0,-8 41 0 0 0,6-43-23 0 0,-3 46 1 0 0,7-75-51 0 0,0 1 1 0 0,0 0-1 0 0,0-1 0 0 0,1 1 1 0 0,-1 0-1 0 0,1-1 0 0 0,-1 1 1 0 0,1-1-1 0 0,0 1 1 0 0,0-1-1 0 0,0 1 0 0 0,0-1 1 0 0,0 1-1 0 0,1-1 1 0 0,-1 0-1 0 0,1 0 0 0 0,-1 1 1 0 0,1-1-1 0 0,0 0 1 0 0,0-1-1 0 0,0 1 0 0 0,4 3 1 0 0,-3-4-63 0 0,1 1-1 0 0,0-1 1 0 0,-1 0 0 0 0,1 1 0 0 0,0-2-1 0 0,0 1 1 0 0,0 0 0 0 0,0-1 0 0 0,0 0 0 0 0,0 0-1 0 0,0 0 1 0 0,0 0 0 0 0,0-1 0 0 0,0 1 0 0 0,4-2-1 0 0,5-2-250 0 0,0 0-1 0 0,0 0 0 0 0,0-2 1 0 0,-1 1-1 0 0,1-2 1 0 0,-1 1-1 0 0,-1-2 0 0 0,1 0 1 0 0,-2 0-1 0 0,1-1 0 0 0,-1 0 1 0 0,12-13-1 0 0,-2-2 1096 0 0,-1-1 0 0 0,-2 0-1 0 0,0-1 1 0 0,18-39 0 0 0,-16 31 1146 0 0,-18 32-1647 0 0,-7 26 56 0 0,-27 89 97 0 0,30-97-401 0 0,0-1 1 0 0,1 1-1 0 0,1 0 0 0 0,0 0 1 0 0,2 22-1 0 0,-1-35-52 0 0,1 1 0 0 0,-1-1 0 0 0,1 0 0 0 0,0 0 0 0 0,0 0 0 0 0,0 0 0 0 0,1 0 0 0 0,-1 0-1 0 0,1 0 1 0 0,-1 0 0 0 0,1-1 0 0 0,0 1 0 0 0,0-1 0 0 0,0 1 0 0 0,1-1 0 0 0,-1 0 0 0 0,1 1 0 0 0,-1-1 0 0 0,1 0 0 0 0,-1-1 0 0 0,1 1 0 0 0,0 0 0 0 0,0-1 0 0 0,0 0 0 0 0,0 0 0 0 0,0 0 0 0 0,0 0 0 0 0,0 0-1 0 0,1 0 1 0 0,-1-1 0 0 0,0 1 0 0 0,7-1 0 0 0,-1 0-508 0 0,1 0 0 0 0,-1 0 0 0 0,0-1 0 0 0,15-3-1 0 0,-13 1-1520 0 0,0 0-1 0 0,21-9 0 0 0,-5-1-3725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2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12 1484 0 0,'-17'-7'1716'0'0,"0"4"-388"0"0,1 1-307 0 0,1 2-233 0 0,-2 2-144 0 0,1 3-120 0 0,2 2-112 0 0,-1 1-140 0 0,3 4-344 0 0,-2 0-512 0 0,4 2-1773 0 0,-2 2-415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290 633 2200 0 0,'2'-2'2121'0'0,"2"-3"-1261"0"0,-1 0 0 0 0,0 0 0 0 0,0 0 1 0 0,-1-1-1 0 0,1 1 0 0 0,-1-1 0 0 0,0 1 0 0 0,-1-1 0 0 0,1 0 0 0 0,-1 0 0 0 0,0 0 1 0 0,-1 0-1 0 0,0-10 0 0 0,0 15-819 0 0,0 0 0 0 0,0 0 1 0 0,0 0-1 0 0,0 0 0 0 0,0 0 0 0 0,0 0 1 0 0,-1 0-1 0 0,1 1 0 0 0,0-1 1 0 0,-1 0-1 0 0,1 0 0 0 0,-1 0 0 0 0,1 0 1 0 0,-1 1-1 0 0,1-1 0 0 0,-1 0 0 0 0,0 0 1 0 0,1 1-1 0 0,-1-1 0 0 0,0 0 1 0 0,0 1-1 0 0,1-1 0 0 0,-1 1 0 0 0,0-1 1 0 0,0 1-1 0 0,0-1 0 0 0,0 1 0 0 0,1 0 1 0 0,-1 0-1 0 0,0-1 0 0 0,0 1 0 0 0,0 0 1 0 0,0 0-1 0 0,0 0 0 0 0,0 0 1 0 0,0 0-1 0 0,-1 0 0 0 0,-31 4 188 0 0,33-4-218 0 0,-13 4 25 0 0,1 0-1 0 0,1 1 1 0 0,-1 0 0 0 0,1 1-1 0 0,0 0 1 0 0,0 1 0 0 0,0 0-1 0 0,-11 12 1 0 0,-2 2 19 0 0,-41 49 0 0 0,57-61-42 0 0,2 0-1 0 0,-1 1 1 0 0,1-1-1 0 0,1 1 0 0 0,-1 0 1 0 0,2 1-1 0 0,-1-1 1 0 0,-2 13-1 0 0,6-19-12 0 0,0-1 1 0 0,0 1-1 0 0,1-1 1 0 0,-1 0-1 0 0,1 1 0 0 0,0-1 1 0 0,0 1-1 0 0,0-1 0 0 0,0 1 1 0 0,1-1-1 0 0,-1 1 1 0 0,1-1-1 0 0,0 1 0 0 0,0-1 1 0 0,0 0-1 0 0,1 0 0 0 0,-1 1 1 0 0,1-1-1 0 0,0 0 1 0 0,-1 0-1 0 0,1 0 0 0 0,1-1 1 0 0,-1 1-1 0 0,0 0 0 0 0,1-1 1 0 0,-1 0-1 0 0,1 1 1 0 0,0-1-1 0 0,0 0 0 0 0,4 2 1 0 0,3 1-131 0 0,1-1 1 0 0,0 0-1 0 0,0-1 0 0 0,0 0 1 0 0,0-1-1 0 0,0 0 1 0 0,1-1-1 0 0,-1 0 1 0 0,0-1-1 0 0,1 0 1 0 0,-1-1-1 0 0,1 0 0 0 0,17-5 1 0 0,-5 1-422 0 0,-1-1 1 0 0,0-1-1 0 0,-1-2 1 0 0,0 0-1 0 0,33-19 1 0 0,-35 15-3 0 0,-1 0 0 0 0,-1-2 0 0 0,0 0 0 0 0,-1-1 0 0 0,-1-1 0 0 0,0 0 0 0 0,-2-1 0 0 0,0-1 0 0 0,-1 0 0 0 0,0-1 0 0 0,11-27 0 0 0,0-5 363 0 0,-3-1 0 0 0,-2-1-1 0 0,17-81 1 0 0,-22 70 2186 0 0,11-133 0 0 0,-25 196-1922 0 0,1 0 0 0 0,-1-1-1 0 0,0 1 1 0 0,0-1 0 0 0,0 1 0 0 0,0 0-1 0 0,-1-1 1 0 0,1 1 0 0 0,-1-1-1 0 0,1 1 1 0 0,-1 0 0 0 0,0 0 0 0 0,0-1-1 0 0,0 1 1 0 0,0 0 0 0 0,-1 0-1 0 0,-1-2 1 0 0,2 4-28 0 0,0 1-1 0 0,0-1 1 0 0,-1 1 0 0 0,1 0-1 0 0,0-1 1 0 0,0 1-1 0 0,0 0 1 0 0,0 0 0 0 0,0 0-1 0 0,0 0 1 0 0,-2 2-1 0 0,-2 3 71 0 0,1 1 0 0 0,0 0 0 0 0,0 0-1 0 0,1 0 1 0 0,0 0 0 0 0,0 1 0 0 0,0-1-1 0 0,-1 10 1 0 0,-2 3 78 0 0,-17 52 226 0 0,4 1 0 0 0,3 1 0 0 0,3 1 0 0 0,4 0 0 0 0,-1 149 0 0 0,11-215-395 0 0,-1 1 40 0 0,0 0 0 0 0,1 0 0 0 0,0 1 0 0 0,1-1 0 0 0,5 17 0 0 0,-7-27-62 0 0,0 1-1 0 0,0-1 1 0 0,1 1 0 0 0,-1-1 0 0 0,0 0 0 0 0,0 1 0 0 0,0-1-1 0 0,1 1 1 0 0,-1-1 0 0 0,0 0 0 0 0,0 1 0 0 0,1-1-1 0 0,-1 0 1 0 0,0 0 0 0 0,1 1 0 0 0,-1-1 0 0 0,0 0 0 0 0,1 1-1 0 0,-1-1 1 0 0,0 0 0 0 0,1 0 0 0 0,-1 0 0 0 0,1 1 0 0 0,-1-1-1 0 0,0 0 1 0 0,1 0 0 0 0,-1 0 0 0 0,1 0 0 0 0,-1 0-1 0 0,1 0 1 0 0,-1 0 0 0 0,0 0 0 0 0,1 0 0 0 0,-1 0 0 0 0,1 0-1 0 0,-1 0 1 0 0,1 0 0 0 0,-1 0 0 0 0,0 0 0 0 0,1-1-1 0 0,-1 1 1 0 0,1 0 0 0 0,-1 0 0 0 0,0 0 0 0 0,1-1 0 0 0,-1 1-1 0 0,0 0 1 0 0,1-1 0 0 0,13-14 34 0 0,-9 6-35 0 0,0 0-1 0 0,-1 0 0 0 0,0-1 1 0 0,0 1-1 0 0,1-12 1 0 0,-2 12-5 0 0,-1 0 0 0 0,1 0 0 0 0,1 1 0 0 0,-1-1 1 0 0,1 1-1 0 0,9-13 0 0 0,-9 16 1 0 0,0 0 0 0 0,0 0 0 0 0,1 1 0 0 0,-1-1-1 0 0,1 1 1 0 0,0 0 0 0 0,0 0 0 0 0,1 1 0 0 0,-1 0 0 0 0,1 0 0 0 0,-1 0 0 0 0,1 0 0 0 0,0 1 0 0 0,0 0 0 0 0,0 1 0 0 0,1-1 0 0 0,-1 1-1 0 0,0 0 1 0 0,1 0 0 0 0,-1 1 0 0 0,0 0 0 0 0,1 0 0 0 0,-1 1 0 0 0,0-1 0 0 0,1 1 0 0 0,-1 1 0 0 0,0-1 0 0 0,0 1 0 0 0,0 0 0 0 0,0 1-1 0 0,0-1 1 0 0,-1 1 0 0 0,1 0 0 0 0,9 7 0 0 0,-10-5 75 0 0,0-1-1 0 0,0 1 1 0 0,-1 0-1 0 0,1 0 1 0 0,-1 0 0 0 0,0 1-1 0 0,-1 0 1 0 0,1-1-1 0 0,-1 1 1 0 0,-1 0-1 0 0,1 1 1 0 0,-1-1 0 0 0,0 0-1 0 0,0 1 1 0 0,1 10-1 0 0,-1 4 207 0 0,-1 0 0 0 0,-1 1 0 0 0,-4 32-1 0 0,3-42-264 0 0,-3 34 224 0 0,4-46-236 0 0,0 1 0 0 0,0-1 0 0 0,0 0 0 0 0,1 1 0 0 0,-1-1 0 0 0,0 1 0 0 0,0-1 0 0 0,0 0 0 0 0,1 1 0 0 0,-1-1 0 0 0,0 0 0 0 0,1 1 0 0 0,-1-1 0 0 0,0 0 0 0 0,1 1 0 0 0,-1-1 0 0 0,0 0 0 0 0,1 0 0 0 0,-1 0 0 0 0,1 1 0 0 0,-1-1 0 0 0,0 0 0 0 0,1 0 0 0 0,-1 0 0 0 0,1 0 0 0 0,-1 0 0 0 0,1 1 0 0 0,1-1-11 0 0,-1 1 0 0 0,1 0 0 0 0,0 0 0 0 0,0-1 0 0 0,-1 1-1 0 0,1-1 1 0 0,0 1 0 0 0,0-1 0 0 0,0 0 0 0 0,-1 0-1 0 0,1 0 1 0 0,0 0 0 0 0,0 0 0 0 0,0 0 0 0 0,0 0 0 0 0,2-1-1 0 0,3-1-58 0 0,131-19-4326 0 0,-46 0-2223 0 0,-48 10 1332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3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19 2012 0 0,'11'-18'9357'0'0,"-15"21"-9108"0"0,1-1 0 0 0,0 1 0 0 0,0 0 0 0 0,0 1 0 0 0,1-1 0 0 0,-1 0 0 0 0,1 1 0 0 0,0-1 0 0 0,-3 7 0 0 0,-16 41 981 0 0,12-24-774 0 0,6-21-381 0 0,-32 87 623 0 0,31-79-650 0 0,0 0 0 0 0,1 0-1 0 0,1 0 1 0 0,-2 26 0 0 0,4-38-178 0 0,0-1 0 0 0,0 0 1 0 0,0 0-1 0 0,0 1 0 0 0,0-1 1 0 0,0 0-1 0 0,1 1 0 0 0,-1-1 1 0 0,0 0-1 0 0,1 0 0 0 0,-1 1 1 0 0,1-1-1 0 0,-1 0 0 0 0,1 0 1 0 0,0 0-1 0 0,0 0 0 0 0,-1 0 1 0 0,1 0-1 0 0,0 0 0 0 0,0 0 1 0 0,0 0-1 0 0,0 0 0 0 0,1 1 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50 2652 0 0,'-3'-5'752'0'0,"2"2"-333"0"0,-1-1 1 0 0,1 1 0 0 0,-1 1-1 0 0,0-1 1 0 0,1 0 0 0 0,-1 0-1 0 0,-1 1 1 0 0,1-1 0 0 0,0 1-1 0 0,-1 0 1 0 0,1-1 0 0 0,-1 1-1 0 0,1 0 1 0 0,-1 1 0 0 0,0-1-1 0 0,0 0 1 0 0,-3-1 0 0 0,5 3-388 0 0,0 0 1 0 0,0 0-1 0 0,0 0 1 0 0,0 0 0 0 0,0 0-1 0 0,0 0 1 0 0,0 0-1 0 0,0 1 1 0 0,0-1 0 0 0,0 0-1 0 0,1 0 1 0 0,-1 1-1 0 0,0-1 1 0 0,0 1 0 0 0,0-1-1 0 0,0 0 1 0 0,0 1-1 0 0,1 0 1 0 0,-1-1 0 0 0,0 1-1 0 0,0-1 1 0 0,1 1-1 0 0,-1 0 1 0 0,1 0-1 0 0,-1-1 1 0 0,0 1 0 0 0,1 0-1 0 0,-1 0 1 0 0,0 1-1 0 0,-7 22-559 0 0,9 9-4671 0 0,1-22 1392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3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2036 0 0,'13'23'4994'0'0,"20"49"-1"0"0,-26-54-4568 0 0,-1 0 0 0 0,-1 1-1 0 0,0 0 1 0 0,-2 0 0 0 0,0 0-1 0 0,0 25 1 0 0,-3-39-319 0 0,0 0 0 0 0,0 0 1 0 0,-1 1-1 0 0,0-1 0 0 0,0 0 0 0 0,0 0 0 0 0,-1 0 1 0 0,0 0-1 0 0,0 0 0 0 0,0 0 0 0 0,-1-1 1 0 0,1 1-1 0 0,-1-1 0 0 0,0 1 0 0 0,0-1 0 0 0,-6 6 1 0 0,7-9-21 0 0,1-1-72 0 0,0 0 0 0 0,0 0-1 0 0,0 0 1 0 0,0 0 0 0 0,0 0 0 0 0,0 0-1 0 0,0 0 1 0 0,1-1 0 0 0,-1 1-1 0 0,0 0 1 0 0,0-1 0 0 0,0 1 0 0 0,-1-2-1 0 0,0-3-5 0 0,1-1 0 0 0,0 1-1 0 0,0-1 1 0 0,0 0 0 0 0,1 0-1 0 0,0 1 1 0 0,0-1 0 0 0,0 0-1 0 0,1 1 1 0 0,0-1 0 0 0,0 0-1 0 0,1 1 1 0 0,-1-1 0 0 0,1 1-1 0 0,0-1 1 0 0,4-5 0 0 0,-1 0-17 0 0,1-1 0 0 0,0 1 0 0 0,1 1 1 0 0,1-1-1 0 0,-1 1 0 0 0,15-14 1 0 0,-11 14 1 0 0,0 1 1 0 0,1 1 0 0 0,0 0 0 0 0,0 0 0 0 0,1 1 0 0 0,0 1 0 0 0,0 0-1 0 0,0 0 1 0 0,28-6 0 0 0,-34 11 8 0 0,1-1-1 0 0,-1 1 0 0 0,0 0 1 0 0,0 0-1 0 0,1 1 1 0 0,-1 0-1 0 0,1 0 0 0 0,-1 1 1 0 0,0 0-1 0 0,0 0 1 0 0,1 1-1 0 0,-1 0 0 0 0,0 0 1 0 0,0 1-1 0 0,-1 0 1 0 0,1 0-1 0 0,0 0 0 0 0,-1 1 1 0 0,0 0-1 0 0,0 0 0 0 0,8 8 1 0 0,-11-9 13 0 0,0 0-1 0 0,-1 0 1 0 0,0 1 0 0 0,0-1 0 0 0,0 1-1 0 0,0-1 1 0 0,0 1 0 0 0,0 0 0 0 0,-1-1-1 0 0,0 1 1 0 0,0 0 0 0 0,0 0 0 0 0,0 0 0 0 0,-1 0-1 0 0,1 0 1 0 0,-1 0 0 0 0,0 0 0 0 0,0 0-1 0 0,-1 0 1 0 0,1 0 0 0 0,-1 0 0 0 0,-1 5-1 0 0,-4 9-721 0 0,0 0-1 0 0,-1 0 0 0 0,-15 27 1 0 0,1-1-7082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4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378 122 284 0 0,'5'-8'1194'0'0,"-1"0"0"0"0,0 0 1 0 0,0 0-1 0 0,-1-1 0 0 0,0 1 0 0 0,0-1 0 0 0,-1 0 0 0 0,0 0 1 0 0,1-15-1 0 0,-3 23-1136 0 0,0 0 0 0 0,0 1 0 0 0,0-1 0 0 0,0 0 0 0 0,0 0 0 0 0,0 0 0 0 0,-1 1 0 0 0,1-1 0 0 0,0 0 1 0 0,0 0-1 0 0,-1 0 0 0 0,1 1 0 0 0,0-1 0 0 0,-1 0 0 0 0,1 0 0 0 0,-1 1 0 0 0,1-1 0 0 0,-1 0 0 0 0,1 1 0 0 0,-1-1 0 0 0,0 1 0 0 0,1-1 1 0 0,-1 1-1 0 0,-1-2 0 0 0,0 2-9 0 0,1-1-1 0 0,-1 1 1 0 0,0-1 0 0 0,1 1 0 0 0,-1 0 0 0 0,0-1 0 0 0,0 1-1 0 0,1 0 1 0 0,-1 0 0 0 0,0 0 0 0 0,-2 1 0 0 0,-4 0 50 0 0,0 1 1 0 0,1 0 0 0 0,-14 6 0 0 0,1 1 6 0 0,2 1-1 0 0,0 0 1 0 0,0 2 0 0 0,1 0 0 0 0,0 0 0 0 0,-20 22 0 0 0,4-2 111 0 0,-50 69-1 0 0,69-83-178 0 0,2 0 0 0 0,-17 33 0 0 0,26-46-22 0 0,0 0 0 0 0,1 1-1 0 0,0-1 1 0 0,0 1-1 0 0,1-1 1 0 0,-1 1-1 0 0,1-1 1 0 0,0 1 0 0 0,1 0-1 0 0,-1 0 1 0 0,1-1-1 0 0,0 1 1 0 0,1 0 0 0 0,-1 0-1 0 0,3 7 1 0 0,-2-10-8 0 0,1 0 1 0 0,-1-1-1 0 0,1 0 0 0 0,0 1 1 0 0,0-1-1 0 0,0 0 0 0 0,0 0 1 0 0,0 0-1 0 0,0 0 1 0 0,0 0-1 0 0,1 0 0 0 0,-1-1 1 0 0,1 1-1 0 0,-1-1 0 0 0,1 0 1 0 0,0 0-1 0 0,0 0 1 0 0,-1 0-1 0 0,1 0 0 0 0,0 0 1 0 0,0-1-1 0 0,0 1 0 0 0,0-1 1 0 0,0 0-1 0 0,3 0 1 0 0,6 0 0 0 0,0 0 1 0 0,1-1 0 0 0,-1 0 0 0 0,20-5 0 0 0,12-6-487 0 0,-1-2 1 0 0,-1-1-1 0 0,0-2 1 0 0,46-27 0 0 0,-52 23-2012 0 0,-1-2 0 0 0,47-39 1 0 0,-48 31-1732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293 133 392 0 0,'2'-90'8924'0'0,"-2"62"-6484"0"0,0 28-2355 0 0,0-1 0 0 0,0 1 0 0 0,0-1 0 0 0,0 1 0 0 0,0-1 0 0 0,0 0 0 0 0,0 1 0 0 0,0-1 0 0 0,0 1 0 0 0,0-1 0 0 0,0 1 1 0 0,0-1-1 0 0,0 1 0 0 0,0-1 0 0 0,-1 1 0 0 0,1-1 0 0 0,0 1 0 0 0,0-1 0 0 0,-1 1 0 0 0,1-1 0 0 0,0 1 0 0 0,-1-1 0 0 0,1 1 0 0 0,0-1 0 0 0,-1 1 0 0 0,1 0 0 0 0,-1-1 1 0 0,0 1-1 0 0,1 0-41 0 0,-1 0 0 0 0,0 0 0 0 0,0 0 1 0 0,1 1-1 0 0,-1-1 0 0 0,0 0 1 0 0,1 1-1 0 0,-1-1 0 0 0,0 0 0 0 0,1 1 1 0 0,-1-1-1 0 0,1 1 0 0 0,-1-1 0 0 0,1 1 1 0 0,-1 0-1 0 0,0 0 0 0 0,-19 29 593 0 0,-12 42 1025 0 0,-37 130-1 0 0,49-136-1265 0 0,-107 319 620 0 0,124-378-1011 0 0,2 0 0 0 0,-1 0 0 0 0,1 0 1 0 0,0 0-1 0 0,0 0 0 0 0,1 10 0 0 0,0-14-33 0 0,0-1 1 0 0,1 1-1 0 0,-1-1 0 0 0,1 1 1 0 0,-1-1-1 0 0,1 0 1 0 0,0 1-1 0 0,0-1 1 0 0,0 0-1 0 0,0 0 1 0 0,0 0-1 0 0,1 0 0 0 0,-1 0 1 0 0,1 0-1 0 0,-1 0 1 0 0,1 0-1 0 0,0 0 1 0 0,0-1-1 0 0,0 1 0 0 0,4 2 1 0 0,-4-3-39 0 0,0-1 0 0 0,0 1 0 0 0,0-1 0 0 0,0 1 1 0 0,1-1-1 0 0,-1 0 0 0 0,0 0 0 0 0,0 0 0 0 0,1 0 0 0 0,-1 0 0 0 0,0 0 0 0 0,0-1 1 0 0,1 1-1 0 0,-1-1 0 0 0,0 1 0 0 0,0-1 0 0 0,0 0 0 0 0,3-1 0 0 0,34-21-858 0 0,-20 9 637 0 0,-1-1 1 0 0,0-1 0 0 0,-1-1 0 0 0,24-30-1 0 0,50-85 10 0 0,-39 54 743 0 0,-45 68-320 0 0,-5 7-104 0 0,0 0 1 0 0,0 0-1 0 0,0 1 0 0 0,0-1 1 0 0,1 0-1 0 0,4-3 1 0 0,-6 5 75 0 0,-1 1-106 0 0,0 0-1 0 0,1 0 0 0 0,-1 1 1 0 0,0-1-1 0 0,1 0 0 0 0,-1 0 1 0 0,0 0-1 0 0,0 1 0 0 0,0-1 1 0 0,1 0-1 0 0,-1 0 0 0 0,0 0 1 0 0,0 1-1 0 0,0-1 1 0 0,1 0-1 0 0,-1 1 0 0 0,0-1 1 0 0,0 0-1 0 0,0 0 0 0 0,0 1 1 0 0,0-1-1 0 0,0 0 0 0 0,0 1 1 0 0,0-1-1 0 0,0 0 0 0 0,0 1 1 0 0,0-1-1 0 0,0 0 1 0 0,0 0-1 0 0,0 1 0 0 0,0-1 1 0 0,0 0-1 0 0,0 1 0 0 0,0-1 1 0 0,-2 12 149 0 0,2-11-154 0 0,-24 83 965 0 0,0 0-623 0 0,21-74-312 0 0,2 0 0 0 0,-1 0 0 0 0,2 1 0 0 0,-1-1 1 0 0,1 0-1 0 0,2 12 0 0 0,-2-20-26 0 0,0 1 0 0 0,1-1-1 0 0,-1 1 1 0 0,1-1 0 0 0,0 1 0 0 0,-1-1 0 0 0,1 1 0 0 0,0-1-1 0 0,1 1 1 0 0,-1-1 0 0 0,0 0 0 0 0,1 0 0 0 0,-1 0-1 0 0,1 0 1 0 0,-1 0 0 0 0,1 0 0 0 0,0 0 0 0 0,0 0-1 0 0,0-1 1 0 0,0 1 0 0 0,4 1 0 0 0,-3-2-5 0 0,1 1 0 0 0,-1-1 1 0 0,1-1-1 0 0,0 1 0 0 0,-1 0 0 0 0,1-1 0 0 0,0 0 1 0 0,0 0-1 0 0,0 0 0 0 0,-1 0 0 0 0,1-1 1 0 0,0 1-1 0 0,4-2 0 0 0,6-2-7 0 0,1-1 1 0 0,-1-1-1 0 0,0 0 0 0 0,0-1 1 0 0,0 0-1 0 0,12-10 0 0 0,25-18-24 0 0,90-82-1 0 0,-122 106-47 0 0,-13 12 36 0 0,-9 9 37 0 0,-48 66 90 0 0,-20 34-921 0 0,70-108 711 0 0,0 0 1 0 0,0 0-1 0 0,0 0 0 0 0,0 0 1 0 0,0 0-1 0 0,1 0 0 0 0,-1 0 1 0 0,0 0-1 0 0,1 1 0 0 0,0-1 1 0 0,0 0-1 0 0,-1 0 0 0 0,1 0 1 0 0,0 1-1 0 0,1-1 0 0 0,-1 0 1 0 0,0 0-1 0 0,1 0 0 0 0,-1 0 1 0 0,1 1-1 0 0,0-1 0 0 0,-1 0 1 0 0,1 0-1 0 0,0 0 0 0 0,0 0 1 0 0,0-1-1 0 0,1 1 0 0 0,-1 0 1 0 0,0 0-1 0 0,1-1 0 0 0,-1 1 1 0 0,1 0-1 0 0,0-1 0 0 0,2 2 0 0 0,4 2-487 0 0,-1-1 0 0 0,1 0-1 0 0,0 0 1 0 0,0-1 0 0 0,0 0-1 0 0,1 0 1 0 0,-1-1 0 0 0,12 1-1 0 0,36 6-5844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5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335 528 1792 0 0,'8'-10'1260'0'0,"27"-39"4482"0"0,-33 45-5345 0 0,0 1 0 0 0,0-1 0 0 0,0 0-1 0 0,0 0 1 0 0,-1 0 0 0 0,0 0 0 0 0,0 0-1 0 0,0 0 1 0 0,-1-1 0 0 0,1 1 0 0 0,-1-8-1 0 0,0 11-339 0 0,0 0 1 0 0,0 0-1 0 0,0 0 0 0 0,-1 0 1 0 0,1 0-1 0 0,0 0 0 0 0,-1 0 0 0 0,1 0 1 0 0,0 0-1 0 0,-1 0 0 0 0,1 1 0 0 0,-1-1 1 0 0,0 0-1 0 0,1 0 0 0 0,-1 0 0 0 0,0 1 1 0 0,1-1-1 0 0,-1 0 0 0 0,0 1 0 0 0,0-1 1 0 0,1 1-1 0 0,-1-1 0 0 0,0 1 0 0 0,0-1 1 0 0,0 1-1 0 0,-1-1 0 0 0,-1 0 19 0 0,0 1 0 0 0,0-1-1 0 0,0 1 1 0 0,0-1 0 0 0,0 1 0 0 0,-1 0-1 0 0,1 0 1 0 0,-5 2 0 0 0,-3 0 54 0 0,-1 0 1 0 0,1 1-1 0 0,-19 9 0 0 0,5-1 4 0 0,1 2 0 0 0,1 1 0 0 0,0 0 0 0 0,1 2 0 0 0,-29 26 0 0 0,39-31-105 0 0,1 0 0 0 0,0 1-1 0 0,1 0 1 0 0,0 1 0 0 0,1 0-1 0 0,0 1 1 0 0,1 0 0 0 0,0 0-1 0 0,2 0 1 0 0,-8 23 0 0 0,13-35-23 0 0,0 0 0 0 0,1 0 1 0 0,-1 0-1 0 0,1 0 1 0 0,-1 1-1 0 0,1-1 1 0 0,0 0-1 0 0,0 0 1 0 0,0 0-1 0 0,0 0 0 0 0,0 1 1 0 0,1-1-1 0 0,-1 0 1 0 0,1 0-1 0 0,-1 0 1 0 0,1 0-1 0 0,0 0 0 0 0,0 0 1 0 0,0 0-1 0 0,0 0 1 0 0,0 0-1 0 0,0-1 1 0 0,0 1-1 0 0,1 0 0 0 0,-1-1 1 0 0,1 1-1 0 0,-1-1 1 0 0,1 1-1 0 0,0-1 1 0 0,-1 0-1 0 0,1 1 1 0 0,0-1-1 0 0,0 0 0 0 0,0 0 1 0 0,0 0-1 0 0,0-1 1 0 0,0 1-1 0 0,3 0 1 0 0,2 1 1 0 0,0-1 1 0 0,0 0 0 0 0,0 0-1 0 0,0-1 1 0 0,0 1 0 0 0,1-2-1 0 0,-1 1 1 0 0,0-1 0 0 0,0 0 0 0 0,11-4-1 0 0,0-2-5 0 0,0 0-1 0 0,0-2 1 0 0,-1 0 0 0 0,0-1-1 0 0,-1-1 1 0 0,0 0-1 0 0,0-1 1 0 0,14-16 0 0 0,9-10-61 0 0,0-2 0 0 0,-3-2 0 0 0,57-84 0 0 0,69-157-202 0 0,-144 250 245 0 0,23-49-47 0 0,-41 80 75 0 0,-1 3-13 0 0,-1-1-1 0 0,0 1 1 0 0,1-1 0 0 0,-1 1-1 0 0,1-1 1 0 0,-1 1-1 0 0,1 0 1 0 0,-1 0-1 0 0,1 0 1 0 0,0 0 0 0 0,0 0-1 0 0,-1 0 1 0 0,1 0-1 0 0,0 1 1 0 0,-1 1-1 0 0,-19 24 4 0 0,15-19 5 0 0,-110 166 178 0 0,105-153-160 0 0,0 0 0 0 0,1 1 1 0 0,1 0-1 0 0,2 0 1 0 0,0 1-1 0 0,-7 41 0 0 0,14-57-149 0 0,0 0 1 0 0,0-1-1 0 0,0 1 0 0 0,1 0 0 0 0,0-1 1 0 0,0 1-1 0 0,1-1 0 0 0,-1 1 0 0 0,2-1 0 0 0,-1 0 1 0 0,1 0-1 0 0,0 0 0 0 0,0 0 0 0 0,0 0 0 0 0,1 0 1 0 0,0-1-1 0 0,0 0 0 0 0,0 0 0 0 0,10 8 0 0 0,-1-2-988 0 0,0 0 0 0 0,1-1 0 0 0,0-1 0 0 0,0 0-1 0 0,1-1 1 0 0,26 11 0 0 0,-2-5-3863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5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159 234 1684 0 0,'8'0'14328'0'0,"-8"3"-14858"0"0,-1-1-72 0 0,10 10 2405 0 0,-2-10-1582 0 0,0 1 0 0 0,1-1 0 0 0,-1-1 0 0 0,0 1 0 0 0,1-1 0 0 0,-1 0 1 0 0,0-1-1 0 0,1 0 0 0 0,-1 0 0 0 0,1-1 0 0 0,-1 0 0 0 0,8-2 0 0 0,-2 1-135 0 0,-1-1 1 0 0,0 0-1 0 0,-1-2 0 0 0,1 1 1 0 0,-1-1-1 0 0,21-12 0 0 0,-20 9-68 0 0,-1-1 0 0 0,1 0 0 0 0,-2-1 0 0 0,1 0 0 0 0,-1-1 0 0 0,-1 0 0 0 0,0 0 0 0 0,-1-1 0 0 0,0 0 0 0 0,0 0 0 0 0,-2-1 0 0 0,1 0 0 0 0,4-15 0 0 0,-11 26-24 0 0,1-1 0 0 0,0 0-1 0 0,-1 0 1 0 0,0 0 0 0 0,0 0 0 0 0,0 0-1 0 0,0 0 1 0 0,0-4 0 0 0,-1 6 2 0 0,1 0 1 0 0,0 0 0 0 0,0 0-1 0 0,-1 0 1 0 0,1 1-1 0 0,0-1 1 0 0,-1 0-1 0 0,1 0 1 0 0,-1 0 0 0 0,0 0-1 0 0,1 0 1 0 0,-1 0-1 0 0,0 1 1 0 0,1-1-1 0 0,-1 0 1 0 0,0 1 0 0 0,0-1-1 0 0,1 0 1 0 0,-1 1-1 0 0,0-1 1 0 0,0 1-1 0 0,0-1 1 0 0,0 1 0 0 0,0 0-1 0 0,0-1 1 0 0,0 1-1 0 0,0 0 1 0 0,0 0-1 0 0,0-1 1 0 0,0 1 0 0 0,-1 0-1 0 0,-12 1-5 0 0,0 0 0 0 0,0 0 1 0 0,0 1-1 0 0,0 1 0 0 0,1 1 0 0 0,-1 0 0 0 0,-24 11 0 0 0,-91 51 11 0 0,92-45 6 0 0,-43 33 1 0 0,67-44-6 0 0,0 1 0 0 0,1 0 1 0 0,1 1-1 0 0,-1 0 0 0 0,2 0 1 0 0,-13 21-1 0 0,21-30-1 0 0,0 0 0 0 0,0 0 0 0 0,0 1 1 0 0,1-1-1 0 0,-1 1 0 0 0,1 0 0 0 0,0-1 0 0 0,0 1 1 0 0,0 0-1 0 0,1 0 0 0 0,0-1 0 0 0,-1 1 0 0 0,1 0 1 0 0,1 6-1 0 0,0-7-1 0 0,0 0-1 0 0,-1-1 1 0 0,2 1 0 0 0,-1 0 0 0 0,0 0-1 0 0,1-1 1 0 0,-1 1 0 0 0,1-1 0 0 0,0 1-1 0 0,0-1 1 0 0,0 0 0 0 0,0 0 0 0 0,0 0-1 0 0,0 0 1 0 0,0 0 0 0 0,1 0 0 0 0,-1 0-1 0 0,6 2 1 0 0,5 2-62 0 0,1 0 0 0 0,0-1 1 0 0,0 0-1 0 0,0-1 0 0 0,1-1 0 0 0,-1 0 0 0 0,22 1 0 0 0,109-3-2819 0 0,-103-2 1518 0 0,117-9-6044 0 0,-99 5 1680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6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610 110 328 0 0,'4'-4'831'0'0,"0"0"-1"0"0,0-1 1 0 0,-1 1 0 0 0,0-1-1 0 0,0 0 1 0 0,0 0 0 0 0,0 0 0 0 0,1-7-1 0 0,-3 11-663 0 0,0-1-1 0 0,-1 0 1 0 0,1 1-1 0 0,-1-1 0 0 0,0 0 1 0 0,1 0-1 0 0,-1 0 1 0 0,0 1-1 0 0,0-1 0 0 0,0 0 1 0 0,0 0-1 0 0,0 0 1 0 0,-1 0-1 0 0,1 1 1 0 0,-1-1-1 0 0,1 0 0 0 0,-1 0 1 0 0,0 1-1 0 0,1-1 1 0 0,-1 1-1 0 0,0-1 1 0 0,0 0-1 0 0,0 1 0 0 0,0-1 1 0 0,0 1-1 0 0,-1 0 1 0 0,1-1-1 0 0,-3-1 0 0 0,1 2-52 0 0,-1-1-1 0 0,1 0 0 0 0,-1 1 0 0 0,0 0 0 0 0,1 0 0 0 0,-1 0 0 0 0,0 1 0 0 0,0-1 0 0 0,0 1 1 0 0,0 0-1 0 0,0 0 0 0 0,0 0 0 0 0,-5 1 0 0 0,1 0-42 0 0,0 1 0 0 0,-1-1 0 0 0,1 1 0 0 0,0 1-1 0 0,0-1 1 0 0,0 1 0 0 0,0 1 0 0 0,1 0 0 0 0,-1 0 0 0 0,1 0 0 0 0,0 1 0 0 0,0 0 0 0 0,1 0 0 0 0,-1 1-1 0 0,1 0 1 0 0,0 0 0 0 0,1 0 0 0 0,0 1 0 0 0,0 0 0 0 0,0 0 0 0 0,0 0 0 0 0,1 0 0 0 0,1 1-1 0 0,-1 0 1 0 0,1-1 0 0 0,1 1 0 0 0,-1 1 0 0 0,1-1 0 0 0,1 0 0 0 0,-1 0 0 0 0,1 1 0 0 0,1 11 0 0 0,1 1 287 0 0,1-1 0 0 0,1 0 1 0 0,1 0-1 0 0,1-1 1 0 0,1 1-1 0 0,9 21 0 0 0,-14-39-315 0 0,0 0 0 0 0,0 1 0 0 0,0-1 0 0 0,-1 0-1 0 0,1 0 1 0 0,-1 1 0 0 0,1-1 0 0 0,-1 0 0 0 0,0 1 0 0 0,1-1-1 0 0,-1 0 1 0 0,0 1 0 0 0,-1-1 0 0 0,1 0 0 0 0,0 1-1 0 0,-1-1 1 0 0,1 0 0 0 0,-1 0 0 0 0,0 1 0 0 0,0-1 0 0 0,0 0-1 0 0,0 0 1 0 0,0 0 0 0 0,-2 2 0 0 0,1-1 1 0 0,-1-1 1 0 0,0 0 0 0 0,0 0-1 0 0,0 0 1 0 0,0 0 0 0 0,0 0-1 0 0,-1-1 1 0 0,1 1 0 0 0,-1-1-1 0 0,1 0 1 0 0,-1 0 0 0 0,1 0-1 0 0,-1 0 1 0 0,-6 0 0 0 0,-11 0-207 0 0,0 0 1 0 0,1-2 0 0 0,-1 0-1 0 0,0-1 1 0 0,1-1-1 0 0,-26-7 1 0 0,-38-16-3423 0 0,5-5-3699 0 0,41 17 881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7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79 676 1464 0 0,'0'0'3513'0'0,"-3"0"-2616"0"0,1 0-706 0 0,-1 0 0 0 0,1 1 0 0 0,-1 0-1 0 0,1 0 1 0 0,-1-1 0 0 0,1 1 0 0 0,-1 1 0 0 0,1-1 0 0 0,0 0 0 0 0,0 0 0 0 0,0 1 0 0 0,-1 0-1 0 0,1-1 1 0 0,1 1 0 0 0,-1 0 0 0 0,0 0 0 0 0,0 0 0 0 0,-1 2 0 0 0,-4 6 248 0 0,0 0 0 0 0,-9 19 0 0 0,16-28-419 0 0,-1-1-1 0 0,1 0 1 0 0,0 1 0 0 0,0-1 0 0 0,-1 1 0 0 0,1-1 0 0 0,0 0 0 0 0,0 1 0 0 0,0-1 0 0 0,0 1 0 0 0,-1-1-1 0 0,1 1 1 0 0,0-1 0 0 0,0 0 0 0 0,0 1 0 0 0,0-1 0 0 0,0 1 0 0 0,0-1 0 0 0,0 1 0 0 0,0-1-1 0 0,0 1 1 0 0,1-1 0 0 0,-1 0 0 0 0,0 1 0 0 0,0-1 0 0 0,0 1 0 0 0,0-1 0 0 0,1 1 0 0 0,-1 0 0 0 0,13 0 269 0 0,13-10-135 0 0,-13 1-94 0 0,0 0-1 0 0,-1 0 0 0 0,0-1 0 0 0,21-20 0 0 0,38-47 113 0 0,-58 60-150 0 0,33-37-99 0 0,-3-1 1 0 0,-2-2 0 0 0,-3-2-1 0 0,-2-2 1 0 0,50-116 0 0 0,-75 145 26 0 0,9-49 1 0 0,-17 64 36 0 0,-2 15 12 0 0,-1 1 1 0 0,0-1 0 0 0,0 1 0 0 0,1-1-1 0 0,-1 1 1 0 0,0-1 0 0 0,0 0 0 0 0,0 1-1 0 0,0-1 1 0 0,0 1 0 0 0,0-1 0 0 0,0 1-1 0 0,0-1 1 0 0,0 1 0 0 0,0-1 0 0 0,0 1-1 0 0,0-1 1 0 0,0 1 0 0 0,-1-1 0 0 0,1 1-1 0 0,0-1 1 0 0,0 1 0 0 0,-1-1 0 0 0,1 1-1 0 0,0-1 1 0 0,0 1 0 0 0,-1-1 0 0 0,1 1-1 0 0,0-1 1 0 0,-1 1 0 0 0,1 0 0 0 0,-1-1-1 0 0,1 1 1 0 0,-1 0 0 0 0,1-1 0 0 0,-1 1-1 0 0,1 0 1 0 0,-1 0 0 0 0,0-1 0 0 0,0 1-1 0 0,-1 0 1 0 0,1 0 0 0 0,0 0 0 0 0,-1 0-1 0 0,1 0 1 0 0,-1 1 0 0 0,1-1 0 0 0,0 0 0 0 0,-1 1-1 0 0,1-1 1 0 0,-2 2 0 0 0,-6 3 31 0 0,0 0 1 0 0,1 1-1 0 0,0 0 0 0 0,0 0 1 0 0,0 1-1 0 0,1 0 0 0 0,-8 10 1 0 0,-41 60 8 0 0,29-36 63 0 0,-17 25-50 0 0,35-49 167 0 0,8-16-113 0 0,0 1 103 0 0,1 0-1 0 0,-1 0 1 0 0,0 0-1 0 0,0 0 1 0 0,0 0-1 0 0,0 0 1 0 0,0 0-1 0 0,0 0 1 0 0,-1 0-1 0 0,1-1 1 0 0,0 1-1 0 0,-4 2 1 0 0,5-3-214 0 0,-2 3 16 0 0,-1 0-1 0 0,1 0 1 0 0,0-1 0 0 0,-1 1 0 0 0,-4 4-1 0 0,2-2 3 0 0,-24 42 31 0 0,1 2 0 0 0,-32 81 1 0 0,60-130-46 0 0,-37 97-15 0 0,34-89 18 0 0,0 1 1 0 0,1-1-1 0 0,1 1 1 0 0,-1-1-1 0 0,2 1 1 0 0,-1 0-1 0 0,1 0 1 0 0,3 16-1 0 0,-3-23-45 0 0,1 1-1 0 0,0 0 0 0 0,0-1 1 0 0,1 1-1 0 0,-1-1 0 0 0,1 0 1 0 0,0 1-1 0 0,-1-1 0 0 0,2 0 1 0 0,-1 0-1 0 0,0 0 1 0 0,0 0-1 0 0,1-1 0 0 0,0 1 1 0 0,-1-1-1 0 0,1 1 0 0 0,0-1 1 0 0,0 0-1 0 0,1 0 0 0 0,-1 0 1 0 0,0 0-1 0 0,1-1 0 0 0,-1 0 1 0 0,1 1-1 0 0,-1-1 0 0 0,1 0 1 0 0,-1-1-1 0 0,1 1 0 0 0,0-1 1 0 0,4 1-1 0 0,3-1-748 0 0,0 0 1 0 0,-1-1-1 0 0,1 0 1 0 0,0-1-1 0 0,-1 0 1 0 0,1 0-1 0 0,-1-1 0 0 0,0-1 1 0 0,14-6-1 0 0,1-2-3072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8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1468 0 0,'-118'-33'8576'0'0,"116"32"-7616"0"0,6 1-861 0 0,555 8 222 0 0,-528-10-316 0 0,0-2-1 0 0,0-1 0 0 0,-1-1 0 0 0,32-12 0 0 0,-49 13-23 0 0,0 1-1 0 0,0-2 1 0 0,-1 0-1 0 0,0 0 1 0 0,0-1-1 0 0,-1-1 1 0 0,0 0-1 0 0,0-1 1 0 0,0 0-1 0 0,-2 0 1 0 0,17-19-1 0 0,-21 21 12 0 0,28-33 177 0 0,-32 39-97 0 0,-17 22 108 0 0,-32 50 357 0 0,-78 156 0 0 0,89-144-423 0 0,-37 127 1 0 0,40-104 3115 0 0,36-108-3050 0 0,10-10-55 0 0,0-1 1 0 0,-1 0-1 0 0,13-21 0 0 0,-10 15-81 0 0,19-22-1 0 0,-5 12 7 0 0,37-30 1 0 0,-54 51-58 0 0,1-1 1 0 0,-1 2-1 0 0,1-1 1 0 0,1 2-1 0 0,-1-1 1 0 0,27-7-1 0 0,-36 13 3 0 0,0 0-1 0 0,1 0 1 0 0,-1 0-1 0 0,0 1 1 0 0,1 0-1 0 0,-1 0 1 0 0,1 0 0 0 0,-1 0-1 0 0,1 0 1 0 0,-1 1-1 0 0,0-1 1 0 0,1 1-1 0 0,-1 0 1 0 0,0 0-1 0 0,1 0 1 0 0,-1 1-1 0 0,0-1 1 0 0,0 1-1 0 0,0-1 1 0 0,0 1 0 0 0,0 0-1 0 0,-1 0 1 0 0,1 1-1 0 0,-1-1 1 0 0,1 0-1 0 0,-1 1 1 0 0,0 0-1 0 0,0-1 1 0 0,0 1-1 0 0,0 0 1 0 0,0 0-1 0 0,-1 0 1 0 0,1 0 0 0 0,0 4-1 0 0,2 3 0 0 0,0 0-1 0 0,-1 0 1 0 0,-1 0-1 0 0,1 0 1 0 0,-2 1-1 0 0,0-1 1 0 0,0 1-1 0 0,-1-1 1 0 0,-1 20 0 0 0,-23 93-1226 0 0,24-121 1094 0 0,0-1 0 0 0,0 0 0 0 0,-1 0-1 0 0,1 0 1 0 0,0 1 0 0 0,0-1 0 0 0,0 0 0 0 0,0 0 0 0 0,1 0 0 0 0,-1 0 0 0 0,0 1 0 0 0,0-1 0 0 0,1 0 0 0 0,-1 0 0 0 0,1 0 0 0 0,-1 0 0 0 0,1 0 0 0 0,-1 0-1 0 0,1 0 1 0 0,0 0 0 0 0,-1 0 0 0 0,1 0 0 0 0,0 0 0 0 0,1 1 0 0 0,0-1-356 0 0,0 0-1 0 0,-1 1 1 0 0,1-1 0 0 0,0 0 0 0 0,0-1-1 0 0,1 1 1 0 0,-1 0 0 0 0,0 0-1 0 0,0-1 1 0 0,0 1 0 0 0,0-1-1 0 0,4 0 1 0 0,18 2-2802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8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218 188 228 0 0,'18'-20'9461'0'0,"-10"9"-7569"0"0,0-1 1312 0 0,-1 5-1833 0 0,-7 7-1357 0 0,0 0 1 0 0,0 1-1 0 0,0-1 0 0 0,0 0 0 0 0,0 0 0 0 0,0 0 0 0 0,0 0 0 0 0,0 1 1 0 0,0-1-1 0 0,1 0 0 0 0,-1 0 0 0 0,0 0 0 0 0,0 0 0 0 0,0 0 1 0 0,0 0-1 0 0,0 1 0 0 0,1-1 0 0 0,-1 0 0 0 0,0 0 0 0 0,0 0 1 0 0,0 0-1 0 0,0 0 0 0 0,1 0 0 0 0,-1 0 0 0 0,0 0 0 0 0,0 0 1 0 0,0 0-1 0 0,1 0 0 0 0,-1 0 0 0 0,0 0 0 0 0,0 0 0 0 0,0 0 0 0 0,0 0 1 0 0,1 0-1 0 0,-1 0 0 0 0,0 0 0 0 0,0 0 0 0 0,0 0 0 0 0,1 0 1 0 0,-1 0-1 0 0,0 0 0 0 0,0 0 0 0 0,0 0 0 0 0,0-1 0 0 0,1 1 1 0 0,-1 0-1 0 0,0 0 0 0 0,0 0 0 0 0,0 0 0 0 0,0 0 0 0 0,0 0 1 0 0,0-1-1 0 0,0 1 0 0 0,1 0 0 0 0,-1 0 0 0 0,0 0 0 0 0,0 0 0 0 0,0-1 1 0 0,0 1-1 0 0,0 0 0 0 0,0 0 0 0 0,0-1 0 0 0,1 3 32 0 0,18 23 235 0 0,-16-23-267 0 0,0 0 1 0 0,0 0 0 0 0,0 0-1 0 0,1 0 1 0 0,-1 0-1 0 0,1-1 1 0 0,0 0-1 0 0,-1 0 1 0 0,1 0-1 0 0,0 0 1 0 0,-1 0-1 0 0,1-1 1 0 0,0 1 0 0 0,0-1-1 0 0,0 0 1 0 0,0 0-1 0 0,0-1 1 0 0,-1 1-1 0 0,1-1 1 0 0,0 0-1 0 0,0 0 1 0 0,-1 0-1 0 0,1 0 1 0 0,-1-1 0 0 0,1 0-1 0 0,3-2 1 0 0,0 0-12 0 0,0 0 0 0 0,-1 0 1 0 0,1-1-1 0 0,-1 0 0 0 0,0-1 0 0 0,-1 1 1 0 0,1-1-1 0 0,-1 0 0 0 0,0 0 1 0 0,-1 0-1 0 0,0-1 0 0 0,0 0 0 0 0,0 0 1 0 0,-1 0-1 0 0,0 0 0 0 0,4-12 1 0 0,-7 18-8 0 0,1-1 1 0 0,-1 0 0 0 0,1 1-1 0 0,-1-1 1 0 0,0 0 0 0 0,1 1 0 0 0,-1-1-1 0 0,0 0 1 0 0,0 1 0 0 0,0-1-1 0 0,0 0 1 0 0,-1 1 0 0 0,1-1-1 0 0,0 1 1 0 0,-1-1 0 0 0,1 0 0 0 0,-1 1-1 0 0,0-1 1 0 0,1 1 0 0 0,-1-1-1 0 0,0 1 1 0 0,0-1 0 0 0,0 1-1 0 0,0 0 1 0 0,0-1 0 0 0,0 1 0 0 0,0 0-1 0 0,0 0 1 0 0,-1 0 0 0 0,1 0-1 0 0,0 0 1 0 0,-1 0 0 0 0,1 0-1 0 0,-1 0 1 0 0,1 1 0 0 0,-1-1 0 0 0,1 1-1 0 0,-4-2 1 0 0,-1 1-8 0 0,0 0 1 0 0,0 0-1 0 0,0 0 1 0 0,0 1-1 0 0,0-1 1 0 0,-1 2-1 0 0,1-1 1 0 0,-10 2-1 0 0,2 2 8 0 0,-1 0 0 0 0,1 1-1 0 0,-1 1 1 0 0,1 0-1 0 0,-25 15 1 0 0,-60 49 95 0 0,97-69-90 0 0,-19 15 25 0 0,1 1 0 0 0,0 1 0 0 0,-25 31 0 0 0,37-39 11 0 0,1 0 1 0 0,0 0 0 0 0,0 1 0 0 0,0 0 0 0 0,2 0-1 0 0,-1 0 1 0 0,2 1 0 0 0,-1 0 0 0 0,-3 18 0 0 0,7-26-3 0 0,1 0 0 0 0,-1 0-1 0 0,1 1 1 0 0,0-1 0 0 0,0 0 0 0 0,1 0 0 0 0,-1 1 0 0 0,1-1 0 0 0,0 0 0 0 0,0 0 0 0 0,0 0 0 0 0,1 0 0 0 0,-1 0 0 0 0,1 0 0 0 0,4 6 0 0 0,-2-4 4 0 0,1-1 1 0 0,0 1 0 0 0,0-1-1 0 0,0 0 1 0 0,0 0 0 0 0,1-1-1 0 0,0 1 1 0 0,10 4-1 0 0,8 3-93 0 0,0-1-1 0 0,1-1 0 0 0,49 11 0 0 0,-71-20 28 0 0,122 30-3632 0 0,-40-16-3048 0 0,-41-8 605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18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248 167 4092 0 0,'-15'-13'2837'0'0,"-1"-1"-601"0"0,-4-3-548 0 0,-1 0-348 0 0,1-1-256 0 0,-1 5-220 0 0,0-5 48 0 0,1 3-400 0 0,2 5-248 0 0,3-1-412 0 0,0 1-444 0 0,1 5-212 0 0,2 0-208 0 0,-7 5-4156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27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1428 0 0,'0'0'2945'0'0,"-24"9"1622"0"0,22-8-4811 0 0,-2 0 255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399 206 1140 0 0,'-41'-194'10210'0'0,"41"193"-10170"0"0,1 1-1 0 0,-1 0 0 0 0,0-1 0 0 0,0 1 1 0 0,0-1-1 0 0,0 1 0 0 0,0 0 1 0 0,0-1-1 0 0,0 1 0 0 0,0 0 0 0 0,0-1 1 0 0,0 1-1 0 0,0 0 0 0 0,-1-1 0 0 0,1 1 1 0 0,0 0-1 0 0,0-1 0 0 0,0 1 1 0 0,0 0-1 0 0,-1-1 0 0 0,1 1 0 0 0,0 0 1 0 0,0-1-1 0 0,0 1 0 0 0,-1 0 0 0 0,1 0 1 0 0,0-1-1 0 0,0 1 0 0 0,-1 0 0 0 0,1 0 1 0 0,0 0-1 0 0,-1-1 0 0 0,1 1 1 0 0,0 0-1 0 0,-1 0 0 0 0,0 0 0 0 0,-6 13 584 0 0,-4 25 56 0 0,-26 187 1407 0 0,14-64-1336 0 0,-24 137-9 0 0,-21 113-343 0 0,65-393-357 0 0,2-12 219 0 0,0 1 1 0 0,-1-1-1 0 0,1 0 1 0 0,-1 1-1 0 0,-4 8 1 0 0,5-13 183 0 0,0-2-429 0 0,0 0 1 0 0,0-1 0 0 0,1 1-1 0 0,-1-1 1 0 0,1 1 0 0 0,-1-1-1 0 0,0 1 1 0 0,1-1 0 0 0,-1 1-1 0 0,1-1 1 0 0,-1 1 0 0 0,1-1-1 0 0,-1 0 1 0 0,1 1-1 0 0,0-1 1 0 0,-1 0 0 0 0,1 0-1 0 0,0 1 1 0 0,-1-1 0 0 0,1 0-1 0 0,0 0 1 0 0,0-1 0 0 0,-5-18 92 0 0,3-5-77 0 0,0-1 1 0 0,2 1-1 0 0,1-1 1 0 0,1 1-1 0 0,1-1 0 0 0,1 1 1 0 0,1 0-1 0 0,13-39 1 0 0,-15 58-34 0 0,-1-1 0 0 0,1 1 1 0 0,0 0-1 0 0,1 0 0 0 0,-1 0 1 0 0,1 0-1 0 0,0 0 0 0 0,1 1 0 0 0,-1 0 1 0 0,1 0-1 0 0,0 0 0 0 0,0 0 1 0 0,1 1-1 0 0,-1 0 0 0 0,1 0 1 0 0,0 1-1 0 0,0-1 0 0 0,1 1 1 0 0,-1 1-1 0 0,0-1 0 0 0,1 1 1 0 0,0 0-1 0 0,0 0 0 0 0,-1 1 1 0 0,1 0-1 0 0,0 0 0 0 0,0 1 1 0 0,0 0-1 0 0,0 0 0 0 0,12 2 1 0 0,-3 1-2 0 0,-1 0 1 0 0,1 1 0 0 0,-1 1 0 0 0,0 0-1 0 0,-1 1 1 0 0,1 1 0 0 0,-1 0-1 0 0,-1 1 1 0 0,1 0 0 0 0,-1 1 0 0 0,12 11-1 0 0,-11-8 1 0 0,0 1 0 0 0,-1 1 0 0 0,-1 0 0 0 0,0 0 0 0 0,-1 1-1 0 0,0 1 1 0 0,-1 0 0 0 0,15 33 0 0 0,-23-42 18 0 0,1 0 1 0 0,-1 1-1 0 0,0-1 1 0 0,0 0-1 0 0,-1 0 0 0 0,0 1 1 0 0,-1-1-1 0 0,0 1 1 0 0,0-1-1 0 0,0 0 1 0 0,-1 1-1 0 0,0-1 0 0 0,0 1 1 0 0,-1-1-1 0 0,0 0 1 0 0,0 0-1 0 0,-1 0 1 0 0,0 0-1 0 0,0 0 0 0 0,0-1 1 0 0,-1 1-1 0 0,0-1 1 0 0,0 0-1 0 0,-1 0 1 0 0,0-1-1 0 0,0 1 0 0 0,0-1 1 0 0,-1 0-1 0 0,0 0 1 0 0,0-1-1 0 0,0 0 1 0 0,0 0-1 0 0,0 0 0 0 0,-1-1 1 0 0,-11 5-1 0 0,0-2 33 0 0,-1 0 1 0 0,0-2-1 0 0,-1 0 0 0 0,1-1 0 0 0,-1-1 0 0 0,1 0 0 0 0,-1-2 0 0 0,0 0 0 0 0,1-2 0 0 0,-23-3 1 0 0,-24-8 43 0 0,-101-34 1 0 0,148 41-68 0 0,10 4-46 0 0,-18-8-337 0 0,26 10 231 0 0,0-1 1 0 0,0 1 0 0 0,0-1 0 0 0,0 1 0 0 0,0-1 0 0 0,0 1 0 0 0,0-1-1 0 0,0 0 1 0 0,1 0 0 0 0,-1 1 0 0 0,0-1 0 0 0,0 0 0 0 0,1 0 0 0 0,-1 0-1 0 0,0 0 1 0 0,1 0 0 0 0,-1 0 0 0 0,0-2 0 0 0,1 2-4 0 0,1 0 0 0 0,0 0 0 0 0,-1 0 1 0 0,1 0-1 0 0,-1 1 0 0 0,1-1 0 0 0,0 0 1 0 0,0 0-1 0 0,-1 0 0 0 0,1 1 0 0 0,0-1 0 0 0,0 0 1 0 0,0 1-1 0 0,1-1 0 0 0,-1 0-104 0 0,4-3-634 0 0,1 0 0 0 0,0 1 0 0 0,0 0 0 0 0,0 0 0 0 0,1 0-1 0 0,8-2 1 0 0,3-2-2348 0 0,8-3-2301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0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6 2432 0 0,'9'-5'9202'0'0,"-34"33"-6404"0"0,-6 5-1244 0 0,-49 69 1 0 0,70-88-1468 0 0,1 1 0 0 0,1 0 0 0 0,1 0 0 0 0,0 0 0 0 0,1 1 0 0 0,0 0 0 0 0,1 1 0 0 0,-3 21 0 0 0,7-33-68 0 0,1-1 0 0 0,-1 0-1 0 0,1 1 1 0 0,0-1 0 0 0,1 0-1 0 0,-1 1 1 0 0,1-1 0 0 0,-1 0 0 0 0,1 1-1 0 0,1-1 1 0 0,-1 0 0 0 0,1 0-1 0 0,-1 0 1 0 0,1 0 0 0 0,0 0-1 0 0,0 0 1 0 0,1-1 0 0 0,-1 1-1 0 0,1-1 1 0 0,0 1 0 0 0,0-1-1 0 0,4 3 1 0 0,-2-2-1 0 0,-1-1-1 0 0,2 0 0 0 0,-1 0 1 0 0,0 0-1 0 0,1-1 0 0 0,-1 0 1 0 0,1 0-1 0 0,0 0 1 0 0,-1-1-1 0 0,1 1 0 0 0,0-2 1 0 0,0 1-1 0 0,0 0 1 0 0,0-1-1 0 0,10-1 0 0 0,-5-1-5 0 0,0 0-1 0 0,-1-1 1 0 0,1 0 0 0 0,-1 0-1 0 0,0-1 1 0 0,0-1-1 0 0,0 0 1 0 0,-1 0-1 0 0,1-1 1 0 0,-1 0-1 0 0,-1 0 1 0 0,1-1-1 0 0,-1 0 1 0 0,0-1 0 0 0,-1 0-1 0 0,0 0 1 0 0,0 0-1 0 0,0-1 1 0 0,-1 0-1 0 0,9-19 1 0 0,-11 19-9 0 0,0 0 1 0 0,-1 0 0 0 0,0 0 0 0 0,0-1-1 0 0,-1 1 1 0 0,0-1 0 0 0,-1 0-1 0 0,0 1 1 0 0,0-1 0 0 0,-2-15 0 0 0,0 17-4 0 0,0 0 0 0 0,0 1 1 0 0,-1-1-1 0 0,-1 1 0 0 0,1-1 1 0 0,-1 1-1 0 0,0 0 1 0 0,-1 0-1 0 0,0 0 0 0 0,0 0 1 0 0,0 1-1 0 0,-1-1 0 0 0,0 1 1 0 0,-6-6-1 0 0,3 5 12 0 0,0 0 0 0 0,0 1 0 0 0,0 0 0 0 0,-1 1 0 0 0,0-1 0 0 0,0 2 0 0 0,0-1 0 0 0,-1 1 0 0 0,-17-4 0 0 0,22 6-164 0 0,0 1 1 0 0,-1 0-1 0 0,1 0 0 0 0,-1 0 0 0 0,1 1 0 0 0,-1 0 1 0 0,1 0-1 0 0,-1 0 0 0 0,1 0 0 0 0,-1 1 1 0 0,1 0-1 0 0,0 1 0 0 0,-1-1 0 0 0,1 1 0 0 0,0 0 1 0 0,0 0-1 0 0,0 0 0 0 0,0 1 0 0 0,-8 5 1 0 0,11-6-145 0 0,0 0 1 0 0,0 0 0 0 0,1 0 0 0 0,-1 0 0 0 0,1 0 0 0 0,-1 0 0 0 0,1 0 0 0 0,0 0 0 0 0,-1 0 0 0 0,0 3 0 0 0,0 15-5060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55 756 0 0,'-12'-45'8380'0'0,"12"44"-7892"0"0,-4-7 1649 0 0,1 135 43 0 0,0-53-1851 0 0,10 117-1 0 0,-6-182-310 0 0,1 0 1 0 0,0 0-1 0 0,0 0 0 0 0,1-1 1 0 0,1 1-1 0 0,-1-1 1 0 0,1 0-1 0 0,1 0 0 0 0,-1 0 1 0 0,1-1-1 0 0,1 1 0 0 0,-1-1 1 0 0,10 8-1 0 0,-12-11-12 0 0,0-1 0 0 0,1 0 0 0 0,-1-1 0 0 0,1 1 0 0 0,0-1-1 0 0,0 0 1 0 0,0 1 0 0 0,0-2 0 0 0,0 1 0 0 0,0 0 0 0 0,1-1 0 0 0,-1 0 0 0 0,0 0 0 0 0,1 0 0 0 0,-1-1-1 0 0,1 1 1 0 0,-1-1 0 0 0,1 0 0 0 0,-1 0 0 0 0,1-1 0 0 0,-1 1 0 0 0,1-1 0 0 0,-1 0 0 0 0,0 0-1 0 0,1-1 1 0 0,-1 1 0 0 0,0-1 0 0 0,7-4 0 0 0,-3 1-2 0 0,0-1 1 0 0,-1 0-1 0 0,1 0 0 0 0,-1-1 1 0 0,-1 0-1 0 0,0 0 0 0 0,0-1 1 0 0,0 0-1 0 0,-1 0 0 0 0,0 0 1 0 0,0 0-1 0 0,-1-1 0 0 0,0 0 1 0 0,-1 0-1 0 0,5-18 0 0 0,-2 0 78 0 0,0 0 0 0 0,-2-1 0 0 0,-1 1 0 0 0,-1-36 0 0 0,0 7 344 0 0,-2 53-378 0 0,-2 6-37 0 0,1-1-1 0 0,-1 0 1 0 0,1 1-1 0 0,0-1 1 0 0,0 1-1 0 0,0-1 1 0 0,0 1-1 0 0,0 0 1 0 0,1-1-1 0 0,-1 1 0 0 0,1 0 1 0 0,-1 4-1 0 0,0 0 8 0 0,-31 169 157 0 0,29-148-311 0 0,1 1 0 0 0,1-1 0 0 0,1 1 1 0 0,5 34-1 0 0,-3-55-263 0 0,-1 1 0 0 0,1-1 0 0 0,1 0 0 0 0,4 11 0 0 0,-5-15-598 0 0,0 0-1 0 0,0 0 1 0 0,1 0-1 0 0,-1-1 0 0 0,7 7 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1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2560 0 0,'18'-74'9253'0'0,"-17"73"-9184"0"0,-1 0 0 0 0,1 0 0 0 0,-1 1 0 0 0,1-1 0 0 0,-1 1 0 0 0,1-1 0 0 0,-1 0 0 0 0,1 1 0 0 0,-1-1 0 0 0,1 1 0 0 0,0-1 0 0 0,-1 1 0 0 0,1-1 0 0 0,0 1 0 0 0,-1 0-1 0 0,1-1 1 0 0,0 1 0 0 0,0 0 0 0 0,-1 0 0 0 0,1-1 0 0 0,0 1 0 0 0,0 0 0 0 0,0 0 0 0 0,-1 0 0 0 0,1 0 0 0 0,0 0 0 0 0,0 0 0 0 0,0 0 0 0 0,-1 0 0 0 0,1 0 0 0 0,0 1 0 0 0,0-1 0 0 0,0 0 0 0 0,-1 0 0 0 0,1 1 0 0 0,1 0 0 0 0,5 4 47 0 0,1 0 1 0 0,-1 0-1 0 0,-1 1 0 0 0,1 0 1 0 0,-1 0-1 0 0,0 0 1 0 0,-1 1-1 0 0,1 0 1 0 0,-1 0-1 0 0,-1 0 0 0 0,1 1 1 0 0,-1 0-1 0 0,-1 0 1 0 0,1 0-1 0 0,-1 0 1 0 0,2 10-1 0 0,2 10-9 0 0,-1 0-1 0 0,-1 1 1 0 0,3 50-1 0 0,-8-69-74 0 0,0 0 0 0 0,-1 1 0 0 0,0-1 0 0 0,-3 14 0 0 0,4-22-23 0 0,-1 1 0 0 0,0 0 0 0 0,0 0 0 0 0,0 0 0 0 0,0-1 0 0 0,0 1 0 0 0,0 0 0 0 0,0-1 0 0 0,-1 1 0 0 0,0-1 0 0 0,1 0 0 0 0,-1 1 0 0 0,0-1 0 0 0,0 0 0 0 0,0 0 0 0 0,0 0 0 0 0,-1 0 0 0 0,1-1 0 0 0,-4 3 0 0 0,5-3-4 0 0,-1-1-1 0 0,0 1 1 0 0,1 0-1 0 0,-1-1 1 0 0,0 0-1 0 0,1 1 1 0 0,-1-1-1 0 0,0 0 1 0 0,0 0-1 0 0,1 0 0 0 0,-1 0 1 0 0,0 0-1 0 0,1 0 1 0 0,-1-1-1 0 0,0 1 1 0 0,0-1-1 0 0,1 1 1 0 0,-1-1-1 0 0,1 1 1 0 0,-1-1-1 0 0,0 0 1 0 0,-1-1-1 0 0,0 0-1 0 0,1-1 0 0 0,0 1 0 0 0,-1-1 0 0 0,1 1 0 0 0,0-1 0 0 0,0 0-1 0 0,0 0 1 0 0,1 0 0 0 0,-1 0 0 0 0,-2-6 0 0 0,1-2 2 0 0,0 0-1 0 0,0 0 1 0 0,1 0-1 0 0,0-1 1 0 0,0-20-1 0 0,2 22 0 0 0,2-1 0 0 0,-1 0 0 0 0,2 1 0 0 0,-1 0 0 0 0,1-1-1 0 0,1 1 1 0 0,0 0 0 0 0,0 1 0 0 0,1-1 0 0 0,0 1 0 0 0,0 0-1 0 0,1 0 1 0 0,1 0 0 0 0,0 1 0 0 0,0 0 0 0 0,15-13 0 0 0,-9 9-2 0 0,1 1 0 0 0,1 0 0 0 0,-1 2 0 0 0,1-1 0 0 0,1 2 0 0 0,0 0 0 0 0,0 1 0 0 0,1 0 0 0 0,24-5 0 0 0,-33 10-5 0 0,0 0 1 0 0,0 1-1 0 0,0 1 0 0 0,0-1 0 0 0,0 1 0 0 0,0 1 0 0 0,0-1 0 0 0,0 1 1 0 0,0 1-1 0 0,-1-1 0 0 0,1 1 0 0 0,0 1 0 0 0,-1-1 0 0 0,9 5 0 0 0,-11-4 2 0 0,-1 0 0 0 0,1 0 0 0 0,-1 0 0 0 0,0 0-1 0 0,0 1 1 0 0,0-1 0 0 0,0 1 0 0 0,-1 0 0 0 0,1 0-1 0 0,-1 1 1 0 0,0-1 0 0 0,0 1 0 0 0,-1-1 0 0 0,1 1-1 0 0,-1 0 1 0 0,0 0 0 0 0,-1 0 0 0 0,1 0 0 0 0,-1 1-1 0 0,0-1 1 0 0,1 10 0 0 0,-2 7 30 0 0,-1 0 0 0 0,-1 0 0 0 0,-1 0 0 0 0,0 0 0 0 0,-14 41 0 0 0,9-39-320 0 0,2 1 1 0 0,1-1 0 0 0,1 1 0 0 0,-1 29-1 0 0,5-51 28 0 0,0 1 0 0 0,1-1-1 0 0,-1 1 1 0 0,1-1-1 0 0,-1 1 1 0 0,1-1-1 0 0,0 1 1 0 0,1-1-1 0 0,-1 1 1 0 0,4 5-1 0 0,-4-7-263 0 0,1 0-1 0 0,-1 0 0 0 0,1 0 1 0 0,0 0-1 0 0,0 0 0 0 0,-1 0 1 0 0,2-1-1 0 0,-1 1 1 0 0,0-1-1 0 0,2 2 0 0 0,10 4-4377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409 562 2108 0 0,'5'-8'1049'0'0,"-1"0"1"0"0,0 0-1 0 0,0-1 0 0 0,4-12 0 0 0,-7 19-922 0 0,-1 1 0 0 0,1-1 0 0 0,-1 0 1 0 0,1 0-1 0 0,-1 0 0 0 0,1 1 0 0 0,-1-1 0 0 0,0 0 0 0 0,0 0 0 0 0,0 0 0 0 0,0 0 0 0 0,0 1 0 0 0,-1-1 0 0 0,1 0 0 0 0,0 0 1 0 0,-1 0-1 0 0,1 1 0 0 0,-1-1 0 0 0,0 0 0 0 0,0 1 0 0 0,1-1 0 0 0,-1 0 0 0 0,0 1 0 0 0,-1-1 0 0 0,1 1 0 0 0,0 0 1 0 0,0-1-1 0 0,-3-1 0 0 0,2 2-41 0 0,0 0 1 0 0,-1 0 0 0 0,1 1 0 0 0,0-1 0 0 0,-1 1 0 0 0,1-1-1 0 0,0 1 1 0 0,-1 0 0 0 0,1 0 0 0 0,-1 0 0 0 0,1 0-1 0 0,-1 0 1 0 0,1 1 0 0 0,0-1 0 0 0,-4 2 0 0 0,-32 12 553 0 0,6 2-451 0 0,1 2-1 0 0,1 0 0 0 0,0 3 0 0 0,2 0 1 0 0,0 2-1 0 0,2 1 0 0 0,0 1 1 0 0,-41 53-1 0 0,60-69-165 0 0,2-1 1 0 0,-1 1-1 0 0,1 0 0 0 0,0 1 1 0 0,1-1-1 0 0,-5 15 0 0 0,9-22-16 0 0,-1 1 0 0 0,0-1-1 0 0,1 0 1 0 0,-1 1 0 0 0,1-1-1 0 0,-1 0 1 0 0,1 1 0 0 0,0-1-1 0 0,0 0 1 0 0,0 1 0 0 0,1-1-1 0 0,-1 1 1 0 0,0-1 0 0 0,1 0-1 0 0,-1 1 1 0 0,1-1 0 0 0,0 0-1 0 0,0 0 1 0 0,0 0 0 0 0,0 1-1 0 0,0-1 1 0 0,1 0 0 0 0,-1 0-1 0 0,1-1 1 0 0,-1 1 0 0 0,1 0-1 0 0,-1 0 1 0 0,1-1 0 0 0,0 1-1 0 0,0-1 1 0 0,0 0 0 0 0,0 1-1 0 0,4 1 1 0 0,0-1-2 0 0,-1 0 0 0 0,1 0 0 0 0,0 0 1 0 0,0-1-1 0 0,0 0 0 0 0,0 0 0 0 0,0 0 0 0 0,0-1 0 0 0,0 0 0 0 0,0 0 0 0 0,0-1 0 0 0,1 1 1 0 0,-1-1-1 0 0,6-2 0 0 0,-2-1-15 0 0,-1 1 1 0 0,0-1-1 0 0,1-1 1 0 0,-2 1 0 0 0,1-2-1 0 0,-1 1 1 0 0,15-14-1 0 0,-3 1-109 0 0,-1-2 0 0 0,-2 0 0 0 0,0-2-1 0 0,-1 1 1 0 0,20-37 0 0 0,-12 11-177 0 0,-1-1 1 0 0,-3-1-1 0 0,26-92 0 0 0,-24 46 41 0 0,13-113 0 0 0,-30 136 364 0 0,-17 84 434 0 0,-1 21-120 0 0,2-1 1 0 0,1 2 0 0 0,-11 68 0 0 0,12-32-191 0 0,0 85-1 0 0,10-115-449 0 0,1 1-1 0 0,2-1 1 0 0,14 63-1 0 0,-15-92-165 0 0,0-1 0 0 0,1 1 0 0 0,0-1-1 0 0,0 0 1 0 0,11 17 0 0 0,-10-21-497 0 0,-1 0 1 0 0,1 0 0 0 0,-1-1 0 0 0,2 0-1 0 0,9 8 1 0 0,6 2-3831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349 206 1836 0 0,'0'-10'861'0'0,"-1"0"1"0"0,1 1-1 0 0,-2-1 0 0 0,1 0 1 0 0,-1 0-1 0 0,-1 0 0 0 0,0 1 0 0 0,-5-12 1 0 0,7 18-747 0 0,-1 1 0 0 0,1-1 1 0 0,-1 1-1 0 0,1-1 0 0 0,-1 1 0 0 0,0-1 1 0 0,0 1-1 0 0,0 0 0 0 0,0 0 0 0 0,0 0 1 0 0,-1 0-1 0 0,1 1 0 0 0,0-1 1 0 0,-1 1-1 0 0,0-1 0 0 0,1 1 0 0 0,-1 0 1 0 0,0 0-1 0 0,0 0 0 0 0,1 0 1 0 0,-1 0-1 0 0,0 1 0 0 0,0-1 0 0 0,0 1 1 0 0,0 0-1 0 0,0 0 0 0 0,0 0 1 0 0,0 0-1 0 0,0 0 0 0 0,0 1 0 0 0,0 0 1 0 0,-3 0-1 0 0,-6 3 29 0 0,-1 1 0 0 0,1 0 0 0 0,0 0 0 0 0,1 2 0 0 0,-1-1 0 0 0,1 1 0 0 0,1 1 1 0 0,-1 0-1 0 0,1 0 0 0 0,1 1 0 0 0,-13 15 0 0 0,9-10-91 0 0,1 2 0 0 0,1 0 1 0 0,0 0-1 0 0,1 1 0 0 0,1 0 1 0 0,1 0-1 0 0,-7 21 0 0 0,12-30-33 0 0,1 0 1 0 0,0 0-1 0 0,1 0 0 0 0,-1 0 0 0 0,2 0 0 0 0,-1 0 0 0 0,1 1 0 0 0,1-1 0 0 0,-1 0 0 0 0,1 0 0 0 0,1 0 0 0 0,-1 0 0 0 0,4 10 0 0 0,-3-14-12 0 0,0 0 0 0 0,0 0-1 0 0,0 0 1 0 0,0 0-1 0 0,0 0 1 0 0,1-1 0 0 0,0 1-1 0 0,0-1 1 0 0,0 0-1 0 0,0 0 1 0 0,0 0 0 0 0,1 0-1 0 0,-1 0 1 0 0,1-1-1 0 0,-1 1 1 0 0,1-1 0 0 0,0 0-1 0 0,0 0 1 0 0,0-1-1 0 0,1 1 1 0 0,-1-1 0 0 0,0 0-1 0 0,0 0 1 0 0,1 0-1 0 0,-1-1 1 0 0,5 1-1 0 0,-2-1-6 0 0,0-1 0 0 0,0 1 0 0 0,-1-1-1 0 0,1 0 1 0 0,0-1 0 0 0,-1 0-1 0 0,1 0 1 0 0,-1 0 0 0 0,1-1-1 0 0,-1 0 1 0 0,0 0 0 0 0,0 0 0 0 0,-1-1-1 0 0,1 0 1 0 0,-1 0 0 0 0,1-1-1 0 0,-1 1 1 0 0,-1-1 0 0 0,1 0-1 0 0,-1-1 1 0 0,5-6 0 0 0,6-11 6 0 0,-1 0 0 0 0,-1-1 0 0 0,20-51 0 0 0,10-55-1 0 0,-43 128-13 0 0,-6 23-1 0 0,1 1 57 0 0,1-1 0 0 0,0 1-1 0 0,2 0 1 0 0,1-1 0 0 0,0 1 0 0 0,2 0-1 0 0,4 29 1 0 0,-4-45-36 0 0,0 1-1 0 0,1 0 1 0 0,0-1-1 0 0,0 1 1 0 0,1-1-1 0 0,-1 1 1 0 0,1-1 0 0 0,1 0-1 0 0,-1 0 1 0 0,1 0-1 0 0,0-1 1 0 0,1 1 0 0 0,-1-1-1 0 0,1 0 1 0 0,0 0-1 0 0,0-1 1 0 0,0 1-1 0 0,1-1 1 0 0,0-1 0 0 0,0 1-1 0 0,0-1 1 0 0,0 0-1 0 0,0 0 1 0 0,1 0-1 0 0,-1-1 1 0 0,1 0 0 0 0,7 1-1 0 0,-6-1-9 0 0,0-1 0 0 0,1 0 0 0 0,-1-1-1 0 0,0 0 1 0 0,1 0 0 0 0,-1 0 0 0 0,1-1 0 0 0,-1-1-1 0 0,0 1 1 0 0,0-1 0 0 0,0-1 0 0 0,0 0 0 0 0,0 0-1 0 0,-1 0 1 0 0,1-1 0 0 0,-1 0 0 0 0,0 0 0 0 0,0-1-1 0 0,0 0 1 0 0,0 0 0 0 0,-1-1 0 0 0,0 0 0 0 0,0 0-1 0 0,-1 0 1 0 0,9-13 0 0 0,-4 4 0 0 0,-1-2 0 0 0,0 1 1 0 0,-1-1-1 0 0,0-1 0 0 0,-2 1 1 0 0,0-1-1 0 0,-1 0 0 0 0,-1-1 0 0 0,0 1 1 0 0,1-28-1 0 0,-4 24 5 0 0,-1 1-1 0 0,-5-41 1 0 0,4 54-9 0 0,-1 0 0 0 0,0 0 1 0 0,0 1-1 0 0,0-1 0 0 0,-1 0 0 0 0,0 1 0 0 0,-1 0 0 0 0,1-1 1 0 0,-1 1-1 0 0,-10-11 0 0 0,13 16 1 0 0,0 1-1 0 0,0 0 1 0 0,0 0 0 0 0,0 0-1 0 0,0 0 1 0 0,0 0 0 0 0,0 0-1 0 0,-1 0 1 0 0,1 1 0 0 0,0-1-1 0 0,-1 0 1 0 0,1 1 0 0 0,-1-1-1 0 0,1 1 1 0 0,-1-1 0 0 0,-2 1-1 0 0,3 0 1 0 0,0 0-1 0 0,0 0 0 0 0,0 0 0 0 0,0 0 0 0 0,0 0 0 0 0,0 1 0 0 0,0-1 0 0 0,0 0 0 0 0,0 1 0 0 0,1-1 0 0 0,-1 1 0 0 0,0-1 1 0 0,0 1-1 0 0,0 0 0 0 0,1-1 0 0 0,-1 1 0 0 0,0 0 0 0 0,1-1 0 0 0,-1 1 0 0 0,0 1 0 0 0,-1 0 0 0 0,1 0 0 0 0,0 0 0 0 0,0 0 0 0 0,0 0 0 0 0,1 0 0 0 0,-1 1 0 0 0,0-1 0 0 0,1 0 0 0 0,-1 0 0 0 0,1 1 0 0 0,0-1-1 0 0,0 0 1 0 0,0 1 0 0 0,0-1 0 0 0,0 0 0 0 0,1 1 0 0 0,-1-1 0 0 0,1 0 0 0 0,-1 0 0 0 0,1 1 0 0 0,1 1 0 0 0,3 6 2 0 0,1 0 0 0 0,0-1 0 0 0,0 0 0 0 0,1-1 0 0 0,0 1 0 0 0,1-1 0 0 0,0-1 0 0 0,0 1 0 0 0,1-2 0 0 0,0 1 0 0 0,0-1 0 0 0,0 0 0 0 0,1-1 0 0 0,0 0 0 0 0,11 4 0 0 0,1-1 2 0 0,1-1 0 0 0,0 0 1 0 0,0-2-1 0 0,0-1 0 0 0,48 3 0 0 0,-61-7 0 0 0,0-1-1 0 0,0 0 1 0 0,0 0-1 0 0,0-1 1 0 0,0 0-1 0 0,0-1 1 0 0,0 0-1 0 0,-1 0 1 0 0,11-6-1 0 0,-15 7-1 0 0,0 0 0 0 0,-1-1 0 0 0,1 0 0 0 0,-1 0 0 0 0,0 0 0 0 0,1-1 0 0 0,-1 1 0 0 0,-1-1 0 0 0,1 0 0 0 0,-1 0 0 0 0,1 0 0 0 0,-1 0 0 0 0,0-1 0 0 0,-1 1 0 0 0,1-1 0 0 0,-1 0 0 0 0,0 0 0 0 0,3-10 0 0 0,-4 6-21 0 0,-4-5 19 0 0,-5 4-3 0 0,-8 7 1 0 0,11 4 3 0 0,-1 1-1 0 0,1-1 1 0 0,0 1-1 0 0,0 0 1 0 0,1 0-1 0 0,-1 0 1 0 0,0 1-1 0 0,1-1 1 0 0,-1 1-1 0 0,1 0 1 0 0,-5 5-1 0 0,-42 43-16 0 0,50-50 17 0 0,-10 11 1 0 0,1 1 1 0 0,1 0-1 0 0,0 0 1 0 0,0 1 0 0 0,2 0-1 0 0,0 0 1 0 0,0 1-1 0 0,-5 16 1 0 0,11-24 7 0 0,-1-1 0 0 0,1 1 0 0 0,0-1 0 0 0,0 1 1 0 0,1-1-1 0 0,0 1 0 0 0,0 0 0 0 0,1-1 1 0 0,1 12-1 0 0,-1-14 1 0 0,1 1 0 0 0,0-1 0 0 0,-1 0 0 0 0,1 1 0 0 0,1-1 0 0 0,-1 0 0 0 0,1 0 0 0 0,-1 0 0 0 0,1-1 0 0 0,0 1 0 0 0,1-1 0 0 0,-1 1 0 0 0,0-1 1 0 0,8 5-1 0 0,-1-2-24 0 0,0 0 1 0 0,0 0 0 0 0,0-1 0 0 0,1-1-1 0 0,0 0 1 0 0,-1 0 0 0 0,2-1 0 0 0,-1-1 0 0 0,0 0-1 0 0,0 0 1 0 0,1-1 0 0 0,-1 0 0 0 0,1-1-1 0 0,-1-1 1 0 0,1 0 0 0 0,-1 0 0 0 0,0-1-1 0 0,17-5 1 0 0,-14 3-76 0 0,0-1-1 0 0,-1 0 1 0 0,0-1-1 0 0,-1-1 0 0 0,1 0 1 0 0,-1 0-1 0 0,0-1 1 0 0,-1-1-1 0 0,0 0 1 0 0,0 0-1 0 0,-1-1 0 0 0,0-1 1 0 0,-1 0-1 0 0,12-17 1 0 0,-8 7 57 0 0,-2-1 1 0 0,0 1-1 0 0,-1-2 1 0 0,-1 0-1 0 0,0 0 1 0 0,-2 0-1 0 0,7-45 1 0 0,-14 65 210 0 0,-14 9 103 0 0,13-5-243 0 0,-1 1 1 0 0,0 0-1 0 0,1-1 0 0 0,-1 1 0 0 0,1 0 1 0 0,0 0-1 0 0,-1 0 0 0 0,1 0 0 0 0,0 1 1 0 0,0-1-1 0 0,0 0 0 0 0,0 3 0 0 0,-7 28 294 0 0,8-31-317 0 0,-3 11 100 0 0,1 1 1 0 0,1-1 0 0 0,0 1-1 0 0,1-1 1 0 0,0 1 0 0 0,1 0-1 0 0,1-1 1 0 0,3 16-1 0 0,-3-22-87 0 0,0-1-1 0 0,0 0 0 0 0,1 0 0 0 0,-1 0 0 0 0,1 0 0 0 0,1 0 1 0 0,-1 0-1 0 0,1-1 0 0 0,0 0 0 0 0,0 0 0 0 0,1 0 0 0 0,-1 0 1 0 0,1 0-1 0 0,0-1 0 0 0,0 0 0 0 0,1 0 0 0 0,-1-1 0 0 0,12 6 1 0 0,-8-5-20 0 0,0 0 1 0 0,0-1-1 0 0,0 0 0 0 0,0-1 1 0 0,0 0-1 0 0,1 0 1 0 0,-1-1-1 0 0,1-1 1 0 0,-1 1-1 0 0,1-1 1 0 0,-1-1-1 0 0,1 0 0 0 0,-1 0 1 0 0,1-1-1 0 0,-1 0 1 0 0,0-1-1 0 0,0 0 1 0 0,0 0-1 0 0,0-1 0 0 0,0 0 1 0 0,-1 0-1 0 0,0-1 1 0 0,0 0-1 0 0,0-1 1 0 0,-1 0-1 0 0,1 0 1 0 0,-1 0-1 0 0,-1-1 0 0 0,1 0 1 0 0,7-12-1 0 0,0-4-2 0 0,0-1 0 0 0,-1 0 0 0 0,-1-1 0 0 0,-2-1 0 0 0,-1 1 0 0 0,0-2 0 0 0,-2 1-1 0 0,5-40 1 0 0,-11 48-39 0 0,-12 30 52 0 0,2 3 160 0 0,1 0 0 0 0,1 1 0 0 0,0 0 0 0 0,1 0 0 0 0,-4 18 0 0 0,-3 8 198 0 0,-265 899 4643 0 0,207-704-4496 0 0,52-184-426 0 0,-2-2-1 0 0,-40 70 1 0 0,54-109-66 0 0,-1 0 0 0 0,0 0 0 0 0,-1-1 0 0 0,0 0 0 0 0,-1 0-1 0 0,-20 16 1 0 0,26-23-14 0 0,-1-1 0 0 0,0 0-1 0 0,0 0 1 0 0,-1 0-1 0 0,1 0 1 0 0,0-1 0 0 0,-1 0-1 0 0,0 0 1 0 0,1 0 0 0 0,-1-1-1 0 0,0 0 1 0 0,0 0 0 0 0,0 0-1 0 0,0-1 1 0 0,0 0 0 0 0,1 0-1 0 0,-1 0 1 0 0,0-1-1 0 0,-6-1 1 0 0,-3-3 10 0 0,0 0-1 0 0,0-1 1 0 0,1-1-1 0 0,0 0 1 0 0,0-1 0 0 0,1-1-1 0 0,0 0 1 0 0,0 0-1 0 0,1-1 1 0 0,1-1 0 0 0,0 0-1 0 0,0-1 1 0 0,-11-16-1 0 0,9 11-31 0 0,1-1 0 0 0,0 0-1 0 0,2-1 1 0 0,0 0-1 0 0,1-1 1 0 0,1 0-1 0 0,1 0 1 0 0,1-1 0 0 0,-5-26-1 0 0,10 36-50 0 0,0-1 0 0 0,0 1 0 0 0,1-1 0 0 0,1 1 0 0 0,-1-1 0 0 0,2 1 0 0 0,0 0 0 0 0,0-1 0 0 0,1 1 0 0 0,0 0 0 0 0,8-16 0 0 0,-3 13-169 0 0,0-1 1 0 0,1 1-1 0 0,0 0 1 0 0,1 1-1 0 0,0 0 0 0 0,1 1 1 0 0,16-13-1 0 0,8-4-1068 0 0,2 2 1 0 0,1 2-1 0 0,1 1 0 0 0,77-34 0 0 0,32-4-6657 0 0,-73 33 344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45 931 1252 0 0,'-2'1'3249'0'0,"0"-1"-2926"0"0,0 1 1 0 0,1 0-1 0 0,-1 0 0 0 0,0 0 1 0 0,1 0-1 0 0,-1 0 0 0 0,1 0 0 0 0,-1 0 1 0 0,1 1-1 0 0,0-1 0 0 0,-1 1 1 0 0,1-1-1 0 0,0 0 0 0 0,0 1 1 0 0,0 0-1 0 0,0-1 0 0 0,0 1 0 0 0,1 0 1 0 0,-2 2-1 0 0,2-2 206 0 0,0 1-154 0 0,0-3-328 0 0,0 0 0 0 0,0 0 0 0 0,0 0 0 0 0,0 1 0 0 0,0-1 0 0 0,0 0 0 0 0,0 0 1 0 0,0 0-1 0 0,0 1 0 0 0,0-1 0 0 0,0 0 0 0 0,0 0 0 0 0,0 0 0 0 0,0 1 0 0 0,0-1 0 0 0,0 0 1 0 0,0 0-1 0 0,0 0 0 0 0,0 1 0 0 0,0-1 0 0 0,1 0 0 0 0,-1 0 0 0 0,0 0 0 0 0,0 1 1 0 0,0-1-1 0 0,0 0 0 0 0,0 0 0 0 0,1 0 0 0 0,-1 0 0 0 0,0 0 0 0 0,0 0 0 0 0,0 1 0 0 0,0-1 1 0 0,1 0-1 0 0,-1 0 0 0 0,0 0 0 0 0,0 0 0 0 0,0 0 0 0 0,1 0 0 0 0,-1 0 0 0 0,0 0 1 0 0,0 0-1 0 0,5-2 22 0 0,0-1 1 0 0,0 1-1 0 0,0-1 0 0 0,-1-1 1 0 0,1 1-1 0 0,-1 0 1 0 0,0-1-1 0 0,0 0 1 0 0,0 0-1 0 0,5-8 1 0 0,34-52 165 0 0,143-294 67 0 0,3-5-253 0 0,-180 347-52 0 0,2 0 1 0 0,0 0-1 0 0,1 1 0 0 0,0 0 1 0 0,26-22-1 0 0,-35 34 2 0 0,1 1 1 0 0,-1-1-1 0 0,1 1 0 0 0,0-1 0 0 0,-1 1 0 0 0,1 0 1 0 0,0 0-1 0 0,0 1 0 0 0,0-1 0 0 0,1 1 1 0 0,-1 0-1 0 0,0 0 0 0 0,0 1 0 0 0,1-1 1 0 0,-1 1-1 0 0,1 0 0 0 0,-1 0 0 0 0,0 0 1 0 0,1 1-1 0 0,-1-1 0 0 0,0 1 0 0 0,0 0 0 0 0,1 0 1 0 0,-1 1-1 0 0,0-1 0 0 0,0 1 0 0 0,0 0 1 0 0,0 0-1 0 0,-1 0 0 0 0,7 6 0 0 0,-2-2 2 0 0,0 0-1 0 0,-1 1 0 0 0,0 0 1 0 0,0 0-1 0 0,-1 0 1 0 0,0 1-1 0 0,0 0 0 0 0,-1 0 1 0 0,0 1-1 0 0,-1-1 0 0 0,0 1 1 0 0,0 0-1 0 0,3 11 0 0 0,-5-14 1 0 0,-1 0 0 0 0,0 0 0 0 0,0 0 1 0 0,-1 0-1 0 0,1 0 0 0 0,-1 1 0 0 0,0-1 0 0 0,-1 0 0 0 0,0 0 0 0 0,0 0 0 0 0,0 0 0 0 0,-1 0 0 0 0,1 0 0 0 0,-1 0 0 0 0,-1 0 0 0 0,1 0 0 0 0,-1-1 0 0 0,0 1 0 0 0,-1-1 0 0 0,1 0 0 0 0,-6 6 0 0 0,2-4-2 0 0,0-1-1 0 0,0 0 0 0 0,-1 0 1 0 0,0-1-1 0 0,0 0 0 0 0,0 0 1 0 0,0-1-1 0 0,-1 0 1 0 0,0 0-1 0 0,0-1 0 0 0,0 0 1 0 0,0-1-1 0 0,0 0 0 0 0,0 0 1 0 0,-14 0-1 0 0,-14 0 10 0 0,0-2 0 0 0,-57-7 0 0 0,70 4-2 0 0,-10 0-6 0 0,-3-1-10 0 0,0 1 0 0 0,0 1 0 0 0,-68 8 0 0 0,96-5 9 0 0,0 0-1 0 0,0 1 0 0 0,0 0 1 0 0,0 1-1 0 0,1 0 0 0 0,-1 0 1 0 0,1 1-1 0 0,0 0 0 0 0,0 0 1 0 0,0 1-1 0 0,0 0 0 0 0,1 1 1 0 0,0 0-1 0 0,0 0 0 0 0,0 0 0 0 0,1 1 1 0 0,0 0-1 0 0,0 0 0 0 0,1 0 1 0 0,-9 16-1 0 0,12-19 2 0 0,0 1 0 0 0,0 0 1 0 0,0 0-1 0 0,1-1 0 0 0,0 1 0 0 0,0 0 0 0 0,0 0 0 0 0,0 0 1 0 0,1 0-1 0 0,-1 0 0 0 0,2 1 0 0 0,-1-1 0 0 0,0 0 0 0 0,3 8 1 0 0,-1-6-1 0 0,0-1 1 0 0,1 1-1 0 0,0-1 1 0 0,0 0 0 0 0,0 0-1 0 0,1 0 1 0 0,0 0 0 0 0,0 0-1 0 0,9 8 1 0 0,0-1 1 0 0,2-1 0 0 0,0-1 1 0 0,0 0-1 0 0,1 0 0 0 0,1-2 0 0 0,33 16 1 0 0,-5-8-150 0 0,1-1 0 0 0,1-2 1 0 0,0-3-1 0 0,1-1 0 0 0,91 6 1 0 0,-99-15-2531 0 0,-1-1 0 0 0,44-7 1 0 0,-50 2-1199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191 131 732 0 0,'1'-8'1403'0'0,"-1"1"0"0"0,0-1 0 0 0,-1 1 0 0 0,1-1 1 0 0,-1 1-1 0 0,-3-10 0 0 0,1 6-315 0 0,0-1 0 0 0,-1 1 0 0 0,-6-12 1 0 0,9 22-939 0 0,1 0-108 0 0,-1 0 0 0 0,0 0-1 0 0,1 1 1 0 0,-1-1-1 0 0,0 0 1 0 0,0 1-1 0 0,1-1 1 0 0,-1 0 0 0 0,0 1-1 0 0,0-1 1 0 0,0 1-1 0 0,0-1 1 0 0,0 1-1 0 0,0 0 1 0 0,0 0 0 0 0,0-1-1 0 0,0 1 1 0 0,0 0-1 0 0,-1 0 1 0 0,0-1 113 0 0,-14 4 405 0 0,-29 10 4634 0 0,28-23-4608 0 0,15 9-681 0 0,-1 7 33 0 0,-3 15 12 0 0,-5 25 61 0 0,7-30-35 0 0,-10 46-18 0 0,3 1 0 0 0,-5 104-1 0 0,16-161-120 0 0,0-1 1 0 0,1 0-1 0 0,0 0 0 0 0,0 0 0 0 0,0 0 0 0 0,0 0 0 0 0,1 0 0 0 0,2 7 0 0 0,-2-10-151 0 0,-1 1 0 0 0,0-1-1 0 0,1 1 1 0 0,0-1 0 0 0,-1 0 0 0 0,1 0-1 0 0,0 0 1 0 0,0 0 0 0 0,0 0 0 0 0,0 0-1 0 0,0-1 1 0 0,1 1 0 0 0,-1-1 0 0 0,1 0-1 0 0,-1 1 1 0 0,4 0 0 0 0,-4-1-30 0 0,-1-1-1 0 0,1 0 1 0 0,-1 1 0 0 0,0-1 0 0 0,1 0 0 0 0,-1 0 0 0 0,1 0 0 0 0,-1 0 0 0 0,1 0-1 0 0,-1-1 1 0 0,0 1 0 0 0,1 0 0 0 0,-1-1 0 0 0,2 0 0 0 0,1 0-960 0 0,12-5-5055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5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89 1376 0 0,'-2'-6'414'0'0,"0"1"0"0"0,-1-1 0 0 0,0 1 0 0 0,0-1 0 0 0,0 1 0 0 0,-1 0 0 0 0,0 0-1 0 0,0 0 1 0 0,0 1 0 0 0,0-1 0 0 0,-1 1 0 0 0,0 0 0 0 0,0 1 0 0 0,0-1 0 0 0,0 1 0 0 0,-7-4 0 0 0,8 6-365 0 0,1 0-1 0 0,-1 0 1 0 0,1 0 0 0 0,0 0 0 0 0,-1 1 0 0 0,1-1 0 0 0,-1 1-1 0 0,0 0 1 0 0,1 0 0 0 0,-1 0 0 0 0,1 0 0 0 0,-1 1 0 0 0,1-1-1 0 0,-1 1 1 0 0,1 0 0 0 0,-1 0 0 0 0,1 0 0 0 0,0 1-1 0 0,0-1 1 0 0,-1 1 0 0 0,1 0 0 0 0,0 0 0 0 0,0 0 0 0 0,1 0-1 0 0,-1 0 1 0 0,0 1 0 0 0,1-1 0 0 0,-1 1 0 0 0,-2 4 0 0 0,0 0-621 0 0,1-1 0 0 0,0 1 0 0 0,1 0 0 0 0,-1 0 0 0 0,1 0 0 0 0,1 0 0 0 0,-4 13 0 0 0,3-2-2326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5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0 680 0 0,'0'3'2102'0'0,"6"45"4319"0"0,3 4-3599 0 0,2 15-1341 0 0,-9-51-1256 0 0,2 8 50 0 0,-1 0-1 0 0,-1 37 1 0 0,-2-55-247 0 0,-1 0-1 0 0,1 0 1 0 0,-1 0-1 0 0,0 0 0 0 0,-1 0 1 0 0,1 0-1 0 0,-1 0 1 0 0,-1 0-1 0 0,1 0 0 0 0,-1-1 1 0 0,0 1-1 0 0,0-1 1 0 0,0 0-1 0 0,-1 0 1 0 0,-4 5-1 0 0,6-8-15 0 0,0 0 0 0 0,0-1 0 0 0,0 1 0 0 0,0-1 0 0 0,0 1 0 0 0,0-1 0 0 0,0 0 0 0 0,0 0 0 0 0,0 0-1 0 0,-1 0 1 0 0,1 0 0 0 0,0 0 0 0 0,-1-1 0 0 0,1 1 0 0 0,-1-1 0 0 0,1 1 0 0 0,-4-1 0 0 0,5 0-9 0 0,0-1-1 0 0,0 1 0 0 0,-1 0 1 0 0,1-1-1 0 0,0 1 1 0 0,-1-1-1 0 0,1 1 1 0 0,0-1-1 0 0,0 1 1 0 0,0-1-1 0 0,0 0 1 0 0,0 0-1 0 0,0 0 1 0 0,0 1-1 0 0,0-1 1 0 0,0 0-1 0 0,0 0 0 0 0,0 0 1 0 0,0-1-1 0 0,1 1 1 0 0,-1 0-1 0 0,0 0 1 0 0,1 0-1 0 0,-1 0 1 0 0,1-1-1 0 0,0 1 1 0 0,-1 0-1 0 0,1 0 1 0 0,0-1-1 0 0,0 1 1 0 0,-1-3-1 0 0,1-6 3 0 0,-1-1 0 0 0,1 1 0 0 0,1-1-1 0 0,0 1 1 0 0,1-1 0 0 0,0 1 0 0 0,0 0 0 0 0,1 0 0 0 0,0 0-1 0 0,1 0 1 0 0,0 0 0 0 0,1 1 0 0 0,11-18 0 0 0,-6 12 0 0 0,1 0 0 0 0,0 1 0 0 0,2 0 0 0 0,-1 1 0 0 0,2 0 0 0 0,-1 1-1 0 0,20-12 1 0 0,-19 15 0 0 0,1 1-1 0 0,-1 1 0 0 0,2 0 0 0 0,-1 1 0 0 0,1 1 0 0 0,0 0 0 0 0,0 1 0 0 0,1 1 1 0 0,-1 0-1 0 0,1 1 0 0 0,-1 1 0 0 0,1 1 0 0 0,17 1 0 0 0,-22 0-2 0 0,-1 0 1 0 0,0 1-1 0 0,0 0 0 0 0,0 1 0 0 0,0 0 0 0 0,0 0 1 0 0,-1 1-1 0 0,1 1 0 0 0,-1 0 0 0 0,0 0 0 0 0,0 1 1 0 0,-1 0-1 0 0,0 1 0 0 0,0 0 0 0 0,0 0 0 0 0,-1 1 1 0 0,0 0-1 0 0,-1 1 0 0 0,1-1 0 0 0,5 11 0 0 0,-9-11 13 0 0,0 0 0 0 0,0 0 1 0 0,-1 1-1 0 0,-1-1 0 0 0,1 1 0 0 0,-1 0 0 0 0,-1-1 0 0 0,1 1 0 0 0,-2 0 0 0 0,1 0 0 0 0,-1 0 0 0 0,-2 15 0 0 0,-2 4-386 0 0,-2 0-1 0 0,-14 45 1 0 0,19-70-115 0 0,-4 16-10 0 0,4-3-5464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5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40 163 2048 0 0,'26'-56'4655'0'0,"-14"28"-1098"0"0,24-40 0 0 0,-36 68-3485 0 0,0-1 0 0 0,0 1 0 0 0,0-1 0 0 0,0 1 0 0 0,1-1 0 0 0,-1 1 0 0 0,0-1 0 0 0,0 1 0 0 0,1-1 0 0 0,-1 1 0 0 0,0-1 0 0 0,1 1 0 0 0,-1-1 0 0 0,0 1 0 0 0,1 0 0 0 0,-1-1 0 0 0,1 1 0 0 0,-1 0 0 0 0,1-1 0 0 0,-1 1 0 0 0,0 0 0 0 0,1-1 0 0 0,-1 1 0 0 0,1 0 0 0 0,0 0 0 0 0,-1 0 0 0 0,1 0 0 0 0,-1 0 0 0 0,1-1 0 0 0,-1 1 0 0 0,1 0-1 0 0,0 0 2 0 0,0 1 30 0 0,-1 1 1 0 0,1-1 0 0 0,-1 0 0 0 0,0 0 0 0 0,1 0 0 0 0,-1 0 0 0 0,0 1 0 0 0,0-1 0 0 0,1 0 0 0 0,-1 0 0 0 0,0 1 0 0 0,-1 1 0 0 0,-4 47 1090 0 0,-48 215 1149 0 0,26-148-1902 0 0,-17 180 0 0 0,43-286-411 0 0,1-1 1 0 0,0 1 0 0 0,1-1-1 0 0,0 1 1 0 0,0-1 0 0 0,1 1-1 0 0,0-1 1 0 0,7 18 0 0 0,-7-23-123 0 0,0-1 0 0 0,1 0 0 0 0,-1 0 0 0 0,1 0 0 0 0,0 0 0 0 0,0 0 0 0 0,0-1 0 0 0,0 1 0 0 0,1-1 0 0 0,-1 0 0 0 0,1 0 0 0 0,0 0 0 0 0,0 0 0 0 0,0-1 0 0 0,0 0 0 0 0,0 0 1 0 0,1 0-1 0 0,-1 0 0 0 0,1 0 0 0 0,-1-1 0 0 0,9 1 0 0 0,-4 0-657 0 0,0-1 0 0 0,0-1 0 0 0,-1 0 1 0 0,11-1-1 0 0,16-6-5631 0 0,-12-2-1308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191 103 1056 0 0,'-71'-29'4911'0'0,"46"20"-2143"0"0,1-2 1 0 0,-42-23-1 0 0,66 34-2745 0 0,0 0 1 0 0,-1 0-1 0 0,1 0 1 0 0,0 0-1 0 0,0 0 0 0 0,-1 0 1 0 0,1 0-1 0 0,0-1 1 0 0,0 1-1 0 0,-1 0 0 0 0,1 0 1 0 0,0 0-1 0 0,0 0 1 0 0,0-1-1 0 0,0 1 0 0 0,-1 0 1 0 0,1 0-1 0 0,0 0 0 0 0,0-1 1 0 0,0 1-1 0 0,0 0 1 0 0,0 0-1 0 0,-1-1 0 0 0,1 1 1 0 0,0 0-1 0 0,0 0 1 0 0,0-1-1 0 0,0 1 0 0 0,0 0 1 0 0,0 0-1 0 0,0-1 1 0 0,0 1-1 0 0,0 0 0 0 0,0 0 1 0 0,0-1-1 0 0,0 1 1 0 0,0 0-1 0 0,0 0 0 0 0,0-1 1 0 0,0 1-1 0 0,1 0 1 0 0,-1 0-1 0 0,0-1 0 0 0,0 1 1 0 0,0 0-1 0 0,0 0 1 0 0,0 0-1 0 0,1-1 0 0 0,-1 1 1 0 0,0 0-1 0 0,0 0 1 0 0,0 0-1 0 0,1-1 0 0 0,-1 1 1 0 0,0 0-1 0 0,0 0 0 0 0,0 0 1 0 0,1 0-1 0 0,-1 0 1 0 0,0 0-1 0 0,0 0 0 0 0,1-1 1 0 0,-1 1-1 0 0,0 0 1 0 0,0 0-1 0 0,1 0 0 0 0,17-4 253 0 0,-17 4-265 0 0,26-2 231 0 0,1 0 1 0 0,53 5-1 0 0,55 15-733 0 0,7 10-1910 0 0,-49-5-2993 0 0,-39-9-769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6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328 135 216 0 0,'-14'4'2928'0'0,"-32"12"4111"0"0,44-15-6734 0 0,-1 0 1 0 0,1 1-1 0 0,0-1 1 0 0,-1 1-1 0 0,1 0 1 0 0,0-1-1 0 0,0 1 0 0 0,0 0 1 0 0,0 0-1 0 0,0 1 1 0 0,1-1-1 0 0,-1 0 1 0 0,1 0-1 0 0,-3 5 1 0 0,4-6-237 0 0,0 0 0 0 0,0 0 1 0 0,0 0-1 0 0,0 1 0 0 0,0-1 1 0 0,0 0-1 0 0,0 0 0 0 0,0 0 1 0 0,1 0-1 0 0,-1 1 0 0 0,0-1 1 0 0,1 0-1 0 0,-1 0 0 0 0,1 0 1 0 0,-1 0-1 0 0,1 0 0 0 0,0 0 1 0 0,-1 0-1 0 0,1 0 0 0 0,0 0 1 0 0,0 0-1 0 0,-1 0 0 0 0,1-1 1 0 0,0 1-1 0 0,0 0 1 0 0,2 1-1 0 0,26 15 652 0 0,-14-11-555 0 0,1 0 0 0 0,-1-1 1 0 0,1-1-1 0 0,27 3 0 0 0,-33-6-129 0 0,-1 0 1 0 0,0 0 0 0 0,1-1-1 0 0,-1-1 1 0 0,0 1 0 0 0,1-2-1 0 0,-1 1 1 0 0,0-1-1 0 0,14-5 1 0 0,-20 5-34 0 0,0 1 0 0 0,0-1 0 0 0,0 0 0 0 0,0 0 0 0 0,0 0 0 0 0,0 0-1 0 0,0-1 1 0 0,-1 1 0 0 0,1-1 0 0 0,-1 1 0 0 0,0-1 0 0 0,0 0 0 0 0,0 0 0 0 0,0 0 0 0 0,0 0 0 0 0,-1 0 0 0 0,2-5-1 0 0,-1 3 2 0 0,-1-1 0 0 0,0 0 0 0 0,0 0-1 0 0,0 0 1 0 0,0 0 0 0 0,-1 0 0 0 0,0 0-1 0 0,-1 1 1 0 0,-1-12 0 0 0,1 9-5 0 0,-1 1 0 0 0,1 0 1 0 0,-2 0-1 0 0,1 0 0 0 0,-1 1 0 0 0,0-1 0 0 0,0 0 0 0 0,-1 1 1 0 0,0 0-1 0 0,0 0 0 0 0,0 0 0 0 0,-1 0 0 0 0,0 1 1 0 0,0-1-1 0 0,0 1 0 0 0,-1 1 0 0 0,-7-6 0 0 0,6 7-2 0 0,-1 0 0 0 0,1 0 1 0 0,-1 1-1 0 0,0 0 0 0 0,0 1 0 0 0,0 0 0 0 0,0 0 0 0 0,0 1 0 0 0,0-1 0 0 0,0 2 0 0 0,0-1 0 0 0,0 1 0 0 0,1 1 0 0 0,-1-1 0 0 0,0 1 0 0 0,0 1 0 0 0,-8 3 0 0 0,-7 3 5 0 0,1 2 0 0 0,0 0-1 0 0,0 1 1 0 0,-25 20-1 0 0,27-16 107 0 0,0 0 0 0 0,2 1-1 0 0,-25 27 1 0 0,33-31-34 0 0,0 0 0 0 0,0 0 0 0 0,1 1 0 0 0,1 0 0 0 0,0 1 0 0 0,-7 21 0 0 0,13-30-50 0 0,0 1-1 0 0,0-1 1 0 0,0 1 0 0 0,1 0 0 0 0,0 0-1 0 0,1-1 1 0 0,0 1 0 0 0,0 0 0 0 0,0 0-1 0 0,1 0 1 0 0,-1-1 0 0 0,2 1 0 0 0,-1 0-1 0 0,4 9 1 0 0,-1-8 3 0 0,-1-1 0 0 0,1 0 1 0 0,1 0-1 0 0,-1 0 0 0 0,1 0 0 0 0,0-1 0 0 0,1 0 0 0 0,-1 0 0 0 0,1 0 1 0 0,12 8-1 0 0,-3-4-17 0 0,0-1-1 0 0,1 0 1 0 0,0-1 0 0 0,1-1 0 0 0,0-1 0 0 0,0 0 0 0 0,0-1-1 0 0,1-1 1 0 0,-1 0 0 0 0,25 1 0 0 0,-19-4-742 0 0,1 0 1 0 0,0-2-1 0 0,0-1 0 0 0,38-7 1 0 0,-44 5-1344 0 0,1-2 1 0 0,-1 0-1 0 0,25-12 1 0 0,-8 1-4000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6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51 291 836 0 0,'1'-8'12444'0'0,"4"12"-12064"0"0,0 0-1 0 0,-1 0 1 0 0,1 0 0 0 0,-1 1 0 0 0,0-1 0 0 0,0 1-1 0 0,-1 0 1 0 0,1 0 0 0 0,2 6 0 0 0,27 55 1463 0 0,-28-54-1725 0 0,-1 1 1 0 0,1 0-1 0 0,-2 0 0 0 0,0 0 1 0 0,-1 0-1 0 0,0 0 0 0 0,-1 1 1 0 0,0-1-1 0 0,-1 1 0 0 0,-3 25 1 0 0,1-30-9 0 0,0 0 0 0 0,0-1 1 0 0,0 1-1 0 0,-1 0 0 0 0,-1-1 1 0 0,1 0-1 0 0,-1 0 0 0 0,-1 0 0 0 0,0 0 1 0 0,0-1-1 0 0,0 0 0 0 0,-1 0 1 0 0,0 0-1 0 0,0-1 0 0 0,0 1 0 0 0,-1-2 1 0 0,-9 7-1 0 0,15-11-58 0 0,0-1 0 0 0,-1 1 0 0 0,1 0-1 0 0,0-1 1 0 0,-1 1 0 0 0,1-1 0 0 0,-1 0 0 0 0,1 1 0 0 0,0-1-1 0 0,-1 0 1 0 0,1 0 0 0 0,-1 0 0 0 0,1 0 0 0 0,-1 0 0 0 0,1 0 0 0 0,-1-1-1 0 0,1 1 1 0 0,-1 0 0 0 0,1-1 0 0 0,0 1 0 0 0,-1-1 0 0 0,1 0-1 0 0,-3-1 1 0 0,2 1-16 0 0,1 0 0 0 0,-1 0 0 0 0,0 0 0 0 0,1-1 0 0 0,-1 1 1 0 0,0-1-1 0 0,1 0 0 0 0,0 1 0 0 0,-1-1 0 0 0,1 0 0 0 0,0 1 0 0 0,0-1 0 0 0,0 0 0 0 0,0 0 0 0 0,0 0 0 0 0,0-3 0 0 0,-1-3 21 0 0,1-1 0 0 0,1 0 0 0 0,0 0-1 0 0,0 0 1 0 0,0 0 0 0 0,1 0 0 0 0,1 0 0 0 0,0 1 0 0 0,0-1 0 0 0,3-9 0 0 0,4-6-43 0 0,1 1 1 0 0,15-29 0 0 0,-2 14-16 0 0,1 1 1 0 0,2 1-1 0 0,1 2 1 0 0,2 0-1 0 0,38-33 0 0 0,-25 29-1220 0 0,1 2 1 0 0,3 2-1 0 0,77-44 0 0 0,-79 56-2205 0 0,-15 9-2918 0 0,-10 4-1330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4600 0 0,'24'-15'18087'0'0,"-16"6"-17333"0"0,-4 3-1106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2448 0 0,'21'-22'3131'0'0,"1"1"0"0"0,38-27 0 0 0,-7 6 1310 0 0,-53 42-4380 0 0,1-1 1 0 0,-1 0-1 0 0,1 1 0 0 0,-1-1 1 0 0,1 0-1 0 0,0 1 0 0 0,-1-1 1 0 0,1 1-1 0 0,0-1 0 0 0,-1 1 1 0 0,1 0-1 0 0,0-1 0 0 0,0 1 1 0 0,-1 0-1 0 0,1-1 0 0 0,0 1 1 0 0,0 0-1 0 0,0 0 0 0 0,0 0 1 0 0,-1-1-1 0 0,1 1 0 0 0,0 0 1 0 0,0 0-1 0 0,1 1 0 0 0,-2-1-29 0 0,1 1 0 0 0,-1 0 0 0 0,0-1-1 0 0,1 1 1 0 0,-1 0 0 0 0,0 0-1 0 0,0 0 1 0 0,1-1 0 0 0,-1 1 0 0 0,0 0-1 0 0,0 0 1 0 0,0-1 0 0 0,0 1 0 0 0,0 0-1 0 0,0 0 1 0 0,0 0 0 0 0,0-1 0 0 0,-1 1-1 0 0,1 1 1 0 0,-14 42 478 0 0,-9 11-156 0 0,-35 94 71 0 0,50-124-385 0 0,1 0 1 0 0,1 1-1 0 0,1 0 1 0 0,-1 26-1 0 0,5-49-50 0 0,1 0 0 0 0,0 1 0 0 0,0-1 0 0 0,0 0 0 0 0,0 0 0 0 0,0 0 0 0 0,1 0 0 0 0,-1 0 0 0 0,1 0 0 0 0,0 0 0 0 0,0 0 0 0 0,0 0 0 0 0,0 0 0 0 0,1 0 0 0 0,-1-1-1 0 0,1 1 1 0 0,0-1 0 0 0,-1 1 0 0 0,1-1 0 0 0,0 1 0 0 0,1-1 0 0 0,-1 0 0 0 0,0 0 0 0 0,1 0 0 0 0,-1 0 0 0 0,1 0 0 0 0,-1-1 0 0 0,1 1 0 0 0,0-1 0 0 0,0 0 0 0 0,0 1 0 0 0,0-1 0 0 0,0-1 0 0 0,5 2 0 0 0,-2-1-328 0 0,1-1-1 0 0,-1 0 1 0 0,0 0 0 0 0,0 0 0 0 0,1-1 0 0 0,-1 0 0 0 0,0 0 0 0 0,0 0-1 0 0,0-1 1 0 0,0 0 0 0 0,0 0 0 0 0,0-1 0 0 0,-1 1 0 0 0,1-1 0 0 0,-1-1-1 0 0,8-5 1 0 0,-5 2-1132 0 0,-1 0-1 0 0,0 0 1 0 0,9-12-1 0 0,1-7-4084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8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97 1488 0 0,'-2'-4'500'0'0,"-29"-47"3931"0"0,28 47-4156 0 0,0 0 0 0 0,0 1 1 0 0,0-1-1 0 0,-1 1 0 0 0,1 0 1 0 0,-1 0-1 0 0,1 0 0 0 0,-1 0 1 0 0,-8-4-1 0 0,10 6-252 0 0,1 1 0 0 0,0-1 0 0 0,0 1 0 0 0,0-1 0 0 0,-1 1 0 0 0,1-1 0 0 0,0 1 0 0 0,-1 0 0 0 0,1 0 0 0 0,0 0 0 0 0,-1 0 0 0 0,1 0 0 0 0,0 0 0 0 0,-1 0 0 0 0,1 0 0 0 0,0 0 0 0 0,-1 1 0 0 0,1-1 0 0 0,0 0 0 0 0,0 1 0 0 0,-1-1 0 0 0,1 1 0 0 0,0-1 0 0 0,0 1 0 0 0,0 0 0 0 0,0 0 0 0 0,-1-1 0 0 0,1 1 0 0 0,0 0 0 0 0,1 0 0 0 0,-1 0 0 0 0,0 0 0 0 0,0 0 0 0 0,0 0 0 0 0,0 0 0 0 0,1 1 0 0 0,-1-1 0 0 0,1 0 0 0 0,-1 0 0 0 0,1 1 0 0 0,-1-1 0 0 0,1 0 0 0 0,-1 2 0 0 0,0 2-482 0 0,0-1 0 0 0,0 1 0 0 0,1 0 0 0 0,0 0-1 0 0,-1-1 1 0 0,1 1 0 0 0,1 0 0 0 0,-1 0 0 0 0,1 0 0 0 0,2 7 0 0 0,5 7-2271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39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37 2252 0 0,'1'5'855'0'0,"-1"-1"1"0"0,1 1-1 0 0,-1 0 0 0 0,0 0 0 0 0,0-1 0 0 0,-1 1 1 0 0,0 0-1 0 0,1-1 0 0 0,-2 1 0 0 0,-2 8 0 0 0,-23 48 1434 0 0,12-29-1196 0 0,11-24-925 0 0,-9 21 355 0 0,1 2 0 0 0,-9 36 0 0 0,19-58-473 0 0,0-1 0 0 0,1 0 0 0 0,0 0 0 0 0,0 1 0 0 0,1-1 0 0 0,0 0 1 0 0,0 1-1 0 0,1-1 0 0 0,0 0 0 0 0,0 0 0 0 0,1 1 0 0 0,0-1 0 0 0,7 15 0 0 0,-7-18-33 0 0,1 0 1 0 0,0-1 0 0 0,1 1-1 0 0,-1 0 1 0 0,1-1-1 0 0,0 0 1 0 0,0 0-1 0 0,0 0 1 0 0,1 0-1 0 0,-1-1 1 0 0,1 0-1 0 0,0 0 1 0 0,0 0 0 0 0,0 0-1 0 0,1-1 1 0 0,-1 0-1 0 0,0 0 1 0 0,1 0-1 0 0,-1-1 1 0 0,1 0-1 0 0,0 0 1 0 0,-1 0-1 0 0,1-1 1 0 0,0 1 0 0 0,9-2-1 0 0,-7 0-9 0 0,0 1-1 0 0,-1-2 0 0 0,1 1 1 0 0,0-1-1 0 0,0-1 1 0 0,-1 1-1 0 0,1-1 1 0 0,-1 0-1 0 0,0-1 0 0 0,0 0 1 0 0,0 0-1 0 0,0 0 1 0 0,-1-1-1 0 0,0 0 1 0 0,0-1-1 0 0,0 1 1 0 0,9-12-1 0 0,-8 6-7 0 0,-1-1-1 0 0,0 1 1 0 0,0-1 0 0 0,-1-1 0 0 0,-1 1-1 0 0,0 0 1 0 0,-1-1 0 0 0,0 0-1 0 0,-1 0 1 0 0,-1 0 0 0 0,0 0-1 0 0,0-19 1 0 0,-2 15-1 0 0,0 0 0 0 0,-1 0 0 0 0,-1 0 0 0 0,-1 0 0 0 0,0 0 0 0 0,-1 1 0 0 0,-1 0-1 0 0,0 0 1 0 0,-9-16 0 0 0,11 26 1 0 0,0-1-1 0 0,0 1 1 0 0,-1 0-1 0 0,0 0 1 0 0,0 0-1 0 0,0 1 0 0 0,-1 0 1 0 0,0 0-1 0 0,0 0 1 0 0,0 1-1 0 0,-1 0 1 0 0,1 0-1 0 0,-14-6 1 0 0,10 7-2 0 0,1 0 0 0 0,-1 1 1 0 0,0-1-1 0 0,0 2 1 0 0,-1 0-1 0 0,1 0 1 0 0,0 1-1 0 0,0 0 0 0 0,-16 2 1 0 0,9 1-1 0 0,1 0 0 0 0,0 1 1 0 0,1 1-1 0 0,-1 0 0 0 0,1 1 0 0 0,0 1 1 0 0,0 1-1 0 0,1 0 0 0 0,0 0 1 0 0,0 2-1 0 0,1-1 0 0 0,-22 23 0 0 0,31-29 3 0 0,1 1-1 0 0,0-1 0 0 0,0 1 0 0 0,0 0 0 0 0,1 1 0 0 0,-1-1 1 0 0,1 0-1 0 0,0 1 0 0 0,0-1 0 0 0,1 1 0 0 0,-2 5 0 0 0,2-8 1 0 0,1 0-1 0 0,0 0 0 0 0,0 0 0 0 0,0 0 0 0 0,0 0 0 0 0,1 0 1 0 0,-1 0-1 0 0,0-1 0 0 0,1 1 0 0 0,-1 0 0 0 0,1 0 0 0 0,0 0 1 0 0,0 0-1 0 0,-1-1 0 0 0,1 1 0 0 0,0 0 0 0 0,1-1 0 0 0,-1 1 1 0 0,0-1-1 0 0,0 1 0 0 0,1-1 0 0 0,-1 1 0 0 0,1-1 0 0 0,-1 0 1 0 0,1 0-1 0 0,-1 0 0 0 0,1 0 0 0 0,0 0 0 0 0,-1 0 0 0 0,3 1 1 0 0,7 2 0 0 0,-1-1 1 0 0,1 0 0 0 0,0 0-1 0 0,0-1 1 0 0,0 0 0 0 0,0-1-1 0 0,0 0 1 0 0,1-1 0 0 0,20-2-1 0 0,2-2 4 0 0,65-17-1 0 0,-55 6-4 0 0,0-1-1 0 0,76-41 1 0 0,20-9-56 0 0,-137 65 51 0 0,1-1-1 0 0,0 0 1 0 0,0 1 0 0 0,0 0 0 0 0,0 0 0 0 0,0 0 0 0 0,0 0 0 0 0,0 1 0 0 0,1 0 0 0 0,-1 0 0 0 0,0 0 0 0 0,0 0 0 0 0,0 0-1 0 0,0 1 1 0 0,0 0 0 0 0,0 0 0 0 0,1 0 0 0 0,-2 0 0 0 0,1 1 0 0 0,0-1 0 0 0,0 1 0 0 0,0 0 0 0 0,-1 0 0 0 0,1 1-1 0 0,-1-1 1 0 0,0 1 0 0 0,0 0 0 0 0,0-1 0 0 0,0 1 0 0 0,0 1 0 0 0,0-1 0 0 0,-1 0 0 0 0,1 1 0 0 0,-1-1 0 0 0,0 1-1 0 0,0 0 1 0 0,2 7 0 0 0,3 9 3 0 0,0-1 1 0 0,-1 2-1 0 0,-1-1 0 0 0,-1 1 0 0 0,2 37 0 0 0,-5-6 224 0 0,-5 61 0 0 0,4-112-235 0 0,-3 22 978 0 0,3-23-950 0 0,0 1 0 0 0,0-1 0 0 0,0 0 0 0 0,0 1 1 0 0,0-1-1 0 0,-1 0 0 0 0,1 0 0 0 0,0 1 0 0 0,0-1 0 0 0,0 0 0 0 0,0 1 0 0 0,0-1 1 0 0,-1 0-1 0 0,1 0 0 0 0,0 0 0 0 0,0 1 0 0 0,0-1 0 0 0,-1 0 0 0 0,1 0 1 0 0,0 0-1 0 0,0 1 0 0 0,-1-1 0 0 0,1 0 0 0 0,0 0 0 0 0,0 0 0 0 0,-1 0 0 0 0,1 0 1 0 0,0 0-1 0 0,-1 0 0 0 0,1 0 0 0 0,0 0 0 0 0,-1 0 0 0 0,1 1 0 0 0,0-1 0 0 0,0-1 1 0 0,-1 1-1 0 0,1 0 0 0 0,0 0 0 0 0,-1 0 0 0 0,1 0 0 0 0,0 0 0 0 0,0 0 1 0 0,-1 0-1 0 0,1 0 0 0 0,0 0 0 0 0,-1-1 0 0 0,1 1 0 0 0,0 0 0 0 0,0 0 0 0 0,-1-1 1 0 0,1 1-9 0 0,-1-1 0 0 0,1 0 0 0 0,0 0 0 0 0,-1 0 0 0 0,1 0 0 0 0,0 0 0 0 0,0 0 0 0 0,-1 0 0 0 0,1 0 0 0 0,0 0 0 0 0,0 0 0 0 0,0 0 1 0 0,0 0-1 0 0,0 0 0 0 0,1 0 0 0 0,-1 0 0 0 0,0-1 0 0 0,0 1 9 0 0,2-19 7 0 0,1 1-1 0 0,0-1 1 0 0,2 1 0 0 0,0 0-1 0 0,1 0 1 0 0,0 0 0 0 0,2 1-1 0 0,0 0 1 0 0,12-18 0 0 0,-15 28-101 0 0,0-1 1 0 0,1 1 0 0 0,-1 0-1 0 0,2 1 1 0 0,-1-1 0 0 0,1 1 0 0 0,0 0-1 0 0,1 1 1 0 0,-1 0 0 0 0,1 0 0 0 0,17-9-1 0 0,-16 11-390 0 0,1 0 0 0 0,0 1 1 0 0,0 0-1 0 0,0 0 0 0 0,0 1 0 0 0,0 0 0 0 0,1 1 0 0 0,-1 0 0 0 0,0 1 0 0 0,1 0 0 0 0,13 2 0 0 0,45 7-5379 0 0,-26-3 324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40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532 643 2924 0 0,'-7'-8'664'0'0,"-1"0"-1"0"0,0 1 1 0 0,-1 0-1 0 0,1 0 1 0 0,-1 1-1 0 0,-1 0 0 0 0,1 0 1 0 0,-1 1-1 0 0,0 1 1 0 0,0-1-1 0 0,0 2 1 0 0,-1-1-1 0 0,1 2 1 0 0,-1-1-1 0 0,-15-1 0 0 0,13 4-391 0 0,-1 0-1 0 0,0 0 1 0 0,0 1-1 0 0,0 1 1 0 0,0 0 0 0 0,1 1-1 0 0,-1 0 1 0 0,1 2-1 0 0,0-1 1 0 0,0 1-1 0 0,-21 12 1 0 0,14-6-92 0 0,1 1 0 0 0,0 1 1 0 0,0 1-1 0 0,-24 24 0 0 0,37-32-145 0 0,0 0 0 0 0,0 0 1 0 0,1 1-1 0 0,0-1 0 0 0,0 1 0 0 0,1 0 0 0 0,0 1 0 0 0,0-1 1 0 0,1 1-1 0 0,0 0 0 0 0,0-1 0 0 0,1 1 0 0 0,0 1 0 0 0,0-1 1 0 0,-1 16-1 0 0,4-20-18 0 0,-1 0-1 0 0,0 1 1 0 0,1-1 0 0 0,-1 0 0 0 0,1 1 0 0 0,1-1 0 0 0,-1 0 0 0 0,0 0 0 0 0,1 0 0 0 0,0 0 0 0 0,0 0-1 0 0,0-1 1 0 0,0 1 0 0 0,6 6 0 0 0,-3-5 0 0 0,0 0-1 0 0,0-1 1 0 0,0 0-1 0 0,1 0 1 0 0,0 0 0 0 0,0 0-1 0 0,0-1 1 0 0,11 4-1 0 0,-2-1 3 0 0,1-2 0 0 0,-1 0 0 0 0,1-1 0 0 0,0 0 0 0 0,0-1 0 0 0,0-1 0 0 0,22-1 0 0 0,-22-1-13 0 0,1-1 0 0 0,0 0-1 0 0,-1-2 1 0 0,1 0-1 0 0,-1 0 1 0 0,0-2 0 0 0,0 0-1 0 0,-1 0 1 0 0,0-2-1 0 0,0 0 1 0 0,18-13 0 0 0,-21 12-5 0 0,0-1 1 0 0,-1 0 0 0 0,0-1-1 0 0,-1 0 1 0 0,0-1 0 0 0,-1 0-1 0 0,0 0 1 0 0,-1-1-1 0 0,0 0 1 0 0,-1-1 0 0 0,-1 1-1 0 0,9-27 1 0 0,-9 20-2 0 0,-1-1 1 0 0,-1 0-1 0 0,-1 0 0 0 0,1-31 1 0 0,-4 43-3 0 0,0-1 1 0 0,0 1-1 0 0,-1-1 1 0 0,0 1-1 0 0,-1 0 1 0 0,0 0-1 0 0,-1 0 1 0 0,1 0 0 0 0,-2 0-1 0 0,1 0 1 0 0,-1 1-1 0 0,-8-12 1 0 0,10 17-2 0 0,0 0-1 0 0,0 1 1 0 0,-1-1 0 0 0,1 1 0 0 0,-1-1-1 0 0,0 1 1 0 0,0 0 0 0 0,0 0 0 0 0,0 0 0 0 0,0 0-1 0 0,0 1 1 0 0,0-1 0 0 0,-1 1 0 0 0,1 0 0 0 0,0 0-1 0 0,-1 0 1 0 0,-4-1 0 0 0,2 2-1 0 0,0 0-1 0 0,0 0 1 0 0,1 0 0 0 0,-1 1 0 0 0,0 0-1 0 0,0 0 1 0 0,0 0 0 0 0,1 1 0 0 0,-10 4-1 0 0,0 1-4 0 0,1 0-1 0 0,0 1 0 0 0,1 1 1 0 0,0 0-1 0 0,0 1 0 0 0,-20 21 1 0 0,27-26 7 0 0,1 1-1 0 0,0 0 1 0 0,0 0 0 0 0,1 1 0 0 0,0 0 0 0 0,0-1 0 0 0,0 1 0 0 0,1 1 0 0 0,0-1 0 0 0,0 0-1 0 0,-2 13 1 0 0,5-17 3 0 0,-1 1-1 0 0,1 0 0 0 0,0-1 1 0 0,0 1-1 0 0,0 0 1 0 0,1-1-1 0 0,-1 1 0 0 0,1 0 1 0 0,0-1-1 0 0,0 1 0 0 0,0-1 1 0 0,1 1-1 0 0,-1-1 1 0 0,1 0-1 0 0,0 0 0 0 0,0 1 1 0 0,0-1-1 0 0,0-1 0 0 0,0 1 1 0 0,1 0-1 0 0,-1 0 1 0 0,1-1-1 0 0,0 1 0 0 0,0-1 1 0 0,0 0-1 0 0,5 3 0 0 0,6 2-1 0 0,0 0 0 0 0,1-1 0 0 0,-1 0 1 0 0,1-1-1 0 0,0-1 0 0 0,1 0 0 0 0,-1-1 0 0 0,1-1 0 0 0,-1-1 0 0 0,1 0 0 0 0,19-1 0 0 0,2-3-4 0 0,0-1 0 0 0,0-1 0 0 0,58-17 0 0 0,-65 12-30 0 0,1-1-1 0 0,-1-1 0 0 0,-1-2 1 0 0,-1-1-1 0 0,0-1 1 0 0,0-1-1 0 0,-2-2 1 0 0,0 0-1 0 0,-2-2 1 0 0,34-36-1 0 0,-21 16-73 0 0,-3-2 0 0 0,-2-1 0 0 0,-1-2 0 0 0,-3-1 0 0 0,31-68 0 0 0,-5-20-173 0 0,-53 133 245 0 0,-15 17 6 0 0,7-3 31 0 0,0 0 0 0 0,1 1 0 0 0,-7 18-1 0 0,-1 3-7 0 0,-79 181 136 0 0,-11 24 595 0 0,-184 434 1927 0 0,212-460-1881 0 0,-60 273 0 0 0,81-250 185 0 0,54-231-876 0 0,-1 0 1 0 0,1-1-1 0 0,-1 1 0 0 0,0-1 1 0 0,0 0-1 0 0,0 1 0 0 0,0-1 1 0 0,-1 0-1 0 0,0 0 0 0 0,0-1 0 0 0,0 1 1 0 0,0 0-1 0 0,-1-1 0 0 0,-3 3 1 0 0,4-4-54 0 0,1-1 1 0 0,-1 1 0 0 0,0-1 0 0 0,0 0-1 0 0,0 0 1 0 0,0 0 0 0 0,0 0-1 0 0,0 0 1 0 0,0-1 0 0 0,0 0 0 0 0,0 1-1 0 0,-1-1 1 0 0,1 0 0 0 0,0-1 0 0 0,0 1-1 0 0,0 0 1 0 0,0-1 0 0 0,0 0-1 0 0,0 0 1 0 0,0 0 0 0 0,0 0 0 0 0,-3-2-1 0 0,-7-3 9 0 0,2-1 0 0 0,-1 0 1 0 0,1 0-1 0 0,0-2 0 0 0,0 1 0 0 0,1-1 0 0 0,0-1 0 0 0,1 0 0 0 0,0 0 0 0 0,-11-18 0 0 0,0-3 54 0 0,1-2-1 0 0,-24-54 1 0 0,30 57-55 0 0,1-1 0 0 0,2 0 1 0 0,1 0-1 0 0,1-1 0 0 0,2 0 1 0 0,-4-49-1 0 0,9 66-39 0 0,1-1 0 0 0,1 1 1 0 0,0 0-1 0 0,1 0 0 0 0,0 0 1 0 0,1 0-1 0 0,1 1 0 0 0,1-1 0 0 0,0 1 1 0 0,0 0-1 0 0,2 0 0 0 0,0 1 1 0 0,0 0-1 0 0,1 0 0 0 0,1 0 0 0 0,12-13 1 0 0,-5 9-134 0 0,0 2 0 0 0,2-1 0 0 0,0 2 0 0 0,1 1-1 0 0,33-19 1 0 0,-21 16-219 0 0,1 2 0 0 0,1 1 0 0 0,36-10 0 0 0,108-14-3888 0 0,-3 15-5028 0 0,-105 15 1663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40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405 120 1304 0 0,'0'-1'231'0'0,"-9"-14"1528"0"0,0 1 1 0 0,0 1-1 0 0,-2-1 0 0 0,-21-21 0 0 0,29 32-1643 0 0,-1 0 1 0 0,0 1-1 0 0,1-1 0 0 0,-1 1 1 0 0,0 0-1 0 0,0 0 0 0 0,0 0 1 0 0,0 0-1 0 0,-1 1 0 0 0,1-1 1 0 0,0 1-1 0 0,-1 0 0 0 0,1 1 1 0 0,-1-1-1 0 0,1 1 0 0 0,-1 0 1 0 0,1 0-1 0 0,-1 0 0 0 0,1 1 1 0 0,-1-1-1 0 0,1 1 0 0 0,-9 3 1 0 0,-3 2-31 0 0,1 0 1 0 0,0 2-1 0 0,0 0 1 0 0,1 0-1 0 0,-1 1 1 0 0,2 1-1 0 0,0 1 1 0 0,0 0 0 0 0,1 0-1 0 0,0 1 1 0 0,1 1-1 0 0,0-1 1 0 0,1 2-1 0 0,1 0 1 0 0,0 0-1 0 0,-9 19 1 0 0,17-29-75 0 0,-1 0 1 0 0,1-1-1 0 0,0 1 0 0 0,0 0 0 0 0,0-1 1 0 0,1 1-1 0 0,-1 0 0 0 0,1 0 0 0 0,0 0 1 0 0,0 0-1 0 0,0-1 0 0 0,1 1 0 0 0,-1 0 1 0 0,1 0-1 0 0,0 0 0 0 0,0-1 0 0 0,2 6 1 0 0,-1-5-4 0 0,1 0 0 0 0,-1 1 0 0 0,1-2 0 0 0,0 1 0 0 0,0 0 0 0 0,1-1 0 0 0,-1 1 1 0 0,1-1-1 0 0,0 0 0 0 0,0 0 0 0 0,0 0 0 0 0,5 3 0 0 0,0-2-4 0 0,1 0 0 0 0,-1 0 0 0 0,0-1 0 0 0,1 0 1 0 0,0 0-1 0 0,0-1 0 0 0,0 0 0 0 0,0-1 0 0 0,0 0 0 0 0,0-1 0 0 0,0 0 0 0 0,18-3 0 0 0,-17 0-8 0 0,0 0 0 0 0,0 0 1 0 0,-1-1-1 0 0,1-1 0 0 0,-1 0 0 0 0,0 0 0 0 0,-1-1 0 0 0,1 0 0 0 0,-1-1 0 0 0,0 0 0 0 0,-1-1 0 0 0,1 1 0 0 0,-2-2 0 0 0,14-17 0 0 0,-12 16-3 0 0,55-69-75 0 0,-64 79 81 0 0,1 0-1 0 0,-1-1 0 0 0,1 1 1 0 0,-1 0-1 0 0,0-1 1 0 0,1 1-1 0 0,-1 0 1 0 0,1 0-1 0 0,-1-1 1 0 0,1 1-1 0 0,-1 0 1 0 0,1 0-1 0 0,-1 0 1 0 0,1 0-1 0 0,-1 0 1 0 0,1 0-1 0 0,-1-1 1 0 0,1 1-1 0 0,-1 0 1 0 0,1 0-1 0 0,-1 1 1 0 0,1-1-1 0 0,-1 0 1 0 0,1 0-1 0 0,-1 0 1 0 0,1 0-1 0 0,-1 0 1 0 0,1 0-1 0 0,-1 1 1 0 0,1-1-1 0 0,-1 0 1 0 0,1 0-1 0 0,-1 1 0 0 0,0-1 1 0 0,1 0-1 0 0,-1 1 1 0 0,1-1-1 0 0,-1 1 1 0 0,0-1-1 0 0,1 0 1 0 0,-1 1-1 0 0,0-1 1 0 0,0 1-1 0 0,1-1 1 0 0,-1 1-1 0 0,0-1 1 0 0,0 1-1 0 0,0-1 1 0 0,0 1-1 0 0,1 0 1 0 0,8 26 20 0 0,-9-26-19 0 0,7 26 27 0 0,1-2 0 0 0,1 1 0 0 0,12 24 0 0 0,-14-36-591 0 0,1-1 1 0 0,13 17-1 0 0,-13-20-829 0 0,0-1 0 0 0,0 0-1 0 0,16 12 1 0 0,4 0-3806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41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83 1008 0 0,'5'-17'3961'0'0,"5"-30"-1"0"0,-10 46-3888 0 0,0 1 0 0 0,0-1 0 0 0,0 1-1 0 0,0-1 1 0 0,0 0 0 0 0,0 1-1 0 0,0-1 1 0 0,0 0 0 0 0,0 1-1 0 0,0-1 1 0 0,0 0 0 0 0,0 1-1 0 0,0-1 1 0 0,-1 1 0 0 0,1-1-1 0 0,0 0 1 0 0,0 1 0 0 0,-1-1 0 0 0,1 1-1 0 0,0-1 1 0 0,-1 1 0 0 0,1-1-1 0 0,-1 1 1 0 0,1-1 0 0 0,-1 1-1 0 0,1-1 1 0 0,-1 1 0 0 0,1 0-1 0 0,-1-1 1 0 0,1 1 0 0 0,-1 0 0 0 0,1-1-1 0 0,-1 1 1 0 0,0 0 0 0 0,1 0-1 0 0,-1 0 1 0 0,1-1 0 0 0,-1 1-1 0 0,-1 0 1 0 0,-22 2 1380 0 0,15 1-1141 0 0,0 1 1 0 0,0 0 0 0 0,0 0 0 0 0,1 1 0 0 0,0 0 0 0 0,-1 0 0 0 0,-9 9-1 0 0,-47 49 783 0 0,55-52-927 0 0,0 0-70 0 0,1 0 0 0 0,0 0 0 0 0,1 1 0 0 0,0 0 0 0 0,1 0 0 0 0,0 1 0 0 0,1 0 0 0 0,0 0 0 0 0,-7 27 0 0 0,12-36-83 0 0,0 1 0 0 0,0 0 0 0 0,0 0-1 0 0,1 0 1 0 0,0 0 0 0 0,0 0 0 0 0,0 0-1 0 0,0 0 1 0 0,1 0 0 0 0,0 0 0 0 0,0 0-1 0 0,0 0 1 0 0,0 0 0 0 0,1 0 0 0 0,0-1-1 0 0,0 1 1 0 0,0-1 0 0 0,1 1 0 0 0,0-1-1 0 0,-1 0 1 0 0,1 0 0 0 0,1 0 0 0 0,-1 0-1 0 0,1-1 1 0 0,-1 1 0 0 0,1-1 0 0 0,0 0-1 0 0,0 0 1 0 0,0 0 0 0 0,1-1 0 0 0,4 3-1 0 0,2 0-98 0 0,1-1-1 0 0,-1 0 0 0 0,1-1 1 0 0,0 0-1 0 0,0-1 0 0 0,0 0 1 0 0,0-1-1 0 0,0 0 0 0 0,0-1 0 0 0,0-1 1 0 0,0 1-1 0 0,22-6 0 0 0,-6 0-366 0 0,-1-2 0 0 0,0 0-1 0 0,0-2 1 0 0,34-18 0 0 0,-43 18 302 0 0,-1 0 0 0 0,0-2 0 0 0,0 0 0 0 0,-1 0 0 0 0,-1-2 0 0 0,0 0 0 0 0,24-31 0 0 0,-2-4 1315 0 0,37-69 1 0 0,-56 89 25 0 0,-10 16-98 0 0,-8 16-385 0 0,-14 29 47 0 0,4-7-171 0 0,3-5-336 0 0,1 0-1 0 0,1 0 0 0 0,1 0 1 0 0,-2 39-1 0 0,5-47-411 0 0,1 0 0 0 0,1-1 0 0 0,0 1 0 0 0,1-1 0 0 0,0 1 0 0 0,0-1 0 0 0,2 1 0 0 0,-1-1 0 0 0,1 0 0 0 0,6 11 0 0 0,2-9-1677 0 0,8-4-6420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4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137 100 1028 0 0,'-18'-18'2444'0'0,"0"-3"-616"0"0,5 7-439 0 0,-1-1-269 0 0,2 4-212 0 0,2 1-212 0 0,-1 3 248 0 0,-6 4-372 0 0,2 15-560 0 0,9-4-316 0 0,3 4-464 0 0,3 4-924 0 0,0-1-884 0 0,3 1-621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41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1036 0 0,'1'2'2130'0'0,"4"19"1733"0"0,14 35 0 0 0,15 20-109 0 0,-20-46-3032 0 0,-1 0 0 0 0,-1 1 1 0 0,12 49-1 0 0,-22-68-631 0 0,0-1 0 0 0,0 1 0 0 0,-1-1 0 0 0,-1 1 1 0 0,0 0-1 0 0,0 0 0 0 0,-1-1 0 0 0,-1 1 0 0 0,0-1 0 0 0,-1 1 0 0 0,-6 17 0 0 0,9-29-85 0 0,0 1 0 0 0,0-1 0 0 0,0 0 0 0 0,0 1 0 0 0,0-1 0 0 0,0 1 0 0 0,-1-1 0 0 0,1 0 0 0 0,0 1 0 0 0,0-1 0 0 0,0 0 0 0 0,-1 1 0 0 0,1-1 0 0 0,0 0 0 0 0,0 1 0 0 0,-1-1 0 0 0,1 0 1 0 0,0 0-1 0 0,-1 1 0 0 0,1-1 0 0 0,0 0 0 0 0,-1 0 0 0 0,1 0 0 0 0,-1 1 0 0 0,1-1 0 0 0,0 0 0 0 0,-1 0 0 0 0,1 0 0 0 0,-1 0 0 0 0,1 0 0 0 0,0 0 0 0 0,-1 0 0 0 0,1 0 0 0 0,-1 0 0 0 0,1 0 0 0 0,0 0 0 0 0,-1 0 0 0 0,1 0 0 0 0,-1 0 0 0 0,1 0 0 0 0,0 0 0 0 0,-1-1 0 0 0,1 1 0 0 0,0 0 0 0 0,-1 0 0 0 0,1 0 0 0 0,0-1 0 0 0,-1 1 0 0 0,1 0 0 0 0,-1-1 0 0 0,0 1 2 0 0,1-1 1 0 0,-1 0-1 0 0,0 0 1 0 0,0 1-1 0 0,1-1 1 0 0,-1 0-1 0 0,0 0 1 0 0,1 0 0 0 0,-1 0-1 0 0,1 0 1 0 0,0 0-1 0 0,-1 0 1 0 0,1 0-1 0 0,0 0 1 0 0,-1 0-1 0 0,1-2 1 0 0,1-3 4 0 0,0 1 0 0 0,0-1 0 0 0,0 0 1 0 0,1 1-1 0 0,0-1 0 0 0,1 1 0 0 0,4-10 1 0 0,26-34-1 0 0,-29 43-15 0 0,9-11 8 0 0,1 1-1 0 0,1 0 1 0 0,0 1-1 0 0,1 0 1 0 0,1 1 0 0 0,0 1-1 0 0,34-19 1 0 0,-24 17-129 0 0,1 2 1 0 0,0 1 0 0 0,1 1-1 0 0,56-14 1 0 0,-72 23-478 0 0,0 0 1 0 0,0 1 0 0 0,1 0-1 0 0,-1 1 1 0 0,20 2-1 0 0,-19 0-1909 0 0,0 0-1 0 0,22 8 1 0 0,-14-3-2592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42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450 532 2180 0 0,'-9'-8'1000'0'0,"0"0"1"0"0,0 1-1 0 0,-1 1 0 0 0,0 0 0 0 0,-1 0 1 0 0,1 1-1 0 0,-14-5 0 0 0,15 7-726 0 0,-1 1 0 0 0,1 0 1 0 0,-1 0-1 0 0,1 1 0 0 0,-1 0 0 0 0,1 1 0 0 0,-1 0 0 0 0,1 0 0 0 0,-1 1 0 0 0,0 0 0 0 0,1 1 1 0 0,0 0-1 0 0,-1 1 0 0 0,-14 5 0 0 0,7 0-77 0 0,1-1-1 0 0,0 2 1 0 0,0 0 0 0 0,0 1-1 0 0,1 1 1 0 0,-20 18 0 0 0,28-23-155 0 0,1 0 0 0 0,0 1 0 0 0,0 0 0 0 0,1 0 1 0 0,0 0-1 0 0,0 0 0 0 0,0 1 0 0 0,1 0 0 0 0,0 0 0 0 0,1 0 1 0 0,0 1-1 0 0,0-1 0 0 0,1 1 0 0 0,0-1 0 0 0,-1 14 1 0 0,2-18-28 0 0,1 0 1 0 0,0 0 0 0 0,1 0-1 0 0,-1 1 1 0 0,1-1 0 0 0,-1 0 0 0 0,1 0-1 0 0,1 0 1 0 0,-1 0 0 0 0,1 0 0 0 0,-1 0-1 0 0,1-1 1 0 0,0 1 0 0 0,0-1-1 0 0,1 1 1 0 0,4 5 0 0 0,-2-4-2 0 0,0-1 0 0 0,0 0 0 0 0,0 0 0 0 0,0 0 0 0 0,1-1 0 0 0,0 1 0 0 0,0-1 0 0 0,0-1 0 0 0,11 4 0 0 0,1-1-2 0 0,-1-1 1 0 0,0-2 0 0 0,1 1-1 0 0,-1-2 1 0 0,1 0 0 0 0,0-2 0 0 0,19-2-1 0 0,-7-1-8 0 0,0-2-1 0 0,-1-1 1 0 0,1-1-1 0 0,-2-2 1 0 0,1 0 0 0 0,-2-3-1 0 0,29-15 1 0 0,-19 5-21 0 0,-1-1 0 0 0,-1-1 0 0 0,-2-2 1 0 0,42-43-1 0 0,-26 16-33 0 0,79-108-1 0 0,16-68 30 0 0,-77 111-68 0 0,-66 117 75 0 0,-14 12-15 0 0,-9 14 76 0 0,1 1 1 0 0,1 1-1 0 0,2 1 1 0 0,-29 53-1 0 0,35-59 96 0 0,-77 151 743 0 0,78-146-731 0 0,1 0-1 0 0,2 1 0 0 0,0 0 1 0 0,-7 52-1 0 0,14-72-117 0 0,0 0 0 0 0,1 0 1 0 0,0 1-1 0 0,0-1 0 0 0,1 0 0 0 0,0 1 1 0 0,0-1-1 0 0,1 0 0 0 0,0 0 0 0 0,0 0 1 0 0,1 0-1 0 0,5 11 0 0 0,-5-13-17 0 0,1 0 1 0 0,0 0-1 0 0,0 0 1 0 0,0 0-1 0 0,1-1 1 0 0,0 1-1 0 0,0-1 1 0 0,0-1-1 0 0,0 1 1 0 0,0-1-1 0 0,1 1 0 0 0,-1-2 1 0 0,1 1-1 0 0,10 3 1 0 0,-2-2-2 0 0,1 0 0 0 0,0 0 0 0 0,0-2 1 0 0,0 0-1 0 0,0 0 0 0 0,0-2 0 0 0,0 0 1 0 0,31-3-1 0 0,-25-1-5 0 0,-1-1 1 0 0,1 0 0 0 0,-1-2 0 0 0,0 0-1 0 0,36-19 1 0 0,-26 8-11 0 0,0-2 1 0 0,0 0-1 0 0,-2-2 0 0 0,-1-1 0 0 0,-1-2 1 0 0,-1 0-1 0 0,31-41 0 0 0,-51 60-10 0 0,0 0 0 0 0,0 0 0 0 0,-1-1 0 0 0,0 0 0 0 0,-1 0 0 0 0,1 0 0 0 0,-1 0 0 0 0,-1 0 0 0 0,1 0 0 0 0,1-12-1 0 0,-4 18 6 0 0,-1 1-1 0 0,1-1 1 0 0,0 0-1 0 0,0 0 0 0 0,-1 1 1 0 0,1-1-1 0 0,-1 0 1 0 0,1 1-1 0 0,-1-1 0 0 0,1 1 1 0 0,-1-1-1 0 0,1 0 1 0 0,-1 1-1 0 0,1-1 0 0 0,-1 1 1 0 0,0-1-1 0 0,1 1 1 0 0,-1 0-1 0 0,0-1 0 0 0,1 1 1 0 0,-1 0-1 0 0,0-1 1 0 0,0 1-1 0 0,1 0 0 0 0,-1 0 1 0 0,0-1-1 0 0,0 1 1 0 0,0 0-1 0 0,1 0 0 0 0,-1 0 1 0 0,-1 0-1 0 0,-24 1-15 0 0,13 3 20 0 0,1 0-1 0 0,0 0 1 0 0,0 2-1 0 0,1-1 1 0 0,-1 1-1 0 0,1 1 1 0 0,1 0-1 0 0,-1 1 1 0 0,1 0-1 0 0,-14 15 1 0 0,14-14 39 0 0,1 2 1 0 0,0 0 0 0 0,0 0-1 0 0,1 0 1 0 0,1 1-1 0 0,0 0 1 0 0,1 0 0 0 0,0 1-1 0 0,-7 20 1 0 0,12-28-30 0 0,0 0 1 0 0,0 1-1 0 0,0-1 1 0 0,1 0 0 0 0,-1 1-1 0 0,1-1 1 0 0,0 0-1 0 0,1 1 1 0 0,-1-1-1 0 0,1 0 1 0 0,0 0-1 0 0,1 1 1 0 0,-1-1-1 0 0,1 0 1 0 0,3 6-1 0 0,-1-4 28 0 0,0-1 0 0 0,0 1-1 0 0,1-1 1 0 0,0 0-1 0 0,0 0 1 0 0,1-1-1 0 0,0 0 1 0 0,0 0 0 0 0,10 7-1 0 0,-1-3-635 0 0,0 0 0 0 0,0-1-1 0 0,28 9 1 0 0,-17-8-3477 0 0,35 7 1 0 0,-20-8-3611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4:42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4852 0 0,'0'0'5257'0'0,"14"-4"-1073"0"0,-4 1-3732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58.34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97 1291 1392 0 0,'-14'4'4624'0'0,"3"-2"-2697"0"0,5-7-1768 0 0,1 0 0 0 0,0-1 0 0 0,0 1 0 0 0,0-1 0 0 0,1 0 0 0 0,0-1 0 0 0,0 1 0 0 0,0-1 0 0 0,1 1 0 0 0,0-1 0 0 0,1 0 0 0 0,-1 0 0 0 0,-1-12 0 0 0,-1-10-155 0 0,1 1 1 0 0,1-37-1 0 0,1 24 85 0 0,1 23-59 0 0,1-1 0 0 0,1 1 1 0 0,0 0-1 0 0,2-1 0 0 0,0 1 0 0 0,1 0 0 0 0,0 0 1 0 0,2 0-1 0 0,12-27 0 0 0,44-65 782 0 0,-37 70-551 0 0,-14 25-218 0 0,0 0 0 0 0,1 1 0 0 0,0 1 0 0 0,29-24 0 0 0,-26 23 2 0 0,26-18 1 0 0,1 1 0 0 0,1 2 0 0 0,2 2 0 0 0,0 2-1 0 0,55-21 1 0 0,-69 32-19 0 0,9-4-7 0 0,53-16 0 0 0,-70 28-27 0 0,33-10 24 0 0,0 3 0 0 0,80-9-1 0 0,48 12 16 0 0,-81 7 18 0 0,60-4-36 0 0,26 7 53 0 0,-155 0-47 0 0,15 2-6 0 0,1 2-1 0 0,-1 2 0 0 0,0 3 1 0 0,-1 2-1 0 0,74 25 0 0 0,-30 0 121 0 0,161 85 0 0 0,-191-86-122 0 0,-2 2-1 0 0,-2 3 1 0 0,63 55 0 0 0,-91-68 49 0 0,-1 1 1 0 0,-2 2-1 0 0,-1 1 1 0 0,-1 1 0 0 0,-2 0-1 0 0,-1 2 1 0 0,19 39-1 0 0,-26-40 24 0 0,-2-1-1 0 0,-1 2 1 0 0,-2 0-1 0 0,11 55 1 0 0,-19-72-42 0 0,1 0 1 0 0,-2 0-1 0 0,0 0 0 0 0,-1 0 0 0 0,-1 0 1 0 0,0 0-1 0 0,-2 0 0 0 0,0 0 1 0 0,0-1-1 0 0,-2 1 0 0 0,0-1 0 0 0,-1 0 1 0 0,-9 17-1 0 0,13-28-36 0 0,-59 100 173 0 0,54-95-165 0 0,0 0 0 0 0,-1 0 0 0 0,0-1 1 0 0,-1 0-1 0 0,0-1 0 0 0,0 0 0 0 0,-17 11 0 0 0,20-16-8 0 0,0-1-1 0 0,0 0 1 0 0,0 0-1 0 0,0-1 1 0 0,0 0 0 0 0,0 0-1 0 0,0 0 1 0 0,0-1-1 0 0,0 0 1 0 0,0 0 0 0 0,-1 0-1 0 0,1-1 1 0 0,0 0 0 0 0,-7-2-1 0 0,2 2-3 0 0,-104-17-65 0 0,-150-16-1189 0 0,-488 16-371 0 0,-1 46 1408 0 0,139 19 294 0 0,595-46-75 0 0,-24 7 101 0 0,42-7-86 0 0,21-1 10 0 0,409-16 85 0 0,-272 8-114 0 0,634-23 31 0 0,2 29-606 0 0,-694 2 220 0 0,-123 9 292 0 0,-1311 276 312 0 0,1063-210-20 0 0,224-57-191 0 0,1 1 0 0 0,1 3 0 0 0,-63 38 0 0 0,64-26-17 0 0,42-32-14 0 0,1 1 0 0 0,0 0 0 0 0,0 1 0 0 0,1-1 0 0 0,-1 0 0 0 0,1 1 0 0 0,-1 0 0 0 0,1-1 0 0 0,0 1 0 0 0,-3 8 0 0 0,5-11-7 0 0,0 0 0 0 0,0 0 1 0 0,0 1-1 0 0,0-1 1 0 0,0 0-1 0 0,0 0 0 0 0,0 1 1 0 0,0-1-1 0 0,1 0 0 0 0,-1 0 1 0 0,0 0-1 0 0,1 0 1 0 0,-1 1-1 0 0,1-1 0 0 0,-1 0 1 0 0,1 0-1 0 0,-1 0 0 0 0,1 0 1 0 0,0 0-1 0 0,0 0 0 0 0,0 0 1 0 0,-1 0-1 0 0,1-1 1 0 0,0 1-1 0 0,0 0 0 0 0,2 1 1 0 0,2 1 0 0 0,0 0 1 0 0,0 0 0 0 0,0 0-1 0 0,9 2 1 0 0,20 6 16 0 0,1-1 1 0 0,0-2 0 0 0,55 6-1 0 0,113-1-24 0 0,-155-11 22 0 0,586-16 37 0 0,-2-49-40 0 0,-103 7-221 0 0,-519 56 192 0 0,-5-1 1 0 0,0 1 0 0 0,1-1 1 0 0,-1 0-1 0 0,0 0 0 0 0,0 0 0 0 0,7-3 1 0 0,-53 5 4 0 0,-705 88-10 0 0,3 24 178 0 0,627-95-97 0 0,-215 40 236 0 0,7 29-19 0 0,312-83-269 0 0,-40 17 57 0 0,49-20-61 0 0,0 1 0 0 0,0 0-1 0 0,-1 0 1 0 0,2 0 0 0 0,-1 0 0 0 0,0 0 0 0 0,0 0 0 0 0,1 1 0 0 0,-1-1 0 0 0,1 1 0 0 0,0 0 0 0 0,-3 4 0 0 0,5-7-5 0 0,0 1 0 0 0,0-1 0 0 0,0 1 0 0 0,-1-1 0 0 0,1 1 0 0 0,0-1 0 0 0,0 1 0 0 0,0-1 0 0 0,0 1 0 0 0,0-1 0 0 0,0 1 0 0 0,0 0 0 0 0,1-1 0 0 0,-1 1 0 0 0,0-1 0 0 0,0 1 0 0 0,0-1 0 0 0,0 1 0 0 0,1-1 0 0 0,-1 1 0 0 0,0-1 0 0 0,0 1 0 0 0,1-1 0 0 0,-1 0 0 0 0,0 1 1 0 0,1-1-1 0 0,-1 1 0 0 0,1-1 0 0 0,-1 0 0 0 0,1 1 0 0 0,13 7 14 0 0,7-2-15 0 0,-1-2 0 0 0,1 0 0 0 0,0-1 0 0 0,32-1 0 0 0,-22 0 5 0 0,281-1 32 0 0,2-23-51 0 0,-174 11-7 0 0,464-27-249 0 0,-425 28-6 0 0,-44-2-78 0 0,-126 9 329 0 0,-10 0 8 0 0,-12-2 10 0 0,-6 3 8 0 0,0 0 1 0 0,0 2-1 0 0,0 0 0 0 0,0 1 1 0 0,-20 4-1 0 0,-4 0 2 0 0,-401 45 281 0 0,129-14 82 0 0,40 0-140 0 0,267-33-197 0 0,13 2-11 0 0,17 1 7 0 0,363-2 14 0 0,-246-7-52 0 0,-39 2 7 0 0,443 14-118 0 0,-538-11 128 0 0,6 2-10 0 0,-11-3 6 0 0,0-1 1 0 0,0 0-1 0 0,0 0 1 0 0,1 1-1 0 0,-1-1 1 0 0,0 0 0 0 0,0 0-1 0 0,0 1 1 0 0,0-1-1 0 0,0 0 1 0 0,0 1-1 0 0,0-1 1 0 0,0 0-1 0 0,0 0 1 0 0,0 1-1 0 0,0-1 1 0 0,0 0-1 0 0,0 1 1 0 0,0-1-1 0 0,0 0 1 0 0,0 0 0 0 0,0 1-1 0 0,0-1 1 0 0,0 0-1 0 0,0 1 1 0 0,0-1-1 0 0,0 0 1 0 0,-1 0-1 0 0,1 1 1 0 0,0-1-1 0 0,0 0 1 0 0,0 0-1 0 0,-1 1 1 0 0,1-1-1 0 0,0 0 1 0 0,0 0 0 0 0,0 0-1 0 0,-1 1 1 0 0,1-1-1 0 0,0 0 1 0 0,0 0-1 0 0,-1 0 1 0 0,-10 9-4 0 0,-19 4 26 0 0,-1-1 1 0 0,0-2 0 0 0,0-1-1 0 0,-44 7 1 0 0,47-10-13 0 0,-360 60 113 0 0,239-43-146 0 0,134-20 6 0 0,12-3 12 0 0,7 0 2 0 0,206-31 5 0 0,-56 6-4 0 0,202-3-93 0 0,-350 29 71 0 0,8 0 27 0 0,-14-1-4 0 0,1 0 0 0 0,-1 0 0 0 0,0 0 0 0 0,0 0 0 0 0,0 0 0 0 0,1 0 0 0 0,-1 0 1 0 0,0 1-1 0 0,0-1 0 0 0,0 0 0 0 0,1 0 0 0 0,-1 0 0 0 0,0 0 0 0 0,0 0 0 0 0,0 1 0 0 0,0-1 0 0 0,1 0 0 0 0,-1 0 0 0 0,0 0 1 0 0,0 1-1 0 0,0-1 0 0 0,0 0 0 0 0,0 0 0 0 0,0 1 0 0 0,0-1 0 0 0,0 0 0 0 0,0 0 0 0 0,1 1 0 0 0,-1-1 0 0 0,0 0 1 0 0,0 0-1 0 0,0 1 0 0 0,-1-1 0 0 0,1 0 0 0 0,0 0 0 0 0,0 1 0 0 0,0-1 0 0 0,0 0 0 0 0,0 0 0 0 0,0 0 0 0 0,0 1 0 0 0,0-1 1 0 0,0 0-1 0 0,0 0 0 0 0,-1 1 0 0 0,-5 9 26 0 0,-10 0 28 0 0,-1 0 1 0 0,0-1 0 0 0,-1 0-1 0 0,-37 11 1 0 0,31-11-9 0 0,-67 20 113 0 0,-1-4 0 0 0,-107 15 0 0 0,157-33-171 0 0,39-7 9 0 0,21-6-191 0 0,106-36-272 0 0,41-12 237 0 0,-163 53 225 0 0,-18 8-26 0 0,-56 23 49 0 0,-1-2 0 0 0,-1-4 0 0 0,-139 27 0 0 0,184-47-73 0 0,1-2-1 0 0,-1-1 0 0 0,1-1 0 0 0,-1-2 0 0 0,1 0 0 0 0,0-2 0 0 0,0-2 0 0 0,0 0 0 0 0,0-2 0 0 0,1-1 1 0 0,1-1-1 0 0,-1-1 0 0 0,2-1 0 0 0,-1-1 0 0 0,2-2 0 0 0,0 0 0 0 0,1-2 0 0 0,0-1 0 0 0,2 0 0 0 0,0-2 1 0 0,1 0-1 0 0,1-1 0 0 0,0-1 0 0 0,2-1 0 0 0,1-1 0 0 0,1 0 0 0 0,1-1 0 0 0,-18-45 0 0 0,13 15 30 0 0,3-1 1 0 0,3-1-1 0 0,-9-78 0 0 0,2-175-35 0 0,18 235 36 0 0,14-118 0 0 0,-7 154-7 0 0,2 0 1 0 0,2 1-1 0 0,1 0 0 0 0,28-66 0 0 0,-33 92 30 0 0,2 1 0 0 0,0-1 0 0 0,0 1 0 0 0,1 0 0 0 0,0 1 0 0 0,1 0 0 0 0,0 0 0 0 0,14-12 0 0 0,-7 10 1 0 0,1 0 0 0 0,-1 1 0 0 0,2 1 0 0 0,35-15 0 0 0,0 6 2 0 0,2 3 0 0 0,108-19 0 0 0,183-16-10 0 0,15-3-2 0 0,-340 50 0 0 0,51-11 20 0 0,-66 13-12 0 0,0 0 1 0 0,0-1 0 0 0,0 1-1 0 0,0-1 1 0 0,0 0-1 0 0,-1-1 1 0 0,0 1-1 0 0,1-1 1 0 0,3-4 0 0 0,-7 7-1 0 0,-1-1 1 0 0,0 1 0 0 0,0 0-1 0 0,0 0 1 0 0,0-1 0 0 0,0 1-1 0 0,-1 0 1 0 0,1-1 0 0 0,0 1-1 0 0,0-1 1 0 0,-1 1 0 0 0,1-1-1 0 0,-1 1 1 0 0,0-1 0 0 0,1 0-1 0 0,-1 1 1 0 0,0-1 0 0 0,0 1-1 0 0,0-1 1 0 0,0-3 0 0 0,-1 3-1 0 0,0-1-1 0 0,0 0 1 0 0,0 0 0 0 0,0 1-1 0 0,0-1 1 0 0,-1 0 0 0 0,1 1 0 0 0,-1-1-1 0 0,0 1 1 0 0,-3-4 0 0 0,-3-1-3 0 0,1-1 0 0 0,-2 2-1 0 0,1-1 1 0 0,-1 1 0 0 0,-12-6 0 0 0,-19-7 0 0 0,0 1 0 0 0,-1 3 0 0 0,-1 1 0 0 0,0 2 0 0 0,-62-9 1 0 0,-224-8 2 0 0,99 26 42 0 0,-423 48-1 0 0,236 26 43 0 0,413-70-80 0 0,-1-1 0 0 0,0 1 0 0 0,1 0-1 0 0,-1 0 1 0 0,1 1 0 0 0,-1-1 0 0 0,1 1 0 0 0,0-1 0 0 0,-1 1 0 0 0,1 0 0 0 0,0 1 0 0 0,0-1 0 0 0,-3 3 0 0 0,7-4-1 0 0,-1 0 0 0 0,1-1 0 0 0,0 1 0 0 0,-1 0 0 0 0,1-1 0 0 0,0 1 0 0 0,0-1 0 0 0,0 0 0 0 0,-1 1 0 0 0,1-1 0 0 0,0 0 0 0 0,0 1 0 0 0,1-1 0 0 0,10 2 2 0 0,0-1 0 0 0,-1-1 1 0 0,1 0-1 0 0,0 0 0 0 0,12-3 0 0 0,-2 1 2 0 0,526-54 21 0 0,-23 3-31 0 0,1 32 29 0 0,-466 22-29 0 0,16 1 17 0 0,81-9-1 0 0,-157 7-10 0 0,4 0 0 0 0,-1 0 0 0 0,0-1 0 0 0,1 1 0 0 0,-1-1 0 0 0,0 1 1 0 0,0-1-1 0 0,0 0 0 0 0,0 0 0 0 0,1-1 0 0 0,-1 1 0 0 0,-1 0 0 0 0,1-1 1 0 0,0 0-1 0 0,0 0 0 0 0,2-2 0 0 0,-5 4-1 0 0,0-1 0 0 0,1 1 0 0 0,-1 0 0 0 0,0-1 0 0 0,0 1 0 0 0,0-1 0 0 0,0 1 0 0 0,0 0 0 0 0,0-1 0 0 0,0 1 0 0 0,0 0 0 0 0,0-1 0 0 0,0 1 0 0 0,0-1 0 0 0,-1 1 0 0 0,1 0 0 0 0,0-1 0 0 0,0 1 0 0 0,0 0 1 0 0,0-1-1 0 0,-1 1 0 0 0,1 0 0 0 0,0-1 0 0 0,0 1 0 0 0,-1 0 0 0 0,1-1 0 0 0,0 1 0 0 0,0 0 0 0 0,-1 0 0 0 0,1-1 0 0 0,0 1 0 0 0,-1 0 0 0 0,0 0 0 0 0,-10-8 7 0 0,-8 0-10 0 0,1 2-1 0 0,-1 0 1 0 0,0 1 0 0 0,-25-4 0 0 0,-82-5 1 0 0,62 9-25 0 0,-217-17-35 0 0,-116-14 62 0 0,396 36 0 0 0,0 0 0 0 0,0 0-1 0 0,-1 0 1 0 0,1-1-1 0 0,0 1 1 0 0,0 0-1 0 0,0 0 1 0 0,0-1 0 0 0,0 1-1 0 0,0-1 1 0 0,0 1-1 0 0,0-1 1 0 0,0 1 0 0 0,0-1-1 0 0,0 0 1 0 0,0 1-1 0 0,1-1 1 0 0,-1 0 0 0 0,0 0-1 0 0,0 1 1 0 0,1-1-1 0 0,-1 0 1 0 0,0 0 0 0 0,1 0-1 0 0,-1 0 1 0 0,1 0-1 0 0,-1 0 1 0 0,1 0 0 0 0,0 0-1 0 0,-1 0 1 0 0,1 0-1 0 0,0 0 1 0 0,0-1 0 0 0,0 1-1 0 0,0 0 1 0 0,0 0-1 0 0,0 0 1 0 0,0 0 0 0 0,0 0-1 0 0,0 0 1 0 0,0 0-1 0 0,0 0 1 0 0,1-1 0 0 0,-1 1-1 0 0,1 0 1 0 0,-1 0-1 0 0,1 0 1 0 0,-1 0 0 0 0,1 0-1 0 0,-1 1 1 0 0,1-1-1 0 0,0 0 1 0 0,-1 0-1 0 0,1 0 1 0 0,1 0 0 0 0,-1-1 0 0 0,1 1 0 0 0,-1-1 0 0 0,0 1 1 0 0,0-1-1 0 0,0 1 0 0 0,0-1 0 0 0,0 1 0 0 0,0-1 1 0 0,0 0-1 0 0,0 0 0 0 0,-1 0 0 0 0,1 1 0 0 0,-1-1 1 0 0,1 0-1 0 0,-1 0 0 0 0,0 0 0 0 0,0 0 1 0 0,0 0-1 0 0,0 0 0 0 0,0 0 0 0 0,0 1 0 0 0,0-1 1 0 0,-1 0-1 0 0,1 0 0 0 0,-1 0 0 0 0,1 0 0 0 0,-1 1 1 0 0,0-1-1 0 0,0 0 0 0 0,0 0 0 0 0,0 1 1 0 0,0-1-1 0 0,0 1 0 0 0,0-1 0 0 0,0 1 0 0 0,-1-1 1 0 0,1 1-1 0 0,0 0 0 0 0,-1 0 0 0 0,-3-3 0 0 0,-5-2 3 0 0,-1 0-1 0 0,0 0 0 0 0,0 1 0 0 0,-1 0 0 0 0,-12-3 0 0 0,10 3-1 0 0,-67-21 2 0 0,51 18-1 0 0,1-2-1 0 0,-55-25 0 0 0,79 32-3 0 0,3 2 0 0 0,0 1 0 0 0,0-1 0 0 0,0 0 0 0 0,0-1 0 0 0,1 1 0 0 0,-1 0 0 0 0,0 0 0 0 0,0-1 0 0 0,1 1 0 0 0,-1-1 0 0 0,1 0 0 0 0,-1 1 0 0 0,1-1 0 0 0,0 0 0 0 0,0 0 0 0 0,-1 0 1 0 0,1 0-1 0 0,-1-3 0 0 0,2 5 1 0 0,0-1 0 0 0,0 1 1 0 0,0-1-1 0 0,0 0 1 0 0,0 1-1 0 0,0-1 0 0 0,0 1 1 0 0,0-1-1 0 0,0 1 0 0 0,0-1 1 0 0,0 1-1 0 0,0-1 0 0 0,0 1 1 0 0,1-1-1 0 0,-1 1 1 0 0,0-1-1 0 0,0 1 0 0 0,1-1 1 0 0,-1 1-1 0 0,0-1 0 0 0,0 1 1 0 0,1-1-1 0 0,2-3-6 0 0,0-1 6 0 0,0 1 0 0 0,0 0-1 0 0,0 0 1 0 0,0 1 0 0 0,1-1-1 0 0,0 0 1 0 0,-1 1 0 0 0,1 0-1 0 0,1 0 1 0 0,-1 0-1 0 0,0 1 1 0 0,1-1 0 0 0,6-2-1 0 0,6-3-13 0 0,45-24 85 0 0,91-32-1 0 0,-105 47-74 0 0,-37 13 7 0 0,-1 1 0 0 0,1 1 1 0 0,0 0-1 0 0,12-1 0 0 0,-23 3-1 0 0,59-4 0 0 0,113 3 5 0 0,-50 1-2 0 0,0 5 0 0 0,174 31 0 0 0,-260-27 4 0 0,0 1 1 0 0,0 2-1 0 0,-1 2 1 0 0,-1 1-1 0 0,0 2 0 0 0,58 38 1 0 0,-91-54-6 0 0,0-1-15 0 0,0 1 1 0 0,0-1-1 0 0,0 0 0 0 0,0 1 0 0 0,0-1 0 0 0,-1 1 0 0 0,1-1 0 0 0,0 1 1 0 0,0-1-1 0 0,0 1 0 0 0,-1 0 0 0 0,1-1 0 0 0,0 1 0 0 0,-1 0 0 0 0,1 0 0 0 0,-1 0 1 0 0,1-1-1 0 0,-1 1 0 0 0,1 0 0 0 0,-1 0 0 0 0,1 0 0 0 0,-1 0 0 0 0,0 0 1 0 0,0 0-1 0 0,1 0 0 0 0,-1 0 0 0 0,0 0 0 0 0,0 0 0 0 0,0 0 0 0 0,0 0 0 0 0,0 1 1 0 0,-27-2-104 0 0,4-4 89 0 0,0-1 1 0 0,0-1-1 0 0,0-1 0 0 0,1-1 1 0 0,-33-16-1 0 0,8-1-41 0 0,-57-41-1 0 0,62 37 49 0 0,-81-53 14 0 0,100 69 39 0 0,0 1 0 0 0,-1 1 0 0 0,-40-13 0 0 0,23 14-54 0 0,-1 1 1 0 0,1 2 0 0 0,-1 3 0 0 0,-1 0-1 0 0,-54 4 1 0 0,-1 7-10 0 0,-111 22 0 0 0,141-17 37 0 0,2 3 1 0 0,-1 3-1 0 0,-81 34 1 0 0,143-50 5 0 0,0 1 1 0 0,0-1 0 0 0,0 1 0 0 0,0 1 0 0 0,0-1 0 0 0,1 1 0 0 0,0 0 0 0 0,-7 7 0 0 0,5-4 16 0 0,-1 4 58 0 0,7-11-88 0 0,0 0 1 0 0,0 1-1 0 0,0-1 0 0 0,0 0 0 0 0,0 1 0 0 0,0-1 0 0 0,0 0 0 0 0,0 1 0 0 0,0-1 0 0 0,0 0 1 0 0,0 1-1 0 0,0-1 0 0 0,0 0 0 0 0,0 1 0 0 0,0-1 0 0 0,0 0 0 0 0,1 1 0 0 0,-1-1 0 0 0,0 0 1 0 0,0 1-1 0 0,0-1 0 0 0,0 0 0 0 0,1 0 0 0 0,-1 1 0 0 0,0-1 0 0 0,0 0 0 0 0,1 0 0 0 0,-1 0 0 0 0,1 1 1 0 0,0 0 10 0 0,41-7-156 0 0,215-60 180 0 0,-147 36-1 0 0,-3 4 159 0 0,1 4-1 0 0,186-14 1 0 0,-183 31-49 0 0,1 4 0 0 0,161 21 0 0 0,58 41 572 0 0,-167-14 132 0 0,-127-32-791 0 0,-1 1 0 0 0,37 23 1 0 0,11 5 78 0 0,-11-9 44 0 0,-2 3 0 0 0,101 72 0 0 0,-139-86-103 0 0,-1 2 0 0 0,-2 1 0 0 0,0 1 0 0 0,-2 2-1 0 0,26 35 1 0 0,-40-46 54 0 0,-1 2-1 0 0,-1-1 1 0 0,-1 1-1 0 0,-1 1 1 0 0,-1 0 0 0 0,-1 1-1 0 0,0-1 1 0 0,-2 1-1 0 0,4 28 1 0 0,-2 22 171 0 0,-2 0 0 0 0,-8 123 0 0 0,-4-96-110 0 0,-4 95 94 0 0,8-151-231 0 0,-9 56-1 0 0,-2 12 68 0 0,5 70 21 0 0,4-145-114 0 0,5-34-24 0 0,-4 16 6 0 0,3-14-5 0 0,-10 23 18 0 0,7-22-51 0 0,-1 1 0 0 0,1-1 0 0 0,-1 0-1 0 0,0 0 1 0 0,-1 0 0 0 0,1 0 0 0 0,-1-1 0 0 0,-7 7 0 0 0,-4 1-1445 0 0,-30 18 0 0 0,37-25 861 0 0,2-1 94 0 0,-8 4-1571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1.79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790 56 1248 0 0,'0'0'2100'0'0,"-14"-1"679"0"0,6 5-2467 0 0,1 0 1 0 0,0 0 0 0 0,1 0 0 0 0,-1 1-1 0 0,1 0 1 0 0,-1 0 0 0 0,2 1 0 0 0,-9 9 0 0 0,-9 8 175 0 0,5-7-234 0 0,-56 49 516 0 0,3 4 0 0 0,-85 104 0 0 0,108-104-561 0 0,2 3-1 0 0,4 1 0 0 0,3 2 0 0 0,3 2 0 0 0,4 1 1 0 0,3 1-1 0 0,-32 143 0 0 0,31-43-27 0 0,28-156-163 0 0,0 0 0 0 0,2 0 1 0 0,1 0-1 0 0,1 0 0 0 0,8 41 1 0 0,-8-59-12 0 0,0 1 0 0 0,-1-1 1 0 0,2 0-1 0 0,-1 0 0 0 0,0 0 1 0 0,1 0-1 0 0,0 0 0 0 0,0 0 1 0 0,1-1-1 0 0,-1 1 0 0 0,1-1 1 0 0,0 0-1 0 0,8 6 0 0 0,-5-5 0 0 0,0-1 0 0 0,-1 0 0 0 0,1-1-1 0 0,1 0 1 0 0,-1 0 0 0 0,1 0 0 0 0,-1-1-1 0 0,16 3 1 0 0,-2-3 4 0 0,-1-1 0 0 0,1 0 0 0 0,0-2 0 0 0,0 0 0 0 0,0-2 0 0 0,32-7 0 0 0,-2-4-2 0 0,0-2 0 0 0,-1-2 0 0 0,74-38 0 0 0,-46 14-64 0 0,97-71 0 0 0,-169 109 52 0 0,79-61-68 0 0,-73 55 42 0 0,0-1 0 0 0,-1 0 0 0 0,0-1 0 0 0,15-21 0 0 0,-25 32 25 0 0,0-1 1 0 0,0 0-1 0 0,0 0 1 0 0,0 0-1 0 0,0 0 1 0 0,0 0-1 0 0,0 0 1 0 0,0 0-1 0 0,-1 0 1 0 0,1 0-1 0 0,-1 0 1 0 0,0 0-1 0 0,1 0 1 0 0,-1-1-1 0 0,0 1 1 0 0,0 0-1 0 0,0 0 1 0 0,-1 0-1 0 0,1 0 1 0 0,-2-5-1 0 0,1 5 2 0 0,0 1 0 0 0,0-1 0 0 0,0 1 0 0 0,-1-1 0 0 0,1 1 0 0 0,-1-1 0 0 0,1 1 0 0 0,-1 0 0 0 0,1 0 0 0 0,-1-1 0 0 0,0 1 0 0 0,1 0 0 0 0,-1 1 0 0 0,0-1 0 0 0,0 0 0 0 0,0 0 0 0 0,0 1 0 0 0,0-1 0 0 0,0 1 1 0 0,0 0-1 0 0,0-1 0 0 0,-3 1 0 0 0,-8 0 3 0 0,-1 0 0 0 0,0 0 0 0 0,0 2 0 0 0,0-1 1 0 0,0 2-1 0 0,-15 4 0 0 0,-82 32-3 0 0,80-27 11 0 0,-442 193 67 0 0,452-194-83 0 0,-42 22-3 0 0,58-30 13 0 0,0 1 1 0 0,0-1-1 0 0,0 1 0 0 0,0 0 0 0 0,1 0 1 0 0,-1 1-1 0 0,1-1 0 0 0,-4 8 1 0 0,7-12-4 0 0,1 1 0 0 0,0-1 1 0 0,0 1-1 0 0,0-1 0 0 0,0 0 1 0 0,0 1-1 0 0,0-1 0 0 0,0 1 1 0 0,0-1-1 0 0,0 1 0 0 0,0-1 1 0 0,0 1-1 0 0,0-1 1 0 0,0 1-1 0 0,0-1 0 0 0,0 1 1 0 0,0-1-1 0 0,0 1 0 0 0,1-1 1 0 0,-1 1-1 0 0,0-1 0 0 0,0 1 1 0 0,1-1-1 0 0,-1 0 0 0 0,0 1 1 0 0,1-1-1 0 0,-1 1 0 0 0,0-1 1 0 0,1 0-1 0 0,-1 1 1 0 0,0-1-1 0 0,1 0 0 0 0,-1 0 1 0 0,1 1-1 0 0,-1-1 0 0 0,1 0 1 0 0,-1 0-1 0 0,1 0 0 0 0,-1 1 1 0 0,1-1-1 0 0,-1 0 0 0 0,1 0 1 0 0,20 5 16 0 0,4-2-6 0 0,-1-2-1 0 0,1-1 0 0 0,41-5 0 0 0,75-19 16 0 0,-103 16-7 0 0,677-180-15 0 0,-575 147-16 0 0,-61 18-33 0 0,464-158-552 0 0,-538 179 590 0 0,61-30-230 0 0,-61 30 188 0 0,0-1-1 0 0,-1-1 1 0 0,1 1 0 0 0,-1-1-1 0 0,1 1 1 0 0,-1-1 0 0 0,0-1-1 0 0,-1 1 1 0 0,1 0 0 0 0,3-7-1 0 0,-6 10 35 0 0,0-1 0 0 0,-1 1 0 0 0,1-1 0 0 0,-1 1 0 0 0,1 0 0 0 0,-1-1-1 0 0,1 1 1 0 0,-1-1 0 0 0,0 1 0 0 0,0-1 0 0 0,0 1 0 0 0,0-1-1 0 0,0 1 1 0 0,0-1 0 0 0,0 1 0 0 0,0-1 0 0 0,-1 1 0 0 0,1-1 0 0 0,-1 1-1 0 0,1-1 1 0 0,-1 1 0 0 0,-1-2 0 0 0,1 0-2 0 0,-2 0 1 0 0,1 0 0 0 0,0 1-1 0 0,0-1 1 0 0,-1 1-1 0 0,0 0 1 0 0,1 0-1 0 0,-1 0 1 0 0,-5-3-1 0 0,-4-1-7 0 0,-1 0 0 0 0,1 1-1 0 0,-25-7 1 0 0,-3 3 1 0 0,0 2-1 0 0,-1 1 1 0 0,0 3 0 0 0,-47 1 0 0 0,-167 17 16 0 0,239-13 13 0 0,-370 42 285 0 0,-383 95 1 0 0,745-134-249 0 0,0 1 1 0 0,1 1-1 0 0,-37 17 1 0 0,59-24-42 0 0,1 1-1 0 0,0-1 1 0 0,0 0 0 0 0,-1 0-1 0 0,1 0 1 0 0,0 1 0 0 0,0-1 0 0 0,0 0-1 0 0,0 0 1 0 0,0 1 0 0 0,-1-1-1 0 0,1 0 1 0 0,0 1 0 0 0,0-1 0 0 0,0 0-1 0 0,0 0 1 0 0,0 1 0 0 0,0-1-1 0 0,0 0 1 0 0,0 1 0 0 0,0-1 0 0 0,0 0-1 0 0,0 1 1 0 0,0-1 0 0 0,0 0-1 0 0,0 0 1 0 0,0 1 0 0 0,0-1-1 0 0,1 0 1 0 0,-1 0 0 0 0,0 1 0 0 0,0-1-1 0 0,0 0 1 0 0,0 1 0 0 0,0-1-1 0 0,1 0 1 0 0,-1 0 0 0 0,0 0 0 0 0,0 1-1 0 0,0-1 1 0 0,1 0 0 0 0,-1 0-1 0 0,0 0 1 0 0,0 0 0 0 0,1 1 0 0 0,-1-1-1 0 0,0 0 1 0 0,1 0 0 0 0,-1 0-1 0 0,1 0 1 0 0,26 2 5 0 0,0-1 0 0 0,1-1 0 0 0,-1-2-1 0 0,34-6 1 0 0,-24 4 1 0 0,477-85-19 0 0,-4-35-5 0 0,-254 59 2 0 0,106-21 7 0 0,129-32 82 0 0,-479 114-75 0 0,-1 0 0 0 0,0 0 0 0 0,12-7 0 0 0,-22 10-1 0 0,-1 1-1 0 0,1 0 0 0 0,-1 0 1 0 0,1 0-1 0 0,-1 0 0 0 0,0 0 0 0 0,1 0 0 0 0,-1-1 0 0 0,1 1 0 0 0,-1 0 0 0 0,0 0 1 0 0,1-1-1 0 0,-1 1 0 0 0,1 0 0 0 0,-1 0 0 0 0,0-1 0 0 0,1 1 0 0 0,-1 0 0 0 0,0-1 1 0 0,0 1-1 0 0,1-1 0 0 0,-1 1 0 0 0,0 0 0 0 0,0-1 0 0 0,0 1 0 0 0,1-1 0 0 0,-1 1 1 0 0,0 0-1 0 0,0-1 0 0 0,0 1 0 0 0,0-1 0 0 0,0 1 0 0 0,0-1 0 0 0,0 1 0 0 0,0-1 1 0 0,0 1-1 0 0,0-1 0 0 0,0 1 0 0 0,0 0 0 0 0,0-1 0 0 0,0 1 0 0 0,-1-1 0 0 0,1 1 1 0 0,0-1-1 0 0,0 1 0 0 0,0 0 0 0 0,-1-1 0 0 0,1 1 0 0 0,0-1 0 0 0,0 1 0 0 0,-1 0 0 0 0,1-1 1 0 0,0 1-1 0 0,-1 0 0 0 0,1 0 0 0 0,0-1 0 0 0,-1 1 0 0 0,1 0 0 0 0,-1-1 0 0 0,-25-11-62 0 0,-23 3 21 0 0,-1 2 0 0 0,0 3 0 0 0,-61 1 0 0 0,62 2 31 0 0,-563 11-68 0 0,0 27 42 0 0,492-29 30 0 0,63-4-2 0 0,-234 19-67 0 0,335-37 114 0 0,284-60-23 0 0,-216 52 15 0 0,650-115 115 0 0,-720 132-138 0 0,9-1 94 0 0,69-18-1 0 0,-109 16-72 0 0,-11 8-27 0 0,0-1 1 0 0,1 1 0 0 0,-1 0-1 0 0,0 0 1 0 0,0 0 0 0 0,0-1-1 0 0,0 1 1 0 0,0 0 0 0 0,0 0-1 0 0,0-1 1 0 0,0 1 0 0 0,0 0-1 0 0,0-1 1 0 0,0 1 0 0 0,0 0-1 0 0,0 0 1 0 0,0-1 0 0 0,0 1-1 0 0,0 0 1 0 0,0 0-1 0 0,0-1 1 0 0,0 1 0 0 0,0 0-1 0 0,-1 0 1 0 0,1 0 0 0 0,0-1-1 0 0,0 1 1 0 0,0 0 0 0 0,0 0-1 0 0,0 0 1 0 0,-1-1 0 0 0,1 1-1 0 0,0 0 1 0 0,0 0 0 0 0,0 0-1 0 0,-1 0 1 0 0,1-1-1 0 0,0 1 1 0 0,0 0 0 0 0,-1 0-1 0 0,1 0 1 0 0,0 0 0 0 0,0 0-1 0 0,-1 0 1 0 0,1 0 0 0 0,0 0-1 0 0,0 0 1 0 0,-1 0 0 0 0,1 0-1 0 0,0 0 1 0 0,0 0 0 0 0,-1 0-1 0 0,1 0 1 0 0,-57-10 5 0 0,-89-5 1 0 0,-65 11 1 0 0,150 3-8 0 0,-1068 18-133 0 0,1034-7 82 0 0,92-10 53 0 0,35-3 1 0 0,420-88-15 0 0,43-9-46 0 0,-480 97 66 0 0,0-1 0 0 0,0-1 0 0 0,14-6 0 0 0,-27 10-2 0 0,-19-5 4 0 0,-9 3-23 0 0,-1 0 1 0 0,-46 1-1 0 0,31 2 25 0 0,-295 4 7 0 0,90 0-38 0 0,163-1 5 0 0,45 0 5 0 0,-1-2 0 0 0,-46-5-1 0 0,84 2-2 0 0,7-2 7 0 0,5-3-2 0 0,72-15-26 0 0,166-24-1 0 0,-192 38 33 0 0,80-10 12 0 0,226-2-1 0 0,-260 23 26 0 0,0 4 1 0 0,189 38-1 0 0,-268-40-21 0 0,1 2-1 0 0,-1 0 0 0 0,0 2 0 0 0,-1 0 0 0 0,0 1 0 0 0,0 2 1 0 0,-1 0-1 0 0,34 27 0 0 0,-52-37-10 0 0,-1 0 0 0 0,1 0 0 0 0,-1 1 1 0 0,0-1-1 0 0,0 1 0 0 0,0-1 0 0 0,0 1 1 0 0,0 0-1 0 0,0 0 0 0 0,-1 0 0 0 0,1 0 0 0 0,-1 0 1 0 0,0 0-1 0 0,0 0 0 0 0,0 0 0 0 0,-1 0 0 0 0,2 6 1 0 0,-3-5-3 0 0,1 1 1 0 0,0-1-1 0 0,-1 0 1 0 0,0 0-1 0 0,0 1 1 0 0,0-1-1 0 0,-1 0 0 0 0,1 0 1 0 0,-1 0-1 0 0,0 0 1 0 0,-4 6-1 0 0,-5 4-13 0 0,0-1 0 0 0,-1 0 0 0 0,0 0 0 0 0,0-2 0 0 0,-22 16 0 0 0,-19 10 0 0 0,-1-2-1 0 0,-1-2 1 0 0,-103 42-1 0 0,-187 51-37 0 0,337-123 44 0 0,1 0 0 0 0,0 0 0 0 0,0 1 0 0 0,0 0 0 0 0,-12 9 0 0 0,19-13 6 0 0,0 0-1 0 0,0 0 0 0 0,-1 1 0 0 0,1-1 0 0 0,0 0 0 0 0,0 0 0 0 0,0 0 0 0 0,-1 1 0 0 0,1-1 0 0 0,0 0 0 0 0,0 0 0 0 0,0 1 0 0 0,0-1 0 0 0,0 0 0 0 0,0 1 1 0 0,-1-1-1 0 0,1 0 0 0 0,0 0 0 0 0,0 1 0 0 0,0-1 0 0 0,0 0 0 0 0,0 1 0 0 0,0-1 0 0 0,0 0 0 0 0,0 1 0 0 0,0-1 0 0 0,0 0 0 0 0,1 0 0 0 0,-1 1 0 0 0,0-1 1 0 0,0 0-1 0 0,0 0 0 0 0,0 1 0 0 0,0-1 0 0 0,0 0 0 0 0,1 0 0 0 0,-1 1 0 0 0,0-1 0 0 0,0 0 0 0 0,0 0 0 0 0,1 1 0 0 0,-1-1 0 0 0,0 0 0 0 0,1 0 0 0 0,10 7 7 0 0,7-3-4 0 0,-1-1 1 0 0,2-1-1 0 0,21 1 1 0 0,-6-1-1 0 0,439 27 41 0 0,48 4-32 0 0,-3 30 4 0 0,-507-61-14 0 0,6 0-11 0 0,-1 1 0 0 0,0 1 0 0 0,1 0-1 0 0,-1 1 1 0 0,21 10 0 0 0,-37-14 9 0 0,0-1-1 0 0,0 1 1 0 0,1-1 0 0 0,-1 1 0 0 0,0-1 0 0 0,0 1-1 0 0,0-1 1 0 0,0 1 0 0 0,0 0 0 0 0,0-1 0 0 0,0 1-1 0 0,0-1 1 0 0,0 1 0 0 0,-1-1 0 0 0,1 1 0 0 0,0-1-1 0 0,0 1 1 0 0,0-1 0 0 0,-1 1 0 0 0,1-1 0 0 0,0 1-1 0 0,0-1 1 0 0,-1 1 0 0 0,1-1 0 0 0,-1 1 0 0 0,-2 2-3 0 0,0-1 0 0 0,-1 1 1 0 0,1-1-1 0 0,-1 0 1 0 0,1 0-1 0 0,-1-1 1 0 0,0 1-1 0 0,0-1 1 0 0,0 1-1 0 0,0-1 1 0 0,0 0-1 0 0,-7 0 1 0 0,2 1-1 0 0,-559 79-3 0 0,470-71 1 0 0,-126 14 15 0 0,-953 108 657 0 0,1105-123-551 0 0,18-4-6 0 0,0 3 1 0 0,1 2 0 0 0,-54 17-1 0 0,74-11-6 0 0,32-16-102 0 0,1 0 0 0 0,0 0-1 0 0,0 0 1 0 0,0 0 0 0 0,-1 0 0 0 0,1 1-1 0 0,0-1 1 0 0,0 0 0 0 0,0 0 0 0 0,-1 0-1 0 0,1 0 1 0 0,0 1 0 0 0,0-1 0 0 0,0 0-1 0 0,0 0 1 0 0,0 0 0 0 0,-1 1-1 0 0,1-1 1 0 0,0 0 0 0 0,0 0 0 0 0,0 0-1 0 0,0 1 1 0 0,0-1 0 0 0,0 0 0 0 0,0 0-1 0 0,0 1 1 0 0,0-1 0 0 0,0 0-1 0 0,0 0 1 0 0,0 1 0 0 0,0-1 0 0 0,0 0-1 0 0,0 0 1 0 0,0 1 0 0 0,0-1 0 0 0,0 0-1 0 0,0 0 1 0 0,0 1 0 0 0,1-1 0 0 0,-1 0-1 0 0,0 0 1 0 0,0 0 0 0 0,0 1-1 0 0,0-1 1 0 0,0 0 0 0 0,1 0 0 0 0,-1 0-1 0 0,0 0 1 0 0,0 1 0 0 0,0-1 0 0 0,1 0-1 0 0,-1 0 1 0 0,0 0 0 0 0,12 7 32 0 0,13 0-19 0 0,0-2 0 0 0,0-1 0 0 0,1 0 0 0 0,-1-2 0 0 0,28-1-1 0 0,11 1-3 0 0,647 28 30 0 0,48 2-2 0 0,-737-31-36 0 0,766 65 6 0 0,-738-56-9 0 0,-50-10 0 0 0,1 0 0 0 0,-1 0 0 0 0,0 0 0 0 0,0 0 1 0 0,0 0-1 0 0,0 0 0 0 0,1 0 0 0 0,-1 0 0 0 0,0 0 0 0 0,0 0 1 0 0,0 0-1 0 0,0 0 0 0 0,0 1 0 0 0,1-1 0 0 0,-1 0 0 0 0,0 0 1 0 0,0 0-1 0 0,0 0 0 0 0,0 0 0 0 0,0 0 0 0 0,0 0 1 0 0,1 1-1 0 0,-1-1 0 0 0,0 0 0 0 0,0 0 0 0 0,0 0 0 0 0,0 0 1 0 0,0 0-1 0 0,0 1 0 0 0,0-1 0 0 0,0 0 0 0 0,0 0 0 0 0,0 0 1 0 0,0 0-1 0 0,0 1 0 0 0,0-1 0 0 0,0 0 0 0 0,0 0 1 0 0,0 0-1 0 0,0 0 0 0 0,0 1 0 0 0,0-1 0 0 0,0 0 0 0 0,-6 7 3 0 0,-9 2-3 0 0,-12 1 1 0 0,-1 0 1 0 0,0-2-1 0 0,-1 0 1 0 0,-33 3-1 0 0,-2 1 2 0 0,-1235 235-114 0 0,759-149 114 0 0,515-94 7 0 0,-54 10-8 0 0,0 3 1 0 0,-103 37 0 0 0,178-53 2 0 0,0 1 1 0 0,0-1 0 0 0,0 1-1 0 0,0 0 1 0 0,0 0 0 0 0,0 0 0 0 0,1 1-1 0 0,-1-1 1 0 0,1 1 0 0 0,0 0-1 0 0,0 0 1 0 0,0 0 0 0 0,-5 7 0 0 0,8-9-5 0 0,1 0 0 0 0,-1 0 1 0 0,1 0-1 0 0,-1 0 0 0 0,1 0 1 0 0,-1 0-1 0 0,1 0 0 0 0,0 0 1 0 0,0 0-1 0 0,-1-1 0 0 0,1 1 0 0 0,0 0 1 0 0,0 0-1 0 0,2 1 0 0 0,-3-2 0 0 0,4 2 2 0 0,0 0 0 0 0,0 1 0 0 0,0-2-1 0 0,0 1 1 0 0,1 0 0 0 0,-1-1-1 0 0,0 0 1 0 0,1 0 0 0 0,-1 0 0 0 0,1-1-1 0 0,4 1 1 0 0,7 1 4 0 0,345 21-19 0 0,-234-19 17 0 0,1316 96 69 0 0,-1392-96-112 0 0,161 22-472 0 0,-190-18 421 0 0,-20-3 49 0 0,-10 3 30 0 0,-5-4 0 0 0,1 1 1 0 0,-1-1 0 0 0,-1-1 0 0 0,-23 3 0 0 0,14-2 5 0 0,-402 58 46 0 0,218-35-31 0 0,-27 5-26 0 0,-146 21 59 0 0,3 23 29 0 0,365-73-73 0 0,-103 29-21 0 0,101-27 18 0 0,1 0 0 0 0,-1 2-1 0 0,1-1 1 0 0,0 1-1 0 0,-22 18 1 0 0,33-24 4 0 0,1 0 1 0 0,0 0-1 0 0,0 0 1 0 0,0 0 0 0 0,0 0-1 0 0,0 0 1 0 0,0 0-1 0 0,0 1 1 0 0,0-1-1 0 0,0 0 1 0 0,0 1 0 0 0,1-1-1 0 0,-1 1 1 0 0,0-1-1 0 0,1 0 1 0 0,-1 1 0 0 0,1 0-1 0 0,0-1 1 0 0,0 1-1 0 0,-1-1 1 0 0,1 3-1 0 0,1-2 1 0 0,-1-1-1 0 0,1 1 1 0 0,0 0-1 0 0,-1-1 1 0 0,1 1-1 0 0,0-1 0 0 0,0 0 1 0 0,0 1-1 0 0,0-1 1 0 0,0 0-1 0 0,0 1 0 0 0,0-1 1 0 0,1 0-1 0 0,-1 0 1 0 0,0 0-1 0 0,1 0 1 0 0,-1 0-1 0 0,1 0 0 0 0,-1 0 1 0 0,3 0-1 0 0,18 9-2 0 0,1-1-1 0 0,0-1 0 0 0,46 10 1 0 0,76 4-1 0 0,-115-18 2 0 0,696 40 11 0 0,-147-16-4 0 0,-407-11 41 0 0,-171-17-43 0 0,-1 0 1 0 0,1 0 0 0 0,-1 0 0 0 0,1 0-1 0 0,0 0 1 0 0,-1 0 0 0 0,1 0 0 0 0,-1 0-1 0 0,1 0 1 0 0,-1 0 0 0 0,1 0 0 0 0,-1 1-1 0 0,1-1 1 0 0,-1 0 0 0 0,1 0 0 0 0,-1 1-1 0 0,1-1 1 0 0,-1 0 0 0 0,0 1 0 0 0,1-1 0 0 0,-1 0-1 0 0,1 1 1 0 0,-1-1 0 0 0,0 0 0 0 0,1 1-1 0 0,-1 0 1 0 0,-7 8 100 0 0,-22 5 41 0 0,-324 57 649 0 0,162-39-552 0 0,101-15-162 0 0,3-1 16 0 0,-146 44 0 0 0,224-57-93 0 0,1 1 1 0 0,0 0-1 0 0,0 0 0 0 0,0 0 1 0 0,0 1-1 0 0,1 0 1 0 0,-11 10-1 0 0,16-12-4 0 0,2-2 0 0 0,0 0-1 0 0,-1 1 1 0 0,1-1 0 0 0,0 0 0 0 0,0 0-1 0 0,0 0 1 0 0,0 0 0 0 0,0 1 0 0 0,1-1 0 0 0,-1 0-1 0 0,0 0 1 0 0,0 0 0 0 0,1 0 0 0 0,-1 0-1 0 0,1 0 1 0 0,-1 0 0 0 0,1 0 0 0 0,-1 0 0 0 0,1 0-1 0 0,0 0 1 0 0,-1 0 0 0 0,1 0 0 0 0,0 0-1 0 0,0 0 1 0 0,0-1 0 0 0,-1 1 0 0 0,1 0 0 0 0,0 0-1 0 0,0-1 1 0 0,0 1 0 0 0,0-1 0 0 0,0 1-1 0 0,1-1 1 0 0,-1 0 0 0 0,0 1 0 0 0,0-1 0 0 0,0 0-1 0 0,0 1 1 0 0,0-1 0 0 0,0 0 0 0 0,3 0 0 0 0,-1 0 4 0 0,26 6 4 0 0,0-2 1 0 0,0 0-1 0 0,46-2 1 0 0,90-12-9 0 0,-65 2-4 0 0,333-18-52 0 0,-383 23 46 0 0,-47 3 3 0 0,-5 1-27 0 0,-11 3 30 0 0,1 0 1 0 0,-1-1-1 0 0,1-1 0 0 0,-1 0 0 0 0,-23 0 0 0 0,8 1 1 0 0,-185 10 22 0 0,-15 3-63 0 0,196-16 29 0 0,31 0 14 0 0,1 0-1 0 0,0 0 1 0 0,0 0 0 0 0,0 0 0 0 0,0 0-1 0 0,0 0 1 0 0,0 0 0 0 0,-1 0-1 0 0,1 0 1 0 0,0 0 0 0 0,0 0 0 0 0,0 0-1 0 0,0 0 1 0 0,0 0 0 0 0,0 0-1 0 0,-1-1 1 0 0,1 1 0 0 0,0 0 0 0 0,0 0-1 0 0,0 0 1 0 0,0 0 0 0 0,0 0 0 0 0,0 0-1 0 0,0 0 1 0 0,0 0 0 0 0,0 0-1 0 0,0-1 1 0 0,0 1 0 0 0,-1 0 0 0 0,1 0-1 0 0,0 0 1 0 0,0 0 0 0 0,0 0 0 0 0,0 0-1 0 0,0-1 1 0 0,0 1 0 0 0,0 0-1 0 0,0 0 1 0 0,0 0 0 0 0,0 0 0 0 0,0 0-1 0 0,0 0 1 0 0,0-1 0 0 0,0 1 0 0 0,0 0-1 0 0,0 0 1 0 0,0 0 0 0 0,0 0-1 0 0,1 0 1 0 0,-1 0 0 0 0,0 0 0 0 0,0-1-1 0 0,14-8 2 0 0,66-29-988 0 0,2 4 1 0 0,101-27-1 0 0,-182 60 823 0 0,0 1 1 0 0,0 0-1 0 0,-1 0 1 0 0,1-1-1 0 0,0 1 1 0 0,0 0-1 0 0,0 0 1 0 0,0 0-1 0 0,0 0 1 0 0,0 0-1 0 0,0 0 1 0 0,-1 0-1 0 0,1 0 1 0 0,0 0-1 0 0,0 1 1 0 0,0-1-1 0 0,0 0 1 0 0,0 0-1 0 0,0 1 1 0 0,-1-1-1 0 0,1 1 1 0 0,0-1 0 0 0,8 15-2944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4.01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704 26 992 0 0,'-6'-8'5397'0'0,"-9"-6"-3043"0"0,2 11-1728 0 0,3 6-460 0 0,0 0 1 0 0,0 1 0 0 0,0 0-1 0 0,0 1 1 0 0,-13 8-1 0 0,-48 38 425 0 0,29-21-354 0 0,19-13-120 0 0,1 1 0 0 0,1 0 0 0 0,1 2 1 0 0,-28 35-1 0 0,-60 97 414 0 0,86-115-324 0 0,2 0 0 0 0,-21 56 0 0 0,-21 83 514 0 0,46-126-541 0 0,1-1-27 0 0,2 0-1 0 0,2 1 1 0 0,3 0-1 0 0,-3 54 0 0 0,3 110 226 0 0,5-168-268 0 0,-4 45 38 0 0,5-71-99 0 0,0 0 0 0 0,2 0 0 0 0,0 0 1 0 0,4 26-1 0 0,0-23 0 0 0,1-1 1 0 0,1 0-1 0 0,1 0 1 0 0,0 0-1 0 0,2-1 0 0 0,0 0 1 0 0,2-1-1 0 0,0 0 1 0 0,1-1-1 0 0,1 0 1 0 0,27 29-1 0 0,80 76 89 0 0,-17-19-85 0 0,19 8-19 0 0,-62-60-24 0 0,-2-2 15 0 0,1-2 0 0 0,89 55 1 0 0,-65-54-1 0 0,154 68 0 0 0,-45-51 6 0 0,-119-43-25 0 0,-29-11 14 0 0,0-3 1 0 0,1-1 0 0 0,90 6 0 0 0,139-14-8 0 0,-77-16-1142 0 0,-162 9-2673 0 0,57-16 0 0 0,-62 12-1627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4.95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1 729 636 0 0,'20'-15'7795'0'0,"-15"11"-7590"0"0,0 0-1 0 0,1 0 1 0 0,-1 0-1 0 0,1 1 1 0 0,0 0-1 0 0,0 0 1 0 0,0 1-1 0 0,1-1 1 0 0,10-1-1 0 0,68-11-259 0 0,-54 10 188 0 0,177-21-23 0 0,218-1-1 0 0,210 34-253 0 0,-615-7 26 0 0,-1 0 0 0 0,36-5 1 0 0,-53 5 72 0 0,-6 0-42 0 0,-84-5 37 0 0,-87 7 1 0 0,-90 19 74 0 0,157-12-8 0 0,-729 47 1746 0 0,820-58-1522 0 0,27-3-161 0 0,27-4-53 0 0,226-37 10 0 0,114-24-8 0 0,207-70 10 0 0,159-35 54 0 0,-544 129-72 0 0,-191 42-35 0 0,-16 1 8 0 0,-16 1 1 0 0,-597 42-74 0 0,337-14 57 0 0,-437 20-27 0 0,421-44 102 0 0,295-2-52 0 0,0 0 1 0 0,0 0-1 0 0,0-1 0 0 0,0 1 0 0 0,0-1 0 0 0,1 0 1 0 0,-1 0-1 0 0,0-1 0 0 0,0 1 0 0 0,-4-4 0 0 0,8 4-4 0 0,1 0-1 0 0,0 0 0 0 0,0 0 1 0 0,-1 0-1 0 0,1 0 0 0 0,0 1 0 0 0,0-1 1 0 0,0 0-1 0 0,0 0 0 0 0,0 1 1 0 0,2-2-1 0 0,-3 2 3 0 0,17-9 13 0 0,0 1-1 0 0,0 1 1 0 0,1 0 0 0 0,0 1-1 0 0,21-4 1 0 0,0 0-1 0 0,443-109-390 0 0,-238 71-1301 0 0,0 3-3292 0 0,-187 34 2063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6.37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1063 849 1008 0 0,'-85'1'2728'0'0,"-153"-5"1004"0"0,194 1-3245 0 0,0-2-1 0 0,0-2 1 0 0,-56-16 0 0 0,81 16-373 0 0,0 0 0 0 0,1-1 0 0 0,-1-1 0 0 0,1 0 0 0 0,-18-14 0 0 0,27 16-38 0 0,-1 0-1 0 0,1-1 1 0 0,0 0-1 0 0,0 0 1 0 0,1-1-1 0 0,0 0 0 0 0,1 0 1 0 0,0-1-1 0 0,-11-20 1 0 0,17 26-70 0 0,0 0 0 0 0,0 0 0 0 0,0 0 0 0 0,1 0 1 0 0,-1-1-1 0 0,1 1 0 0 0,0 0 0 0 0,0 0 1 0 0,0 0-1 0 0,1 0 0 0 0,-1 0 0 0 0,1-1 0 0 0,0 1 1 0 0,0 0-1 0 0,1 0 0 0 0,-1 1 0 0 0,1-1 0 0 0,0 0 1 0 0,0 0-1 0 0,4-5 0 0 0,4-6-3 0 0,1 1 0 0 0,0 0 0 0 0,18-16 0 0 0,1 2 6 0 0,1 2 0 0 0,1 2 0 0 0,1 1 0 0 0,1 1 0 0 0,1 2 0 0 0,0 1 0 0 0,76-27 0 0 0,-42 23 7 0 0,0 4-1 0 0,2 3 0 0 0,112-12 1 0 0,-125 23 35 0 0,1 2 0 0 0,-1 4 1 0 0,1 1-1 0 0,74 14 0 0 0,-130-15-36 0 0,-3-1-13 0 0,0 1 0 0 0,0-1 0 0 0,0 1 1 0 0,-1-1-1 0 0,1 1 0 0 0,0 0 0 0 0,0-1 0 0 0,-1 1 0 0 0,1-1 0 0 0,0 0 1 0 0,-1 1-1 0 0,1-1 0 0 0,-1 1 0 0 0,1-1 0 0 0,-1 1 0 0 0,1-1 0 0 0,-1 0 1 0 0,1 1-1 0 0,-1-1 0 0 0,1 0 0 0 0,-1 0 0 0 0,1 1 0 0 0,-1-1 0 0 0,0 0 1 0 0,-18 6 7 0 0,13-5-5 0 0,-70 15-50 0 0,1-3 0 0 0,-127 5 0 0 0,105-11 22 0 0,-128 6 167 0 0,0-10 0 0 0,-248-28 0 0 0,470 24-138 0 0,-6 1 15 0 0,-1-1-1 0 0,1-1 1 0 0,-10-3 0 0 0,19 5-20 0 0,-1 0-1 0 0,1 0 1 0 0,0 0-1 0 0,0 0 0 0 0,0 0 1 0 0,-1 0-1 0 0,1 0 1 0 0,0 0-1 0 0,0 0 1 0 0,0 0-1 0 0,-1 0 1 0 0,1-1-1 0 0,0 1 1 0 0,0 0-1 0 0,0 0 1 0 0,0 0-1 0 0,-1 0 1 0 0,1 0-1 0 0,0-1 1 0 0,0 1-1 0 0,0 0 0 0 0,0 0 1 0 0,0 0-1 0 0,0-1 1 0 0,0 1-1 0 0,-1 0 1 0 0,1 0-1 0 0,0 0 1 0 0,0-1-1 0 0,0 1 1 0 0,0 0-1 0 0,0 0 1 0 0,0 0-1 0 0,0-1 1 0 0,0 1-1 0 0,0 0 1 0 0,0 0-1 0 0,0-1 1 0 0,0 1-1 0 0,0 0 0 0 0,1 0 1 0 0,-1 0-1 0 0,0-1 1 0 0,0 1-1 0 0,0 0 1 0 0,0 0-1 0 0,0 0 1 0 0,0-1-1 0 0,0 1 1 0 0,1 0-1 0 0,-1 0 1 0 0,0 0-1 0 0,0 0 1 0 0,0 0-1 0 0,0-1 1 0 0,1 1-1 0 0,-1 0 1 0 0,0 0-1 0 0,0 0 0 0 0,0 0 1 0 0,1 0-1 0 0,-1 0 1 0 0,0 0-1 0 0,0 0 1 0 0,0 0-1 0 0,1 0 1 0 0,-1 0-1 0 0,13-7-15 0 0,-13 7 15 0 0,19-7 9 0 0,-1 2-1 0 0,1 0 0 0 0,1 1 1 0 0,23-2-1 0 0,-6 1 0 0 0,83-10-23 0 0,151 0 0 0 0,124 24-626 0 0,-259 2 49 0 0,65 2-329 0 0,-196-13 870 0 0,-8 0 15 0 0,-17 0 0 0 0,-33 0 23 0 0,-157-12 797 0 0,207 12-744 0 0,-7-5 10 0 0,19 0-39 0 0,0 0 1 0 0,0 0 0 0 0,0 1 0 0 0,1 0 0 0 0,13-4 0 0 0,56-10 15 0 0,-45 10-22 0 0,48-9 2 0 0,1 4 1 0 0,0 3-1 0 0,1 4 0 0 0,-1 4 1 0 0,1 3-1 0 0,0 4 0 0 0,97 18 1 0 0,2 13 41 0 0,-171-31-7 0 0,-12 2-20 0 0,-13 5-9 0 0,0-7-6 0 0,0-1 0 0 0,-1 0 0 0 0,1-1 0 0 0,0-1 1 0 0,-16 2-1 0 0,-69-1 13 0 0,85-3-17 0 0,-45-2 23 0 0,0-1 1 0 0,1-3-1 0 0,0-3 0 0 0,-88-25 0 0 0,135 31 11 0 0,1 0 0 0 0,0-1 1 0 0,-12-7-1 0 0,21 11-36 0 0,-1-1 1 0 0,1 1-1 0 0,-1 0 1 0 0,1-1-1 0 0,0 1 1 0 0,-1 0-1 0 0,1-1 1 0 0,0 1-1 0 0,-1 0 1 0 0,1-1-1 0 0,0 1 1 0 0,0-1-1 0 0,-1 1 1 0 0,1 0-1 0 0,0-1 1 0 0,0 1-1 0 0,0-1 1 0 0,0 1-1 0 0,0-1 1 0 0,0 1-1 0 0,0-1 1 0 0,-1 1-1 0 0,1-1 1 0 0,0 1-1 0 0,1-1 1 0 0,-1 1-1 0 0,0-1 1 0 0,0 1-1 0 0,0 0 1 0 0,0-1-1 0 0,0 1 1 0 0,0-1-1 0 0,1 1 1 0 0,-1-1-1 0 0,0 1 1 0 0,0-1 0 0 0,0 1-1 0 0,1 0 1 0 0,-1-1-1 0 0,0 1 1 0 0,1 0-1 0 0,0-1 1 0 0,15-13 25 0 0,3 4-20 0 0,1 2 0 0 0,1 0 0 0 0,-1 1 0 0 0,25-4 0 0 0,87-12-38 0 0,-45 13 33 0 0,2 3-1 0 0,-1 4 0 0 0,0 3 1 0 0,128 18-1 0 0,-205-16-82 0 0,68 13-326 0 0,-71-13 56 0 0,0 0 0 0 0,-1 1 0 0 0,1 0-1 0 0,-1 1 1 0 0,1 0 0 0 0,-1 0 0 0 0,9 6 0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7.75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82 205 432 0 0,'-1'-2'1177'0'0,"-69"-87"7098"0"0,69 88-8049 0 0,0 0-193 0 0,1 1-1 0 0,-1 0 1 0 0,1-1-1 0 0,-1 1 1 0 0,1 0-1 0 0,-1-1 1 0 0,1 1-1 0 0,-1-1 1 0 0,1 1-1 0 0,-1-1 1 0 0,1 1-1 0 0,0-1 1 0 0,-1 1-1 0 0,1-1 1 0 0,0 1-1 0 0,0-1 1 0 0,-1 0-1 0 0,1 1 1 0 0,0-1-1 0 0,0 1 1 0 0,0-1-1 0 0,0 0 1 0 0,-1 1-1 0 0,1-1 0 0 0,0-1 1 0 0,0 1-6 0 0,0-1 0 0 0,0 1 0 0 0,0 0 0 0 0,0-1-1 0 0,0 1 1 0 0,0-1 0 0 0,0 1 0 0 0,1-1 0 0 0,-1 1 0 0 0,0 0 0 0 0,1-1 0 0 0,-1 1 0 0 0,1 0-1 0 0,1-3 1 0 0,0 1-3 0 0,-1 1-17 0 0,0 0 0 0 0,0 1 0 0 0,0-1 0 0 0,1 1 0 0 0,-1 0 1 0 0,1-1-1 0 0,-1 1 0 0 0,1 0 0 0 0,-1 0 0 0 0,1 0 1 0 0,3-2-1 0 0,6-4 15 0 0,1 1 1 0 0,1 0-1 0 0,-1 0 1 0 0,1 1-1 0 0,0 1 0 0 0,0 0 1 0 0,26-3-1 0 0,-1 2 47 0 0,57 2-1 0 0,-81 2-69 0 0,-7 1 4 0 0,-1 1 0 0 0,0-1 1 0 0,1 1-1 0 0,-1 0 1 0 0,1 0-1 0 0,-1 0 0 0 0,10 5 1 0 0,168 47 938 0 0,-131-35-969 0 0,78 39 0 0 0,-82-34 20 0 0,41 27 23 0 0,-60-21-29 0 0,94 138 246 0 0,-103-138-12 0 0,-1 1 0 0 0,-1 1 1 0 0,-2 1-1 0 0,-1 0 1 0 0,-1 1-1 0 0,14 48 1 0 0,-3 11-57 0 0,28 177 0 0 0,-50-222-312 0 0,-1 88-1 0 0,-5-109-2235 0 0,-1-1 0 0 0,-11 45 0 0 0,5-41-2576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8.43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534 102 1336 0 0,'-2'-3'1242'0'0,"-52"-74"6224"0"0,45 65-7003 0 0,9 11-355 0 0,-2-2 1 0 0,2 3-100 0 0,-1 0 0 0 0,1 0 0 0 0,0 0 0 0 0,0 0 0 0 0,0 0 0 0 0,0 0 0 0 0,0 0 0 0 0,-1 0 0 0 0,1 0-1 0 0,0 0 1 0 0,0-1 0 0 0,0 1 0 0 0,0 0 0 0 0,0 0 0 0 0,0 0 0 0 0,0 0 0 0 0,-1 0 0 0 0,1 0-1 0 0,0-1 1 0 0,0 1 0 0 0,0 0 0 0 0,0 0 0 0 0,0 0 0 0 0,0 0 0 0 0,0 0 0 0 0,0-1 0 0 0,0 1 0 0 0,0 0-1 0 0,0 0 1 0 0,0 0 0 0 0,0 0 0 0 0,0-1 0 0 0,0 1 0 0 0,0 0 0 0 0,0 0 0 0 0,0 0 0 0 0,0 0 0 0 0,0-1-1 0 0,0 1 1 0 0,0 0 0 0 0,0 0 0 0 0,0 0 0 0 0,0 0 0 0 0,0 0 0 0 0,1-1 0 0 0,57 4 155 0 0,83 16 1 0 0,-69-8-143 0 0,86 10 282 0 0,-221-25-274 0 0,-71 5-1 0 0,39 1-19 0 0,-455-14 44 0 0,515 8-43 0 0,19 0 15 0 0,23 2-19 0 0,27 2-80 0 0,80 9-1583 0 0,-40 0-2830 0 0,-68-8 3863 0 0,13 1-2091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8.60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244 48 1820 0 0,'-24'-5'1360'0'0,"2"0"-180"0"0,-1 0-276 0 0,1 1-111 0 0,0-1-253 0 0,1-2-8 0 0,1 4-200 0 0,4-1 16 0 0,1 1-140 0 0,1 0 24 0 0,0 1-200 0 0,-5 0-192 0 0,7 6-728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09.79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314 485 1392 0 0,'-41'-47'5594'0'0,"36"40"-5274"0"0,0 0 1 0 0,0 0-1 0 0,1-1 1 0 0,0 0-1 0 0,0 0 0 0 0,1 0 1 0 0,0 0-1 0 0,-4-15 1 0 0,3-2 3 0 0,-1 4-77 0 0,2 0 0 0 0,-2-25 0 0 0,4 36-129 0 0,0 1-1 0 0,-1-1 1 0 0,-1 1-1 0 0,1-1 1 0 0,-8-14-1 0 0,-1-8 179 0 0,7 3-99 0 0,3 27-189 0 0,1 0 0 0 0,0 0 0 0 0,0 0 0 0 0,0-1 0 0 0,0 1 0 0 0,0 0-1 0 0,1 0 1 0 0,-1 0 0 0 0,1 0 0 0 0,-1 0 0 0 0,1 0 0 0 0,0 0 0 0 0,1-3 0 0 0,0 3-7 0 0,0-1-1 0 0,0 1 1 0 0,1 0 0 0 0,-1-1-1 0 0,1 1 1 0 0,0 1 0 0 0,-1-1 0 0 0,1 0-1 0 0,0 1 1 0 0,0-1 0 0 0,0 1-1 0 0,6-2 1 0 0,20-1 15 0 0,-21 6-16 0 0,-1 0 2 0 0,2 0-2 0 0,0 1 0 0 0,0-1 0 0 0,-1 2 0 0 0,1-1 1 0 0,-1 1-1 0 0,0 0 0 0 0,0 1 0 0 0,12 8 0 0 0,-4 0 13 0 0,0 0 1 0 0,22 25-1 0 0,-21-19 11 0 0,0 1-1 0 0,-2 1 0 0 0,0 1 0 0 0,-1 0 0 0 0,-1 0 0 0 0,-2 2 0 0 0,0-1 1 0 0,-1 1-1 0 0,6 27 0 0 0,-15-46-14 0 0,0 0-1 0 0,0-1 1 0 0,0 1 0 0 0,-1 0-1 0 0,1 0 1 0 0,-1 0 0 0 0,-1 0-1 0 0,1-1 1 0 0,-1 1 0 0 0,0 0-1 0 0,0 0 1 0 0,0-1 0 0 0,0 1-1 0 0,-1-1 1 0 0,0 1 0 0 0,0-1 0 0 0,0 0-1 0 0,-1 1 1 0 0,1-1 0 0 0,-1 0-1 0 0,-4 4 1 0 0,1-2-2 0 0,0-1-1 0 0,0 0 1 0 0,0 0 0 0 0,-1-1 0 0 0,0 1-1 0 0,0-1 1 0 0,0-1 0 0 0,-1 0 0 0 0,1 0-1 0 0,-1 0 1 0 0,-15 3 0 0 0,-2-2-12 0 0,0-1 1 0 0,-1 0-1 0 0,1-2 0 0 0,0-2 1 0 0,-1 0-1 0 0,1-1 1 0 0,-1-2-1 0 0,1 0 0 0 0,1-2 1 0 0,-1-1-1 0 0,1 0 0 0 0,-32-16 1 0 0,49 20-5 0 0,-1-1 1 0 0,1 0 0 0 0,0-1-1 0 0,0 0 1 0 0,1 0 0 0 0,-1-1-1 0 0,-9-10 1 0 0,13 13-1 0 0,1-1 1 0 0,-1 1-1 0 0,1-1 0 0 0,0 1 1 0 0,0-1-1 0 0,1 1 1 0 0,-1-1-1 0 0,1 0 1 0 0,0 0-1 0 0,-1 0 0 0 0,2 0 1 0 0,-1 0-1 0 0,0 0 1 0 0,1 0-1 0 0,0 0 1 0 0,0 0-1 0 0,0 0 0 0 0,1-5 1 0 0,2-3-13 0 0,1-1 0 0 0,0 1 0 0 0,0 0 1 0 0,1 0-1 0 0,1 0 0 0 0,0 1 0 0 0,1 0 0 0 0,0 0 1 0 0,1 0-1 0 0,0 1 0 0 0,11-11 0 0 0,3-1-5 0 0,1 1-1 0 0,1 0 0 0 0,41-25 0 0 0,-31 25 2 0 0,0 1 0 0 0,2 3 0 0 0,38-15 1 0 0,-48 23 19 0 0,0 1 1 0 0,1 1 0 0 0,-1 1-1 0 0,2 1 1 0 0,33-1 0 0 0,-50 5-4 0 0,1 1 1 0 0,0 1 0 0 0,-1 0 0 0 0,1 0-1 0 0,-1 2 1 0 0,21 5 0 0 0,-30-7 4 0 0,1 0 0 0 0,-1 0 1 0 0,1 0-1 0 0,-1 0 0 0 0,0 0 1 0 0,1 0-1 0 0,-1 1 1 0 0,0 0-1 0 0,0-1 0 0 0,0 1 1 0 0,0 0-1 0 0,0 0 0 0 0,-1 0 1 0 0,1 0-1 0 0,0 0 0 0 0,-1 0 1 0 0,0 0-1 0 0,1 1 1 0 0,-1-1-1 0 0,0 0 0 0 0,0 1 1 0 0,0-1-1 0 0,-1 1 0 0 0,1 0 1 0 0,-1-1-1 0 0,1 1 0 0 0,-1-1 1 0 0,0 1-1 0 0,0 0 1 0 0,0-1-1 0 0,0 1 0 0 0,0 0 1 0 0,-1-1-1 0 0,1 1 0 0 0,-2 3 1 0 0,-1 5 17 0 0,-1 0 0 0 0,-1-1 0 0 0,0 1 1 0 0,0-1-1 0 0,-1 0 0 0 0,0 0 0 0 0,-12 12 1 0 0,-56 60-1586 0 0,29-47-3431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0.23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14 115 1532 0 0,'-8'-11'2930'0'0,"7"8"-2825"0"0,0 0-1 0 0,0 0 0 0 0,0 0 0 0 0,1-1 0 0 0,-1 1 0 0 0,1 0 1 0 0,0-1-1 0 0,0 1 0 0 0,0 0 0 0 0,0 0 0 0 0,1-1 0 0 0,-1 1 1 0 0,1 0-1 0 0,0 0 0 0 0,0 0 0 0 0,0-1 0 0 0,0 1 0 0 0,0 0 1 0 0,1 0-1 0 0,-1 1 0 0 0,1-1 0 0 0,0 0 0 0 0,0 0 0 0 0,0 1 1 0 0,0 0-1 0 0,0-1 0 0 0,1 1 0 0 0,-1 0 0 0 0,1 0 0 0 0,0 0 1 0 0,-1 0-1 0 0,1 0 0 0 0,0 1 0 0 0,0-1 0 0 0,0 1 0 0 0,0 0 1 0 0,5-1-1 0 0,-1 1-49 0 0,-1 0 0 0 0,1 1-1 0 0,0 0 1 0 0,0 0 0 0 0,0 1 0 0 0,0 0 0 0 0,0 0 0 0 0,0 0 0 0 0,10 5 0 0 0,-5-2 97 0 0,0 2 1 0 0,-1-1-1 0 0,0 2 1 0 0,18 12 0 0 0,2 7 176 0 0,0 1 0 0 0,34 41 0 0 0,-54-57-339 0 0,11 12 97 0 0,-1 1 0 0 0,-1 2-1 0 0,-1-1 1 0 0,18 35 0 0 0,-33-52-186 0 0,1 1 0 0 0,-1 0 0 0 0,-1 0-1 0 0,1 0 1 0 0,-2 0 0 0 0,1 1 0 0 0,-1-1-1 0 0,-1 1 1 0 0,1 0 0 0 0,-2-1 0 0 0,1 1-1 0 0,-1 0 1 0 0,-1-1 0 0 0,0 1 0 0 0,0 0 0 0 0,-1-1-1 0 0,0 1 1 0 0,-4 10 0 0 0,0-8-819 0 0,1 1 0 0 0,-1-1 1 0 0,-1-1-1 0 0,-9 13 0 0 0,-1-3-1348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0.91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69 184 304 0 0,'-4'-34'2175'0'0,"2"24"-1767"0"0,1 1 0 0 0,0-1 0 0 0,0 0 1 0 0,1 1-1 0 0,0-1 0 0 0,0 0 0 0 0,2 1 0 0 0,-1-1 0 0 0,1 1 0 0 0,0-1 1 0 0,5-11-1 0 0,-6 19-366 0 0,0 1 1 0 0,0-1-1 0 0,0 1 1 0 0,0-1 0 0 0,0 1-1 0 0,1 0 1 0 0,-1-1 0 0 0,0 1-1 0 0,1 0 1 0 0,-1 0-1 0 0,1 0 1 0 0,-1 0 0 0 0,1 0-1 0 0,-1 0 1 0 0,1 1-1 0 0,0-1 1 0 0,0 1 0 0 0,-1-1-1 0 0,1 1 1 0 0,0-1-1 0 0,0 1 1 0 0,-1 0 0 0 0,1 0-1 0 0,0 0 1 0 0,0 0-1 0 0,0 0 1 0 0,-1 0 0 0 0,3 1-1 0 0,5 1 127 0 0,0 0-1 0 0,-1 0 0 0 0,1 1 1 0 0,12 5-1 0 0,8 6 41 0 0,0 1 0 0 0,0 1 0 0 0,-2 2 0 0 0,0 0 0 0 0,-1 2 0 0 0,-1 1 0 0 0,-1 1 0 0 0,-1 1 0 0 0,29 37 0 0 0,-42-46-153 0 0,-1 1 0 0 0,0 0 0 0 0,-2 0 0 0 0,1 1 0 0 0,-2 0 0 0 0,0 0 0 0 0,-1 1 0 0 0,0-1 0 0 0,-2 1 0 0 0,0 0 0 0 0,2 30 0 0 0,-5-36-36 0 0,0-1 0 0 0,-1 1 0 0 0,0 0-1 0 0,-1-1 1 0 0,0 1 0 0 0,-1-1 0 0 0,0 0 0 0 0,0 0 0 0 0,-1 0 0 0 0,0 0-1 0 0,-1-1 1 0 0,0 1 0 0 0,-1-1 0 0 0,0 0 0 0 0,0-1 0 0 0,-1 1 0 0 0,0-1 0 0 0,0-1-1 0 0,-1 1 1 0 0,-8 5 0 0 0,-2 0-26 0 0,0-1 1 0 0,0-1-1 0 0,-1-1 0 0 0,0 0 0 0 0,-1-2 0 0 0,-31 10 0 0 0,38-14-62 0 0,1-1 0 0 0,0-1-1 0 0,-1 0 1 0 0,0-1 0 0 0,1 0-1 0 0,-1-1 1 0 0,0 0 0 0 0,1-1-1 0 0,-1 0 1 0 0,0-1-1 0 0,1-1 1 0 0,-18-5 0 0 0,24 5 32 0 0,-1 0 0 0 0,1 0 0 0 0,0 0 0 0 0,1-1 0 0 0,-1 0 0 0 0,1 0 0 0 0,-1 0 0 0 0,1 0 0 0 0,0-1 0 0 0,1 0 1 0 0,-1 0-1 0 0,1-1 0 0 0,0 1 0 0 0,0-1 0 0 0,1 0 0 0 0,0 0 0 0 0,0 0 0 0 0,0 0 0 0 0,1 0 0 0 0,0-1 0 0 0,0 1 0 0 0,0-1 0 0 0,0-9 0 0 0,0 2 18 0 0,1 0-1 0 0,1 0 0 0 0,1 1 0 0 0,0-1 0 0 0,0 0 0 0 0,2 1 1 0 0,-1-1-1 0 0,2 1 0 0 0,0 0 0 0 0,10-22 0 0 0,-5 15 17 0 0,1 0 0 0 0,2 1 0 0 0,0 0 0 0 0,1 1 0 0 0,0 0 0 0 0,2 1-1 0 0,0 1 1 0 0,1 0 0 0 0,35-26 0 0 0,-42 35 26 0 0,1 1 0 0 0,0-1-1 0 0,1 2 1 0 0,0 0 0 0 0,0 0 0 0 0,0 1 0 0 0,0 0-1 0 0,1 1 1 0 0,-1 0 0 0 0,1 1 0 0 0,0 0-1 0 0,0 1 1 0 0,-1 0 0 0 0,1 1 0 0 0,0 0-1 0 0,0 1 1 0 0,0 0 0 0 0,0 1 0 0 0,-1 1 0 0 0,15 4-1 0 0,-8 0 31 0 0,1 1 0 0 0,-2 0 0 0 0,1 1 0 0 0,-1 1 0 0 0,0 1 0 0 0,-1 0 0 0 0,-1 2 0 0 0,0-1 0 0 0,0 2 0 0 0,-1 0 0 0 0,-1 1 0 0 0,19 26 0 0 0,-25-31-38 0 0,-1 0 0 0 0,0 1 0 0 0,-1-1-1 0 0,0 1 1 0 0,0 0 0 0 0,-1 1 0 0 0,-1-1 0 0 0,0 1 0 0 0,-1-1 0 0 0,0 1 0 0 0,0 0-1 0 0,-1 0 1 0 0,-1 0 0 0 0,0 0 0 0 0,-1-1 0 0 0,0 1 0 0 0,-1 0 0 0 0,0 0 0 0 0,-1-1-1 0 0,0 1 1 0 0,-1-1 0 0 0,-5 13 0 0 0,0-7-247 0 0,0 0 0 0 0,-1-1 1 0 0,-1 0-1 0 0,0-1 0 0 0,-1 0 0 0 0,-15 14 0 0 0,17-19-870 0 0,-2 0 1 0 0,1-1-1 0 0,-1 0 0 0 0,-23 12 1 0 0,15-10-1556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1.83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47 81 784 0 0,'-8'-11'1660'0'0,"0"0"-1"0"0,1-1 1 0 0,-12-24-1 0 0,18 34-1532 0 0,1 2-109 0 0,0 0-1 0 0,0 0 1 0 0,-1 0 0 0 0,1-1-1 0 0,0 1 1 0 0,0 0-1 0 0,0 0 1 0 0,-1 0-1 0 0,1-1 1 0 0,0 1-1 0 0,0 0 1 0 0,0 0-1 0 0,0-1 1 0 0,0 1 0 0 0,-1 0-1 0 0,1 0 1 0 0,0-1-1 0 0,0 1 1 0 0,0 0-1 0 0,0 0 1 0 0,0-1-1 0 0,0 1 1 0 0,0 0-1 0 0,0-1 1 0 0,0 1 0 0 0,0 0-1 0 0,0 0 1 0 0,0-1-1 0 0,0 1 1 0 0,0 0-1 0 0,0-1 1 0 0,0 1-1 0 0,0 0 1 0 0,1-1-1 0 0,4 1 33 0 0,0 1 0 0 0,0-1 0 0 0,0 1 0 0 0,0 0 0 0 0,-1 0-1 0 0,1 0 1 0 0,0 0 0 0 0,0 1 0 0 0,8 4 0 0 0,48 29 312 0 0,-32-18-302 0 0,0 0 109 0 0,0 1-1 0 0,0 1 0 0 0,35 33 1 0 0,-50-40-4 0 0,-2 1 1 0 0,0 1 0 0 0,0 0 0 0 0,-1 0-1 0 0,-1 1 1 0 0,-1 0 0 0 0,0 1-1 0 0,9 21 1 0 0,-2 5 142 0 0,22 89 0 0 0,-33-106-137 0 0,-1-1-1 0 0,-1 1 0 0 0,-2 0 1 0 0,0 0-1 0 0,-4 32 1 0 0,-7 11-10 0 0,-2 0-1 0 0,-4-1 1 0 0,-2-1 0 0 0,-42 100 0 0 0,-25 6-4059 0 0,65-139-329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2.41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74 888 0 0,'2'-5'603'0'0,"1"-1"0"0"0,0 1 0 0 0,0 0-1 0 0,0 0 1 0 0,1 0 0 0 0,0 1 0 0 0,-1-1 0 0 0,9-6 0 0 0,-9 8-475 0 0,0 1 0 0 0,0 0 0 0 0,0 0 0 0 0,0 0 0 0 0,0 0 1 0 0,1 0-1 0 0,-1 1 0 0 0,0 0 0 0 0,1-1 0 0 0,-1 1 0 0 0,1 0 1 0 0,0 1-1 0 0,-1-1 0 0 0,1 1 0 0 0,7-1 0 0 0,6 4 109 0 0,1 0 0 0 0,-1 2 0 0 0,0-1 1 0 0,0 2-1 0 0,-1 0 0 0 0,1 1 0 0 0,23 15 0 0 0,-10-4-101 0 0,-1 1 0 0 0,-1 1-1 0 0,26 25 1 0 0,-40-31 2 0 0,-1 1-1 0 0,0 0 0 0 0,-1 1 0 0 0,-1 0 1 0 0,0 1-1 0 0,-1 0 0 0 0,-1 1 0 0 0,-1 0 1 0 0,12 36-1 0 0,-7-7 65 0 0,-2-1 0 0 0,9 94 1 0 0,-17-103-218 0 0,-2 0 0 0 0,-2 1 1 0 0,-1-1-1 0 0,-2 0 0 0 0,-2 0 1 0 0,-1 0-1 0 0,-19 57 0 0 0,14-59-714 0 0,-3 0-1 0 0,0-1 0 0 0,-3-1 1 0 0,-27 42-1 0 0,5-28-3044 0 0,21-28 934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3.19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1 178 948 0 0,'7'-13'993'0'0,"1"1"-1"0"0,1 0 1 0 0,0 1 0 0 0,16-16-1 0 0,-12 15-595 0 0,1 1 0 0 0,0 0 0 0 0,0 1 0 0 0,1 1 0 0 0,30-14 0 0 0,-32 18-286 0 0,-1 0-1 0 0,1 1 0 0 0,0 1 1 0 0,0 0-1 0 0,0 0 0 0 0,0 2 0 0 0,0-1 1 0 0,1 2-1 0 0,-1 0 0 0 0,0 1 1 0 0,25 3-1 0 0,-13 2-1 0 0,-1 1 0 0 0,1 1 0 0 0,-1 1 0 0 0,-1 1 0 0 0,35 19-1 0 0,-23-7 138 0 0,0 1-1 0 0,51 45 1 0 0,-60-43-118 0 0,0 1-1 0 0,-1 1 1 0 0,-2 2-1 0 0,-1 0 1 0 0,25 44-1 0 0,-32-46 33 0 0,-1 1 1 0 0,-1 0-1 0 0,-1 1 0 0 0,-2 1 0 0 0,-1-1 1 0 0,9 52-1 0 0,-12-26 185 0 0,-1 0-1 0 0,-3 0 1 0 0,-11 109 0 0 0,4-124-215 0 0,-2 0 0 0 0,-2 0 0 0 0,-2-1 0 0 0,-1 0 0 0 0,-2-1 0 0 0,-21 41 0 0 0,14-41-80 0 0,-2-2 0 0 0,-2 0 0 0 0,-1-1 0 0 0,-58 58 0 0 0,-140 107-176 0 0,72-81-2164 0 0,44-47-4513 0 0,84-59 2993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6.61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863 1 1148 0 0,'0'0'5939'0'0,"0"0"-5890"0"0,-1 0 0 0 0,1 0 0 0 0,-1 0 0 0 0,1 0 0 0 0,-1 0 0 0 0,0 0 0 0 0,1 0 0 0 0,-1 0 1 0 0,1 0-1 0 0,-1 0 0 0 0,1 0 0 0 0,-1 1 0 0 0,1-1 0 0 0,-1 0 0 0 0,1 0 0 0 0,-1 1 0 0 0,1-1 0 0 0,-1 0 0 0 0,1 1 1 0 0,-1-1-1 0 0,0 1 0 0 0,0 31 759 0 0,-1 0-1 0 0,-13 57 1 0 0,-26 65-238 0 0,27-102-378 0 0,-6 19-52 0 0,-58 249 220 0 0,73-289-323 0 0,2 0 0 0 0,2 1 0 0 0,3 53 0 0 0,6-64 41 0 0,-7-20-76 0 0,-1 0 0 0 0,1 0 0 0 0,-1 0 0 0 0,1 0 0 0 0,-1-1 0 0 0,1 1 0 0 0,0 0 0 0 0,-1-1 0 0 0,1 1 0 0 0,0 0 0 0 0,0-1 0 0 0,0 1 0 0 0,-1-1 0 0 0,1 1 0 0 0,0-1 0 0 0,0 0 0 0 0,0 1 0 0 0,0-1 0 0 0,0 0 0 0 0,0 0 0 0 0,0 1 0 0 0,0-1 0 0 0,1 0 0 0 0,5-1-2 0 0,0-1-1 0 0,-1 0 1 0 0,1 0 0 0 0,-1-1-1 0 0,1 0 1 0 0,-1 0 0 0 0,0 0 0 0 0,0-1-1 0 0,0 0 1 0 0,-1 0 0 0 0,1-1 0 0 0,6-6-1 0 0,9-10-1 0 0,27-37 0 0 0,-44 52 4 0 0,3-2 5 0 0,0-1 0 0 0,-1-1 0 0 0,-1 1 0 0 0,1-1 0 0 0,-2 0 0 0 0,6-14-1 0 0,-11 20-9 0 0,1 3 3 0 0,-1 0 1 0 0,1 0-1 0 0,-1 0 0 0 0,1 0 1 0 0,-1 0-1 0 0,0 0 0 0 0,0 1 1 0 0,1-1-1 0 0,-1 0 0 0 0,0 0 1 0 0,0 1-1 0 0,0-1 0 0 0,0 1 1 0 0,0-1-1 0 0,0 1 0 0 0,0-1 1 0 0,0 1-1 0 0,0 0 0 0 0,0-1 1 0 0,0 1-1 0 0,0 0 0 0 0,0 0 1 0 0,0 0-1 0 0,-2 0 0 0 0,-21 4 13 0 0,20-3-11 0 0,-4 1-2 0 0,0 1 0 0 0,0 0 0 0 0,0 0 0 0 0,1 0 0 0 0,0 1 0 0 0,-1 0 0 0 0,-9 8 0 0 0,0 2-7 0 0,-22 23 0 0 0,35-33 11 0 0,4-4-1 0 0,-1 1-1 0 0,0-1 0 0 0,0 1 1 0 0,1 0-1 0 0,-1 0 0 0 0,0-1 1 0 0,1 1-1 0 0,-1 0 0 0 0,1 0 1 0 0,-1 0-1 0 0,1 0 0 0 0,-1 0 1 0 0,1 0-1 0 0,0-1 0 0 0,-1 1 1 0 0,1 0-1 0 0,0 0 0 0 0,0 0 1 0 0,0 0-1 0 0,0 0 0 0 0,-1 0 1 0 0,2 0-1 0 0,-1 2 0 0 0,0-3 2 0 0,1 1 0 0 0,-1 0 0 0 0,1 0 0 0 0,-1 0 0 0 0,1 0 0 0 0,0 0 0 0 0,-1-1-1 0 0,1 1 1 0 0,0 0 0 0 0,0-1 0 0 0,0 1 0 0 0,-1-1 0 0 0,1 1 0 0 0,0 0 0 0 0,0-1 0 0 0,0 0 0 0 0,2 1 0 0 0,2 1 2 0 0,1 0 1 0 0,0-1 0 0 0,0 0 0 0 0,-1 0 0 0 0,9 0 0 0 0,1-2-3 0 0,1 0 1 0 0,-1-2-1 0 0,1 1 1 0 0,-1-2-1 0 0,28-9 1 0 0,-16 2-8 0 0,-1-1 1 0 0,31-19 0 0 0,-55 31-1 0 0,-1-1 0 0 0,1 0 0 0 0,-1 0 1 0 0,1 0-1 0 0,0-1 0 0 0,-1 1 0 0 0,0 0 0 0 0,1 0 1 0 0,-1-1-1 0 0,0 1 0 0 0,0-1 0 0 0,0 1 0 0 0,0-1 1 0 0,2-3-1 0 0,-4 4 2 0 0,1 0 1 0 0,-1 0 0 0 0,0 0-1 0 0,1 0 1 0 0,-1 1 0 0 0,0-1-1 0 0,0 0 1 0 0,0 0-1 0 0,0 0 1 0 0,1 1 0 0 0,-1-1-1 0 0,0 0 1 0 0,0 1-1 0 0,-1-1 1 0 0,1 1 0 0 0,0-1-1 0 0,0 1 1 0 0,0 0 0 0 0,0 0-1 0 0,0-1 1 0 0,0 1-1 0 0,0 0 1 0 0,-1 0 0 0 0,1 0-1 0 0,0 0 1 0 0,0 0-1 0 0,-2 0 1 0 0,-2 0-3 0 0,-233-27 425 0 0,169 20-528 0 0,67 7 76 0 0,-2-4 12 0 0,2 2 9 0 0,12-1 16 0 0,28-5-57 0 0,78-13 70 0 0,-113 21-31 0 0,0 0 25 0 0,-3 0-14 0 0,1 0 0 0 0,-1 0 0 0 0,0 0 0 0 0,1 0 0 0 0,-1-1-1 0 0,1 1 1 0 0,-1 0 0 0 0,0 0 0 0 0,1 0 0 0 0,-1 0 0 0 0,1 0 0 0 0,-1 0 0 0 0,0 0 0 0 0,1 1-1 0 0,-1-1 1 0 0,1 0 0 0 0,-1 0 0 0 0,0 0 0 0 0,1 0 0 0 0,-1 0 0 0 0,1 1 0 0 0,-1-1-1 0 0,0 0 1 0 0,1 0 0 0 0,-1 0 0 0 0,0 1 0 0 0,0-1 0 0 0,1 0 0 0 0,-1 1 0 0 0,0-1 0 0 0,0 0-1 0 0,1 1 1 0 0,-1-1 0 0 0,0 0 0 0 0,0 1 0 0 0,0-1 0 0 0,1 0 0 0 0,-1 1 0 0 0,0 0-1 0 0,-1 0 1 0 0,1 0-1 0 0,-1 0 0 0 0,1 1 1 0 0,-1-1-1 0 0,0 0 0 0 0,0 0 1 0 0,0 0-1 0 0,1 0 0 0 0,-1 0 0 0 0,0 0 1 0 0,-2 2-1 0 0,-37 25-6 0 0,-3-4-2 0 0,-2-2-1 0 0,0-3 1 0 0,-1-1 0 0 0,-96 23-1 0 0,-202 19-20 0 0,285-52 22 0 0,-19-1 0 0 0,75-7 3 0 0,5-1-3 0 0,-1 0 6 0 0,1 0 0 0 0,0-1 0 0 0,0 1 0 0 0,0 0 1 0 0,-1 1-1 0 0,1-1 0 0 0,0 0 0 0 0,0 1 0 0 0,0-1 0 0 0,0 1 1 0 0,1-1-1 0 0,-1 1 0 0 0,4 0 0 0 0,13-3 9 0 0,315-62-51 0 0,-152 41 126 0 0,-180 24-98 0 0,3 1 19 0 0,-4-1-3 0 0,-1 0 0 0 0,0 0-1 0 0,0 0 1 0 0,1 0 0 0 0,-1 0-1 0 0,0 0 1 0 0,1 0 0 0 0,-1 0 0 0 0,0 0-1 0 0,1 0 1 0 0,-1 0 0 0 0,0 0 0 0 0,0 0-1 0 0,1 0 1 0 0,-1 0 0 0 0,0 0 0 0 0,1 0-1 0 0,-1 0 1 0 0,0 0 0 0 0,0 1 0 0 0,1-1-1 0 0,-1 0 1 0 0,0 0 0 0 0,0 0 0 0 0,1 0-1 0 0,-1 1 1 0 0,0-1 0 0 0,0 0 0 0 0,0 0-1 0 0,1 1 1 0 0,-2 1-1 0 0,0 1 0 0 0,0-1 0 0 0,-1 0 0 0 0,1 1 0 0 0,0-1 0 0 0,-1 0 0 0 0,1 0 0 0 0,-1 0 0 0 0,0 0 0 0 0,0 0 0 0 0,0 0 0 0 0,0-1 0 0 0,-2 3 0 0 0,-37 24 8 0 0,27-19-17 0 0,-11 7-20 0 0,9-5-91 0 0,0 0 0 0 0,-22 21 1 0 0,37-32 92 0 0,1 0 1 0 0,-1 0 0 0 0,1 1 0 0 0,-1-1-1 0 0,1 0 1 0 0,0 1 0 0 0,-1-1 0 0 0,1 1-1 0 0,-1-1 1 0 0,1 0 0 0 0,0 1 0 0 0,-1-1-1 0 0,1 1 1 0 0,0-1 0 0 0,-1 1 0 0 0,1-1-1 0 0,0 1 1 0 0,0-1 0 0 0,-1 1-1 0 0,1 0 1 0 0,0-1 0 0 0,0 1 0 0 0,0-1-1 0 0,0 1 1 0 0,0-1 0 0 0,0 1 0 0 0,0 0-1 0 0,0-1 1 0 0,0 1 0 0 0,0-1 0 0 0,0 1-1 0 0,0 0 1 0 0,0-1 0 0 0,1 1-1 0 0,-1-1 1 0 0,0 1 0 0 0,0-1 0 0 0,1 1-1 0 0,-1-1 1 0 0,0 1 0 0 0,1-1 0 0 0,-1 1-1 0 0,0-1 1 0 0,1 0 0 0 0,-1 1 0 0 0,1-1-1 0 0,-1 1 1 0 0,1-1 0 0 0,-1 0 0 0 0,1 1-1 0 0,-1-1 1 0 0,1 0 0 0 0,27 7-1779 0 0,9-8-1935 0 0,-16-1 1125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7.48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8 116 784 0 0,'-1'-2'275'0'0,"0"0"1"0"0,0 0-1 0 0,0 0 0 0 0,0-1 0 0 0,1 1 1 0 0,-1 0-1 0 0,1-1 0 0 0,-1 1 1 0 0,1-1-1 0 0,0 1 0 0 0,0 0 0 0 0,0-1 1 0 0,0 1-1 0 0,0-1 0 0 0,1 1 1 0 0,-1 0-1 0 0,1-1 0 0 0,1-3 0 0 0,-1 3-152 0 0,1 0 0 0 0,0 0 0 0 0,0 0 0 0 0,0 0 0 0 0,0 1-1 0 0,0-1 1 0 0,1 1 0 0 0,-1 0 0 0 0,1 0 0 0 0,0-1 0 0 0,0 2 0 0 0,3-3-1 0 0,4-1-33 0 0,0 0-1 0 0,0 1 0 0 0,0 0 0 0 0,1 1 0 0 0,0 0 0 0 0,-1 1 1 0 0,21-2-1 0 0,2 2 52 0 0,-1 1 0 0 0,0 1 0 0 0,59 9 0 0 0,-78-6-25 0 0,1 0-1 0 0,-1 1 1 0 0,1 0-1 0 0,-1 1 1 0 0,0 0 0 0 0,-1 1-1 0 0,0 0 1 0 0,0 1-1 0 0,0 1 1 0 0,-1 0 0 0 0,21 19-1 0 0,-13-6 136 0 0,-1 1-1 0 0,-1 0 1 0 0,-1 2-1 0 0,14 27 1 0 0,-28-47-238 0 0,18 30 269 0 0,-1 1 1 0 0,-2 1-1 0 0,17 53 1 0 0,-33-86-275 0 0,40 165 798 0 0,-38-150-626 0 0,-1 1-1 0 0,-1-1 1 0 0,0 1 0 0 0,-1-1-1 0 0,-2 1 1 0 0,0-1 0 0 0,-5 24-1 0 0,-4-4-64 0 0,-1-1 0 0 0,-2-1-1 0 0,-2 0 1 0 0,-37 63 0 0 0,20-48-78 0 0,-2-2 1 0 0,-59 65-1 0 0,50-68-283 0 0,-2-3 0 0 0,-56 42 0 0 0,-39 13-7328 0 0,106-78 2738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8.29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521 0 1484 0 0,'6'9'3588'0'0,"-4"-3"-3249"0"0,-1 0 0 0 0,0 0-1 0 0,0 0 1 0 0,0 1-1 0 0,-1-1 1 0 0,0 0-1 0 0,0 1 1 0 0,0-1 0 0 0,-1 0-1 0 0,0 1 1 0 0,-1-1-1 0 0,1 0 1 0 0,-1 0-1 0 0,0 0 1 0 0,0 0 0 0 0,-6 9-1 0 0,-3 6-140 0 0,-2 0 0 0 0,0-1-1 0 0,-17 20 1 0 0,-1-3-6 0 0,-1-2 1 0 0,-49 41-1 0 0,-80 51-12 0 0,146-115-159 0 0,-6 2 4 0 0,2 2 1 0 0,0 0-1 0 0,1 1 0 0 0,-24 29 1 0 0,41-45-25 0 0,0-1 0 0 0,1 1 0 0 0,-1 0 0 0 0,1-1 0 0 0,-1 1 0 0 0,0 0-1 0 0,1 0 1 0 0,0-1 0 0 0,-1 1 0 0 0,1 0 0 0 0,-1 0 0 0 0,1 0 0 0 0,0-1 0 0 0,0 1 0 0 0,0 0 0 0 0,-1 0 0 0 0,1 0 0 0 0,0 0 0 0 0,0 0 0 0 0,0 0 0 0 0,0-1 0 0 0,1 3 0 0 0,-1-3-3 0 0,0 1 0 0 0,1-1 1 0 0,-1 1-1 0 0,1-1 0 0 0,0 1 1 0 0,-1-1-1 0 0,1 1 0 0 0,-1-1 1 0 0,1 1-1 0 0,0-1 1 0 0,-1 0-1 0 0,1 1 0 0 0,0-1 1 0 0,-1 0-1 0 0,1 0 0 0 0,0 0 1 0 0,-1 1-1 0 0,1-1 0 0 0,0 0 1 0 0,0 0-1 0 0,33-2-89 0 0,-33 2 89 0 0,17-4-71 0 0,0-1 0 0 0,0 0-1 0 0,0-1 1 0 0,-1-1-1 0 0,30-17 1 0 0,-25 13 15 0 0,17-10-11 0 0,-1-1 0 0 0,-1-1 0 0 0,-1-2-1 0 0,37-34 1 0 0,-71 57 67 0 0,0 0-1 0 0,0 0 0 0 0,0 1 0 0 0,0-1 0 0 0,0-1 0 0 0,-1 1 0 0 0,1 0 1 0 0,0 0-1 0 0,-1-1 0 0 0,0 1 0 0 0,0 0 0 0 0,1-1 0 0 0,-1 0 0 0 0,-1 1 1 0 0,1-1-1 0 0,0 1 0 0 0,0-7 0 0 0,-1 9 5 0 0,0 0 0 0 0,0-1 0 0 0,0 1 0 0 0,0-1 0 0 0,-1 1 0 0 0,1-1 0 0 0,0 1 0 0 0,0 0 0 0 0,0-1 0 0 0,-1 1 0 0 0,1-1 0 0 0,0 1 0 0 0,0 0 0 0 0,-1-1 0 0 0,1 1 0 0 0,0 0 0 0 0,-1-1 0 0 0,1 1 0 0 0,0 0 0 0 0,-1-1 0 0 0,1 1 0 0 0,-1 0 0 0 0,1 0 0 0 0,0 0 0 0 0,-1-1 0 0 0,1 1 0 0 0,-1 0 0 0 0,1 0 0 0 0,-1 0 0 0 0,0 0 0 0 0,-17-1 119 0 0,5 3-60 0 0,1 0 0 0 0,-1 0 0 0 0,1 2 0 0 0,0 0 0 0 0,-16 6 0 0 0,-62 34 278 0 0,53-24-223 0 0,13-9-67 0 0,1 1 0 0 0,1 1 0 0 0,0 1-1 0 0,-37 31 1 0 0,59-45-51 0 0,-1 1 1 0 0,1-1-1 0 0,-1 0 0 0 0,1 0 0 0 0,-1 1 0 0 0,1-1 1 0 0,0 1-1 0 0,-1-1 0 0 0,1 0 0 0 0,0 1 0 0 0,-1-1 1 0 0,1 1-1 0 0,0-1 0 0 0,0 0 0 0 0,-1 1 1 0 0,1-1-1 0 0,0 1 0 0 0,0-1 0 0 0,0 1 0 0 0,-1-1 1 0 0,1 1-1 0 0,0-1 0 0 0,0 1 0 0 0,0-1 0 0 0,0 1 1 0 0,0-1-1 0 0,0 1 0 0 0,0-1 0 0 0,0 1 1 0 0,0 0-1 0 0,1-1 0 0 0,-1 1 0 0 0,0-1 0 0 0,0 1 1 0 0,0-1-1 0 0,0 0 0 0 0,1 1 0 0 0,-1-1 0 0 0,0 1 1 0 0,1-1-1 0 0,-1 1 0 0 0,0-1 0 0 0,1 0 0 0 0,-1 1 1 0 0,0-1-1 0 0,1 0 0 0 0,-1 1 0 0 0,1-1 1 0 0,-1 0-1 0 0,0 1 0 0 0,1-1 0 0 0,-1 0 0 0 0,1 0 1 0 0,-1 0-1 0 0,1 1 0 0 0,-1-1 0 0 0,1 0 0 0 0,-1 0 1 0 0,1 0-1 0 0,-1 0 0 0 0,1 0 0 0 0,0 0 0 0 0,0 0 1 0 0,3 1-156 0 0,1-1 1 0 0,0 1-1 0 0,-1-1 1 0 0,1 0-1 0 0,-1 0 1 0 0,5-1-1 0 0,8-4-1157 0 0,-1 0 0 0 0,0 0 0 0 0,0-2 0 0 0,22-11-1 0 0,-19 7-1271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8.91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1 740 0 0,'8'8'2940'0'0,"-3"-3"-2480"0"0,0 0-1 0 0,0 0 1 0 0,0 0 0 0 0,1-1 0 0 0,8 6 0 0 0,2 1-69 0 0,-15-9-284 0 0,11 2 562 0 0,-10-3-623 0 0,-1 0 1 0 0,1 0-1 0 0,0 0 1 0 0,-1-1-1 0 0,1 1 0 0 0,0 0 1 0 0,-1-1-1 0 0,1 0 1 0 0,0 1-1 0 0,0-1 0 0 0,-1 0 1 0 0,1 0-1 0 0,0 0 1 0 0,0 0-1 0 0,0 0 0 0 0,-1 0 1 0 0,1 0-1 0 0,0-1 1 0 0,0 1-1 0 0,-1-1 0 0 0,1 1 1 0 0,0-1-1 0 0,1-1 1 0 0,8-1 1188 0 0,-50 19-845 0 0,-39 12-608 0 0,76-27-59 0 0,-3 1 38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19.50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58 1232 0 0,'10'-29'4032'0'0,"-6"26"-3913"0"0,0 0-1 0 0,1 0 0 0 0,-1 0 0 0 0,0 1 1 0 0,1-1-1 0 0,0 1 0 0 0,0 0 0 0 0,-1 1 1 0 0,1-1-1 0 0,0 1 0 0 0,0 0 0 0 0,0 0 1 0 0,0 0-1 0 0,1 1 0 0 0,-1 0 0 0 0,0 0 0 0 0,9 1 1 0 0,2 1 43 0 0,-1 0 0 0 0,0 1 0 0 0,0 1 1 0 0,-1 1-1 0 0,16 6 0 0 0,0 4 266 0 0,0 1 1 0 0,-1 1-1 0 0,36 29 0 0 0,-47-34-329 0 0,19 19 10 0 0,-32-26-103 0 0,-4-4-10 0 0,7 7 107 0 0,-7-8-105 0 0,-1 0-1 0 0,1 1 0 0 0,-1-1 1 0 0,1 0-1 0 0,-1 1 1 0 0,1-1-1 0 0,-1 0 1 0 0,1 1-1 0 0,-1-1 0 0 0,1 1 1 0 0,-1-1-1 0 0,1 1 1 0 0,-1-1-1 0 0,1 1 0 0 0,-1-1 1 0 0,0 1-1 0 0,1-1 1 0 0,-1 1-1 0 0,0-1 1 0 0,0 1-1 0 0,0 0 0 0 0,1-1 1 0 0,-1 1-1 0 0,0 0 1 0 0,-10 17-1575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21.18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66 332 0 0,'0'0'2198'0'0,"22"-11"1391"0"0,-10-1-1915 0 0,14-6-722 0 0,4-4 1032 0 0,-29 21-1916 0 0,19-1-47 0 0,-1 3 26 0 0,0 1 0 0 0,0 0 0 0 0,0 1 0 0 0,-1 1 0 0 0,1 1 0 0 0,-1 1 0 0 0,34 15 0 0 0,-30-10 127 0 0,0 1 1 0 0,-1 1-1 0 0,-1 1 0 0 0,0 0 0 0 0,33 33 1 0 0,-44-37-26 0 0,-1 0-1 0 0,0 0 1 0 0,-1 1 0 0 0,0 0-1 0 0,-1 0 1 0 0,0 1 0 0 0,-1 0 0 0 0,0 0-1 0 0,-1 0 1 0 0,4 17 0 0 0,-2 1-38 0 0,7 21-64 0 0,-12-49-49 0 0,4 29 9 0 0,8-2 3 0 0,-7-15-10 0 0,-4-8 3 0 0,0-1 0 0 0,0 1 0 0 0,0 0 0 0 0,-1 0 0 0 0,1 0 0 0 0,-1 0-1 0 0,-1 0 1 0 0,1 0 0 0 0,-1 0 0 0 0,-1 7 0 0 0,1 1-12 0 0,-1 0-70 0 0,0 1 0 0 0,-1-1 0 0 0,0 0 0 0 0,-2 0 0 0 0,1-1 0 0 0,-2 1 0 0 0,1-1 0 0 0,-2 1 0 0 0,-10 17 0 0 0,1-5-1590 0 0,-2-1 1 0 0,0 0 0 0 0,-30 30 0 0 0,15-21-2537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22.08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308 62 460 0 0,'0'0'3051'0'0,"-20"-12"-286"0"0,-90-26 850 0 0,103 35-3476 0 0,1 1 1 0 0,-1 0 0 0 0,0 1-1 0 0,0-1 1 0 0,1 1-1 0 0,-1 1 1 0 0,-7-1 0 0 0,11 1-118 0 0,0 1 0 0 0,0-1 0 0 0,0 0 1 0 0,0 1-1 0 0,0 0 0 0 0,1-1 1 0 0,-1 1-1 0 0,0 0 0 0 0,1 1 0 0 0,-1-1 1 0 0,0 0-1 0 0,1 1 0 0 0,0-1 1 0 0,-1 1-1 0 0,1 0 0 0 0,0 0 0 0 0,0 0 1 0 0,-3 3-1 0 0,-3 5 91 0 0,1 1 1 0 0,-1 0-1 0 0,2 0 1 0 0,0 1-1 0 0,0 0 0 0 0,1 0 1 0 0,1 0-1 0 0,0 1 1 0 0,-4 21-1 0 0,6-24-78 0 0,2-1 1 0 0,-1 0-1 0 0,1 0 0 0 0,0 0 1 0 0,1 0-1 0 0,0 0 0 0 0,1 0 0 0 0,0 0 1 0 0,0 0-1 0 0,1 0 0 0 0,0-1 1 0 0,1 1-1 0 0,-1-1 0 0 0,11 15 1 0 0,-7-12-45 0 0,0-1 0 0 0,1-1 1 0 0,1 0-1 0 0,-1 0 0 0 0,2-1 1 0 0,-1 0-1 0 0,1 0 1 0 0,11 6-1 0 0,35 15-1817 0 0,3-8-3544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22.38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49 28 1848 0 0,'-40'-28'7621'0'0,"40"29"-7571"0"0,0-1 0 0 0,-1 0 0 0 0,1 0 0 0 0,-1 0-1 0 0,1 0 1 0 0,-1 1 0 0 0,1-1 0 0 0,0 0 0 0 0,-1 0 0 0 0,1 1 0 0 0,-1-1 0 0 0,1 0 0 0 0,0 0 0 0 0,-1 1 0 0 0,1-1-1 0 0,0 1 1 0 0,0-1 0 0 0,-1 0 0 0 0,1 1 0 0 0,0-1 0 0 0,0 1 0 0 0,0-1 0 0 0,-1 0 0 0 0,1 1 0 0 0,0-1 0 0 0,0 1-1 0 0,0-1 1 0 0,0 1 0 0 0,0-1 0 0 0,0 1 0 0 0,0-1 0 0 0,0 1 0 0 0,0-1 0 0 0,0 1 0 0 0,2 18 766 0 0,5 6-315 0 0,1-1 0 0 0,1 1 0 0 0,1-1 0 0 0,25 42 0 0 0,-7-20-305 0 0,46 54 1 0 0,-57-80-157 0 0,1 0 0 0 0,0-1 0 0 0,41 30 0 0 0,-43-38-1054 0 0,34 19 1 0 0,-37-24-743 0 0,0 0 1 0 0,1-1 0 0 0,15 4-1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25.19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225 813 1928 0 0,'-8'-1'1001'0'0,"1"-1"0"0"0,-1 1 0 0 0,1 1 0 0 0,-1 0 0 0 0,0 0 0 0 0,-12 2 0 0 0,17-2-902 0 0,1 0-1 0 0,0 0 1 0 0,0 1 0 0 0,-1-1-1 0 0,1 1 1 0 0,0 0 0 0 0,0-1 0 0 0,0 1-1 0 0,0 0 1 0 0,0 0 0 0 0,0 1-1 0 0,0-1 1 0 0,0 0 0 0 0,0 1-1 0 0,0-1 1 0 0,1 1 0 0 0,-1-1-1 0 0,0 1 1 0 0,1 0 0 0 0,0 0 0 0 0,-1-1-1 0 0,1 1 1 0 0,0 0 0 0 0,0 0-1 0 0,0 0 1 0 0,-1 4 0 0 0,2-4-54 0 0,0 1 1 0 0,0-1-1 0 0,0 1 1 0 0,0 0-1 0 0,0-1 1 0 0,0 1-1 0 0,1-1 1 0 0,0 1-1 0 0,-1-1 1 0 0,1 1-1 0 0,0-1 1 0 0,0 0-1 0 0,0 1 1 0 0,0-1-1 0 0,1 0 1 0 0,-1 0-1 0 0,1 0 1 0 0,-1 0-1 0 0,1 0 1 0 0,0 0-1 0 0,0 0 1 0 0,0 0-1 0 0,0-1 1 0 0,0 1-1 0 0,0-1 1 0 0,0 1-1 0 0,0-1 1 0 0,1 0-1 0 0,2 1 1 0 0,7 3-3 0 0,0 0 1 0 0,0 0-1 0 0,0-1 0 0 0,18 3 1 0 0,176 17 34 0 0,-83-12-1692 0 0,-121-12 1546 0 0,-10 6-219 0 0,7-5 286 0 0,0-1-1 0 0,0 1 0 0 0,0-1 0 0 0,0 1 0 0 0,0 0 0 0 0,1-1 0 0 0,-1 0 0 0 0,0 1 0 0 0,-1-1 0 0 0,1 1 0 0 0,0-1 0 0 0,0 0 1 0 0,0 0-1 0 0,0 0 0 0 0,0 0 0 0 0,0 0 0 0 0,-2 0 0 0 0,-33 3-13 0 0,-50-3 93 0 0,65 0 23 0 0,10-1-47 0 0,0 1 0 0 0,0 0 0 0 0,0 1 0 0 0,-12 2-1 0 0,21-2 57 0 0,4 0-91 0 0,0 0 1 0 0,1 0-1 0 0,-1 0 0 0 0,0 0 0 0 0,1 0 0 0 0,0 0 0 0 0,-1-1 0 0 0,1 1 0 0 0,-1-1 0 0 0,1 0 0 0 0,3 0 0 0 0,92 2 70 0 0,91-2-94 0 0,-184 0-81 0 0,-1 0 0 0 0,1 0-1 0 0,-1 0 1 0 0,1-1 0 0 0,-1 0 0 0 0,1 0-1 0 0,-1 0 1 0 0,0 0 0 0 0,1-1 0 0 0,-1 1-1 0 0,0-1 1 0 0,0 0 0 0 0,7-5 0 0 0,-11 6 73 0 0,1 1 0 0 0,-1-1 0 0 0,0 0-1 0 0,1 1 1 0 0,-1-1 0 0 0,0 0 0 0 0,0 0 0 0 0,0 1 0 0 0,0-1 0 0 0,0 0 0 0 0,0 1 0 0 0,0-1 0 0 0,0 0 0 0 0,0 0 0 0 0,0 1 0 0 0,0-1 0 0 0,0 0 0 0 0,-1 1 0 0 0,1-1 0 0 0,0 0 0 0 0,-1 1 0 0 0,1-1 0 0 0,0 0 0 0 0,-1 1-1 0 0,1-1 1 0 0,0 1 0 0 0,-1-1 0 0 0,1 1 0 0 0,-1-1 0 0 0,0 0 0 0 0,-16-15-104 0 0,0 5 88 0 0,0 1 0 0 0,-1 1 0 0 0,0 1 0 0 0,-1 1 0 0 0,1 0 0 0 0,-31-6 0 0 0,-123-14 265 0 0,107 19-57 0 0,57 7-158 0 0,-258-31 1204 0 0,262 32-1180 0 0,1 0 2 0 0,-8 1-8 0 0,17 1 40 0 0,19 2-11 0 0,72 8 23 0 0,0 5 0 0 0,160 49 0 0 0,-244-63-77 0 0,35 14-1 0 0,-45-16-7 0 0,0 1 0 0 0,-1-1-1 0 0,1 1 1 0 0,0-1-1 0 0,-1 1 1 0 0,1 0-1 0 0,-1 0 1 0 0,0 0 0 0 0,1 0-1 0 0,-1 1 1 0 0,0-1-1 0 0,0 0 1 0 0,1 4-1 0 0,-2-5-1 0 0,-1 1 0 0 0,0-1-1 0 0,1 0 1 0 0,-1 1 0 0 0,0-1-1 0 0,0 1 1 0 0,0-1 0 0 0,0 1-1 0 0,0-1 1 0 0,0 0 0 0 0,0 1 0 0 0,-1-1-1 0 0,1 1 1 0 0,0-1 0 0 0,-1 0-1 0 0,1 1 1 0 0,-1-1 0 0 0,1 0-1 0 0,-1 0 1 0 0,0 1 0 0 0,-1 1-1 0 0,-22 25 187 0 0,18-21-99 0 0,-11 9 96 0 0,-1 0 0 0 0,-1-2 0 0 0,-24 17 1 0 0,25-20-59 0 0,1 1 0 0 0,1 0 1 0 0,0 1-1 0 0,-27 30 0 0 0,40-38-110 0 0,-1 1-1 0 0,1 0 1 0 0,-1 0-1 0 0,2 0 1 0 0,-1 1-1 0 0,1-1 0 0 0,0 1 1 0 0,0-1-1 0 0,0 1 1 0 0,1 0-1 0 0,0 11 1 0 0,0 8 38 0 0,5 45 0 0 0,-2-42-31 0 0,1-12-8 0 0,0 1 0 0 0,1-1-1 0 0,0 0 1 0 0,11 25 0 0 0,-7-22 13 0 0,-3-9-17 0 0,0 1 1 0 0,0-1-1 0 0,2-1 1 0 0,-1 1-1 0 0,1-1 1 0 0,1 0 0 0 0,0 0-1 0 0,0-1 1 0 0,1 0-1 0 0,0-1 1 0 0,1 0-1 0 0,0 0 1 0 0,18 10 0 0 0,10 3-4 0 0,0-2 1 0 0,66 22 0 0 0,-60-24-9 0 0,17 3 12 0 0,121 23 1 0 0,-82-22 8 0 0,74 16 8 0 0,85 21 17 0 0,4-1-20 0 0,-67-37 100 0 0,-144-17-96 0 0,-39-2 21 0 0,-1-1-1 0 0,0 0 1 0 0,1-1-1 0 0,-1-1 1 0 0,0 0-1 0 0,0 0 1 0 0,16-6-1 0 0,20-6-7 0 0,0-2 0 0 0,71-34 0 0 0,-57 19-35 0 0,-2-2 1 0 0,110-81-1 0 0,-84 44-53 0 0,85-88 0 0 0,63-120 115 0 0,-163 187-46 0 0,-43 54-33 0 0,-1-1 0 0 0,-2-1-1 0 0,-2-1 1 0 0,24-56 0 0 0,23-47-99 0 0,-29 66 81 0 0,5-11 26 0 0,-34 63-1 0 0,-10 23 6 0 0,2-5-8 0 0,-2 3-9 0 0,14-40 14 0 0,-16 42-9 0 0,2-2 9 0 0,-1 0 0 0 0,1 0 0 0 0,-1-1-1 0 0,0 1 1 0 0,-1 0 0 0 0,1-7 0 0 0,1 2-13 0 0,-1 6 12 0 0,-1-15-1 0 0,0 14-3 0 0,-2-16 1 0 0,-1 6 1 0 0,1 0-2 0 0,-2 1 0 0 0,1-1 0 0 0,-11-23 0 0 0,3 2 2 0 0,10 34-12 0 0,-3-11 35 0 0,2 6-18 0 0,1 5-6 0 0,1-1-1 0 0,0 0 17 0 0,-1 0 1 0 0,0 1-1 0 0,1-1 1 0 0,-1 0-1 0 0,0 0 1 0 0,0 1-1 0 0,0-1 1 0 0,0 1-1 0 0,-1-2 1 0 0,-2-3-13 0 0,-6-13 12 0 0,2-1-12 0 0,1 0 0 0 0,-8-40 0 0 0,-12-81-62 0 0,27 140 38 0 0,1-9-93 0 0,0 9 112 0 0,-1 1 1 0 0,0 0-1 0 0,1 0 0 0 0,-1 0 1 0 0,1 0-1 0 0,-1 1 0 0 0,0-1 1 0 0,1 0-1 0 0,-1 0 0 0 0,1 0 1 0 0,-1 0-1 0 0,0 0 0 0 0,1 0 1 0 0,-1 1-1 0 0,0-1 0 0 0,1 0 1 0 0,-1 0-1 0 0,0 0 0 0 0,1 1 1 0 0,-1-1-1 0 0,0 0 0 0 0,1 1 1 0 0,-1-1-1 0 0,0 0 0 0 0,0 0 1 0 0,0 1-1 0 0,1-1 0 0 0,-1 1 1 0 0,0-1-1 0 0,0 0 0 0 0,0 1 1 0 0,0-1-1 0 0,1 1 0 0 0,17 26 54 0 0,0 0-1 0 0,-2 1 0 0 0,-1 1 0 0 0,-1 0 1 0 0,-2 1-1 0 0,-1 1 0 0 0,-1 0 0 0 0,-2 0 1 0 0,-1 1-1 0 0,6 59 0 0 0,-11-52 114 0 0,-2-1 0 0 0,-1 0 0 0 0,-2 0 0 0 0,-1 0-1 0 0,-2 0 1 0 0,-2 0 0 0 0,-1-1 0 0 0,-29 71 0 0 0,12-47-113 0 0,-2-1 1 0 0,-3-1-1 0 0,-2-2 1 0 0,-3-2-1 0 0,-3-1 1 0 0,-58 64-1 0 0,65-83-410 0 0,-41 39-2214 0 0,20-30-5219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26.05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643 303 452 0 0,'24'-75'5366'0'0,"9"-37"-2369"0"0,-30 104-2875 0 0,0 1 0 0 0,0-1-1 0 0,1 1 1 0 0,0 0 0 0 0,0 0-1 0 0,1 0 1 0 0,0 1 0 0 0,0 0-1 0 0,0 0 1 0 0,1 0-1 0 0,0 1 1 0 0,0-1 0 0 0,1 1-1 0 0,-1 1 1 0 0,13-7 0 0 0,-17 10-109 0 0,1 0 0 0 0,-1 0 0 0 0,0 0 0 0 0,1 1 0 0 0,-1-1 0 0 0,0 1 0 0 0,1-1 0 0 0,-1 1 1 0 0,4 0-1 0 0,5-1 31 0 0,2 0-15 0 0,1 0-1 0 0,-1 0 1 0 0,24 3 0 0 0,-35-2-28 0 0,14 2 23 0 0,0 1-1 0 0,0 0 1 0 0,-1 1 0 0 0,1 1-1 0 0,28 13 1 0 0,-39-15 42 0 0,-1 0 0 0 0,1 1 0 0 0,-1-1 0 0 0,0 1-1 0 0,5 5 1 0 0,2 2 86 0 0,-3-2-31 0 0,1 0 1 0 0,-2 1-1 0 0,1-1 1 0 0,-1 2-1 0 0,-1-1 0 0 0,0 1 1 0 0,0 0-1 0 0,5 17 1 0 0,-2-2 326 0 0,-1 0 0 0 0,8 47 0 0 0,-11-41-176 0 0,-1 0-1 0 0,-2 0 0 0 0,-1 0 0 0 0,-2 0 0 0 0,0 0 1 0 0,-3-1-1 0 0,0 1 0 0 0,-2 0 0 0 0,-2-1 0 0 0,0-1 1 0 0,-3 1-1 0 0,-21 46 0 0 0,-10 0-114 0 0,-3-2-1 0 0,-3-2 1 0 0,-4-2-1 0 0,-75 80 1 0 0,61-81-35 0 0,-2-4-1 0 0,-145 108 1 0 0,166-142-1042 0 0,-1-3-1 0 0,-60 27 1 0 0,70-39-1600 0 0,-1-2 0 0 0,0-2 0 0 0,-65 13 1 0 0,78-21-1090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27.56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1580 119 636 0 0,'1'-2'530'0'0,"39"-46"5314"0"0,-37 45-5554 0 0,0 0 0 0 0,0 0-1 0 0,1 0 1 0 0,-1 0-1 0 0,1 0 1 0 0,0 1-1 0 0,0 0 1 0 0,0 0-1 0 0,0 0 1 0 0,7-2 0 0 0,-10 4-244 0 0,0 0 0 0 0,0 0 0 0 0,0 0 0 0 0,0 0 0 0 0,0 0 0 0 0,0 0 0 0 0,0 0 0 0 0,-1 0 0 0 0,1 1 0 0 0,0-1 0 0 0,0 0 0 0 0,0 1 0 0 0,0-1 0 0 0,-1 1 0 0 0,1-1 0 0 0,0 1 0 0 0,0-1 0 0 0,-1 1 0 0 0,1-1 0 0 0,0 1 0 0 0,-1 0 0 0 0,1-1 0 0 0,-1 1 0 0 0,1 0 0 0 0,-1 0 0 0 0,2 1 0 0 0,6 21 720 0 0,-8-12-667 0 0,0 0 1 0 0,-1-1 0 0 0,0 1 0 0 0,-1-1-1 0 0,0 1 1 0 0,-1-1 0 0 0,0 0-1 0 0,-1 0 1 0 0,0 0 0 0 0,0 0 0 0 0,-1-1-1 0 0,-11 17 1 0 0,-3 1-6 0 0,-1-1 0 0 0,-44 43 1 0 0,34-42-37 0 0,-1-1 1 0 0,-54 33 0 0 0,22-17-28 0 0,61-41 10 0 0,6-1-28 0 0,7-2-9 0 0,0 0 1 0 0,0 0-1 0 0,0-2 1 0 0,0 1-1 0 0,-1-1 0 0 0,14-8 1 0 0,64-38 12 0 0,-65 36-10 0 0,364-227 52 0 0,-376 235-47 0 0,-8 4-8 0 0,1 0-1 0 0,0 0 1 0 0,-1-1 0 0 0,1 1 0 0 0,-1-1-1 0 0,0 1 1 0 0,0-1 0 0 0,0 0-1 0 0,0-1 1 0 0,0 1 0 0 0,2-4 0 0 0,-1 0-4 0 0,-4 6 0 0 0,-1 1-1 0 0,1 0 1 0 0,-1-1 0 0 0,1 1-1 0 0,-1 0 1 0 0,1-1-1 0 0,-1 1 1 0 0,0 0 0 0 0,1-1-1 0 0,-1 1 1 0 0,1 0-1 0 0,-1 0 1 0 0,0 0-1 0 0,1 0 1 0 0,-1 0 0 0 0,0 0-1 0 0,1-1 1 0 0,-1 1-1 0 0,1 1 1 0 0,-1-1 0 0 0,0 0-1 0 0,1 0 1 0 0,-2 0-1 0 0,-49 18 3 0 0,0 3-1 0 0,-47 26 0 0 0,8-3 321 0 0,-57 14 607 0 0,-28 15 15 0 0,173-72-851 0 0,7-2-77 0 0,1-1 1 0 0,-1 0-1 0 0,1 0 0 0 0,-1 0 1 0 0,0-1-1 0 0,1 1 0 0 0,7-7 1 0 0,-4 4-2 0 0,138-82 73 0 0,226-119 42 0 0,-342 191-80 0 0,36-22-1 0 0,-65 35-35 0 0,-19 6 0 0 0,-21 6-9 0 0,-45 17 0 0 0,0 2 0 0 0,-128 28-19 0 0,-267 36-1 0 0,347-75 6 0 0,-383 61-130 0 0,501-76 134 0 0,10-2 3 0 0,1-1 0 0 0,-1 1 0 0 0,1 0 0 0 0,-1-1 0 0 0,1 0 0 0 0,0 1 0 0 0,-1-1 0 0 0,1 0 0 0 0,-1 0 0 0 0,0-1 0 0 0,1 1 0 0 0,0 0 0 0 0,-1-1 0 0 0,1 0 0 0 0,-5-1 0 0 0,6 1-3 0 0,1-1 6 0 0,0 1 0 0 0,0-1 0 0 0,1 0 0 0 0,-1 0 0 0 0,1 0 1 0 0,0 1-1 0 0,-1-1 0 0 0,1 0 0 0 0,0 1 0 0 0,0-1 0 0 0,2-2 1 0 0,-2 2-6 0 0,4-3 5 0 0,0 0 0 0 0,0 1 0 0 0,1-1 0 0 0,-1 1 0 0 0,1 0 0 0 0,0 1 0 0 0,1-1 0 0 0,10-3 0 0 0,4-1 16 0 0,29-7-1 0 0,-28 10-18 0 0,-1 1-1 0 0,1 1 0 0 0,0 0 1 0 0,0 2-1 0 0,0 1 1 0 0,0 0-1 0 0,0 2 0 0 0,0 0 1 0 0,29 8-1 0 0,-50-10-6 0 0,0 0-1 0 0,0 0 0 0 0,0 0 1 0 0,0 0-1 0 0,-1 1 1 0 0,1-1-1 0 0,0 0 0 0 0,0 1 1 0 0,0-1-1 0 0,-1 1 1 0 0,1-1-1 0 0,0 1 0 0 0,0-1 1 0 0,-1 1-1 0 0,1-1 1 0 0,0 1-1 0 0,-1 0 0 0 0,1-1 1 0 0,-1 1-1 0 0,1 0 1 0 0,-1 0-1 0 0,1-1 0 0 0,-1 1 1 0 0,1 1-1 0 0,-1-1 0 0 0,0 0-1 0 0,0 0 1 0 0,0 0-1 0 0,-1 0 1 0 0,1 0-1 0 0,0 0 1 0 0,-1-1-1 0 0,1 1 1 0 0,0 0-1 0 0,-1 0 1 0 0,1 0-1 0 0,-1 0 1 0 0,1-1-1 0 0,-1 1 1 0 0,0 0-1 0 0,1 0 1 0 0,-1-1-1 0 0,-1 2 1 0 0,-3 2-31 0 0,0 0 1 0 0,-1 0 0 0 0,0 0 0 0 0,-11 5 0 0 0,-69 25-101 0 0,-176 43 0 0 0,127-41 81 0 0,154-47 25 0 0,8-3-73 0 0,37-27 0 0 0,-57 35-53 0 0,0 0 0 0 0,0 0-1 0 0,-1-1 1 0 0,0 0-1 0 0,0 0 1 0 0,0-1-1 0 0,-1 1 1 0 0,5-11-1 0 0,-9 16 113 0 0,0-1-1 0 0,0 0 0 0 0,0 0 1 0 0,0 0-1 0 0,0 1 1 0 0,-1-1-1 0 0,0 0 0 0 0,1 0 1 0 0,-1 0-1 0 0,0 0 1 0 0,0 0-1 0 0,-1 0 0 0 0,1 0 1 0 0,-1 0-1 0 0,1 0 0 0 0,-1 0 1 0 0,0 0-1 0 0,0 1 1 0 0,0-1-1 0 0,-1 0 0 0 0,1 0 1 0 0,-1 1-1 0 0,1-1 1 0 0,-1 1-1 0 0,0 0 0 0 0,0-1 1 0 0,0 1-1 0 0,0 0 0 0 0,-3-2 1 0 0,-1-1 24 0 0,0 1 0 0 0,-1-1 0 0 0,0 1 0 0 0,0 0 0 0 0,0 1 0 0 0,0 0 0 0 0,-1 0 0 0 0,1 1 0 0 0,-1 0 0 0 0,1 0 0 0 0,-16-1 0 0 0,3 1 37 0 0,-1 1 0 0 0,0 0 0 0 0,-27 4 0 0 0,24 0 30 0 0,1 1 0 0 0,0 1 0 0 0,0 1 0 0 0,1 1 0 0 0,0 1 0 0 0,0 1 0 0 0,-23 13 0 0 0,41-21-27 0 0,1 1 1 0 0,0 0-1 0 0,0 0 0 0 0,0 1 1 0 0,0-1-1 0 0,1 1 0 0 0,-1-1 1 0 0,1 1-1 0 0,-1 0 0 0 0,1 0 1 0 0,0 0-1 0 0,-3 5 0 0 0,5-7-12 0 0,0-1 1 0 0,0 1-1 0 0,0-1 0 0 0,0 1 0 0 0,0-1 0 0 0,0 1 0 0 0,1-1 0 0 0,-1 1 1 0 0,0-1-1 0 0,0 0 0 0 0,0 1 0 0 0,0-1 0 0 0,1 1 0 0 0,-1-1 1 0 0,0 1-1 0 0,1-1 0 0 0,-1 0 0 0 0,0 1 0 0 0,1-1 0 0 0,-1 0 1 0 0,0 1-1 0 0,1-1 0 0 0,-1 0 0 0 0,1 1 0 0 0,-1-1 0 0 0,0 0 1 0 0,1 0-1 0 0,-1 0 0 0 0,1 1 0 0 0,0-1 0 0 0,18 6 49 0 0,8-6-12 0 0,1 0 0 0 0,-1-2 1 0 0,1-1-1 0 0,42-10 1 0 0,109-40 245 0 0,-153 41 38 0 0,-26 12-318 0 0,1 0-1 0 0,-1-1 1 0 0,0 1 0 0 0,1 0 0 0 0,-1 0-1 0 0,0-1 1 0 0,1 1 0 0 0,-1 0 0 0 0,0-1-1 0 0,1 1 1 0 0,-1 0 0 0 0,0-1 0 0 0,0 1-1 0 0,1 0 1 0 0,-1-1 0 0 0,0 1-1 0 0,0-1 1 0 0,0 1 0 0 0,0 0 0 0 0,1-1-1 0 0,-1 1 1 0 0,0-1 0 0 0,0 1 0 0 0,0-1-1 0 0,0 1 1 0 0,0-1 0 0 0,0 1-1 0 0,0 0 1 0 0,0-1 0 0 0,0 1 0 0 0,-1-1-1 0 0,1 1 1 0 0,0-1 0 0 0,0 1 0 0 0,0 0-1 0 0,0-1 1 0 0,-1 1 0 0 0,1-1 0 0 0,0 1-1 0 0,0 0 1 0 0,-1-1 0 0 0,1 1-1 0 0,0 0 1 0 0,0-1 0 0 0,-1 1 0 0 0,-1-1 1 0 0,0-1 0 0 0,-1 2 1 0 0,1-1-1 0 0,0 0 0 0 0,0 0 1 0 0,-1 1-1 0 0,1-1 1 0 0,0 1-1 0 0,0 0 0 0 0,-1-1 1 0 0,-2 1-1 0 0,-1 0 24 0 0,-15-1 156 0 0,0 0-1 0 0,-40 5 1 0 0,1 0 70 0 0,25 3-199 0 0,32-7-36 0 0,0 5 0 0 0,1 0-11 0 0,10 2-18 0 0,26 9-749 0 0,-14-8-3110 0 0,26 16-1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34.63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5 528 0 0,'8'-5'10339'0'0,"-5"7"-10134"0"0,-1 0 1 0 0,1 1-1 0 0,-1-1 0 0 0,1 0 1 0 0,-1 1-1 0 0,0-1 0 0 0,0 1 1 0 0,0 0-1 0 0,-1 0 0 0 0,1 0 1 0 0,-1 0-1 0 0,3 5 0 0 0,11 46 1073 0 0,-5-17-927 0 0,56 121 117 0 0,-45-105-423 0 0,-4-7-15 0 0,2-1 0 0 0,49 84-1 0 0,-56-113-2 0 0,0 0 0 0 0,2 0 0 0 0,0-1-1 0 0,0-1 1 0 0,29 21 0 0 0,89 52-2 0 0,-127-85-25 0 0,67 39-109 0 0,98 40 0 0 0,-1-19-7684 0 0,-136-52 2255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1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1 717 364 0 0,'0'0'8848'0'0,"3"11"-7279"0"0,-3 0-1335 0 0,1 1 1 0 0,1-1-1 0 0,-1 0 0 0 0,2 0 1 0 0,-1 0-1 0 0,2 0 0 0 0,-1 0 1 0 0,1-1-1 0 0,1 1 0 0 0,0-1 1 0 0,1 0-1 0 0,10 14 0 0 0,-15-23-196 0 0,1 0 0 0 0,0 0 0 0 0,0 0 0 0 0,0 0 0 0 0,-1 0 0 0 0,1 0 0 0 0,0-1 0 0 0,0 1 0 0 0,0-1 0 0 0,0 1-1 0 0,0-1 1 0 0,1 0 0 0 0,-1 0 0 0 0,0 0 0 0 0,0 0 0 0 0,0 0 0 0 0,0 0 0 0 0,0-1 0 0 0,0 1 0 0 0,0-1 0 0 0,0 1 0 0 0,0-1 0 0 0,0 0-1 0 0,3-1 1 0 0,10-6 14 0 0,0 0-1 0 0,0-1 1 0 0,-1-1-1 0 0,0-1 1 0 0,-1 0-1 0 0,19-19 1 0 0,0-5-50 0 0,30-44 1 0 0,160-275-86 0 0,-72 105 46 0 0,-136 225 36 0 0,-11 18-12 0 0,1-1 0 0 0,0 1-1 0 0,0 0 1 0 0,0 1 0 0 0,0-1 0 0 0,10-8-1 0 0,-13 13 13 0 0,-1 1 0 0 0,1 0-1 0 0,-1-1 1 0 0,1 1-1 0 0,-1 0 1 0 0,0-1 0 0 0,1 1-1 0 0,-1 0 1 0 0,1 0-1 0 0,-1 0 1 0 0,1-1 0 0 0,-1 1-1 0 0,1 0 1 0 0,-1 0-1 0 0,1 0 1 0 0,0 0 0 0 0,-1 0-1 0 0,1 0 1 0 0,-1 0-1 0 0,1 0 1 0 0,-1 0 0 0 0,1 0-1 0 0,-1 0 1 0 0,1 0-1 0 0,-1 1 1 0 0,1-1 0 0 0,-1 0-1 0 0,1 0 1 0 0,-1 0-1 0 0,1 1 1 0 0,-1-1 0 0 0,1 0-1 0 0,-1 1 1 0 0,0-1-1 0 0,1 0 1 0 0,-1 1 0 0 0,1-1-1 0 0,-1 0 1 0 0,0 1-1 0 0,1-1 1 0 0,-1 1 0 0 0,0-1-1 0 0,0 1 1 0 0,1-1-1 0 0,-1 1 1 0 0,0-1 0 0 0,0 1-1 0 0,0-1 1 0 0,0 1-1 0 0,1-1 1 0 0,-1 1 0 0 0,0-1-1 0 0,0 1 1 0 0,0-1-1 0 0,0 1 1 0 0,-1 0 0 0 0,4 36-18 0 0,-3-34 8 0 0,-3 35 12 0 0,-1-1 1 0 0,-2 1-1 0 0,-18 58 0 0 0,8-31 19 0 0,4-15 8 0 0,-19 91 41 0 0,28-118-30 0 0,1-1 0 0 0,0 1-1 0 0,2 0 1 0 0,2 28-1 0 0,-1-47-27 0 0,0 0 0 0 0,-1 0 0 0 0,2-1-1 0 0,-1 1 1 0 0,0 0 0 0 0,3 3 0 0 0,-4-6-11 0 0,1 0 0 0 0,-1 0 1 0 0,1 0-1 0 0,-1 0 0 0 0,1 0 0 0 0,-1-1 1 0 0,1 1-1 0 0,0 0 0 0 0,-1 0 1 0 0,1 0-1 0 0,0-1 0 0 0,0 1 0 0 0,0 0 1 0 0,0-1-1 0 0,-1 1 0 0 0,1-1 1 0 0,0 1-1 0 0,0-1 0 0 0,0 0 1 0 0,0 1-1 0 0,0-1 0 0 0,0 0 0 0 0,0 0 1 0 0,0 1-1 0 0,0-1 0 0 0,1 0 1 0 0,-1 0-1 0 0,0 0 0 0 0,0 0 0 0 0,0 0 1 0 0,1-1-1 0 0,6-2-4 0 0,0-1 0 0 0,0 1 0 0 0,0-2 0 0 0,0 1 0 0 0,-1-1 0 0 0,0 0 0 0 0,0-1 0 0 0,0 0 0 0 0,-1 0 0 0 0,11-12 0 0 0,6-12-27 0 0,24-37-1 0 0,-44 63 28 0 0,121-203-58 0 0,30-45-4 0 0,-136 223 49 0 0,-12 20 5 0 0,0-1-1 0 0,0 1 1 0 0,11-11 0 0 0,-17 20 11 0 0,0-1 0 0 0,0 1 1 0 0,0 0-1 0 0,1-1 0 0 0,-1 1 1 0 0,0 0-1 0 0,0-1 0 0 0,0 1 1 0 0,1 0-1 0 0,-1-1 0 0 0,0 1 1 0 0,0 0-1 0 0,1 0 0 0 0,-1 0 1 0 0,0-1-1 0 0,1 1 0 0 0,-1 0 1 0 0,0 0-1 0 0,1 0 0 0 0,-1 0 1 0 0,0-1-1 0 0,1 1 0 0 0,-1 0 0 0 0,0 0 1 0 0,1 0-1 0 0,-1 0 0 0 0,1 0 1 0 0,-1 0-1 0 0,0 0 0 0 0,1 0 1 0 0,-1 0-1 0 0,0 0 0 0 0,1 0 1 0 0,-1 0-1 0 0,1 0 0 0 0,-1 1 1 0 0,0-1-1 0 0,1 0 0 0 0,-1 0 1 0 0,0 0-1 0 0,1 0 0 0 0,-1 1 1 0 0,0-1-1 0 0,0 0 0 0 0,1 0 1 0 0,-1 1-1 0 0,0-1 0 0 0,1 0 1 0 0,-1 0-1 0 0,0 1 0 0 0,0-1 1 0 0,0 0-1 0 0,1 1 0 0 0,-1-1 1 0 0,0 0-1 0 0,0 1 0 0 0,0-1 1 0 0,0 0-1 0 0,0 1 0 0 0,0-1 0 0 0,0 0 1 0 0,1 1-1 0 0,-1-1 0 0 0,0 1 1 0 0,0-1-1 0 0,0 0 0 0 0,-1 1 1 0 0,1 27-28 0 0,-10 20 45 0 0,-2-2 0 0 0,-2 0 0 0 0,-30 65 0 0 0,14-36 53 0 0,-3 10 54 0 0,-32 88 170 0 0,51-131-218 0 0,3-1 0 0 0,-8 56 0 0 0,18-87-99 0 0,0-1 0 0 0,1 1 1 0 0,0 0-1 0 0,1-1 0 0 0,-1 1 0 0 0,2-1 0 0 0,0 1 1 0 0,0-1-1 0 0,0 1 0 0 0,1-1 0 0 0,1 0 1 0 0,7 16-1 0 0,-8-21-158 0 0,-1 0 1 0 0,1 0-1 0 0,0 0 1 0 0,0 0-1 0 0,1-1 1 0 0,-1 1-1 0 0,1-1 0 0 0,0 0 1 0 0,0 0-1 0 0,0 0 1 0 0,0 0-1 0 0,1-1 1 0 0,-1 1-1 0 0,1-1 0 0 0,-1-1 1 0 0,1 1-1 0 0,0 0 1 0 0,-1-1-1 0 0,1 0 1 0 0,0 0-1 0 0,0-1 0 0 0,0 1 1 0 0,0-1-1 0 0,0 0 1 0 0,0 0-1 0 0,8-2 1 0 0,1-1-831 0 0,-1 0 0 0 0,0-1 1 0 0,0 0-1 0 0,19-9 0 0 0,1-4-1983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2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287 207 3140 0 0,'16'-18'1378'0'0,"25"-34"-1"0"0,-37 47-1055 0 0,0-1-1 0 0,-1 0 1 0 0,0 0-1 0 0,0 0 1 0 0,0-1-1 0 0,-1 1 1 0 0,0-1 0 0 0,0 1-1 0 0,0-1 1 0 0,0-13-1 0 0,-2 16-147 0 0,0 1 0 0 0,-1 0 1 0 0,1-1-1 0 0,-1 1 0 0 0,0 0 0 0 0,0-1 0 0 0,0 1 0 0 0,-3-4 0 0 0,4 6-84 0 0,-1 0-1 0 0,0 0 1 0 0,1-1-1 0 0,-1 1 1 0 0,0 0-1 0 0,0 0 1 0 0,0 0-1 0 0,0-1 1 0 0,0 1-1 0 0,0 0 1 0 0,0 1-1 0 0,0-1 1 0 0,-1 0-1 0 0,1 0 1 0 0,0 0-1 0 0,-1 1 1 0 0,1-1-1 0 0,0 1 1 0 0,-1-1-1 0 0,1 1 1 0 0,-1-1-1 0 0,1 1 1 0 0,-3 0-1 0 0,-5 1 73 0 0,-1 0 1 0 0,1 1-1 0 0,-1 0 0 0 0,1 1 0 0 0,-1 0 0 0 0,1 1 0 0 0,0 0 1 0 0,1 0-1 0 0,-1 1 0 0 0,1 0 0 0 0,0 1 0 0 0,-12 9 0 0 0,-5 6 76 0 0,0 2 0 0 0,-31 36-1 0 0,40-41-137 0 0,1 1 0 0 0,1 1 0 0 0,-20 36-1 0 0,30-50-89 0 0,1 1 0 0 0,0-1 0 0 0,0 1 0 0 0,1-1 0 0 0,0 1 0 0 0,0 0-1 0 0,1 0 1 0 0,0 0 0 0 0,0 0 0 0 0,0 0 0 0 0,1 0 0 0 0,0 0 0 0 0,1 0-1 0 0,-1 0 1 0 0,1 0 0 0 0,1 0 0 0 0,2 9 0 0 0,-3-12-10 0 0,1 0 1 0 0,0 0-1 0 0,0-1 0 0 0,0 1 1 0 0,1 0-1 0 0,-1-1 1 0 0,1 1-1 0 0,0-1 1 0 0,0 0-1 0 0,0 0 0 0 0,1 0 1 0 0,-1 0-1 0 0,0-1 1 0 0,1 1-1 0 0,0-1 0 0 0,4 2 1 0 0,-1-1-3 0 0,-1-1 1 0 0,0 0 0 0 0,1-1 0 0 0,-1 0-1 0 0,1 0 1 0 0,0 0 0 0 0,-1-1 0 0 0,1 1-1 0 0,11-3 1 0 0,-3 0-43 0 0,0-1 0 0 0,0 0 0 0 0,-1-1-1 0 0,1-1 1 0 0,-1 0 0 0 0,0-1 0 0 0,0 0 0 0 0,20-14-1 0 0,-15 6-32 0 0,-1 0-1 0 0,-1-1 0 0 0,0-1 0 0 0,-1-1 0 0 0,20-26 0 0 0,-9 5-61 0 0,37-69-1 0 0,-47 78 140 0 0,-16 27 134 0 0,-8 21 26 0 0,-6 13 3 0 0,-1-1-56 0 0,1 1 0 0 0,-8 34 0 0 0,19-56-101 0 0,0-1 0 0 0,0 1-1 0 0,1 0 1 0 0,1-1 0 0 0,-1 1-1 0 0,1 0 1 0 0,1 0 0 0 0,0-1-1 0 0,0 1 1 0 0,1-1 0 0 0,6 19-1 0 0,-7-24-24 0 0,1-1 0 0 0,-1 0 0 0 0,1 1 0 0 0,0-1 0 0 0,0 0 0 0 0,0 0 0 0 0,1 0 0 0 0,-1 0 0 0 0,1-1 0 0 0,-1 1-1 0 0,1-1 1 0 0,0 1 0 0 0,0-1 0 0 0,0 0 0 0 0,6 3 0 0 0,-3-3-145 0 0,-1 0 0 0 0,1 0 0 0 0,-1-1 0 0 0,1 1 0 0 0,0-1 0 0 0,0-1 0 0 0,0 1 0 0 0,0-1 0 0 0,7 0 0 0 0,2-2-600 0 0,1 0 0 0 0,-1-1-1 0 0,0-1 1 0 0,0 0 0 0 0,-1-1-1 0 0,28-13 1 0 0,-1-5-2095 0 0,1-4-824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2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279 272 224 0 0,'20'-66'6545'0'0,"22"-129"0"0"0,-42 195-6512 0 0,0 0 0 0 0,0 0 1 0 0,0-1-1 0 0,1 1 0 0 0,-1 0 0 0 0,0-1 1 0 0,0 1-1 0 0,0 0 0 0 0,0-1 0 0 0,0 1 1 0 0,0 0-1 0 0,0 0 0 0 0,0-1 0 0 0,0 1 1 0 0,0 0-1 0 0,0-1 0 0 0,0 1 0 0 0,0 0 1 0 0,0-1-1 0 0,0 1 0 0 0,0 0 0 0 0,0-1 0 0 0,0 1 1 0 0,0 0-1 0 0,0-1 0 0 0,0 1 0 0 0,-1 0 1 0 0,1 0-1 0 0,0-1 0 0 0,0 1 0 0 0,0 0 1 0 0,0 0-1 0 0,-1-1 0 0 0,1 1 0 0 0,-1 0 1 0 0,-7 10 323 0 0,-10 22-78 0 0,-191 464 1784 0 0,184-432-2216 0 0,3 1 0 0 0,2 1 1 0 0,-12 80-1 0 0,31-141-288 0 0,-3 35-747 0 0,9-13-6155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2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190 295 1220 0 0,'-27'-15'2753'0'0,"0"2"0"0"0,-1 1 1 0 0,0 1-1 0 0,-49-11 0 0 0,75 21-2274 0 0,19 1-390 0 0,258-5 611 0 0,-204 0-1153 0 0,129-25 1 0 0,-175 24 159 0 0,-1-1 0 0 0,1-1 1 0 0,-2-1-1 0 0,24-13 0 0 0,-37 17 201 0 0,1-1 0 0 0,-1-1 1 0 0,0 1-1 0 0,-1-2 0 0 0,0 1 0 0 0,0-1 0 0 0,0-1 1 0 0,-1 1-1 0 0,-1-1 0 0 0,13-18 0 0 0,-19 25 84 0 0,0 1 0 0 0,-1 0 0 0 0,1-1-1 0 0,0 1 1 0 0,0-1 0 0 0,-1 1 0 0 0,1-1 0 0 0,-1 1-1 0 0,1-1 1 0 0,-1 1 0 0 0,0-1 0 0 0,0 0 0 0 0,0-2-1 0 0,0 4 8 0 0,0-1-1 0 0,0 1 1 0 0,0 0 0 0 0,-1-1-1 0 0,1 1 1 0 0,0 0-1 0 0,0 0 1 0 0,-1-1 0 0 0,1 1-1 0 0,0 0 1 0 0,0 0-1 0 0,-1 0 1 0 0,1 0-1 0 0,0-1 1 0 0,-1 1 0 0 0,1 0-1 0 0,0 0 1 0 0,-1 0-1 0 0,1 0 1 0 0,0 0 0 0 0,-1 0-1 0 0,1 0 1 0 0,-1 0-1 0 0,1 0 1 0 0,0 0-1 0 0,-1 0 1 0 0,1 0 0 0 0,0 0-1 0 0,-1 0 1 0 0,1 0-1 0 0,0 0 1 0 0,-1 0 0 0 0,1 0-1 0 0,0 1 1 0 0,-1-1-1 0 0,-3 1-3 0 0,0 1 0 0 0,1 0 0 0 0,-1 0 0 0 0,0 0 0 0 0,1 0 0 0 0,-1 1 0 0 0,1-1 0 0 0,-5 6 0 0 0,-17 22 41 0 0,1 0 0 0 0,2 2 1 0 0,-29 54-1 0 0,-40 111 458 0 0,54-97-228 0 0,5 1 1 0 0,-35 183 0 0 0,62-264-53 0 0,-2 15 1720 0 0,20-64-1515 0 0,3-10-342 0 0,3 0 0 0 0,1 1-1 0 0,49-69 1 0 0,-56 90-90 0 0,1 0 0 0 0,1 0 0 0 0,1 1 0 0 0,0 1-1 0 0,0 1 1 0 0,2 1 0 0 0,0 0 0 0 0,0 1 0 0 0,33-16 0 0 0,-45 26 7 0 0,-1 0 0 0 0,1 0 1 0 0,-1 0-1 0 0,1 1 1 0 0,0 0-1 0 0,0 0 0 0 0,-1 0 1 0 0,1 1-1 0 0,0 0 0 0 0,0 0 1 0 0,0 0-1 0 0,0 1 1 0 0,-1 0-1 0 0,1 0 0 0 0,6 2 1 0 0,-9-2 7 0 0,0 1 1 0 0,0-1-1 0 0,0 1 0 0 0,0 0 1 0 0,0-1-1 0 0,-1 1 0 0 0,1 0 1 0 0,-1 1-1 0 0,1-1 1 0 0,-1 0-1 0 0,0 1 0 0 0,0 0 1 0 0,0-1-1 0 0,0 1 0 0 0,0 0 1 0 0,-1 0-1 0 0,1 0 0 0 0,-1 0 1 0 0,0 0-1 0 0,0 0 1 0 0,0 0-1 0 0,0 1 0 0 0,0-1 1 0 0,-1 0-1 0 0,1 0 0 0 0,-1 1 1 0 0,0 5-1 0 0,-2 11 32 0 0,0-1-1 0 0,-1 1 1 0 0,-1 0-1 0 0,-9 28 0 0 0,5-21-252 0 0,-5 33 1 0 0,13-55 31 0 0,-1-1 0 0 0,1 1 0 0 0,0-1 0 0 0,0 1 0 0 0,1 0 1 0 0,-1-1-1 0 0,1 1 0 0 0,1 4 0 0 0,-1-7-163 0 0,-1 0 1 0 0,1 0-1 0 0,0-1 0 0 0,0 1 0 0 0,0 0 1 0 0,0 0-1 0 0,0-1 0 0 0,0 1 1 0 0,0 0-1 0 0,1-1 0 0 0,-1 1 0 0 0,1-1 1 0 0,-1 0-1 0 0,1 1 0 0 0,-1-1 1 0 0,1 0-1 0 0,0 0 0 0 0,-1 0 0 0 0,1 0 1 0 0,3 1-1 0 0,10 1-4772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3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237 211 788 0 0,'1'-2'2622'0'0,"-1"0"-2245"0"0,1 1 0 0 0,-1 0 0 0 0,0-1 1 0 0,0 1-1 0 0,1 0 0 0 0,-1-1 0 0 0,0 1 0 0 0,0-1 0 0 0,-1 1 0 0 0,1 0 0 0 0,0-1 0 0 0,0 1 0 0 0,-1 0 0 0 0,1-1 0 0 0,-1 1 0 0 0,1 0 0 0 0,-1-1 0 0 0,1 1 0 0 0,-1 0 0 0 0,0 0 0 0 0,0 0 0 0 0,1 0 0 0 0,-1-1 0 0 0,0 1 0 0 0,0 0 1 0 0,-2-1-1 0 0,1 1 232 0 0,0 0-114 0 0,0 1-420 0 0,1-1 0 0 0,0 1 0 0 0,0 0 0 0 0,-1 0-1 0 0,1 0 1 0 0,-1 0 0 0 0,1 0 0 0 0,0 0 0 0 0,-1 0 0 0 0,1 0-1 0 0,0 1 1 0 0,-3 0 0 0 0,4-1-54 0 0,-1 0 1 0 0,1 0-1 0 0,0 0 1 0 0,-1 1-1 0 0,1-1 0 0 0,0 0 1 0 0,0 0-1 0 0,-1 1 1 0 0,1-1-1 0 0,0 0 1 0 0,0 0-1 0 0,-1 1 0 0 0,1-1 1 0 0,0 0-1 0 0,0 1 1 0 0,0-1-1 0 0,-1 1 0 0 0,1-1 1 0 0,0 0-1 0 0,0 1 1 0 0,0-1-1 0 0,0 0 0 0 0,0 1 1 0 0,0-1-1 0 0,0 1 1 0 0,0-1-1 0 0,0 0 0 0 0,0 1 1 0 0,0 1 0 0 0,1-1 0 0 0,0 1-1 0 0,-1-1 1 0 0,1 1 0 0 0,0-1 0 0 0,0 0 0 0 0,0 1 0 0 0,0-1 0 0 0,0 0-1 0 0,0 0 1 0 0,0 0 0 0 0,0 0 0 0 0,1 0 0 0 0,-1 0 0 0 0,0 0-1 0 0,1 0 1 0 0,-1 0 0 0 0,0-1 0 0 0,1 1 0 0 0,-1 0 0 0 0,3 0 0 0 0,5 1-3 0 0,-1 1 1 0 0,1-1-1 0 0,-1-1 1 0 0,1 0-1 0 0,0 0 1 0 0,-1 0 0 0 0,1-1-1 0 0,0-1 1 0 0,0 0-1 0 0,-1 0 1 0 0,1 0-1 0 0,0-1 1 0 0,-1 0 0 0 0,1-1-1 0 0,8-4 1 0 0,-12 5-29 0 0,-1 0 1 0 0,0 0 0 0 0,1-1 0 0 0,-1 0-1 0 0,0 0 1 0 0,-1 0 0 0 0,1 0 0 0 0,0 0-1 0 0,-1-1 1 0 0,0 1 0 0 0,1-1-1 0 0,-2 0 1 0 0,1 0 0 0 0,0 0 0 0 0,-1-1-1 0 0,0 1 1 0 0,0-1 0 0 0,0 1 0 0 0,0-1-1 0 0,-1 0 1 0 0,0 1 0 0 0,0-1-1 0 0,0 0 1 0 0,0 0 0 0 0,-1 0 0 0 0,0 0-1 0 0,0 0 1 0 0,-1-6 0 0 0,1 7-2 0 0,-1 1 1 0 0,1-1-1 0 0,-1 1 1 0 0,0-1-1 0 0,0 1 1 0 0,0 0-1 0 0,0-1 1 0 0,0 1-1 0 0,-1 0 1 0 0,0 0-1 0 0,0 0 1 0 0,0 0-1 0 0,0 0 1 0 0,0 0-1 0 0,0 0 0 0 0,-1 1 1 0 0,1-1-1 0 0,-1 1 1 0 0,0 0-1 0 0,0 0 1 0 0,1 0-1 0 0,-2 0 1 0 0,1 0-1 0 0,0 0 1 0 0,0 1-1 0 0,0 0 1 0 0,-1 0-1 0 0,1 0 1 0 0,-1 0-1 0 0,1 0 1 0 0,-1 0-1 0 0,-6 1 1 0 0,0-1 12 0 0,-1 2 0 0 0,0-1 0 0 0,0 1 0 0 0,1 1 1 0 0,-1 0-1 0 0,1 1 0 0 0,-1 0 0 0 0,1 0 1 0 0,-16 8-1 0 0,5 0 53 0 0,1 0 1 0 0,1 2 0 0 0,0 0-1 0 0,1 1 1 0 0,0 0-1 0 0,1 2 1 0 0,-15 18-1 0 0,24-26-37 0 0,1 1 0 0 0,0 0 0 0 0,0 0-1 0 0,1 1 1 0 0,0 0 0 0 0,1 0-1 0 0,0 1 1 0 0,1-1 0 0 0,0 1 0 0 0,0 0-1 0 0,1 0 1 0 0,1 0 0 0 0,0 0-1 0 0,0 1 1 0 0,1 21 0 0 0,1-27 1 0 0,1 1-1 0 0,0-1 1 0 0,0 0-1 0 0,1 0 1 0 0,0 0 0 0 0,0 0-1 0 0,0 0 1 0 0,1 0-1 0 0,0-1 1 0 0,0 1 0 0 0,0-1-1 0 0,1 0 1 0 0,-1 0 0 0 0,6 5-1 0 0,-3-4-101 0 0,1 0 0 0 0,-1-1-1 0 0,1 0 1 0 0,0 0 0 0 0,1 0-1 0 0,-1-1 1 0 0,1 0 0 0 0,0-1-1 0 0,12 4 1 0 0,-5-3-522 0 0,1 0-1 0 0,0-1 1 0 0,0-1-1 0 0,0 0 0 0 0,0-2 1 0 0,0 0-1 0 0,0 0 1 0 0,0-2-1 0 0,-1 0 1 0 0,29-7-1 0 0,3-7-2698 0 0,-1-2-1124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3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29 2196 0 0,'19'-29'6926'0'0,"-24"50"-5068"0"0,-15 49 647 0 0,-55 205-125 0 0,57-206-1490 0 0,18-67-799 0 0,0-5-15 0 0,-1-5-51 0 0,1 0 0 0 0,0-1-1 0 0,1 1 1 0 0,0 0 0 0 0,1 0-1 0 0,-1 0 1 0 0,4-9 0 0 0,23-58-3 0 0,-20 55-22 0 0,1-3-21 0 0,1 1 0 0 0,2 0 0 0 0,18-28 0 0 0,-26 43 11 0 0,0 1 0 0 0,1-1 0 0 0,0 1 0 0 0,1 1 0 0 0,-1-1 0 0 0,1 1 0 0 0,0 0-1 0 0,1 0 1 0 0,-1 0 0 0 0,1 1 0 0 0,0 0 0 0 0,0 0 0 0 0,0 1 0 0 0,11-4 0 0 0,-14 6 6 0 0,0 1-1 0 0,0-1 1 0 0,0 0-1 0 0,0 1 1 0 0,0 0 0 0 0,0 0-1 0 0,0 0 1 0 0,0 0-1 0 0,0 1 1 0 0,0 0 0 0 0,0 0-1 0 0,0 0 1 0 0,0 0 0 0 0,0 0-1 0 0,0 1 1 0 0,-1 0-1 0 0,7 3 1 0 0,-5-1 7 0 0,-1 0-1 0 0,0-1 1 0 0,0 2-1 0 0,0-1 1 0 0,0 0-1 0 0,-1 1 1 0 0,0 0 0 0 0,0-1-1 0 0,0 1 1 0 0,0 0-1 0 0,2 9 1 0 0,-1-2 3 0 0,0-1 0 0 0,-1 2 0 0 0,0-1 0 0 0,-1 0 0 0 0,-1 1 1 0 0,0-1-1 0 0,-1 0 0 0 0,0 1 0 0 0,-1-1 0 0 0,0 1 0 0 0,-3 12 0 0 0,-12 28 189 0 0,15-51-130 0 0,-2-10-50 0 0,2 7-15 0 0,1 1 1 0 0,0-1-1 0 0,-1 1 0 0 0,1 0 1 0 0,0-1-1 0 0,0 1 0 0 0,-1 0 1 0 0,1-1-1 0 0,0 1 0 0 0,0-1 1 0 0,0 1-1 0 0,0-1 0 0 0,0 1 1 0 0,0-1-1 0 0,-1 1 0 0 0,1-1 1 0 0,0 1-1 0 0,0 0 0 0 0,0-1 1 0 0,1 1-1 0 0,-1-1 1 0 0,0 1-1 0 0,0-1 0 0 0,0 1 1 0 0,0-1-1 0 0,0 1 0 0 0,0 0 1 0 0,1-1-1 0 0,6-15-9 0 0,0 1 0 0 0,1-1 0 0 0,1 2-1 0 0,0 0 1 0 0,1 0 0 0 0,0 0 0 0 0,1 1 0 0 0,21-18 0 0 0,-12 13-14 0 0,2 1 1 0 0,0 2 0 0 0,0 0-1 0 0,43-20 1 0 0,-54 30 8 0 0,0 1-1 0 0,0 0 1 0 0,0 0 0 0 0,22-3 0 0 0,-30 6 13 0 0,0 0 0 0 0,-1 1 0 0 0,1 0 0 0 0,0-1 0 0 0,0 1 0 0 0,0 0 0 0 0,0 1 0 0 0,0-1 0 0 0,0 0 0 0 0,0 1 0 0 0,0-1 0 0 0,-1 1 0 0 0,1 0 0 0 0,0 0 0 0 0,0 0 0 0 0,-1 1 0 0 0,1-1 0 0 0,-1 1 0 0 0,1-1 0 0 0,-1 1 0 0 0,1 0 0 0 0,-1 0 0 0 0,0 0 0 0 0,3 3 0 0 0,-4-2 7 0 0,1 0 1 0 0,-1 0-1 0 0,0 0 0 0 0,0 0 1 0 0,0 0-1 0 0,0 0 1 0 0,-1 1-1 0 0,1-1 0 0 0,-1 0 1 0 0,0 0-1 0 0,0 1 0 0 0,0-1 1 0 0,0 0-1 0 0,-1 0 1 0 0,0 6-1 0 0,-3 4 2 0 0,0 1 0 0 0,-8 16-1 0 0,5-11 1 0 0,-22 42 60 0 0,21-47-316 0 0,1 0-1 0 0,1 0 1 0 0,0 0-1 0 0,1 1 1 0 0,-4 16-1 0 0,9-29 137 0 0,0 1-1 0 0,0-1 0 0 0,0 0 0 0 0,0 0 0 0 0,0 0 1 0 0,0 0-1 0 0,1 0 0 0 0,-1 1 0 0 0,1-1 0 0 0,-1 0 1 0 0,1 0-1 0 0,0 0 0 0 0,0 0 0 0 0,0 0 0 0 0,0-1 0 0 0,0 1 1 0 0,0 0-1 0 0,0 0 0 0 0,1-1 0 0 0,-1 1 0 0 0,1 0 1 0 0,2 1-1 0 0,0 0-531 0 0,0 0-1 0 0,0 0 1 0 0,0-1 0 0 0,0 1 0 0 0,1-1-1 0 0,-1 0 1 0 0,1-1 0 0 0,7 3 0 0 0,12 0-4197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4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313 159 1360 0 0,'7'-10'1411'0'0,"-1"-1"0"0"0,1 1-1 0 0,-2-1 1 0 0,6-13 0 0 0,-10 20-1090 0 0,0 1 0 0 0,1-1 0 0 0,-1 0 0 0 0,-1 0 1 0 0,1 0-1 0 0,0 0 0 0 0,-1 0 0 0 0,0 0 0 0 0,0 0 0 0 0,0 0 0 0 0,-1 0 1 0 0,1 0-1 0 0,-1 0 0 0 0,0 0 0 0 0,0 0 0 0 0,-3-6 0 0 0,3 8-270 0 0,0 1-1 0 0,0-1 0 0 0,0 1 1 0 0,0 0-1 0 0,0 0 0 0 0,0-1 0 0 0,-1 1 1 0 0,1 0-1 0 0,0 0 0 0 0,-1 0 1 0 0,1 0-1 0 0,-1 1 0 0 0,1-1 1 0 0,-1 0-1 0 0,1 1 0 0 0,-1-1 1 0 0,1 1-1 0 0,-1-1 0 0 0,0 1 1 0 0,1 0-1 0 0,-1-1 0 0 0,1 1 1 0 0,-1 0-1 0 0,0 0 0 0 0,1 0 1 0 0,-3 1-1 0 0,-2-1 7 0 0,0 1 0 0 0,0 1 0 0 0,0-1 0 0 0,0 1 0 0 0,0 0 0 0 0,-6 3 0 0 0,-7 5-14 0 0,-1 2 0 0 0,1 0 1 0 0,1 1-1 0 0,0 0 0 0 0,1 2 1 0 0,0 0-1 0 0,1 1 0 0 0,1 1 1 0 0,1 0-1 0 0,0 1 0 0 0,1 1 1 0 0,1 0-1 0 0,-17 36 0 0 0,25-46-27 0 0,1 1-1 0 0,0-1 0 0 0,0 1 0 0 0,1 0 1 0 0,1-1-1 0 0,-1 1 0 0 0,1 0 0 0 0,1 18 1 0 0,0-24-12 0 0,1-1 0 0 0,-1 0 1 0 0,1 1-1 0 0,0-1 0 0 0,0 0 1 0 0,0 0-1 0 0,0 0 0 0 0,0 1 1 0 0,1-1-1 0 0,-1-1 0 0 0,1 1 1 0 0,0 0-1 0 0,0 0 0 0 0,0-1 1 0 0,0 1-1 0 0,0-1 0 0 0,1 1 1 0 0,-1-1-1 0 0,1 0 0 0 0,0 0 1 0 0,-1 0-1 0 0,1 0 0 0 0,0-1 1 0 0,0 1-1 0 0,0-1 0 0 0,0 0 1 0 0,0 0-1 0 0,1 0 0 0 0,5 1 1 0 0,-2-1-22 0 0,0 0 1 0 0,1-1-1 0 0,-1 0 0 0 0,0 0 1 0 0,1-1-1 0 0,-1 0 0 0 0,0-1 1 0 0,0 1-1 0 0,0-1 0 0 0,0 0 1 0 0,0-1-1 0 0,0 0 0 0 0,-1 0 1 0 0,1-1-1 0 0,-1 1 1 0 0,0-1-1 0 0,0-1 0 0 0,9-7 1 0 0,6-7-104 0 0,-2 0 0 0 0,0-2 0 0 0,24-33 0 0 0,55-98-98 0 0,-48 69 394 0 0,-43 74-116 0 0,-9 15 32 0 0,-15 28 128 0 0,5-9-62 0 0,-3 11-10 0 0,-14 44-1 0 0,26-68-119 0 0,0-1-1 0 0,1 1 0 0 0,0-1 1 0 0,1 1-1 0 0,0 0 0 0 0,1 0 1 0 0,0 0-1 0 0,3 17 0 0 0,-2-25-28 0 0,0 1 0 0 0,0-1 0 0 0,1 0 0 0 0,-1-1 0 0 0,1 1 0 0 0,0 0 1 0 0,0 0-1 0 0,0-1 0 0 0,0 1 0 0 0,1-1 0 0 0,0 0 0 0 0,-1 1 0 0 0,1-1 0 0 0,0 0 0 0 0,1-1 0 0 0,-1 1 0 0 0,0-1 0 0 0,1 1 0 0 0,-1-1 0 0 0,1 0 0 0 0,0 0 0 0 0,0-1 0 0 0,0 1 0 0 0,0-1 0 0 0,0 0 0 0 0,0 0 0 0 0,0 0 0 0 0,0 0 0 0 0,7 0 0 0 0,1-1-276 0 0,0 0 0 0 0,1 0 0 0 0,-1-1 0 0 0,0 0-1 0 0,0-1 1 0 0,0-1 0 0 0,0 0 0 0 0,0-1-1 0 0,13-5 1 0 0,-2-3-809 0 0,0 0 0 0 0,-1-2-1 0 0,0-1 1 0 0,-2 0 0 0 0,1-2 0 0 0,22-24-1 0 0,5-9-2842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4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293 371 296 0 0,'22'-48'2352'0'0,"-2"-1"0"0"0,-2 0 0 0 0,-3-2 0 0 0,-1 0 0 0 0,7-62 0 0 0,-21 113-2336 0 0,0 0 1 0 0,0-1-1 0 0,0 1 0 0 0,0 0 1 0 0,0 0-1 0 0,1-1 0 0 0,-1 1 1 0 0,0 0-1 0 0,0-1 0 0 0,0 1 1 0 0,0 0-1 0 0,0 0 0 0 0,0-1 1 0 0,-1 1-1 0 0,1 0 0 0 0,0-1 1 0 0,0 1-1 0 0,0 0 0 0 0,0 0 1 0 0,0-1-1 0 0,0 1 0 0 0,0 0 1 0 0,-1 0-1 0 0,1-1 1 0 0,0 1-1 0 0,0 0 0 0 0,0 0 1 0 0,-1-1-1 0 0,1 1 0 0 0,0 0 1 0 0,0 0-1 0 0,0 0 0 0 0,-1-1 1 0 0,1 1-1 0 0,0 0 0 0 0,0 0 1 0 0,-1 0-1 0 0,1 0 0 0 0,0 0 1 0 0,-1 0-1 0 0,1 0 0 0 0,0 0 1 0 0,0 0-1 0 0,-1 0 0 0 0,1-1 1 0 0,0 1-1 0 0,-1 1 0 0 0,1-1 1 0 0,0 0-1 0 0,-1 0 0 0 0,1 0 1 0 0,0 0-1 0 0,0 0 0 0 0,-1 0 1 0 0,1 0-1 0 0,-1 0 0 0 0,-12 6 204 0 0,0 5-72 0 0,0 1 0 0 0,1 0 0 0 0,1 1 1 0 0,0 0-1 0 0,0 0 0 0 0,-10 20 0 0 0,9-16-26 0 0,-31 48 264 0 0,3 2 0 0 0,-51 117 0 0 0,68-127-279 0 0,3 1-1 0 0,2 0 1 0 0,-19 115-1 0 0,35-163-150 0 0,1 0 1 0 0,1 0-1 0 0,0 0 0 0 0,0 0 0 0 0,1 0 0 0 0,0 0 0 0 0,0 0 0 0 0,2 0 1 0 0,-1 0-1 0 0,7 16 0 0 0,-7-21-212 0 0,0-1 1 0 0,1 1-1 0 0,0-1 0 0 0,0 1 1 0 0,0-1-1 0 0,0 0 1 0 0,1 0-1 0 0,-1-1 0 0 0,1 1 1 0 0,0-1-1 0 0,0 1 0 0 0,0-1 1 0 0,1-1-1 0 0,-1 1 0 0 0,1 0 1 0 0,0-1-1 0 0,-1 0 1 0 0,1 0-1 0 0,0-1 0 0 0,0 1 1 0 0,0-1-1 0 0,7 1 0 0 0,15-1-3604 0 0,1-2-1816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40 158 2384 0 0,'13'-22'3345'0'0,"-1"0"0"0"0,-1-1 0 0 0,-1 0 0 0 0,12-43-1 0 0,-21 64-2658 0 0,-3 4-617 0 0,0 0 0 0 0,0 0 1 0 0,1 1-1 0 0,-1-1 0 0 0,0 0 1 0 0,1 1-1 0 0,0-1 0 0 0,0 1 0 0 0,-2 4 1 0 0,1-2 18 0 0,-14 28 116 0 0,2-1 0 0 0,1 2 0 0 0,1 0 1 0 0,2 1-1 0 0,2-1 0 0 0,1 2 0 0 0,-2 38 1 0 0,9-71-224 0 0,-1 0 1 0 0,1 0-1 0 0,0 0 1 0 0,0 0-1 0 0,1-1 1 0 0,-1 1-1 0 0,1 0 1 0 0,-1 0-1 0 0,1 0 1 0 0,0 0-1 0 0,0 0 1 0 0,0-1-1 0 0,1 1 1 0 0,-1 0-1 0 0,1-1 0 0 0,-1 1 1 0 0,1-1-1 0 0,0 0 1 0 0,0 1-1 0 0,0-1 1 0 0,0 0-1 0 0,0 0 1 0 0,3 2-1 0 0,-2-3-189 0 0,-1 0-1 0 0,1 0 1 0 0,0 0 0 0 0,-1-1-1 0 0,1 1 1 0 0,0-1-1 0 0,-1 1 1 0 0,1-1-1 0 0,0 0 1 0 0,0 0-1 0 0,0 0 1 0 0,-1 0-1 0 0,1-1 1 0 0,0 1-1 0 0,0-1 1 0 0,-1 1 0 0 0,1-1-1 0 0,-1 0 1 0 0,1 0-1 0 0,0 0 1 0 0,-1-1-1 0 0,0 1 1 0 0,1 0-1 0 0,3-4 1 0 0,3-2-1941 0 0,0-1 1 0 0,14-16-1 0 0,-19 21 1366 0 0,23-26-6137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173 112 2424 0 0,'-12'-16'1912'0'0,"-2"3"-187"0"0,0 0-401 0 0,2 1-112 0 0,-2 0-356 0 0,2 2-112 0 0,0 2-236 0 0,2-1-4 0 0,0 2-204 0 0,3 2 196 0 0,-10-2-484 0 0,3 7-1388 0 0,-10 0-6861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5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0 568 0 0,'-73'10'4239'0'0,"-88"18"5800"0"0,160-29-10009 0 0,1 1 0 0 0,0 0 1 0 0,0 0-1 0 0,0 0 0 0 0,0 0 0 0 0,-1 0 0 0 0,1 0 1 0 0,0 0-1 0 0,0 0 0 0 0,0 0 0 0 0,0 0 0 0 0,-1 0 0 0 0,1 0 1 0 0,0 0-1 0 0,0 0 0 0 0,0 0 0 0 0,-1 0 0 0 0,1 1 1 0 0,0-1-1 0 0,0 0 0 0 0,0 0 0 0 0,0 0 0 0 0,0 0 1 0 0,-1 0-1 0 0,1 0 0 0 0,0 0 0 0 0,0 0 0 0 0,0 1 1 0 0,0-1-1 0 0,0 0 0 0 0,0 0 0 0 0,0 0 0 0 0,-1 0 0 0 0,1 0 1 0 0,0 1-1 0 0,0-1 0 0 0,0 0 0 0 0,0 0 0 0 0,0 0 1 0 0,0 0-1 0 0,0 1 0 0 0,0-1 0 0 0,0 0 0 0 0,0 0 1 0 0,0 0-1 0 0,0 0 0 0 0,0 1 0 0 0,0-1 0 0 0,0 0 0 0 0,11 6 373 0 0,19 1-201 0 0,308 35-1658 0 0,-201-28-5518 0 0,-90-8 848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5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417 172 956 0 0,'-1'-5'931'0'0,"0"-1"-1"0"0,0 0 1 0 0,1 1-1 0 0,0-1 1 0 0,0 0-1 0 0,0 0 1 0 0,0 0-1 0 0,2-6 1 0 0,14-48 3946 0 0,-7 29-1440 0 0,-9 31-3399 0 0,0-1 1 0 0,0 0-1 0 0,0 1 1 0 0,0-1-1 0 0,1 0 1 0 0,-1 1-1 0 0,0-1 1 0 0,0 0-1 0 0,-1 1 1 0 0,1-1-1 0 0,0 0 0 0 0,0 0 1 0 0,0 1-1 0 0,0-1 1 0 0,0 0-1 0 0,-1 1 1 0 0,1-1-1 0 0,0 1 1 0 0,-1-1-1 0 0,1 0 1 0 0,0 1-1 0 0,-1-1 0 0 0,1 1 1 0 0,-1-1-1 0 0,1 1 1 0 0,-1-1-1 0 0,1 1 1 0 0,-1-1-1 0 0,0 1 1 0 0,1 0-1 0 0,-1-1 1 0 0,1 1-1 0 0,-1 0 0 0 0,0-1 1 0 0,1 1-1 0 0,-1 0 1 0 0,0 0-1 0 0,1-1 1 0 0,-2 1-1 0 0,-21-1 88 0 0,22 1-87 0 0,-11 1 14 0 0,-1 1 0 0 0,1 0 1 0 0,-1 1-1 0 0,1 0 1 0 0,0 1-1 0 0,-13 6 0 0 0,-67 37 78 0 0,86-44-120 0 0,-23 14 44 0 0,-51 37-1 0 0,69-45-43 0 0,0 0 1 0 0,1 1-1 0 0,0 0 1 0 0,1 1-1 0 0,0 0 0 0 0,0 1 1 0 0,-6 12-1 0 0,13-21-7 0 0,0-1 0 0 0,1 1 0 0 0,0 0-1 0 0,-1 0 1 0 0,1 1 0 0 0,0-1 0 0 0,1 0 0 0 0,-1 0 0 0 0,1 0-1 0 0,-1 1 1 0 0,1-1 0 0 0,0 0 0 0 0,0 0 0 0 0,0 1 0 0 0,1-1-1 0 0,-1 0 1 0 0,1 0 0 0 0,1 5 0 0 0,0-4-44 0 0,0 0 0 0 0,0 0 0 0 0,0 0-1 0 0,1 0 1 0 0,0-1 0 0 0,0 1 0 0 0,0-1 0 0 0,0 1 0 0 0,0-1-1 0 0,1 0 1 0 0,6 4 0 0 0,3 1-372 0 0,1 0-1 0 0,0-1 1 0 0,1-1 0 0 0,-1 0-1 0 0,1-1 1 0 0,24 5 0 0 0,-7-5-871 0 0,0-1 1 0 0,1-2 0 0 0,-1-1 0 0 0,1-2 0 0 0,-1-1-1 0 0,0-1 1 0 0,35-8 0 0 0,-9-1-2824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6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309 700 820 0 0,'4'-3'396'0'0,"21"-18"2329"0"0,41-43 0 0 0,-60 58-2273 0 0,-1-1 0 0 0,0 1 0 0 0,0-1 0 0 0,0 0 0 0 0,-1 0 0 0 0,0-1 1 0 0,-1 1-1 0 0,1-1 0 0 0,-2 0 0 0 0,1 0 0 0 0,-1 0 0 0 0,2-14 0 0 0,-3 21-384 0 0,-1-1 1 0 0,0 1-1 0 0,0-1 1 0 0,0 0-1 0 0,0 1 0 0 0,0-1 1 0 0,0 1-1 0 0,-1-1 0 0 0,1 1 1 0 0,-1-1-1 0 0,1 1 0 0 0,-1-1 1 0 0,1 1-1 0 0,-1 0 0 0 0,0-1 1 0 0,1 1-1 0 0,-1 0 0 0 0,0-1 1 0 0,0 1-1 0 0,0 0 0 0 0,0 0 1 0 0,0 0-1 0 0,-2-2 0 0 0,0 2 9 0 0,1 0 0 0 0,0 0 0 0 0,-1 0 0 0 0,1 0 0 0 0,-1 1 0 0 0,1-1 0 0 0,-1 1 0 0 0,0-1 0 0 0,1 1 0 0 0,-1 0 0 0 0,1 0 0 0 0,-6 1 0 0 0,-5 1 148 0 0,0 0 1 0 0,-1 2-1 0 0,1 0 0 0 0,-15 6 0 0 0,0 2-60 0 0,-1 2 0 0 0,2 0-1 0 0,0 2 1 0 0,1 1 0 0 0,1 1 0 0 0,0 1-1 0 0,1 1 1 0 0,-28 32 0 0 0,45-44-139 0 0,0 1 1 0 0,1 0-1 0 0,0 0 1 0 0,0 0-1 0 0,1 1 0 0 0,0 0 1 0 0,1 0-1 0 0,0 0 1 0 0,-4 14-1 0 0,8-20-16 0 0,-1-1 0 0 0,0 1 0 0 0,1 0 0 0 0,-1 0 0 0 0,1-1 0 0 0,0 1 0 0 0,0 0 0 0 0,1 0 0 0 0,-1-1 0 0 0,1 1 0 0 0,0 0 0 0 0,0-1 0 0 0,0 1 0 0 0,0 0 0 0 0,1-1 0 0 0,-1 0 0 0 0,1 1 0 0 0,0-1 0 0 0,0 0 0 0 0,0 0 0 0 0,1 0 0 0 0,-1 0 0 0 0,1 0 0 0 0,-1 0 0 0 0,1-1 0 0 0,0 1 0 0 0,0-1 0 0 0,0 0 0 0 0,6 3 0 0 0,-3-1-12 0 0,1-1-1 0 0,0 0 1 0 0,0-1 0 0 0,0 0-1 0 0,0 0 1 0 0,0 0 0 0 0,0-1-1 0 0,0 0 1 0 0,1 0 0 0 0,-1-1-1 0 0,0 0 1 0 0,11-1 0 0 0,-7-1-32 0 0,0 0 1 0 0,0-1-1 0 0,0 0 1 0 0,0-1-1 0 0,-1 0 1 0 0,1 0-1 0 0,12-9 1 0 0,2-3-37 0 0,-1-1-1 0 0,-1-2 1 0 0,-1 0 0 0 0,0-1-1 0 0,23-29 1 0 0,-7 2 42 0 0,23-23-98 0 0,-60 69 95 0 0,-5 12-29 0 0,-42 56 72 0 0,-6 12 66 0 0,47-71-66 0 0,0 1-1 0 0,1 1 1 0 0,0-1-1 0 0,1 1 1 0 0,0-1-1 0 0,-3 21 1 0 0,5-27-3 0 0,1 0 1 0 0,0 0 0 0 0,0 0-1 0 0,0 0 1 0 0,0 0-1 0 0,0 0 1 0 0,0 0-1 0 0,1 0 1 0 0,0-1-1 0 0,-1 1 1 0 0,1 0 0 0 0,0 0-1 0 0,0 0 1 0 0,1-1-1 0 0,-1 1 1 0 0,1-1-1 0 0,-1 1 1 0 0,1-1-1 0 0,0 1 1 0 0,0-1 0 0 0,0 0-1 0 0,3 3 1 0 0,-1-2-6 0 0,0-1 1 0 0,0 0-1 0 0,0 0 1 0 0,0 0-1 0 0,0-1 1 0 0,0 1-1 0 0,0-1 1 0 0,0 0-1 0 0,1 0 1 0 0,-1-1-1 0 0,0 1 1 0 0,1-1-1 0 0,-1 0 1 0 0,8-1-1 0 0,3-1-16 0 0,1 0 0 0 0,-1-2 0 0 0,-1 0 0 0 0,1 0 0 0 0,0-2-1 0 0,-1 1 1 0 0,0-2 0 0 0,22-13 0 0 0,8-10-179 0 0,46-39-1 0 0,-69 52 118 0 0,123-106-370 0 0,250-277 0 0 0,-265 239 595 0 0,-128 160-147 0 0,0 0-1 0 0,-1 1 1 0 0,1-1 0 0 0,0 0-1 0 0,-1 0 1 0 0,1 0 0 0 0,-1 0-1 0 0,1 0 1 0 0,-1 0 0 0 0,0 0 0 0 0,1 0-1 0 0,-1 0 1 0 0,0 0 0 0 0,0 0-1 0 0,1 0 1 0 0,-1 0 0 0 0,0 0-1 0 0,0-2 1 0 0,-1 2-1 0 0,1 1-1 0 0,-1 0 1 0 0,1-1-1 0 0,0 1 1 0 0,-1 0-1 0 0,1 0 0 0 0,-1-1 1 0 0,1 1-1 0 0,-1 0 1 0 0,1 0-1 0 0,-1 0 1 0 0,1 0-1 0 0,-1-1 1 0 0,1 1-1 0 0,-1 0 1 0 0,1 0-1 0 0,-1 0 1 0 0,1 0-1 0 0,-1 0 1 0 0,1 0-1 0 0,-1 0 1 0 0,1 1-1 0 0,-1-1 1 0 0,1 0-1 0 0,-2 0 1 0 0,-4 2 7 0 0,0 0-1 0 0,0 0 1 0 0,0 1 0 0 0,0 0 0 0 0,-6 3 0 0 0,-29 24 24 0 0,0 2 0 0 0,2 1-1 0 0,1 2 1 0 0,2 1 0 0 0,2 2 0 0 0,1 2 0 0 0,2 1 0 0 0,2 1-1 0 0,1 1 1 0 0,3 2 0 0 0,-30 70 0 0 0,46-93-22 0 0,1 1 0 0 0,1 0-1 0 0,-5 30 1 0 0,10-46-3 0 0,1 1 0 0 0,0 0-1 0 0,1-1 1 0 0,0 1 0 0 0,0 0-1 0 0,1-1 1 0 0,0 1 0 0 0,0-1-1 0 0,0 1 1 0 0,1-1 0 0 0,1 1-1 0 0,-1-1 1 0 0,1 0 0 0 0,5 9-1 0 0,-5-11-5 0 0,1 0-1 0 0,0-1 1 0 0,0 0-1 0 0,0 1 0 0 0,1-1 1 0 0,-1-1-1 0 0,1 1 1 0 0,0-1-1 0 0,0 1 1 0 0,0-2-1 0 0,1 1 1 0 0,-1 0-1 0 0,1-1 1 0 0,-1 0-1 0 0,1-1 0 0 0,0 1 1 0 0,0-1-1 0 0,0 0 1 0 0,0 0-1 0 0,0-1 1 0 0,7 0-1 0 0,4 0-9 0 0,0-1 1 0 0,0-1-1 0 0,0 0 1 0 0,0-1-1 0 0,0-1 0 0 0,20-8 1 0 0,8-6-64 0 0,0-1 0 0 0,-2-3 0 0 0,60-40 0 0 0,113-94-227 0 0,-131 90 152 0 0,82-84-1 0 0,-134 116 88 0 0,-1-1-1 0 0,-2-2 1 0 0,-1-1-1 0 0,46-83 0 0 0,-70 114 56 0 0,-1 0-1 0 0,-1 0 0 0 0,0 0 0 0 0,0-1 0 0 0,0 1 1 0 0,-1-1-1 0 0,0 0 0 0 0,0 0 0 0 0,-1 0 0 0 0,1-13 0 0 0,-3 20 5 0 0,1 0-1 0 0,0 0 0 0 0,-1 0 0 0 0,1 0 0 0 0,0 0 0 0 0,-1 0 0 0 0,1 0 0 0 0,-1 0 0 0 0,1 0 0 0 0,-1 1 1 0 0,0-1-1 0 0,0 0 0 0 0,1 0 0 0 0,-1 1 0 0 0,0-1 0 0 0,0 0 0 0 0,0 1 0 0 0,1-1 0 0 0,-1 0 0 0 0,0 1 0 0 0,0-1 1 0 0,0 1-1 0 0,0 0 0 0 0,0-1 0 0 0,0 1 0 0 0,0 0 0 0 0,0 0 0 0 0,0-1 0 0 0,0 1 0 0 0,0 0 0 0 0,0 0 1 0 0,-1 0-1 0 0,1 0 0 0 0,0 1 0 0 0,0-1 0 0 0,0 0 0 0 0,-1 1 0 0 0,-6 0 8 0 0,-1 1 0 0 0,1 0 0 0 0,-12 5 0 0 0,-20 10 85 0 0,2 1-1 0 0,-1 2 0 0 0,-63 46 1 0 0,45-23 164 0 0,-79 77 1 0 0,94-77-155 0 0,-48 61 0 0 0,72-80-67 0 0,1 1 0 0 0,0 1 0 0 0,2 1-1 0 0,-16 40 1 0 0,28-60-43 0 0,1 0 0 0 0,-1 1 0 0 0,1-1 0 0 0,1 1 0 0 0,0-1 0 0 0,0 1-1 0 0,0 0 1 0 0,1 0 0 0 0,0-1 0 0 0,1 1 0 0 0,-1 0 0 0 0,1-1 0 0 0,1 1 0 0 0,4 13 0 0 0,-3-14-263 0 0,0-1 1 0 0,0 0-1 0 0,0 0 1 0 0,1 0 0 0 0,0-1-1 0 0,0 1 1 0 0,1-1-1 0 0,-1 0 1 0 0,1 0-1 0 0,0-1 1 0 0,1 1-1 0 0,-1-1 1 0 0,1 0-1 0 0,0-1 1 0 0,0 1-1 0 0,12 4 1 0 0,11 2-3847 0 0,3-4-2112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727 35 1476 0 0,'11'-19'9653'0'0,"-20"22"-9076"0"0,6-1-403 0 0,0 0 0 0 0,0 0-1 0 0,1 0 1 0 0,-1 0-1 0 0,1 0 1 0 0,-1 0-1 0 0,1 1 1 0 0,0-1-1 0 0,0 1 1 0 0,0 0 0 0 0,0 0-1 0 0,0 0 1 0 0,1 0-1 0 0,-3 5 1 0 0,2-2 15 0 0,0-1 0 0 0,0 1-1 0 0,0 0 1 0 0,1 0 0 0 0,0 0 0 0 0,-1 11 0 0 0,2-14-126 0 0,1 1-1 0 0,-1-1 1 0 0,1 1 0 0 0,-1-1-1 0 0,1 1 1 0 0,0-1 0 0 0,0 1-1 0 0,1-1 1 0 0,-1 0 0 0 0,1 1-1 0 0,-1-1 1 0 0,1 0-1 0 0,0 0 1 0 0,0 0 0 0 0,3 2-1 0 0,-1 0-12 0 0,1-1 0 0 0,-1 0-1 0 0,1 0 1 0 0,0-1-1 0 0,1 1 1 0 0,-1-1 0 0 0,0 0-1 0 0,8 3 1 0 0,-3-2-22 0 0,1-1 0 0 0,-1 0 0 0 0,1 0 0 0 0,0-1 0 0 0,0 0 1 0 0,0-1-1 0 0,0-1 0 0 0,1 1 0 0 0,14-3 0 0 0,-12 0-16 0 0,0-1 0 0 0,1-1 1 0 0,-1-1-1 0 0,0 0 0 0 0,-1 0 0 0 0,0-2 0 0 0,26-15 0 0 0,-3-4-4 0 0,43-38-1 0 0,6-5-7 0 0,-72 61-8 0 0,-13 8 8 0 0,0 0 1 0 0,-1 0-1 0 0,1 0 1 0 0,0 0-1 0 0,0 0 1 0 0,0 0-1 0 0,0 0 1 0 0,0 0-1 0 0,0 0 1 0 0,0 0-1 0 0,0 0 0 0 0,0 0 1 0 0,0 0-1 0 0,0 0 1 0 0,0 1-1 0 0,0-1 1 0 0,0 0-1 0 0,0 0 1 0 0,0 0-1 0 0,0 0 1 0 0,0 0-1 0 0,0 0 0 0 0,0 0 1 0 0,0 0-1 0 0,0 0 1 0 0,0 0-1 0 0,0 0 1 0 0,0 0-1 0 0,0 0 1 0 0,0 0-1 0 0,0 0 0 0 0,0 0 1 0 0,0 0-1 0 0,0 0 1 0 0,1 0-1 0 0,-1 1 1 0 0,0-1-1 0 0,0 0 1 0 0,0 0-1 0 0,0 0 1 0 0,0 0-1 0 0,-19 19 147 0 0,12-12-41 0 0,-275 282 3346 0 0,-121 167 763 0 0,401-454-4224 0 0,-19 24 510 0 0,-1-1 0 0 0,-1 0-1 0 0,-28 22 1 0 0,43-41-276 0 0,0 0-1 0 0,0 0 1 0 0,-1-1 0 0 0,0 0 0 0 0,0-1-1 0 0,0 0 1 0 0,0 0 0 0 0,-1-1-1 0 0,0-1 1 0 0,1 1 0 0 0,-1-1-1 0 0,0-1 1 0 0,0 0 0 0 0,-16 0-1 0 0,12-2-288 0 0,0-1 0 0 0,0 0-1 0 0,1-1 1 0 0,-1 0 0 0 0,1-1-1 0 0,0-1 1 0 0,0 0 0 0 0,0-1-1 0 0,1 0 1 0 0,0-1 0 0 0,0 0-1 0 0,1-1 1 0 0,-1 0 0 0 0,2-1-1 0 0,-17-16 1 0 0,24 21-408 0 0,0 1 1 0 0,1-1-1 0 0,-1 1 1 0 0,1-1-1 0 0,0 0 1 0 0,0 0-1 0 0,0 0 0 0 0,1 0 1 0 0,-1 0-1 0 0,1-1 1 0 0,0 1-1 0 0,0 0 0 0 0,0-1 1 0 0,1 1-1 0 0,0-7 1 0 0,0 6-871 0 0,1-1 0 0 0,-1 1 1 0 0,1-1-1 0 0,1 1 0 0 0,-1-1 0 0 0,1 1 1 0 0,3-7-1 0 0,7-12-7715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15 2904 0 0,'161'-14'16023'0'0,"-160"14"-15989"0"0,0 0-1 0 0,-1 0 1 0 0,1 0-1 0 0,0 0 1 0 0,-1 0 0 0 0,1 0-1 0 0,-1 0 1 0 0,1 0-1 0 0,0 0 1 0 0,-1 0 0 0 0,1 0-1 0 0,0 0 1 0 0,-1 0-1 0 0,1 1 1 0 0,-1-1-1 0 0,1 0 1 0 0,-1 0 0 0 0,1 1-1 0 0,0-1 1 0 0,-1 0-1 0 0,1 1 1 0 0,-1-1 0 0 0,1 0-1 0 0,-1 1 1 0 0,0-1-1 0 0,1 1 1 0 0,-1-1-1 0 0,1 1 1 0 0,-1-1 0 0 0,0 1-1 0 0,1-1 1 0 0,-1 1-1 0 0,0 0 1 0 0,0-1 0 0 0,1 1-1 0 0,-1-1 1 0 0,0 1-1 0 0,0 0 1 0 0,0-1-1 0 0,0 1 1 0 0,0 0 0 0 0,0-1-1 0 0,0 1 1 0 0,0-1-1 0 0,0 1 1 0 0,0 0 0 0 0,0-1-1 0 0,0 1 1 0 0,0 0-1 0 0,-1-1 1 0 0,1 1-1 0 0,0-1 1 0 0,0 1 0 0 0,-1-1-1 0 0,1 1 1 0 0,-1 0-1 0 0,-20 30 368 0 0,1-10-717 0 0,-2-1 0 0 0,0-2 0 0 0,-2 0 0 0 0,-36 21 0 0 0,26-16-902 0 0,-51 27-6457 0 0,43-26-690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3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303 215 792 0 0,'0'-5'493'0'0,"9"-52"4905"0"0,26-94 0 0 0,-35 149-5057 0 0,1 5 122 0 0,3 8-192 0 0,-2 1 1 0 0,1 0 0 0 0,-2 0 0 0 0,0 0 0 0 0,0 0 0 0 0,-1 0-1 0 0,0 1 1 0 0,-3 14 0 0 0,1-6-75 0 0,-47 375 1196 0 0,-31-3-814 0 0,42-213-358 0 0,-77 282-972 0 0,113-454 241 0 0,-1 0-1 0 0,0-1 0 0 0,0 1 0 0 0,0-1 1 0 0,-1 0-1 0 0,-5 8 0 0 0,9-15 398 0 0,-1 1 0 0 0,1-1 0 0 0,-1 1 0 0 0,1-1 0 0 0,-1 0 0 0 0,1 1-1 0 0,-1-1 1 0 0,1 1 0 0 0,-1-1 0 0 0,1 0 0 0 0,-1 0 0 0 0,1 1 0 0 0,-1-1 0 0 0,0 0-1 0 0,1 0 1 0 0,-1 0 0 0 0,1 0 0 0 0,-1 1 0 0 0,0-1 0 0 0,1 0 0 0 0,-1 0 0 0 0,1 0-1 0 0,-1 0 1 0 0,0 0 0 0 0,1-1 0 0 0,-1 1 0 0 0,0 0 0 0 0,1 0 0 0 0,-1 0 0 0 0,0-1 0 0 0,-15-12-3885 0 0,4-3 511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0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0 646 1468 0 0,'14'-51'915'0'0,"3"1"0"0"0,1 1 0 0 0,3 1-1 0 0,2 0 1 0 0,1 2 0 0 0,38-52 0 0 0,-43 73-635 0 0,0 1 0 0 0,2 0 0 0 0,1 2 0 0 0,45-36 0 0 0,-47 44-168 0 0,0 1 1 0 0,0 0 0 0 0,1 2 0 0 0,1 1-1 0 0,0 0 1 0 0,0 2 0 0 0,25-7 0 0 0,-35 13-72 0 0,0-1 0 0 0,1 2 0 0 0,-1-1 0 0 0,1 2 1 0 0,-1 0-1 0 0,1 0 0 0 0,-1 1 0 0 0,1 1 0 0 0,-1 0 1 0 0,1 0-1 0 0,20 8 0 0 0,-28-8-26 0 0,1 1 0 0 0,-1-1 0 0 0,0 1 0 0 0,0 0 0 0 0,0 0 0 0 0,0 0 0 0 0,0 0 0 0 0,-1 1 0 0 0,1 0 0 0 0,-1 0 0 0 0,0 0 0 0 0,0 1 0 0 0,-1 0 0 0 0,1-1 0 0 0,-1 1 0 0 0,0 0 0 0 0,0 0 0 0 0,-1 1 0 0 0,1-1 0 0 0,-1 1 0 0 0,-1-1 0 0 0,1 1 0 0 0,-1 0 0 0 0,0-1 0 0 0,0 1 0 0 0,0 0 0 0 0,-1 6 0 0 0,-1-1-1 0 0,0-1 0 0 0,-1 1 1 0 0,0-1-1 0 0,-1 0 0 0 0,0 1 0 0 0,0-1 1 0 0,-1 0-1 0 0,-1-1 0 0 0,0 1 1 0 0,0-1-1 0 0,-9 11 0 0 0,1-2-2 0 0,0-1-1 0 0,-1 0 0 0 0,-1-1 1 0 0,-26 21-1 0 0,24-24 0 0 0,0 0 0 0 0,0-2 0 0 0,-1 0 0 0 0,-1-1 0 0 0,0-1 0 0 0,0-1 0 0 0,-1 0 0 0 0,0-2 0 0 0,0 0-1 0 0,-42 6 1 0 0,61-12-72 0 0,-1 1-1 0 0,1-1 0 0 0,-1 0 1 0 0,1 0-1 0 0,0 0 0 0 0,-1 0 1 0 0,1 0-1 0 0,0 0 0 0 0,-1-1 1 0 0,1 1-1 0 0,0 0 0 0 0,-1-1 0 0 0,1 1 1 0 0,0-1-1 0 0,0 1 0 0 0,-1-1 1 0 0,1 0-1 0 0,-2-1 0 0 0,3 2-97 0 0,0-1 0 0 0,-1 1-1 0 0,1-1 1 0 0,0 0 0 0 0,-1 1 0 0 0,1-1-1 0 0,0 0 1 0 0,0 0 0 0 0,0 1-1 0 0,-1-1 1 0 0,1 0 0 0 0,0 1-1 0 0,0-1 1 0 0,0 0 0 0 0,0 0-1 0 0,0 1 1 0 0,1-1 0 0 0,-1 0-1 0 0,0 1 1 0 0,0-1 0 0 0,0 0 0 0 0,1 0-1 0 0,-1 1 1 0 0,0-1 0 0 0,1 1-1 0 0,-1-1 1 0 0,0 0 0 0 0,1 1-1 0 0,-1-1 1 0 0,1 1 0 0 0,0-2-1 0 0,7-8-2602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0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52 652 0 0,'3'-9'6969'0'0,"-7"10"-6801"0"0,1 0-1 0 0,-1 1 0 0 0,1-1 1 0 0,0 1-1 0 0,0-1 0 0 0,-1 1 1 0 0,1 0-1 0 0,0 0 0 0 0,1 0 1 0 0,-1 1-1 0 0,0-1 0 0 0,1 1 1 0 0,-1-1-1 0 0,1 1 0 0 0,-4 5 0 0 0,-6 10 344 0 0,-14 27 0 0 0,16-25-237 0 0,-3 2-99 0 0,2 0 0 0 0,1 1 1 0 0,-9 30-1 0 0,16-43-139 0 0,0 1 0 0 0,1-1 0 0 0,0 1 0 0 0,1-1-1 0 0,0 1 1 0 0,0 0 0 0 0,1-1 0 0 0,1 1 0 0 0,0 0 0 0 0,3 12 0 0 0,-4-20-27 0 0,1 0 1 0 0,0 0-1 0 0,0-1 0 0 0,0 1 1 0 0,0 0-1 0 0,1-1 1 0 0,-1 1-1 0 0,1 0 0 0 0,0-1 1 0 0,0 0-1 0 0,-1 1 0 0 0,1-1 1 0 0,1 0-1 0 0,-1 0 1 0 0,0 0-1 0 0,0 0 0 0 0,1-1 1 0 0,3 3-1 0 0,-2-3 1 0 0,0 1 0 0 0,0-1 0 0 0,1 0 0 0 0,-1 0 0 0 0,1 0 0 0 0,-1 0 0 0 0,0-1-1 0 0,1 0 1 0 0,-1 0 0 0 0,10-1 0 0 0,2-2 0 0 0,1 0 1 0 0,-1-2-1 0 0,0 0 0 0 0,0-1 0 0 0,20-11 1 0 0,-19 8-8 0 0,0 0 1 0 0,0-2 0 0 0,-2 0 0 0 0,1-1 0 0 0,-2-1 0 0 0,1 0-1 0 0,-2-1 1 0 0,19-24 0 0 0,-21 24-32 0 0,-2 0 0 0 0,0-1 0 0 0,0 0 0 0 0,-1 0 0 0 0,-1-1 0 0 0,-1 0 0 0 0,0 0 0 0 0,-1-1 0 0 0,5-32 0 0 0,-9 45 23 0 0,-1-1 0 0 0,0 0 0 0 0,0 0 0 0 0,0 1 0 0 0,0-1 0 0 0,-1 0 1 0 0,0 1-1 0 0,0-1 0 0 0,0 0 0 0 0,-1 1 0 0 0,1-1 0 0 0,-1 1 0 0 0,0 0 0 0 0,0-1 0 0 0,-1 1 0 0 0,-3-5 0 0 0,3 6 5 0 0,1 1 0 0 0,0 0 0 0 0,0 0 0 0 0,-1 0 0 0 0,0 0 0 0 0,1 0 0 0 0,-1 0 0 0 0,0 1 0 0 0,0-1 0 0 0,1 1 0 0 0,-1 0-1 0 0,-1 0 1 0 0,1 0 0 0 0,0 0 0 0 0,0 0 0 0 0,0 1 0 0 0,0-1 0 0 0,0 1 0 0 0,-1 0 0 0 0,1 0 0 0 0,0 0 0 0 0,0 0 0 0 0,0 1 0 0 0,-6 1 0 0 0,0 1 27 0 0,0 0 0 0 0,1 0 0 0 0,-1 1 0 0 0,1 1 0 0 0,0-1 1 0 0,0 1-1 0 0,0 1 0 0 0,1-1 0 0 0,0 1 0 0 0,0 1 0 0 0,-12 13 0 0 0,15-15-134 0 0,0 0-1 0 0,0 0 0 0 0,0 0 0 0 0,1 0 1 0 0,0 1-1 0 0,0-1 0 0 0,0 1 1 0 0,1 0-1 0 0,0 0 0 0 0,0 0 1 0 0,0 0-1 0 0,1 0 0 0 0,0 0 0 0 0,0 1 1 0 0,1-1-1 0 0,0 0 0 0 0,0 1 1 0 0,1 9-1 0 0,0-13-234 0 0,-1-1-1 0 0,1 1 1 0 0,0-1-1 0 0,0 1 1 0 0,0-1 0 0 0,1 1-1 0 0,-1-1 1 0 0,0 0 0 0 0,1 0-1 0 0,0 0 1 0 0,-1 0-1 0 0,1 0 1 0 0,0 0 0 0 0,4 3-1 0 0,5 3-3104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0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47 2176 0 0,'40'-46'10810'0'0,"-44"65"-9949"0"0,-14 20-552 0 0,3 0 0 0 0,1 1-1 0 0,2 1 1 0 0,1-1 0 0 0,3 2-1 0 0,-6 60 1 0 0,14-95-284 0 0,-1 0 0 0 0,1 1 0 0 0,1-1-1 0 0,-1 0 1 0 0,1 0 0 0 0,0 0 0 0 0,4 11 0 0 0,-4-16-34 0 0,-1-1 0 0 0,1 1 0 0 0,0 0 1 0 0,-1-1-1 0 0,1 1 0 0 0,0-1 1 0 0,0 1-1 0 0,0-1 0 0 0,0 0 0 0 0,1 1 1 0 0,-1-1-1 0 0,0 0 0 0 0,0 0 0 0 0,1 0 1 0 0,-1 0-1 0 0,1 0 0 0 0,-1 0 0 0 0,1 0 1 0 0,-1 0-1 0 0,1-1 0 0 0,0 1 0 0 0,-1-1 1 0 0,1 1-1 0 0,0-1 0 0 0,-1 1 1 0 0,1-1-1 0 0,0 0 0 0 0,0 0 0 0 0,-1 0 1 0 0,1 0-1 0 0,0 0 0 0 0,0 0 0 0 0,-1-1 1 0 0,1 1-1 0 0,0 0 0 0 0,2-2 0 0 0,3 0-312 0 0,-1-1 0 0 0,1 0 0 0 0,-1 0 0 0 0,1 0 0 0 0,-1-1 0 0 0,0 0-1 0 0,0 0 1 0 0,-1-1 0 0 0,9-8 0 0 0,-4 3-1178 0 0,0-2 0 0 0,-1 1 0 0 0,14-24 1 0 0,-4-1-2775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1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 1160 0 0,'-14'-5'1420'0'0,"0"3"452"0"0,-13 5-1204 0 0,13 3-159 0 0,0 2-121 0 0,0 3-52 0 0,1 2-68 0 0,2 3-64 0 0,3 1-236 0 0,-1 4-384 0 0,4-3-625 0 0,-2 3-651 0 0,5-4 452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1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93 400 0 0,'5'4'1181'0'0,"0"0"-1"0"0,-1 1 1 0 0,1-1 0 0 0,-1 1-1 0 0,0 0 1 0 0,0 1 0 0 0,4 7-1 0 0,-3-3-541 0 0,0 0-1 0 0,0 1 1 0 0,4 18-1 0 0,-4-9-549 0 0,-1 0-1 0 0,0 1 0 0 0,-2 0 1 0 0,0 22-1 0 0,-2-33-44 0 0,-1-1-1 0 0,0 0 1 0 0,0 0 0 0 0,0 1-1 0 0,-2-1 1 0 0,1 0 0 0 0,-1-1-1 0 0,0 1 1 0 0,-1 0 0 0 0,-5 9-1 0 0,9-17-39 0 0,0-1-1 0 0,-1 1 1 0 0,1-1-1 0 0,0 1 1 0 0,0-1-1 0 0,-1 1 1 0 0,1-1 0 0 0,0 1-1 0 0,-1-1 1 0 0,1 1-1 0 0,-1-1 1 0 0,1 1-1 0 0,-1-1 1 0 0,1 1-1 0 0,-1-1 1 0 0,1 0-1 0 0,-1 1 1 0 0,1-1-1 0 0,-1 0 1 0 0,1 0 0 0 0,-1 1-1 0 0,0-1 1 0 0,1 0-1 0 0,-1 0 1 0 0,1 0-1 0 0,-1 0 1 0 0,0 0-1 0 0,1 0 1 0 0,-1 0-1 0 0,1 0 1 0 0,-1 0-1 0 0,0 0 1 0 0,1 0 0 0 0,-1 0-1 0 0,1 0 1 0 0,-1 0-1 0 0,0-1 1 0 0,0 0 1 0 0,0 1 0 0 0,0-1 0 0 0,0 0 0 0 0,0 0 0 0 0,0 0 0 0 0,0 0 0 0 0,1 1-1 0 0,-1-1 1 0 0,0 0 0 0 0,1 0 0 0 0,-1-1 0 0 0,1 1 0 0 0,-1 0 0 0 0,1 0 0 0 0,-1-2 0 0 0,0-4-1 0 0,0 0 0 0 0,1 0 0 0 0,0 1 0 0 0,0-1 0 0 0,1 0 0 0 0,0 0 0 0 0,0 0 0 0 0,1 1 0 0 0,4-13 0 0 0,3-7-34 0 0,14-24 0 0 0,-12 28-2 0 0,1 1 1 0 0,1 0-1 0 0,1 1 0 0 0,0 1 0 0 0,2 0 0 0 0,0 1 0 0 0,36-31 1 0 0,-40 39 25 0 0,-1 2 0 0 0,1 0 0 0 0,1 0 0 0 0,-1 1 1 0 0,2 0-1 0 0,-1 1 0 0 0,0 1 0 0 0,1 0 0 0 0,0 1 0 0 0,0 0 1 0 0,0 2-1 0 0,1-1 0 0 0,-1 2 0 0 0,25-1 0 0 0,-35 2 10 0 0,0 0 0 0 0,0 1 0 0 0,0-1 0 0 0,0 1 0 0 0,0 0 0 0 0,0 0 0 0 0,0 0 0 0 0,0 1 0 0 0,0-1-1 0 0,0 1 1 0 0,-1 0 0 0 0,1 0 0 0 0,-1 0 0 0 0,0 1 0 0 0,1-1 0 0 0,4 6 0 0 0,-5-4 31 0 0,0 0-1 0 0,0 0 1 0 0,0 1 0 0 0,-1-1 0 0 0,0 1-1 0 0,0-1 1 0 0,0 1 0 0 0,-1 0 0 0 0,1 0-1 0 0,-1 0 1 0 0,1 9 0 0 0,-1 5 56 0 0,-1 0-1 0 0,-1-1 1 0 0,-1 1 0 0 0,0-1 0 0 0,-1 1-1 0 0,-7 20 1 0 0,-5 12-19 0 0,5-19 18 0 0,-8 53 0 0 0,17-84-94 0 0,1 0-1 0 0,-1 0 1 0 0,1 1 0 0 0,0-1-1 0 0,0 0 1 0 0,-1 0-1 0 0,1 0 1 0 0,0 1 0 0 0,0-1-1 0 0,0 0 1 0 0,0 0 0 0 0,0 1-1 0 0,1-1 1 0 0,-1 0-1 0 0,0 0 1 0 0,1 3 0 0 0,1-2-44 0 0,-2-1 11 0 0,1-1 1 0 0,0 1-1 0 0,-1-1 1 0 0,1 0-1 0 0,0 1 1 0 0,0-1-1 0 0,-1 0 1 0 0,1 0-1 0 0,0 1 1 0 0,0-1-1 0 0,0 0 0 0 0,-1 0 1 0 0,1 0-1 0 0,0 0 1 0 0,0 0-1 0 0,0 0 1 0 0,-1 0-1 0 0,1 0 1 0 0,0 0-1 0 0,1 0 1 0 0,4-2-141 0 0,0 1 1 0 0,-1-1 0 0 0,1 0-1 0 0,0 0 1 0 0,-1-1 0 0 0,1 0-1 0 0,-1 1 1 0 0,0-2 0 0 0,0 1-1 0 0,0-1 1 0 0,6-5-1 0 0,-3 2-175 0 0,17-14-1474 0 0,0-1 0 0 0,22-27 0 0 0,-13 10-1478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1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0 314 2300 0 0,'138'-263'9088'0'0,"-115"217"-6763"0"0,-20 42-1498 0 0,-2 6-239 0 0,-3 15 85 0 0,-6 24 206 0 0,-33 125 1198 0 0,-10 49-945 0 0,40-158-894 0 0,-6 103 0 0 0,17-152-213 0 0,0 0 1 0 0,0 0-1 0 0,1-1 1 0 0,0 1 0 0 0,0 0-1 0 0,1 0 1 0 0,0-1 0 0 0,0 1-1 0 0,5 8 1 0 0,-6-14-123 0 0,0 0-1 0 0,0 0 1 0 0,1 0 0 0 0,-1 0-1 0 0,1 0 1 0 0,-1 0 0 0 0,1 0-1 0 0,0-1 1 0 0,0 1 0 0 0,-1 0-1 0 0,1-1 1 0 0,1 0 0 0 0,-1 1-1 0 0,0-1 1 0 0,0 0 0 0 0,0 0-1 0 0,0 0 1 0 0,1 0 0 0 0,-1-1-1 0 0,0 1 1 0 0,1-1 0 0 0,-1 1-1 0 0,1-1 1 0 0,-1 0 0 0 0,1 0-1 0 0,-1 0 1 0 0,0 0 0 0 0,1 0-1 0 0,-1-1 1 0 0,1 1 0 0 0,-1-1-1 0 0,0 0 1 0 0,5-1 0 0 0,-1-1-861 0 0,1 1 1 0 0,-1-1-1 0 0,0-1 1 0 0,0 1-1 0 0,0-1 1 0 0,0 0-1 0 0,-1-1 1 0 0,6-5-1 0 0,10-11-5332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145 109 2772 0 0,'-141'-27'12484'0'0,"138"26"-11599"0"0,30-5-222 0 0,-6-1-504 0 0,288-37-1300 0 0,-99 28-5944 0 0,-111 9 752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2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27 133 1348 0 0,'-2'-2'348'0'0,"-1"0"-1"0"0,1 0 1 0 0,0 0 0 0 0,0 0-1 0 0,0 0 1 0 0,0 0 0 0 0,1 0-1 0 0,-1-1 1 0 0,1 1 0 0 0,-1 0-1 0 0,1-1 1 0 0,0 0 0 0 0,0 1-1 0 0,-2-6 1 0 0,3 6-266 0 0,0 1 0 0 0,1-1 0 0 0,-1 0 0 0 0,0 0 0 0 0,1 0 0 0 0,-1 0 1 0 0,1 1-1 0 0,0-1 0 0 0,-1 0 0 0 0,1 1 0 0 0,0-1 0 0 0,0 0 0 0 0,0 1 0 0 0,0-1 0 0 0,0 1 1 0 0,1-1-1 0 0,-1 1 0 0 0,0 0 0 0 0,1 0 0 0 0,-1-1 0 0 0,1 1 0 0 0,-1 0 0 0 0,1 0 0 0 0,2-1 0 0 0,4-2-9 0 0,-1 0-1 0 0,1 1 0 0 0,0 0 0 0 0,0 0 0 0 0,1 0 0 0 0,-1 1 0 0 0,0 1 0 0 0,1-1 0 0 0,-1 1 0 0 0,1 1 0 0 0,-1 0 0 0 0,1 0 0 0 0,0 0 0 0 0,-1 1 0 0 0,1 1 0 0 0,-1-1 0 0 0,0 1 1 0 0,10 4-1 0 0,-12-4-50 0 0,0 0 1 0 0,0 0 0 0 0,0 1 0 0 0,0 0 0 0 0,0 0 0 0 0,-1 1 0 0 0,0-1 0 0 0,1 1 0 0 0,-1 0 0 0 0,0 1-1 0 0,-1-1 1 0 0,1 1 0 0 0,-1 0 0 0 0,0 0 0 0 0,0 1 0 0 0,-1-1 0 0 0,1 1 0 0 0,-1-1 0 0 0,-1 1-1 0 0,1 0 1 0 0,-1 0 0 0 0,0 1 0 0 0,0-1 0 0 0,1 8 0 0 0,-2-1-3 0 0,-1 0-1 0 0,0-1 1 0 0,-1 1-1 0 0,-1 0 1 0 0,0 0-1 0 0,0-1 1 0 0,-1 1-1 0 0,-1-1 1 0 0,-9 20 0 0 0,-6 8 200 0 0,-34 54 1 0 0,41-74-41 0 0,127-147 461 0 0,91-120-864 0 0,-180 215 207 0 0,-25 30 10 0 0,2-1 5 0 0,0-1 0 0 0,0 1 0 0 0,0-1 0 0 0,-1 0 0 0 0,1 0 0 0 0,-1 0 0 0 0,0 0 0 0 0,0 0 0 0 0,-1-1 0 0 0,1 1 0 0 0,1-7 0 0 0,-19 15 5 0 0,10 0 10 0 0,1-1 0 0 0,0 1 0 0 0,0 0 0 0 0,0 0 1 0 0,1 0-1 0 0,-1 1 0 0 0,1 0 0 0 0,0-1 0 0 0,0 2 1 0 0,-3 6-1 0 0,-2 0 22 0 0,-8 11 65 0 0,2 0 0 0 0,-21 41 1 0 0,30-51-73 0 0,1 0 0 0 0,0 1 0 0 0,1-1 1 0 0,0 1-1 0 0,1 0 0 0 0,-3 28 0 0 0,6-37-24 0 0,0-1-1 0 0,0 1 1 0 0,0-1-1 0 0,1 1 1 0 0,0-1-1 0 0,0 1 1 0 0,0-1-1 0 0,0 0 1 0 0,1 0-1 0 0,-1 1 0 0 0,1-1 1 0 0,0 0-1 0 0,0 0 1 0 0,1-1-1 0 0,5 8 1 0 0,-3-6 8 0 0,0 0 0 0 0,0-1 0 0 0,0 0 0 0 0,1 0 0 0 0,0 0 1 0 0,0 0-1 0 0,0-1 0 0 0,0 0 0 0 0,10 3 0 0 0,6 1-86 0 0,1-2 1 0 0,0 0-1 0 0,0-1 0 0 0,47 1 1 0 0,-2-5-2913 0 0,106-11 1 0 0,-105 0-945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311 501 2224 0 0,'0'-1'219'0'0,"1"1"0"0"0,-1-1 0 0 0,0 1 0 0 0,1-1 0 0 0,-1 0 0 0 0,1 1 0 0 0,-1-1 1 0 0,0 1-1 0 0,0-1 0 0 0,1 0 0 0 0,-1 1 0 0 0,0-1 0 0 0,0 0 0 0 0,0 1 0 0 0,0-1 0 0 0,0 0 0 0 0,0 1 0 0 0,0-2 0 0 0,-8-3 2466 0 0,-18 8-1110 0 0,12 3-1204 0 0,1 0 0 0 0,-1 0 0 0 0,1 1 1 0 0,1 1-1 0 0,-21 17 0 0 0,27-21-265 0 0,-13 10 181 0 0,1 1 0 0 0,0 1 0 0 0,1 1 0 0 0,-20 26 0 0 0,28-32-226 0 0,1 1 0 0 0,1-1-1 0 0,0 1 1 0 0,1 1 0 0 0,0-1 0 0 0,1 1 0 0 0,0 0-1 0 0,1 0 1 0 0,-2 15 0 0 0,5-25-49 0 0,0 1-1 0 0,0-1 1 0 0,1 1 0 0 0,0-1-1 0 0,0 1 1 0 0,0-1-1 0 0,0 1 1 0 0,0-1 0 0 0,1 1-1 0 0,-1-1 1 0 0,1 1-1 0 0,0-1 1 0 0,0 0 0 0 0,0 1-1 0 0,1-1 1 0 0,-1 0 0 0 0,1 0-1 0 0,0 0 1 0 0,0 0-1 0 0,0 0 1 0 0,0 0 0 0 0,0 0-1 0 0,1-1 1 0 0,-1 1 0 0 0,1-1-1 0 0,0 0 1 0 0,-1 0-1 0 0,1 0 1 0 0,0 0 0 0 0,0 0-1 0 0,1 0 1 0 0,-1-1-1 0 0,0 0 1 0 0,7 2 0 0 0,1 0 6 0 0,1-1 0 0 0,-1 0 0 0 0,1-1-1 0 0,0 0 1 0 0,0-1 0 0 0,-1 0 0 0 0,1-1 0 0 0,0 0 0 0 0,13-3 0 0 0,-9 0-12 0 0,-1-1 0 0 0,1 0-1 0 0,-1-1 1 0 0,-1-1 0 0 0,1 0 0 0 0,-1-1 0 0 0,0 0-1 0 0,-1-1 1 0 0,0-1 0 0 0,-1 0 0 0 0,0-1-1 0 0,0 0 1 0 0,17-23 0 0 0,-22 26-16 0 0,-1-1-1 0 0,0 0 1 0 0,0-1-1 0 0,-1 1 1 0 0,0-1-1 0 0,-1 0 1 0 0,0 0-1 0 0,-1-1 1 0 0,0 1-1 0 0,0-1 1 0 0,-1 0-1 0 0,-1 1 1 0 0,1-1-1 0 0,-2 0 1 0 0,0 0 0 0 0,0 0-1 0 0,-1 0 1 0 0,0 0-1 0 0,-1 0 1 0 0,0 1-1 0 0,-4-12 1 0 0,4 17 7 0 0,0 0-1 0 0,0 0 1 0 0,0 0 0 0 0,0 1 0 0 0,-1-1 0 0 0,1 1 0 0 0,-1 0 0 0 0,-1 0-1 0 0,1 0 1 0 0,0 0 0 0 0,-1 0 0 0 0,0 1 0 0 0,0-1 0 0 0,0 1 0 0 0,0 0-1 0 0,0 0 1 0 0,-1 1 0 0 0,0-1 0 0 0,1 1 0 0 0,-1 0 0 0 0,0 0 0 0 0,0 1-1 0 0,0-1 1 0 0,0 1 0 0 0,0 0 0 0 0,0 0 0 0 0,0 1 0 0 0,-1 0 0 0 0,1 0-1 0 0,0 0 1 0 0,0 0 0 0 0,-5 2 0 0 0,-5 0 9 0 0,0 2 1 0 0,0 0-1 0 0,0 0 0 0 0,1 1 1 0 0,0 1-1 0 0,0 0 0 0 0,1 1 0 0 0,-1 1 1 0 0,-20 16-1 0 0,28-20 5 0 0,0 2-1 0 0,0-1 1 0 0,0 1-1 0 0,1 0 1 0 0,0 0-1 0 0,0 0 0 0 0,1 1 1 0 0,-1 0-1 0 0,2 0 1 0 0,-1 0-1 0 0,-3 10 1 0 0,6-14-8 0 0,0 0-1 0 0,0 0 1 0 0,1 0 0 0 0,-1 0 0 0 0,1 0-1 0 0,0 0 1 0 0,0 0 0 0 0,0 0 0 0 0,0 0-1 0 0,0 0 1 0 0,1 0 0 0 0,-1 0 0 0 0,1-1-1 0 0,0 1 1 0 0,0 0 0 0 0,0 0 0 0 0,0 0-1 0 0,0-1 1 0 0,1 1 0 0 0,-1-1 0 0 0,1 1-1 0 0,0-1 1 0 0,-1 1 0 0 0,1-1 0 0 0,0 0-1 0 0,1 0 1 0 0,-1 0 0 0 0,0 0 0 0 0,1 0-1 0 0,-1-1 1 0 0,1 1 0 0 0,-1-1 0 0 0,4 2-1 0 0,5 2 2 0 0,1-1 0 0 0,0 0 0 0 0,0-1 0 0 0,0 0 1 0 0,0-1-1 0 0,0 0 0 0 0,0-1 0 0 0,0 0 0 0 0,23-2 0 0 0,7-3 1 0 0,60-13 0 0 0,-43 5-29 0 0,-1-3 1 0 0,-1-3-1 0 0,-1-2 0 0 0,0-2 0 0 0,95-54 1 0 0,-117 55 4 0 0,-1-1-1 0 0,-1-2 1 0 0,-1-1 0 0 0,-1-1 0 0 0,-1-2 0 0 0,-2-1 0 0 0,-1-1-1 0 0,-1-1 1 0 0,35-58 0 0 0,-47 68 7 0 0,-1-1 0 0 0,-1 0 0 0 0,-1-1 0 0 0,-1 0 0 0 0,-1 0-1 0 0,6-30 1 0 0,-14 53 12 0 0,0 0-1 0 0,0 1 0 0 0,0-1 0 0 0,0 0 1 0 0,-1 0-1 0 0,1 0 0 0 0,0 0 0 0 0,0 0 1 0 0,0 0-1 0 0,-1 0 0 0 0,1 1 0 0 0,0-1 1 0 0,0 0-1 0 0,-1 0 0 0 0,1 0 0 0 0,0 0 1 0 0,0 0-1 0 0,0 0 0 0 0,-1 0 0 0 0,1 0 1 0 0,0 0-1 0 0,0 0 0 0 0,-1 0 0 0 0,1 0 1 0 0,0 0-1 0 0,0 0 0 0 0,-1-1 0 0 0,1 1 1 0 0,0 0-1 0 0,0 0 0 0 0,0 0 0 0 0,-1 0 1 0 0,1 0-1 0 0,0 0 0 0 0,0-1 0 0 0,0 1 1 0 0,0 0-1 0 0,-1 0 0 0 0,1 0 0 0 0,0 0 1 0 0,0-1-1 0 0,0 1 0 0 0,0 0 0 0 0,0 0 1 0 0,-1 0-1 0 0,1-1 0 0 0,0 1 0 0 0,0 0 1 0 0,0 0-1 0 0,0-1 0 0 0,0 1 1 0 0,0 0-1 0 0,0 0 0 0 0,0-1 0 0 0,0 1 1 0 0,0 0-1 0 0,0 0 0 0 0,0 0 0 0 0,0-1 1 0 0,0 1-1 0 0,0 0 0 0 0,0 0 0 0 0,0-1 1 0 0,1 1-1 0 0,-16 15-17 0 0,-12 30 44 0 0,2 0-1 0 0,-19 49 0 0 0,29-60-6 0 0,-128 341 271 0 0,27 13-137 0 0,75-245-62 0 0,25-86-44 0 0,-93 300 173 0 0,-28-11-28 0 0,124-321-111 0 0,0 0 0 0 0,-18 25-1 0 0,27-45-26 0 0,0 1 0 0 0,0-1 0 0 0,-1 1 0 0 0,0-1 0 0 0,1 0 0 0 0,-2-1 0 0 0,1 1 0 0 0,-1-1 0 0 0,1 0 0 0 0,-1-1 0 0 0,0 1 0 0 0,-1-1 0 0 0,1-1 0 0 0,-8 4 0 0 0,10-6-29 0 0,1 1 0 0 0,-1 0 0 0 0,0-1 0 0 0,1 0 0 0 0,-1 0-1 0 0,0 0 1 0 0,0-1 0 0 0,1 1 0 0 0,-1-1 0 0 0,1 0 0 0 0,-1 1 0 0 0,1-2 0 0 0,-1 1 0 0 0,1 0 0 0 0,-6-4 0 0 0,4 2-2 0 0,0-1-1 0 0,0 0 1 0 0,0 0 0 0 0,0 0 0 0 0,1-1 0 0 0,-1 0-1 0 0,1 1 1 0 0,-5-9 0 0 0,1 0 7 0 0,1-1 1 0 0,0 0-1 0 0,0-1 0 0 0,1 1 0 0 0,1-1 1 0 0,-4-22-1 0 0,5 17-10 0 0,1 0-1 0 0,1 0 1 0 0,2 0-1 0 0,-1 0 1 0 0,2 0-1 0 0,1-1 1 0 0,7-35-1 0 0,-2 30-16 0 0,1-1 0 0 0,2 1 0 0 0,0 1 0 0 0,1 0 0 0 0,19-30 0 0 0,-9 22-9 0 0,2 0 0 0 0,2 2 1 0 0,0 1-1 0 0,2 1 1 0 0,1 1-1 0 0,1 1 1 0 0,2 2-1 0 0,35-23 0 0 0,-38 30-114 0 0,2 1 0 0 0,0 1-1 0 0,0 2 1 0 0,1 1-1 0 0,1 1 1 0 0,0 2 0 0 0,48-8-1 0 0,-47 13-1082 0 0,1 1 0 0 0,-1 2 0 0 0,0 1 0 0 0,46 6 0 0 0,-37-1-2419 0 0,-2 0-1656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501 177 2144 0 0,'5'-9'841'0'0,"0"0"-1"0"0,-1 0 0 0 0,0 0 1 0 0,0-1-1 0 0,-1 1 1 0 0,0-1-1 0 0,-1 0 0 0 0,2-15 1 0 0,-4 22-732 0 0,1 1 0 0 0,-1-1 0 0 0,0 0 0 0 0,0 0 0 0 0,0 0 0 0 0,-1 1 0 0 0,1-1 0 0 0,-1 0 0 0 0,1 0 0 0 0,-1 1 1 0 0,0-1-1 0 0,0 0 0 0 0,0 1 0 0 0,-1-1 0 0 0,1 1 0 0 0,-1-1 0 0 0,1 1 0 0 0,-1 0 0 0 0,0-1 0 0 0,0 1 0 0 0,1 0 0 0 0,-2 0 0 0 0,1 1 0 0 0,0-1 1 0 0,0 0-1 0 0,-1 1 0 0 0,1-1 0 0 0,0 1 0 0 0,-1 0 0 0 0,0-1 0 0 0,1 1 0 0 0,-1 1 0 0 0,0-1 0 0 0,-4-1 0 0 0,-1 1 5 0 0,1 1 0 0 0,0-1 0 0 0,0 2 0 0 0,0-1 0 0 0,0 0 0 0 0,0 1 0 0 0,0 1 0 0 0,-12 3 1 0 0,-3 2 142 0 0,-28 14 1 0 0,18-5-75 0 0,1 1 0 0 0,0 1 0 0 0,-53 42 0 0 0,67-45-138 0 0,0 0 0 0 0,1 1 0 0 0,1 1 1 0 0,0 0-1 0 0,1 1 0 0 0,1 0 0 0 0,-14 27 0 0 0,24-38-26 0 0,0-1-1 0 0,0 1 1 0 0,0 0 0 0 0,1 0-1 0 0,0 0 1 0 0,-1 15 0 0 0,2-20-13 0 0,1 1 1 0 0,0-1 0 0 0,0 0-1 0 0,1 1 1 0 0,-1-1 0 0 0,0 0-1 0 0,1 1 1 0 0,-1-1 0 0 0,1 0 0 0 0,0 1-1 0 0,0-1 1 0 0,0 0 0 0 0,0 0-1 0 0,0 0 1 0 0,0 0 0 0 0,1 0 0 0 0,-1 0-1 0 0,1 0 1 0 0,-1-1 0 0 0,1 1-1 0 0,0 0 1 0 0,-1-1 0 0 0,1 1-1 0 0,0-1 1 0 0,3 2 0 0 0,1 0-1 0 0,1 0 1 0 0,0-1-1 0 0,0 1 0 0 0,1-1 1 0 0,-1-1-1 0 0,0 1 1 0 0,1-1-1 0 0,-1-1 0 0 0,1 1 1 0 0,-1-1-1 0 0,1 0 1 0 0,-1-1-1 0 0,10-2 1 0 0,4-1 8 0 0,0-1 1 0 0,0-1 0 0 0,28-11 0 0 0,-28 7-12 0 0,0-1 1 0 0,0-1-1 0 0,-1 0 0 0 0,26-22 0 0 0,69-68-6 0 0,-82 71-7 0 0,-22 21-2 0 0,-7 5-3 0 0,1 1 1 0 0,0-1-1 0 0,1 1 0 0 0,10-7 1 0 0,-15 11 13 0 0,-1 0 1 0 0,1 0-1 0 0,-1 0 1 0 0,1 1-1 0 0,-1-1 1 0 0,1 0-1 0 0,-1 0 1 0 0,1 0-1 0 0,-1 1 1 0 0,1-1-1 0 0,-1 0 1 0 0,1 1-1 0 0,-1-1 1 0 0,0 0-1 0 0,1 1 1 0 0,-1-1-1 0 0,0 0 1 0 0,1 1-1 0 0,-1-1 1 0 0,0 1-1 0 0,1-1 1 0 0,-1 0-1 0 0,0 1 1 0 0,0-1-1 0 0,1 1 1 0 0,-1-1-1 0 0,0 1 1 0 0,0-1-1 0 0,0 1 1 0 0,0-1-1 0 0,0 1 1 0 0,0-1-1 0 0,0 1 1 0 0,0 0-1 0 0,0-1 0 0 0,0 1 1 0 0,0 0-1 0 0,3 22 22 0 0,-3-22-21 0 0,1 41-357 0 0,-1-21-463 0 0,1 0 0 0 0,0 0 0 0 0,9 37 0 0 0,-9-54 620 0 0,0 1 0 0 0,0-1 1 0 0,1 0-1 0 0,0 1 0 0 0,0-1 1 0 0,0 0-1 0 0,0 0 0 0 0,0 0 0 0 0,1 0 1 0 0,0-1-1 0 0,0 1 0 0 0,0-1 0 0 0,0 1 1 0 0,1-1-1 0 0,-1 0 0 0 0,1 0 0 0 0,-1-1 1 0 0,1 1-1 0 0,0-1 0 0 0,0 0 0 0 0,1 0 1 0 0,6 2-1 0 0,11 2-5784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5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60 2012 0 0,'0'-3'1505'0'0,"0"-2"-853"0"0,1 2-320 0 0,-1 0 0 0 0,0 1 0 0 0,0-1 0 0 0,0 0 1 0 0,0 1-1 0 0,0-1 0 0 0,0 1 0 0 0,-1-1 0 0 0,0 0 1 0 0,1 1-1 0 0,-1-1 0 0 0,0 1 0 0 0,0-1 0 0 0,-2-3 1 0 0,2 6-303 0 0,0-1 1 0 0,0 1 0 0 0,1 0 0 0 0,-1 0 0 0 0,0-1 0 0 0,0 1 0 0 0,1 0 0 0 0,-1 0 0 0 0,0 0 0 0 0,0 0 0 0 0,1 0 0 0 0,-1 0 0 0 0,0 0 0 0 0,0 1 0 0 0,1-1 0 0 0,-1 0 0 0 0,0 0 0 0 0,0 0 0 0 0,1 1 0 0 0,-1-1 0 0 0,0 0 0 0 0,1 1 0 0 0,-1-1 0 0 0,-1 2 0 0 0,-16 12 261 0 0,14-11-189 0 0,-31 30 80 0 0,0 3 1 0 0,2 0-1 0 0,2 2 1 0 0,2 1-1 0 0,-40 68 1 0 0,58-88-147 0 0,1 1 0 0 0,-11 27 0 0 0,19-41-31 0 0,0-1-1 0 0,0 0 0 0 0,1 1 1 0 0,0-1-1 0 0,0 1 1 0 0,0 0-1 0 0,1-1 0 0 0,-1 1 1 0 0,2 0-1 0 0,-1-1 1 0 0,0 1-1 0 0,1 0 1 0 0,0-1-1 0 0,3 9 0 0 0,-3-11-1 0 0,1 0 0 0 0,0-1-1 0 0,0 1 1 0 0,0 0 0 0 0,1-1-1 0 0,-1 1 1 0 0,1-1 0 0 0,-1 0 0 0 0,1 0-1 0 0,0 0 1 0 0,0 0 0 0 0,0 0-1 0 0,0 0 1 0 0,0-1 0 0 0,0 0-1 0 0,0 1 1 0 0,0-1 0 0 0,1-1-1 0 0,-1 1 1 0 0,0 0 0 0 0,1-1-1 0 0,6 1 1 0 0,6 0-21 0 0,-1-1-1 0 0,1-1 1 0 0,25-3 0 0 0,-4-2-143 0 0,-1-2 1 0 0,0-2 0 0 0,0-1 0 0 0,-1-1-1 0 0,-1-2 1 0 0,62-35 0 0 0,-70 33 117 0 0,0-1 1 0 0,-2-1 0 0 0,0-2-1 0 0,-1 0 1 0 0,-1-1-1 0 0,-1-1 1 0 0,-1-1-1 0 0,32-47 1 0 0,-46 59 170 0 0,1 0 0 0 0,7-21 1 0 0,-12 28-86 0 0,-1 0 1 0 0,0 0 0 0 0,0 0-1 0 0,0 0 1 0 0,0 0 0 0 0,-1 0-1 0 0,0 0 1 0 0,1 0 0 0 0,-2 0-1 0 0,1 0 1 0 0,0 0 0 0 0,-2-4-1 0 0,2 6 31 0 0,-4 3 10 0 0,-2 1-43 0 0,-1 1 0 0 0,1 0-1 0 0,-1 1 1 0 0,1-1-1 0 0,0 1 1 0 0,1 1 0 0 0,-1-1-1 0 0,1 1 1 0 0,-1 0-1 0 0,1 0 1 0 0,1 0-1 0 0,-7 10 1 0 0,-7 11 87 0 0,-23 41 0 0 0,29-43-45 0 0,0 0 0 0 0,-11 34-1 0 0,20-49-46 0 0,0-1-1 0 0,1 0 0 0 0,0 1 0 0 0,1-1 0 0 0,0 1 0 0 0,0-1 0 0 0,1 1 0 0 0,0 0 0 0 0,1-1 1 0 0,0 1-1 0 0,2 11 0 0 0,-2-17-15 0 0,0 0 0 0 0,0-1 0 0 0,0 1 0 0 0,1 0 0 0 0,-1-1 0 0 0,1 1 0 0 0,-1-1 0 0 0,1 0 0 0 0,0 0 0 0 0,0 1 0 0 0,0-1 0 0 0,0 0 0 0 0,0-1 0 0 0,0 1 0 0 0,1 0 0 0 0,4 2 0 0 0,-2-2 1 0 0,0 0 1 0 0,0 0-1 0 0,0 0 1 0 0,0-1-1 0 0,1 0 1 0 0,-1 0-1 0 0,0 0 0 0 0,9 0 1 0 0,-2-2-1 0 0,-1 1 1 0 0,0-1-1 0 0,1-1 1 0 0,-1 0-1 0 0,0-1 1 0 0,0 0-1 0 0,0-1 1 0 0,12-5-1 0 0,-15 4-16 0 0,1-1 0 0 0,-1 1-1 0 0,0-2 1 0 0,0 1 0 0 0,-1-1-1 0 0,0 0 1 0 0,0-1 0 0 0,0 1 0 0 0,-1-1-1 0 0,-1-1 1 0 0,1 1 0 0 0,-1-1-1 0 0,0 0 1 0 0,-1 0 0 0 0,0 0-1 0 0,-1-1 1 0 0,0 1 0 0 0,0-1 0 0 0,1-13-1 0 0,-3 14-4 0 0,1 0 1 0 0,-1 0-1 0 0,-1 0 0 0 0,0-1 0 0 0,0 1 0 0 0,-1 0 1 0 0,0 0-1 0 0,-1 0 0 0 0,0-1 0 0 0,0 2 0 0 0,-1-1 0 0 0,0 0 1 0 0,0 0-1 0 0,-1 1 0 0 0,0 0 0 0 0,-1 0 0 0 0,0 0 1 0 0,0 0-1 0 0,-1 1 0 0 0,0 0 0 0 0,-7-8 0 0 0,-9-2-4 0 0,0 0 0 0 0,-37-19-1 0 0,40 25-4 0 0,18 10 7 0 0,0 1 0 0 0,1 0 0 0 0,-1 0 0 0 0,1 0 0 0 0,-1-1 0 0 0,1 1 0 0 0,-1 0 1 0 0,1-1-1 0 0,0 1 0 0 0,-1 0 0 0 0,1-1 0 0 0,-1 1 0 0 0,1-1 0 0 0,0 1 0 0 0,-1-1 0 0 0,1 1 0 0 0,0-1 0 0 0,0 1 0 0 0,-1-1 0 0 0,1 1 0 0 0,0-1 0 0 0,0 1 0 0 0,0-1 0 0 0,-1 1 0 0 0,1-1 0 0 0,0 1 0 0 0,0-1 0 0 0,0 1 0 0 0,0-2 0 0 0,1 1 1 0 0,-1 1-1 0 0,1-1 0 0 0,-1 0 1 0 0,1 0-1 0 0,0 1 0 0 0,-1-1 0 0 0,1 0 1 0 0,0 1-1 0 0,-1-1 0 0 0,1 1 1 0 0,0-1-1 0 0,0 1 0 0 0,0-1 1 0 0,-1 1-1 0 0,3-1 0 0 0,34-9-6 0 0,-7 6 5 0 0,1 2 1 0 0,0 1-1 0 0,-1 1 0 0 0,1 2 1 0 0,0 1-1 0 0,-1 1 1 0 0,35 10-1 0 0,-47-9-6 0 0,1 1-1 0 0,-2 1 1 0 0,1 0 0 0 0,-1 1 0 0 0,0 1-1 0 0,-1 1 1 0 0,0 0 0 0 0,0 1-1 0 0,-1 1 1 0 0,-1 0 0 0 0,0 1 0 0 0,22 26-1 0 0,-32-34 11 0 0,0 1 0 0 0,0 0 0 0 0,-1 0 1 0 0,0 0-1 0 0,0 0 0 0 0,-1 1 0 0 0,0-1 0 0 0,0 1 0 0 0,0-1 0 0 0,-1 1 0 0 0,0 0 0 0 0,0-1 0 0 0,-1 1 0 0 0,0 0 0 0 0,0 0 0 0 0,0 0 1 0 0,-1-1-1 0 0,0 1 0 0 0,0 0 0 0 0,-4 10 0 0 0,1-6 9 0 0,0 0 0 0 0,-1 0 1 0 0,-1-1-1 0 0,1 0 0 0 0,-2 0 1 0 0,1 0-1 0 0,-1-1 0 0 0,-1 0 1 0 0,1-1-1 0 0,-2 1 0 0 0,-11 8 1 0 0,3-3 22 0 0,15-12-16 0 0,0-3-15 0 0,1 0-3 0 0,0 1-1 0 0,1 0 1 0 0,-1-1 0 0 0,1 1-1 0 0,-1-1 1 0 0,0 0 0 0 0,1 1-1 0 0,-1-1 1 0 0,1 1 0 0 0,0-1 0 0 0,-1 0-1 0 0,1 1 1 0 0,0-1 0 0 0,-1 0-1 0 0,1 1 1 0 0,0-1 0 0 0,-1 0-1 0 0,1 0 1 0 0,0 1 0 0 0,0-1 0 0 0,0 0-1 0 0,0 0 1 0 0,0 1 0 0 0,0-1-1 0 0,0-1 1 0 0,8-27-9 0 0,-2 15-1 0 0,17-25 0 0 0,-2 6 27 0 0,2 2 1 0 0,1 0 0 0 0,30-27 0 0 0,-45 48-19 0 0,1 1 1 0 0,0 1-1 0 0,0-1 1 0 0,1 2-1 0 0,0 0 1 0 0,0 0 0 0 0,1 1-1 0 0,0 0 1 0 0,0 1-1 0 0,0 0 1 0 0,1 1-1 0 0,20-4 1 0 0,-30 7-3 0 0,0 1 0 0 0,0 0 0 0 0,0 0 0 0 0,0 0 0 0 0,0 0 0 0 0,0 0 0 0 0,0 0 1 0 0,0 1-1 0 0,0 0 0 0 0,0 0 0 0 0,0 0 0 0 0,0 0 0 0 0,0 0 0 0 0,0 0 0 0 0,0 1 0 0 0,-1-1 0 0 0,1 1 0 0 0,3 3 0 0 0,-3-2 0 0 0,0 0 0 0 0,0 0 0 0 0,-1 1 0 0 0,0-1 0 0 0,1 1 0 0 0,-1 0 0 0 0,0 0 0 0 0,-1 0 0 0 0,1 0 0 0 0,-1 0 0 0 0,2 7 0 0 0,0 6 8 0 0,-2-1 0 0 0,1 0 1 0 0,-2 0-1 0 0,0 1 1 0 0,-5 26-1 0 0,-13 47 89 0 0,11-66-351 0 0,2 0 0 0 0,1 1 0 0 0,-2 36 0 0 0,6-59 76 0 0,0-1-1 0 0,0 0 1 0 0,0 1 0 0 0,0-1 0 0 0,0 0 0 0 0,1 0 0 0 0,-1 1-1 0 0,0-1 1 0 0,1 0 0 0 0,-1 0 0 0 0,1 1 0 0 0,0-1 0 0 0,-1 0-1 0 0,1 0 1 0 0,0 0 0 0 0,0 0 0 0 0,-1 0 0 0 0,1 0 0 0 0,0 0-1 0 0,0 0 1 0 0,0 0 0 0 0,0 0 0 0 0,0-1 0 0 0,1 1 0 0 0,-1 0-1 0 0,0-1 1 0 0,0 1 0 0 0,0-1 0 0 0,1 1 0 0 0,-1-1 0 0 0,0 1-1 0 0,0-1 1 0 0,1 0 0 0 0,-1 0 0 0 0,0 0 0 0 0,2 0 0 0 0,14-2-3450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6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0 120 188 0 0,'15'-26'3178'0'0,"43"-67"5728"0"0,-58 93-8892 0 0,1 0 1 0 0,-1 0-1 0 0,0 0 1 0 0,0 0-1 0 0,1 0 1 0 0,-1 0-1 0 0,0 0 1 0 0,1 0-1 0 0,-1 0 1 0 0,0-1-1 0 0,1 2 1 0 0,-1-1-1 0 0,0 0 1 0 0,0 0-1 0 0,1 0 1 0 0,-1 0-1 0 0,0 0 1 0 0,1 0-1 0 0,-1 0 1 0 0,0 0-1 0 0,0 0 1 0 0,1 0-1 0 0,-1 1 1 0 0,0-1-1 0 0,0 0 1 0 0,1 0-1 0 0,-1 0 1 0 0,0 0-1 0 0,0 1 1 0 0,1-1-1 0 0,-1 0 1 0 0,0 0-1 0 0,0 1 1 0 0,0-1-1 0 0,0 0 1 0 0,0 0-1 0 0,1 1 1 0 0,-1-1-1 0 0,0 0 1 0 0,0 1-1 0 0,7 11 129 0 0,-6-11-135 0 0,5 20 130 0 0,0 0 1 0 0,-1 0 0 0 0,3 32-1 0 0,0-3-36 0 0,-4-27-50 0 0,1-1-1 0 0,2 0 1 0 0,0 0 0 0 0,1 0 0 0 0,1-1 0 0 0,1 0 0 0 0,13 19 0 0 0,-22-38-45 0 0,1 0 1 0 0,-1 0-1 0 0,1 0 0 0 0,-1 0 1 0 0,1 0-1 0 0,0 0 0 0 0,0 0 1 0 0,0-1-1 0 0,0 1 0 0 0,0-1 0 0 0,0 1 1 0 0,0-1-1 0 0,0 0 0 0 0,1 0 1 0 0,-1 0-1 0 0,0 0 0 0 0,1 0 1 0 0,-1 0-1 0 0,1-1 0 0 0,-1 1 1 0 0,1-1-1 0 0,-1 0 0 0 0,1 0 1 0 0,0 0-1 0 0,-1 0 0 0 0,1 0 1 0 0,4-1-1 0 0,-2-1-3 0 0,0 0 0 0 0,0 0 0 0 0,1 0 0 0 0,-1-1 0 0 0,-1 0 0 0 0,1 0 1 0 0,0 0-1 0 0,-1 0 0 0 0,1-1 0 0 0,-1 0 0 0 0,0 0 0 0 0,4-5 0 0 0,21-29 16 0 0,0-2 0 0 0,29-57 0 0 0,-4 8 1 0 0,-53 86-23 0 0,1 0 2 0 0,0 1 0 0 0,-1-1 0 0 0,1 0 0 0 0,1 0 0 0 0,-1 1 0 0 0,0-1 0 0 0,1 1 0 0 0,-1 0 0 0 0,1 0 0 0 0,-1 0 0 0 0,1 0 0 0 0,4-2 0 0 0,-3 2-4 0 0,0 1 1 0 0,-1 0 0 0 0,1 0-1 0 0,0 0 1 0 0,0 0 0 0 0,-1 1 0 0 0,1 0-1 0 0,0-1 1 0 0,0 2 0 0 0,0-1-1 0 0,0 0 1 0 0,-1 1 0 0 0,1-1 0 0 0,0 1-1 0 0,0 0 1 0 0,-1 0 0 0 0,1 1-1 0 0,4 1 1 0 0,1 1-8 0 0,58 26-40 0 0,-46-19 55 0 0,-1-2 1 0 0,2-1-1 0 0,25 8 0 0 0,-30-12 3 0 0,0-1 0 0 0,0-1 0 0 0,0-1 0 0 0,0 0 0 0 0,0-1-1 0 0,26-3 1 0 0,-38 3-5 0 0,0-2-1 0 0,0 1 1 0 0,0 0 0 0 0,0-1-1 0 0,0 0 1 0 0,0 0-1 0 0,-1 0 1 0 0,1-1-1 0 0,-1 0 1 0 0,1 1 0 0 0,4-6-1 0 0,-6 6 1 0 0,-1-1 1 0 0,1 0-1 0 0,-1 0 0 0 0,0 0 1 0 0,0 0-1 0 0,0-1 0 0 0,0 1 1 0 0,-1-1-1 0 0,1 1 0 0 0,-1-1 1 0 0,0 1-1 0 0,0-1 0 0 0,0 0 1 0 0,-1 1-1 0 0,1-1 0 0 0,-1 0 1 0 0,0-5-1 0 0,0 7-2 0 0,0 0 0 0 0,0 0 0 0 0,0 0 0 0 0,0 0 0 0 0,0 0 1 0 0,-1 0-1 0 0,1 0 0 0 0,-1 0 0 0 0,1 0 0 0 0,-1 0 0 0 0,0 0 0 0 0,0 0 0 0 0,0 0 0 0 0,0 1 0 0 0,0-1 1 0 0,0 0-1 0 0,0 1 0 0 0,0-1 0 0 0,-1 1 0 0 0,1-1 0 0 0,-1 1 0 0 0,-2-3 0 0 0,1 3 1 0 0,0-1 0 0 0,0 1 0 0 0,0 0 1 0 0,-1 1-1 0 0,1-1 0 0 0,0 0 0 0 0,0 1 0 0 0,0 0 0 0 0,0-1 0 0 0,-1 2 0 0 0,1-1 0 0 0,0 0 0 0 0,-4 1 0 0 0,-5 1-1 0 0,1 1 0 0 0,-1 1 0 0 0,1 0 0 0 0,-1 0-1 0 0,2 1 1 0 0,-20 11 0 0 0,14-5-5 0 0,0 1 1 0 0,1 1-1 0 0,0 0 0 0 0,1 1 1 0 0,1 1-1 0 0,0 0 0 0 0,-11 17 1 0 0,16-20 7 0 0,0 0 1 0 0,2 1-1 0 0,-1 0 0 0 0,1 0 1 0 0,1 0-1 0 0,1 1 0 0 0,0 0 1 0 0,0-1-1 0 0,1 2 1 0 0,-1 19-1 0 0,4-28 13 0 0,0-1-1 0 0,0 1 1 0 0,0-1 0 0 0,1 0 0 0 0,0 1-1 0 0,0-1 1 0 0,0 0 0 0 0,1 0-1 0 0,0 1 1 0 0,0-1 0 0 0,0 0-1 0 0,0-1 1 0 0,1 1 0 0 0,0 0 0 0 0,0-1-1 0 0,6 8 1 0 0,-4-7-37 0 0,1 0 0 0 0,0 0 0 0 0,0-1 1 0 0,1 0-1 0 0,-1 0 0 0 0,1 0 0 0 0,0-1 0 0 0,0 1 1 0 0,0-2-1 0 0,14 5 0 0 0,-6-4-384 0 0,1 0 1 0 0,0-1-1 0 0,0-1 1 0 0,0 0-1 0 0,0-1 1 0 0,1-1-1 0 0,-1-1 1 0 0,0 0-1 0 0,-1-1 1 0 0,28-8-1 0 0,-24 4-206 0 0,-1-1 0 0 0,-1-1 0 0 0,1-1 0 0 0,-1 0-1 0 0,-1-1 1 0 0,0-1 0 0 0,15-14 0 0 0,-4 0 1754 0 0,-2-2 0 0 0,41-54 1 0 0,-59 71-711 0 0,0 1-29 0 0,1 0-1 0 0,0 0 0 0 0,12-12 1 0 0,-17 20-355 0 0,-1 0 1 0 0,1 0-1 0 0,0 0 0 0 0,0 0 1 0 0,-1 0-1 0 0,2 0 1 0 0,-1 1-1 0 0,0-1 1 0 0,0 1-1 0 0,0 0 1 0 0,1 0-1 0 0,-1 0 0 0 0,0 1 1 0 0,1-1-1 0 0,-1 1 1 0 0,1-1-1 0 0,6 2 1 0 0,-3 0-29 0 0,1 1 0 0 0,0 0-1 0 0,-1 0 1 0 0,1 1 0 0 0,-1 0 0 0 0,0 1 0 0 0,0-1 0 0 0,0 1 0 0 0,-1 0 0 0 0,1 1 0 0 0,-1 0 0 0 0,0 0 0 0 0,0 0-1 0 0,-1 1 1 0 0,0 0 0 0 0,1 0 0 0 0,-2 0 0 0 0,1 1 0 0 0,-1-1 0 0 0,0 1 0 0 0,-1 0 0 0 0,1 0 0 0 0,-1 1 0 0 0,-1-1-1 0 0,1 1 1 0 0,-1-1 0 0 0,-1 1 0 0 0,0 0 0 0 0,0 0 0 0 0,0-1 0 0 0,-1 1 0 0 0,0 0 0 0 0,0 0 0 0 0,-1 0 0 0 0,-2 9-1 0 0,1-9 5 0 0,-1 1-1 0 0,0-1 1 0 0,0 1-1 0 0,-1-1 1 0 0,0 0-1 0 0,-1 0 1 0 0,-7 11-1 0 0,-3-1 360 0 0,-26 26-1 0 0,39-43-98 0 0,5-12-220 0 0,3 3-61 0 0,-1 1 1 0 0,1 0 0 0 0,1 1 0 0 0,-1 0 0 0 0,1 0 0 0 0,0 0 0 0 0,8-4 0 0 0,13-12-21 0 0,100-84 11 0 0,51-47 2 0 0,-175 149 0 0 0,-1 0 0 0 0,1 0 0 0 0,-1-1 0 0 0,1 1 0 0 0,-1-1 1 0 0,0 1-1 0 0,-1-1 0 0 0,4-8 0 0 0,-6 13 3 0 0,0-1-1 0 0,0 1 1 0 0,0 0-1 0 0,0-1 1 0 0,0 1 0 0 0,0 0-1 0 0,0-1 1 0 0,0 1 0 0 0,0 0-1 0 0,0-1 1 0 0,0 1 0 0 0,0 0-1 0 0,0 0 1 0 0,0-1-1 0 0,-1 1 1 0 0,1 0 0 0 0,0-1-1 0 0,0 1 1 0 0,0 0 0 0 0,-1 0-1 0 0,1 0 1 0 0,0-1-1 0 0,0 1 1 0 0,0 0 0 0 0,-1 0-1 0 0,1 0 1 0 0,0-1 0 0 0,0 1-1 0 0,-1 0 1 0 0,1 0 0 0 0,0 0-1 0 0,-1 0 1 0 0,1 0-1 0 0,0 0 1 0 0,0-1 0 0 0,-1 1-1 0 0,1 0 1 0 0,0 0 0 0 0,-1 0-1 0 0,1 0 1 0 0,0 0 0 0 0,-1 0-1 0 0,1 0 1 0 0,0 0-1 0 0,-1 1 1 0 0,1-1 0 0 0,0 0-1 0 0,0 0 1 0 0,-1 0 0 0 0,1 0-1 0 0,-1 0 1 0 0,-19 5 10 0 0,19-4-9 0 0,-11 3 9 0 0,1 0 1 0 0,1 1-1 0 0,-1 1 0 0 0,1-1 1 0 0,0 2-1 0 0,0-1 1 0 0,1 2-1 0 0,-1-1 0 0 0,2 1 1 0 0,-1 0-1 0 0,1 1 1 0 0,-12 16-1 0 0,16-19 1 0 0,0 0 0 0 0,0 0 0 0 0,0 0 0 0 0,1 0 0 0 0,-1 1 0 0 0,2 0 0 0 0,-1-1 0 0 0,1 1 0 0 0,0 0 0 0 0,0 0-1 0 0,1 0 1 0 0,0 1 0 0 0,0-1 0 0 0,1 0 0 0 0,0 0 0 0 0,0 1 0 0 0,0-1 0 0 0,1 0 0 0 0,0 0 0 0 0,1 0 0 0 0,3 12 0 0 0,-1-13 2 0 0,-1 0-1 0 0,1 0 1 0 0,0 0 0 0 0,0-1 0 0 0,1 0-1 0 0,0 0 1 0 0,0 0 0 0 0,0 0 0 0 0,0-1 0 0 0,1 0-1 0 0,-1 0 1 0 0,1 0 0 0 0,11 4 0 0 0,6 3-88 0 0,1-2 1 0 0,33 9-1 0 0,-26-10-909 0 0,53 7-1 0 0,-7-10-3550 0 0,-27-4-442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62 1820 0 0,'0'-3'339'0'0,"-1"0"0"0"0,1 1 0 0 0,-1-1 0 0 0,1 0 0 0 0,-1 0 0 0 0,0 1 0 0 0,0-1 0 0 0,0 0 0 0 0,-1 1 0 0 0,1-1 0 0 0,0 1 0 0 0,-1 0 0 0 0,0-1 0 0 0,1 1 0 0 0,-1 0 0 0 0,0 0 0 0 0,0 0 0 0 0,-1 0 0 0 0,-1-1 0 0 0,0 1-117 0 0,1 0-1 0 0,-1 1 1 0 0,0-1-1 0 0,0 1 1 0 0,0 0-1 0 0,0 0 1 0 0,0 0-1 0 0,0 1 1 0 0,0-1-1 0 0,0 1 1 0 0,-8 0-1 0 0,-5 3 57 0 0,0 0 0 0 0,0 0 0 0 0,0 2 0 0 0,-33 12 0 0 0,26-7-26 0 0,0 0 0 0 0,-36 23-1 0 0,54-29-223 0 0,0 0 0 0 0,0 0 0 0 0,0 1 1 0 0,0-1-1 0 0,1 2 0 0 0,0-1 0 0 0,0 0 0 0 0,0 1 0 0 0,1 0 1 0 0,0 0-1 0 0,0 1 0 0 0,0-1 0 0 0,1 1 0 0 0,-3 7 0 0 0,5-9-13 0 0,0-1 1 0 0,0 0-1 0 0,1 0 0 0 0,-1 1 0 0 0,1-1 0 0 0,0 0 0 0 0,1 1 1 0 0,-1-1-1 0 0,1 0 0 0 0,-1 0 0 0 0,1 1 0 0 0,0-1 0 0 0,1 0 0 0 0,-1 0 1 0 0,1 0-1 0 0,0 0 0 0 0,0 0 0 0 0,0-1 0 0 0,0 1 0 0 0,1-1 1 0 0,-1 1-1 0 0,1-1 0 0 0,0 0 0 0 0,0 0 0 0 0,0 0 0 0 0,6 4 0 0 0,8 5 6 0 0,1 0 0 0 0,0-1-1 0 0,1-1 1 0 0,23 9 0 0 0,-17-7-20 0 0,-8-4-6 0 0,80 42 7 0 0,-85-42 3 0 0,-1-1 1 0 0,0 1-1 0 0,-1 1 1 0 0,0 0 0 0 0,0 0-1 0 0,9 12 1 0 0,-17-19 76 0 0,-1 1 0 0 0,1-1 0 0 0,0 0 0 0 0,-1 1 0 0 0,1 0 0 0 0,-1-1 0 0 0,1 1 0 0 0,-1 0 0 0 0,0 0 0 0 0,-1 0 0 0 0,1 0 0 0 0,0 0 0 0 0,-1 0 1 0 0,1 0-1 0 0,-1 0 0 0 0,0 0 0 0 0,0 0 0 0 0,0 0 0 0 0,-1 0 0 0 0,1 0 0 0 0,-1 0 0 0 0,0 0 0 0 0,-1 4 0 0 0,-1-2 56 0 0,1 0-1 0 0,-1 0 0 0 0,-1-1 1 0 0,1 1-1 0 0,0-1 0 0 0,-1 0 1 0 0,0 0-1 0 0,0 0 0 0 0,-1 0 1 0 0,1-1-1 0 0,0 0 0 0 0,-7 4 1 0 0,-5 2 20 0 0,-1-1 0 0 0,0 0 0 0 0,-1-1 1 0 0,0-1-1 0 0,-19 5 0 0 0,-2-3 121 0 0,-50 4-1 0 0,86-11-257 0 0,-19 1 34 0 0,-19 1-23 0 0,39-3-36 0 0,-7 1 208 0 0,-4 0-1110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89 155 1292 0 0,'31'-40'6881'0'0,"42"-73"0"0"0,-72 111-6308 0 0,-1 5-541 0 0,0-1-1 0 0,0 0 0 0 0,-1 1 0 0 0,1-1 0 0 0,-1 0 0 0 0,1 1 1 0 0,-1-1-1 0 0,0 0 0 0 0,0 1 0 0 0,-2 1 0 0 0,-49 101 172 0 0,-31 65 229 0 0,72-143-701 0 0,2 0-1 0 0,0 0 1 0 0,2 1-1 0 0,-6 41 1 0 0,12-61-163 0 0,0 1 0 0 0,1 0 0 0 0,0-1 1 0 0,2 13-1 0 0,-1-18 21 0 0,-1 0 1 0 0,1 0-1 0 0,0 0 1 0 0,0 0 0 0 0,0 0-1 0 0,0 0 1 0 0,1 0-1 0 0,-1-1 1 0 0,1 1-1 0 0,-1 0 1 0 0,1-1 0 0 0,0 0-1 0 0,0 1 1 0 0,1-1-1 0 0,2 3 1 0 0,7 2-3718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8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184 221 1308 0 0,'23'-37'3007'0'0,"-1"0"-1"0"0,-2-1 0 0 0,23-60 1 0 0,-44 98-2992 0 0,1 0 1 0 0,0 0-1 0 0,-1 0 1 0 0,1 0-1 0 0,0 1 0 0 0,0-1 1 0 0,-1 0-1 0 0,1 0 1 0 0,0 0-1 0 0,-1 0 0 0 0,1 0 1 0 0,0 0-1 0 0,-1 0 1 0 0,1 0-1 0 0,0 0 0 0 0,0 0 1 0 0,-1 0-1 0 0,1 0 1 0 0,0 0-1 0 0,-1 0 1 0 0,1 0-1 0 0,0-1 0 0 0,-1 1 1 0 0,1 0-1 0 0,0 0 1 0 0,0 0-1 0 0,-1 0 0 0 0,1 0 1 0 0,0-1-1 0 0,0 1 1 0 0,-1 0-1 0 0,1 0 0 0 0,0-1 1 0 0,0 1-1 0 0,0 0 1 0 0,-1 0-1 0 0,1-1 0 0 0,0 1 1 0 0,0 0-1 0 0,0 0 1 0 0,0-1-1 0 0,0 1 1 0 0,-1 0-1 0 0,1-1 0 0 0,0 1 1 0 0,0 0-1 0 0,0-1 1 0 0,0 1-1 0 0,0 0 0 0 0,0 0 1 0 0,0-1-1 0 0,0 1 1 0 0,0 0-1 0 0,0-1 0 0 0,0 1 1 0 0,1 0-1 0 0,-1-1 1 0 0,0 1-1 0 0,0 0 1 0 0,0 0-1 0 0,0-1 0 0 0,0 1 1 0 0,1 0-1 0 0,-1-1 1 0 0,-20 13 235 0 0,18-7-240 0 0,-1-1 0 0 0,1 0 0 0 0,0 1 0 0 0,0-1-1 0 0,1 1 1 0 0,-1 0 0 0 0,1-1 0 0 0,0 1 0 0 0,0 0 0 0 0,1 0 0 0 0,-1 0 0 0 0,1 0 0 0 0,0 0 0 0 0,1 0 0 0 0,-1 0 0 0 0,1-1 0 0 0,0 1 0 0 0,0 0 0 0 0,2 6 0 0 0,5 10 7 0 0,0 0 1 0 0,22 39-1 0 0,-14-31 4 0 0,-13-22 30 0 0,1 0 0 0 0,-1 0 0 0 0,0 0 0 0 0,-1 0 0 0 0,0 0 0 0 0,0 1-1 0 0,0-1 1 0 0,0 12 0 0 0,-2-16-11 0 0,-1 0 0 0 0,1 0 0 0 0,0 0-1 0 0,-1 0 1 0 0,0 0 0 0 0,0 0 0 0 0,0 0 0 0 0,0-1-1 0 0,0 1 1 0 0,-1 0 0 0 0,1-1 0 0 0,-1 1 0 0 0,1-1-1 0 0,-1 1 1 0 0,0-1 0 0 0,0 0 0 0 0,0 0 0 0 0,0 0-1 0 0,-1 0 1 0 0,1 0 0 0 0,0 0 0 0 0,-1-1 0 0 0,0 1-1 0 0,-3 1 1 0 0,-4 2-19 0 0,0-1-1 0 0,-1 0 1 0 0,1 0-1 0 0,-1-1 0 0 0,1-1 1 0 0,-1 0-1 0 0,0 0 1 0 0,0-1-1 0 0,0 0 1 0 0,-12-1-1 0 0,6-2-653 0 0,1 1-1 0 0,0-2 0 0 0,-1 0 1 0 0,1-1-1 0 0,1-1 0 0 0,-19-8 1 0 0,0-3-2909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8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0 150 844 0 0,'33'-70'8982'0'0,"0"3"-4233"0"0,-32 66-4773 0 0,-1 0 1 0 0,1 0-1 0 0,0 0 1 0 0,0 0-1 0 0,0 1 1 0 0,0-1-1 0 0,0 0 1 0 0,0 0-1 0 0,0 1 1 0 0,0-1-1 0 0,0 1 1 0 0,0-1-1 0 0,1 1 1 0 0,-1-1-1 0 0,0 1 1 0 0,2 0 0 0 0,-2-1-110 0 0,-1 1 0 0 0,0 0 1 0 0,1 0-1 0 0,-1 0 1 0 0,0 0-1 0 0,1 0 0 0 0,-1 0 1 0 0,0 0-1 0 0,1 0 1 0 0,-1 0-1 0 0,0 0 0 0 0,1 0 1 0 0,-1 0-1 0 0,1 0 1 0 0,-1 0-1 0 0,0 0 0 0 0,1 0 1 0 0,-1 0-1 0 0,0 0 1 0 0,1 0-1 0 0,-1 0 0 0 0,0 0 1 0 0,1 1-1 0 0,-1-1 1 0 0,4 7-2785 0 0,-4-7 2784 0 0,0 0 0 0 0,0 1 1 0 0,0-1-1 0 0,-1 1 1 0 0,-1 11-4745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49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212 277 348 0 0,'17'-16'1932'0'0,"-1"-2"1"0"0,-1 1-1 0 0,-1-2 1 0 0,17-28-1 0 0,-26 38-1748 0 0,0-1-1 0 0,-1 1 1 0 0,0-1 0 0 0,-1 1-1 0 0,0-1 1 0 0,0 0-1 0 0,-1 0 1 0 0,-1 0 0 0 0,0-1-1 0 0,0 1 1 0 0,-1 0 0 0 0,-1-13-1 0 0,2 22-181 0 0,-1 0 1 0 0,0 0-1 0 0,-1 1 0 0 0,1-1 1 0 0,0 0-1 0 0,0 0 0 0 0,0 1 1 0 0,0-1-1 0 0,-1 0 0 0 0,1 1 1 0 0,0-1-1 0 0,0 0 0 0 0,-1 1 1 0 0,1-1-1 0 0,-1 0 0 0 0,1 1 1 0 0,0-1-1 0 0,-1 1 0 0 0,1-1 1 0 0,-1 1-1 0 0,0-1 0 0 0,1 1 1 0 0,-1-1-1 0 0,1 1 0 0 0,-1-1 0 0 0,0 1 1 0 0,1 0-1 0 0,-1-1 0 0 0,-1 1 1 0 0,1 0-1 0 0,-1 0 0 0 0,0 0 0 0 0,1 0 0 0 0,-1 0 0 0 0,1 1 0 0 0,-1-1 0 0 0,0 0 0 0 0,1 1 0 0 0,-1-1 0 0 0,1 1 0 0 0,-1 0 0 0 0,-2 1 0 0 0,-4 3 11 0 0,0 1 0 0 0,0 0 0 0 0,-9 9 0 0 0,-7 10 11 0 0,1 1 1 0 0,1 0-1 0 0,1 2 0 0 0,-19 34 0 0 0,10-9-13 0 0,-34 85-1 0 0,55-114-9 0 0,-11 38-1 0 0,18-53 0 0 0,0-1 0 0 0,1 0 1 0 0,0 1-1 0 0,0-1 0 0 0,1 1 0 0 0,0-1 0 0 0,1 1 1 0 0,1 12-1 0 0,-1-19 2 0 0,-1 0 1 0 0,1 0-1 0 0,-1 0 1 0 0,1 0-1 0 0,0 0 1 0 0,0 0-1 0 0,0 0 1 0 0,0-1-1 0 0,0 1 0 0 0,0 0 1 0 0,1 0-1 0 0,-1-1 1 0 0,0 1-1 0 0,1-1 1 0 0,-1 1-1 0 0,1-1 1 0 0,0 0-1 0 0,-1 0 1 0 0,1 1-1 0 0,0-1 1 0 0,0 0-1 0 0,0-1 1 0 0,0 1-1 0 0,0 0 0 0 0,0 0 1 0 0,0-1-1 0 0,0 1 1 0 0,0-1-1 0 0,0 0 1 0 0,0 0-1 0 0,0 0 1 0 0,0 0-1 0 0,0 0 1 0 0,0 0-1 0 0,0 0 1 0 0,0-1-1 0 0,0 1 1 0 0,0-1-1 0 0,3 0 0 0 0,6-2 7 0 0,0-1 0 0 0,0 0-1 0 0,-1-1 1 0 0,1 0 0 0 0,15-11 0 0 0,-9 4 2 0 0,0 0 0 0 0,-1-1 0 0 0,-1-1 0 0 0,0-1 0 0 0,-1 0 0 0 0,-1-1 0 0 0,0 0 0 0 0,19-33 0 0 0,-14 14 44 0 0,0-1 0 0 0,-3 0-1 0 0,19-64 1 0 0,-24 64 113 0 0,-7 20-81 0 0,-2 14-33 0 0,-2 5 11 0 0,-12 53-24 0 0,3 0 1 0 0,-3 65-1 0 0,11-100-33 0 0,2 38 0 0 0,0-53-20 0 0,1 0 0 0 0,0 1 0 0 0,0-1 0 0 0,0 0 0 0 0,1-1 0 0 0,0 1 0 0 0,0 0 1 0 0,0 0-1 0 0,1-1 0 0 0,6 10 0 0 0,-9-14-4 0 0,1 0 1 0 0,0-1-1 0 0,0 1 1 0 0,-1-1-1 0 0,1 1 1 0 0,0 0-1 0 0,0-1 1 0 0,0 0-1 0 0,0 1 1 0 0,0-1-1 0 0,0 1 1 0 0,0-1-1 0 0,0 0 1 0 0,0 0-1 0 0,0 0 1 0 0,0 0-1 0 0,0 1 1 0 0,0-1-1 0 0,0 0 1 0 0,0-1-1 0 0,0 1 1 0 0,0 0-1 0 0,0 0 1 0 0,0 0-1 0 0,0-1 0 0 0,0 1 1 0 0,0 0-1 0 0,0-1 1 0 0,0 1-1 0 0,0-1 1 0 0,0 1-1 0 0,-1-1 1 0 0,2 0-1 0 0,2-2-8 0 0,0 0-1 0 0,0 0 0 0 0,-1 0 0 0 0,1 0 1 0 0,-1 0-1 0 0,4-5 0 0 0,11-19-16 0 0,-1-2-1 0 0,-1 0 1 0 0,-2 0 0 0 0,12-35-1 0 0,12-25 180 0 0,-33 77-89 0 0,-2 5-29 0 0,1-1-1 0 0,-1 1 1 0 0,1 0 0 0 0,0 0-1 0 0,1 0 1 0 0,-1 0 0 0 0,1 1-1 0 0,1 0 1 0 0,8-8 0 0 0,-13 13-16 0 0,-1 0 1 0 0,1 1-1 0 0,0-1 1 0 0,0 1-1 0 0,0-1 0 0 0,0 1 1 0 0,1-1-1 0 0,-1 1 1 0 0,0 0-1 0 0,0-1 0 0 0,0 1 1 0 0,0 0-1 0 0,0 0 1 0 0,0 0-1 0 0,0 0 1 0 0,1 0-1 0 0,-1 0 0 0 0,0 0 1 0 0,0 0-1 0 0,0 0 1 0 0,0 1-1 0 0,0-1 1 0 0,2 1-1 0 0,-1 0 4 0 0,-1 0 0 0 0,1 0 0 0 0,0 1 0 0 0,-1-1 0 0 0,0 1 0 0 0,1-1 0 0 0,-1 1 0 0 0,0-1 0 0 0,0 1 0 0 0,0-1 0 0 0,0 1 0 0 0,1 3 0 0 0,1 2 9 0 0,0 0 0 0 0,-1 0-1 0 0,0 0 1 0 0,0 1 0 0 0,-1-1 0 0 0,1 8-1 0 0,-2 8 85 0 0,-1 0 1 0 0,-1 0-1 0 0,-1 0 0 0 0,-1 0 0 0 0,0 0 0 0 0,-2-1 0 0 0,-1 0 0 0 0,-1 0 1 0 0,-10 21-1 0 0,17-42-53 0 0,1 0 0 0 0,-1 0 0 0 0,0 1 0 0 0,1-1 0 0 0,-1 0 0 0 0,0 0 0 0 0,0 0 0 0 0,0 0 1 0 0,0 0-1 0 0,0 0 0 0 0,0 0 0 0 0,0 0 0 0 0,-1 0 0 0 0,2 0-36 0 0,-1-1-1 0 0,1 0 1 0 0,0 0 0 0 0,-1 0-1 0 0,1 0 1 0 0,0 0 0 0 0,0 0-1 0 0,-1 0 1 0 0,1 0-1 0 0,0 0 1 0 0,-1 0 0 0 0,1 0-1 0 0,0 0 1 0 0,-1-1 0 0 0,1 1-1 0 0,0 0 1 0 0,0 0 0 0 0,-1 0-1 0 0,1 0 1 0 0,0 0 0 0 0,-1-1-1 0 0,1 1 1 0 0,0 0-1 0 0,0 0 1 0 0,-1 0 0 0 0,1-1-1 0 0,0 1 1 0 0,0 0 0 0 0,0 0-1 0 0,0-1 1 0 0,-1 1 0 0 0,1-1-1 0 0,-1-1 3 0 0,0-1-1 0 0,0 1 0 0 0,0-1 1 0 0,1 0-1 0 0,-1 1 0 0 0,1-1 0 0 0,-1 0 1 0 0,1 1-1 0 0,0-1 0 0 0,0 0 1 0 0,1-2-1 0 0,1-13-6 0 0,2 1-1 0 0,0 0 1 0 0,1 1-1 0 0,1-1 1 0 0,0 1-1 0 0,1 0 1 0 0,1 0 0 0 0,1 1-1 0 0,0 0 1 0 0,1 1-1 0 0,0 0 1 0 0,1 0-1 0 0,14-12 1 0 0,-15 15-11 0 0,1 1 1 0 0,0 1-1 0 0,1 0 0 0 0,0 1 1 0 0,0 0-1 0 0,1 0 0 0 0,0 2 1 0 0,0-1-1 0 0,0 2 0 0 0,1 0 1 0 0,0 0-1 0 0,0 1 0 0 0,0 1 1 0 0,1 1-1 0 0,27-2 0 0 0,-36 4 8 0 0,0 0-1 0 0,-1 0 0 0 0,1 0 0 0 0,-1 1 0 0 0,1 0 1 0 0,-1 0-1 0 0,1 0 0 0 0,-1 1 0 0 0,0 0 1 0 0,1 0-1 0 0,-1 0 0 0 0,0 1 0 0 0,0 0 0 0 0,-1 0 1 0 0,1 0-1 0 0,-1 0 0 0 0,1 1 0 0 0,-1 0 0 0 0,0 0 1 0 0,0 0-1 0 0,-1 0 0 0 0,1 0 0 0 0,-1 1 0 0 0,0 0 1 0 0,0 0-1 0 0,0 0 0 0 0,-1 0 0 0 0,0 0 1 0 0,0 0-1 0 0,0 0 0 0 0,-1 1 0 0 0,1-1 0 0 0,-1 1 1 0 0,-1-1-1 0 0,1 1 0 0 0,-1 0 0 0 0,0 6 0 0 0,-1 14 22 0 0,-2 1 0 0 0,-7 33 0 0 0,4-34-1051 0 0,2 0 0 0 0,-1 36 0 0 0,5-60 619 0 0,0 1-1 0 0,0-1 0 0 0,1 1 0 0 0,-1 0 0 0 0,0-1 0 0 0,1 1 0 0 0,0 0 0 0 0,-1-1 0 0 0,1 1 0 0 0,0-1 1 0 0,0 0-1 0 0,0 1 0 0 0,1-1 0 0 0,1 3 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160 153 104 0 0,'24'-7'8173'0'0,"-34"13"-5556"0"0,2-2-1543 0 0,7-3-984 0 0,-1-1-1 0 0,1 1 1 0 0,0-1 0 0 0,-1 1-1 0 0,1 0 1 0 0,0 0-1 0 0,0 0 1 0 0,0-1-1 0 0,0 1 1 0 0,0 0-1 0 0,0 0 1 0 0,0 1-1 0 0,0-1 1 0 0,0 0-1 0 0,0 0 1 0 0,0 0-1 0 0,1 1 1 0 0,-1-1 0 0 0,1 0-1 0 0,-2 2 1 0 0,3-2-81 0 0,-1-1 1 0 0,0 1 0 0 0,0-1 0 0 0,0 1 0 0 0,0-1 0 0 0,1 1 0 0 0,-1-1 0 0 0,0 1 0 0 0,1-1-1 0 0,-1 0 1 0 0,0 1 0 0 0,1-1 0 0 0,-1 0 0 0 0,0 1 0 0 0,1-1 0 0 0,-1 0 0 0 0,0 1-1 0 0,1-1 1 0 0,-1 0 0 0 0,1 0 0 0 0,-1 1 0 0 0,1-1 0 0 0,-1 0 0 0 0,1 0 0 0 0,-1 0-1 0 0,1 0 1 0 0,-1 0 0 0 0,1 1 0 0 0,0-1 0 0 0,20 2 151 0 0,0-2-112 0 0,1-2 1 0 0,-1 0-1 0 0,32-8 1 0 0,-41 7-64 0 0,1-1-1 0 0,-1 0 1 0 0,0-1 0 0 0,-1 0-1 0 0,1 0 1 0 0,-1-2 0 0 0,17-11-1 0 0,-26 16 5 0 0,1 0 0 0 0,-1 1 0 0 0,0-2 0 0 0,0 1 0 0 0,0 0 0 0 0,0 0 0 0 0,0-1 0 0 0,-1 1-1 0 0,1-1 1 0 0,-1 1 0 0 0,0-1 0 0 0,1 1 0 0 0,-1-1 0 0 0,0 0 0 0 0,-1 0 0 0 0,1 0 0 0 0,0 0 0 0 0,-1 1 0 0 0,0-1-1 0 0,1 0 1 0 0,-1 0 0 0 0,0 0 0 0 0,-1 0 0 0 0,1 0 0 0 0,0 0 0 0 0,-2-4 0 0 0,1 4 3 0 0,0 0 0 0 0,-1 0 0 0 0,1 0 1 0 0,-1 1-1 0 0,0-1 0 0 0,0 0 0 0 0,0 1 1 0 0,0-1-1 0 0,0 1 0 0 0,0 0 0 0 0,-1-1 1 0 0,1 1-1 0 0,-1 0 0 0 0,1 1 0 0 0,-1-1 1 0 0,0 0-1 0 0,0 1 0 0 0,0-1 0 0 0,0 1 1 0 0,0 0-1 0 0,0 0 0 0 0,0 0 0 0 0,-6 0 1 0 0,-2 0 16 0 0,-1 0 0 0 0,1 1 0 0 0,-1 1 0 0 0,1 0 0 0 0,0 0 0 0 0,-1 1 0 0 0,1 1 0 0 0,0 0 0 0 0,0 0 0 0 0,0 1 0 0 0,1 1 0 0 0,0 0 0 0 0,-1 0 0 0 0,1 1 0 0 0,1 0 0 0 0,-12 10 0 0 0,2-2 24 0 0,2 2 1 0 0,0 0-1 0 0,1 0 0 0 0,1 2 1 0 0,0 0-1 0 0,2 0 1 0 0,-14 25-1 0 0,21-33-22 0 0,1-1 0 0 0,1 1-1 0 0,0 0 1 0 0,0 0 0 0 0,1 0 0 0 0,1 1 0 0 0,-1-1-1 0 0,2 1 1 0 0,-1 0 0 0 0,1 11 0 0 0,1-18-7 0 0,0 0-1 0 0,1 0 1 0 0,-1 1-1 0 0,1-1 1 0 0,0 0 0 0 0,0 0-1 0 0,0-1 1 0 0,1 1 0 0 0,-1 0-1 0 0,1 0 1 0 0,0-1 0 0 0,0 1-1 0 0,0-1 1 0 0,1 1 0 0 0,-1-1-1 0 0,1 0 1 0 0,0 0 0 0 0,0 0-1 0 0,0 0 1 0 0,0-1-1 0 0,0 1 1 0 0,1-1 0 0 0,-1 0-1 0 0,1 0 1 0 0,-1 0 0 0 0,1 0-1 0 0,0-1 1 0 0,0 1 0 0 0,6 0-1 0 0,4 2-245 0 0,1-1-1 0 0,0-1 0 0 0,0-1 0 0 0,-1 0 0 0 0,1-1 0 0 0,0 0 1 0 0,19-4-1 0 0,-13 1-1021 0 0,1-2 1 0 0,-1 0 0 0 0,1-2 0 0 0,25-11-1 0 0,-9 0-2756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1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0 614 1140 0 0,'39'-67'9345'0'0,"-39"66"-9301"0"0,1 1 1 0 0,0-1-1 0 0,-1 0 0 0 0,1 1 1 0 0,0-1-1 0 0,0 1 0 0 0,-1-1 1 0 0,1 1-1 0 0,0 0 1 0 0,0-1-1 0 0,0 1 0 0 0,0 0 1 0 0,0-1-1 0 0,-1 1 0 0 0,1 0 1 0 0,0 0-1 0 0,0 0 0 0 0,0 0 1 0 0,0 0-1 0 0,0 0 0 0 0,0 0 1 0 0,0 0-1 0 0,1 1 0 0 0,19 6 333 0 0,-13-1-303 0 0,0 0 1 0 0,0 1 0 0 0,-1 0-1 0 0,1 0 1 0 0,-2 1-1 0 0,1 0 1 0 0,-1 0 0 0 0,0 0-1 0 0,-1 1 1 0 0,0 0-1 0 0,0 0 1 0 0,-1 1 0 0 0,0-1-1 0 0,-1 1 1 0 0,3 13-1 0 0,-2-9-38 0 0,-2 0-1 0 0,1 1 0 0 0,-2-1 0 0 0,0 0 1 0 0,-1 1-1 0 0,0-1 0 0 0,-1 1 0 0 0,0-1 1 0 0,-2 0-1 0 0,-4 20 0 0 0,5-29-13 0 0,0 0 0 0 0,0 1 0 0 0,0-1-1 0 0,0 0 1 0 0,-1 0 0 0 0,0 0 0 0 0,0-1-1 0 0,0 1 1 0 0,-1-1 0 0 0,0 0 0 0 0,0 1 0 0 0,0-2-1 0 0,0 1 1 0 0,0 0 0 0 0,-1-1 0 0 0,1 0-1 0 0,-9 4 1 0 0,12-6-19 0 0,0-1-1 0 0,0 0 0 0 0,0 0 1 0 0,0 0-1 0 0,1 0 1 0 0,-1 0-1 0 0,0 0 0 0 0,0 0 1 0 0,0 0-1 0 0,0 0 0 0 0,0 0 1 0 0,0-1-1 0 0,0 1 0 0 0,0 0 1 0 0,0-1-1 0 0,1 1 1 0 0,-1-1-1 0 0,0 1 0 0 0,0-1 1 0 0,0 1-1 0 0,1-1 0 0 0,-1 1 1 0 0,0-1-1 0 0,0 0 1 0 0,1 1-1 0 0,-1-1 0 0 0,0-1 1 0 0,0 1-1 0 0,-1-1 1 0 0,1 1-1 0 0,0-1 0 0 0,0 0 1 0 0,0 0-1 0 0,0 0 1 0 0,0 1-1 0 0,1-1 1 0 0,-1 0-1 0 0,0-3 1 0 0,1-4-2 0 0,1 1 0 0 0,0-1 0 0 0,0 1 0 0 0,1-1 0 0 0,0 1 1 0 0,0 0-1 0 0,1 0 0 0 0,0 0 0 0 0,1 0 0 0 0,-1 0 0 0 0,1 1 0 0 0,1 0 1 0 0,7-11-1 0 0,9-9-37 0 0,47-46 0 0 0,50-34-45 0 0,-116 105 87 0 0,-6 4 1 0 0,0 0 1 0 0,1 1-1 0 0,-1-1 1 0 0,0 1-1 0 0,1 0 1 0 0,0 0-1 0 0,0 0 1 0 0,0 0-1 0 0,0 0 0 0 0,0 1 1 0 0,-3 4-1 0 0,4-6 3 0 0,-7 11-4 0 0,0 0 0 0 0,0 0-1 0 0,2 1 1 0 0,-1 0 0 0 0,2 0-1 0 0,0 0 1 0 0,1 1 0 0 0,-5 20-1 0 0,9-30-5 0 0,0 1 0 0 0,0 0 0 0 0,1 0 0 0 0,0 0 0 0 0,0 0-1 0 0,0 0 1 0 0,1 0 0 0 0,0 0 0 0 0,0 0 0 0 0,3 10 0 0 0,-2-12 0 0 0,0 0 0 0 0,0 0 0 0 0,1 0 0 0 0,-1 0 0 0 0,1 0 1 0 0,0-1-1 0 0,0 0 0 0 0,0 1 0 0 0,0-1 0 0 0,0 0 0 0 0,1 0 1 0 0,-1 0-1 0 0,1-1 0 0 0,0 0 0 0 0,7 4 0 0 0,0-1-18 0 0,1-2 1 0 0,-1 1-1 0 0,0-1 0 0 0,1-1 0 0 0,-1 0 0 0 0,1-1 1 0 0,0 0-1 0 0,0 0 0 0 0,-1-1 0 0 0,21-3 0 0 0,-8-1-242 0 0,-1-1 0 0 0,1 0 0 0 0,-1-2 0 0 0,27-11-1 0 0,-30 10-5 0 0,-1-2 0 0 0,1 0-1 0 0,-1-2 1 0 0,-1 0-1 0 0,0 0 1 0 0,-1-2-1 0 0,0 0 1 0 0,27-31 0 0 0,-29 26 149 0 0,0-1 1 0 0,-1-1 0 0 0,-1 0-1 0 0,-1-1 1 0 0,-1 0 0 0 0,-1-1-1 0 0,11-37 1 0 0,-6 2 863 0 0,-3 0 0 0 0,-3-1 0 0 0,-2-1 0 0 0,-2 1-1 0 0,-6-92 1 0 0,1 123-34 0 0,0 17-432 0 0,0 1-1 0 0,-1 0 1 0 0,0-1-1 0 0,-3-13 1 0 0,-4 40 25 0 0,-33 178 1239 0 0,17-64-751 0 0,7-55-422 0 0,-27 140 199 0 0,37-171-488 0 0,3 1 0 0 0,1 82 0 0 0,3-121-86 0 0,1 0 0 0 0,0-1 0 0 0,0 1 0 0 0,0 0 0 0 0,1 0 0 0 0,0-1 0 0 0,0 1 0 0 0,4 6 0 0 0,-5-12-45 0 0,-1 1 1 0 0,1 0-1 0 0,0 0 0 0 0,0 0 1 0 0,0-1-1 0 0,0 1 0 0 0,0-1 0 0 0,0 1 1 0 0,0-1-1 0 0,0 1 0 0 0,0-1 1 0 0,0 1-1 0 0,1-1 0 0 0,-1 0 0 0 0,0 0 1 0 0,0 0-1 0 0,0 1 0 0 0,0-1 1 0 0,1 0-1 0 0,-1-1 0 0 0,0 1 0 0 0,0 0 1 0 0,0 0-1 0 0,0 0 0 0 0,1-1 0 0 0,-1 1 1 0 0,2-1-1 0 0,2-1-490 0 0,0 0-1 0 0,0 0 1 0 0,0 0-1 0 0,8-6 1 0 0,-6 3-1001 0 0,0 0 0 0 0,0-1 1 0 0,0 0-1 0 0,8-10 0 0 0,0 0-3930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93 592 0 0,'-34'-9'4433'0'0,"-39"-4"0"0"0,-7-2-211 0 0,79 15-4156 0 0,0 0 0 0 0,1 0 0 0 0,-1 0 0 0 0,0-1 0 0 0,0 1 0 0 0,0 0 0 0 0,0 0 0 0 0,1-1 0 0 0,-1 1 0 0 0,0 0 0 0 0,0-1 0 0 0,0 1 0 0 0,1 0 0 0 0,-1-1 0 0 0,0 1 0 0 0,1-1 0 0 0,-1 0-1 0 0,0 0 1 0 0,18-3 282 0 0,133-15-651 0 0,1 6-3648 0 0,-18 2-2134 0 0,-106 9 3547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1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2992 0 0,'16'18'5143'0'0,"-15"3"-3771"0"0,-1-1 0 0 0,-4 37 0 0 0,0 12 233 0 0,0 4-329 0 0,-2 0 0 0 0,-22 103 0 0 0,27-173-1138 0 0,1 1 0 0 0,-1-1-1 0 0,0 1 1 0 0,0-1-1 0 0,0 0 1 0 0,0 0 0 0 0,0 1-1 0 0,-1-1 1 0 0,0 0 0 0 0,1 0-1 0 0,-1 0 1 0 0,0-1 0 0 0,-5 6-1 0 0,6-7-12 0 0,0-1-115 0 0,0-1-1 0 0,0 1 1 0 0,0-1-1 0 0,1 1 0 0 0,-1-1 1 0 0,0 1-1 0 0,0-1 1 0 0,1 1-1 0 0,-1-1 0 0 0,0 0 1 0 0,1 1-1 0 0,-1-1 1 0 0,0 0-1 0 0,1 0 0 0 0,-1 0 1 0 0,1 1-1 0 0,0-1 1 0 0,-1 0-1 0 0,1 0 0 0 0,0 0 1 0 0,-1 0-1 0 0,1 0 1 0 0,0 0-1 0 0,0 0 0 0 0,0 0 1 0 0,0 0-1 0 0,-3-27 64 0 0,2 20-68 0 0,2 0 0 0 0,-1 1 1 0 0,1-1-1 0 0,0 1 0 0 0,1-1 0 0 0,0 1 0 0 0,0 0 0 0 0,1 0 0 0 0,0 0 0 0 0,3-8 0 0 0,-3 11-14 0 0,0-1 0 0 0,0 1 0 0 0,1 0 0 0 0,-1 0 0 0 0,1 0 0 0 0,0 0-1 0 0,0 1 1 0 0,0-1 0 0 0,1 1 0 0 0,-1 0 0 0 0,1 1 0 0 0,0-1 0 0 0,0 1-1 0 0,0 0 1 0 0,5-2 0 0 0,-2 2 5 0 0,0 1 0 0 0,0 0 0 0 0,0 1 0 0 0,1 0 0 0 0,-1 0 0 0 0,0 0 0 0 0,0 1 0 0 0,0 1 0 0 0,13 2-1 0 0,37 10 9 0 0,74 14-89 0 0,-111-25 0 0 0,0-1 0 0 0,0-1 0 0 0,0-1 0 0 0,30-3 0 0 0,-36 1-61 0 0,-1 0 0 0 0,1-1 0 0 0,0-1 0 0 0,-1 0 0 0 0,0-1 0 0 0,14-7 0 0 0,-23 9 84 0 0,0 1 0 0 0,0-1 1 0 0,-1-1-1 0 0,1 1 0 0 0,-1-1 0 0 0,0 1 0 0 0,0-1 1 0 0,-1 0-1 0 0,1 0 0 0 0,-1-1 0 0 0,1 1 1 0 0,-2-1-1 0 0,1 0 0 0 0,0 0 0 0 0,-1 0 0 0 0,0 0 1 0 0,0 0-1 0 0,0 0 0 0 0,1-9 0 0 0,-2 9 30 0 0,0-1-1 0 0,-1 1 1 0 0,0 0-1 0 0,0-1 1 0 0,0 1-1 0 0,0-1 0 0 0,-1 1 1 0 0,0 0-1 0 0,0 0 1 0 0,-3-9-1 0 0,3 11 27 0 0,-1 0-1 0 0,1 0 1 0 0,0 1-1 0 0,-1-1 0 0 0,0 0 1 0 0,0 1-1 0 0,0-1 1 0 0,0 1-1 0 0,0 0 1 0 0,0-1-1 0 0,-1 1 0 0 0,1 0 1 0 0,-1 0-1 0 0,1 1 1 0 0,-1-1-1 0 0,0 0 1 0 0,0 1-1 0 0,-4-2 1 0 0,4 2 4 0 0,0 1 1 0 0,0-1 0 0 0,-1 1-1 0 0,1 0 1 0 0,0 0-1 0 0,0 0 1 0 0,0 0 0 0 0,0 0-1 0 0,0 1 1 0 0,0 0 0 0 0,0-1-1 0 0,0 1 1 0 0,0 0 0 0 0,0 0-1 0 0,0 1 1 0 0,-5 2 0 0 0,-1 2 11 0 0,1-1 1 0 0,-1 1 0 0 0,-12 13 0 0 0,9-7 9 0 0,0 1 0 0 0,0 1 1 0 0,2 0-1 0 0,0 1 0 0 0,0-1 1 0 0,1 2-1 0 0,-11 27 0 0 0,17-36-12 0 0,0 1 1 0 0,0 0-1 0 0,1 0 0 0 0,0 1 0 0 0,0-1 0 0 0,1 0 0 0 0,0 1 1 0 0,0-1-1 0 0,1 1 0 0 0,0-1 0 0 0,1 0 0 0 0,0 1 1 0 0,0-1-1 0 0,1 0 0 0 0,0 1 0 0 0,0-1 0 0 0,1 0 0 0 0,5 9 1 0 0,-6-12-29 0 0,1-1 1 0 0,0 1-1 0 0,1-1 1 0 0,-1 0 0 0 0,1 0-1 0 0,0 0 1 0 0,0 0 0 0 0,0-1-1 0 0,0 1 1 0 0,1-1-1 0 0,-1 0 1 0 0,8 3 0 0 0,-4-3-143 0 0,0 0-1 0 0,0 0 1 0 0,1 0 0 0 0,-1-1 0 0 0,1-1 0 0 0,0 1 0 0 0,9-1 0 0 0,1-1-1080 0 0,0-1 0 0 0,-1 0 0 0 0,1-2 0 0 0,-1 0 0 0 0,0-1 0 0 0,29-10 0 0 0,-9-1-3135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2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49 2512 0 0,'17'-49'10325'0'0,"-29"74"-9147"0"0,-58 220 1296 0 0,54-178-2205 0 0,9-47-140 0 0,5-17-54 0 0,0 1-1 0 0,1 0 1 0 0,-1-1 0 0 0,1 1-1 0 0,0 0 1 0 0,0 6 0 0 0,0-27 13 0 0,2-15-52 0 0,3 9-39 0 0,2 0-1 0 0,1 1 1 0 0,1 0-1 0 0,15-32 1 0 0,-19 47-10 0 0,0 0 0 0 0,1 0 0 0 0,-1 0 0 0 0,2 1 0 0 0,-1 0 0 0 0,0 0 0 0 0,1 0-1 0 0,0 1 1 0 0,1 0 0 0 0,-1 0 0 0 0,1 0 0 0 0,0 1 0 0 0,0 0 0 0 0,0 0 0 0 0,1 1 0 0 0,11-4 0 0 0,-15 6 10 0 0,1 0 0 0 0,-1 0 1 0 0,0 0-1 0 0,1 1 0 0 0,-1-1 0 0 0,1 1 1 0 0,-1 0-1 0 0,1 0 0 0 0,-1 1 0 0 0,1-1 1 0 0,-1 1-1 0 0,0 0 0 0 0,1 0 1 0 0,-1 1-1 0 0,0-1 0 0 0,0 1 0 0 0,0 0 1 0 0,0 0-1 0 0,0 1 0 0 0,0-1 0 0 0,4 4 1 0 0,-3-1-1 0 0,-1-1 0 0 0,0 0 0 0 0,0 1 0 0 0,0 0 0 0 0,-1 0 0 0 0,0 0 0 0 0,0 1 0 0 0,0-1 1 0 0,0 1-1 0 0,-1-1 0 0 0,0 1 0 0 0,0 0 0 0 0,-1 0 0 0 0,1 0 0 0 0,0 8 0 0 0,-2-9 3 0 0,1 0-1 0 0,-1 0 0 0 0,1 1 1 0 0,-2-1-1 0 0,1 1 0 0 0,0-1 1 0 0,-1 0-1 0 0,0 0 0 0 0,0 1 1 0 0,-1-1-1 0 0,0 0 1 0 0,0 0-1 0 0,0 0 0 0 0,0 0 1 0 0,-1-1-1 0 0,1 1 0 0 0,-1-1 1 0 0,0 1-1 0 0,-1-1 0 0 0,1 0 1 0 0,-1 0-1 0 0,0 0 1 0 0,0-1-1 0 0,0 1 0 0 0,-9 5 1 0 0,12-9-25 0 0,0 1 1 0 0,0-1-1 0 0,0 1 1 0 0,0-1 0 0 0,0 1-1 0 0,0-1 1 0 0,0 0 0 0 0,0 0-1 0 0,0 1 1 0 0,0-1-1 0 0,0 0 1 0 0,0 0 0 0 0,0 0-1 0 0,0 0 1 0 0,0 0 0 0 0,0 0-1 0 0,0 0 1 0 0,0 0-1 0 0,0 0 1 0 0,0-1 0 0 0,0 1-1 0 0,0 0 1 0 0,0-1 0 0 0,0 1-1 0 0,0-1 1 0 0,0 1-1 0 0,0-1 1 0 0,1 1 0 0 0,-1-1-1 0 0,0 0 1 0 0,0 1 0 0 0,0-1-1 0 0,1 0 1 0 0,-1 0-1 0 0,-1-1 1 0 0,1 0-37 0 0,0 0 0 0 0,-1-1 0 0 0,1 1 0 0 0,0 0-1 0 0,0-1 1 0 0,0 1 0 0 0,1 0 0 0 0,-1-1 0 0 0,1 1 0 0 0,-1-1 0 0 0,1 1 0 0 0,0-5-1 0 0,1-3-27 0 0,0 1-1 0 0,2-1 0 0 0,-1 1 1 0 0,1-1-1 0 0,0 1 0 0 0,1 0 0 0 0,0 0 1 0 0,0 1-1 0 0,1-1 0 0 0,0 1 1 0 0,13-15-1 0 0,-5 8 33 0 0,0 0 0 0 0,2 1 0 0 0,-1 1 0 0 0,33-22 0 0 0,-37 28 42 0 0,0 0-1 0 0,1 1 1 0 0,-1 1 0 0 0,1 0 0 0 0,0 0-1 0 0,0 1 1 0 0,21-5 0 0 0,-30 8 15 0 0,1 1-1 0 0,-1-1 1 0 0,1 1 0 0 0,0 0-1 0 0,-1 0 1 0 0,1 0 0 0 0,-1 0-1 0 0,1 0 1 0 0,0 0 0 0 0,4 2-1 0 0,-1 0 5 0 0,-4-2 6 0 0,1 1 0 0 0,-1 0 0 0 0,0-1 1 0 0,0 1-1 0 0,1 0 0 0 0,-1 0 0 0 0,0 1 0 0 0,0-1 0 0 0,0 0 0 0 0,0 1 1 0 0,0-1-1 0 0,-1 1 0 0 0,1 0 0 0 0,0-1 0 0 0,-1 1 0 0 0,1 0 0 0 0,-1 0 1 0 0,0 0-1 0 0,1 0 0 0 0,-1 0 0 0 0,0 0 0 0 0,0 1 0 0 0,0-1 0 0 0,-1 0 1 0 0,1 0-1 0 0,-1 1 0 0 0,1-1 0 0 0,-1 0 0 0 0,1 5 0 0 0,-1 3 37 0 0,0 0-1 0 0,0 0 0 0 0,0 0 0 0 0,-2 0 0 0 0,-2 14 0 0 0,-43 129 181 0 0,29-100-198 0 0,17-50-35 0 0,-6 26 58 0 0,7-28-49 0 0,0 0 1 0 0,0-1 0 0 0,0 1-1 0 0,0 0 1 0 0,0 0-1 0 0,0-1 1 0 0,0 1 0 0 0,0 0-1 0 0,0 0 1 0 0,1-1 0 0 0,-1 1-1 0 0,0 0 1 0 0,0-1 0 0 0,1 1-1 0 0,-1 0 1 0 0,1-1 0 0 0,-1 1-1 0 0,0-1 1 0 0,1 1 0 0 0,-1 0-1 0 0,1-1 1 0 0,-1 1-1 0 0,1-1 1 0 0,-1 0 0 0 0,1 1-1 0 0,0-1 1 0 0,-1 1 0 0 0,1-1-1 0 0,0 0 1 0 0,-1 1 0 0 0,1-1-1 0 0,0 0 1 0 0,-1 0 0 0 0,1 1-1 0 0,0-1 1 0 0,-1 0-1 0 0,1 0 1 0 0,0 0 0 0 0,0 0-1 0 0,1 0 1 0 0,12-1 2 0 0,0-1 1 0 0,1 0-1 0 0,-1-1 0 0 0,0-1 0 0 0,0 0 1 0 0,-1-1-1 0 0,1 0 0 0 0,18-11 1 0 0,103-66-33 0 0,-125 75 24 0 0,106-78-36 0 0,-104 75 33 0 0,-1-1 0 0 0,1 0-1 0 0,-2-1 1 0 0,1 0 0 0 0,-2-1-1 0 0,16-26 1 0 0,-24 36 3 0 0,0 1 0 0 0,0-1 0 0 0,0 1 0 0 0,-1-1 0 0 0,1 0 0 0 0,-1 1 0 0 0,1-1 0 0 0,-1-4 0 0 0,0 7 5 0 0,0-1 1 0 0,0 0 0 0 0,0 1 0 0 0,0-1-1 0 0,0 0 1 0 0,-1 1 0 0 0,1-1 0 0 0,0 0-1 0 0,0 1 1 0 0,0-1 0 0 0,-1 1 0 0 0,1-1-1 0 0,0 0 1 0 0,-1 1 0 0 0,1-1 0 0 0,0 1-1 0 0,-1-1 1 0 0,1 1 0 0 0,-1-1 0 0 0,1 1-1 0 0,-1 0 1 0 0,1-1 0 0 0,-1 1-1 0 0,1-1 1 0 0,-1 1 0 0 0,1 0 0 0 0,-1-1-1 0 0,1 1 1 0 0,-1 0 0 0 0,0 0 0 0 0,1 0-1 0 0,-1-1 1 0 0,0 1 0 0 0,1 0 0 0 0,-1 0-1 0 0,0 0 1 0 0,1 0 0 0 0,-1 0 0 0 0,0 0-1 0 0,1 0 1 0 0,-1 0 0 0 0,1 0 0 0 0,-1 1-1 0 0,0-1 1 0 0,-13 4 175 0 0,1 0 0 0 0,0 0 0 0 0,0 1 0 0 0,0 1 1 0 0,1 1-1 0 0,0-1 0 0 0,0 2 0 0 0,-20 16 0 0 0,16-10-5 0 0,-1 0 0 0 0,2 2 0 0 0,0 0 0 0 0,1 1 0 0 0,-14 21 0 0 0,24-32-132 0 0,1 0 0 0 0,-1 1 0 0 0,1-1 0 0 0,0 1 0 0 0,0 0 0 0 0,1 0 0 0 0,0 0 0 0 0,0 0 0 0 0,1 0 0 0 0,0 0 0 0 0,0 1 0 0 0,1-1 0 0 0,0 12 0 0 0,1-14-19 0 0,0 0 0 0 0,0 0 1 0 0,0 0-1 0 0,1 0 0 0 0,0 0 1 0 0,0 0-1 0 0,0-1 0 0 0,0 1 1 0 0,1-1-1 0 0,0 1 0 0 0,0-1 0 0 0,0 0 1 0 0,0 0-1 0 0,1 0 0 0 0,0-1 1 0 0,-1 1-1 0 0,1-1 0 0 0,1 0 0 0 0,-1 0 1 0 0,5 2-1 0 0,5 3 5 0 0,0-2 0 0 0,1 0 0 0 0,0 0 0 0 0,0-2 0 0 0,0 0 0 0 0,1 0 0 0 0,-1-2 0 0 0,17 1 0 0 0,129-2-946 0 0,-151-1 781 0 0,134-13-3005 0 0,-49-2-1919 0 0,-1-1-2414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683 676 672 0 0,'55'-140'5100'0'0,"25"-71"-2071"0"0,-32 57-1479 0 0,-41 124-1205 0 0,-2 1 0 0 0,-1-1 0 0 0,1-39 0 0 0,-5 69-340 0 0,1 0 0 0 0,-1-1-1 0 0,0 1 1 0 0,0 0 0 0 0,0-1-1 0 0,0 1 1 0 0,0-1 0 0 0,0 1 0 0 0,0 0-1 0 0,0-1 1 0 0,0 1 0 0 0,0-1-1 0 0,0 1 1 0 0,0 0 0 0 0,0-1 0 0 0,0 1-1 0 0,0-1 1 0 0,0 1 0 0 0,-1 0-1 0 0,1-1 1 0 0,0 1 0 0 0,0 0 0 0 0,0-1-1 0 0,-1 1 1 0 0,1 0 0 0 0,0-1-1 0 0,0 1 1 0 0,-1 0 0 0 0,1-1 0 0 0,0 1-1 0 0,-1 0 1 0 0,1 0 0 0 0,0 0-1 0 0,-1-1 1 0 0,0 1 0 0 0,-9 11 28 0 0,-10 24-46 0 0,-12 48 207 0 0,-35 132 0 0 0,-2 95 249 0 0,52-229-330 0 0,-60 321 741 0 0,-97 395 978 0 0,172-788-1824 0 0,-52 158 473 0 0,45-145-148 0 0,0 0 0 0 0,-2-1 0 0 0,0-1-1 0 0,-2 0 1 0 0,-20 27 0 0 0,31-45-293 0 0,0 1 1 0 0,0-1-1 0 0,0 0 1 0 0,-1 0-1 0 0,1 0 0 0 0,0 0 1 0 0,-1 0-1 0 0,1 0 1 0 0,-1-1-1 0 0,0 1 1 0 0,1-1-1 0 0,-1 1 0 0 0,0-1 1 0 0,0 0-1 0 0,0 0 1 0 0,0-1-1 0 0,0 1 0 0 0,0-1 1 0 0,0 1-1 0 0,0-1 1 0 0,0 0-1 0 0,0 0 0 0 0,0 0 1 0 0,0-1-1 0 0,-1 1 1 0 0,1-1-1 0 0,0 1 0 0 0,1-1 1 0 0,-1 0-1 0 0,-5-3 1 0 0,0 0-10 0 0,1-1 0 0 0,-1 1 1 0 0,2-2-1 0 0,-1 1 0 0 0,0-1 1 0 0,1 0-1 0 0,0 0 0 0 0,1-1 1 0 0,-10-13-1 0 0,0-5-19 0 0,1 0 1 0 0,1-2-1 0 0,1 1 0 0 0,1-1 0 0 0,1-1 1 0 0,2 0-1 0 0,1 0 0 0 0,1-1 0 0 0,-3-37 0 0 0,6 25-27 0 0,2-1 1 0 0,2 0-1 0 0,1 1 0 0 0,2-1 0 0 0,19-78 0 0 0,-10 76 3 0 0,1 0 1 0 0,3 0-1 0 0,1 2 1 0 0,2 0-1 0 0,2 1 0 0 0,2 1 1 0 0,2 1-1 0 0,1 2 1 0 0,39-43-1 0 0,-43 55 3 0 0,2 1 0 0 0,0 1-1 0 0,2 1 1 0 0,1 1 0 0 0,0 1-1 0 0,1 2 1 0 0,1 1 0 0 0,1 1-1 0 0,0 2 1 0 0,1 0 0 0 0,0 3-1 0 0,1 1 1 0 0,35-7 0 0 0,-48 15 3 0 0,1-1 0 0 0,-1 2 0 0 0,0 1 0 0 0,1 1 0 0 0,-1 0 0 0 0,32 7 0 0 0,-38-5 2 0 0,0 1 0 0 0,0 0 0 0 0,0 1 1 0 0,-1 1-1 0 0,0 0 0 0 0,0 0 0 0 0,0 1 0 0 0,-1 1 0 0 0,21 17 0 0 0,-29-22 5 0 0,-1 0 0 0 0,0 0 0 0 0,-1 0-1 0 0,1 0 1 0 0,0 1 0 0 0,-1-1 0 0 0,0 1 0 0 0,0-1 0 0 0,0 1-1 0 0,0 0 1 0 0,0 0 0 0 0,-1 0 0 0 0,0 0 0 0 0,0 0 0 0 0,0 0 0 0 0,0 0-1 0 0,0 0 1 0 0,-1 1 0 0 0,0-1 0 0 0,0 0 0 0 0,0 0 0 0 0,-1 0-1 0 0,1 1 1 0 0,-1-1 0 0 0,0 0 0 0 0,0 0 0 0 0,0 0 0 0 0,-1 0-1 0 0,1 0 1 0 0,-1 0 0 0 0,0-1 0 0 0,0 1 0 0 0,-4 5 0 0 0,-1 1 2 0 0,-1-1 1 0 0,0 0 0 0 0,0 0 0 0 0,-1 0-1 0 0,0-1 1 0 0,0 0 0 0 0,-1-1 0 0 0,0 0 0 0 0,0-1-1 0 0,-18 9 1 0 0,11-8 41 0 0,0 0 0 0 0,0-2 0 0 0,-33 7 0 0 0,44-11-181 0 0,0 0 0 0 0,0 0 0 0 0,0-1 0 0 0,0 1 0 0 0,0-2 0 0 0,0 1 1 0 0,0-1-1 0 0,0 0 0 0 0,0 0 0 0 0,0 0 0 0 0,0-1 0 0 0,0 0 0 0 0,0 0 0 0 0,-9-5 0 0 0,14 6 6 0 0,1 1-1 0 0,-1-1 1 0 0,0 1-1 0 0,0-1 1 0 0,0 0-1 0 0,1 1 1 0 0,-1-1-1 0 0,0 0 1 0 0,1 0-1 0 0,-1 0 0 0 0,0 0 1 0 0,1 1-1 0 0,-1-1 1 0 0,1 0-1 0 0,0 0 1 0 0,-1 0-1 0 0,1 0 1 0 0,0 0-1 0 0,-1 0 1 0 0,1 0-1 0 0,0 0 1 0 0,0 0-1 0 0,0 0 1 0 0,0 0-1 0 0,0 0 1 0 0,0 0-1 0 0,0 0 1 0 0,0 0-1 0 0,1 0 0 0 0,-1 0 1 0 0,0 0-1 0 0,1 0 1 0 0,-1 0-1 0 0,0 0 1 0 0,1 0-1 0 0,0-1 1 0 0,2-4-710 0 0,1 2 0 0 0,0-1 1 0 0,0 0-1 0 0,8-7 0 0 0,-8 7-646 0 0,13-11-3116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4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1000 0 0,'20'-12'4175'0'0,"23"-12"2846"0"0,-41 24-6298 0 0,0 3-335 0 0,-2-3-380 0 0,1 0 0 0 0,-1 0-1 0 0,0 0 1 0 0,0 0 0 0 0,0 0 0 0 0,1 0-1 0 0,-1 0 1 0 0,0 1 0 0 0,0-1-1 0 0,0 0 1 0 0,0 0 0 0 0,0 0 0 0 0,0 0-1 0 0,1 1 1 0 0,-1-1 0 0 0,0 0-1 0 0,0 0 1 0 0,0 0 0 0 0,0 0 0 0 0,0 1-1 0 0,0-1 1 0 0,0 0 0 0 0,0 0-1 0 0,0 0 1 0 0,0 1 0 0 0,0-1 0 0 0,0 0-1 0 0,0 0 1 0 0,0 0 0 0 0,0 1-1 0 0,0-1 1 0 0,0 0 0 0 0,0 0 0 0 0,0 0-1 0 0,0 1 1 0 0,0-1 0 0 0,0 0-1 0 0,0 0 1 0 0,-1 1 0 0 0,-6 23 351 0 0,-2 5-123 0 0,0 0 0 0 0,-5 45 0 0 0,13-67-216 0 0,0 0 0 0 0,1 0-1 0 0,-1 0 1 0 0,1 1 0 0 0,1-1 0 0 0,0 0 0 0 0,0 0-1 0 0,0-1 1 0 0,1 1 0 0 0,-1 0 0 0 0,2 0-1 0 0,-1-1 1 0 0,1 1 0 0 0,0-1 0 0 0,0 0 0 0 0,8 10-1 0 0,-8-12-7 0 0,1-1-1 0 0,-1 0 1 0 0,1 0-1 0 0,0 0 1 0 0,1 0-1 0 0,-1-1 1 0 0,0 1-1 0 0,1-1 0 0 0,-1 0 1 0 0,1 0-1 0 0,0-1 1 0 0,0 0-1 0 0,-1 1 1 0 0,1-2-1 0 0,0 1 1 0 0,0 0-1 0 0,0-1 0 0 0,0 0 1 0 0,0 0-1 0 0,0-1 1 0 0,0 1-1 0 0,0-1 1 0 0,0 0-1 0 0,6-2 1 0 0,1-1 1 0 0,0 0 0 0 0,-1 0 0 0 0,0-1 1 0 0,0 0-1 0 0,0-1 0 0 0,0 0 0 0 0,-1-1 1 0 0,17-14-1 0 0,-16 10 13 0 0,0-1 0 0 0,-1 0 0 0 0,0 0 0 0 0,-1-1 0 0 0,0 0 0 0 0,-1 0 0 0 0,-1-1 0 0 0,0 0 0 0 0,0-1 0 0 0,-2 1 0 0 0,0-1 0 0 0,-1 0 0 0 0,0-1 0 0 0,-1 1 0 0 0,-1-1 0 0 0,0 1 0 0 0,-1-17 0 0 0,-1 28-2 0 0,0 1 0 0 0,0 0 0 0 0,0 0 0 0 0,-1 0 0 0 0,1 0 0 0 0,-1 0 0 0 0,0 0-1 0 0,0 0 1 0 0,0 0 0 0 0,0 0 0 0 0,-1 0 0 0 0,1 1 0 0 0,-1-1 0 0 0,1 0 0 0 0,-1 1 0 0 0,0-1 0 0 0,0 1 0 0 0,0 0 0 0 0,-1 0 0 0 0,1 0 0 0 0,0 0 0 0 0,-1 0 0 0 0,1 0 0 0 0,-1 0 0 0 0,0 1 0 0 0,1-1 0 0 0,-1 1 0 0 0,-6-2 0 0 0,4 2-11 0 0,0 1 0 0 0,-1-1 0 0 0,1 1 1 0 0,0 0-1 0 0,-1 0 0 0 0,1 0 0 0 0,0 1 1 0 0,-1 0-1 0 0,1 0 0 0 0,0 0 0 0 0,0 1 1 0 0,0-1-1 0 0,0 1 0 0 0,0 1 0 0 0,-9 4 1 0 0,7-2-4 0 0,-1 0 0 0 0,1 1 0 0 0,1 0 0 0 0,-1 0 0 0 0,1 0 0 0 0,0 1 0 0 0,0 0 0 0 0,1 0 0 0 0,0 1 0 0 0,0-1 0 0 0,1 1 0 0 0,0 0 0 0 0,1 0 0 0 0,-1 0 0 0 0,1 1 0 0 0,1-1 0 0 0,0 1 0 0 0,0 0 0 0 0,-1 17 0 0 0,2-20-140 0 0,1 0-1 0 0,0 0 1 0 0,1 1-1 0 0,0-1 1 0 0,0 0 0 0 0,0 0-1 0 0,0 0 1 0 0,1 0 0 0 0,0 0-1 0 0,0-1 1 0 0,1 1-1 0 0,0 0 1 0 0,0-1 0 0 0,0 0-1 0 0,0 0 1 0 0,1 0-1 0 0,0 0 1 0 0,0 0 0 0 0,0-1-1 0 0,1 0 1 0 0,0 1 0 0 0,-1-2-1 0 0,1 1 1 0 0,1-1-1 0 0,-1 1 1 0 0,0-2 0 0 0,1 1-1 0 0,0 0 1 0 0,9 2 0 0 0,-2-1-225 0 0,1-1 1 0 0,0 0 0 0 0,-1-1 0 0 0,1 0-1 0 0,0-1 1 0 0,0-1 0 0 0,0 0 0 0 0,0-1-1 0 0,0-1 1 0 0,0 0 0 0 0,-1-1 0 0 0,1 0 0 0 0,-1-1-1 0 0,1 0 1 0 0,-1-1 0 0 0,-1-1 0 0 0,24-13-1 0 0,-23 10 809 0 0,0 0-1 0 0,-1 0 0 0 0,0-1 0 0 0,-1-1 1 0 0,0 0-1 0 0,-1-1 0 0 0,0 0 1 0 0,0 0-1 0 0,-2-1 0 0 0,9-15 0 0 0,23-40 4422 0 0,-39 66-4329 0 0,2 20-131 0 0,1 9-114 0 0,-25 120 424 0 0,-4 42-471 0 0,25-185-352 0 0,0-1 0 0 0,0 1 1 0 0,0 0-1 0 0,0 0 1 0 0,1-1-1 0 0,0 1 0 0 0,1 6 1 0 0,-1-9-173 0 0,-1 0 1 0 0,1 1 0 0 0,-1-1 0 0 0,1 0 0 0 0,0 0-1 0 0,0 0 1 0 0,0 0 0 0 0,-1 0 0 0 0,1 0 0 0 0,0 0-1 0 0,0 0 1 0 0,0 0 0 0 0,0-1 0 0 0,3 3 0 0 0,-3-4-26 0 0,-1 1 0 0 0,1 0 0 0 0,0 0 0 0 0,0-1 0 0 0,-1 1 0 0 0,1 0 0 0 0,0-1 0 0 0,-1 1 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4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106 111 528 0 0,'-2'-10'1054'0'0,"-1"1"0"0"0,0 0 0 0 0,0 0 0 0 0,-1 0 0 0 0,0 0-1 0 0,0 0 1 0 0,-1 1 0 0 0,-1 0 0 0 0,-6-9 0 0 0,12 16-1006 0 0,-1 0-1 0 0,0 0 1 0 0,0 0 0 0 0,-1 0 0 0 0,1 0-1 0 0,0 0 1 0 0,0 0 0 0 0,0 0 0 0 0,-1 0-1 0 0,1 1 1 0 0,0-1 0 0 0,-1 1-1 0 0,1-1 1 0 0,-1 1 0 0 0,1-1 0 0 0,0 1-1 0 0,-1 0 1 0 0,1-1 0 0 0,-1 1 0 0 0,1 0-1 0 0,-1 0 1 0 0,1 0 0 0 0,-1 0-1 0 0,1 1 1 0 0,-1-1 0 0 0,1 0 0 0 0,-1 1-1 0 0,1-1 1 0 0,-3 2 0 0 0,3-2-138 0 0,0 1 1 0 0,0 0 0 0 0,-1-1-1 0 0,1 1 1 0 0,0 0-1 0 0,0 0 1 0 0,0 0-1 0 0,0 0 1 0 0,1 0 0 0 0,-1 0-1 0 0,0 0 1 0 0,0 1-1 0 0,1-1 1 0 0,-1 0 0 0 0,0 0-1 0 0,1 1 1 0 0,-1-1-1 0 0,1 0 1 0 0,0 0-1 0 0,-1 1 1 0 0,1 2 0 0 0,0-3-25 0 0,0 1-303 0 0,-1 0-1 0 0,1 0 1 0 0,0 0-1 0 0,0 0 0 0 0,1 0 1 0 0,-1 0-1 0 0,0 0 1 0 0,1 0-1 0 0,0 2 1 0 0,2 6-3422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4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0 848 0 0,'3'4'1396'0'0,"0"1"-1"0"0,-1 0 1 0 0,1-1-1 0 0,-1 1 1 0 0,3 9-1 0 0,3 29 2730 0 0,-7-18-2848 0 0,-3 39 0 0 0,0-38-453 0 0,1-10-624 0 0,-1 0 1 0 0,-1 0 0 0 0,0 0 0 0 0,-1 0 0 0 0,-1-1 0 0 0,-14 31 0 0 0,19-45-190 0 0,0 0 0 0 0,-1 0-1 0 0,1-1 1 0 0,-1 1 0 0 0,1 0 0 0 0,-1 0 0 0 0,1 0 0 0 0,-1 0 0 0 0,0 0 0 0 0,0-1 0 0 0,1 1 0 0 0,-1 0 0 0 0,0-1 0 0 0,0 1-1 0 0,0 0 1 0 0,0-1 0 0 0,1 1 0 0 0,-3 0 0 0 0,3-1-7 0 0,-1 0 1 0 0,1 0-1 0 0,-1 0 0 0 0,1-1 0 0 0,-1 1 0 0 0,1 0 1 0 0,-1 0-1 0 0,1 0 0 0 0,-1 0 0 0 0,1-1 0 0 0,-1 1 1 0 0,1 0-1 0 0,-1 0 0 0 0,1-1 0 0 0,-1 1 0 0 0,1 0 1 0 0,0-1-1 0 0,-1 1 0 0 0,1 0 0 0 0,0-1 1 0 0,-1 1-1 0 0,1-1 0 0 0,0 1 0 0 0,-1-1 0 0 0,0-2-1 0 0,-1 1 0 0 0,1-1 0 0 0,0 1-1 0 0,0-1 1 0 0,0 0 0 0 0,1 1 0 0 0,-1-1 0 0 0,1 0-1 0 0,-1 1 1 0 0,1-1 0 0 0,0-5 0 0 0,3-7-4 0 0,0 1 0 0 0,1-1 0 0 0,0 1 0 0 0,1 0 0 0 0,1 0 0 0 0,0 0 0 0 0,1 1 0 0 0,1 0 0 0 0,0 0 1 0 0,0 1-1 0 0,19-20 0 0 0,-18 22-5 0 0,0 0-1 0 0,1 1 1 0 0,0 0 0 0 0,1 0 0 0 0,0 2 0 0 0,0-1 0 0 0,0 1 0 0 0,1 1 0 0 0,0 0-1 0 0,1 1 1 0 0,0 0 0 0 0,-1 1 0 0 0,19-4 0 0 0,-26 7 5 0 0,0 0 0 0 0,0 1 0 0 0,0-1-1 0 0,0 1 1 0 0,1 1 0 0 0,-1-1 0 0 0,0 1 0 0 0,0-1-1 0 0,0 2 1 0 0,0-1 0 0 0,0 0 0 0 0,0 1 0 0 0,0 0 0 0 0,-1 0-1 0 0,1 1 1 0 0,0-1 0 0 0,-1 1 0 0 0,0 0 0 0 0,0 0 0 0 0,7 7-1 0 0,-7-6 6 0 0,0 1-1 0 0,-1 0 1 0 0,1 0-1 0 0,-1 1 0 0 0,0-1 1 0 0,-1 1-1 0 0,1-1 1 0 0,-1 1-1 0 0,0 0 0 0 0,-1 0 1 0 0,0 0-1 0 0,0 0 1 0 0,0 0-1 0 0,0 0 0 0 0,-1 0 1 0 0,0 0-1 0 0,-1 9 1 0 0,-3 12 71 0 0,-13 50 0 0 0,-1-3-878 0 0,18-73 694 0 0,0 0 0 0 0,-1-1-1 0 0,1 1 1 0 0,0 0 0 0 0,0 0 0 0 0,0 0 0 0 0,0 0-1 0 0,-1 0 1 0 0,1 0 0 0 0,0 0 0 0 0,0 0 0 0 0,1 0-1 0 0,-1-1 1 0 0,0 1 0 0 0,0 0 0 0 0,0 0 0 0 0,1 0-1 0 0,-1 0 1 0 0,0 0 0 0 0,1-1 0 0 0,-1 1 0 0 0,1 0-1 0 0,-1 0 1 0 0,1 0 0 0 0,-1-1 0 0 0,1 1 0 0 0,0 0 0 0 0,-1-1-1 0 0,1 1 1 0 0,0-1 0 0 0,-1 1 0 0 0,1-1 0 0 0,0 1-1 0 0,0-1 1 0 0,-1 1 0 0 0,1-1 0 0 0,0 0 0 0 0,0 1-1 0 0,0-1 1 0 0,0 0 0 0 0,0 0 0 0 0,1 1 0 0 0,2-1-466 0 0,-1-1 0 0 0,1 1 1 0 0,-1 0-1 0 0,1-1 0 0 0,-1 0 0 0 0,1 0 1 0 0,-1 0-1 0 0,1 0 0 0 0,3-3 1 0 0,12-6-4343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4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53 244 2620 0 0,'17'-36'3564'0'0,"-1"-2"-1"0"0,15-60 1 0 0,-11 27 2117 0 0,-20 71-5637 0 0,-8 13 393 0 0,-9 21-108 0 0,-9 44 322 0 0,4 0-1 0 0,-24 160 1 0 0,46-238-651 0 0,-15 125 185 0 0,13-104-203 0 0,2 1 0 0 0,0-1 0 0 0,7 39 0 0 0,-7-55-168 0 0,1-1-1 0 0,1 1 0 0 0,-1-1 1 0 0,1 0-1 0 0,-1 1 1 0 0,1-1-1 0 0,1 0 0 0 0,4 8 1 0 0,-5-9-303 0 0,1-1-1 0 0,-1 1 1 0 0,1-1 0 0 0,-1 1 0 0 0,1-1 0 0 0,0 0-1 0 0,3 2 1 0 0,15-5-5511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62 159 2548 0 0,'-19'-10'2640'0'0,"6"1"-391"0"0,1 2-293 0 0,-1 0-460 0 0,8-1 652 0 0,7-8-1400 0 0,7 6-148 0 0,10 0-120 0 0,10 1-88 0 0,12-3-92 0 0,12 2-60 0 0,7-1-72 0 0,6 3-376 0 0,-3 1-644 0 0,6-2-952 0 0,0 2-2280 0 0,-1-1-2529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6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375 366 288 0 0,'-3'-12'1604'0'0,"-15"-44"3842"0"0,16 52-5190 0 0,1 1-1 0 0,-1-1 1 0 0,0 1-1 0 0,0 0 0 0 0,0-1 1 0 0,-1 1-1 0 0,1 0 1 0 0,-1 0-1 0 0,0 0 1 0 0,0 1-1 0 0,0-1 1 0 0,-3-2-1 0 0,5 5-213 0 0,-1-1-1 0 0,1 1 1 0 0,-1-1 0 0 0,1 1 0 0 0,-1-1-1 0 0,1 1 1 0 0,-1 0 0 0 0,1 0-1 0 0,-1 0 1 0 0,1 0 0 0 0,-1 0 0 0 0,1 0-1 0 0,-1 0 1 0 0,1 1 0 0 0,-1-1-1 0 0,1 0 1 0 0,-1 1 0 0 0,1-1 0 0 0,-1 1-1 0 0,1-1 1 0 0,0 1 0 0 0,-1 0-1 0 0,0 1 1 0 0,-29 23 451 0 0,27-22-412 0 0,-7 9 83 0 0,0 0 1 0 0,0 1 0 0 0,1 0-1 0 0,1 1 1 0 0,-14 26-1 0 0,17-28-95 0 0,1-1 1 0 0,0 1-1 0 0,1 0 0 0 0,1 0 0 0 0,-1 0 0 0 0,2 0 0 0 0,0 1 0 0 0,-1 16 0 0 0,3-25-38 0 0,0 0-1 0 0,1 0 0 0 0,-1 0 0 0 0,1 0 1 0 0,-1 0-1 0 0,1 0 0 0 0,0 0 1 0 0,1-1-1 0 0,-1 1 0 0 0,1 0 1 0 0,-1-1-1 0 0,1 1 0 0 0,0 0 1 0 0,0-1-1 0 0,1 0 0 0 0,-1 0 0 0 0,5 4 1 0 0,-3-3-3 0 0,1-1-1 0 0,-1 0 1 0 0,1 0 0 0 0,0 0 0 0 0,0 0-1 0 0,0-1 1 0 0,0 0 0 0 0,0 0 0 0 0,1 0-1 0 0,-1-1 1 0 0,7 1 0 0 0,7 0 11 0 0,0-1 0 0 0,0 0 1 0 0,0-2-1 0 0,0 0 0 0 0,0-1 0 0 0,23-6 1 0 0,-31 5-28 0 0,0 1 0 0 0,-1-2 0 0 0,1 0 1 0 0,-1 0-1 0 0,0 0 0 0 0,0-2 1 0 0,-1 1-1 0 0,1-1 0 0 0,-1 0 0 0 0,0-1 1 0 0,-1 0-1 0 0,0-1 0 0 0,0 1 0 0 0,7-10 1 0 0,-11 10-13 0 0,1 1-1 0 0,-1-1 1 0 0,0 0 0 0 0,0-1 0 0 0,-1 1 0 0 0,0-1 0 0 0,0 1 0 0 0,-1-1 0 0 0,0 0 0 0 0,0 0 0 0 0,-1 0 0 0 0,0 0 0 0 0,0 0 0 0 0,-1 0 0 0 0,0 0 0 0 0,-1 0 0 0 0,0 0 0 0 0,0 0-1 0 0,-3-12 1 0 0,1 12-3 0 0,1 0-1 0 0,-1-1 0 0 0,0 1 1 0 0,-1 1-1 0 0,0-1 0 0 0,-1 1 0 0 0,1-1 1 0 0,-1 1-1 0 0,0 1 0 0 0,-1-1 1 0 0,0 1-1 0 0,0 0 0 0 0,0 0 0 0 0,-1 0 1 0 0,0 1-1 0 0,0 0 0 0 0,0 1 1 0 0,-1-1-1 0 0,1 2 0 0 0,-12-5 1 0 0,8 4 4 0 0,-1 1 1 0 0,1 0-1 0 0,-1 0 1 0 0,0 2-1 0 0,0-1 1 0 0,0 2-1 0 0,0-1 1 0 0,0 2 0 0 0,0-1-1 0 0,0 2 1 0 0,0 0-1 0 0,0 0 1 0 0,-22 8-1 0 0,14-2 5 0 0,0 0-1 0 0,1 1 0 0 0,0 1 0 0 0,1 1 0 0 0,0 1 0 0 0,-22 18 1 0 0,32-23-3 0 0,0 1 1 0 0,0-1-1 0 0,0 1 1 0 0,1 1-1 0 0,1-1 1 0 0,-1 1-1 0 0,2 1 1 0 0,-1-1-1 0 0,1 1 1 0 0,0 0-1 0 0,1 0 1 0 0,0 0-1 0 0,1 1 1 0 0,-2 11-1 0 0,4-18-1 0 0,0 0 0 0 0,1 0-1 0 0,0 0 1 0 0,0 0 0 0 0,0 0-1 0 0,0 0 1 0 0,1 1 0 0 0,-1-1 0 0 0,1 0-1 0 0,0-1 1 0 0,0 1 0 0 0,1 0-1 0 0,-1 0 1 0 0,1 0 0 0 0,0-1 0 0 0,4 7-1 0 0,-3-6 2 0 0,1 0-1 0 0,-1 0 1 0 0,1-1-1 0 0,0 0 0 0 0,0 1 1 0 0,1-1-1 0 0,-1-1 1 0 0,1 1-1 0 0,-1-1 0 0 0,1 0 1 0 0,8 3-1 0 0,1-1 4 0 0,0-1-1 0 0,1 0 0 0 0,-1-1 0 0 0,1-1 0 0 0,-1 0 1 0 0,1-1-1 0 0,-1 0 0 0 0,22-5 0 0 0,-2 0 4 0 0,0-3 0 0 0,-1 0-1 0 0,0-3 1 0 0,0 0-1 0 0,-1-2 1 0 0,0-2 0 0 0,40-25-1 0 0,-53 28-7 0 0,-2-1 0 0 0,0 0 0 0 0,0-2-1 0 0,-1 1 1 0 0,-1-2 0 0 0,0 0 0 0 0,-2-1-1 0 0,0-1 1 0 0,0 0 0 0 0,-2 0 0 0 0,0-1-1 0 0,15-39 1 0 0,-12 14-33 0 0,-2 0-1 0 0,12-81 1 0 0,-24 123 12 0 0,-2 6 31 0 0,-5 16 12 0 0,0 1 1 0 0,2-1-1 0 0,0 1 0 0 0,1 0 0 0 0,1 0 0 0 0,0 24 1 0 0,-2 10 0 0 0,-35 348 193 0 0,-11 81 101 0 0,29-336-200 0 0,-51 180 1 0 0,58-277-4 0 0,-30 72 0 0 0,40-109 12 0 0,-2-1 1 0 0,0 0-1 0 0,0 0 1 0 0,-1-1 0 0 0,-1 0-1 0 0,0 0 1 0 0,-1-1-1 0 0,0-1 1 0 0,0 1 0 0 0,-18 12-1 0 0,23-20-55 0 0,0 0 1 0 0,0 1-1 0 0,-1-2 0 0 0,0 1 0 0 0,1-1 1 0 0,-1 0-1 0 0,0 0 0 0 0,0 0 0 0 0,0-1 0 0 0,0 0 1 0 0,0 0-1 0 0,0-1 0 0 0,-1 1 0 0 0,1-1 0 0 0,-7-1 1 0 0,5-1-16 0 0,0 0 1 0 0,-1 0 0 0 0,1-1 0 0 0,0 1 0 0 0,1-2 0 0 0,-1 1 0 0 0,1-1 0 0 0,-1-1 0 0 0,-12-9 0 0 0,2-2-1 0 0,1 0 0 0 0,0-1 0 0 0,1-1 1 0 0,1-1-1 0 0,1 0 0 0 0,-22-38 0 0 0,24 35-27 0 0,1 0 0 0 0,1-1 0 0 0,1 0-1 0 0,1 0 1 0 0,1-1 0 0 0,-5-32 0 0 0,10 39-18 0 0,0 0 0 0 0,1 0 0 0 0,1-1 0 0 0,1 1 0 0 0,0 0 1 0 0,1 0-1 0 0,1 0 0 0 0,1 0 0 0 0,10-31 0 0 0,-2 22-15 0 0,0 0 0 0 0,2 1 0 0 0,0 0 0 0 0,2 1-1 0 0,0 1 1 0 0,2 0 0 0 0,1 2 0 0 0,0 0 0 0 0,43-34-1 0 0,-39 36-63 0 0,1 2 0 0 0,1 0-1 0 0,1 2 1 0 0,0 1 0 0 0,1 1-1 0 0,0 1 1 0 0,1 1 0 0 0,0 2-1 0 0,42-8 1 0 0,-49 14-419 0 0,0 0 0 0 0,1 2 0 0 0,-1 1 0 0 0,1 0 0 0 0,27 5 0 0 0,-9 2-4007 0 0,73 23-1 0 0,-75-18-841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7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1 875 1736 0 0,'5'-58'12789'0'0,"0"71"-12148"0"0,-2-8-591 0 0,0 1 0 0 0,0-1 0 0 0,1 0 0 0 0,0 0-1 0 0,0-1 1 0 0,0 1 0 0 0,1-1 0 0 0,-1 1 0 0 0,1-1 0 0 0,0-1 0 0 0,10 6-1 0 0,-5-4-16 0 0,0 0 0 0 0,0-1 0 0 0,0 0-1 0 0,1-1 1 0 0,-1 0 0 0 0,15 1-1 0 0,-3-1-20 0 0,1-1 0 0 0,0-2 0 0 0,-1 0-1 0 0,1-2 1 0 0,0 0 0 0 0,22-6-1 0 0,-28 4-14 0 0,0-1-1 0 0,0 0 1 0 0,-1-2-1 0 0,0 0 0 0 0,0 0 1 0 0,-1-2-1 0 0,0 0 0 0 0,24-18 1 0 0,-21 11-37 0 0,0 0 1 0 0,-2-1 0 0 0,0-1 0 0 0,-1 0-1 0 0,22-36 1 0 0,-12 10-54 0 0,-3-1-1 0 0,-2-1 0 0 0,-1-1 1 0 0,-3 0-1 0 0,15-72 0 0 0,-29 108 81 0 0,7-24-44 0 0,-2-1 0 0 0,5-67 0 0 0,-15 94 30 0 0,-4 13 31 0 0,-6 14 17 0 0,-3 14-10 0 0,1 1 0 0 0,2 0 0 0 0,-11 42 0 0 0,-19 106 41 0 0,38-153-32 0 0,0 1-1 0 0,2-1 0 0 0,1 45 1 0 0,2-62-11 0 0,0-1 0 0 0,1 0 1 0 0,1 0-1 0 0,0 0 0 0 0,0 0 1 0 0,1 0-1 0 0,0 0 0 0 0,1-1 1 0 0,0 1-1 0 0,1-1 0 0 0,-1 0 1 0 0,2 0-1 0 0,8 10 0 0 0,-9-13-23 0 0,1-1-1 0 0,0 0 1 0 0,0 0-1 0 0,0-1 0 0 0,1 0 1 0 0,-1 0-1 0 0,1-1 1 0 0,0 0-1 0 0,0 0 1 0 0,0 0-1 0 0,1-1 0 0 0,-1 0 1 0 0,1 0-1 0 0,-1-1 1 0 0,1 0-1 0 0,13 0 0 0 0,-4-1-227 0 0,-1-1-1 0 0,1 0 1 0 0,-1-1-1 0 0,0-1 0 0 0,1-1 1 0 0,28-10-1 0 0,-18 3-28 0 0,-2-1 0 0 0,0-1 0 0 0,0-1 0 0 0,-1-1 0 0 0,-1-2 0 0 0,0 0-1 0 0,-2-1 1 0 0,0-1 0 0 0,-1-1 0 0 0,-1-1 0 0 0,0-1 0 0 0,-2 0 0 0 0,26-45 0 0 0,-22 29 450 0 0,-1 0 0 0 0,-2-1 0 0 0,-2-1 1 0 0,-2 0-1 0 0,-1-1 0 0 0,-2-1 1 0 0,-2 0-1 0 0,-2-1 0 0 0,4-76 0 0 0,-15 71 407 0 0,4 45-554 0 0,0 1-1 0 0,-1 0 1 0 0,1-1-1 0 0,-1 1 0 0 0,0 0 1 0 0,0-1-1 0 0,0 1 0 0 0,0 0 1 0 0,0 0-1 0 0,0 0 1 0 0,0 0-1 0 0,-1 0 0 0 0,1 0 1 0 0,-1 0-1 0 0,0 0 0 0 0,-3-2 1 0 0,5 4-22 0 0,-1-1 1 0 0,0 1-1 0 0,0 0 1 0 0,1 0-1 0 0,-1-1 1 0 0,0 1-1 0 0,0 0 1 0 0,1 0-1 0 0,-1 0 1 0 0,0 0-1 0 0,0 0 1 0 0,0 0-1 0 0,1 1 0 0 0,-1-1 1 0 0,0 0-1 0 0,0 0 1 0 0,1 0-1 0 0,-1 1 1 0 0,0-1-1 0 0,1 0 1 0 0,-1 1-1 0 0,0-1 1 0 0,0 1-1 0 0,-15 13 145 0 0,15-13-131 0 0,-9 10 86 0 0,0 0 0 0 0,1 1 1 0 0,1 1-1 0 0,0-1 0 0 0,-12 27 0 0 0,-24 74 145 0 0,41-104-233 0 0,-18 59 100 0 0,3 0 0 0 0,3 2 0 0 0,3 0-1 0 0,-5 118 1 0 0,11-103 285 0 0,6-83-385 0 0,1-4-20 0 0,1 0-1 0 0,-1 0 1 0 0,0-1 0 0 0,0 1 0 0 0,1 0-1 0 0,-1 0 1 0 0,-1 0 0 0 0,2-4-1 0 0,8-23-30 0 0,1 1-1 0 0,1 1 0 0 0,1 0 0 0 0,33-49 0 0 0,-39 66 22 0 0,1 0-1 0 0,0 0 0 0 0,1 0 1 0 0,0 1-1 0 0,1 0 0 0 0,0 1 1 0 0,0 0-1 0 0,0 1 0 0 0,1 0 0 0 0,0 0 1 0 0,1 1-1 0 0,0 1 0 0 0,-1 0 1 0 0,16-4-1 0 0,-22 8 8 0 0,1 0 1 0 0,0 0-1 0 0,0 0 0 0 0,-1 1 1 0 0,1 0-1 0 0,0 0 0 0 0,0 1 1 0 0,0-1-1 0 0,-1 1 1 0 0,1 0-1 0 0,0 1 0 0 0,-1 0 1 0 0,1 0-1 0 0,-1 0 0 0 0,1 0 1 0 0,-1 1-1 0 0,0 0 0 0 0,0 0 1 0 0,0 0-1 0 0,0 1 0 0 0,-1-1 1 0 0,0 1-1 0 0,1 0 0 0 0,-1 0 1 0 0,5 8-1 0 0,-3-3 7 0 0,0 0-1 0 0,0 0 0 0 0,-1 1 1 0 0,0-1-1 0 0,-1 1 1 0 0,0 0-1 0 0,0 1 0 0 0,-1-1 1 0 0,0 1-1 0 0,-1 0 1 0 0,-1-1-1 0 0,2 21 0 0 0,-5 4 33 0 0,-2-1 0 0 0,-1-1 0 0 0,-2 1 0 0 0,-1-1-1 0 0,-1 0 1 0 0,-21 47 0 0 0,30-79-36 0 0,-1-1 1 0 0,1 1-1 0 0,0-1 1 0 0,0 1-1 0 0,0-1 0 0 0,0 1 1 0 0,0-1-1 0 0,0 1 1 0 0,0-1-1 0 0,0 1 0 0 0,0-1 1 0 0,0 1-1 0 0,0 0 0 0 0,0-1 1 0 0,0 1-1 0 0,0-1 1 0 0,0 1-1 0 0,0-1 0 0 0,0 1 1 0 0,1-1-1 0 0,-1 1 1 0 0,0-1-1 0 0,0 0 0 0 0,1 1 1 0 0,-1-1-1 0 0,0 1 0 0 0,1-1 1 0 0,-1 0-1 0 0,0 1 1 0 0,1-1-1 0 0,-1 1 0 0 0,1-1 1 0 0,-1 0-1 0 0,0 0 1 0 0,1 1-1 0 0,-1-1 0 0 0,1 0 1 0 0,-1 0-1 0 0,1 0 0 0 0,-1 1 1 0 0,1-1-1 0 0,-1 0 1 0 0,1 0-1 0 0,-1 0 0 0 0,1 0 1 0 0,-1 0-1 0 0,1 0 1 0 0,-1 0-1 0 0,1 0 0 0 0,-1 0 1 0 0,1 0-1 0 0,0-1 0 0 0,28-2 16 0 0,-15-2-19 0 0,0 0-1 0 0,-1-1 1 0 0,0 0-1 0 0,0-1 1 0 0,0 0 0 0 0,11-10-1 0 0,65-57-46 0 0,-52 40 22 0 0,35-44 0 0 0,-58 61 25 0 0,-1-1-1 0 0,0 0 0 0 0,-2 0 0 0 0,0-2 0 0 0,9-21 0 0 0,-18 38 0 0 0,-2 3 1 0 0,1-1 0 0 0,-1 0 0 0 0,1 0 0 0 0,-1 0 1 0 0,0 0-1 0 0,1 0 0 0 0,-1 0 0 0 0,0 0 0 0 0,0 1 0 0 0,1-1 0 0 0,-1 0 0 0 0,0 0 0 0 0,0 0 0 0 0,0 0 0 0 0,0 0 0 0 0,0 0 0 0 0,0 0 0 0 0,-1 0 0 0 0,1 0 0 0 0,-1-1 0 0 0,2 1 1 0 0,-1 0 0 0 0,-1 0 0 0 0,1 0-1 0 0,0 0 1 0 0,0 1 0 0 0,0-1-1 0 0,0 0 1 0 0,0 0 0 0 0,-1 0 0 0 0,1 1-1 0 0,0-1 1 0 0,-1 0 0 0 0,1 0 0 0 0,-1 1-1 0 0,1-1 1 0 0,-1 0 0 0 0,1 1 0 0 0,-1-1-1 0 0,1 0 1 0 0,-1 1 0 0 0,0-1-1 0 0,1 1 1 0 0,-1-1 0 0 0,0 1 0 0 0,1-1-1 0 0,-3 0 1 0 0,2 1-1 0 0,-1 0 1 0 0,0-1-1 0 0,0 1 0 0 0,0 0 1 0 0,0 0-1 0 0,1 0 1 0 0,-1 1-1 0 0,0-1 0 0 0,0 0 1 0 0,0 1-1 0 0,1-1 0 0 0,-3 1 1 0 0,-4 2 17 0 0,0 1 1 0 0,0 0 0 0 0,0 0 0 0 0,-11 9 0 0 0,3-1 91 0 0,1 1 0 0 0,0 1 1 0 0,1 1-1 0 0,0 0 0 0 0,-13 20 0 0 0,21-27-63 0 0,0 1-1 0 0,0 0 0 0 0,1 1 0 0 0,1-1 0 0 0,-1 1 0 0 0,2 0 0 0 0,-1 0 1 0 0,1 0-1 0 0,1 1 0 0 0,0-1 0 0 0,-2 18 0 0 0,4-24-25 0 0,1 1 1 0 0,-1-1-1 0 0,0 1 0 0 0,1-1 0 0 0,0 0 0 0 0,0 1 0 0 0,1-1 1 0 0,-1 0-1 0 0,1 0 0 0 0,0 1 0 0 0,0-2 0 0 0,0 1 1 0 0,0 0-1 0 0,1 0 0 0 0,3 3 0 0 0,-2-2 5 0 0,1-1-1 0 0,0 0 1 0 0,0 0-1 0 0,0 0 1 0 0,1 0-1 0 0,-1-1 1 0 0,1 0-1 0 0,0 0 1 0 0,9 3-1 0 0,1-2-33 0 0,1 1-1 0 0,0-2 1 0 0,-1 0-1 0 0,1-1 1 0 0,1-1 0 0 0,-1-1-1 0 0,17-1 1 0 0,-10-1-606 0 0,-1-1 1 0 0,0-1 0 0 0,30-8-1 0 0,-41 8-595 0 0,1-1 0 0 0,-1 0-1 0 0,0-1 1 0 0,14-9-1 0 0,12-11-4634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1 196 0 0,'-201'13'12202'0'0,"189"-10"-11066"0"0,16 1-458 0 0,19 1-201 0 0,180 4 54 0 0,-69-5-1289 0 0,137 12-5625 0 0,-175-12 708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8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0 460 196 0 0,'10'5'2679'0'0,"18"6"5182"0"0,-27-11-7594 0 0,0 0 0 0 0,1 0 0 0 0,-1 0 0 0 0,0 0 0 0 0,1 0 0 0 0,-1 0 0 0 0,0 0 0 0 0,1 0 0 0 0,-1 0 0 0 0,0-1 0 0 0,0 1 0 0 0,1-1 0 0 0,-1 1 0 0 0,0-1 0 0 0,0 1 0 0 0,0-1 0 0 0,0 1 0 0 0,0-1 0 0 0,0 0 0 0 0,0 0 0 0 0,2-1 0 0 0,10-11 691 0 0,3-4-529 0 0,1 1 0 0 0,29-21-1 0 0,158-86-163 0 0,-15 12-225 0 0,-154 89-53 0 0,-23 16 8 0 0,0-1 0 0 0,0-1 0 0 0,-1 0 0 0 0,0-1 0 0 0,0 0 0 0 0,-1 0 0 0 0,15-20 0 0 0,-24 29 1 0 0,0-1-1 0 0,0 0 0 0 0,-1 0 1 0 0,1 0-1 0 0,-1 0 0 0 0,1 0 0 0 0,-1 0 1 0 0,1 0-1 0 0,-1 0 0 0 0,1 0 1 0 0,-1 0-1 0 0,0-1 0 0 0,0 1 1 0 0,1 0-1 0 0,-1 0 0 0 0,0 0 0 0 0,0 0 1 0 0,0 0-1 0 0,0 0 0 0 0,-1-1 1 0 0,1 1-1 0 0,0 0 0 0 0,0 0 0 0 0,-1-2 1 0 0,0 2 0 0 0,0 0 0 0 0,0 0 0 0 0,0 0 0 0 0,0 0 0 0 0,0 0 0 0 0,-1 0 0 0 0,1 1 0 0 0,0-1 0 0 0,0 0 0 0 0,-1 1 0 0 0,1-1 0 0 0,0 1 0 0 0,-1-1 0 0 0,1 1 0 0 0,-1-1 0 0 0,-1 1 0 0 0,-4-1-5 0 0,-1 0 0 0 0,1 1 0 0 0,0 0 1 0 0,-1 0-1 0 0,1 1 0 0 0,-13 2 0 0 0,13-1 1 0 0,0 0 1 0 0,0 1-1 0 0,0-1 0 0 0,1 1 0 0 0,-1 0 1 0 0,1 1-1 0 0,0 0 0 0 0,0 0 1 0 0,0 0-1 0 0,0 1 0 0 0,-7 7 0 0 0,11-10 8 0 0,0 1-1 0 0,0 0 0 0 0,0 0 1 0 0,0 1-1 0 0,0-1 0 0 0,1 0 0 0 0,0 0 1 0 0,-1 1-1 0 0,1-1 0 0 0,0 1 1 0 0,0-1-1 0 0,1 1 0 0 0,-1 0 0 0 0,1-1 1 0 0,0 1-1 0 0,0-1 0 0 0,0 1 0 0 0,0 0 1 0 0,1-1-1 0 0,-1 1 0 0 0,1-1 1 0 0,0 1-1 0 0,0-1 0 0 0,3 6 0 0 0,7 15 16 0 0,2-1-1 0 0,1 0 0 0 0,0-1 0 0 0,2-1 0 0 0,20 23 0 0 0,-11-15 33 0 0,29 47-1 0 0,-54-75-37 0 0,1 0 1 0 0,0 0-1 0 0,-1 0 0 0 0,1 0 0 0 0,-1 0 0 0 0,1 0 0 0 0,-1 0 0 0 0,0 1 0 0 0,1-1 0 0 0,-1 0 0 0 0,0 0 0 0 0,0 0 0 0 0,0 1 0 0 0,0-1 0 0 0,0 0 0 0 0,0 0 0 0 0,0 0 0 0 0,0 1 0 0 0,0-1 0 0 0,-1 0 1 0 0,1 0-1 0 0,0 0 0 0 0,-1 0 0 0 0,0 2 0 0 0,0-1 0 0 0,-1 0 0 0 0,1-1 0 0 0,-1 1 0 0 0,0-1 1 0 0,1 1-1 0 0,-1-1 0 0 0,0 0 0 0 0,0 1 0 0 0,0-1 1 0 0,0 0-1 0 0,0 0 0 0 0,-3 1 0 0 0,-4 1 64 0 0,0-1 0 0 0,-1 0-1 0 0,1 0 1 0 0,-1-1 0 0 0,-14 1-1 0 0,16-2 21 0 0,-22 2 317 0 0,26-3-276 0 0,17-2-172 0 0,52-10 72 0 0,60-11-147 0 0,143-48 0 0 0,-182 42-35 0 0,-1-4 0 0 0,-2-4 0 0 0,83-50-1 0 0,-162 85 142 0 0,18-11-27 0 0,27-21 0 0 0,-45 32 27 0 0,0-1 0 0 0,0 1 0 0 0,0-1 0 0 0,-1 0 0 0 0,1 0-1 0 0,-1 0 1 0 0,0 0 0 0 0,0 0 0 0 0,-1-1 0 0 0,1 0 0 0 0,-1 1-1 0 0,0-1 1 0 0,2-7 0 0 0,-4 11 4 0 0,1 0 0 0 0,-1 1 0 0 0,0-1 0 0 0,0 0 0 0 0,0 0 0 0 0,0 0 0 0 0,0 1 0 0 0,-1-1 0 0 0,1 0 0 0 0,0 0 0 0 0,0 1 0 0 0,0-1 0 0 0,-1 0 0 0 0,1 0 0 0 0,0 1 0 0 0,-1-1 0 0 0,1 0 0 0 0,-1 0 0 0 0,1 1 0 0 0,-1-1 0 0 0,1 1 0 0 0,-1-1 0 0 0,1 0 0 0 0,-1 1 0 0 0,0-1 0 0 0,1 1 0 0 0,-1-1 0 0 0,0 1 0 0 0,1 0 0 0 0,-1-1 0 0 0,0 1 0 0 0,1 0 0 0 0,-1-1 0 0 0,0 1 0 0 0,0 0 0 0 0,0 0 0 0 0,1 0 0 0 0,-1 0 0 0 0,0 0 0 0 0,0 0 0 0 0,0 0 0 0 0,1 0 0 0 0,-1 0 0 0 0,-1 0 0 0 0,-4 0-4 0 0,0 1-1 0 0,1 0 1 0 0,-1 0 0 0 0,-9 3 0 0 0,1 1 4 0 0,0 2 0 0 0,1-1 1 0 0,0 2-1 0 0,0 0 0 0 0,0 0 0 0 0,1 1 1 0 0,1 1-1 0 0,-1 0 0 0 0,-15 18 0 0 0,18-18 8 0 0,0 1-1 0 0,1 0 0 0 0,0 0 0 0 0,1 1 0 0 0,0 0 0 0 0,1 0 0 0 0,0 1 0 0 0,1 0 1 0 0,1 0-1 0 0,-6 22 0 0 0,9-30 1 0 0,1 1 0 0 0,-1 0-1 0 0,1-1 1 0 0,0 1 0 0 0,0 0 0 0 0,1-1 0 0 0,-1 1 0 0 0,1 0 0 0 0,1-1-1 0 0,-1 1 1 0 0,1-1 0 0 0,0 0 0 0 0,0 1 0 0 0,0-1 0 0 0,1 0 0 0 0,0 0 0 0 0,0 0-1 0 0,0-1 1 0 0,0 1 0 0 0,8 7 0 0 0,-3-5-18 0 0,1-1 0 0 0,-1 0-1 0 0,1 0 1 0 0,0 0 0 0 0,0-1 0 0 0,1-1-1 0 0,0 1 1 0 0,0-2 0 0 0,0 1 0 0 0,15 2-1 0 0,4 0-625 0 0,0-2 0 0 0,1-1-1 0 0,0-1 1 0 0,-1-1-1 0 0,53-6 1 0 0,-53 1-1148 0 0,0-1 0 0 0,-1-1 0 0 0,35-13-1 0 0,-9-3-3973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8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80 1712 0 0,'3'-9'839'0'0,"-1"3"-108"0"0,-1 0 0 0 0,1 0 0 0 0,-1 0 1 0 0,0 0-1 0 0,-1 0 0 0 0,1 0 1 0 0,-1 0-1 0 0,-1-10 0 0 0,1 16-686 0 0,-1-1-1 0 0,1 1 1 0 0,0 0 0 0 0,0-1-1 0 0,0 1 1 0 0,0 0-1 0 0,0-1 1 0 0,-1 1-1 0 0,1 0 1 0 0,0-1 0 0 0,0 1-1 0 0,0 0 1 0 0,-1 0-1 0 0,1-1 1 0 0,0 1-1 0 0,-1 0 1 0 0,1 0 0 0 0,0-1-1 0 0,0 1 1 0 0,-1 0-1 0 0,1 0 1 0 0,0 0 0 0 0,-1 0-1 0 0,1 0 1 0 0,0-1-1 0 0,-1 1 1 0 0,1 0-1 0 0,0 0 1 0 0,-1 0 0 0 0,1 0-1 0 0,-1 0 1 0 0,1 0-1 0 0,0 0 1 0 0,-1 0 0 0 0,1 0-1 0 0,0 0 1 0 0,-1 0-1 0 0,1 0 1 0 0,0 1-1 0 0,-1-1 1 0 0,0 0 0 0 0,-10 6 492 0 0,4 0-230 0 0,1 1-1 0 0,0 1 1 0 0,0-1-1 0 0,1 1 1 0 0,0 0-1 0 0,0 0 0 0 0,1 0 1 0 0,0 1-1 0 0,-3 10 1 0 0,1-6 74 0 0,-31 75 712 0 0,4 1 1 0 0,4 2-1 0 0,-22 115 1 0 0,49-196-1176 0 0,-1 0-144 0 0,1 0 0 0 0,1-1 0 0 0,-1 1 0 0 0,1 0 0 0 0,1 0 0 0 0,0 0 0 0 0,0 0 1 0 0,1 0-1 0 0,4 16 0 0 0,1-15-2966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123 125 1236 0 0,'-114'-90'16328'0'0,"114"90"-16292"0"0,-1 0 0 0 0,1 0-1 0 0,-1-1 1 0 0,1 1 0 0 0,-1 0-1 0 0,1-1 1 0 0,-1 1 0 0 0,1 0-1 0 0,-1-1 1 0 0,1 1 0 0 0,0-1-1 0 0,-1 1 1 0 0,1 0 0 0 0,0-1-1 0 0,-1 1 1 0 0,1-1 0 0 0,0 1-1 0 0,0-1 1 0 0,0 1 0 0 0,-1-1-1 0 0,1 0 1 0 0,0 1 0 0 0,0-1-1 0 0,0 1 1 0 0,0-1 0 0 0,0 1-1 0 0,0-1 1 0 0,0 1 0 0 0,0-1-1 0 0,0 0 1 0 0,0 1 0 0 0,0-1-1 0 0,0 1 1 0 0,0-1 0 0 0,1 1-1 0 0,-1-1 1 0 0,0 1 0 0 0,0-1 0 0 0,1 1-1 0 0,-1-1 1 0 0,0 1 0 0 0,1-1-1 0 0,-1 1 1 0 0,0-1 0 0 0,1 1-1 0 0,-1 0 1 0 0,1-1 0 0 0,-1 1-1 0 0,0 0 1 0 0,1-1 0 0 0,-1 1-1 0 0,1 0 1 0 0,-1-1 0 0 0,1 1-1 0 0,-1 0 1 0 0,1 0 0 0 0,0 0-1 0 0,-1 0 1 0 0,2-1 0 0 0,31-7 335 0 0,1 7-963 0 0,1 1 1 0 0,60 8-1 0 0,14 9-6826 0 0,-94-14 5656 0 0,19 2-4955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5:5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0 2832 0 0,'0'6'1426'0'0,"0"0"0"0"0,0 0 0 0 0,0 0 0 0 0,-1 0 0 0 0,0 0 0 0 0,-3 9 0 0 0,3-11-914 0 0,-1-1 0 0 0,0 1 0 0 0,0-1-1 0 0,-1 1 1 0 0,1-1 0 0 0,-6 6 0 0 0,-40 37 2088 0 0,-103 77-1 0 0,36-33-3094 0 0,46-30-1739 0 0,-13 11-6273 0 0,49-45 551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0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90 1236 0 0,'-12'-10'1411'0'0,"-1"0"-1"0"0,0 2 1 0 0,-18-10 0 0 0,12 9-667 0 0,0 2 1 0 0,0 0-1 0 0,0 1 1 0 0,-26-4-1 0 0,19 6-443 0 0,24 3-217 0 0,-9 8 198 0 0,13-5-250 0 0,1 0 1 0 0,0 1-1 0 0,-1-1 0 0 0,1 0 0 0 0,0 0 0 0 0,0-1 0 0 0,0 1 0 0 0,1-1 0 0 0,-1 1 0 0 0,0-1 0 0 0,1 0 0 0 0,5 1 1 0 0,50 7 91 0 0,-47-8-97 0 0,316 28 13 0 0,-45-5-3511 0 0,-211-17 820 0 0,1-2-700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0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77 544 1552 0 0,'-35'19'9729'0'0,"11"-7"-6914"0"0,23-11-2528 0 0,0-1-251 0 0,0 0 0 0 0,1 0-1 0 0,-1 0 1 0 0,0 0 0 0 0,1 0-1 0 0,-1 1 1 0 0,0-1-1 0 0,1 0 1 0 0,-1 0 0 0 0,0 0-1 0 0,1 1 1 0 0,-1-1 0 0 0,0 0-1 0 0,1 1 1 0 0,-1-1 0 0 0,1 0-1 0 0,-1 1 1 0 0,1-1-1 0 0,-1 1 1 0 0,1-1 0 0 0,-1 1-1 0 0,1-1 1 0 0,-1 1 0 0 0,1-1-1 0 0,0 1 1 0 0,-1 0 0 0 0,5 3 284 0 0,10-7-377 0 0,14-10 72 0 0,-1-2 1 0 0,0 0-1 0 0,-1-2 1 0 0,34-28-1 0 0,-22 12-17 0 0,66-75-1 0 0,-57 48-25 0 0,65-113 0 0 0,-69 102 10 0 0,-29 48-10 0 0,-7 11 15 0 0,-16 33 24 0 0,-54 107 33 0 0,-6 11 4 0 0,57-111-29 0 0,2 1 0 0 0,0 0 1 0 0,-5 31-1 0 0,14-55-13 0 0,0 0 1 0 0,0 0-1 0 0,1-1 0 0 0,0 1 0 0 0,0 0 1 0 0,0 0-1 0 0,0 0 0 0 0,1-1 0 0 0,0 1 1 0 0,0 0-1 0 0,0-1 0 0 0,0 1 0 0 0,1 0 1 0 0,0-1-1 0 0,2 5 0 0 0,-2-6 0 0 0,1 0-1 0 0,-1 0 1 0 0,1 0-1 0 0,-1-1 1 0 0,1 1-1 0 0,0 0 1 0 0,0-1-1 0 0,0 0 1 0 0,1 0-1 0 0,-1 0 1 0 0,0 0-1 0 0,1-1 1 0 0,0 1-1 0 0,-1-1 1 0 0,1 0-1 0 0,0 0 1 0 0,-1 0-1 0 0,1 0 1 0 0,6 0-1 0 0,4-1-247 0 0,0 1-1 0 0,1-2 0 0 0,-1 0 1 0 0,0 0-1 0 0,1-2 1 0 0,-1 0-1 0 0,25-8 0 0 0,-21 4-1298 0 0,-1 0 0 0 0,0-1 0 0 0,16-10 0 0 0,1-4-3906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88 1880 0 0,'-19'-14'1849'0'0,"5"3"-785"0"0,-1 0 1 0 0,-1 0-1 0 0,1 2 0 0 0,-2 0 0 0 0,-28-11 0 0 0,43 19-989 0 0,0 1 1 0 0,-1-1-1 0 0,1 1 0 0 0,-1 0 0 0 0,1 0 0 0 0,0 0 0 0 0,-1 0 0 0 0,-4 1 0 0 0,7-1-94 0 0,-1 0 0 0 0,1 0 0 0 0,-1 1 0 0 0,0-1 0 0 0,1 0 0 0 0,-1 0 0 0 0,1 0 0 0 0,-1 1 0 0 0,1-1 0 0 0,-1 0 0 0 0,1 0 0 0 0,-1 1 0 0 0,1-1 0 0 0,0 0 0 0 0,-1 1 0 0 0,1-1 0 0 0,-1 1 0 0 0,1-1 0 0 0,0 0 0 0 0,-1 1 0 0 0,1-1 0 0 0,0 1 0 0 0,-1-1 0 0 0,1 1-1 0 0,0-1 1 0 0,0 1 0 0 0,0 0 0 0 0,-1-1 0 0 0,1 1 0 0 0,0-1 0 0 0,0 1 0 0 0,0-1 0 0 0,0 1 0 0 0,0-1 0 0 0,0 1 0 0 0,0 0 0 0 0,0-1 0 0 0,0 1 0 0 0,0-1 0 0 0,1 1 0 0 0,-1 0 0 0 0,1 2-391 0 0,0 0-1 0 0,0 0 1 0 0,1-1 0 0 0,-1 1 0 0 0,1 0-1 0 0,0-1 1 0 0,-1 1 0 0 0,1-1 0 0 0,0 0-1 0 0,0 1 1 0 0,4 2 0 0 0,6 5-2254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1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837 21 2048 0 0,'8'-7'4277'0'0,"-7"6"-4052"0"0,-1 1 0 0 0,0-1 0 0 0,0 1 0 0 0,0-1 0 0 0,0 1 0 0 0,0-1 1 0 0,1 0-1 0 0,-1 1 0 0 0,0-1 0 0 0,0 1 0 0 0,0-1 0 0 0,-1 1 0 0 0,1-1 0 0 0,0 0 0 0 0,0 0 0 0 0,-1 1-122 0 0,1-1-1 0 0,-1 1 0 0 0,0-1 0 0 0,1 1 0 0 0,-1 0 1 0 0,0 0-1 0 0,0-1 0 0 0,1 1 0 0 0,-1 0 1 0 0,0 0-1 0 0,0 0 0 0 0,1 0 0 0 0,-1 0 1 0 0,0 0-1 0 0,0 0 0 0 0,1 0 0 0 0,-1 0 0 0 0,0 0 1 0 0,0 0-1 0 0,1 0 0 0 0,-1 0 0 0 0,0 1 1 0 0,-1-1-1 0 0,-5 4 142 0 0,0-1-1 0 0,1 1 1 0 0,-1 0 0 0 0,1 0-1 0 0,0 1 1 0 0,0-1 0 0 0,0 2 0 0 0,-8 8-1 0 0,-38 51 855 0 0,46-56-952 0 0,-27 39 361 0 0,3 1 1 0 0,2 2 0 0 0,3 0-1 0 0,1 2 1 0 0,-19 65 0 0 0,-62 287 567 0 0,59-208-776 0 0,24-104-211 0 0,-27 98 74 0 0,33-138-34 0 0,-34 77 0 0 0,44-119-116 0 0,1 1 1 0 0,-2-1-1 0 0,1-1 0 0 0,-1 1 0 0 0,-1-1 1 0 0,-10 11-1 0 0,16-19-132 0 0,0 0 0 0 0,0-1 1 0 0,0 1-1 0 0,0 0 0 0 0,0 0 0 0 0,0-1 1 0 0,-1 1-1 0 0,1-1 0 0 0,0 0 0 0 0,-1 0 1 0 0,0 0-1 0 0,1 0 0 0 0,-1 0 0 0 0,1-1 1 0 0,-1 1-1 0 0,0-1 0 0 0,0 1 0 0 0,1-1 1 0 0,-1 0-1 0 0,0 0 0 0 0,1 0 0 0 0,-1-1 1 0 0,0 1-1 0 0,0-1 0 0 0,1 1 0 0 0,-1-1 1 0 0,1 0-1 0 0,-1 0 0 0 0,0 0 0 0 0,1 0 1 0 0,0-1-1 0 0,-1 1 0 0 0,1-1 0 0 0,-3-2 1 0 0,-4-4-997 0 0,0-1 0 0 0,1-1 0 0 0,1 1 0 0 0,0-1 0 0 0,0-1 0 0 0,1 1 0 0 0,-9-20 0 0 0,-3-7-4190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1 455 1624 0 0,'2'-25'1238'0'0,"2"1"-1"0"0,0 0 1 0 0,2 0 0 0 0,1 1-1 0 0,15-39 1 0 0,-15 49-935 0 0,0 0 1 0 0,0 0-1 0 0,1 1 1 0 0,1 0-1 0 0,0 0 1 0 0,1 1-1 0 0,0 0 1 0 0,1 1-1 0 0,0 0 1 0 0,22-15-1 0 0,-3 7-120 0 0,1 1-1 0 0,1 2 1 0 0,0 1-1 0 0,1 2 1 0 0,0 1-1 0 0,1 1 1 0 0,1 2-1 0 0,52-6 1 0 0,3 6-682 0 0,1 4 0 0 0,101 9 0 0 0,-56 5-4664 0 0,-65-5 196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2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9 855 3044 0 0,'3'11'6828'0'0,"-3"-10"-6426"0"0,-5 13 3485 0 0,4-12-3578 0 0,0 1-1 0 0,0-1 0 0 0,0 1 1 0 0,0 0-1 0 0,1-1 0 0 0,-1 1 1 0 0,0 4-1 0 0,1-6-257 0 0,0 1 0 0 0,0-1-1 0 0,0 0 1 0 0,1 0 0 0 0,-1 0-1 0 0,0 0 1 0 0,1 0 0 0 0,-1 0 0 0 0,0 0-1 0 0,1 0 1 0 0,-1 0 0 0 0,1 0-1 0 0,0 0 1 0 0,-1 0 0 0 0,1 0 0 0 0,0 0-1 0 0,-1 0 1 0 0,1 0 0 0 0,0-1-1 0 0,2 2 1 0 0,-1 0-3 0 0,1-1 0 0 0,-1 1 0 0 0,1-1 0 0 0,-1 0 0 0 0,1 0 1 0 0,0 0-1 0 0,0-1 0 0 0,3 1 0 0 0,7 1 24 0 0,1-1 0 0 0,24-3 0 0 0,-32 2-10 0 0,28-3-36 0 0,1-2 0 0 0,-1-1 0 0 0,0-1 0 0 0,-1-2 0 0 0,0-1 0 0 0,0-2 0 0 0,-1-1 0 0 0,0-2 0 0 0,-2-1 0 0 0,55-38 0 0 0,-47 26-101 0 0,-3-2 0 0 0,0-1 0 0 0,-2-2 0 0 0,-1-1 0 0 0,-2-1 0 0 0,-2-2 0 0 0,40-66 0 0 0,-28 33-94 0 0,30-76 0 0 0,-55 110 118 0 0,-2-1 1 0 0,-1 0-1 0 0,-2-1 1 0 0,6-44-1 0 0,-17 78 34 0 0,1 3 17 0 0,0 1 0 0 0,-1-1-1 0 0,1 1 1 0 0,0-1-1 0 0,-1 1 1 0 0,1 0 0 0 0,0-1-1 0 0,-1 1 1 0 0,1 0 0 0 0,0-1-1 0 0,-1 1 1 0 0,1 0-1 0 0,0-1 1 0 0,-1 1 0 0 0,1 0-1 0 0,-1 0 1 0 0,1-1 0 0 0,-1 1-1 0 0,1 0 1 0 0,-1 0 0 0 0,1 0-1 0 0,-1 0 1 0 0,1 0-1 0 0,-1 0 1 0 0,1 0 0 0 0,-1 0-1 0 0,1 0 1 0 0,-1 0 0 0 0,1 0-1 0 0,-1 0 1 0 0,1 0-1 0 0,-1 0 1 0 0,1 0 0 0 0,0 0-1 0 0,-1 1 1 0 0,1-1 0 0 0,-1 0-1 0 0,1 0 1 0 0,-1 0 0 0 0,1 1-1 0 0,0-1 1 0 0,-1 0-1 0 0,1 1 1 0 0,-1-1 0 0 0,1 0-1 0 0,0 1 1 0 0,-1-1 0 0 0,1 1-1 0 0,0-1 1 0 0,-1 1-1 0 0,1-1 0 0 0,-11 12 1 0 0,0-1 1 0 0,0 2-1 0 0,1-1 0 0 0,-14 27 0 0 0,10-18-1 0 0,-69 114 159 0 0,-67 148 0 0 0,82-123-44 0 0,59-133-84 0 0,1 0 0 0 0,1 1-1 0 0,2 0 1 0 0,-3 32 0 0 0,8-54-21 0 0,-1 0-1 0 0,1 0 1 0 0,1 0 0 0 0,-1 0 0 0 0,1-1 0 0 0,0 1-1 0 0,0 0 1 0 0,1 0 0 0 0,0-1 0 0 0,0 1-1 0 0,0-1 1 0 0,0 0 0 0 0,1 1 0 0 0,0-1-1 0 0,0 0 1 0 0,1-1 0 0 0,-1 1 0 0 0,1 0-1 0 0,0-1 1 0 0,5 4 0 0 0,-3-3-19 0 0,0-1 0 0 0,1 0 0 0 0,0 0 0 0 0,0-1 1 0 0,0 1-1 0 0,0-2 0 0 0,0 1 0 0 0,0-1 0 0 0,1 0 0 0 0,-1 0 0 0 0,1-1 0 0 0,0 0 1 0 0,-1-1-1 0 0,1 0 0 0 0,8 0 0 0 0,10-3-278 0 0,0-1-1 0 0,-1 0 1 0 0,0-2 0 0 0,0-1-1 0 0,0-1 1 0 0,-1-2 0 0 0,43-21 0 0 0,-22 5-601 0 0,-1-1 1 0 0,78-66-1 0 0,-72 47 543 0 0,-1-2 0 0 0,-3-2 0 0 0,-2-2 0 0 0,-3-2 0 0 0,-1-2 0 0 0,35-68 0 0 0,-59 96 569 0 0,-2 0 1 0 0,-1 0 0 0 0,15-47-1 0 0,-28 61-37 0 0,-6 13-90 0 0,-6 9-3 0 0,-4 7 130 0 0,0 2 0 0 0,2 0 0 0 0,0 1 0 0 0,1 0 1 0 0,-17 32-1 0 0,10-17 105 0 0,-37 63 396 0 0,4 2-1 0 0,5 2 0 0 0,-59 176 1 0 0,89-212-616 0 0,-9 25 429 0 0,26-87-327 0 0,2-4-204 0 0,0 0 0 0 0,0 0-1 0 0,0 1 1 0 0,0-1 0 0 0,0 0-1 0 0,-1 0 1 0 0,1 0 0 0 0,-1 0-1 0 0,1-2 1 0 0,0-2 11 0 0,10-29-23 0 0,1 1-1 0 0,2 0 0 0 0,1 2 1 0 0,36-58-1 0 0,-42 77-9 0 0,0 1-1 0 0,1 1 1 0 0,1 0-1 0 0,0 0 1 0 0,0 1-1 0 0,14-10 1 0 0,-16 14 0 0 0,0 0 1 0 0,1 1-1 0 0,-1 1 1 0 0,1-1-1 0 0,0 1 1 0 0,0 1-1 0 0,1 0 1 0 0,-1 1-1 0 0,19-3 1 0 0,-26 4 10 0 0,1 1 1 0 0,0 0-1 0 0,0 0 1 0 0,0 0-1 0 0,0 0 1 0 0,0 1-1 0 0,0-1 0 0 0,0 1 1 0 0,0 0-1 0 0,-1 0 1 0 0,1 0-1 0 0,0 1 1 0 0,-1-1-1 0 0,1 1 1 0 0,-1 0-1 0 0,1 0 0 0 0,-1 0 1 0 0,0 1-1 0 0,6 4 1 0 0,-7-4 5 0 0,1 1 1 0 0,-1 0-1 0 0,0-1 1 0 0,0 1-1 0 0,0 0 1 0 0,0 0-1 0 0,-1 0 0 0 0,1 0 1 0 0,-1 1-1 0 0,0-1 1 0 0,0 0-1 0 0,-1 0 1 0 0,1 1-1 0 0,-1-1 1 0 0,0 0-1 0 0,0 1 1 0 0,-1-1-1 0 0,0 5 1 0 0,-4 15 4 0 0,-1 0 0 0 0,-2 0 1 0 0,0 0-1 0 0,-1-1 1 0 0,-13 22-1 0 0,-19 51 74 0 0,41-95-77 0 0,0 0 1 0 0,0 0-1 0 0,-1 0 1 0 0,1 0-1 0 0,0 0 1 0 0,0 0-1 0 0,1 0 1 0 0,-1 0-1 0 0,0 0 1 0 0,0 0-1 0 0,0 0 1 0 0,1 0-1 0 0,-1 0 1 0 0,0 0-1 0 0,1-1 1 0 0,-1 1-1 0 0,1 0 1 0 0,-1 0-1 0 0,1 0 1 0 0,-1 0-1 0 0,1-1 1 0 0,-1 1-1 0 0,1 0 1 0 0,0-1-1 0 0,0 1 1 0 0,-1 0-1 0 0,1-1 1 0 0,0 1-1 0 0,0-1 1 0 0,0 1-1 0 0,1 0 1 0 0,2 1 7 0 0,0 0 0 0 0,0-1 0 0 0,1 1 0 0 0,-1-1 0 0 0,8 2 0 0 0,2-2-4 0 0,1 0 0 0 0,0-1 0 0 0,-1 0 0 0 0,1-1 0 0 0,24-6 0 0 0,72-22-21 0 0,-73 15-72 0 0,0-1 1 0 0,-1-1-1 0 0,-1-3 1 0 0,-1-1-1 0 0,0-1 1 0 0,-2-2-1 0 0,0-1 1 0 0,52-52-1 0 0,-72 63 50 0 0,0-2 0 0 0,-1 0 0 0 0,0 0 0 0 0,13-25 0 0 0,-24 40 34 0 0,-1-1 0 0 0,0 0 0 0 0,1 1 0 0 0,-1-1 0 0 0,0 0 0 0 0,1 0 0 0 0,-1 1 0 0 0,0-1 0 0 0,0 0 0 0 0,1 0 0 0 0,-1 1 0 0 0,0-1 0 0 0,0 0 0 0 0,0 0 0 0 0,0 0 0 0 0,0 1 0 0 0,0-1 0 0 0,0 0 0 0 0,0 0 0 0 0,-1-1 0 0 0,0 1 2 0 0,0 1-1 0 0,0-1 1 0 0,1 0 0 0 0,-1 1-1 0 0,0-1 1 0 0,0 0 0 0 0,0 1-1 0 0,0-1 1 0 0,0 1-1 0 0,0-1 1 0 0,0 1 0 0 0,-1 0-1 0 0,1-1 1 0 0,0 1 0 0 0,0 0-1 0 0,0 0 1 0 0,0 0-1 0 0,0 0 1 0 0,0 0 0 0 0,-1 0-1 0 0,1 0 1 0 0,0 0 0 0 0,0 0-1 0 0,0 1 1 0 0,0-1 0 0 0,0 0-1 0 0,0 1 1 0 0,0-1-1 0 0,0 1 1 0 0,-2 0 0 0 0,0 0 1 0 0,-11 6 6 0 0,0 1 0 0 0,1 0 0 0 0,0 0 0 0 0,0 1 0 0 0,1 1 0 0 0,-20 20 0 0 0,1 2 9 0 0,-29 41 1 0 0,46-53-15 0 0,1 0 1 0 0,0 0 0 0 0,-13 30 0 0 0,22-40 19 0 0,0 0 0 0 0,0 1 0 0 0,1-1 0 0 0,0 1 0 0 0,1-1-1 0 0,0 1 1 0 0,0 0 0 0 0,1 0 0 0 0,1 17 0 0 0,1-24-12 0 0,0 0-1 0 0,0 0 0 0 0,0-1 1 0 0,1 1-1 0 0,-1-1 0 0 0,1 1 1 0 0,0-1-1 0 0,0 0 0 0 0,0 0 1 0 0,0 0-1 0 0,1 0 0 0 0,-1 0 1 0 0,1 0-1 0 0,0 0 0 0 0,0-1 1 0 0,0 1-1 0 0,0-1 0 0 0,0 0 1 0 0,0 0-1 0 0,0 0 1 0 0,1-1-1 0 0,-1 1 0 0 0,1-1 1 0 0,0 0-1 0 0,3 1 0 0 0,8 3 8 0 0,0-2 0 0 0,1 0 0 0 0,-1 0 0 0 0,28-1 0 0 0,-15-2-9 0 0,1-2-1 0 0,-1-1 1 0 0,0-1-1 0 0,0-1 1 0 0,-1-1-1 0 0,1-2 1 0 0,-1-1-1 0 0,-1-1 1 0 0,37-20-1 0 0,-27 11-12 0 0,-2-2 0 0 0,0-2 0 0 0,-2-1 0 0 0,0-2 0 0 0,55-57 0 0 0,-70 64-4 0 0,-1 0 1 0 0,0-2 0 0 0,16-28-1 0 0,-27 41 2 0 0,-1-1-1 0 0,0 1 1 0 0,0-1-1 0 0,-1 0 1 0 0,0 0 0 0 0,0 0-1 0 0,-1 0 1 0 0,-1 0-1 0 0,1 0 1 0 0,-2-1 0 0 0,1 1-1 0 0,-2-11 1 0 0,1 17 5 0 0,-1 0 1 0 0,0 0 0 0 0,0-1-1 0 0,0 1 1 0 0,0 0-1 0 0,0 0 1 0 0,-1 0-1 0 0,1 0 1 0 0,-1 0-1 0 0,0 0 1 0 0,0 1-1 0 0,0-1 1 0 0,0 1-1 0 0,0-1 1 0 0,-1 1 0 0 0,1 0-1 0 0,-1 0 1 0 0,-3-2-1 0 0,1 1 0 0 0,0-1-1 0 0,0 2 1 0 0,-1-1 0 0 0,1 1 0 0 0,-1 0-1 0 0,0 0 1 0 0,0 0 0 0 0,-10-1-1 0 0,12 3 2 0 0,1 0 0 0 0,-1 0 0 0 0,0 0 0 0 0,0 0 0 0 0,0 1 0 0 0,1 0 0 0 0,-1 0 0 0 0,0 0 0 0 0,0 0 0 0 0,1 0 0 0 0,-1 1 0 0 0,1 0 0 0 0,0 0 0 0 0,-7 4 0 0 0,9-6 2 0 0,1 1 0 0 0,-1-1 0 0 0,1 1 1 0 0,-1-1-1 0 0,1 1 0 0 0,0 0 0 0 0,-1-1 0 0 0,1 1 0 0 0,0 0 1 0 0,-1-1-1 0 0,1 1 0 0 0,0 0 0 0 0,0-1 0 0 0,-1 1 0 0 0,1 0 1 0 0,0 0-1 0 0,0-1 0 0 0,0 1 0 0 0,0 0 0 0 0,0-1 0 0 0,0 1 1 0 0,0 0-1 0 0,0 0 0 0 0,0-1 0 0 0,0 1 0 0 0,1 0 0 0 0,-1-1 1 0 0,0 1-1 0 0,0 0 0 0 0,1 0 0 0 0,12 18 22 0 0,-5-13-21 0 0,-1 0 0 0 0,1-1 0 0 0,0 0 0 0 0,0-1 0 0 0,0 0 0 0 0,1 0 0 0 0,14 4 0 0 0,67 14 2 0 0,-76-19 0 0 0,40 8-39 0 0,0-2 1 0 0,102 2 0 0 0,-131-12 17 0 0,0 0 0 0 0,0-1 0 0 0,0-2 0 0 0,0 0 0 0 0,0-2 0 0 0,-1 0 0 0 0,0-2 0 0 0,34-16 0 0 0,-48 17 0 0 0,-16 4-11 0 0,-18 6 19 0 0,6 5 15 0 0,1 1 1 0 0,-1 0 0 0 0,2 2 0 0 0,-1 0-1 0 0,-25 24 1 0 0,14-10 5 0 0,2 3 0 0 0,-24 29 0 0 0,40-43 6 0 0,0-1-1 0 0,1 1 1 0 0,0 1 0 0 0,1 0-1 0 0,1 0 1 0 0,0 0 0 0 0,-7 25-1 0 0,13-34 2 0 0,0-1-1 0 0,0 1 0 0 0,0 0 1 0 0,1 0-1 0 0,0-1 0 0 0,0 1 1 0 0,0 0-1 0 0,1 0 0 0 0,0 0 1 0 0,3 9-1 0 0,-3-10-3 0 0,1-1 1 0 0,0 0-1 0 0,0 0 1 0 0,1 0-1 0 0,-1-1 0 0 0,1 1 1 0 0,0 0-1 0 0,0-1 0 0 0,0 0 1 0 0,0 0-1 0 0,0 0 0 0 0,1 0 1 0 0,0 0-1 0 0,-1 0 1 0 0,7 2-1 0 0,3 1-3 0 0,1 0 0 0 0,-1-1 0 0 0,1-1 1 0 0,0 0-1 0 0,0-1 0 0 0,0-1 0 0 0,1 0 0 0 0,-1-1 0 0 0,0 0 1 0 0,1-1-1 0 0,-1-1 0 0 0,1 0 0 0 0,21-5 0 0 0,-1-2-6 0 0,0-2-1 0 0,0-1 0 0 0,-1-1 1 0 0,40-22-1 0 0,-20 6-4 0 0,-2-2-1 0 0,-2-3 1 0 0,-1-2-1 0 0,-1-1 1 0 0,56-59 0 0 0,-101 93-2 0 0,0 0 0 0 0,-1 0 0 0 0,0-1 0 0 0,0 0 0 0 0,0 1 0 0 0,0-1 0 0 0,0 0 0 0 0,0 0 1 0 0,0 0-1 0 0,-1 0 0 0 0,0 0 0 0 0,0 0 0 0 0,0 0 0 0 0,1-4 0 0 0,-2 6 1 0 0,0 1 1 0 0,-1-1-1 0 0,1 1 0 0 0,0 0 0 0 0,0-1 1 0 0,-1 1-1 0 0,1 0 0 0 0,0-1 0 0 0,-1 1 1 0 0,1 0-1 0 0,-1-1 0 0 0,1 1 0 0 0,0 0 1 0 0,-1 0-1 0 0,1 0 0 0 0,-1-1 0 0 0,1 1 0 0 0,-1 0 1 0 0,1 0-1 0 0,0 0 0 0 0,-1 0 0 0 0,1 0 1 0 0,-1 0-1 0 0,1 0 0 0 0,-1 0 0 0 0,1 0 1 0 0,-1 0-1 0 0,1 0 0 0 0,-1 0 0 0 0,1 0 0 0 0,-1 0 1 0 0,1 0-1 0 0,0 1 0 0 0,-1-1 0 0 0,0 0 1 0 0,-15 4 8 0 0,6 0 12 0 0,0 0 1 0 0,0 0 0 0 0,1 1-1 0 0,0 1 1 0 0,0-1 0 0 0,0 1 0 0 0,1 1-1 0 0,0-1 1 0 0,-13 15 0 0 0,9-7 60 0 0,1 0 1 0 0,0 0-1 0 0,1 0 1 0 0,-15 32 0 0 0,22-42-57 0 0,1 1 0 0 0,0 0-1 0 0,0 0 1 0 0,1 0 0 0 0,0 0 0 0 0,0 0 0 0 0,0 0 0 0 0,0 0 0 0 0,1 0 0 0 0,-1 1 0 0 0,1-1 0 0 0,1 0 0 0 0,-1 0 0 0 0,1 0 0 0 0,0 0-1 0 0,0 0 1 0 0,0 0 0 0 0,1 0 0 0 0,0 0 0 0 0,0 0 0 0 0,5 9 0 0 0,-2-7-5 0 0,1 1 1 0 0,0-1-1 0 0,1 0 0 0 0,0 0 1 0 0,0-1-1 0 0,0 1 0 0 0,1-2 1 0 0,-1 1-1 0 0,1-1 0 0 0,1 0 0 0 0,9 3 1 0 0,7 4-270 0 0,1-2-1 0 0,0-1 1 0 0,1-2 0 0 0,0 0 0 0 0,0-2 0 0 0,56 4 0 0 0,-56-8-1402 0 0,-1-1-1 0 0,0-2 1 0 0,0 0 0 0 0,34-9 0 0 0,-5-2-4936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5617 0 0,'-57'4'2984'0'0,"14"-3"-692"0"0,7 1-520 0 0,8 0-360 0 0,4-1-260 0 0,11 1 1085 0 0,25 2-1797 0 0,15-4-132 0 0,23 1-264 0 0,20 1-248 0 0,28 3-312 0 0,12 0-564 0 0,9 2-293 0 0,5 2-971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4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605 672 1200 0 0,'-23'-19'2447'0'0,"2"0"1"0"0,1-1-1 0 0,-26-33 0 0 0,41 46-2139 0 0,0 1-1 0 0,-1 0 1 0 0,1 0 0 0 0,-1 0-1 0 0,0 1 1 0 0,0 0 0 0 0,-10-6-1 0 0,13 10-277 0 0,-1-1-1 0 0,1 1 1 0 0,-1 0-1 0 0,0 0 0 0 0,1 0 1 0 0,-1 0-1 0 0,0 1 1 0 0,0 0-1 0 0,0 0 1 0 0,1 0-1 0 0,-1 0 0 0 0,0 0 1 0 0,0 1-1 0 0,0-1 1 0 0,1 1-1 0 0,-1 0 1 0 0,-6 3-1 0 0,-6 2-7 0 0,1 1 1 0 0,0 1 0 0 0,1 0-1 0 0,0 1 1 0 0,0 1-1 0 0,1 0 1 0 0,-17 16-1 0 0,0 5 22 0 0,-45 57 0 0 0,52-58 11 0 0,-36 63 0 0 0,51-77-42 0 0,0 0 1 0 0,1 1-1 0 0,1-1 0 0 0,0 1 0 0 0,2 1 0 0 0,-4 22 0 0 0,7-37-8 0 0,1 0 0 0 0,-1 1 0 0 0,1-1 0 0 0,0 0-1 0 0,0 1 1 0 0,0-1 0 0 0,1 1 0 0 0,-1-1 0 0 0,1 0 0 0 0,0 1 0 0 0,0-1 0 0 0,0 0 0 0 0,0 0 0 0 0,1 0-1 0 0,-1 1 1 0 0,1-2 0 0 0,0 1 0 0 0,-1 0 0 0 0,1 0 0 0 0,1 0 0 0 0,-1-1 0 0 0,0 1 0 0 0,1-1 0 0 0,-1 0 0 0 0,1 0-1 0 0,0 0 1 0 0,0 0 0 0 0,-1 0 0 0 0,1 0 0 0 0,1-1 0 0 0,-1 0 0 0 0,0 1 0 0 0,0-1 0 0 0,7 1 0 0 0,4 1 2 0 0,1-1 0 0 0,-1-1 0 0 0,1 0 1 0 0,-1-1-1 0 0,1 0 0 0 0,-1-1 1 0 0,15-3-1 0 0,7-3-15 0 0,0-1 1 0 0,-1-1-1 0 0,-1-2 0 0 0,0-2 0 0 0,0-1 1 0 0,-2-2-1 0 0,0-1 0 0 0,0-1 0 0 0,-2-2 1 0 0,0-1-1 0 0,-2-1 0 0 0,27-26 0 0 0,-21 14-10 0 0,-2-2-1 0 0,-1-1 0 0 0,-2-2 1 0 0,-1 0-1 0 0,-2-2 0 0 0,-2-1 1 0 0,-2-1-1 0 0,26-72 0 0 0,-25 42 31 0 0,-3-2-1 0 0,-4 0 0 0 0,9-103 1 0 0,-24 177-11 0 0,-1 0 0 0 0,0 0 0 0 0,0 0 0 0 0,0 0 0 0 0,0 0 1 0 0,0 0-1 0 0,0 0 0 0 0,0 0 0 0 0,0 0 0 0 0,0 0 0 0 0,0 0 1 0 0,-1 0-1 0 0,1 0 0 0 0,0 0 0 0 0,-1-1 0 0 0,1 2 1 0 0,-1-1-1 0 0,1 1 1 0 0,0 0-1 0 0,-1 0 0 0 0,1 0 1 0 0,0 0-1 0 0,-1 0 1 0 0,1 0-1 0 0,0 0 1 0 0,0 0-1 0 0,-1 0 1 0 0,1 0-1 0 0,0 0 0 0 0,-1 0 1 0 0,1 0-1 0 0,0 0 1 0 0,-1 0-1 0 0,1 0 1 0 0,0 1-1 0 0,0-1 1 0 0,-1 0-1 0 0,1 0 0 0 0,0 0 1 0 0,0 0-1 0 0,-1 1 1 0 0,1-1-1 0 0,0 0 1 0 0,0 0-1 0 0,-1 0 0 0 0,1 1 1 0 0,0-1-1 0 0,-21 27 63 0 0,-9 37 296 0 0,3 1-1 0 0,-27 97 1 0 0,26-74-76 0 0,3-11-71 0 0,-19 54 122 0 0,-37 182 0 0 0,76-285-361 0 0,1 1 1 0 0,0 33-1 0 0,4-55-320 0 0,0 0-1 0 0,0-1 1 0 0,1 1 0 0 0,0 0-1 0 0,0 0 1 0 0,1 0-1 0 0,-1-1 1 0 0,1 1 0 0 0,1-1-1 0 0,0 1 1 0 0,0-1 0 0 0,0 0-1 0 0,0 0 1 0 0,9 10-1 0 0,2-4-3378 0 0,6-4-1704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5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172 109 1888 0 0,'12'-34'8546'0'0,"-28"48"-6169"0"0,-55 91 1224 0 0,64-94-3475 0 0,1 0-1 0 0,1 0 0 0 0,0 1 0 0 0,1 0 0 0 0,0-1 0 0 0,1 2 1 0 0,0-1-1 0 0,-2 14 0 0 0,5-23-110 0 0,0 0 1 0 0,0-1-1 0 0,0 1 0 0 0,0-1 1 0 0,0 1-1 0 0,1-1 1 0 0,-1 1-1 0 0,1-1 0 0 0,-1 1 1 0 0,1-1-1 0 0,0 1 0 0 0,0-1 1 0 0,0 1-1 0 0,0-1 1 0 0,1 0-1 0 0,-1 0 0 0 0,1 0 1 0 0,-1 0-1 0 0,1 0 0 0 0,0 0 1 0 0,0 0-1 0 0,-1 0 1 0 0,1-1-1 0 0,1 1 0 0 0,-1-1 1 0 0,0 1-1 0 0,0-1 0 0 0,0 0 1 0 0,1 0-1 0 0,-1 0 1 0 0,1 0-1 0 0,-1 0 0 0 0,1-1 1 0 0,-1 1-1 0 0,1-1 0 0 0,-1 1 1 0 0,4-1-1 0 0,3 1 6 0 0,0-1-1 0 0,0 0 1 0 0,1-1-1 0 0,-1 0 0 0 0,0 0 1 0 0,0-1-1 0 0,0 0 1 0 0,0-1-1 0 0,13-5 1 0 0,-8 1-15 0 0,0-1 1 0 0,-1 0 0 0 0,1-1 0 0 0,-1 0-1 0 0,-1-1 1 0 0,0 0 0 0 0,19-23-1 0 0,-24 26-6 0 0,-1 0 0 0 0,0-1 0 0 0,0 0-1 0 0,-1-1 1 0 0,0 1 0 0 0,-1-1 0 0 0,0 0-1 0 0,0 0 1 0 0,-1 0 0 0 0,0-1 0 0 0,-1 1-1 0 0,0-1 1 0 0,0 0 0 0 0,0-10 0 0 0,-2 15-1 0 0,-1 0 1 0 0,1 0 0 0 0,-1 0-1 0 0,0 0 1 0 0,0 0 0 0 0,-1 0 0 0 0,0 0-1 0 0,1 0 1 0 0,-2 0 0 0 0,1 1-1 0 0,0-1 1 0 0,-1 1 0 0 0,0-1-1 0 0,0 1 1 0 0,0 0 0 0 0,-1 0-1 0 0,1 1 1 0 0,-1-1 0 0 0,0 1-1 0 0,0-1 1 0 0,0 1 0 0 0,0 1 0 0 0,-1-1-1 0 0,1 0 1 0 0,-1 1 0 0 0,-9-3-1 0 0,4 1-2 0 0,0 1-1 0 0,0 1 1 0 0,-1-1-1 0 0,1 2 1 0 0,-1-1-1 0 0,1 2 1 0 0,-1-1-1 0 0,1 1 1 0 0,-1 1-1 0 0,1 0 1 0 0,-1 0-1 0 0,-13 5 1 0 0,8-1-98 0 0,1 0 1 0 0,0 1 0 0 0,0 1-1 0 0,-18 11 1 0 0,26-14-266 0 0,1 0 0 0 0,-1 1 0 0 0,1 0 0 0 0,0 0 0 0 0,1 1 0 0 0,-1-1 0 0 0,1 1 0 0 0,0 0 1 0 0,0 1-1 0 0,-7 13 0 0 0,11-18-276 0 0,0 1 1 0 0,0 0 0 0 0,0 0-1 0 0,1 0 1 0 0,-1 0 0 0 0,1 0-1 0 0,-1 0 1 0 0,1 4 0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5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141 196 164 0 0,'0'0'14177'0'0,"10"4"-13125"0"0,-5-1-996 0 0,1-1-1 0 0,-1 0 0 0 0,0-1 1 0 0,1 1-1 0 0,-1-1 1 0 0,1 0-1 0 0,-1-1 0 0 0,1 1 1 0 0,-1-1-1 0 0,1 0 0 0 0,8-2 1 0 0,11-1 10 0 0,29-8 1 0 0,-49 10-47 0 0,2-1-14 0 0,0 0-1 0 0,0-1 1 0 0,0 0-1 0 0,0 0 1 0 0,-1 0-1 0 0,0-1 0 0 0,0 1 1 0 0,0-1-1 0 0,0-1 1 0 0,0 0-1 0 0,-1 1 1 0 0,9-11-1 0 0,-11 11-4 0 0,0 1-1 0 0,-1-1 1 0 0,1 0-1 0 0,-1 0 1 0 0,0-1-1 0 0,0 1 1 0 0,0 0-1 0 0,0-1 1 0 0,-1 1-1 0 0,0-1 1 0 0,0 1 0 0 0,0-1-1 0 0,-1 0 1 0 0,1 0-1 0 0,-1 1 1 0 0,0-1-1 0 0,0 0 1 0 0,-1 1-1 0 0,0-1 1 0 0,-1-7-1 0 0,1 10 0 0 0,1 0 0 0 0,-1 0 0 0 0,0 0 0 0 0,0 0 0 0 0,0 0 0 0 0,0 0 0 0 0,0 0 0 0 0,0 0 0 0 0,-1 0 0 0 0,1 0 0 0 0,-1 1 0 0 0,1-1 0 0 0,-1 1 0 0 0,1-1 0 0 0,-1 1 0 0 0,0-1 0 0 0,0 1 0 0 0,0 0 0 0 0,0 0 0 0 0,0 0 0 0 0,0 0 0 0 0,0 0-1 0 0,0 1 1 0 0,0-1 0 0 0,0 1 0 0 0,0-1 0 0 0,-1 1 0 0 0,1 0 0 0 0,0 0 0 0 0,0-1 0 0 0,0 2 0 0 0,-1-1 0 0 0,1 0 0 0 0,0 0 0 0 0,0 1 0 0 0,-3 0 0 0 0,-4 1 2 0 0,0 1 0 0 0,0 0 0 0 0,0 1 1 0 0,1-1-1 0 0,-1 2 0 0 0,1-1 0 0 0,-10 8 0 0 0,-10 10 125 0 0,1 0 0 0 0,1 2-1 0 0,1 2 1 0 0,1 0-1 0 0,1 1 1 0 0,1 1-1 0 0,2 1 1 0 0,-22 42-1 0 0,35-59-60 0 0,1 1 0 0 0,1-1 0 0 0,0 1 0 0 0,1 0 0 0 0,0 1 0 0 0,-2 19 0 0 0,5-30-45 0 0,1 1-1 0 0,0-1 1 0 0,0 0-1 0 0,0 1 1 0 0,0-1-1 0 0,0 1 1 0 0,1-1-1 0 0,-1 1 1 0 0,1-1-1 0 0,0 1 1 0 0,0-1-1 0 0,1 0 1 0 0,-1 0-1 0 0,1 0 1 0 0,-1 1-1 0 0,1-1 1 0 0,0-1-1 0 0,0 1 1 0 0,0 0-1 0 0,1 0 1 0 0,-1-1-1 0 0,1 1 1 0 0,-1-1-1 0 0,1 0 1 0 0,0 0-1 0 0,0 0 1 0 0,0 0-1 0 0,0 0 1 0 0,0-1-1 0 0,4 2 1 0 0,4 1 5 0 0,0-1 0 0 0,1-1 1 0 0,-1 0-1 0 0,1 0 0 0 0,-1-1 1 0 0,1-1-1 0 0,0 0 0 0 0,-1 0 1 0 0,18-4-1 0 0,1-1-9 0 0,1-2-1 0 0,38-13 1 0 0,-28 5-15 0 0,-1-2 0 0 0,-1-2 0 0 0,-1-2 0 0 0,0-1 1 0 0,62-49-1 0 0,-22 4-32 0 0,92-100 0 0 0,-158 155 30 0 0,-2 1-14 0 0,0 0 1 0 0,1 1-1 0 0,17-12 0 0 0,-27 21 13 0 0,-1 0 1 0 0,1 0-1 0 0,0 1 0 0 0,0-1 1 0 0,0 0-1 0 0,-1 1 0 0 0,1-1 1 0 0,0 1-1 0 0,0-1 0 0 0,0 1 0 0 0,0 0 1 0 0,0-1-1 0 0,0 1 0 0 0,0 0 1 0 0,0-1-1 0 0,0 1 0 0 0,0 0 1 0 0,0 0-1 0 0,0 0 0 0 0,0 0 1 0 0,0 0-1 0 0,0 0 0 0 0,0 0 1 0 0,0 1-1 0 0,0-1 0 0 0,2 1 0 0 0,0 0 1 0 0,0 0 1 0 0,1 0 0 0 0,-1 0 0 0 0,1 1 0 0 0,-1 0 0 0 0,1-1 0 0 0,-1 1 0 0 0,0 0 1 0 0,0 1-1 0 0,0-1 0 0 0,0 1 0 0 0,0-1 0 0 0,0 1 0 0 0,-1 0 0 0 0,1 0 0 0 0,2 4 0 0 0,4 8 57 0 0,16 29 0 0 0,-24-42-49 0 0,12 26 129 0 0,0 0 1 0 0,9 36-1 0 0,-18-50-68 0 0,-1 0 0 0 0,0 0 0 0 0,-1 0 0 0 0,0 0 0 0 0,-1 0 0 0 0,-1 0 0 0 0,-2 17 0 0 0,2-26-47 0 0,-1 0 1 0 0,0 0-1 0 0,-1 1 0 0 0,1-1 0 0 0,-1-1 0 0 0,0 1 1 0 0,0 0-1 0 0,-1 0 0 0 0,0-1 0 0 0,1 1 0 0 0,-1-1 1 0 0,-1 0-1 0 0,-4 5 0 0 0,3-4 2 0 0,-1 0 1 0 0,0 0 0 0 0,0-1-1 0 0,-1 0 1 0 0,0 0-1 0 0,1 0 1 0 0,-1-1-1 0 0,-9 3 1 0 0,-6 1-368 0 0,-1-2 0 0 0,1-1 1 0 0,-1 0-1 0 0,0-2 0 0 0,-24 0 1 0 0,-17-5-2859 0 0,21-4-2232 0 0,10 2-1892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6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18 143 2340 0 0,'-2'-2'622'0'0,"0"-1"-1"0"0,0 0 0 0 0,0 0 0 0 0,1 1 1 0 0,-1-1-1 0 0,1-1 0 0 0,0 1 1 0 0,0 0-1 0 0,0 0 0 0 0,0 0 1 0 0,0-5-1 0 0,1 7-545 0 0,1-1 0 0 0,-1 0 0 0 0,0 1 0 0 0,1-1 0 0 0,0 0 0 0 0,-1 1 0 0 0,1-1 0 0 0,0 1 0 0 0,0-1 0 0 0,0 1 0 0 0,0 0 0 0 0,0-1 0 0 0,0 1 0 0 0,0 0 0 0 0,0-1 0 0 0,0 1 0 0 0,1 0 0 0 0,-1 0 0 0 0,0 0 0 0 0,1 0 0 0 0,-1 1 0 0 0,1-1 0 0 0,2-1 0 0 0,5-2 12 0 0,0 1 0 0 0,0 0 0 0 0,0 0-1 0 0,1 1 1 0 0,-1 1 0 0 0,1-1 0 0 0,0 1-1 0 0,-1 1 1 0 0,1 0 0 0 0,0 0 0 0 0,-1 1-1 0 0,1 0 1 0 0,-1 1 0 0 0,1 0 0 0 0,-1 0-1 0 0,13 6 1 0 0,-1 0-35 0 0,1 1 0 0 0,-1 1 0 0 0,0 1 0 0 0,-1 0-1 0 0,32 26 1 0 0,-43-30-28 0 0,0 0-1 0 0,-1 1 1 0 0,0 0 0 0 0,0 1-1 0 0,-1 0 1 0 0,0 0 0 0 0,-1 0-1 0 0,0 1 1 0 0,0 0-1 0 0,6 15 1 0 0,-10-19-7 0 0,0 0 1 0 0,-1 0-1 0 0,1 1 1 0 0,-1-1-1 0 0,0 0 1 0 0,-1 1-1 0 0,1-1 0 0 0,-1 1 1 0 0,-1-1-1 0 0,1 1 1 0 0,-1-1-1 0 0,0 0 1 0 0,-1 1-1 0 0,1-1 0 0 0,-1 0 1 0 0,0 0-1 0 0,-1 0 1 0 0,0 0-1 0 0,-6 10 1 0 0,6-10 12 0 0,-1 0 1 0 0,0-1 0 0 0,-1 1 0 0 0,1-1 0 0 0,-1 0 0 0 0,0 0 0 0 0,0-1 0 0 0,-1 1-1 0 0,1-1 1 0 0,-1 0 0 0 0,0-1 0 0 0,0 1 0 0 0,0-1 0 0 0,-1-1 0 0 0,1 1-1 0 0,-1-1 1 0 0,0 0 0 0 0,-13 2 0 0 0,19-4-29 0 0,-1 0 0 0 0,1 1 0 0 0,-1-2 0 0 0,1 1 1 0 0,-1 0-1 0 0,0 0 0 0 0,1 0 0 0 0,-1-1 0 0 0,1 1 0 0 0,-1-1 0 0 0,1 1 0 0 0,-1-1 0 0 0,1 0 1 0 0,0 1-1 0 0,-1-1 0 0 0,1 0 0 0 0,0 0 0 0 0,0 0 0 0 0,-1 0 0 0 0,1 0 0 0 0,0 0 1 0 0,0 0-1 0 0,0-1 0 0 0,0 1 0 0 0,0 0 0 0 0,1-1 0 0 0,-1 1 0 0 0,0 0 0 0 0,0-1 0 0 0,1 1 1 0 0,-1-1-1 0 0,1 1 0 0 0,0-1 0 0 0,-1 1 0 0 0,1-1 0 0 0,0-1 0 0 0,-1-4 1 0 0,1 0 1 0 0,-1 1-1 0 0,1-1 0 0 0,1 1 0 0 0,-1-1 0 0 0,4-10 1 0 0,1 0-9 0 0,1-1 0 0 0,0 1 0 0 0,2 0 1 0 0,0 1-1 0 0,1 0 0 0 0,0 0 0 0 0,2 1 1 0 0,0 0-1 0 0,0 1 0 0 0,21-20 0 0 0,-15 18 3 0 0,1 0-1 0 0,1 1 1 0 0,0 1-1 0 0,1 1 0 0 0,0 1 1 0 0,1 0-1 0 0,38-14 1 0 0,-46 22 2 0 0,0 0 1 0 0,1 1 0 0 0,-1 0-1 0 0,1 1 1 0 0,0 1 0 0 0,0 0-1 0 0,-1 1 1 0 0,1 0 0 0 0,0 1-1 0 0,21 4 1 0 0,-30-4 23 0 0,1 1 0 0 0,-1 0 0 0 0,0 0 0 0 0,0 0 1 0 0,0 0-1 0 0,0 1 0 0 0,0 0 0 0 0,0 0 0 0 0,-1 0 0 0 0,1 0 0 0 0,-1 1 0 0 0,5 5 0 0 0,-6-5 28 0 0,0 0-1 0 0,0 0 1 0 0,-1 0-1 0 0,0 1 1 0 0,0-1-1 0 0,0 0 1 0 0,0 1-1 0 0,-1-1 1 0 0,0 1-1 0 0,0 0 1 0 0,0-1-1 0 0,0 1 1 0 0,-1 0-1 0 0,0 0 1 0 0,0 0-1 0 0,-1 6 0 0 0,-1 7 61 0 0,-1-2-1 0 0,0 1 0 0 0,-2 0 0 0 0,-10 27 1 0 0,-33 60 30 0 0,34-78-209 0 0,14-25 31 0 0,0-1-1 0 0,-1 1 1 0 0,1 0-1 0 0,-1-1 1 0 0,1 1-1 0 0,0 0 0 0 0,-1 0 1 0 0,1-1-1 0 0,0 1 1 0 0,0 0-1 0 0,0 0 1 0 0,0-1-1 0 0,-1 1 1 0 0,1 0-1 0 0,0 0 1 0 0,0-1-1 0 0,0 1 1 0 0,1 0-1 0 0,-1 0 0 0 0,0 0 1 0 0,0-1-1 0 0,0 1 1 0 0,1 0-1 0 0,-1 0 1 0 0,1 0-27 0 0,-1-1-1 0 0,1 1 1 0 0,0-1 0 0 0,-1 0 0 0 0,1 1 0 0 0,0-1 0 0 0,0 0 0 0 0,-1 0-1 0 0,1 1 1 0 0,0-1 0 0 0,0 0 0 0 0,-1 0 0 0 0,1 0 0 0 0,0 0-1 0 0,0 0 1 0 0,-1 0 0 0 0,1 0 0 0 0,0 0 0 0 0,1-1 0 0 0,4 0-386 0 0,1-1 1 0 0,-1 0 0 0 0,13-5-1 0 0,13-9-1027 0 0,0-2 0 0 0,52-39 0 0 0,50-54 1038 0 0,-56 36 2547 0 0,-68 63-1191 0 0,-1 1 0 0 0,0-1 0 0 0,0-1-1 0 0,-1 0 1 0 0,7-15 0 0 0,-15 28-863 0 0,0-1-1 0 0,1 0 1 0 0,-1 1-1 0 0,0-1 1 0 0,1 1-1 0 0,-1-1 1 0 0,0 0-1 0 0,1 1 1 0 0,-1-1-1 0 0,0 0 1 0 0,0 1-1 0 0,0-1 1 0 0,0 0-1 0 0,0 0 1 0 0,0 1-1 0 0,0-1 1 0 0,0 0-1 0 0,0 1 1 0 0,0-1-1 0 0,0 0 1 0 0,0 0-1 0 0,-1-1 1 0 0,1 2-24 0 0,-1 0 0 0 0,0 0 1 0 0,1 0-1 0 0,-1 0 1 0 0,0 0-1 0 0,1 0 1 0 0,-1 0-1 0 0,1 0 1 0 0,-1 0-1 0 0,0 1 1 0 0,1-1-1 0 0,-1 0 0 0 0,1 0 1 0 0,-1 0-1 0 0,1 1 1 0 0,-1-1-1 0 0,1 0 1 0 0,-1 1-1 0 0,1-1 1 0 0,-1 1-1 0 0,-30 24 422 0 0,14-5-276 0 0,1 0-1 0 0,1 2 1 0 0,-13 25-1 0 0,21-35-139 0 0,2 0 0 0 0,-1 1 0 0 0,2-1 0 0 0,-1 1 0 0 0,2 0-1 0 0,0 1 1 0 0,-3 24 0 0 0,6-35-24 0 0,0 0 0 0 0,0 1-1 0 0,0-1 1 0 0,0 1 0 0 0,0-1 0 0 0,1 1-1 0 0,0-1 1 0 0,0 0 0 0 0,0 1 0 0 0,0-1-1 0 0,0 0 1 0 0,1 0 0 0 0,-1 0 0 0 0,1 0-1 0 0,0 0 1 0 0,0 0 0 0 0,3 4 0 0 0,-2-4 0 0 0,1 0 1 0 0,0 0-1 0 0,-1-1 1 0 0,1 1-1 0 0,0-1 1 0 0,0 0 0 0 0,1 0-1 0 0,-1 0 1 0 0,0-1-1 0 0,0 1 1 0 0,8 0-1 0 0,8 1 20 0 0,-1-2-1 0 0,1 0 0 0 0,0-1 0 0 0,35-5 0 0 0,-32 3-15 0 0,0-2-1 0 0,0-1 1 0 0,0 0-1 0 0,-1-2 1 0 0,0-1 0 0 0,0 0-1 0 0,28-16 1 0 0,-42 19-14 0 0,0 0 0 0 0,0-1 0 0 0,0 0 1 0 0,-1 0-1 0 0,0-1 0 0 0,0 1 0 0 0,-1-2 0 0 0,0 1 1 0 0,6-9-1 0 0,-9 10-5 0 0,0 0 1 0 0,0-1 0 0 0,0 1-1 0 0,-1 0 1 0 0,0-1 0 0 0,0 0-1 0 0,0 1 1 0 0,-1-1-1 0 0,0 0 1 0 0,-1 0 0 0 0,1 0-1 0 0,-1 1 1 0 0,-2-15-1 0 0,0 14 2 0 0,1 0-1 0 0,-1-1 0 0 0,-1 1 0 0 0,1 0 0 0 0,-1 0 1 0 0,-1 1-1 0 0,1-1 0 0 0,-1 0 0 0 0,0 1 0 0 0,-1 0 0 0 0,1 0 1 0 0,-1 1-1 0 0,-1-1 0 0 0,1 1 0 0 0,-1 0 0 0 0,1 0 1 0 0,-2 1-1 0 0,1-1 0 0 0,0 1 0 0 0,-1 1 0 0 0,-12-6 0 0 0,6 4-5 0 0,0 0-1 0 0,-1 1 1 0 0,1 0-1 0 0,-1 1 1 0 0,1 0-1 0 0,-1 2 1 0 0,0-1-1 0 0,0 2 1 0 0,0 0-1 0 0,0 0 1 0 0,-16 4-1 0 0,28-4-23 0 0,-1 0 0 0 0,1 0 0 0 0,0 1 0 0 0,-1-1 0 0 0,1 1 0 0 0,-1-1 0 0 0,1 1 0 0 0,0 0 0 0 0,0 0 0 0 0,-1 0 0 0 0,1 1 0 0 0,0-1 0 0 0,0 0 0 0 0,0 1 0 0 0,0-1-1 0 0,1 1 1 0 0,-1 0 0 0 0,0-1 0 0 0,1 1 0 0 0,-1 0 0 0 0,-1 3 0 0 0,3-5 2 0 0,0 0 0 0 0,0 1 1 0 0,0-1-1 0 0,0 1 0 0 0,0-1 0 0 0,0 0 0 0 0,0 1 0 0 0,0-1 0 0 0,1 1 1 0 0,-1-1-1 0 0,0 1 0 0 0,0-1 0 0 0,0 0 0 0 0,0 1 0 0 0,1-1 1 0 0,-1 0-1 0 0,0 1 0 0 0,0-1 0 0 0,1 0 0 0 0,-1 1 0 0 0,0-1 0 0 0,1 0 1 0 0,-1 1-1 0 0,0-1 0 0 0,1 0 0 0 0,-1 0 0 0 0,0 0 0 0 0,1 1 1 0 0,-1-1-1 0 0,0 0 0 0 0,2 0 0 0 0,10 5-623 0 0,2-2-200 0 0,-1-1 0 0 0,1 0 0 0 0,0-1 0 0 0,0 0 0 0 0,24-3 0 0 0,-3-2-2112 0 0,37-10-1 0 0,-20 1-1068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7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104 180 2448 0 0,'14'-28'2876'0'0,"-2"-1"0"0"0,0 0-1 0 0,-2-1 1 0 0,6-33 0 0 0,-37 174 483 0 0,-65 301 25 0 0,72-357-3176 0 0,-1 1-115 0 0,3 0-1 0 0,-7 84 1 0 0,19-137-92 0 0,-1 1 0 0 0,1-1 0 0 0,0 0 0 0 0,1 1 0 0 0,-1-1 0 0 0,0 0 0 0 0,1 0-1 0 0,0 1 1 0 0,0-1 0 0 0,0 0 0 0 0,0 0 0 0 0,0 0 0 0 0,1 0 0 0 0,-1 0 0 0 0,1 0 0 0 0,0-1 0 0 0,0 1 0 0 0,0 0 0 0 0,0-1-1 0 0,5 4 1 0 0,-4-3-61 0 0,1-1-1 0 0,0 0 1 0 0,0 0-1 0 0,0 0 0 0 0,0-1 1 0 0,0 0-1 0 0,0 1 1 0 0,0-1-1 0 0,1-1 1 0 0,-1 1-1 0 0,0-1 0 0 0,1 1 1 0 0,-1-1-1 0 0,0 0 1 0 0,7-2-1 0 0,7 0-645 0 0,0-2 0 0 0,0 0 0 0 0,0-1 0 0 0,-1-1 0 0 0,32-15 0 0 0,-16 4-2300 0 0,58-40 0 0 0,-52 24-1212 0 0,-2-1-2018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7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420 166 896 0 0,'-230'-8'10810'0'0,"62"4"-3899"0"0,146 1-5383 0 0,48-1-613 0 0,-14 2-1055 0 0,687-80 724 0 0,-387 49-997 0 0,-226 20-663 0 0,-32 1-2851 0 0,-42 8 781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7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9 1288 0 0,'-17'9'2089'0'0,"0"1"-1"0"0,-24 19 1 0 0,27-18-1249 0 0,0 1 0 0 0,1 1 0 0 0,1 0 0 0 0,0 1 0 0 0,-12 18 0 0 0,23-31-542 0 0,2 3 90 0 0,-1-3-375 0 0,0-1 0 0 0,0 0-1 0 0,0 1 1 0 0,0-1 0 0 0,0 0 0 0 0,0 0-1 0 0,0 1 1 0 0,0-1 0 0 0,0 0 0 0 0,0 0-1 0 0,0 1 1 0 0,0-1 0 0 0,0 0 0 0 0,0 1 0 0 0,0-1-1 0 0,1 0 1 0 0,-1 0 0 0 0,0 1 0 0 0,0-1-1 0 0,0 0 1 0 0,0 0 0 0 0,1 0 0 0 0,-1 1 0 0 0,0-1-1 0 0,0 0 1 0 0,0 0 0 0 0,1 0 0 0 0,-1 0-1 0 0,0 1 1 0 0,0-1 0 0 0,1 0 0 0 0,-1 0-1 0 0,0 0 1 0 0,0 0 0 0 0,1 0 0 0 0,-1 0 0 0 0,7 0 15 0 0,-1-1 0 0 0,0 0 0 0 0,0 0 0 0 0,0-1 1 0 0,0 1-1 0 0,0-2 0 0 0,0 1 0 0 0,-1 0 1 0 0,1-1-1 0 0,-1 0 0 0 0,1 0 0 0 0,-1-1 0 0 0,0 0 1 0 0,-1 0-1 0 0,1 0 0 0 0,0 0 0 0 0,-1-1 0 0 0,0 1 1 0 0,0-1-1 0 0,-1 0 0 0 0,1 0 0 0 0,-1-1 0 0 0,0 1 1 0 0,0-1-1 0 0,-1 1 0 0 0,0-1 0 0 0,0 0 1 0 0,0 0-1 0 0,-1 0 0 0 0,0 0 0 0 0,0 0 0 0 0,0-1 1 0 0,-1 1-1 0 0,0-9 0 0 0,0 14-27 0 0,0 1-1 0 0,0-1 1 0 0,0 0 0 0 0,-1 1-1 0 0,1-1 1 0 0,0 1 0 0 0,0-1-1 0 0,-1 1 1 0 0,1-1 0 0 0,0 1-1 0 0,-1-1 1 0 0,1 1 0 0 0,0-1-1 0 0,-1 1 1 0 0,1-1 0 0 0,-1 1-1 0 0,1-1 1 0 0,-1 1 0 0 0,1 0-1 0 0,-1-1 1 0 0,1 1 0 0 0,-1 0-1 0 0,1-1 1 0 0,-1 1 0 0 0,0 0-1 0 0,1 0 1 0 0,-1 0 0 0 0,1-1-1 0 0,-1 1 1 0 0,0 0 0 0 0,1 0-1 0 0,-1 0 1 0 0,-1 0 0 0 0,-18 4 56 0 0,10 1 6 0 0,0 0 0 0 0,1 1-1 0 0,0 0 1 0 0,0 1 0 0 0,1 0 0 0 0,0 0-1 0 0,-10 11 1 0 0,-47 63 655 0 0,48-58-551 0 0,1-3-48 0 0,2 1 1 0 0,1 1 0 0 0,0 0-1 0 0,1 1 1 0 0,2 0 0 0 0,-15 47-1 0 0,24-66-103 0 0,0 1 0 0 0,0-1 0 0 0,0 1 0 0 0,0 0 0 0 0,1-1-1 0 0,0 1 1 0 0,0 0 0 0 0,0-1 0 0 0,1 1 0 0 0,0-1 0 0 0,0 1 0 0 0,0 0-1 0 0,0-1 1 0 0,0 0 0 0 0,1 1 0 0 0,0-1 0 0 0,0 0 0 0 0,0 0 0 0 0,5 7-1 0 0,-3-7-64 0 0,0 0-1 0 0,0-1 0 0 0,0 1 1 0 0,0-1-1 0 0,1 0 0 0 0,0 0 0 0 0,-1 0 1 0 0,1 0-1 0 0,0-1 0 0 0,1 0 1 0 0,-1 0-1 0 0,0 0 0 0 0,0-1 0 0 0,1 0 1 0 0,-1 0-1 0 0,7 1 0 0 0,2-1-709 0 0,0 0 0 0 0,0-1-1 0 0,0-1 1 0 0,16-2 0 0 0,-17 0-1036 0 0,0 0-1 0 0,17-6 1 0 0,5-5-3135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8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78 2660 0 0,'17'-76'11409'0'0,"-17"75"-11015"0"0,5 1-320 0 0,0 1-1 0 0,-1 0 0 0 0,1 1 0 0 0,-1-1 1 0 0,0 1-1 0 0,1 0 0 0 0,-1 0 0 0 0,0 0 1 0 0,0 0-1 0 0,0 1 0 0 0,0-1 0 0 0,-1 1 1 0 0,1 0-1 0 0,-1 1 0 0 0,1-1 0 0 0,-1 0 1 0 0,0 1-1 0 0,0 0 0 0 0,-1 0 0 0 0,4 5 1 0 0,2 5-12 0 0,-1-1 1 0 0,0 1 0 0 0,-1 1-1 0 0,0-1 1 0 0,4 17-1 0 0,-7-19-4 0 0,-1 0-1 0 0,0 0 0 0 0,-1 0 0 0 0,0 1 0 0 0,-1-1 0 0 0,0 0 0 0 0,-1 1 0 0 0,0-1 1 0 0,-1 0-1 0 0,0 0 0 0 0,-6 18 0 0 0,5-22 14 0 0,-1 0 0 0 0,1-1 0 0 0,-1 1 1 0 0,0 0-1 0 0,-1-1 0 0 0,0 0 0 0 0,0 0 0 0 0,-1-1 0 0 0,0 1 0 0 0,0-1 1 0 0,0-1-1 0 0,-1 1 0 0 0,1-1 0 0 0,-1 0 0 0 0,-1 0 0 0 0,1-1 1 0 0,-11 5-1 0 0,-9-1 275 0 0,26-8-340 0 0,0 1 1 0 0,0-1-1 0 0,0 0 0 0 0,1 0 0 0 0,-1 0 0 0 0,0 0 1 0 0,0-1-1 0 0,0 1 0 0 0,0 0 0 0 0,1 0 1 0 0,-1 0-1 0 0,0-1 0 0 0,0 1 0 0 0,0 0 0 0 0,1-1 1 0 0,-1 1-1 0 0,0 0 0 0 0,0-1 0 0 0,1 1 0 0 0,-1-1 1 0 0,0 0-1 0 0,1 1 0 0 0,-1-1 0 0 0,1 1 1 0 0,-1-1-1 0 0,1 0 0 0 0,-1 1 0 0 0,0-2 0 0 0,2 0-4 0 0,-1-1-1 0 0,0 1 0 0 0,1 0 1 0 0,0 0-1 0 0,-1 0 0 0 0,1 0 1 0 0,0 0-1 0 0,0-1 0 0 0,0 2 1 0 0,0-1-1 0 0,0 0 0 0 0,1 0 1 0 0,-1 0-1 0 0,3-2 0 0 0,16-17-77 0 0,1 1-1 0 0,1 1 0 0 0,1 1 0 0 0,36-23 1 0 0,-30 21-15 0 0,106-68-306 0 0,22-15 90 0 0,-152 98 299 0 0,0 0 1 0 0,-1 0-1 0 0,1 0 1 0 0,5-10-1 0 0,-10 13 5 0 0,-2-1-1 0 0,2 2 4 0 0,0 1 0 0 0,0 0 0 0 0,0 0-1 0 0,0-1 1 0 0,0 1 0 0 0,0 0-1 0 0,0 0 1 0 0,0 0 0 0 0,0-1 0 0 0,0 1-1 0 0,0 0 1 0 0,0 0 0 0 0,0 0 0 0 0,0-1-1 0 0,0 1 1 0 0,-1 0 0 0 0,1 0 0 0 0,0 0-1 0 0,0 0 1 0 0,0-1 0 0 0,0 1 0 0 0,-1 0-1 0 0,1 0 1 0 0,0 0 0 0 0,0 0-1 0 0,0 0 1 0 0,0 0 0 0 0,-1-1 0 0 0,1 1-1 0 0,0 0 1 0 0,0 0 0 0 0,0 0 0 0 0,-1 0-1 0 0,1 0 1 0 0,0 0 0 0 0,0 0 0 0 0,-1 0-1 0 0,1 0 1 0 0,0 0 0 0 0,0 0 0 0 0,-1 0-1 0 0,-8 2 9 0 0,1 0-1 0 0,-1 0 1 0 0,1 1-1 0 0,-1 1 0 0 0,1-1 1 0 0,0 1-1 0 0,0 0 1 0 0,1 1-1 0 0,-13 9 0 0 0,0 1 56 0 0,2 1-1 0 0,-25 27 0 0 0,35-35-43 0 0,1 1-1 0 0,0 0 1 0 0,0 0 0 0 0,1 0-1 0 0,1 1 1 0 0,-1 0 0 0 0,2 0-1 0 0,-8 22 1 0 0,11-28-12 0 0,0 0 0 0 0,0 1 1 0 0,1-1-1 0 0,-1 0 0 0 0,1 1 0 0 0,0-1 0 0 0,0 1 0 0 0,1-1 0 0 0,-1 0 0 0 0,1 1 0 0 0,0-1 1 0 0,0 0-1 0 0,0 0 0 0 0,1 1 0 0 0,0-1 0 0 0,-1 0 0 0 0,2-1 0 0 0,-1 1 0 0 0,0 0 1 0 0,1 0-1 0 0,-1-1 0 0 0,1 0 0 0 0,0 1 0 0 0,0-1 0 0 0,7 5 0 0 0,0-1-29 0 0,0 0 0 0 0,1-1 0 0 0,0 0 0 0 0,0-1-1 0 0,0 0 1 0 0,1-1 0 0 0,0 0 0 0 0,0-1 0 0 0,0 0-1 0 0,0-1 1 0 0,23 1 0 0 0,-6-2-447 0 0,0-1-1 0 0,0-2 1 0 0,-1 0 0 0 0,30-8-1 0 0,-43 7 248 0 0,0-1 0 0 0,-1 0 0 0 0,0-1 0 0 0,0-1 0 0 0,0 0 0 0 0,-1-1 0 0 0,1 0 0 0 0,-2-1 0 0 0,1-1 0 0 0,-1 0-1 0 0,-1 0 1 0 0,1-2 0 0 0,-2 1 0 0 0,19-23 0 0 0,-20 21 415 0 0,-1-1 1 0 0,-1 0-1 0 0,1-1 0 0 0,-2 1 0 0 0,0-1 1 0 0,-1 0-1 0 0,0-1 0 0 0,-1 1 0 0 0,3-21 1 0 0,6-73 4887 0 0,-12 106-4774 0 0,-4 4-265 0 0,1-1 0 0 0,0 1 1 0 0,1 0-1 0 0,-1 0 0 0 0,0 0 0 0 0,1 0 0 0 0,-1 0 0 0 0,1 1 0 0 0,-1-1 0 0 0,1 0 1 0 0,0 1-1 0 0,-2 4 0 0 0,3-6-12 0 0,-17 38 274 0 0,2 1-1 0 0,2 0 1 0 0,1 1-1 0 0,-7 55 1 0 0,17-87-298 0 0,1 0 1 0 0,1 1 0 0 0,-1-1-1 0 0,2 0 1 0 0,-1 1 0 0 0,4 17-1 0 0,-3-24-88 0 0,0 0-1 0 0,1 0 1 0 0,-1 1-1 0 0,0-1 1 0 0,1 0-1 0 0,0-1 1 0 0,0 1-1 0 0,0 0 1 0 0,0 0-1 0 0,0-1 1 0 0,0 1-1 0 0,1-1 1 0 0,-1 0-1 0 0,1 0 0 0 0,0 0 1 0 0,0 0-1 0 0,0 0 1 0 0,0 0-1 0 0,0-1 1 0 0,0 1-1 0 0,0-1 1 0 0,5 1-1 0 0,4 2-601 0 0,0-2-1 0 0,0 1 0 0 0,1-2 1 0 0,-1 0-1 0 0,1 0 0 0 0,15-2 1 0 0,43-8-5728 0 0,-28-1 129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9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282 151 1428 0 0,'6'-7'1202'0'0,"-1"0"0"0"0,0 0 1 0 0,-1-1-1 0 0,0 0 0 0 0,0 0 0 0 0,-1 0 0 0 0,1 0 0 0 0,2-13 1 0 0,-6 19-1070 0 0,1-1 0 0 0,-1 1 0 0 0,1 0 0 0 0,-1 0 0 0 0,0-1 1 0 0,0 1-1 0 0,0 0 0 0 0,0 0 0 0 0,-1-1 0 0 0,1 1 1 0 0,-1 0-1 0 0,1 0 0 0 0,-1 0 0 0 0,0-1 0 0 0,1 1 0 0 0,-1 0 1 0 0,0 0-1 0 0,-1 0 0 0 0,1 0 0 0 0,0 1 0 0 0,0-1 1 0 0,-1 0-1 0 0,1 0 0 0 0,-1 1 0 0 0,0-1 0 0 0,1 1 0 0 0,-1-1 1 0 0,0 1-1 0 0,0 0 0 0 0,0 0 0 0 0,0 0 0 0 0,0 0 1 0 0,0 0-1 0 0,0 0 0 0 0,0 0 0 0 0,-1 1 0 0 0,1-1 0 0 0,-3 1 1 0 0,-6-2-34 0 0,0 2 0 0 0,-1-1 1 0 0,1 1-1 0 0,-1 1 1 0 0,1 0-1 0 0,0 1 1 0 0,0 0-1 0 0,0 1 0 0 0,0 0 1 0 0,0 1-1 0 0,0 0 1 0 0,1 1-1 0 0,0 0 1 0 0,0 0-1 0 0,-14 10 0 0 0,21-13-91 0 0,0 1 0 0 0,-1 0-1 0 0,1-1 1 0 0,0 1 0 0 0,1 0-1 0 0,-1 1 1 0 0,0-1 0 0 0,1 0-1 0 0,0 1 1 0 0,0-1 0 0 0,0 1-1 0 0,0 0 1 0 0,0-1 0 0 0,1 1-1 0 0,0 0 1 0 0,-1 0 0 0 0,1 0-1 0 0,1 0 1 0 0,-1 1 0 0 0,1 3-1 0 0,0-2 0 0 0,1-1 0 0 0,0 1 0 0 0,0 0 0 0 0,0-1 0 0 0,1 1 0 0 0,0-1 0 0 0,0 1 0 0 0,0-1 0 0 0,1 0-1 0 0,-1 0 1 0 0,2 0 0 0 0,-1 0 0 0 0,7 8 0 0 0,11 9 10 0 0,1 0 0 0 0,1-2-1 0 0,1 0 1 0 0,40 24 0 0 0,-16-10 118 0 0,-48-34-121 0 0,1 0-1 0 0,-1 1 0 0 0,1-1 1 0 0,-1 0-1 0 0,0 1 0 0 0,1-1 0 0 0,-1 0 1 0 0,1 1-1 0 0,-1-1 0 0 0,0 1 1 0 0,1-1-1 0 0,-1 1 0 0 0,0-1 0 0 0,0 1 1 0 0,1-1-1 0 0,-1 1 0 0 0,0 0 0 0 0,0-1 1 0 0,0 1-1 0 0,0-1 0 0 0,0 1 1 0 0,1-1-1 0 0,-1 1 0 0 0,0-1 0 0 0,0 1 1 0 0,0 0-1 0 0,-1-1 0 0 0,1 1 1 0 0,0-1-1 0 0,0 1 0 0 0,0-1 0 0 0,0 1 1 0 0,-1 0-1 0 0,1-1 0 0 0,0 1 0 0 0,0-1 1 0 0,-1 1-1 0 0,1-1 0 0 0,0 1 1 0 0,-1-1-1 0 0,1 0 0 0 0,0 1 0 0 0,-1-1 1 0 0,1 1-1 0 0,-1-1 0 0 0,1 0 1 0 0,-1 1-1 0 0,1-1 0 0 0,-1 0 0 0 0,1 0 1 0 0,-1 1-1 0 0,1-1 0 0 0,-2 0 0 0 0,-29 14 165 0 0,30-13-160 0 0,-25 5 25 0 0,0 0 0 0 0,-1-2 0 0 0,1-1 0 0 0,-1-1 0 0 0,-39-2 0 0 0,43-1-120 0 0,6-1-747 0 0,14 0 583 0 0,3 2 179 0 0,-1 0-1 0 0,1 0 0 0 0,0 0 0 0 0,-1-1 0 0 0,1 1 0 0 0,0 0 1 0 0,-1 0-1 0 0,1 0 0 0 0,0-1 0 0 0,-1 1 0 0 0,1 0 0 0 0,0 0 1 0 0,0-1-1 0 0,-1 1 0 0 0,1 0 0 0 0,0-1 0 0 0,0 1 0 0 0,0 0 1 0 0,0-1-1 0 0,-1 1 0 0 0,1 0 0 0 0,0-1 0 0 0,0 1 1 0 0,0 0-1 0 0,0-1 0 0 0,0 1 0 0 0,0-1 0 0 0,0 1 0 0 0,0 0 1 0 0,0-1-1 0 0,0 1 0 0 0,0 0 0 0 0,0-1 0 0 0,0 1 0 0 0,0-1 1 0 0,1 0-1 0 0,3-10-1546 0 0,21-15-5204 0 0,-6 7 263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210 106 1340 0 0,'48'-105'16645'0'0,"-49"128"-15574"0"0,-2 0 0 0 0,-1-1 0 0 0,-1 1 0 0 0,-14 39 0 0 0,5-15-286 0 0,-89 260 1897 0 0,18-57-2215 0 0,81-238-454 0 0,-13 49 8 0 0,16-56-33 0 0,1 0 1 0 0,-1 0-1 0 0,1 0 0 0 0,-1 0 1 0 0,1 1-1 0 0,1-1 1 0 0,-1 0-1 0 0,1 0 0 0 0,1 6 1 0 0,-1-10-12 0 0,-1 0 0 0 0,1 0 0 0 0,-1 0 0 0 0,1 0-1 0 0,0 0 1 0 0,-1 0 0 0 0,1 0 0 0 0,0-1 0 0 0,-1 1 0 0 0,1 0 0 0 0,0 0 0 0 0,0-1 0 0 0,0 1 0 0 0,0-1 0 0 0,0 1 0 0 0,0 0 0 0 0,0-1 0 0 0,0 0 0 0 0,0 1 0 0 0,0-1-1 0 0,0 0 1 0 0,0 1 0 0 0,0-1 0 0 0,0 0 0 0 0,1 0 0 0 0,27-1-1089 0 0,-28 0 1068 0 0,10-1-529 0 0,-1 0 0 0 0,0-1-1 0 0,0 0 1 0 0,-1-1 0 0 0,1 0 0 0 0,-1 0 0 0 0,17-12 0 0 0,-10 5-1937 0 0,0-1-1 0 0,-1-1 1 0 0,15-16 0 0 0,-4 2-5896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128 150 2992 0 0,'-125'-50'14658'0'0,"125"49"-14632"0"0,-1 1-1 0 0,1 0 1 0 0,0 0-1 0 0,0 0 0 0 0,0-1 1 0 0,0 1-1 0 0,-1 0 1 0 0,1 0-1 0 0,0-1 1 0 0,0 1-1 0 0,0 0 1 0 0,0 0-1 0 0,0-1 0 0 0,0 1 1 0 0,0 0-1 0 0,0 0 1 0 0,0-1-1 0 0,0 1 1 0 0,0 0-1 0 0,0 0 0 0 0,0-1 1 0 0,0 1-1 0 0,0 0 1 0 0,0-1-1 0 0,0 1 1 0 0,0 0-1 0 0,0 0 0 0 0,0-1 1 0 0,0 1-1 0 0,1 0 1 0 0,-1 0-1 0 0,0 0 1 0 0,0-1-1 0 0,0 1 1 0 0,0 0-1 0 0,1 0 0 0 0,-1 0 1 0 0,0-1-1 0 0,0 1 1 0 0,0 0-1 0 0,1 0 1 0 0,-1 0-1 0 0,0 0 0 0 0,10-9 310 0 0,6 3-159 0 0,0 0 0 0 0,0 1 0 0 0,1 0 0 0 0,20-2-1 0 0,72-5 82 0 0,-58 7-134 0 0,100-7-218 0 0,-48 4-2176 0 0,-2-3-6468 0 0,-77 7 1885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0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496 107 2536 0 0,'-238'-49'10134'0'0,"67"12"-3802"0"0,139 28-5269 0 0,0 0-1230 0 0,10 7-5376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2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446 183 1296 0 0,'12'-6'1764'0'0,"-1"-1"0"0"0,15-10 1 0 0,0 0 664 0 0,-24 15-2319 0 0,0 1 0 0 0,-1 0 0 0 0,1-1 0 0 0,-1 1 0 0 0,0-1-1 0 0,0 1 1 0 0,1-1 0 0 0,-1 1 0 0 0,0-1 0 0 0,0 0 0 0 0,0 0 0 0 0,-1 0 0 0 0,1 1-1 0 0,0-1 1 0 0,-1 0 0 0 0,1 0 0 0 0,-1 0 0 0 0,0 0 0 0 0,1 0 0 0 0,-1 0 0 0 0,0 0 0 0 0,0-3-1 0 0,-1 1-34 0 0,1 1-1 0 0,0-1 0 0 0,-1 0 1 0 0,0 0-1 0 0,0 1 0 0 0,0-1 1 0 0,0 0-1 0 0,-1 1 0 0 0,1-1 1 0 0,-3-3-1 0 0,1 3-49 0 0,0 0 1 0 0,0 1-1 0 0,0-1 0 0 0,0 1 1 0 0,0 0-1 0 0,-1 0 0 0 0,0 0 1 0 0,1 0-1 0 0,-1 1 0 0 0,0-1 1 0 0,0 1-1 0 0,-1 0 0 0 0,1 0 1 0 0,0 1-1 0 0,-6-2 0 0 0,4 2-13 0 0,-1 0 0 0 0,1 0-1 0 0,-1 1 1 0 0,0-1 0 0 0,0 2-1 0 0,1-1 1 0 0,-1 1-1 0 0,1 0 1 0 0,-11 3 0 0 0,0 2-5 0 0,1 0 0 0 0,-1 1 1 0 0,1 1-1 0 0,1 0 1 0 0,0 2-1 0 0,0-1 0 0 0,-15 14 1 0 0,0 3 31 0 0,1 1 0 0 0,2 1 0 0 0,-35 45 0 0 0,48-55-17 0 0,1 0 1 0 0,1 2-1 0 0,1 0 0 0 0,1 0 1 0 0,1 0-1 0 0,0 1 0 0 0,-7 32 1 0 0,14-47-17 0 0,1-1 0 0 0,0 1 1 0 0,1 0-1 0 0,-1 0 1 0 0,1 0-1 0 0,0 0 1 0 0,1 0-1 0 0,-1 0 0 0 0,1 0 1 0 0,0-1-1 0 0,1 1 1 0 0,0 0-1 0 0,4 9 0 0 0,-4-11-1 0 0,0-1-1 0 0,0 1 1 0 0,0-1-1 0 0,1 0 0 0 0,-1 0 1 0 0,1 0-1 0 0,0 0 0 0 0,0-1 1 0 0,0 1-1 0 0,0-1 1 0 0,0 0-1 0 0,1 0 0 0 0,-1 0 1 0 0,1 0-1 0 0,-1 0 0 0 0,1-1 1 0 0,0 0-1 0 0,0 1 0 0 0,-1-2 1 0 0,1 1-1 0 0,6 0 1 0 0,8 0 0 0 0,0-1 0 0 0,1 0 1 0 0,-1-2-1 0 0,0 0 1 0 0,0-1-1 0 0,0-1 1 0 0,-1-1-1 0 0,1 0 1 0 0,-1-2-1 0 0,0 0 0 0 0,-1 0 1 0 0,0-2-1 0 0,0 0 1 0 0,-1 0-1 0 0,0-2 1 0 0,0 0-1 0 0,13-13 1 0 0,-20 15 36 0 0,0 0 0 0 0,-1-1 0 0 0,0 0 1 0 0,0-1-1 0 0,-1 1 0 0 0,0-1 1 0 0,8-22-1 0 0,-3-2 1067 0 0,9-45 0 0 0,-16 62-558 0 0,-27 124-175 0 0,-10 145 1 0 0,33-246-488 0 0,0 0-1 0 0,0 0 1 0 0,0 0-1 0 0,1 0 1 0 0,-1 0 0 0 0,1 0-1 0 0,1 0 1 0 0,-1-1-1 0 0,1 1 1 0 0,0 0 0 0 0,0 0-1 0 0,4 6 1 0 0,-4-9 49 0 0,-1 0-1 0 0,1 0 1 0 0,0 0-1 0 0,-1 0 1 0 0,1-1-1 0 0,0 1 1 0 0,0-1-1 0 0,0 1 1 0 0,0-1-1 0 0,1 0 1 0 0,-1 0-1 0 0,0 0 1 0 0,0 0-1 0 0,1 0 1 0 0,-1 0 0 0 0,1-1-1 0 0,-1 1 1 0 0,0-1-1 0 0,1 0 1 0 0,-1 0-1 0 0,1 1 1 0 0,-1-2-1 0 0,1 1 1 0 0,-1 0-1 0 0,1 0 1 0 0,-1-1-1 0 0,4-1 1 0 0,8-2-213 0 0,0-1 0 0 0,0-1 0 0 0,0 0 0 0 0,-1 0 0 0 0,0-2-1 0 0,0 0 1 0 0,-1 0 0 0 0,0-1 0 0 0,-1-1 0 0 0,0 0 0 0 0,0 0 0 0 0,-1-1 0 0 0,15-21 0 0 0,5-12 878 0 0,-2-1 0 0 0,32-72 0 0 0,-39 76 469 0 0,-21 41-1063 0 0,0-1 0 0 0,0 1 0 0 0,0 0 0 0 0,0 0 0 0 0,0-1 0 0 0,0 1 0 0 0,0 0 0 0 0,0 0 0 0 0,0-1 0 0 0,0 1 0 0 0,0 0 0 0 0,0 0 0 0 0,0 0 0 0 0,0-1 0 0 0,0 1 0 0 0,1 0 0 0 0,-1 0 0 0 0,0-1 0 0 0,0 1 0 0 0,0 0 0 0 0,0 0 0 0 0,1 0 0 0 0,-1 0 0 0 0,0-1 0 0 0,0 1 0 0 0,0 0 0 0 0,1 0 0 0 0,-1 0 0 0 0,0 0 0 0 0,0 0 0 0 0,0 0 0 0 0,1 0 0 0 0,-1 0 0 0 0,0 0 0 0 0,0-1 0 0 0,1 1 0 0 0,-1 0 0 0 0,0 0 0 0 0,0 0 0 0 0,1 0 0 0 0,-1 0 0 0 0,0 0 0 0 0,0 1 0 0 0,1-1 0 0 0,2 13 117 0 0,-4 19-30 0 0,1-32-93 0 0,-4 60 227 0 0,-23 105 1 0 0,25-149 50 0 0,2-13-129 0 0,0-1 0 0 0,0 0 0 0 0,-1 1 1 0 0,1-1-1 0 0,0 0 0 0 0,-1 0 0 0 0,0 1 0 0 0,0-1 0 0 0,1 0 0 0 0,-1 0 0 0 0,-1 0 0 0 0,1 0 0 0 0,-1 2 1 0 0,0-3 290 0 0,-1-28-34 0 0,5 13-396 0 0,1 0 1 0 0,0 0-1 0 0,1 1 1 0 0,1-1 0 0 0,0 1-1 0 0,1 1 1 0 0,0-1-1 0 0,1 1 1 0 0,0 0-1 0 0,16-20 1 0 0,-16 23-21 0 0,1 1-1 0 0,0 0 1 0 0,0 1-1 0 0,0-1 1 0 0,1 1 0 0 0,0 1-1 0 0,0 0 1 0 0,0 0 0 0 0,1 1-1 0 0,0 0 1 0 0,0 0-1 0 0,1 1 1 0 0,20-5 0 0 0,-23 8 12 0 0,0 1 0 0 0,0-1 0 0 0,-1 1 1 0 0,1 1-1 0 0,0-1 0 0 0,0 1 0 0 0,-1 1 1 0 0,1 0-1 0 0,0 0 0 0 0,-1 0 0 0 0,0 1 1 0 0,1 0-1 0 0,-1 0 0 0 0,0 1 0 0 0,-1-1 1 0 0,1 2-1 0 0,-1-1 0 0 0,1 1 0 0 0,-1 0 0 0 0,-1 0 1 0 0,1 1-1 0 0,-1 0 0 0 0,0 0 0 0 0,0 0 1 0 0,-1 0-1 0 0,1 1 0 0 0,-1 0 0 0 0,-1 0 1 0 0,0 0-1 0 0,0 0 0 0 0,0 0 0 0 0,-1 1 1 0 0,0-1-1 0 0,0 1 0 0 0,-1 0 0 0 0,1 10 1 0 0,-2 21 54 0 0,-1-17-70 0 0,1 0 0 0 0,3 25 0 0 0,-3-46-286 0 0,3-1-780 0 0,4-1 619 0 0,0-1 0 0 0,-1 0 0 0 0,1-1 0 0 0,-1 1 0 0 0,0-1 0 0 0,0 0 0 0 0,0-1 0 0 0,0 1 0 0 0,0-1 0 0 0,6-7 0 0 0,11-8-718 0 0,20-23 1 0 0,-14 10 1528 0 0,41-59 0 0 0,-13 3 4484 0 0,-39 62-2537 0 0,-18 26-2280 0 0,0 0 0 0 0,0 0 0 0 0,0 0 0 0 0,0 1-1 0 0,0-1 1 0 0,0 0 0 0 0,0 0 0 0 0,0 0 0 0 0,0 0-1 0 0,0 0 1 0 0,0 0 0 0 0,0 0 0 0 0,0 0 0 0 0,0 0-1 0 0,0 0 1 0 0,0 0 0 0 0,0 0 0 0 0,0 0 0 0 0,0 0 0 0 0,0 0-1 0 0,0 1 209 0 0,0-1-208 0 0,0 0 0 0 0,0 0 0 0 0,0 0-1 0 0,1 0 1 0 0,-1 0 0 0 0,0 0 0 0 0,0 0 0 0 0,0 0-1 0 0,0 0 1 0 0,0 0 0 0 0,0 0 0 0 0,0 0 0 0 0,0 0-1 0 0,0 0 1 0 0,0 0 0 0 0,-6 19 283 0 0,-1-1-122 0 0,0 2 1 0 0,2-1 0 0 0,0 1-1 0 0,1-1 1 0 0,-2 32-1 0 0,6-43-160 0 0,-1 1 0 0 0,2-1 0 0 0,-1 1 0 0 0,1-1 0 0 0,0 1 0 0 0,1-1 0 0 0,0 1 0 0 0,0-1 0 0 0,1 0 0 0 0,0 0 0 0 0,0 0 0 0 0,1-1 0 0 0,0 1 0 0 0,0-1 0 0 0,8 11 0 0 0,-7-13-8 0 0,1 0 1 0 0,-1-1-1 0 0,0 0 0 0 0,1 0 0 0 0,0 0 0 0 0,0-1 1 0 0,0 0-1 0 0,0 0 0 0 0,1 0 0 0 0,-1-1 0 0 0,1 0 1 0 0,-1 0-1 0 0,1-1 0 0 0,0 0 0 0 0,0 0 0 0 0,0-1 1 0 0,-1 1-1 0 0,1-1 0 0 0,12-2 0 0 0,-6 0-6 0 0,-1 0-1 0 0,1 0 0 0 0,-1-1 1 0 0,0-1-1 0 0,0 0 1 0 0,0-1-1 0 0,0 0 0 0 0,-1-1 1 0 0,19-12-1 0 0,-22 12-7 0 0,0-1 0 0 0,-1 0 0 0 0,1 0-1 0 0,-1 0 1 0 0,-1-1 0 0 0,0 0 0 0 0,0-1 0 0 0,7-12-1 0 0,0-6-14 0 0,15-43-1 0 0,-11 24-21 0 0,-17 41-51 0 0,-8 15 68 0 0,-10 20 18 0 0,-17 63 32 0 0,-41 165 1 0 0,48-150 6 0 0,-107 339 294 0 0,91-326 193 0 0,-95 185 1 0 0,120-272-275 0 0,-1-1-1 0 0,-25 32 1 0 0,36-54-120 0 0,0 0-1 0 0,-1 0 0 0 0,0-1 0 0 0,-1-1 1 0 0,0 1-1 0 0,0-2 0 0 0,-1 0 0 0 0,-21 11 0 0 0,29-17-89 0 0,0 0-1 0 0,-1 0 0 0 0,1-1 0 0 0,-1 1 0 0 0,1-1 1 0 0,-1 0-1 0 0,0-1 0 0 0,1 1 0 0 0,-1-1 0 0 0,0 0 1 0 0,1 0-1 0 0,-1 0 0 0 0,0-1 0 0 0,1 1 0 0 0,-10-4 1 0 0,9 2-11 0 0,-1 0 1 0 0,1-1-1 0 0,0 0 1 0 0,-1 0-1 0 0,1-1 1 0 0,1 1-1 0 0,-1-1 1 0 0,0 0-1 0 0,1 0 1 0 0,0-1-1 0 0,-4-5 1 0 0,0-1-13 0 0,0-1 1 0 0,1-1 0 0 0,0 1-1 0 0,1-1 1 0 0,0-1-1 0 0,1 1 1 0 0,1-1 0 0 0,0 0-1 0 0,-3-23 1 0 0,6 20-19 0 0,1 0 1 0 0,0 0-1 0 0,1 1 1 0 0,1-1-1 0 0,1 0 0 0 0,0 1 1 0 0,1-1-1 0 0,1 1 1 0 0,0 0-1 0 0,1 0 1 0 0,1 1-1 0 0,1 0 0 0 0,0 0 1 0 0,14-19-1 0 0,0 3-119 0 0,2 1-1 0 0,2 1 0 0 0,0 1 1 0 0,2 1-1 0 0,37-28 0 0 0,-30 28-458 0 0,2 2 1 0 0,0 2-1 0 0,1 1 0 0 0,2 2 0 0 0,0 1 0 0 0,55-16 1 0 0,-51 22-1441 0 0,0 3 0 0 0,0 1 0 0 0,66-4 1 0 0,-57 10-1816 0 0,0-1-1524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3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386 989 2440 0 0,'2'-6'1610'0'0,"-2"0"0"0"0,1 0 1 0 0,-1 0-1 0 0,0 1 0 0 0,0-1 0 0 0,-2-12 0 0 0,1-17 3899 0 0,1 33-5418 0 0,0-1-1 0 0,1 1 0 0 0,-1-1 1 0 0,1 1-1 0 0,-1-1 0 0 0,1 1 0 0 0,0 0 1 0 0,0-1-1 0 0,0 1 0 0 0,1 0 1 0 0,1-4-1 0 0,13-11 65 0 0,0 1 0 0 0,1 0 0 0 0,1 2 0 0 0,32-22 0 0 0,-14 11-73 0 0,144-117-71 0 0,-148 114-135 0 0,-2-2 1 0 0,-1-1-1 0 0,35-49 1 0 0,-41 44 61 0 0,-1-1 0 0 0,-2-1 0 0 0,-2-1 0 0 0,-1 0 0 0 0,-2-1 0 0 0,-2-1 0 0 0,-1 0 0 0 0,11-79 0 0 0,-23 118 57 0 0,-23 43 16 0 0,-85 322 575 0 0,26 10 234 0 0,56-247-675 0 0,-127 838 920 0 0,140-858-861 0 0,-53 208-1 0 0,62-301-180 0 0,-1 0 0 0 0,0 0-1 0 0,-1 0 1 0 0,0-1-1 0 0,-1 0 1 0 0,0 0 0 0 0,-17 19-1 0 0,21-27-13 0 0,-1 0 1 0 0,1-1-1 0 0,-1 1 0 0 0,0-1 1 0 0,-1 0-1 0 0,1 0 0 0 0,0 0 0 0 0,-1-1 1 0 0,0 1-1 0 0,1-1 0 0 0,-1 0 0 0 0,0-1 1 0 0,0 1-1 0 0,0-1 0 0 0,0 0 1 0 0,0 0-1 0 0,-1-1 0 0 0,1 1 0 0 0,0-1 1 0 0,0 0-1 0 0,0-1 0 0 0,-1 1 1 0 0,-7-3-1 0 0,-4-2-14 0 0,0-1 0 0 0,1 0 0 0 0,0-1 0 0 0,0-1 0 0 0,0-1 0 0 0,1 0 1 0 0,1-1-1 0 0,0-1 0 0 0,0 0 0 0 0,-23-24 0 0 0,15 11 10 0 0,2-1-1 0 0,0-1 1 0 0,1-1-1 0 0,2 0 1 0 0,-15-32-1 0 0,20 36-11 0 0,1-1 0 0 0,2 0 1 0 0,0-1-1 0 0,1 0 0 0 0,2-1 0 0 0,1 1 0 0 0,0-1 0 0 0,2 0 0 0 0,1-1 0 0 0,1 1 1 0 0,2 0-1 0 0,0 0 0 0 0,2 0 0 0 0,1 0 0 0 0,11-43 0 0 0,0 23-26 0 0,3 0-1 0 0,1 1 0 0 0,2 0 1 0 0,2 2-1 0 0,49-69 1 0 0,-32 59-1 0 0,2 2 0 0 0,2 2 1 0 0,87-76-1 0 0,-93 95-7 0 0,0 1-1 0 0,2 2 1 0 0,62-31 0 0 0,-75 45 10 0 0,1 1-1 0 0,0 1 1 0 0,1 1 0 0 0,0 2 0 0 0,1 1 0 0 0,45-6 0 0 0,-62 13 20 0 0,0 0 0 0 0,0 0-1 0 0,0 1 1 0 0,0 0-1 0 0,-1 1 1 0 0,1 1-1 0 0,0 0 1 0 0,-1 1 0 0 0,17 7-1 0 0,-25-9 8 0 0,1 0 0 0 0,-1 0 0 0 0,1 0 0 0 0,-1 1 0 0 0,0 0 0 0 0,0-1 0 0 0,0 2 0 0 0,0-1 0 0 0,-1 0 0 0 0,1 1 0 0 0,-1 0 0 0 0,0 0 0 0 0,0 0 0 0 0,0 0 0 0 0,-1 0 0 0 0,1 0-1 0 0,-1 1 1 0 0,0-1 0 0 0,0 1 0 0 0,0 0 0 0 0,-1-1 0 0 0,0 1 0 0 0,0 0 0 0 0,0 0 0 0 0,-1 0 0 0 0,1 9 0 0 0,-2-9 5 0 0,1 0 0 0 0,-1 0 0 0 0,0 0 0 0 0,0 0-1 0 0,-1-1 1 0 0,0 1 0 0 0,0-1 0 0 0,0 1 0 0 0,0-1 0 0 0,0 1 0 0 0,-7 6 0 0 0,4-4-2 0 0,-1 0 0 0 0,0-1 0 0 0,-1 0 0 0 0,0 0 0 0 0,0-1 0 0 0,-8 5 0 0 0,-10 4-15 0 0,0-2-1 0 0,-1-1 0 0 0,-29 9 0 0 0,53-19 15 0 0,-81 21-1047 0 0,29-13-3161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92 1720 0 0,'3'-3'652'0'0,"0"-1"-1"0"0,-1 1 1 0 0,1-1-1 0 0,-1 0 1 0 0,1 0-1 0 0,-1 0 1 0 0,0 0-1 0 0,-1 0 1 0 0,3-6-1 0 0,-4 9-520 0 0,0 0-1 0 0,0-1 1 0 0,0 1-1 0 0,0-1 1 0 0,0 1-1 0 0,0-1 1 0 0,0 1-1 0 0,0 0 1 0 0,-1-1-1 0 0,1 1 1 0 0,0-1-1 0 0,-1 1 1 0 0,1 0 0 0 0,-1-1-1 0 0,0 1 1 0 0,1 0-1 0 0,-1 0 1 0 0,0-1-1 0 0,0 1 1 0 0,0 0-1 0 0,0 0 1 0 0,0 0-1 0 0,0 0 1 0 0,0 0-1 0 0,0 0 1 0 0,0 0-1 0 0,0 1 1 0 0,-1-1 0 0 0,1 0-1 0 0,0 1 1 0 0,-1-1-1 0 0,1 1 1 0 0,-3-1-1 0 0,-3-2 73 0 0,-1 1 0 0 0,0 1 1 0 0,0-1-1 0 0,0 2 0 0 0,0-1 0 0 0,0 1 0 0 0,0 0 0 0 0,0 0 0 0 0,0 1 0 0 0,0 0 1 0 0,1 1-1 0 0,-1-1 0 0 0,0 2 0 0 0,-13 5 0 0 0,-6 3 178 0 0,1 2 0 0 0,-41 26 1 0 0,46-25-236 0 0,0 1 0 0 0,2 0 0 0 0,-33 34 1 0 0,43-41-117 0 0,2 1 0 0 0,-1 0 0 0 0,1 1 0 0 0,1 0 0 0 0,0 0 0 0 0,0 0 0 0 0,1 1 0 0 0,0-1 0 0 0,1 1 1 0 0,-4 16-1 0 0,7-24-27 0 0,0 1 1 0 0,1 0 0 0 0,-1-1-1 0 0,1 1 1 0 0,0 0-1 0 0,0-1 1 0 0,1 1 0 0 0,-1 0-1 0 0,1-1 1 0 0,-1 1 0 0 0,1-1-1 0 0,0 1 1 0 0,1-1-1 0 0,-1 1 1 0 0,1-1 0 0 0,-1 1-1 0 0,4 4 1 0 0,-2-5 6 0 0,1 1-1 0 0,-1 0 1 0 0,1-1 0 0 0,-1 0-1 0 0,1 0 1 0 0,0 0 0 0 0,0 0-1 0 0,1-1 1 0 0,-1 0 0 0 0,0 0-1 0 0,10 3 1 0 0,-4-1 4 0 0,1-2-1 0 0,0 0 0 0 0,0 0 1 0 0,0-1-1 0 0,0 0 0 0 0,0-1 1 0 0,1 0-1 0 0,-1-1 1 0 0,0 0-1 0 0,0 0 0 0 0,11-4 1 0 0,-9 0 32 0 0,0 0 0 0 0,0-1 0 0 0,-1 0 1 0 0,0-1-1 0 0,0-1 0 0 0,0 0 0 0 0,-1 0 1 0 0,0-1-1 0 0,-1 0 0 0 0,18-21 1 0 0,-9 6 109 0 0,0 0-1 0 0,-2-2 1 0 0,26-51 0 0 0,-27 51 478 0 0,-16 26-632 0 0,0 1 1 0 0,0-1 0 0 0,0 0 0 0 0,0 0-1 0 0,0 0 1 0 0,0 0 0 0 0,0 0 0 0 0,0 0-1 0 0,0 0 1 0 0,0 0 0 0 0,0 0 0 0 0,0 0-1 0 0,0 0 1 0 0,0 1 0 0 0,0-1 0 0 0,0 0-1 0 0,0 0 1 0 0,0 0 0 0 0,0 0 0 0 0,0 0-1 0 0,0 0 1 0 0,0 0 0 0 0,0 0 0 0 0,1 0 0 0 0,-1 0-1 0 0,0 0 1 0 0,0 0 0 0 0,0 0 0 0 0,0 0-1 0 0,0 0 1 0 0,0 1 0 0 0,0-1 0 0 0,0 0-1 0 0,0 0 1 0 0,0 0 0 0 0,0 0 0 0 0,0 0-1 0 0,0 0 1 0 0,1 0 0 0 0,-1 0 0 0 0,0 0-1 0 0,0 0 1 0 0,0 0 0 0 0,0 0 0 0 0,0 0-1 0 0,0 0 1 0 0,0 0 0 0 0,0 0 0 0 0,0 0-1 0 0,0 0 1 0 0,0 0 0 0 0,1 0 0 0 0,-1 0-1 0 0,0-1 1 0 0,0 1 0 0 0,0 0 0 0 0,0 0 0 0 0,0 0-1 0 0,0 0 1 0 0,0 0 0 0 0,0 0 0 0 0,0 0-1 0 0,0 0 1 0 0,0 0 0 0 0,0 0 0 0 0,0 0-1 0 0,-3 18 67 0 0,-4 7 4 0 0,-29 111 134 0 0,30-108-183 0 0,1 0 0 0 0,-1 55 0 0 0,6-76-132 0 0,0 0 1 0 0,1 0 0 0 0,0 0 0 0 0,0 1-1 0 0,1-1 1 0 0,-1 0 0 0 0,5 8 0 0 0,-5-13-128 0 0,0 1 1 0 0,0-1-1 0 0,1 0 1 0 0,-1 1-1 0 0,1-1 1 0 0,0 0-1 0 0,-1 0 1 0 0,1 0-1 0 0,0 0 1 0 0,4 2-1 0 0,-5-3-190 0 0,1 0 0 0 0,0 0 0 0 0,0 0 0 0 0,0 0 0 0 0,0 0 0 0 0,0-1 0 0 0,1 1 0 0 0,-1-1 0 0 0,0 1-1 0 0,0-1 1 0 0,0 0 0 0 0,1 0 0 0 0,-1 0 0 0 0,4 0 0 0 0,16-4-3093 0 0,-2-4-1239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4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0 160 932 0 0,'19'-41'8697'0'0,"15"-56"0"0"0,-27 77-7016 0 0,-7 19-980 0 0,0 3-532 0 0,-2 28 82 0 0,-1 0 0 0 0,-11 45 0 0 0,-2 21-268 0 0,13-76-394 0 0,1-1-761 0 0,-1 33 0 0 0,3-47 213 0 0,1 0-1 0 0,-1 0 1 0 0,1 0-1 0 0,0 0 0 0 0,1 0 1 0 0,2 8-1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76 84 0 0,'17'-31'7479'0'0,"-15"25"-6170"0"0,0 1-1 0 0,1 0 1 0 0,0 0 0 0 0,0 0 0 0 0,0 0-1 0 0,7-7 1 0 0,-10 12-1289 0 0,0 0 0 0 0,0 0 0 0 0,0 0 0 0 0,1 0 0 0 0,-1 0-1 0 0,0-1 1 0 0,0 1 0 0 0,0 0 0 0 0,1 0 0 0 0,-1 0 0 0 0,0 0 0 0 0,0 0-1 0 0,1 0 1 0 0,-1 0 0 0 0,0 0 0 0 0,0 0 0 0 0,0 0 0 0 0,1 0 0 0 0,-1 0-1 0 0,0 0 1 0 0,0 0 0 0 0,1 0 0 0 0,-1 0 0 0 0,0 0 0 0 0,0 0 0 0 0,1 0-1 0 0,-1 0 1 0 0,0 0 0 0 0,0 0 0 0 0,0 1 0 0 0,1-1 0 0 0,-1 0 0 0 0,0 0 0 0 0,0 0-1 0 0,0 0 1 0 0,1 0 0 0 0,-1 1 0 0 0,8 11 438 0 0,1 12 16 0 0,-4-2-240 0 0,-2 0-1 0 0,-1 0 1 0 0,-1 0-1 0 0,-1 1 1 0 0,-3 28-1 0 0,2-39-125 0 0,-1 1 0 0 0,-1-1-1 0 0,0 0 1 0 0,0 1 0 0 0,-1-1 0 0 0,-1-1-1 0 0,0 1 1 0 0,0-1 0 0 0,-1 1 0 0 0,-14 17-1 0 0,-6-4 680 0 0,24-23-546 0 0,0-3-159 0 0,1 1-77 0 0,0 0 0 0 0,1 0 0 0 0,-1-1 0 0 0,0 1-1 0 0,1 0 1 0 0,-1-1 0 0 0,1 1 0 0 0,-1 0 0 0 0,1-1-1 0 0,-1 1 1 0 0,1 0 0 0 0,-1-1 0 0 0,1 1 0 0 0,-1-1 0 0 0,1 1-1 0 0,0-1 1 0 0,-1 1 0 0 0,1-1 0 0 0,0 0 0 0 0,-1 1-1 0 0,1-1 1 0 0,0 1 0 0 0,0-1 0 0 0,0 0 0 0 0,-1 1-1 0 0,1-1 1 0 0,0 1 0 0 0,0-1 0 0 0,0 0 0 0 0,0-1 0 0 0,0 0 1 0 0,1-1 1 0 0,0 1-1 0 0,-1 0 1 0 0,1-1 0 0 0,0 1-1 0 0,0 0 1 0 0,0-1 0 0 0,3-3-1 0 0,3-4 6 0 0,0 1 1 0 0,17-18-1 0 0,17-11-538 0 0,77-53 0 0 0,-35 29-2824 0 0,-5-6-5013 0 0,-50 40 1179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4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22 1128 0 0,'-46'-2'2984'0'0,"1"-2"-687"0"0,6 3-205 0 0,3-1-248 0 0,5-1-268 0 0,3 1-324 0 0,4-2-224 0 0,2 3-236 0 0,5 1-136 0 0,0-2 141 0 0,-9 4-701 0 0,10 6-1205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5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275 518 2456 0 0,'-8'-60'10773'0'0,"8"59"-10725"0"0,0 1 0 0 0,-1-1 0 0 0,1 1 0 0 0,0-1 1 0 0,-1 0-1 0 0,1 1 0 0 0,0-1 0 0 0,-1 1 0 0 0,1 0 0 0 0,-1-1 0 0 0,1 1 0 0 0,-1-1 0 0 0,1 1 0 0 0,-1 0 0 0 0,1-1 0 0 0,-1 1 0 0 0,0 0 0 0 0,1-1 0 0 0,-1 1 0 0 0,1 0 1 0 0,-1 0-1 0 0,0 0 0 0 0,1 0 0 0 0,-1-1 0 0 0,0 1 0 0 0,1 0 0 0 0,-1 0 0 0 0,0 0 0 0 0,1 0 0 0 0,-1 1 0 0 0,-20 3 360 0 0,2 4-257 0 0,1 1-1 0 0,0 1 1 0 0,1 0-1 0 0,0 1 1 0 0,1 1-1 0 0,0 1 1 0 0,1 0-1 0 0,1 1 1 0 0,-22 26-1 0 0,31-34-128 0 0,1 0 0 0 0,0 0 0 0 0,0 0 0 0 0,0 1 0 0 0,1 0 0 0 0,0 0 0 0 0,-4 11 0 0 0,7-16-16 0 0,0 0 1 0 0,-1-1-1 0 0,1 1 0 0 0,0 0 1 0 0,0-1-1 0 0,0 1 1 0 0,0-1-1 0 0,0 1 1 0 0,0 0-1 0 0,0-1 0 0 0,0 1 1 0 0,1 0-1 0 0,-1-1 1 0 0,1 1-1 0 0,-1-1 1 0 0,1 1-1 0 0,0-1 0 0 0,-1 1 1 0 0,1-1-1 0 0,0 1 1 0 0,0-1-1 0 0,0 0 1 0 0,0 1-1 0 0,0-1 0 0 0,1 0 1 0 0,-1 0-1 0 0,0 0 1 0 0,0 0-1 0 0,1 0 1 0 0,-1 0-1 0 0,1 0 0 0 0,-1-1 1 0 0,1 1-1 0 0,-1 0 1 0 0,1-1-1 0 0,-1 1 1 0 0,1-1-1 0 0,0 1 0 0 0,2-1 1 0 0,10 2 13 0 0,0 0 0 0 0,-1-1 0 0 0,1-1 0 0 0,0 0 0 0 0,0-1 1 0 0,0 0-1 0 0,0-1 0 0 0,25-7 0 0 0,-15 2 8 0 0,0-2-1 0 0,0 0 1 0 0,43-25 0 0 0,-57 27-24 0 0,0 0 1 0 0,0-1-1 0 0,-1 0 0 0 0,0-1 1 0 0,0 0-1 0 0,-1 0 1 0 0,0 0-1 0 0,-1-1 0 0 0,0-1 1 0 0,-1 1-1 0 0,0-1 1 0 0,0 0-1 0 0,-1 0 0 0 0,-1-1 1 0 0,0 1-1 0 0,0-1 1 0 0,-1 0-1 0 0,-1 0 0 0 0,2-23 1 0 0,-3 26-8 0 0,-1 0 0 0 0,0 1-1 0 0,0-1 1 0 0,-1 0 0 0 0,0 0 0 0 0,0 0 0 0 0,-1 1 0 0 0,0-1 0 0 0,-1 1 0 0 0,0 0 0 0 0,0-1 0 0 0,-1 1-1 0 0,0 0 1 0 0,0 1 0 0 0,-1-1 0 0 0,0 1 0 0 0,-1 0 0 0 0,1 0 0 0 0,-1 1 0 0 0,0-1 0 0 0,-1 1 0 0 0,0 1-1 0 0,0-1 1 0 0,0 1 0 0 0,0 0 0 0 0,-1 1 0 0 0,0 0 0 0 0,-10-4 0 0 0,9 5 1 0 0,-1 0 0 0 0,0 1 1 0 0,0 1-1 0 0,0-1 0 0 0,0 2 1 0 0,0-1-1 0 0,0 1 0 0 0,0 1 0 0 0,0 0 1 0 0,0 0-1 0 0,0 1 0 0 0,0 0 0 0 0,0 1 1 0 0,-15 6-1 0 0,12-3 0 0 0,-1 0 0 0 0,1 1 0 0 0,0 0 0 0 0,0 1 0 0 0,1 0 0 0 0,0 1-1 0 0,1 1 1 0 0,0 0 0 0 0,-13 14 0 0 0,20-20 2 0 0,1 1-1 0 0,-1 0 1 0 0,1 0-1 0 0,0 0 1 0 0,0 0-1 0 0,1 0 1 0 0,-1 1-1 0 0,1-1 1 0 0,0 1-1 0 0,1-1 1 0 0,0 1-1 0 0,-1 0 1 0 0,1 6-1 0 0,1-8-6 0 0,0-1 0 0 0,0 1-1 0 0,1-1 1 0 0,0 0-1 0 0,-1 1 1 0 0,1-1-1 0 0,0 0 1 0 0,0 1-1 0 0,1-1 1 0 0,-1 0-1 0 0,1 0 1 0 0,0 0-1 0 0,-1 0 1 0 0,1-1-1 0 0,0 1 1 0 0,1 0 0 0 0,-1-1-1 0 0,0 1 1 0 0,1-1-1 0 0,0 0 1 0 0,-1 0-1 0 0,1 0 1 0 0,5 3-1 0 0,1-1-39 0 0,1 1 0 0 0,-1-2 0 0 0,1 1 0 0 0,0-1 0 0 0,0-1 0 0 0,0 0 0 0 0,0 0 0 0 0,1-1 0 0 0,20 0 0 0 0,-4-2-87 0 0,0-1-1 0 0,43-10 0 0 0,-35 5 58 0 0,0-3 0 0 0,0 0-1 0 0,-1-2 1 0 0,-1-2 0 0 0,58-32-1 0 0,-71 33 56 0 0,-1 0 0 0 0,0-1-1 0 0,-1-1 1 0 0,0-1 0 0 0,-1 0-1 0 0,-1-2 1 0 0,-1 0-1 0 0,0 0 1 0 0,23-40 0 0 0,8-40 129 0 0,-13 27 242 0 0,-33 70-324 0 0,0 1-23 0 0,1 0 0 0 0,-1 0 0 0 0,1 0-1 0 0,-1 0 1 0 0,0 1 0 0 0,1-1 0 0 0,-1 0 0 0 0,0 0 0 0 0,1 1-1 0 0,-1-1 1 0 0,0 0 0 0 0,0 1 0 0 0,1-1 0 0 0,-1 0 0 0 0,0 1-1 0 0,0-1 1 0 0,0 0 0 0 0,1 1 0 0 0,-1-1 0 0 0,0 0-1 0 0,0 1 1 0 0,0-1 0 0 0,0 1 0 0 0,0-1 0 0 0,0 0 0 0 0,0 1-1 0 0,0-1 1 0 0,0 1 0 0 0,0 0 0 0 0,1 14 22 0 0,-1-14-21 0 0,-43 466 1663 0 0,36-405-1524 0 0,-119 868 1132 0 0,56-548-930 0 0,67-368-283 0 0,-1 1-1 0 0,-1 0 0 0 0,0-1 1 0 0,-1 1-1 0 0,0-2 0 0 0,-2 1 0 0 0,-10 16 1 0 0,15-26-24 0 0,0 0 0 0 0,-1 0 0 0 0,1 0 0 0 0,-1-1 0 0 0,0 0 0 0 0,0 1 0 0 0,0-1-1 0 0,0-1 1 0 0,0 1 0 0 0,0-1 0 0 0,-1 1 0 0 0,0-1 0 0 0,1-1 0 0 0,-1 1 0 0 0,0 0 0 0 0,0-1 0 0 0,0 0 0 0 0,0-1 0 0 0,0 1 0 0 0,0-1 0 0 0,0 0 0 0 0,0 0 0 0 0,0 0 0 0 0,0 0 0 0 0,-7-3 0 0 0,0 0 18 0 0,1-1 0 0 0,0 0 1 0 0,-1-1-1 0 0,2 0 0 0 0,-1 0 1 0 0,1-1-1 0 0,0-1 0 0 0,0 0 0 0 0,0 0 1 0 0,1-1-1 0 0,1 0 0 0 0,-17-19 1 0 0,11 10 12 0 0,1-2 1 0 0,0 0-1 0 0,1 0 0 0 0,1-1 1 0 0,-16-42-1 0 0,21 46-50 0 0,1 0-1 0 0,1 0 0 0 0,1 0 0 0 0,0 0 0 0 0,1 0 0 0 0,1-1 0 0 0,1 1 0 0 0,0-1 1 0 0,1 1-1 0 0,5-31 0 0 0,-1 28-18 0 0,0 0 0 0 0,2 1 0 0 0,0-1 0 0 0,1 1 1 0 0,0 1-1 0 0,1 0 0 0 0,2 0 0 0 0,22-30 0 0 0,-2 12-100 0 0,2 1-1 0 0,1 1 1 0 0,2 1 0 0 0,1 3-1 0 0,1 1 1 0 0,1 1 0 0 0,67-32-1 0 0,102-32-3338 0 0,7 24-5172 0 0,-147 49 1575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6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552 236 1588 0 0,'-2'-60'5967'0'0,"9"-86"0"0"0,-6 119-4790 0 0,-3 24-501 0 0,-2 17-348 0 0,-193 704 3533 0 0,38-156-3119 0 0,113-372-571 0 0,-42 146 99 0 0,88-333-305 0 0,-1-1 0 0 0,0 1 0 0 0,0-1 1 0 0,0 1-1 0 0,-1-1 0 0 0,1 1 1 0 0,0-1-1 0 0,-1 0 0 0 0,0 1 1 0 0,1-1-1 0 0,-5 3 0 0 0,6-5 10 0 0,0 0 1 0 0,-1 1-1 0 0,1-1 0 0 0,0 0 1 0 0,-1 0-1 0 0,1 0 0 0 0,-1 1 0 0 0,1-1 1 0 0,0 0-1 0 0,-1 0 0 0 0,1 0 1 0 0,-1 0-1 0 0,1 0 0 0 0,-1 0 0 0 0,1 0 1 0 0,0 0-1 0 0,-1 0 0 0 0,1 0 0 0 0,-1 0 1 0 0,1 0-1 0 0,-1-1 0 0 0,1 1 1 0 0,0 0-1 0 0,-1 0 0 0 0,1 0 0 0 0,0-1 1 0 0,-1 1-1 0 0,-1-1-59 0 0,1-1 0 0 0,0 1 1 0 0,0 0-1 0 0,0-1 0 0 0,0 1 0 0 0,0-1 0 0 0,0 0 0 0 0,0 1 0 0 0,0-1 1 0 0,0-3-1 0 0,-4-10-616 0 0,1-1 0 0 0,0-1 0 0 0,2 1 0 0 0,-2-32-1 0 0,5-68-1757 0 0,0 101 2151 0 0,15-207-5842 0 0,-5 134 2252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6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1 424 628 0 0,'23'-47'1758'0'0,"2"1"1"0"0,2 1-1 0 0,59-76 0 0 0,-73 106-1436 0 0,0 0 0 0 0,1 1-1 0 0,1 0 1 0 0,0 1 0 0 0,0 1-1 0 0,2 1 1 0 0,-1 0-1 0 0,1 1 1 0 0,1 0 0 0 0,0 2-1 0 0,0 0 1 0 0,1 1 0 0 0,24-6-1 0 0,-34 12-262 0 0,0-1-1 0 0,0 2 0 0 0,0-1 0 0 0,0 1 1 0 0,0 1-1 0 0,0 0 0 0 0,1 0 0 0 0,-1 0 0 0 0,0 1 1 0 0,-1 1-1 0 0,1 0 0 0 0,0 0 0 0 0,-1 0 1 0 0,0 1-1 0 0,1 0 0 0 0,-1 1 0 0 0,-1 0 0 0 0,1 0 1 0 0,-1 1-1 0 0,9 8 0 0 0,-11-9-2 0 0,0 0-1 0 0,-1 0 1 0 0,0 1-1 0 0,0-1 1 0 0,0 1-1 0 0,-1 0 1 0 0,1 0-1 0 0,-1 1 1 0 0,-1-1-1 0 0,1 0 1 0 0,-1 1-1 0 0,-1 0 1 0 0,1-1-1 0 0,-1 1 1 0 0,0 0-1 0 0,0 0 1 0 0,-1 0-1 0 0,0 0 1 0 0,0-1-1 0 0,-1 1 1 0 0,0 0-1 0 0,0 0 1 0 0,0 0-1 0 0,-1-1 1 0 0,0 1-1 0 0,-1-1 1 0 0,-3 10-1 0 0,-1-5 28 0 0,0 1-1 0 0,0-1 1 0 0,-1 0-1 0 0,0 0 1 0 0,-1-1-1 0 0,0 0 1 0 0,-1-1-1 0 0,0 0 1 0 0,0 0-1 0 0,-14 7 1 0 0,5-3-23 0 0,-1-2 0 0 0,0-1 0 0 0,-1 0 1 0 0,0-2-1 0 0,-26 8 0 0 0,31-12-90 0 0,12-2-159 0 0,0 0 1 0 0,-1 0-1 0 0,0-1 0 0 0,1 0 1 0 0,-1 0-1 0 0,0 0 1 0 0,0-1-1 0 0,1 1 1 0 0,-1-1-1 0 0,0 0 1 0 0,0-1-1 0 0,-8-1 1 0 0,13 0-232 0 0,1 0 0 0 0,0 0 1 0 0,-1 0-1 0 0,1 0 1 0 0,0 0-1 0 0,0 0 0 0 0,0 0 1 0 0,0 0-1 0 0,0 1 0 0 0,2-3 1 0 0,8-8-2538 0 0,3-3-795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6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60 848 0 0,'67'-60'13031'0'0,"-73"69"-12755"0"0,0-1 1 0 0,0 1 0 0 0,-7 15 0 0 0,5-9-103 0 0,-6 8 26 0 0,-32 62 197 0 0,42-76-371 0 0,1 1 0 0 0,0-1 0 0 0,0 1 0 0 0,0 0 0 0 0,1 0 0 0 0,1 0 0 0 0,-1 14 0 0 0,2-21-19 0 0,0 0 0 0 0,0 0 0 0 0,1-1 0 0 0,-1 1 0 0 0,1 0 0 0 0,-1 0 0 0 0,1-1 0 0 0,0 1 0 0 0,0 0 0 0 0,0-1-1 0 0,1 1 1 0 0,-1-1 0 0 0,1 1 0 0 0,-1-1 0 0 0,1 0 0 0 0,0 0 0 0 0,0 0 0 0 0,3 4 0 0 0,-1-3 2 0 0,0-1 0 0 0,0 1 0 0 0,0-1-1 0 0,1 0 1 0 0,-1 0 0 0 0,1 0 0 0 0,-1 0 0 0 0,1-1 0 0 0,-1 0 0 0 0,9 1 0 0 0,-6-1-1 0 0,1 0-1 0 0,0-1 1 0 0,0 0-1 0 0,0 0 1 0 0,0-1-1 0 0,0 0 1 0 0,0-1-1 0 0,-1 1 1 0 0,1-1-1 0 0,0-1 1 0 0,-1 0-1 0 0,0 0 1 0 0,12-6-1 0 0,-13 4-5 0 0,-1 0 0 0 0,1 0 0 0 0,-1 0 1 0 0,0 0-1 0 0,-1-1 0 0 0,1 0 0 0 0,-1 0 0 0 0,0 0 0 0 0,0-1 0 0 0,-1 1 0 0 0,0-1 0 0 0,0 0 1 0 0,-1 0-1 0 0,0 0 0 0 0,0 0 0 0 0,0 0 0 0 0,-1 0 0 0 0,0-1 0 0 0,-1 1 0 0 0,1 0 0 0 0,-2-12 0 0 0,0 12 1 0 0,0 0-1 0 0,0 0 1 0 0,0 0-1 0 0,-1 0 1 0 0,0 1-1 0 0,0-1 0 0 0,-1 1 1 0 0,1-1-1 0 0,-2 1 1 0 0,1 0-1 0 0,-1 0 1 0 0,1 0-1 0 0,-2 1 1 0 0,1-1-1 0 0,-1 1 0 0 0,1 0 1 0 0,-2 0-1 0 0,1 1 1 0 0,0-1-1 0 0,-1 1 1 0 0,0 0-1 0 0,0 1 0 0 0,-6-4 1 0 0,7 6 4 0 0,1-1 0 0 0,-1 1-1 0 0,1 0 1 0 0,-1 0 0 0 0,0 0 0 0 0,1 1 0 0 0,-1-1 0 0 0,0 1-1 0 0,0 0 1 0 0,0 1 0 0 0,1-1 0 0 0,-1 1 0 0 0,0 0 0 0 0,1 0-1 0 0,-1 1 1 0 0,1-1 0 0 0,-1 1 0 0 0,1 0 0 0 0,0 0 0 0 0,0 0-1 0 0,-1 1 1 0 0,2 0 0 0 0,-1-1 0 0 0,0 1 0 0 0,-5 6 0 0 0,7-6-167 0 0,-1 0 0 0 0,1 0 0 0 0,-1 0 0 0 0,1 0 0 0 0,0 0 0 0 0,0 1 0 0 0,1-1 0 0 0,-1 1 0 0 0,1-1 0 0 0,-1 1 0 0 0,1-1 0 0 0,0 1 0 0 0,0 7 0 0 0,1-7-300 0 0,0-1 1 0 0,0 1-1 0 0,0-1 1 0 0,1 1-1 0 0,-1 0 1 0 0,1-1-1 0 0,0 1 1 0 0,0-1 0 0 0,1 1-1 0 0,-1-1 1 0 0,1 0-1 0 0,0 1 1 0 0,-1-1-1 0 0,1 0 1 0 0,1 0-1 0 0,2 4 1 0 0,7 6-3669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7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88 872 0 0,'9'-88'15738'0'0,"-38"236"-13184"0"0,10 27-2364 0 0,17-101-2886 0 0,3-63 583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59 110 2376 0 0,'-2'-19'2000'0'0,"-5"4"-387"0"0,4 0-257 0 0,1 3-256 0 0,-5-2-228 0 0,4 5-204 0 0,-1-1-140 0 0,-1 3 228 0 0,-5-2-256 0 0,-4 15-1256 0 0,12 6-3372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7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1 512 0 0,'18'58'9416'0'0,"3"-1"-5404"0"0,-11-31-3705 0 0,0 0 0 0 0,-2 1 0 0 0,0 0 0 0 0,6 54 0 0 0,-14-77-277 0 0,1 0-1 0 0,-1-1 0 0 0,0 1 0 0 0,-1 0 0 0 0,1-1 1 0 0,-1 1-1 0 0,0 0 0 0 0,0-1 0 0 0,0 1 0 0 0,0-1 1 0 0,0 1-1 0 0,-1-1 0 0 0,1 0 0 0 0,-1 1 0 0 0,0-1 1 0 0,0 0-1 0 0,0 0 0 0 0,-1 0 0 0 0,-4 4 0 0 0,5-6 2 0 0,-1-1 0 0 0,1 0-27 0 0,1-1-1 0 0,-1 1 0 0 0,1 0 0 0 0,-1-1 0 0 0,1 1 0 0 0,0-1 0 0 0,-1 0 0 0 0,1 1 1 0 0,0-1-1 0 0,-1 0 0 0 0,1 0 0 0 0,0 0 0 0 0,0 0 0 0 0,0 0 0 0 0,-1 0 0 0 0,1 0 0 0 0,0-1 1 0 0,1 1-1 0 0,-1 0 0 0 0,0 0 0 0 0,0-1 0 0 0,0 1 0 0 0,1 0 0 0 0,-1-1 0 0 0,1 1 1 0 0,-1-1-1 0 0,1 1 0 0 0,0-1 0 0 0,-1 1 0 0 0,1-3 0 0 0,-1-6-2 0 0,0 0 0 0 0,1 0 0 0 0,0 0 0 0 0,1 0 0 0 0,0 0 0 0 0,0 0 0 0 0,1 1 0 0 0,0-1 0 0 0,1 1 0 0 0,0-1 0 0 0,1 1 0 0 0,0 0 0 0 0,0 0 0 0 0,1 0 0 0 0,0 1 0 0 0,0-1 0 0 0,1 1 0 0 0,7-8 0 0 0,-4 6-3 0 0,-1 1-1 0 0,2-1 1 0 0,-1 1 0 0 0,1 1-1 0 0,0 0 1 0 0,1 0 0 0 0,0 1 0 0 0,0 1-1 0 0,1 0 1 0 0,0 0 0 0 0,0 1-1 0 0,0 0 1 0 0,17-3 0 0 0,-23 7-2 0 0,-1 0 1 0 0,1 0 0 0 0,0 1-1 0 0,0 0 1 0 0,0 0 0 0 0,0 1-1 0 0,0-1 1 0 0,-1 1 0 0 0,1 0 0 0 0,0 1-1 0 0,0 0 1 0 0,9 4 0 0 0,-11-4 6 0 0,-1 0 0 0 0,1 0 0 0 0,-1 0 0 0 0,1 1 0 0 0,-1-1 0 0 0,0 1 0 0 0,0 0 0 0 0,-1 0 0 0 0,1 0 0 0 0,-1 1 0 0 0,1-1 0 0 0,-1 1 0 0 0,0-1 0 0 0,0 1 0 0 0,0 0 1 0 0,-1-1-1 0 0,1 1 0 0 0,-1 0 0 0 0,1 5 0 0 0,0 13-144 0 0,0-1-1 0 0,-2 1 1 0 0,0-1 0 0 0,-1 1-1 0 0,-2-1 1 0 0,-7 34 0 0 0,5-24-2045 0 0,4-15-3161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7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31 198 2004 0 0,'45'-75'6058'0'0,"-26"41"-1682"0"0,37-50 0 0 0,-56 84-4347 0 0,0 0 1 0 0,0-1 0 0 0,0 1-1 0 0,0 0 1 0 0,0-1 0 0 0,1 1 0 0 0,-1 0-1 0 0,0 0 1 0 0,0-1 0 0 0,0 1-1 0 0,1 0 1 0 0,-1 0 0 0 0,0 0 0 0 0,0-1-1 0 0,1 1 1 0 0,-1 0 0 0 0,0 0 0 0 0,0 0-1 0 0,1 0 1 0 0,-1 0 0 0 0,0-1-1 0 0,1 1 1 0 0,-1 0 0 0 0,0 0 0 0 0,1 0-1 0 0,-1 0 1 0 0,0 0 0 0 0,1 0 0 0 0,-1 0-1 0 0,0 0 1 0 0,1 0 0 0 0,-1 0-1 0 0,0 0 1 0 0,1 0 0 0 0,3 11 286 0 0,-5 18-89 0 0,-14 55 346 0 0,-52 157 1 0 0,38-152-2022 0 0,-20 115 1 0 0,48-197 876 0 0,0-1 0 0 0,0 1 0 0 0,1 0 0 0 0,1 7 0 0 0,6 12-5093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8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285 132 476 0 0,'5'-6'1379'0'0,"33"-45"5218"0"0,-36 48-6221 0 0,0-1 1 0 0,-1 1-1 0 0,1 0 0 0 0,-1 0 0 0 0,1-1 0 0 0,-1 1 1 0 0,0-1-1 0 0,0 0 0 0 0,0 1 0 0 0,-1-1 1 0 0,0 0-1 0 0,1 1 0 0 0,-2-8 0 0 0,1 10-318 0 0,0 0 0 0 0,0 0 0 0 0,0 0 0 0 0,-1 0-1 0 0,1 0 1 0 0,0 1 0 0 0,-1-1 0 0 0,1 0 0 0 0,-1 0 0 0 0,1 0 0 0 0,-1 1-1 0 0,1-1 1 0 0,-1 0 0 0 0,0 1 0 0 0,1-1 0 0 0,-1 0 0 0 0,0 1-1 0 0,1-1 1 0 0,-1 1 0 0 0,0-1 0 0 0,0 1 0 0 0,0-1 0 0 0,-1 0 0 0 0,1 1-38 0 0,-1-1 183 0 0,-14 1 109 0 0,14 0-295 0 0,1 0-1 0 0,-1 0 1 0 0,0 0 0 0 0,0 1 0 0 0,1-1-1 0 0,-1 0 1 0 0,0 1 0 0 0,0 0 0 0 0,1-1 0 0 0,-1 1-1 0 0,1 0 1 0 0,-1-1 0 0 0,0 1 0 0 0,1 0-1 0 0,0 0 1 0 0,-1 0 0 0 0,1 1 0 0 0,-1-1 0 0 0,1 0-1 0 0,0 0 1 0 0,0 1 0 0 0,0-1 0 0 0,0 1-1 0 0,0-1 1 0 0,0 1 0 0 0,0-1 0 0 0,1 1-1 0 0,-1 0 1 0 0,0-1 0 0 0,1 1 0 0 0,-1 0 0 0 0,1 0-1 0 0,0-1 1 0 0,0 1 0 0 0,-1 0 0 0 0,1 0-1 0 0,0-1 1 0 0,1 3 0 0 0,-1 4 83 0 0,0 0 1 0 0,1 0-1 0 0,1 0 0 0 0,-1 0 1 0 0,1 0-1 0 0,6 14 1 0 0,4 4 290 0 0,17 26 1 0 0,-19-36-117 0 0,0 0 0 0 0,-1 1-1 0 0,-1 0 1 0 0,-1 0 0 0 0,7 25 0 0 0,-14-39-210 0 0,0 0 1 0 0,0 0 0 0 0,0 0-1 0 0,0-1 1 0 0,0 1 0 0 0,-1 0-1 0 0,1 0 1 0 0,-1 0 0 0 0,0-1-1 0 0,0 1 1 0 0,0 0 0 0 0,0 0-1 0 0,0-1 1 0 0,0 1-1 0 0,-1-1 1 0 0,1 0 0 0 0,-1 1-1 0 0,0-1 1 0 0,0 0 0 0 0,0 0-1 0 0,0 0 1 0 0,0 0 0 0 0,0 0-1 0 0,0 0 1 0 0,-1-1 0 0 0,-4 3-1 0 0,0 1-16 0 0,-1-1 0 0 0,0 0 0 0 0,0-1-1 0 0,0 0 1 0 0,0 0 0 0 0,-1-1 0 0 0,-11 3 0 0 0,3-3-572 0 0,0-1 1 0 0,-1-1 0 0 0,1 0 0 0 0,0-1 0 0 0,-1-1 0 0 0,-22-5 0 0 0,21 1-2536 0 0,-1 1 0 0 0,-31-16 0 0 0,18 5-3304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8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96 196 64 0 0,'-29'-30'5432'0'0,"12"12"-688"0"0,-24-32-1 0 0,40 49-4626 0 0,0 0 1 0 0,0 0-1 0 0,0-1 0 0 0,1 1 0 0 0,-1 0 0 0 0,0-1 0 0 0,1 1 0 0 0,-1 0 0 0 0,1-1 0 0 0,-1 1 0 0 0,1-1 0 0 0,0 1 0 0 0,0-1 0 0 0,0 1 0 0 0,0-1 0 0 0,0 1 1 0 0,0-1-1 0 0,0 1 0 0 0,0-1 0 0 0,0 1 0 0 0,1-1 0 0 0,-1 1 0 0 0,1-3 0 0 0,1 2-29 0 0,0-1 1 0 0,-1 1-1 0 0,1 0 0 0 0,0 0 1 0 0,0 0-1 0 0,0 0 0 0 0,0 0 0 0 0,0 0 1 0 0,1 1-1 0 0,-1-1 0 0 0,5-2 1 0 0,5-1 12 0 0,-1 1 0 0 0,1-1 0 0 0,1 2 0 0 0,17-4 0 0 0,11 1-86 0 0,1 2 0 0 0,70 2 0 0 0,84 18-3623 0 0,-84-3-3366 0 0,-61-8 557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9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88 2472 0 0,'3'-7'1105'0'0,"0"1"0"0"0,0 0 0 0 0,1 0 0 0 0,0 0 0 0 0,0 1-1 0 0,8-9 1 0 0,-7 10-819 0 0,-1 0 0 0 0,1 1 0 0 0,-1-1 0 0 0,1 1 0 0 0,0 0 0 0 0,0 1 0 0 0,1-1 0 0 0,-1 1 0 0 0,0 0 0 0 0,1 1 0 0 0,-1-1 0 0 0,1 1 0 0 0,9-1 0 0 0,-5 1-123 0 0,0 1 0 0 0,0 0 0 0 0,0 0 0 0 0,0 1 0 0 0,0 1 0 0 0,0-1 0 0 0,-1 2 0 0 0,1-1 0 0 0,0 1 0 0 0,-1 1 0 0 0,0 0 0 0 0,0 0 0 0 0,0 1 0 0 0,0 0 0 0 0,-1 0 0 0 0,0 1 0 0 0,8 7 0 0 0,-10-9-105 0 0,-1 1 0 0 0,-1 0 0 0 0,1 1 0 0 0,-1-1 0 0 0,1 1 1 0 0,-2 0-1 0 0,1 0 0 0 0,-1 0 0 0 0,0 0 0 0 0,0 1 0 0 0,0-1 0 0 0,-1 1 0 0 0,0 0 0 0 0,-1 0 0 0 0,1-1 1 0 0,-1 1-1 0 0,0 0 0 0 0,-1 0 0 0 0,0 0 0 0 0,0 0 0 0 0,-1 0 0 0 0,1 0 0 0 0,-1 0 0 0 0,-4 13 0 0 0,-1-4-7 0 0,-1-1-1 0 0,0 0 0 0 0,0-1 0 0 0,-2 1 0 0 0,0-1 0 0 0,0-1 0 0 0,-1 0 1 0 0,-1 0-1 0 0,0-1 0 0 0,-1 0 0 0 0,0-1 0 0 0,-23 15 0 0 0,-14 7 96 0 0,-1-2 0 0 0,-62 27 0 0 0,101-52-106 0 0,45-21 124 0 0,105-52-125 0 0,-71 25-59 0 0,-2-3 0 0 0,-2-3 0 0 0,100-95-1 0 0,-153 131 15 0 0,0 0-1 0 0,0 0 0 0 0,-1 0 0 0 0,0-2 0 0 0,-1 1 0 0 0,13-29 0 0 0,-22 42 7 0 0,1-1 0 0 0,-1 1-1 0 0,0 0 1 0 0,0-1-1 0 0,0 1 1 0 0,0-1-1 0 0,1 1 1 0 0,-1-1 0 0 0,0 1-1 0 0,0-1 1 0 0,0 1-1 0 0,0 0 1 0 0,0-1-1 0 0,0 1 1 0 0,0-1 0 0 0,0 1-1 0 0,-1-1 1 0 0,1 1-1 0 0,0-1 1 0 0,0 1-1 0 0,0-1 1 0 0,0 1 0 0 0,-1 0-1 0 0,1-1 1 0 0,0 1-1 0 0,0-1 1 0 0,-1 1 0 0 0,1 0-1 0 0,0-1 1 0 0,-1 1-1 0 0,1 0 1 0 0,0-1-1 0 0,-1 1 1 0 0,1 0 0 0 0,0 0-1 0 0,-1-1 1 0 0,1 1-1 0 0,-1 0 1 0 0,1 0-1 0 0,0 0 1 0 0,-1 0 0 0 0,1-1-1 0 0,-1 1 1 0 0,1 0-1 0 0,-1 0 1 0 0,1 0-1 0 0,-1 0 1 0 0,1 0 0 0 0,-1 0-1 0 0,1 0 1 0 0,0 0-1 0 0,-1 0 1 0 0,0 1-1 0 0,-23 2 15 0 0,12 3-9 0 0,-1 0 0 0 0,1 0 0 0 0,0 1 0 0 0,1 1 0 0 0,-1 0 0 0 0,2 0 0 0 0,-1 1 0 0 0,1 0 0 0 0,0 1 0 0 0,1 0 0 0 0,0 1 0 0 0,-11 19 0 0 0,13-20-1 0 0,0 2 0 0 0,1-1 1 0 0,1 0-1 0 0,0 1 0 0 0,1 0 0 0 0,0 1 1 0 0,0-1-1 0 0,2 0 0 0 0,-1 1 0 0 0,2 0 0 0 0,0-1 1 0 0,0 1-1 0 0,2 19 0 0 0,1-22-11 0 0,0 0 0 0 0,0 0 0 0 0,1-1 0 0 0,0 1 0 0 0,1-1 0 0 0,0 0 0 0 0,1 0 0 0 0,0 0 0 0 0,0 0 0 0 0,1-1 0 0 0,0 0 0 0 0,10 11 0 0 0,-7-11-696 0 0,0 1 1 0 0,0-1 0 0 0,21 13-1 0 0,-20-15-954 0 0,0 0 1 0 0,0-1-1 0 0,1-1 0 0 0,13 5 0 0 0,-3-4-4669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19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28 684 0 0,'44'-28'12049'0'0,"-43"28"-11957"0"0,-1 0 0 0 0,1 0 0 0 0,-1 0 0 0 0,1 0 0 0 0,-1 0 0 0 0,1 0 0 0 0,-1 1 0 0 0,1-1 0 0 0,-1 0 0 0 0,1 0 0 0 0,-1 0 0 0 0,1 0 0 0 0,-1 1 0 0 0,0-1 0 0 0,1 0 0 0 0,-1 1 0 0 0,1-1 0 0 0,-1 0 0 0 0,0 1 0 0 0,1-1 0 0 0,-1 0 0 0 0,0 1 0 0 0,1-1 0 0 0,-1 0 0 0 0,0 1 0 0 0,0-1 0 0 0,0 1 0 0 0,1-1 0 0 0,-1 2 0 0 0,0 18 1418 0 0,-13 23-127 0 0,12-39-1174 0 0,-19 42 509 0 0,-1 0-1 0 0,-29 44 1 0 0,-13 25-2361 0 0,52-91-776 0 0,1 0 1 0 0,0 1-1 0 0,-5 26 0 0 0,9-19-4607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0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91 1980 0 0,'5'6'9878'0'0,"-31"-39"-6925"0"0,23 28-2903 0 0,0 0 0 0 0,-1 0 1 0 0,1 1-1 0 0,-1-1 0 0 0,0 1 1 0 0,0 0-1 0 0,-1 0 0 0 0,1 1 1 0 0,-1-1-1 0 0,0 1 1 0 0,0 0-1 0 0,0 0 0 0 0,0 1 1 0 0,-10-4-1 0 0,8 4-46 0 0,-1 1 0 0 0,1 1 0 0 0,-1-1 0 0 0,0 1 0 0 0,1 1 0 0 0,-1 0 0 0 0,1 0 0 0 0,-1 0 0 0 0,1 1 0 0 0,0 0 0 0 0,-1 0 0 0 0,1 1 0 0 0,0-1 0 0 0,0 2 0 0 0,1-1 0 0 0,-1 1-1 0 0,-10 8 1 0 0,-7 6-8 0 0,1 0-1 0 0,1 2 0 0 0,-21 25 0 0 0,24-26 7 0 0,2 1 1 0 0,1 0-1 0 0,0 2 1 0 0,1-1-1 0 0,2 2 0 0 0,0 0 1 0 0,1 1-1 0 0,-10 31 0 0 0,20-50-2 0 0,1 1 0 0 0,-1 0-1 0 0,1-1 1 0 0,1 1 0 0 0,-1 0-1 0 0,1-1 1 0 0,0 1 0 0 0,0 0-1 0 0,1 0 1 0 0,-1-1 0 0 0,3 10-1 0 0,-2-13 2 0 0,0 0 0 0 0,0 0 0 0 0,0 0 0 0 0,0 0 1 0 0,0 0-1 0 0,1 0 0 0 0,-1 0 0 0 0,0 0 0 0 0,1-1 0 0 0,-1 1 0 0 0,1 0 0 0 0,0-1 0 0 0,0 1 0 0 0,0-1 0 0 0,-1 0 0 0 0,1 1 0 0 0,0-1 0 0 0,1 0 0 0 0,-1 0 0 0 0,0 0 0 0 0,0-1 1 0 0,0 1-1 0 0,0 0 0 0 0,1-1 0 0 0,-1 0 0 0 0,0 1 0 0 0,1-1 0 0 0,-1 0 0 0 0,0 0 0 0 0,5-1 0 0 0,5 0-7 0 0,0-1 1 0 0,1 0-1 0 0,-1-1 1 0 0,0-1-1 0 0,-1 0 0 0 0,1 0 1 0 0,-1-1-1 0 0,1-1 0 0 0,-2 0 1 0 0,1 0-1 0 0,0-1 0 0 0,-1 0 1 0 0,-1-1-1 0 0,1 0 0 0 0,15-19 1 0 0,5-9 335 0 0,-2-1 0 0 0,44-76 0 0 0,-57 89 127 0 0,-4 2 19 0 0,-9 17-390 0 0,0 0 0 0 0,1 0 0 0 0,0 0 0 0 0,0 1 1 0 0,4-6-1 0 0,-6 9-53 0 0,5 11 28 0 0,-9 24 56 0 0,0 0 0 0 0,-17 66 0 0 0,-2 15-902 0 0,20-98-239 0 0,0 1-1 0 0,2 0 1 0 0,0 0-1 0 0,3 25 1 0 0,4-15-4386 0 0,-1-16 668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1 193 200 0 0,'36'-78'10934'0'0,"-35"77"-10880"0"0,-1 0 0 0 0,1 0 1 0 0,-1 0-1 0 0,1 1 0 0 0,-1-1 0 0 0,1 0 1 0 0,-1 0-1 0 0,1 1 0 0 0,0-1 1 0 0,-1 1-1 0 0,1-1 0 0 0,0 1 0 0 0,0-1 1 0 0,-1 1-1 0 0,1-1 0 0 0,0 1 1 0 0,0-1-1 0 0,0 1 0 0 0,-1 0 0 0 0,1-1 1 0 0,0 1-1 0 0,0 0 0 0 0,0 0 0 0 0,0 0 1 0 0,0 0-1 0 0,1 0 0 0 0,0 0-10 0 0,0 1 0 0 0,0-1-1 0 0,-1 1 1 0 0,1 0 0 0 0,0-1-1 0 0,0 1 1 0 0,-1 0 0 0 0,1 0-1 0 0,0 0 1 0 0,-1 1 0 0 0,3 1-1 0 0,1 2 9 0 0,0 1 0 0 0,0 0 0 0 0,0 0 0 0 0,-1 0 0 0 0,5 8 0 0 0,-5-5-5 0 0,0 0 0 0 0,-1 0 1 0 0,0 0-1 0 0,-1 1 0 0 0,0-1 0 0 0,0 1 1 0 0,0 11-1 0 0,-2-15-27 0 0,1-1 0 0 0,-1 1 1 0 0,-1-1-1 0 0,1 1 0 0 0,-1 0 0 0 0,0-1 0 0 0,-1 0 0 0 0,1 1 0 0 0,-1-1 1 0 0,0 0-1 0 0,0 1 0 0 0,-1-1 0 0 0,-4 7 0 0 0,6-10-11 0 0,0-1 0 0 0,0 1 0 0 0,0-1 0 0 0,0 0 0 0 0,-1 1-1 0 0,1-1 1 0 0,0 0 0 0 0,-1 0 0 0 0,1 0 0 0 0,-1 0 0 0 0,0 0 0 0 0,1 0 0 0 0,-1 0-1 0 0,0 0 1 0 0,1-1 0 0 0,-1 1 0 0 0,0-1 0 0 0,-3 1 0 0 0,4-1-7 0 0,0 0 0 0 0,0 0 0 0 0,0-1 1 0 0,0 1-1 0 0,0 0 0 0 0,0-1 0 0 0,0 1 0 0 0,0-1 1 0 0,0 1-1 0 0,1-1 0 0 0,-1 1 0 0 0,0-1 1 0 0,0 0-1 0 0,0 1 0 0 0,1-1 0 0 0,-1 0 0 0 0,0 0 1 0 0,1 0-1 0 0,-1 1 0 0 0,1-1 0 0 0,-1 0 0 0 0,1 0 1 0 0,-1 0-1 0 0,1 0 0 0 0,0 0 0 0 0,-1 0 1 0 0,1 0-1 0 0,0 0 0 0 0,0 0 0 0 0,0 0 0 0 0,0-1 1 0 0,-1-3-5 0 0,1 0 0 0 0,0 0 0 0 0,0 1 0 0 0,0-1 0 0 0,1 0 0 0 0,0 0 0 0 0,0 1 0 0 0,3-10 0 0 0,16-35-43 0 0,-19 48 42 0 0,8-19 5 0 0,1 1-1 0 0,1 0 1 0 0,1 1 0 0 0,1 1-1 0 0,0 0 1 0 0,1 0-1 0 0,1 1 1 0 0,1 1-1 0 0,0 0 1 0 0,27-18 0 0 0,-40 31 4 0 0,0 0 0 0 0,0 1 0 0 0,-1-1 1 0 0,1 1-1 0 0,0-1 0 0 0,0 1 0 0 0,0 0 1 0 0,0 0-1 0 0,1 1 0 0 0,-1-1 0 0 0,0 1 1 0 0,0-1-1 0 0,0 1 0 0 0,1 0 0 0 0,-1 0 1 0 0,0 0-1 0 0,0 1 0 0 0,1-1 0 0 0,-1 1 1 0 0,0 0-1 0 0,0 0 0 0 0,0 0 0 0 0,0 0 1 0 0,0 0-1 0 0,0 1 0 0 0,0-1 0 0 0,-1 1 0 0 0,4 2 1 0 0,-2 0 16 0 0,0 0 1 0 0,0 1-1 0 0,0-1 0 0 0,-1 1 1 0 0,0-1-1 0 0,0 1 0 0 0,0 0 1 0 0,-1 0-1 0 0,0 1 1 0 0,0-1-1 0 0,0 0 0 0 0,0 1 1 0 0,-1-1-1 0 0,0 1 1 0 0,0 6-1 0 0,0 8 34 0 0,-2 0 0 0 0,0 0-1 0 0,-1-1 1 0 0,-1 1 0 0 0,-11 36 0 0 0,-4 33-1297 0 0,18-86 1032 0 0,0-1 1 0 0,0 1-1 0 0,0 0 0 0 0,0 0 0 0 0,0 0 1 0 0,1 0-1 0 0,-1 0 0 0 0,2 2 0 0 0,7 12-4596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1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415 734 880 0 0,'2'-4'529'0'0,"-1"0"1"0"0,1 0-1 0 0,-1 1 0 0 0,0-1 0 0 0,-1 0 0 0 0,1 0 1 0 0,-1 0-1 0 0,1 0 0 0 0,-1 0 0 0 0,0 0 1 0 0,-1 0-1 0 0,1 0 0 0 0,-1 0 0 0 0,0 0 1 0 0,0 1-1 0 0,0-1 0 0 0,0 0 0 0 0,-3-5 0 0 0,2 6-371 0 0,0 0 0 0 0,0 1 0 0 0,0-1 0 0 0,0 1 0 0 0,0-1 0 0 0,-1 1 0 0 0,1 0 0 0 0,-1 0-1 0 0,0 0 1 0 0,0 0 0 0 0,1 1 0 0 0,-1-1 0 0 0,0 1 0 0 0,0 0 0 0 0,0 0 0 0 0,-1 0-1 0 0,1 0 1 0 0,0 0 0 0 0,0 1 0 0 0,0-1 0 0 0,-1 1 0 0 0,-5 0 0 0 0,-3 1-33 0 0,1 0 1 0 0,0 1-1 0 0,0 0 1 0 0,0 1-1 0 0,0 0 0 0 0,0 1 1 0 0,1 0-1 0 0,-1 1 1 0 0,1 0-1 0 0,-18 13 1 0 0,-4 4 61 0 0,-52 48 0 0 0,72-58-139 0 0,0 1 0 0 0,1 0-1 0 0,-14 20 1 0 0,21-28-36 0 0,0 2 0 0 0,0-1 0 0 0,1 0 0 0 0,0 1 1 0 0,0-1-1 0 0,1 1 0 0 0,-1 0 0 0 0,2 0 0 0 0,-1 0 0 0 0,-1 14 1 0 0,3-20-10 0 0,0 1 1 0 0,0 0 0 0 0,1 0 0 0 0,-1 0-1 0 0,1-1 1 0 0,-1 1 0 0 0,1 0 0 0 0,-1-1-1 0 0,1 1 1 0 0,0-1 0 0 0,0 1 0 0 0,-1 0-1 0 0,1-1 1 0 0,0 0 0 0 0,1 1 0 0 0,-1-1-1 0 0,0 0 1 0 0,0 1 0 0 0,1-1 0 0 0,-1 0-1 0 0,0 0 1 0 0,1 0 0 0 0,-1 0 0 0 0,1 0-1 0 0,-1 0 1 0 0,1-1 0 0 0,0 1 0 0 0,-1 0-1 0 0,1-1 1 0 0,0 0 0 0 0,0 1 0 0 0,-1-1-1 0 0,1 0 1 0 0,0 0 0 0 0,0 0 0 0 0,2 0-1 0 0,6 0 4 0 0,0 0-1 0 0,0-1 0 0 0,0 0 1 0 0,0 0-1 0 0,11-4 0 0 0,-4 0-6 0 0,0-1-1 0 0,1 0 1 0 0,-2-1-1 0 0,1-1 1 0 0,-1 0 0 0 0,0-2-1 0 0,-1 1 1 0 0,0-2-1 0 0,25-23 1 0 0,-23 17-8 0 0,-1-2 0 0 0,-1 0 0 0 0,0 0 0 0 0,-1-2 0 0 0,-1 1-1 0 0,15-36 1 0 0,-10 13-11 0 0,-1 0 0 0 0,17-78-1 0 0,3-88 11 0 0,-15-46 2041 0 0,-22 253-1984 0 0,-4 27 29 0 0,-1-8-60 0 0,-66 392 436 0 0,10-86-208 0 0,59-305-445 0 0,-13 115-119 0 0,15-116-992 0 0,3 32-1 0 0,-1-38-412 0 0,0 1-1 0 0,1 0 1 0 0,7 16-1 0 0,1-3-5397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2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92 2484 0 0,'-2'-51'10651'0'0,"9"48"-9990"0"0,-2 3-404 0 0,2 9-1 0 0,-3-1-204 0 0,1 0 0 0 0,-2 0 0 0 0,1 0 0 0 0,-1 1-1 0 0,0-1 1 0 0,-1 1 0 0 0,0 0 0 0 0,-1 0 0 0 0,1-1-1 0 0,-2 1 1 0 0,1 0 0 0 0,-2 12 0 0 0,0-9-10 0 0,-1 0 1 0 0,0 0-1 0 0,-1 0 0 0 0,-1 0 1 0 0,0 0-1 0 0,0-1 1 0 0,-1 1-1 0 0,-9 12 0 0 0,4-6 67 0 0,-2-2-1 0 0,0 1 0 0 0,-1-2 1 0 0,0 1-1 0 0,-2-2 0 0 0,0 0 1 0 0,0-1-1 0 0,-1 0 0 0 0,-1-1 1 0 0,-33 17-1 0 0,48-27-65 0 0,0-1 0 0 0,-1 0 0 0 0,1 1-1 0 0,0-1 1 0 0,-1 0 0 0 0,1-1 0 0 0,-1 1 0 0 0,1 0 0 0 0,-1-1-1 0 0,0 1 1 0 0,1-1 0 0 0,-1 0 0 0 0,1 0 0 0 0,-1 0-1 0 0,0 0 1 0 0,1-1 0 0 0,-6 0 0 0 0,8 0-38 0 0,0 0 1 0 0,0 0-1 0 0,0 0 1 0 0,0 0-1 0 0,0 0 1 0 0,0 0 0 0 0,1 0-1 0 0,-1 0 1 0 0,0 0-1 0 0,1 0 1 0 0,-1 0-1 0 0,0 1 1 0 0,1-1-1 0 0,-1 0 1 0 0,1-1-1 0 0,-1 2-1 0 0,6-9 8 0 0,0 0 0 0 0,1 1 0 0 0,0 0-1 0 0,0 0 1 0 0,1 1 0 0 0,0-1 0 0 0,11-7 0 0 0,3-3-8 0 0,345-259-101 0 0,-341 259 98 0 0,-18 12 3 0 0,0 0 0 0 0,-1-1 0 0 0,1 1 0 0 0,-1-1 0 0 0,11-14 0 0 0,-18 20-4 0 0,1 1 0 0 0,-1-1-1 0 0,1 1 1 0 0,-1 0 0 0 0,0-1 0 0 0,1 1-1 0 0,-1-1 1 0 0,0 1 0 0 0,1-1 0 0 0,-1 1-1 0 0,0-1 1 0 0,1 1 0 0 0,-1-1-1 0 0,0 0 1 0 0,0 1 0 0 0,0-1 0 0 0,0 1-1 0 0,1-1 1 0 0,-1 1 0 0 0,0-1 0 0 0,0 0-1 0 0,0 1 1 0 0,0-1 0 0 0,0 1-1 0 0,-1-1 1 0 0,1 0 0 0 0,0 1 0 0 0,0-1-1 0 0,0 1 1 0 0,0-1 0 0 0,-1 0 0 0 0,-2 0 0 0 0,1 0 1 0 0,-1 1 0 0 0,1 0 0 0 0,-1-1-1 0 0,1 1 1 0 0,-1 0 0 0 0,1 0 0 0 0,-1 0-1 0 0,1 1 1 0 0,-1-1 0 0 0,1 1 0 0 0,-1-1-1 0 0,1 1 1 0 0,0 0 0 0 0,-1 0-1 0 0,1 0 1 0 0,0 0 0 0 0,0 0 0 0 0,-4 3-1 0 0,-3 1 8 0 0,-10 4 4 0 0,0 2 0 0 0,0 0 0 0 0,1 1 0 0 0,1 0 0 0 0,0 2 0 0 0,1 0 0 0 0,0 1 0 0 0,1 1 1 0 0,0 0-1 0 0,2 1 0 0 0,-13 19 0 0 0,23-31-13 0 0,1-1 0 0 0,0 1 0 0 0,-1 0 0 0 0,2-1 0 0 0,-1 1 0 0 0,0 0 0 0 0,1 0-1 0 0,0 0 1 0 0,0 0 0 0 0,1 0 0 0 0,0 0 0 0 0,-1 0 0 0 0,2 0 0 0 0,-1 1 0 0 0,2 9 0 0 0,0-9 26 0 0,0-1 0 0 0,0 1 1 0 0,1 0-1 0 0,0-1 0 0 0,0 1 0 0 0,0-1 1 0 0,1 0-1 0 0,0 0 0 0 0,0 0 0 0 0,0-1 0 0 0,7 7 1 0 0,5 1-467 0 0,0-1 0 0 0,0 0 1 0 0,1-1-1 0 0,0-1 0 0 0,1-1 1 0 0,-1 0-1 0 0,25 6 0 0 0,15 0-5678 0 0,-28-9 277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2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48 652 0 0,'-33'-22'10461'0'0,"6"3"-5330"0"0,27 19-5115 0 0,0-1-1 0 0,0 1 1 0 0,1 0 0 0 0,-1-1-1 0 0,0 1 1 0 0,1-1 0 0 0,-1 1-1 0 0,0 0 1 0 0,1-1 0 0 0,-1 1-1 0 0,1 0 1 0 0,-1-1-1 0 0,0 1 1 0 0,1 0 0 0 0,-1 0-1 0 0,1-1 1 0 0,-1 1 0 0 0,1 0-1 0 0,-1 0 1 0 0,1 0-1 0 0,-1 0 1 0 0,1 0 0 0 0,-1 0-1 0 0,1 0 1 0 0,-1 0 0 0 0,1 0-1 0 0,-1 0 1 0 0,1 0 0 0 0,-1 0-1 0 0,1 0 1 0 0,-1 0-1 0 0,1 0 1 0 0,-1 0 0 0 0,1 0-1 0 0,-1 1 1 0 0,1-1 0 0 0,-1 0-1 0 0,1 0 1 0 0,-1 1 0 0 0,25 7 217 0 0,-24-7-224 0 0,4 1 20 0 0,0 0 0 0 0,0 0 1 0 0,-1 0-1 0 0,1 1 0 0 0,-1-1 1 0 0,0 1-1 0 0,1 0 0 0 0,-1 1 1 0 0,-1-1-1 0 0,1 1 0 0 0,0-1 1 0 0,-1 1-1 0 0,0 0 0 0 0,0 1 1 0 0,0-1-1 0 0,0 0 0 0 0,2 7 1 0 0,-3-6 32 0 0,-1-1 1 0 0,0 1-1 0 0,0 0 1 0 0,-1-1 0 0 0,1 1-1 0 0,-1 0 1 0 0,0 0-1 0 0,0 0 1 0 0,-1-1 0 0 0,1 1-1 0 0,-1 0 1 0 0,0 0-1 0 0,0-1 1 0 0,-1 1 0 0 0,1-1-1 0 0,-1 1 1 0 0,0-1-1 0 0,-4 5 1 0 0,-8 13 300 0 0,-1-1 1 0 0,-1 0-1 0 0,-1-2 0 0 0,-1 0 1 0 0,0-1-1 0 0,-32 24 0 0 0,-4 6 352 0 0,39-36-547 0 0,12-9-113 0 0,-1-1 1 0 0,1 1-1 0 0,0 0 0 0 0,0 0 1 0 0,0 1-1 0 0,-4 4 1 0 0,22-5 48 0 0,5-4-264 0 0,-1 0 1 0 0,1-1 0 0 0,0-1 0 0 0,28-9-1 0 0,-11 4-327 0 0,149-37-3872 0 0,-66 11-2575 0 0,-42 8-832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2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47 3292 0 0,'-1'-2'2562'0'0,"-17"-42"11723"0"0,17 46-13784 0 0,1 11 182 0 0,0 1 0 0 0,2 19 0 0 0,0 28-60 0 0,-7-26-343 0 0,-2-1-1 0 0,-19 62 1 0 0,15-61-1448 0 0,2-1-1 0 0,-8 57 1 0 0,17-88 759 0 0,-2 29-2846 0 0,7-12-4179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1 144 980 0 0,'57'-80'16676'0'0,"-37"45"-12387"0"0,-20 35-4257 0 0,0 0-1 0 0,0-1 1 0 0,0 1 0 0 0,0 0-1 0 0,0 0 1 0 0,0-1-1 0 0,0 1 1 0 0,0 0-1 0 0,0 0 1 0 0,0 0-1 0 0,0-1 1 0 0,0 1-1 0 0,1 0 1 0 0,-1 0 0 0 0,0 0-1 0 0,0 0 1 0 0,0-1-1 0 0,0 1 1 0 0,0 0-1 0 0,0 0 1 0 0,1 0-1 0 0,-1 0 1 0 0,0 0 0 0 0,0 0-1 0 0,0-1 1 0 0,1 1-1 0 0,-1 0 1 0 0,0 0-1 0 0,0 0 1 0 0,0 0-1 0 0,1 0 1 0 0,-1 0-1 0 0,0 0 1 0 0,0 0 0 0 0,0 0-1 0 0,1 0 1 0 0,-1 0-1 0 0,0 0 1 0 0,0 0-1 0 0,0 0 1 0 0,1 0-1 0 0,-1 0 1 0 0,4 10 1168 0 0,-2 16-799 0 0,-3-8-428 0 0,0-1 0 0 0,-2 1 0 0 0,0 0 0 0 0,-9 27-1 0 0,-27 63 161 0 0,37-102-127 0 0,-3 7 69 0 0,-9 18 388 0 0,13-30-351 0 0,-1-3-56 0 0,1 2-55 0 0,1 0 0 0 0,0 0 0 0 0,0-1 0 0 0,0 1 0 0 0,-1 0 0 0 0,1 0 1 0 0,0 0-1 0 0,0 0 0 0 0,0 0 0 0 0,-1 0 0 0 0,1 0 0 0 0,0 0 0 0 0,0 0 0 0 0,0 0 0 0 0,0-1 0 0 0,0 1 0 0 0,-1 0 0 0 0,1 0 0 0 0,0 0 0 0 0,0 0 0 0 0,0 0 0 0 0,0-1 0 0 0,0 1 0 0 0,0 0 0 0 0,0 0 0 0 0,0 0 0 0 0,-1 0 0 0 0,1-1 0 0 0,0 1 0 0 0,0 0 0 0 0,0 0 0 0 0,0 0 0 0 0,0-1 1 0 0,0 1-1 0 0,0 0 0 0 0,0 0 0 0 0,0-1 0 0 0,1-8 14 0 0,0 0 1 0 0,1 0-1 0 0,0-1 0 0 0,0 1 1 0 0,1 1-1 0 0,0-1 1 0 0,1 0-1 0 0,-1 1 0 0 0,2-1 1 0 0,-1 1-1 0 0,9-10 1 0 0,6-8 34 0 0,43-45-1 0 0,-48 57-68 0 0,0 1-1 0 0,1 0 0 0 0,0 1 0 0 0,1 1 0 0 0,30-17 0 0 0,-39 25 8 0 0,0-1 0 0 0,0 1 0 0 0,1 0-1 0 0,-1 1 1 0 0,1-1 0 0 0,0 2 0 0 0,-1-1-1 0 0,1 1 1 0 0,0 0 0 0 0,0 1 0 0 0,0 0-1 0 0,0 0 1 0 0,-1 0 0 0 0,1 1 0 0 0,0 0-1 0 0,14 5 1 0 0,-18-5 11 0 0,-1 1 0 0 0,1-1 1 0 0,-1 1-1 0 0,1 0 0 0 0,-1 0 0 0 0,0 0 0 0 0,0 0 0 0 0,0 1 1 0 0,0-1-1 0 0,0 1 0 0 0,0 0 0 0 0,-1 0 0 0 0,1 0 0 0 0,-1 0 1 0 0,0 0-1 0 0,2 4 0 0 0,-2-3-4 0 0,-1 1-1 0 0,1 0 1 0 0,-1 0-1 0 0,0 0 1 0 0,0 0-1 0 0,0-1 1 0 0,-1 1 0 0 0,0 0-1 0 0,0 0 1 0 0,-1 10-1 0 0,-3 6-1 0 0,-1-1 0 0 0,-1 0 0 0 0,-1 0 0 0 0,-16 32 0 0 0,17-37 30 0 0,-36 72-4 0 0,42-87-17 0 0,0 1 0 0 0,0-1 0 0 0,0 1 0 0 0,-1-1 0 0 0,1 1 0 0 0,0-1-1 0 0,0 0 1 0 0,0 1 0 0 0,0-1 0 0 0,0 1 0 0 0,0-1 0 0 0,0 1 0 0 0,0-1 0 0 0,0 0-1 0 0,0 1 1 0 0,0-1 0 0 0,0 1 0 0 0,0-1 0 0 0,0 1 0 0 0,1-1 0 0 0,-1 0-1 0 0,0 1 1 0 0,0-1 0 0 0,0 1 0 0 0,1-1 0 0 0,-1 0 0 0 0,0 1 0 0 0,0-1 0 0 0,1 0-1 0 0,-1 1 1 0 0,0-1 0 0 0,1 0 0 0 0,-1 1 0 0 0,0-1 0 0 0,1 0 0 0 0,-1 0-1 0 0,1 1 1 0 0,-1-1 0 0 0,0 0 0 0 0,1 0 0 0 0,-1 0 0 0 0,1 0 0 0 0,0 1 0 0 0,1-1-23 0 0,0 0 0 0 0,-1 1 1 0 0,1-1-1 0 0,0 0 0 0 0,0 0 1 0 0,0 0-1 0 0,0 0 1 0 0,0-1-1 0 0,-1 1 0 0 0,3-1 1 0 0,11-4-712 0 0,0-1 1 0 0,-1 0-1 0 0,0-2 1 0 0,0 1-1 0 0,17-14 1 0 0,-15 9-2649 0 0,-1-1-1 0 0,14-15 1 0 0,-10 7-5084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3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76 1576 0 0,'-67'-10'3028'0'0,"4"-2"-711"0"0,4 3-257 0 0,10 0-256 0 0,6 1-252 0 0,8 3-264 0 0,4-1-256 0 0,6 3-196 0 0,1-2-176 0 0,3 0-131 0 0,6 3 235 0 0,-10 0-620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877 134 744 0 0,'1'-2'2209'0'0,"2"-3"-1274"0"0,0 1 1 0 0,-1 0-1 0 0,0-1 1 0 0,1 0 0 0 0,-2 1-1 0 0,1-1 1 0 0,2-10-1 0 0,-3 8-552 0 0,-1 1-1 0 0,1-1 1 0 0,-1 0 0 0 0,0 0-1 0 0,0 0 1 0 0,-2-6 0 0 0,1 11-366 0 0,1 0-1 0 0,-1 1 1 0 0,1-1 0 0 0,-1 1 0 0 0,1-1 0 0 0,-1 1-1 0 0,0-1 1 0 0,0 1 0 0 0,0 0 0 0 0,0-1-1 0 0,0 1 1 0 0,0 0 0 0 0,0 0 0 0 0,0 0 0 0 0,-1 0-1 0 0,1 0 1 0 0,0 0 0 0 0,-1 0 0 0 0,1 0-1 0 0,-1 0 1 0 0,1 1 0 0 0,-1-1 0 0 0,1 1 0 0 0,-1-1-1 0 0,1 1 1 0 0,-1-1 0 0 0,0 1 0 0 0,1 0 0 0 0,-1 0-1 0 0,-1 0 1 0 0,-5-1-8 0 0,1 1 0 0 0,0 1-1 0 0,0-1 1 0 0,0 1 0 0 0,-9 2 0 0 0,-2 3-8 0 0,0 0 1 0 0,0 0-1 0 0,1 2 1 0 0,-20 11-1 0 0,-64 45-1 0 0,66-41 0 0 0,-316 228 95 0 0,347-248-88 0 0,-2 1 5 0 0,1 0 0 0 0,0 0 1 0 0,0 1-1 0 0,0 0 0 0 0,0 0 0 0 0,1 0 0 0 0,0 0 1 0 0,-5 8-1 0 0,9-12-5 0 0,-1 0 0 0 0,1 0 0 0 0,0 0 0 0 0,0 0 0 0 0,0 0 0 0 0,0 0-1 0 0,0 0 1 0 0,0 0 0 0 0,0 0 0 0 0,0 0 0 0 0,0 0 0 0 0,0 0 0 0 0,0 0 0 0 0,1 0 0 0 0,-1 0 0 0 0,0 0 0 0 0,1 0 0 0 0,-1 0 0 0 0,1 0 0 0 0,-1 0 0 0 0,1-1 0 0 0,-1 1-1 0 0,1 0 1 0 0,0 0 0 0 0,-1 0 0 0 0,1-1 0 0 0,0 1 0 0 0,0 0 0 0 0,-1-1 0 0 0,1 1 0 0 0,0-1 0 0 0,0 1 0 0 0,2 0 0 0 0,34 13 132 0 0,-33-13-122 0 0,78 20 251 0 0,-37-11-90 0 0,80 31 0 0 0,-112-36-130 0 0,0 1 0 0 0,-1 1-1 0 0,0 0 1 0 0,0 0 0 0 0,0 1-1 0 0,-1 1 1 0 0,-1 0 0 0 0,1 0-1 0 0,-2 1 1 0 0,15 18 0 0 0,-21-24 33 0 0,0 0 0 0 0,0 0 0 0 0,0 0 1 0 0,-1 1-1 0 0,0 0 0 0 0,0-1 0 0 0,0 1 1 0 0,0 0-1 0 0,-1 0 0 0 0,1 0 0 0 0,-1 0 1 0 0,0 0-1 0 0,-1 0 0 0 0,0 0 0 0 0,1 0 1 0 0,-1 0-1 0 0,-1 0 0 0 0,1 0 0 0 0,-1 0 1 0 0,0 0-1 0 0,0 0 0 0 0,-1 0 0 0 0,1 0 1 0 0,-1 0-1 0 0,0 0 0 0 0,0-1 0 0 0,-1 1 1 0 0,1-1-1 0 0,-1 0 0 0 0,0 0 0 0 0,0 0 1 0 0,-1 0-1 0 0,1 0 0 0 0,-7 4 0 0 0,-1 2 37 0 0,-1-1-1 0 0,0-1 0 0 0,0 0 1 0 0,-1-1-1 0 0,0 0 0 0 0,0-1 1 0 0,-1-1-1 0 0,0 0 0 0 0,0 0 1 0 0,0-2-1 0 0,-19 3 0 0 0,5-2 62 0 0,0-1 0 0 0,0-2-1 0 0,0 0 1 0 0,-55-8-1 0 0,64 4-109 0 0,0 0 1 0 0,1-2-1 0 0,-1 0 0 0 0,1-1 0 0 0,0-1 0 0 0,1 0 0 0 0,-1-2 0 0 0,2 0 0 0 0,-19-13 1 0 0,33 21-143 0 0,0 0 0 0 0,0 0 0 0 0,1-1 1 0 0,-1 1-1 0 0,1-1 0 0 0,-1 1 1 0 0,1-1-1 0 0,0 1 0 0 0,0-1 0 0 0,0 0 1 0 0,-1 0-1 0 0,2 0 0 0 0,-1 1 1 0 0,0-1-1 0 0,0 0 0 0 0,1 0 0 0 0,-1 0 1 0 0,1 0-1 0 0,-1-3 0 0 0,1 4-63 0 0,0-1-1 0 0,1 1 1 0 0,-1 0-1 0 0,1-1 1 0 0,-1 1 0 0 0,1 0-1 0 0,-1 0 1 0 0,1 0-1 0 0,0 0 1 0 0,0-1-1 0 0,0 1 1 0 0,-1 0 0 0 0,1 0-1 0 0,0 0 1 0 0,0 1-1 0 0,0-1 1 0 0,0 0-1 0 0,1 0 1 0 0,-1 0 0 0 0,0 1-1 0 0,0-1 1 0 0,0 1-1 0 0,1-1 1 0 0,-1 1-1 0 0,0-1 1 0 0,0 1-1 0 0,1 0 1 0 0,-1-1 0 0 0,0 1-1 0 0,3 0 1 0 0,5-1-1308 0 0,0 0 0 0 0,-1 1 1 0 0,13 0-1 0 0,-13 1-155 0 0,16-1-4224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5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84 184 0 0,'4'-6'1700'0'0,"-1"-1"1"0"0,0 0-1 0 0,0 1 0 0 0,0-1 0 0 0,1-11 1 0 0,-3 17-1626 0 0,-1 0 0 0 0,0 0 0 0 0,1 0 0 0 0,-1 0 0 0 0,0 0 0 0 0,0 0 0 0 0,0 0 0 0 0,0 0 0 0 0,0 0 0 0 0,0 0 1 0 0,0 0-1 0 0,0 0 0 0 0,0 0 0 0 0,-1 0 0 0 0,1 0 0 0 0,0 0 0 0 0,0 0 0 0 0,-1 0 0 0 0,1 0 0 0 0,-1 0 0 0 0,1 0 0 0 0,-1 1 0 0 0,0-1 1 0 0,1 0-1 0 0,-1 0 0 0 0,0 0 0 0 0,1 1 0 0 0,-1-1 0 0 0,0 0 0 0 0,0 1 0 0 0,0-1 0 0 0,1 1 0 0 0,-1-1 0 0 0,0 1 0 0 0,0-1 1 0 0,0 1-1 0 0,0 0 0 0 0,0-1 0 0 0,0 1 0 0 0,0 0 0 0 0,0 0 0 0 0,0 0 0 0 0,-2 0 0 0 0,-2-1-5 0 0,-1 1 0 0 0,0 0-1 0 0,1 1 1 0 0,-1-1 0 0 0,0 1 0 0 0,-8 3-1 0 0,-22 7 67 0 0,1 3-1 0 0,0 1 0 0 0,1 1 1 0 0,-41 28-1 0 0,71-42-129 0 0,1 0 0 0 0,0 0 0 0 0,0 1-1 0 0,0-1 1 0 0,1 1 0 0 0,-1 0 0 0 0,0-1 0 0 0,1 1 0 0 0,0 0 0 0 0,0 0-1 0 0,0 1 1 0 0,0-1 0 0 0,0 0 0 0 0,0 1 0 0 0,-1 6 0 0 0,2-7-2 0 0,1-1 1 0 0,0 1 0 0 0,0 0-1 0 0,0 0 1 0 0,0-1-1 0 0,0 1 1 0 0,0 0 0 0 0,1-1-1 0 0,-1 1 1 0 0,1 0 0 0 0,0-1-1 0 0,0 1 1 0 0,0-1-1 0 0,0 1 1 0 0,0-1 0 0 0,1 0-1 0 0,-1 1 1 0 0,1-1 0 0 0,0 0-1 0 0,-1 0 1 0 0,1 0-1 0 0,4 4 1 0 0,29 23 26 0 0,67 44 0 0 0,7 5-14 0 0,-107-77 23 0 0,-1 0-1 0 0,0 0 0 0 0,1 0 0 0 0,-1 0 1 0 0,0 0-1 0 0,0 0 0 0 0,0 1 0 0 0,0-1 1 0 0,0 0-1 0 0,0 1 0 0 0,0-1 0 0 0,0 1 1 0 0,-1-1-1 0 0,1 1 0 0 0,-1 0 0 0 0,1-1 1 0 0,-1 1-1 0 0,1-1 0 0 0,-1 1 0 0 0,0 0 1 0 0,0-1-1 0 0,0 1 0 0 0,0 2 0 0 0,-1-2 22 0 0,1 1 0 0 0,-1-1 0 0 0,0 0 0 0 0,0 1 0 0 0,-1-1 0 0 0,1 0 0 0 0,0 0-1 0 0,-1 0 1 0 0,1 0 0 0 0,-1 0 0 0 0,0 0 0 0 0,0 0 0 0 0,-3 2 0 0 0,-3 3 94 0 0,0-1-1 0 0,-1-1 1 0 0,0 0 0 0 0,-1 0 0 0 0,1 0 0 0 0,-15 4 0 0 0,-5-1 68 0 0,-1-1 0 0 0,0-2 0 0 0,0-1 0 0 0,-40 1 0 0 0,46-5-139 0 0,1-1 1 0 0,-1 0 0 0 0,1-2 0 0 0,-1-1-1 0 0,1-1 1 0 0,-26-9 0 0 0,48 13-118 0 0,-1 1 1 0 0,1-1-1 0 0,-1 1 1 0 0,1-1-1 0 0,-1 0 1 0 0,1 1-1 0 0,0-1 0 0 0,-1 0 1 0 0,1 0-1 0 0,0 0 1 0 0,0 0-1 0 0,0 0 1 0 0,0 0-1 0 0,0-1 1 0 0,-2-1-1 0 0,3 2-85 0 0,0 0 1 0 0,-1 0-1 0 0,1 0 0 0 0,0 1 0 0 0,0-1 1 0 0,0 0-1 0 0,0 0 0 0 0,0 0 0 0 0,0 0 1 0 0,0 0-1 0 0,0 0 0 0 0,0 0 1 0 0,0 0-1 0 0,0 0 0 0 0,1 1 0 0 0,-1-1 1 0 0,0 0-1 0 0,1 0 0 0 0,0-1 0 0 0,2-2-853 0 0,-1 0-1 0 0,2 0 1 0 0,-1 1-1 0 0,0-1 1 0 0,1 1-1 0 0,-1 0 1 0 0,1 0-1 0 0,6-4 1 0 0,9-4-4726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6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25 3284 0 0,'27'-22'8121'0'0,"-26"22"-7927"0"0,-1 0 1 0 0,1-1-1 0 0,-1 1 0 0 0,1 0 0 0 0,-1-1 1 0 0,1 1-1 0 0,-1 0 0 0 0,1 0 0 0 0,0 0 0 0 0,-1-1 1 0 0,1 1-1 0 0,-1 0 0 0 0,1 0 0 0 0,0 0 0 0 0,-1 0 1 0 0,1 0-1 0 0,0 0 0 0 0,-1 0 0 0 0,2 1 0 0 0,-2-1-154 0 0,0 0 0 0 0,1 1 0 0 0,-1 0 0 0 0,0-1 0 0 0,0 1 0 0 0,1-1 0 0 0,-1 1 0 0 0,0-1 0 0 0,0 1 0 0 0,0-1 0 0 0,0 1 0 0 0,1 0 0 0 0,-1-1 0 0 0,0 1 0 0 0,0-1 0 0 0,0 1 0 0 0,0 0 0 0 0,0-1 0 0 0,-1 1 0 0 0,1-1 0 0 0,0 1 0 0 0,0 0 0 0 0,0-1 0 0 0,0 1 0 0 0,-1 0 0 0 0,-18 74 1460 0 0,-15 81-673 0 0,34-154-820 0 0,-4 19 49 0 0,2 0 0 0 0,1 0 0 0 0,0 0 0 0 0,3 24 0 0 0,-2-41-50 0 0,1 1 0 0 0,-1-1 0 0 0,1 0 0 0 0,0 0 0 0 0,0 1 0 0 0,0-1 0 0 0,1 0 0 0 0,0 0 0 0 0,0 0 0 0 0,0-1 0 0 0,0 1 0 0 0,0 0 0 0 0,1-1 0 0 0,-1 1 0 0 0,1-1 0 0 0,0 0 0 0 0,0 0 0 0 0,0 0 0 0 0,1 0 0 0 0,-1 0 0 0 0,1-1 0 0 0,0 0 0 0 0,-1 0 0 0 0,1 0 0 0 0,0 0 0 0 0,8 2 0 0 0,-11-3-6 0 0,1 0 0 0 0,0 0 1 0 0,0-1-1 0 0,0 1 0 0 0,0-1 0 0 0,0 1 1 0 0,-1-1-1 0 0,1 0 0 0 0,0 0 0 0 0,0 0 0 0 0,0 0 1 0 0,0 0-1 0 0,0 0 0 0 0,0 0 0 0 0,3-1 0 0 0,1-1 1 0 0,1 0 0 0 0,0 0 0 0 0,0 0 0 0 0,0 0 0 0 0,0-1-1 0 0,0 0 1 0 0,0 0 0 0 0,-1-1 0 0 0,0 0 0 0 0,1 0 0 0 0,-1 0 0 0 0,-1-1-1 0 0,1 0 1 0 0,7-8 0 0 0,3-6 1 0 0,0 0 0 0 0,21-35-1 0 0,-10 9 907 0 0,36-83-1 0 0,-45 97-369 0 0,-17 29-470 0 0,-4 21-14 0 0,-1-10-90 0 0,-46 119 249 0 0,42-102-590 0 0,0 0 0 0 0,2 0 0 0 0,-3 28 0 0 0,8-49 44 0 0,1-1 0 0 0,0 1 0 0 0,0-1 0 0 0,0 0 0 0 0,1 1 0 0 0,-1-1 0 0 0,1 0 0 0 0,0 1 0 0 0,0-1 0 0 0,1 0 0 0 0,-1 0 0 0 0,1 0 1 0 0,0 0-1 0 0,3 5 0 0 0,-2-6-215 0 0,-1 1 0 0 0,1-1 0 0 0,0 0 0 0 0,0 0 0 0 0,0-1 0 0 0,0 1 1 0 0,1-1-1 0 0,-1 1 0 0 0,1-1 0 0 0,0 0 0 0 0,-1-1 0 0 0,1 1 0 0 0,0 0 1 0 0,0-1-1 0 0,4 1 0 0 0,11 2-3558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6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310 456 1360 0 0,'4'-10'1043'0'0,"-2"0"0"0"0,0-1 0 0 0,0 1 0 0 0,-1 0 0 0 0,0 0 0 0 0,-1-1 0 0 0,0 1 0 0 0,-2-16 0 0 0,2 24-937 0 0,0-1 1 0 0,-1 1-1 0 0,1-1 0 0 0,-1 1 0 0 0,1-1 0 0 0,-1 1 1 0 0,0 0-1 0 0,0-1 0 0 0,0 1 0 0 0,0 0 0 0 0,-1 0 1 0 0,1 0-1 0 0,-1 0 0 0 0,1 0 0 0 0,-1 0 1 0 0,0 0-1 0 0,1 0 0 0 0,-1 1 0 0 0,0-1 0 0 0,0 1 1 0 0,0-1-1 0 0,0 1 0 0 0,-1 0 0 0 0,1 0 1 0 0,0 0-1 0 0,-1 0 0 0 0,1 0 0 0 0,0 0 0 0 0,-1 1 1 0 0,1-1-1 0 0,-1 1 0 0 0,1-1 0 0 0,-1 1 1 0 0,1 0-1 0 0,-1 0 0 0 0,1 0 0 0 0,-1 1 0 0 0,1-1 1 0 0,-1 1-1 0 0,-3 0 0 0 0,-3 2 32 0 0,0 0 0 0 0,0 1 0 0 0,0 0 0 0 0,1 0-1 0 0,-1 0 1 0 0,1 1 0 0 0,0 1 0 0 0,0-1 0 0 0,-11 12 0 0 0,4-2 1 0 0,0-1 0 0 0,2 2-1 0 0,-18 24 1 0 0,19-21-73 0 0,0-1 0 0 0,1 2 1 0 0,1-1-1 0 0,-9 29 0 0 0,16-40-45 0 0,1-1 0 0 0,0 1 0 0 0,1 0 0 0 0,0 0 1 0 0,0 0-1 0 0,1 14 0 0 0,0-18-7 0 0,1 1 1 0 0,0-1-1 0 0,0 1 1 0 0,0-1-1 0 0,0 1 1 0 0,1-1-1 0 0,0 1 1 0 0,0-1-1 0 0,0 0 1 0 0,0 0-1 0 0,0 0 1 0 0,5 5-1 0 0,-2-4-21 0 0,0 0 1 0 0,0-1-1 0 0,1 1 0 0 0,-1-1 0 0 0,1-1 1 0 0,0 1-1 0 0,0-1 0 0 0,0 0 0 0 0,0 0 1 0 0,0-1-1 0 0,1 0 0 0 0,-1 0 1 0 0,13 2-1 0 0,-2-2-111 0 0,1 0 0 0 0,-1-1 1 0 0,1-1-1 0 0,21-2 0 0 0,-15-1-167 0 0,1-2-1 0 0,-1 0 0 0 0,-1-2 0 0 0,1 0 1 0 0,-1-2-1 0 0,0 0 0 0 0,-1-2 1 0 0,0 0-1 0 0,-1-1 0 0 0,0-2 1 0 0,-1 0-1 0 0,0-1 0 0 0,-2-1 0 0 0,1-1 1 0 0,-2 0-1 0 0,18-24 0 0 0,-12 12 269 0 0,-1-2 0 0 0,-2-1 0 0 0,-1 0 0 0 0,-1-1 0 0 0,-2-1 0 0 0,-2-1 0 0 0,-1 0 0 0 0,-1-1 0 0 0,13-73 0 0 0,-23 95 264 0 0,3-15 874 0 0,2-51 0 0 0,-27 102-695 0 0,4 13 208 0 0,0 0 0 0 0,-15 57 0 0 0,11-32-268 0 0,-54 186 374 0 0,45-123-323 0 0,28-121-352 0 0,8-1 6 0 0,-6-1-69 0 0,0 0 0 0 0,-1 0 1 0 0,1 0-1 0 0,0 0 0 0 0,-1 0 1 0 0,1 0-1 0 0,0 0 0 0 0,0-1 1 0 0,-1 1-1 0 0,1 0 0 0 0,0 0 1 0 0,-1 0-1 0 0,1-1 0 0 0,0 1 0 0 0,-1 0 1 0 0,1-1-1 0 0,-1 1 0 0 0,1-1 1 0 0,0 1-1 0 0,-1 0 0 0 0,1-2 1 0 0,15-12 38 0 0,0-1 0 0 0,21-26 0 0 0,15-16-35 0 0,-38 44-4 0 0,0 0 0 0 0,1 1 0 0 0,0 0 0 0 0,1 1 0 0 0,0 1 0 0 0,0 1 0 0 0,33-14 0 0 0,-28 18-30 0 0,-15 5 20 0 0,-2 1 0 0 0,-2 0 8 0 0,0-1 0 0 0,0 0 0 0 0,0 1 0 0 0,0-1 0 0 0,0 1 0 0 0,0 0 0 0 0,0-1 0 0 0,0 1 0 0 0,0 0 0 0 0,0 0 0 0 0,0 0 0 0 0,0 1 0 0 0,0-1 0 0 0,-1 0 0 0 0,1 1 0 0 0,-1-1 0 0 0,1 1 0 0 0,-1 0 0 0 0,1-1 0 0 0,-1 1 0 0 0,0 0 0 0 0,0 0 0 0 0,0 0 0 0 0,0 0 0 0 0,0 0 0 0 0,1 2 0 0 0,0 4 12 0 0,1-1-1 0 0,-1 1 1 0 0,-1-1 0 0 0,1 1-1 0 0,0 11 1 0 0,-2 9 13 0 0,-7 48 0 0 0,2-12-2194 0 0,6-36-622 0 0,3-11-2191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0 578 1716 0 0,'4'10'5807'0'0,"-6"14"-1952"0"0,1-16-3141 0 0,1-1 0 0 0,0 1-1 0 0,0 0 1 0 0,1 8 0 0 0,0-13-609 0 0,-1-1 1 0 0,1 0 0 0 0,-1 0 0 0 0,1 0-1 0 0,0 0 1 0 0,0 0 0 0 0,0 0-1 0 0,0 0 1 0 0,0-1 0 0 0,0 1 0 0 0,0 0-1 0 0,1 0 1 0 0,-1-1 0 0 0,1 1-1 0 0,-1-1 1 0 0,1 1 0 0 0,0-1-1 0 0,-1 0 1 0 0,4 2 0 0 0,5 2 19 0 0,0-1 1 0 0,0 0-1 0 0,1-1 0 0 0,-1-1 1 0 0,1 1-1 0 0,0-1 0 0 0,-1-1 1 0 0,1 0-1 0 0,0-1 0 0 0,0 0 1 0 0,0 0-1 0 0,18-4 0 0 0,-14 1-103 0 0,1 0-1 0 0,-1-1 1 0 0,0-1-1 0 0,0-1 1 0 0,-1 0-1 0 0,0 0 1 0 0,0-2-1 0 0,16-10 1 0 0,-8 1-47 0 0,-1-1 0 0 0,-1-1 1 0 0,0 0-1 0 0,-1-2 0 0 0,-2 0 0 0 0,0-1 1 0 0,-1-1-1 0 0,-1 0 0 0 0,19-43 1 0 0,-9 9-98 0 0,-3-1 0 0 0,-2-1 1 0 0,14-73-1 0 0,-29 108 94 0 0,-1 11-7 0 0,-1 0 0 0 0,-1 0 0 0 0,2-14 0 0 0,-4 26 34 0 0,0 1-1 0 0,0 0 1 0 0,0-1-1 0 0,0 1 1 0 0,0 0 0 0 0,0-1-1 0 0,0 1 1 0 0,0-1-1 0 0,0 1 1 0 0,0 0-1 0 0,0-1 1 0 0,0 1-1 0 0,0 0 1 0 0,0-1 0 0 0,0 1-1 0 0,0-1 1 0 0,0 1-1 0 0,0 0 1 0 0,-1-1-1 0 0,1 1 1 0 0,0 0-1 0 0,0-1 1 0 0,0 1-1 0 0,-1 0 1 0 0,1-1 0 0 0,0 1-1 0 0,0 0 1 0 0,-1 0-1 0 0,1-1 1 0 0,0 1-1 0 0,-1 0 1 0 0,1 0-1 0 0,0 0 1 0 0,-1-1-1 0 0,1 1 1 0 0,0 0 0 0 0,-1 0-1 0 0,1 0 1 0 0,0 0-1 0 0,-1 0 1 0 0,-15 10-7 0 0,-11 23 41 0 0,-4 14 15 0 0,3 1-1 0 0,1 1 1 0 0,3 2 0 0 0,2 0 0 0 0,3 2 0 0 0,-22 90 0 0 0,36-121-17 0 0,1-1-1 0 0,1 1 1 0 0,0 0-1 0 0,2 0 1 0 0,2 36 0 0 0,0-48-31 0 0,1 0 1 0 0,0 0-1 0 0,1 0 0 0 0,0 0 1 0 0,0 0-1 0 0,1 0 1 0 0,0-1-1 0 0,1 1 1 0 0,0-1-1 0 0,1-1 1 0 0,-1 1-1 0 0,2-1 1 0 0,13 15-1 0 0,-10-14-241 0 0,0 1 0 0 0,1-2 0 0 0,0 0 0 0 0,1 0 0 0 0,-1-1 0 0 0,1-1 0 0 0,1 0 0 0 0,-1 0 0 0 0,1-1 0 0 0,15 3 0 0 0,-15-5-602 0 0,-1 0 0 0 0,1-1-1 0 0,1-1 1 0 0,-1 0 0 0 0,0 0 0 0 0,0-2 0 0 0,0 0-1 0 0,0 0 1 0 0,0-1 0 0 0,21-6 0 0 0,5-5-3300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156 196 536 0 0,'4'-31'2282'0'0,"4"-17"2395"0"0,2-69 1003 0 0,-11 118-5639 0 0,0 0 0 0 0,1-1 0 0 0,-1 1 0 0 0,0 0 0 0 0,1-1 0 0 0,-1 1 0 0 0,0 0 0 0 0,1 0 0 0 0,-1-1 0 0 0,1 1 0 0 0,-1 0 0 0 0,1 0 0 0 0,0 0 0 0 0,-1 0 0 0 0,1 0 0 0 0,0 0 0 0 0,-1-1 0 0 0,1 1 0 0 0,0 0 0 0 0,0 0 0 0 0,0 2-1 0 0,-1-1 65 0 0,-59 278 2962 0 0,-22 92-1597 0 0,58-259-970 0 0,24-112-494 0 0,0-1 0 0 0,0 0 0 0 0,0 1-1 0 0,0-1 1 0 0,0 0 0 0 0,0 1-1 0 0,-1-1 1 0 0,1 1 0 0 0,0-1-1 0 0,0 0 1 0 0,0 1 0 0 0,0-1 0 0 0,0 0-1 0 0,1 1 1 0 0,-1-1 0 0 0,0 1-1 0 0,0-1 1 0 0,0 0 0 0 0,0 1-1 0 0,0-1 1 0 0,0 0 0 0 0,1 1 0 0 0,-1-1-1 0 0,0 0 1 0 0,0 1 0 0 0,0-1-1 0 0,1 0 1 0 0,-1 0 0 0 0,0 1-1 0 0,1-1 1 0 0,-1 0 0 0 0,11-3 46 0 0,12-14-37 0 0,60-80-58 0 0,-57 64 10 0 0,49-49 1 0 0,-74 81 31 0 0,57-48-15 0 0,-51 44 4 0 0,0 0-1 0 0,1 0 1 0 0,-1 1-1 0 0,1 0 1 0 0,0 0-1 0 0,10-3 1 0 0,-16 6 10 0 0,0 1 0 0 0,0 0 0 0 0,0-1 0 0 0,0 1 0 0 0,0 0 0 0 0,-1 0 0 0 0,1 0 0 0 0,0 0 0 0 0,0 0 0 0 0,0 0 1 0 0,0 0-1 0 0,0 1 0 0 0,0-1 0 0 0,0 1 0 0 0,-1-1 0 0 0,1 1 0 0 0,0 0 0 0 0,0 0 0 0 0,-1 0 0 0 0,2 1 0 0 0,0 0 11 0 0,-1 0 0 0 0,1 1 0 0 0,-1-1 0 0 0,0 1 1 0 0,0-1-1 0 0,0 1 0 0 0,-1 0 0 0 0,1 0 0 0 0,-1-1 0 0 0,3 7 0 0 0,-1 1 29 0 0,-1 0 1 0 0,1 0-1 0 0,-2 0 0 0 0,1 0 1 0 0,-1 0-1 0 0,-1 15 0 0 0,-3 9 100 0 0,-8 36 0 0 0,5-41-472 0 0,2 0-1 0 0,0 32 1 0 0,4-58 135 0 0,0 0 0 0 0,0 0 0 0 0,0 0 0 0 0,1 0 0 0 0,0 0 0 0 0,-1 0 1 0 0,1 0-1 0 0,0 0 0 0 0,1 0 0 0 0,-1 0 0 0 0,0 0 0 0 0,1-1 0 0 0,-1 1 0 0 0,1-1 0 0 0,0 1 1 0 0,0-1-1 0 0,0 0 0 0 0,3 3 0 0 0,-2-3-472 0 0,0 0 1 0 0,0 0-1 0 0,0 0 1 0 0,0 0-1 0 0,1 0 1 0 0,-1 0 0 0 0,1-1-1 0 0,-1 0 1 0 0,5 1-1 0 0,11 1-5297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8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274 560 2244 0 0,'20'-25'3369'0'0,"-13"17"-2090"0"0,-1 0 0 0 0,1-1 1 0 0,-1 0-1 0 0,-1 0 0 0 0,7-14 1 0 0,-12 22-1229 0 0,1 1 1 0 0,-1 0-1 0 0,0-1 1 0 0,0 1-1 0 0,1-1 1 0 0,-1 1-1 0 0,0-1 1 0 0,0 1 0 0 0,0-1-1 0 0,0 1 1 0 0,0-1-1 0 0,0 1 1 0 0,0-1-1 0 0,0 1 1 0 0,0-1-1 0 0,0 1 1 0 0,0-1 0 0 0,0 1-1 0 0,0-1 1 0 0,0 1-1 0 0,0-1 1 0 0,0 1-1 0 0,0-1 1 0 0,-1 1 0 0 0,1 0-1 0 0,0-1 1 0 0,0 1-1 0 0,-1-1 1 0 0,1 1-1 0 0,0-1 1 0 0,-1 1-1 0 0,1 0 1 0 0,0-1 0 0 0,-1 1-1 0 0,1 0 1 0 0,-1-1-1 0 0,-1 1 20 0 0,1-1 0 0 0,-1 1 0 0 0,0 0 1 0 0,1 0-1 0 0,-1 0 0 0 0,1 1 0 0 0,-1-1 0 0 0,0 0 0 0 0,1 1 0 0 0,-1-1 0 0 0,-2 2 0 0 0,-40 19 668 0 0,17-5-495 0 0,1 2 0 0 0,0 0 0 0 0,2 2 0 0 0,0 1 0 0 0,1 0 0 0 0,1 2 0 0 0,1 1 0 0 0,-34 50 0 0 0,52-70-217 0 0,1 1 0 0 0,-1 0-1 0 0,1-1 1 0 0,0 1 0 0 0,0 0-1 0 0,1 0 1 0 0,0 0-1 0 0,-1 0 1 0 0,2 0 0 0 0,-1 0-1 0 0,1 0 1 0 0,0 7 0 0 0,0-9-19 0 0,0-1 0 0 0,1 0-1 0 0,-1 1 1 0 0,1-1 0 0 0,0 0 0 0 0,0 0 0 0 0,0 0 0 0 0,0 1 0 0 0,0-1 0 0 0,0 0 0 0 0,1 0 0 0 0,-1 0 0 0 0,1-1 0 0 0,-1 1 0 0 0,1 0 0 0 0,0 0 0 0 0,0-1 0 0 0,0 1 0 0 0,0-1 0 0 0,0 0 0 0 0,0 0-1 0 0,0 0 1 0 0,0 0 0 0 0,0 0 0 0 0,0 0 0 0 0,1 0 0 0 0,-1 0 0 0 0,3 0 0 0 0,1 0-12 0 0,1 0 0 0 0,-1 0 0 0 0,0 0 0 0 0,0-1 0 0 0,1 0 0 0 0,-1 0 0 0 0,0-1 0 0 0,1 0 0 0 0,-1 0 0 0 0,0 0 0 0 0,11-4 0 0 0,-7 1-33 0 0,0-1 0 0 0,-1 0 1 0 0,0 0-1 0 0,0-1 1 0 0,0 0-1 0 0,11-10 1 0 0,3-7-59 0 0,0-1 1 0 0,-2-1-1 0 0,27-40 0 0 0,14-23-141 0 0,-61 86 202 0 0,-1 9 33 0 0,-1-1 36 0 0,-1 0-1 0 0,1 0 0 0 0,-1 0 1 0 0,-1 0-1 0 0,1 0 0 0 0,-1-1 1 0 0,-3 8-1 0 0,-8 16 160 0 0,0 5 42 0 0,6-12-84 0 0,-12 40 0 0 0,18-56-123 0 0,1 0 0 0 0,0 0 1 0 0,0 0-1 0 0,1 1 0 0 0,0-1 1 0 0,0 0-1 0 0,0 0 0 0 0,1 0 1 0 0,0 0-1 0 0,0 0 0 0 0,4 11 1 0 0,-3-13-19 0 0,1 1 1 0 0,-1-1-1 0 0,1 0 1 0 0,-1 0-1 0 0,1-1 1 0 0,1 1-1 0 0,-1-1 0 0 0,0 1 1 0 0,1-1-1 0 0,0 0 1 0 0,-1 0-1 0 0,1 0 1 0 0,0-1-1 0 0,1 0 1 0 0,-1 0-1 0 0,0 0 0 0 0,1 0 1 0 0,-1 0-1 0 0,1-1 1 0 0,-1 0-1 0 0,1 0 1 0 0,6 1-1 0 0,0-1-122 0 0,-1 0 0 0 0,0-1 0 0 0,1 0 0 0 0,-1 0-1 0 0,0-1 1 0 0,0-1 0 0 0,1 0 0 0 0,-1 0 0 0 0,14-6 0 0 0,-5-1-340 0 0,1-1-1 0 0,-2 0 1 0 0,0-2 0 0 0,0 0 0 0 0,-1-1 0 0 0,0-1 0 0 0,-1-1 0 0 0,-1 0 0 0 0,0-1-1 0 0,21-31 1 0 0,6-14-663 0 0,58-116 0 0 0,-71 119 1035 0 0,36-101 1 0 0,-55 128 892 0 0,-2 0-1 0 0,0-1 1 0 0,-3 0 0 0 0,0 0 0 0 0,0-41 0 0 0,-5 70-730 0 0,-1 1 0 0 0,1-1 1 0 0,-1 0-1 0 0,1 1 0 0 0,-1-1 0 0 0,0 1 1 0 0,0-1-1 0 0,0 0 0 0 0,0 1 0 0 0,-3-5 1 0 0,4 7-67 0 0,-1 0 1 0 0,1-1 0 0 0,-1 1 0 0 0,1 0 0 0 0,-1 0-1 0 0,1 0 1 0 0,-1-1 0 0 0,1 1 0 0 0,-1 0 0 0 0,0 0-1 0 0,1 0 1 0 0,-1 0 0 0 0,1 0 0 0 0,-1 0 0 0 0,1 0-1 0 0,-1 0 1 0 0,1 1 0 0 0,-1-1 0 0 0,1 0 0 0 0,-1 0-1 0 0,1 0 1 0 0,-1 0 0 0 0,1 1 0 0 0,-1-1 0 0 0,0 1-1 0 0,-12 6 332 0 0,6-2-93 0 0,1 1 0 0 0,0 0 0 0 0,0 0 0 0 0,0 0 0 0 0,1 1 0 0 0,-6 11 0 0 0,-25 48 1320 0 0,24-43-1002 0 0,-30 70 2072 0 0,-36 114-1 0 0,62-160-2045 0 0,0 1-175 0 0,2 0 1 0 0,-14 94 0 0 0,28-139-409 0 0,-1 0 1 0 0,1 1-1 0 0,0-1 1 0 0,0 0-1 0 0,0 1 1 0 0,0-1 0 0 0,1 0-1 0 0,-1 0 1 0 0,1 1-1 0 0,0-1 1 0 0,0 0-1 0 0,0 0 1 0 0,0 0-1 0 0,1 0 1 0 0,-1 0-1 0 0,1 0 1 0 0,-1-1-1 0 0,4 5 1 0 0,-2-5-128 0 0,0 1-1 0 0,0 0 1 0 0,0-1-1 0 0,1 0 1 0 0,-1 0-1 0 0,1 0 1 0 0,0 0-1 0 0,-1 0 1 0 0,1-1-1 0 0,0 1 1 0 0,0-1 0 0 0,8 1-1 0 0,0 0-647 0 0,1-2 0 0 0,0 1-1 0 0,-1-1 1 0 0,1-1 0 0 0,0 0 0 0 0,-1-1 0 0 0,1-1 0 0 0,16-4-1 0 0,25-15-3683 0 0,-20 4-1637 0 0,-6 1-2658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8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243 107 3288 0 0,'-211'-73'17518'0'0,"210"72"-17465"0"0,-2 1 274 0 0,0-1 0 0 0,0 0 1 0 0,1 0-1 0 0,-1 0 0 0 0,0-1 0 0 0,1 1 1 0 0,-1-1-1 0 0,1 1 0 0 0,-4-4 1 0 0,6 4-270 0 0,1 0 1 0 0,0 0-1 0 0,-1 1 1 0 0,1-1-1 0 0,0 0 1 0 0,0 1-1 0 0,0-1 1 0 0,0 0-1 0 0,0 1 1 0 0,0-1-1 0 0,0 1 1 0 0,-1 0-1 0 0,4-1 37 0 0,7-2 37 0 0,1 1-1 0 0,0 0 1 0 0,0 1-1 0 0,0 1 1 0 0,20 1-1 0 0,-12 0-53 0 0,216 9 229 0 0,-87-2-1780 0 0,0-5-3761 0 0,-113-5 1658 0 0,-14-4-2879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28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22 2000 0 0,'-56'0'4179'0'0,"-103"-3"6826"0"0,144-1-9517 0 0,21-1-547 0 0,25 0-403 0 0,169 1-1544 0 0,-67 8-6151 0 0,-123-4 6257 0 0,64 3-7784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33 1516 0 0,'-79'-32'10165'0'0,"98"51"-9466"0"0,17 6-398 0 0,50 44 0 0 0,-76-60-283 0 0,-2-1-1 0 0,1 1 1 0 0,-1 1 0 0 0,0 0-1 0 0,-1 0 1 0 0,-1 0-1 0 0,1 1 1 0 0,-1 0-1 0 0,-1 0 1 0 0,6 17-1 0 0,-9-21 42 0 0,-1 0 0 0 0,0 0-1 0 0,0 0 1 0 0,-1 0 0 0 0,0 0-1 0 0,0 0 1 0 0,0 0 0 0 0,-1 0 0 0 0,0 0-1 0 0,0 0 1 0 0,-3 8 0 0 0,0-5 29 0 0,0 1-1 0 0,-1 0 1 0 0,0-1 0 0 0,-1 0 0 0 0,0 0 0 0 0,-9 11-1 0 0,-1-2 107 0 0,0-2 0 0 0,-1 0-1 0 0,-1-1 1 0 0,-1 0-1 0 0,-37 23 1 0 0,29-23 100 0 0,-1-2 1 0 0,0-1-1 0 0,-1-1 0 0 0,0-1 1 0 0,-1-2-1 0 0,-35 7 0 0 0,64-16-289 0 0,1 0-1 0 0,-1 0 1 0 0,1 0-1 0 0,0 1 1 0 0,-1-1-1 0 0,1 0 1 0 0,-1 0-1 0 0,1 0 1 0 0,-1 0-1 0 0,1 0 1 0 0,0 0-1 0 0,-1 0 1 0 0,1 0-1 0 0,-1 0 1 0 0,1 0-1 0 0,-1 0 1 0 0,1 0-1 0 0,0 0 1 0 0,-1-1-1 0 0,1 1 1 0 0,-1 0-1 0 0,1 0 1 0 0,0 0-1 0 0,-1-1 1 0 0,1 1-1 0 0,0 0 1 0 0,-1 0-1 0 0,1-1 1 0 0,0 1-1 0 0,-1 0 1 0 0,1-1-1 0 0,0 1 1 0 0,-1 0-1 0 0,1-1 1 0 0,0 1-1 0 0,0-1 0 0 0,0 1 1 0 0,-1 0-1 0 0,1-1 1 0 0,0 1-1 0 0,0-1 1 0 0,0 1-1 0 0,0 0 1 0 0,0-1-1 0 0,0 1 1 0 0,0-1-1 0 0,0 1 1 0 0,0-1-1 0 0,0 1 1 0 0,0 0-1 0 0,0-1 1 0 0,0 1-1 0 0,0-1 1 0 0,0 1-1 0 0,0-1 1 0 0,1 1-1 0 0,-1 0 1 0 0,0-1-1 0 0,0 1 1 0 0,1-1-1 0 0,11-22 38 0 0,10-1-13 0 0,1 2-1 0 0,1 0 1 0 0,37-25 0 0 0,-14 11-27 0 0,195-146 10 0 0,-23 18 51 0 0,-167 120-89 0 0,-50 43 11 0 0,-5 1 3 0 0,1 0 7 0 0,-1 1 0 0 0,1-1-1 0 0,-1 1 1 0 0,1 0 0 0 0,0 0 0 0 0,-1 0 0 0 0,1 0-1 0 0,0 0 1 0 0,0 0 0 0 0,0 1 0 0 0,-3 2-1 0 0,-25 23 0 0 0,20-18-2 0 0,-30 28-10 0 0,2 1 0 0 0,-37 49 0 0 0,62-70 13 0 0,0 1 0 0 0,1 0 0 0 0,1 1 0 0 0,1 1 0 0 0,1-1 0 0 0,1 2 0 0 0,0-1 0 0 0,-5 26 0 0 0,12-40 10 0 0,0-1-1 0 0,0 1 1 0 0,0-1-1 0 0,1 1 1 0 0,0 0-1 0 0,0-1 1 0 0,1 1-1 0 0,-1 0 1 0 0,1-1-1 0 0,1 1 1 0 0,-1-1-1 0 0,1 0 1 0 0,0 1 0 0 0,0-1-1 0 0,0 0 1 0 0,1 0-1 0 0,4 7 1 0 0,-3-7 4 0 0,1 0 1 0 0,-1 0 0 0 0,1 0 0 0 0,0-1-1 0 0,1 1 1 0 0,-1-1 0 0 0,1-1 0 0 0,0 1-1 0 0,0-1 1 0 0,0 0 0 0 0,0 0 0 0 0,0-1-1 0 0,1 0 1 0 0,7 2 0 0 0,7 0 40 0 0,0 0 0 0 0,1-1 0 0 0,0-2-1 0 0,0 0 1 0 0,-1-2 0 0 0,1 0 0 0 0,36-7 0 0 0,-27 2-824 0 0,-1-2-1 0 0,-1-1 1 0 0,0-1 0 0 0,51-26 0 0 0,-43 12-5338 0 0,-17 9-123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1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26 492 0 0,'-24'-21'12166'0'0,"59"19"-11108"0"0,158 0-709 0 0,-66 5-7983 0 0,-108-2 3607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 2568 0 0,'-118'35'8668'0'0,"117"-35"-8588"0"0,0 0 0 0 0,0 1 0 0 0,0-1 0 0 0,0 1 0 0 0,0-1 0 0 0,0 1 0 0 0,0-1 0 0 0,0 1 0 0 0,1 0 0 0 0,-1-1 0 0 0,0 1 0 0 0,0 0 0 0 0,0 1 0 0 0,1-2-59 0 0,-1 0 0 0 0,1 1 0 0 0,0-1 0 0 0,0 0 0 0 0,0 0 0 0 0,0 0 1 0 0,0 1-1 0 0,0-1 0 0 0,0 0 0 0 0,0 0 0 0 0,0 1 0 0 0,0-1 0 0 0,0 0 0 0 0,0 0 1 0 0,0 0-1 0 0,0 1 0 0 0,0-1 0 0 0,0 0 0 0 0,0 0 0 0 0,0 1 0 0 0,0-1 0 0 0,0 0 1 0 0,0 0-1 0 0,1 0 0 0 0,-1 1 0 0 0,0-1 0 0 0,0 0 0 0 0,0 0 0 0 0,0 0 1 0 0,0 1-1 0 0,1-1 0 0 0,-1 0 0 0 0,0 0 0 0 0,0 0 0 0 0,0 0 0 0 0,1 0 0 0 0,-1 0 1 0 0,0 1-1 0 0,0-1 0 0 0,0 0 0 0 0,1 0 0 0 0,-1 0 0 0 0,0 0 0 0 0,0 0 0 0 0,1 0 1 0 0,-1 0-1 0 0,0 0 0 0 0,0 0 0 0 0,0 0 0 0 0,1 0 0 0 0,-1 0 0 0 0,0 0 1 0 0,0 0-1 0 0,1 0 0 0 0,-1 0 0 0 0,0 0 0 0 0,0 0 0 0 0,0 0 0 0 0,1-1 0 0 0,-1 1 1 0 0,295-12 362 0 0,-97-10-6858 0 0,-137 12 1323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2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966 76 1220 0 0,'21'-76'13213'0'0,"-21"82"-12813"0"0,1-1-1 0 0,-1 0 1 0 0,-1 1-1 0 0,1-1 1 0 0,-3 10-1 0 0,0 9 345 0 0,-41 480 3472 0 0,23-305-3843 0 0,12-81-223 0 0,-5 46-216 0 0,13-162-7 0 0,-10-31-325 0 0,9 23 387 0 0,0 0 0 0 0,0 1 0 0 0,0-1 0 0 0,-1 0 1 0 0,0 1-1 0 0,0 0 0 0 0,0 0 0 0 0,-1 0 0 0 0,1 0 0 0 0,-1 0 0 0 0,0 1 0 0 0,-1 0 0 0 0,1-1 1 0 0,-1 2-1 0 0,0-1 0 0 0,0 0 0 0 0,-8-3 0 0 0,4 3 5 0 0,0 0 0 0 0,0 1 0 0 0,-1 0 0 0 0,1 1 0 0 0,0 0 0 0 0,-1 0 0 0 0,0 1-1 0 0,1 0 1 0 0,-1 1 0 0 0,-15 1 0 0 0,-31 6 3 0 0,2 1-1 0 0,-107 32 1 0 0,-99 60-24 0 0,254-97-7 0 0,-74 36 116 0 0,70-34-433 0 0,1 1-1 0 0,0 0 1 0 0,1 0-1 0 0,-1 1 1 0 0,-14 15-1 0 0,23-22 249 0 0,0 0 1 0 0,-1 0-1 0 0,1 1 1 0 0,0-1-1 0 0,0 0 0 0 0,-1 0 1 0 0,1 1-1 0 0,0-1 0 0 0,0 0 1 0 0,-1 1-1 0 0,1-1 0 0 0,0 0 1 0 0,0 1-1 0 0,0-1 1 0 0,-1 0-1 0 0,1 1 0 0 0,0-1 1 0 0,0 1-1 0 0,0-1 0 0 0,0 0 1 0 0,0 1-1 0 0,0-1 0 0 0,0 1 1 0 0,0-1-1 0 0,0 0 1 0 0,0 1-1 0 0,0-1 0 0 0,0 1 1 0 0,0-1-1 0 0,0 0 0 0 0,0 1 1 0 0,1-1-1 0 0,-1 0 1 0 0,0 1-1 0 0,0-1 0 0 0,0 1 1 0 0,1-1-1 0 0,-1 0 0 0 0,0 0 1 0 0,0 1-1 0 0,1-1 0 0 0,-1 0 1 0 0,0 1-1 0 0,1-1 1 0 0,-1 0-1 0 0,0 0 0 0 0,1 1 1 0 0,-1-1-1 0 0,0 0 0 0 0,1 0 1 0 0,-1 0-1 0 0,21 4-6268 0 0,-5-5 1068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2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80 124 2684 0 0,'30'-58'10800'0'0,"-29"56"-10325"0"0,-1 2-452 0 0,0 0 0 0 0,0-1 0 0 0,0 1 0 0 0,0 0 0 0 0,0 0 0 0 0,0-1 0 0 0,1 1 0 0 0,-1 0 0 0 0,0 0 0 0 0,0 0 0 0 0,0-1 0 0 0,0 1 0 0 0,1 0 0 0 0,-1 0 0 0 0,0 0 0 0 0,0-1 0 0 0,0 1 0 0 0,1 0 0 0 0,-1 0 0 0 0,0 0 0 0 0,0 0 0 0 0,1 0 0 0 0,-1 0 0 0 0,0 0 0 0 0,0-1 0 0 0,1 1 0 0 0,-1 0 0 0 0,0 0 0 0 0,0 0 0 0 0,1 0 0 0 0,-1 0 0 0 0,0 0 0 0 0,0 0 0 0 0,1 0 0 0 0,-1 0 0 0 0,0 0 0 0 0,1 1 0 0 0,-1-1 0 0 0,0 0 0 0 0,0 0 0 0 0,1 0 0 0 0,-1 0 0 0 0,0 0 0 0 0,0 0 0 0 0,0 0 0 0 0,1 1 0 0 0,-1-1 0 0 0,0 0 0 0 0,0 0 0 0 0,14 8 449 0 0,-14-8-453 0 0,10 10 116 0 0,0 0 0 0 0,-1 1 0 0 0,0-1-1 0 0,-1 2 1 0 0,0 0 0 0 0,-1 0 0 0 0,0 0 0 0 0,-1 0 0 0 0,-1 1-1 0 0,0 0 1 0 0,0 1 0 0 0,-2-1 0 0 0,4 19 0 0 0,-6-24-100 0 0,0-1 0 0 0,0 1 1 0 0,-1 0-1 0 0,0 0 0 0 0,-1-1 0 0 0,1 1 1 0 0,-1 0-1 0 0,-1-1 0 0 0,0 1 1 0 0,0-1-1 0 0,0 1 0 0 0,-1-1 0 0 0,0 0 1 0 0,0 0-1 0 0,-1 0 0 0 0,0 0 1 0 0,0-1-1 0 0,-1 0 0 0 0,1 1 0 0 0,-1-2 1 0 0,-1 1-1 0 0,1-1 0 0 0,-1 1 0 0 0,0-1 1 0 0,-8 4-1 0 0,5-3 12 0 0,0-1-1 0 0,-1-1 1 0 0,1 0 0 0 0,-1 0 0 0 0,0-1-1 0 0,0 0 1 0 0,0-1 0 0 0,-1 0 0 0 0,-11 1-1 0 0,20-3-37 0 0,0 0 0 0 0,0 0 0 0 0,0 0 0 0 0,0-1 0 0 0,0 1 0 0 0,0-1 0 0 0,0 1 0 0 0,0-1 0 0 0,0 1 0 0 0,0-1 0 0 0,0 0 0 0 0,0 0 0 0 0,0 0 0 0 0,1 0 0 0 0,-1 0 0 0 0,0 0 0 0 0,1-1 0 0 0,-1 1 0 0 0,1-1 0 0 0,-2-1 0 0 0,0 0 4 0 0,3 2-11 0 0,-1 0 0 0 0,1 0 0 0 0,0 0 0 0 0,0 0 0 0 0,-1 0 0 0 0,1 0 0 0 0,0 0 0 0 0,0-1 0 0 0,0 1 0 0 0,1 0 0 0 0,-1 0 0 0 0,0 0 0 0 0,0 0 0 0 0,0 0 0 0 0,1 0 0 0 0,0-2 0 0 0,-1 2 1 0 0,2-5-1 0 0,0 0 1 0 0,0 1-1 0 0,0-1 0 0 0,1 0 0 0 0,0 1 0 0 0,0-1 1 0 0,1 1-1 0 0,-1 0 0 0 0,7-7 0 0 0,42-39-10 0 0,-40 41 14 0 0,38-33 17 0 0,79-51 0 0 0,64-26 15 0 0,-162 101-28 0 0,-17 11-3 0 0,-8 5-15 0 0,-1 0 1 0 0,1 0-1 0 0,-1-1 0 0 0,6-5 1 0 0,-10 8 20 0 0,-9 4-15 0 0,0 1 1 0 0,0 0-1 0 0,0 0 0 0 0,1 1 0 0 0,-1 0 0 0 0,1 0 1 0 0,-9 10-1 0 0,-5 2 21 0 0,-10 6 128 0 0,2 2 0 0 0,0 1 0 0 0,2 1 0 0 0,-31 40-1 0 0,53-62-114 0 0,2 1-1 0 0,-1-1 0 0 0,1 1 0 0 0,-1 0 0 0 0,2 1 0 0 0,-1-1 0 0 0,1 0 0 0 0,0 1 0 0 0,0-1 0 0 0,1 1 0 0 0,-1 0 0 0 0,1 10 0 0 0,1-13-5 0 0,0 0-1 0 0,1 0 0 0 0,-1 0 0 0 0,1 0 0 0 0,0 0 0 0 0,0 0 0 0 0,1 0 0 0 0,-1 0 0 0 0,1 0 0 0 0,0-1 0 0 0,0 1 1 0 0,0-1-1 0 0,0 1 0 0 0,1-1 0 0 0,-1 0 0 0 0,1 0 0 0 0,0 0 0 0 0,0 0 0 0 0,0 0 0 0 0,0-1 0 0 0,7 4 1 0 0,3 2 6 0 0,1-1 0 0 0,0 0 0 0 0,0-1 1 0 0,1-1-1 0 0,0 0 0 0 0,0-1 1 0 0,0-1-1 0 0,27 3 0 0 0,26-3-4759 0 0,-55-5 2207 0 0,13-6-9022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86 2596 0 0,'2'-23'12072'0'0,"-2"0"-5333"0"0,1-15 1822 0 0,-1 36-8348 0 0,-8 21-392 0 0,-60 145-31 0 0,-24 84-818 0 0,85-228 505 0 0,4-11-347 0 0,-1 0 1 0 0,0 0 0 0 0,-6 12 0 0 0,3-16-1961 0 0,6-4 2426 0 0,0-1-1 0 0,0 1 1 0 0,0-1 0 0 0,0 1-1 0 0,0-1 1 0 0,0 0 0 0 0,-1 1 0 0 0,1-1-1 0 0,0 0 1 0 0,0 0 0 0 0,0 0 0 0 0,-1 0-1 0 0,1 0 1 0 0,0 0 0 0 0,0 0 0 0 0,0 0-1 0 0,-1-1 1 0 0,1 1 0 0 0,0 0 0 0 0,0-1-1 0 0,0 1 1 0 0,0-1 0 0 0,0 1 0 0 0,0-1-1 0 0,0 0 1 0 0,0 1 0 0 0,0-1 0 0 0,0 0-1 0 0,-3-3-808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3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162 105 140 0 0,'-162'-91'20674'0'0,"162"90"-20643"0"0,1 1 0 0 0,-1-1 0 0 0,0 1 0 0 0,1-1 0 0 0,-1 1 0 0 0,0 0 0 0 0,1-1 0 0 0,-1 1 0 0 0,1-1 0 0 0,-1 1 0 0 0,1 0 0 0 0,-1 0 0 0 0,0-1 1 0 0,1 1-1 0 0,-1 0 0 0 0,1 0 0 0 0,-1-1 0 0 0,1 1 0 0 0,0 0 0 0 0,-1 0 0 0 0,1 0 0 0 0,-1 0 0 0 0,1 0 0 0 0,-1 0 0 0 0,1 0 0 0 0,-1 0 0 0 0,1 0 0 0 0,0 0 0 0 0,20 1 146 0 0,-19-1-155 0 0,526 1 711 0 0,-504-2-1365 0 0,-16 1-226 0 0,0 0-1 0 0,-1-1 1 0 0,1 0 0 0 0,0 0-1 0 0,9-3 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46 2580 0 0,'-16'-18'5699'0'0,"12"13"-4197"0"0,1 1 0 0 0,-1 0-1 0 0,0 0 1 0 0,-9-7 898 0 0,-5 27 159 0 0,9 5-1632 0 0,0 0 1 0 0,1 1-1 0 0,0 0 0 0 0,2 0 0 0 0,-4 32 0 0 0,6-34-678 0 0,-48 352 799 0 0,47-325-1431 0 0,1 33-2980 0 0,5-54-340 0 0,3-1-3393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4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85 1612 0 0,'1'-4'551'0'0,"-1"0"-1"0"0,1 0 1 0 0,0 0-1 0 0,-1 0 1 0 0,0 0-1 0 0,0 0 1 0 0,-1 0-1 0 0,1 0 1 0 0,-1 0-1 0 0,1 0 1 0 0,-1 0-1 0 0,0 1 1 0 0,-1-1-1 0 0,1 0 1 0 0,-1 0-1 0 0,0 1 1 0 0,0-1-1 0 0,-4-5 1 0 0,5 9-496 0 0,0-1 1 0 0,0 0-1 0 0,1 1 1 0 0,-2-1 0 0 0,1 1-1 0 0,0-1 1 0 0,0 1-1 0 0,0-1 1 0 0,0 1-1 0 0,0 0 1 0 0,0 0-1 0 0,0 0 1 0 0,0 0 0 0 0,-1-1-1 0 0,1 1 1 0 0,0 1-1 0 0,0-1 1 0 0,0 0-1 0 0,0 0 1 0 0,0 0 0 0 0,-1 1-1 0 0,1-1 1 0 0,0 0-1 0 0,0 1 1 0 0,-2 0-1 0 0,-26 16 596 0 0,7 0-270 0 0,2 1 0 0 0,0 1 1 0 0,1 0-1 0 0,0 2 0 0 0,2 0 1 0 0,-24 39-1 0 0,-73 150 620 0 0,111-203-970 0 0,-137 309 976 0 0,119-258-835 0 0,3 1 0 0 0,2 0 0 0 0,-12 100 0 0 0,26-138-137 0 0,0 0-1 0 0,2-1 1 0 0,1 1-1 0 0,1 0 1 0 0,0-1-1 0 0,2 1 1 0 0,0-1-1 0 0,1 0 1 0 0,1 0-1 0 0,1 0 1 0 0,1-1-1 0 0,11 20 1 0 0,-10-24-153 0 0,0-1 1 0 0,1 0-1 0 0,0 0 1 0 0,1-1-1 0 0,1-1 1 0 0,0 0-1 0 0,0 0 0 0 0,2-1 1 0 0,-1-1-1 0 0,1 0 1 0 0,1-1-1 0 0,-1-1 1 0 0,1 0-1 0 0,1-1 1 0 0,18 6-1 0 0,-12-6-991 0 0,-1-2 0 0 0,38 6 0 0 0,10-8-4830 0 0,-31-4-522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4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236 150 2664 0 0,'3'-18'2030'0'0,"3"-22"5484"0"0,1-51-1 0 0,-21 117-5993 0 0,-72 225 1379 0 0,-31 100-2146 0 0,110-323-989 0 0,-7 24 698 0 0,1-20-5151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5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0 121 156 0 0,'15'-19'10540'0'0,"-6"2"-5087"0"0,0 8-2359 0 0,-8 8-2882 0 0,0-1 0 0 0,0 1 0 0 0,0-1 0 0 0,0 1 0 0 0,1 0 0 0 0,-1 0 0 0 0,0 0 0 0 0,0 0 0 0 0,4-2 0 0 0,22-3-22 0 0,1 1 0 0 0,55-2 0 0 0,-82 6-188 0 0,44-4 44 0 0,-24 3-1347 0 0,31-9 0 0 0,0-5-8316 0 0,-29 8 2259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5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66 1648 0 0,'53'-65'14677'0'0,"-52"66"-14550"0"0,-1 1-1 0 0,1-1 0 0 0,0 1 0 0 0,-1-1 0 0 0,0 1 0 0 0,1 0 0 0 0,-1 0 0 0 0,0-1 0 0 0,0 1 0 0 0,0 0 0 0 0,0-1 0 0 0,0 1 0 0 0,-1 3 0 0 0,-25 159 2453 0 0,11-68-2101 0 0,-47 196 61 0 0,42-219-868 0 0,20-72 182 0 0,-6-10-286 0 0,1-25 292 0 0,4 22 118 0 0,-1 0-1 0 0,0 0 0 0 0,-1 0 0 0 0,-8-21 0 0 0,10 30 23 0 0,-1 0-1 0 0,0 0 0 0 0,1 0 1 0 0,-1 0-1 0 0,0 1 0 0 0,-1-1 0 0 0,1 0 1 0 0,0 1-1 0 0,-1-1 0 0 0,0 1 1 0 0,1 0-1 0 0,-1 0 0 0 0,0 0 1 0 0,0 0-1 0 0,0 1 0 0 0,0-1 0 0 0,0 1 1 0 0,-1 0-1 0 0,1 0 0 0 0,0 0 1 0 0,-7-1-1 0 0,-2 1 1 0 0,0 0-1 0 0,1 1 1 0 0,-1 1 0 0 0,1 0 0 0 0,-1 0-1 0 0,1 1 1 0 0,-1 1 0 0 0,-12 4 0 0 0,-89 37 29 0 0,90-34-26 0 0,-131 62 93 0 0,134-60-280 0 0,0 0 0 0 0,0 1 1 0 0,1 1-1 0 0,0 1 0 0 0,-18 20 0 0 0,18-10-1313 0 0,18-24 1209 0 0,0 0-1 0 0,0 0 1 0 0,1 1 0 0 0,-1-1-1 0 0,1 0 1 0 0,-1 1 0 0 0,1-1-1 0 0,0 0 1 0 0,-1 1 0 0 0,1-1-1 0 0,0 0 1 0 0,0 1 0 0 0,0-1-1 0 0,0 1 1 0 0,0-1 0 0 0,0 0-1 0 0,0 1 1 0 0,1 1 0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5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261 160 92 0 0,'-4'-34'3833'0'0,"3"12"-1204"0"0,-2 1-1 0 0,0 0 0 0 0,-13-40 1968 0 0,32 84-2564 0 0,93 235 1435 0 0,-92-210-3269 0 0,-3 1 0 0 0,-2 1 0 0 0,9 76 0 0 0,-17-82-132 0 0,-1 0 0 0 0,-3 0-1 0 0,-2-1 1 0 0,-1 1 0 0 0,-2 0-1 0 0,-12 45 1 0 0,10-65-54 0 0,0 1 0 0 0,-2-1 0 0 0,-1-1 0 0 0,-1 0 0 0 0,0 0 0 0 0,-2-1 0 0 0,-1-1 0 0 0,0 0 0 0 0,-2-1 0 0 0,0 0 0 0 0,-35 32 0 0 0,20-27 70 0 0,-44 30-1 0 0,16-21-1213 0 0,45-28-365 0 0,-1 0 0 0 0,-15 5-1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0 289 120 0 0,'14'-19'3629'0'0,"-1"0"0"0"0,17-35 0 0 0,-17 31-268 0 0,21-32 1 0 0,-33 54-3314 0 0,0 0 0 0 0,0 0 0 0 0,0 1 0 0 0,0-1 0 0 0,0 1 0 0 0,0-1 0 0 0,1 1 0 0 0,-1-1 0 0 0,0 1 0 0 0,0 0 0 0 0,0-1 0 0 0,0 1 0 0 0,1 0 0 0 0,-1 0 0 0 0,0 0 0 0 0,0 0 0 0 0,0 0 0 0 0,1 0 0 0 0,-1 0 0 0 0,2 1 1 0 0,24 6 368 0 0,-21-4-367 0 0,0 0 0 0 0,-1 0 0 0 0,1 1 0 0 0,-1 0-1 0 0,1 0 1 0 0,-1 0 0 0 0,0 0 0 0 0,-1 1-1 0 0,1 0 1 0 0,-1 0 0 0 0,0 0 0 0 0,0 1 0 0 0,3 6-1 0 0,-3-5-20 0 0,0 0-1 0 0,-1 0 0 0 0,0 0 0 0 0,0 0 1 0 0,-1 1-1 0 0,1-1 0 0 0,-2 1 1 0 0,1 0-1 0 0,-1 0 0 0 0,0 13 1 0 0,-2-13-11 0 0,0-1 1 0 0,0 0 0 0 0,-1 1 0 0 0,1-1 0 0 0,-2 0 0 0 0,1 0-1 0 0,-1 0 1 0 0,0 0 0 0 0,-1 0 0 0 0,0-1 0 0 0,0 1 0 0 0,0-1-1 0 0,-1 0 1 0 0,1-1 0 0 0,-10 9 0 0 0,8-8 4 0 0,-1 0-1 0 0,0-1 1 0 0,0 0-1 0 0,0 0 1 0 0,-1-1-1 0 0,0 0 1 0 0,0 0-1 0 0,0-1 1 0 0,0 0 0 0 0,0 0-1 0 0,0-1 1 0 0,-16 2-1 0 0,23-4-21 0 0,1 0 1 0 0,-1 1-1 0 0,1-1 0 0 0,0 0 0 0 0,-1 0 0 0 0,1 0 0 0 0,-1 0 1 0 0,1 0-1 0 0,0 0 0 0 0,-1 0 0 0 0,1 0 0 0 0,-1 0 1 0 0,1-1-1 0 0,-1 1 0 0 0,1 0 0 0 0,0 0 0 0 0,-1 0 0 0 0,1 0 1 0 0,0 0-1 0 0,-1-1 0 0 0,1 1 0 0 0,-1 0 0 0 0,1 0 1 0 0,0-1-1 0 0,-1 1 0 0 0,1 0 0 0 0,0-1 0 0 0,0 1 0 0 0,-1 0 1 0 0,1-1-1 0 0,0 1 0 0 0,0 0 0 0 0,0-1 0 0 0,-1 1 0 0 0,1-1 1 0 0,0 1-1 0 0,0 0 0 0 0,0-1 0 0 0,0 1 0 0 0,0-1 1 0 0,0 1-1 0 0,0 0 0 0 0,0-1 0 0 0,0 1 0 0 0,0-1 0 0 0,0 1 1 0 0,0-1-1 0 0,7-17 7 0 0,12-5-8 0 0,1 0 1 0 0,1 1-1 0 0,2 1 0 0 0,0 2 1 0 0,27-19-1 0 0,-6 4-7 0 0,121-90 12 0 0,-67 53 11 0 0,-85 62-8 0 0,-9 7-9 0 0,-1 0 0 0 0,0 0 0 0 0,0 0 1 0 0,1-1-1 0 0,-1 1 0 0 0,-1-1 0 0 0,1 0 0 0 0,0 0 0 0 0,-1 0 0 0 0,4-5 0 0 0,-6 8 1 0 0,-1 0-1 0 0,1 0 1 0 0,0 0 0 0 0,0 1 0 0 0,0-1-1 0 0,0 0 1 0 0,-1 0 0 0 0,1 0-1 0 0,0 0 1 0 0,0 0 0 0 0,0 0 0 0 0,0 0-1 0 0,-1 0 1 0 0,1 0 0 0 0,0 0 0 0 0,0 0-1 0 0,0 0 1 0 0,0 0 0 0 0,-1 0-1 0 0,1 0 1 0 0,0 0 0 0 0,0 0 0 0 0,0 0-1 0 0,0 0 1 0 0,0-1 0 0 0,-1 1 0 0 0,1 0-1 0 0,0 0 1 0 0,0 0 0 0 0,0 0-1 0 0,0 0 1 0 0,0 0 0 0 0,0 0 0 0 0,-1 0-1 0 0,1-1 1 0 0,0 1 0 0 0,0 0 0 0 0,0 0-1 0 0,0 0 1 0 0,0 0 0 0 0,0 0-1 0 0,0-1 1 0 0,0 1 0 0 0,0 0 0 0 0,0 0-1 0 0,0 0 1 0 0,0 0 0 0 0,0-1 0 0 0,0 1-1 0 0,0 0 1 0 0,0 0 0 0 0,0 0-1 0 0,0 0 1 0 0,0-1 0 0 0,0 1 0 0 0,0 0-1 0 0,0 0 1 0 0,0 0 0 0 0,0 0 0 0 0,0-1-1 0 0,0 1 1 0 0,0 0 0 0 0,0 0-1 0 0,0 0 1 0 0,0 0 0 0 0,1-1 0 0 0,-16 5 1 0 0,15-4-3 0 0,-25 14 33 0 0,1 0-1 0 0,1 2 1 0 0,0 0 0 0 0,1 2 0 0 0,1 0 0 0 0,-28 32 0 0 0,39-39 38 0 0,1 0 0 0 0,0 1 0 0 0,0 0 1 0 0,1 0-1 0 0,1 1 0 0 0,0 0 0 0 0,-7 18 0 0 0,12-26-33 0 0,0 1 0 0 0,1-1 1 0 0,0 0-1 0 0,0 1 0 0 0,0-1 1 0 0,1 0-1 0 0,-1 1 0 0 0,1-1 1 0 0,1 1-1 0 0,-1-1 0 0 0,1 1 0 0 0,0-1 1 0 0,0 0-1 0 0,1 1 0 0 0,-1-1 1 0 0,1 0-1 0 0,0 0 0 0 0,1 0 1 0 0,-1 0-1 0 0,1-1 0 0 0,0 1 0 0 0,6 7 1 0 0,2-1-9 0 0,0 0 0 0 0,1-1 1 0 0,0 0-1 0 0,0-1 1 0 0,1 0-1 0 0,0-1 0 0 0,1-1 1 0 0,0 0-1 0 0,0-1 0 0 0,18 6 1 0 0,1-2-1316 0 0,1-1 0 0 0,0-2 0 0 0,50 5 0 0 0,-31-11-6189 0 0,-28-2-231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7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39 832 0 0,'-1'-13'11100'0'0,"1"12"-10933"0"0,0 0-1 0 0,0 0 1 0 0,0 1 0 0 0,0-1 0 0 0,0 0-1 0 0,1 0 1 0 0,-1 0 0 0 0,0 0 0 0 0,1 0-1 0 0,-1 0 1 0 0,1 1 0 0 0,-1-1 0 0 0,1 0-1 0 0,-1 0 1 0 0,1 0 0 0 0,-1 1 0 0 0,1-1-1 0 0,0 0 1 0 0,-1 1 0 0 0,1-1 0 0 0,0 1-1 0 0,0-1 1 0 0,-1 1 0 0 0,1-1 0 0 0,0 1-1 0 0,0-1 1 0 0,1 1 0 0 0,2-2 66 0 0,0 1 0 0 0,-1 1 0 0 0,1-1 1 0 0,0 0-1 0 0,0 1 0 0 0,0 0 0 0 0,4 0 0 0 0,7 1 88 0 0,0 1 0 0 0,-1 0 0 0 0,16 5 0 0 0,-20-4-219 0 0,1 1-1 0 0,-1 0 0 0 0,0 0 1 0 0,-1 1-1 0 0,1 0 0 0 0,-1 1 1 0 0,10 8-1 0 0,-16-12-58 0 0,0 0 0 0 0,-1 0 0 0 0,1 0 0 0 0,-1 0 0 0 0,0 1 0 0 0,0 0 0 0 0,0-1 0 0 0,0 1 0 0 0,0 0 0 0 0,0 0 0 0 0,-1 0 0 0 0,0 0 0 0 0,1 0 0 0 0,-1 0 1 0 0,0 0-1 0 0,0 1 0 0 0,-1-1 0 0 0,1 0 0 0 0,-1 0 0 0 0,0 1 0 0 0,1-1 0 0 0,-1 0 0 0 0,-1 1 0 0 0,1-1 0 0 0,0 0 0 0 0,-1 1 0 0 0,-1 3 0 0 0,-3 4 183 0 0,0 0 0 0 0,-1 0-1 0 0,0 0 1 0 0,-1-1 0 0 0,0 0 0 0 0,0 0-1 0 0,-1 0 1 0 0,-1-1 0 0 0,-14 12 0 0 0,-13 9 655 0 0,-44 27 0 0 0,73-52-756 0 0,-84 59 1837 0 0,89-63-1796 0 0,2-1-155 0 0,0 0-1 0 0,0 1 1 0 0,0-1-1 0 0,0 1 0 0 0,0-1 1 0 0,0 0-1 0 0,0 1 1 0 0,1-1-1 0 0,-1 0 1 0 0,0 1-1 0 0,0-1 0 0 0,0 0 1 0 0,0 1-1 0 0,1-1 1 0 0,-1 0-1 0 0,0 0 1 0 0,0 1-1 0 0,0-1 0 0 0,1 0 1 0 0,-1 1-1 0 0,0-1 1 0 0,1 0-1 0 0,-1 0 1 0 0,0 0-1 0 0,0 1 0 0 0,1-1 1 0 0,-1 0-1 0 0,0 0 1 0 0,1 0-1 0 0,0 0 1 0 0,466-20 435 0 0,-425 12-418 0 0,-9-1-1777 0 0,-31 8 1574 0 0,0 1-1 0 0,0-1 1 0 0,0 0 0 0 0,0 0 0 0 0,0-1-1 0 0,0 1 1 0 0,0 0 0 0 0,-1-1 0 0 0,1 1-1 0 0,0-1 1 0 0,-1 1 0 0 0,1-1 0 0 0,1-3-1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7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88 183 2780 0 0,'-20'-73'10265'0'0,"-9"-27"-3252"0"0,23 90-7176 0 0,5 10 121 0 0,1 0 1 0 0,-1 0 0 0 0,1 0 0 0 0,0 0 0 0 0,-1 0 0 0 0,1 0-1 0 0,0 0 1 0 0,-1 1 0 0 0,1-1 0 0 0,0 0 0 0 0,-1 0 0 0 0,1 0-1 0 0,0 0 1 0 0,-1 1 0 0 0,1-1 0 0 0,0 0 0 0 0,0 0-1 0 0,-1 0 1 0 0,1 1 0 0 0,0-1 0 0 0,0 0 0 0 0,-1 1 0 0 0,1-1-1 0 0,0 0 1 0 0,0 0 0 0 0,0 1 0 0 0,-1-1 0 0 0,1 0-1 0 0,0 1 1 0 0,0-1 0 0 0,0 1 0 0 0,0-1 0 0 0,0 0 0 0 0,0 1-1 0 0,0-1 1 0 0,0 1 0 0 0,-3 8-952 0 0,-8 19-2761 0 0,2-9-1490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7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 0 640 0 0,'0'21'3980'0'0,"-1"47"4584"0"0,-2-2-4502 0 0,1-45-3559 0 0,-2-1 1 0 0,0 1-1 0 0,-1-1 1 0 0,-11 29-1 0 0,-1-10-240 0 0,-2-2 0 0 0,-1 0 0 0 0,-2-1 0 0 0,-1-1 0 0 0,-53 59 0 0 0,20-34-1464 0 0,-2-4 0 0 0,-71 54 0 0 0,98-87-1934 0 0,9-12-2277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8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202 161 2084 0 0,'48'-40'9352'0'0,"-47"48"-8500"0"0,-1-7-829 0 0,1-1-1 0 0,-1 1 1 0 0,0-1-1 0 0,0 1 1 0 0,0-1-1 0 0,0 1 0 0 0,0-1 1 0 0,0 1-1 0 0,0 0 1 0 0,0-1-1 0 0,0 1 1 0 0,0-1-1 0 0,0 1 1 0 0,0-1-1 0 0,-1 1 0 0 0,1-1 1 0 0,0 1-1 0 0,0-1 1 0 0,-1 1-1 0 0,1-1 1 0 0,0 1-1 0 0,-1 0 1 0 0,-94 133 2700 0 0,8-14-1602 0 0,75-100-1002 0 0,1 0-1 0 0,0 0 1 0 0,1 1-1 0 0,-8 29 1 0 0,17-47-105 0 0,0 0 1 0 0,0 1 0 0 0,0-1 0 0 0,1 0 0 0 0,-1 0-1 0 0,1 0 1 0 0,0 1 0 0 0,0-1 0 0 0,0 0-1 0 0,1 0 1 0 0,-1 1 0 0 0,1-1 0 0 0,0 0 0 0 0,-1 0-1 0 0,1 0 1 0 0,1 0 0 0 0,-1 0 0 0 0,0 0 0 0 0,1 0-1 0 0,0 0 1 0 0,-1-1 0 0 0,1 1 0 0 0,0-1 0 0 0,0 1-1 0 0,1-1 1 0 0,-1 1 0 0 0,0-1 0 0 0,1 0 0 0 0,0 0-1 0 0,-1-1 1 0 0,1 1 0 0 0,0 0 0 0 0,0-1-1 0 0,0 0 1 0 0,4 2 0 0 0,6 2 17 0 0,0-1-1 0 0,0-1 1 0 0,0 0-1 0 0,1 0 1 0 0,-1-2-1 0 0,27 1 1 0 0,-19-3-5 0 0,0 0 0 0 0,-1-2 0 0 0,1-1 0 0 0,-1 0 0 0 0,0-1 0 0 0,0-1-1 0 0,-1-1 1 0 0,0-1 0 0 0,0-1 0 0 0,-1-1 0 0 0,0 0 0 0 0,0-1 0 0 0,-1-1 0 0 0,-1 0 0 0 0,17-17 0 0 0,-17 14-20 0 0,-2-1 0 0 0,1 0 0 0 0,-2-1 1 0 0,0 0-1 0 0,-1-1 0 0 0,-1 0 0 0 0,0-1 0 0 0,-2 0 1 0 0,0-1-1 0 0,-1 0 0 0 0,-1-1 0 0 0,-1 1 0 0 0,-1-1 0 0 0,4-31 1 0 0,-8 44-7 0 0,-1 0 1 0 0,0 1-1 0 0,0-1 1 0 0,-1 0-1 0 0,0 0 1 0 0,0 0-1 0 0,-1 1 1 0 0,1-1-1 0 0,-2 1 1 0 0,1-1-1 0 0,-1 1 0 0 0,0 0 1 0 0,-1 0-1 0 0,0 0 1 0 0,0 0-1 0 0,0 1 1 0 0,-1 0-1 0 0,0 0 1 0 0,0 0-1 0 0,-1 0 1 0 0,0 1-1 0 0,1 0 1 0 0,-2 0-1 0 0,1 0 1 0 0,-1 1-1 0 0,1 0 1 0 0,-1 0-1 0 0,0 1 1 0 0,0 0-1 0 0,-1 0 1 0 0,1 1-1 0 0,-1-1 1 0 0,1 2-1 0 0,-1-1 1 0 0,-8 0-1 0 0,2 1-101 0 0,0 0-1 0 0,-1 1 1 0 0,1 0 0 0 0,0 1-1 0 0,0 1 1 0 0,-26 6 0 0 0,31-5-466 0 0,-1 0 0 0 0,1 0 0 0 0,-1 1 1 0 0,-10 7-1 0 0,14-7-528 0 0,1-1 0 0 0,-1 2 0 0 0,1-1 1 0 0,0 0-1 0 0,0 1 0 0 0,-8 10 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8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30 80 0 0,'37'-11'5062'0'0,"-29"9"-4008"0"0,0 0 0 0 0,0 0 0 0 0,0-1 1 0 0,8-4-1 0 0,-15 6-896 0 0,1 1-1 0 0,-1-1 1 0 0,1 1 0 0 0,-1 0-1 0 0,1 0 1 0 0,-1-1 0 0 0,1 1-1 0 0,0 0 1 0 0,-1 0 0 0 0,1 1 0 0 0,-1-1-1 0 0,1 0 1 0 0,0 0 0 0 0,-1 1-1 0 0,3 0 1 0 0,-3-1-243 0 0,-1 1 117 0 0,0-1 0 0 0,0 0 0 0 0,0 1-1 0 0,0-1 1 0 0,0 1 0 0 0,0-1 0 0 0,1 0 0 0 0,-1 1 0 0 0,0-1-1 0 0,0 1 1 0 0,0-1 0 0 0,-1 1 0 0 0,1-1 0 0 0,0 0 0 0 0,0 1-1 0 0,0-1 1 0 0,0 1 0 0 0,0-1 0 0 0,0 0 0 0 0,0 1 0 0 0,-1-1-1 0 0,1 0 1 0 0,0 1 0 0 0,0-1 0 0 0,-1 0 0 0 0,1 1 0 0 0,0-1-1 0 0,0 0 1 0 0,-1 1 0 0 0,1-1 0 0 0,-10 14 501 0 0,9-13-464 0 0,-7 8 206 0 0,0 1 0 0 0,-1-1 0 0 0,-1-1 0 0 0,1 1 0 0 0,-13 6 0 0 0,-57 34 418 0 0,61-38-546 0 0,-244 117 1738 0 0,94-50-1074 0 0,166-77-796 0 0,1-1-1 0 0,-1 1 0 0 0,1 0 0 0 0,0 0 0 0 0,-1 0 0 0 0,1 0 1 0 0,0 0-1 0 0,0 0 0 0 0,0 0 0 0 0,0 0 0 0 0,0 0 0 0 0,-1 2 1 0 0,1-2-2 0 0,1-1 1 0 0,0 1-1 0 0,0-1 1 0 0,0 1-1 0 0,-1 0 1 0 0,1-1-1 0 0,0 1 1 0 0,0 0-1 0 0,0-1 1 0 0,0 1 0 0 0,0-1-1 0 0,0 1 1 0 0,0 0-1 0 0,0-1 1 0 0,0 1-1 0 0,1-1 1 0 0,-1 1-1 0 0,0 0 1 0 0,0-1-1 0 0,0 1 1 0 0,1 0 0 0 0,1 2 17 0 0,0-1 0 0 0,0 0 0 0 0,0 0 1 0 0,1 1-1 0 0,-1-2 0 0 0,0 1 0 0 0,1 0 1 0 0,0 0-1 0 0,-1-1 0 0 0,5 3 1 0 0,44 18 167 0 0,95 28 1 0 0,-41-16-137 0 0,-69-21-172 0 0,163 51-865 0 0,-194-63-194 0 0,0-1 0 0 0,-1 1-1 0 0,1-1 1 0 0,0 0-1 0 0,0-1 1 0 0,0 1-1 0 0,0-1 1 0 0,4-1-1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763 188 468 0 0,'28'-65'7020'0'0,"-12"27"-1853"0"0,25-45 0 0 0,-40 81-4825 0 0,-3 57 1343 0 0,-12 62-1 0 0,3-28-1058 0 0,-10 231 397 0 0,18-110-341 0 0,3-210-678 0 0,0 0 0 0 0,0 0 0 0 0,0-1 0 0 0,1 1 0 0 0,-1 0 0 0 0,0 0 0 0 0,0 0 0 0 0,1-1 0 0 0,-1 1 0 0 0,0 0 0 0 0,0 0 0 0 0,1 0 0 0 0,-1 0 0 0 0,0-1 0 0 0,1 1 0 0 0,-1 0 0 0 0,0 0 0 0 0,0 0 0 0 0,1 0 0 0 0,-1 0 0 0 0,0 0 0 0 0,1 0 0 0 0,-1 0 0 0 0,0 0 0 0 0,1 0 0 0 0,-1 0 1 0 0,0 0-1 0 0,1 0 0 0 0,-1 0 0 0 0,0 0 0 0 0,1 0 0 0 0,-1 0 0 0 0,0 1 0 0 0,0-1 0 0 0,1 0 0 0 0,-1 0 0 0 0,0 0 0 0 0,0 0 0 0 0,1 1 0 0 0,-1-1 0 0 0,0 0 0 0 0,0 0 0 0 0,1 1 0 0 0,-1-1 0 0 0,0 0 0 0 0,0 0 0 0 0,0 1 0 0 0,0-1 0 0 0,1 0 0 0 0,-1 0 0 0 0,0 1 0 0 0,0-1 0 0 0,0 0 0 0 0,0 1 0 0 0,0-1 0 0 0,0 0 0 0 0,0 1 0 0 0,0-1 0 0 0,0 0 0 0 0,0 1 0 0 0,0-1 0 0 0,0 0 0 0 0,0 1 0 0 0,0-1 0 0 0,0 0 0 0 0,0 0 0 0 0,0 1 0 0 0,-1 0 0 0 0,15-17-10 0 0,-5 5 7 0 0,-2-1 0 0 0,1 0-1 0 0,-2-1 1 0 0,0 1 0 0 0,0-1 0 0 0,6-24 0 0 0,-12 36-3 0 0,0 0 0 0 0,0 0 0 0 0,0-1 0 0 0,0 1 0 0 0,0 0 0 0 0,0-1 0 0 0,-1 1 0 0 0,1 0 0 0 0,0 0 0 0 0,-1-1 0 0 0,1 1 0 0 0,-1 0 0 0 0,0 0 0 0 0,1 0 0 0 0,-1 0 0 0 0,0 0 0 0 0,0-1 0 0 0,1 2 0 0 0,-1-1 0 0 0,0 0 0 0 0,0 0 0 0 0,0 0 0 0 0,0 0 0 0 0,0 0 0 0 0,-1 1 0 0 0,1-1 0 0 0,0 1 0 0 0,0-1 0 0 0,0 0 0 0 0,-1 1 0 0 0,1 0 0 0 0,0-1-1 0 0,-3 1 1 0 0,-4-2-3 0 0,0 0-1 0 0,0 0 0 0 0,-13 0 0 0 0,21 2 7 0 0,-37 0-3 0 0,0 2 1 0 0,0 1 0 0 0,-69 15 0 0 0,42-6-30 0 0,-50 8-343 0 0,2 5 0 0 0,-112 39-1 0 0,210-58-575 0 0,0 0-1 0 0,0 1 1 0 0,-18 12-1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39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68 1148 0 0,'47'-17'6117'0'0,"49"-27"0"0"0,-94 43-5883 0 0,0 0 1 0 0,0 0 0 0 0,0 0-1 0 0,1 1 1 0 0,-1-1-1 0 0,0 0 1 0 0,1 1-1 0 0,-1 0 1 0 0,5-1 0 0 0,-7 1-203 0 0,0 0 1 0 0,0 0 0 0 0,0 0-1 0 0,0 0 1 0 0,0 0-1 0 0,0 0 1 0 0,0 0 0 0 0,1 0-1 0 0,-1 0 1 0 0,0 0 0 0 0,0 1-1 0 0,0-1 1 0 0,0 0-1 0 0,0 0 1 0 0,0 0 0 0 0,0 0-1 0 0,0 0 1 0 0,0 0 0 0 0,1 0-1 0 0,-1 0 1 0 0,0 0-1 0 0,0 0 1 0 0,0 0 0 0 0,0 0-1 0 0,0 0 1 0 0,0 1 0 0 0,0-1-1 0 0,0 0 1 0 0,0 0-1 0 0,0 0 1 0 0,0 0 0 0 0,0 0-1 0 0,0 0 1 0 0,0 0 0 0 0,0 0-1 0 0,0 1 1 0 0,0-1-1 0 0,0 0 1 0 0,0 0 0 0 0,0 0-1 0 0,0 0 1 0 0,0 0 0 0 0,0 0-1 0 0,0 0 1 0 0,0 1-1 0 0,0-1 1 0 0,0 0 0 0 0,0 0-1 0 0,0 0 1 0 0,0 0 0 0 0,0 0-1 0 0,0 0 1 0 0,0 0-1 0 0,0 1 1 0 0,-13 9 863 0 0,-314 157 2646 0 0,63-36-2726 0 0,143-65-449 0 0,117-63-399 0 0,-13 8 907 0 0,16-4-250 0 0,11-1-144 0 0,228 62 540 0 0,-28-10-958 0 0,-113-31-20 0 0,-94-26-62 0 0,28 5-629 0 0,-18-4-1123 0 0,9 0-3544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4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8 234 420 0 0,'35'-214'18552'0'0,"-35"213"-18449"0"0,0 0 0 0 0,1 0 0 0 0,-1 0 0 0 0,0 0 0 0 0,0 0 0 0 0,0 1 0 0 0,1-1 0 0 0,-1 0 0 0 0,0 0 0 0 0,1 0 0 0 0,-1 0 0 0 0,1 0 0 0 0,-1 1 0 0 0,1-1 0 0 0,0 0 0 0 0,-1 0-1 0 0,1 1 1 0 0,0-1 0 0 0,-1 1 0 0 0,1-1 0 0 0,0 0 0 0 0,0 1 0 0 0,1-1 0 0 0,-2 1-61 0 0,1 0-1 0 0,0 0 1 0 0,0 0 0 0 0,0 0-1 0 0,0 0 1 0 0,0 0-1 0 0,0 1 1 0 0,-1-1-1 0 0,1 0 1 0 0,0 1 0 0 0,0-1-1 0 0,0 0 1 0 0,0 1-1 0 0,-1-1 1 0 0,1 1-1 0 0,0-1 1 0 0,-1 1-1 0 0,1-1 1 0 0,0 2 0 0 0,4 2 89 0 0,-1 1 0 0 0,0-1 0 0 0,-1 1 0 0 0,1 0 0 0 0,3 8 0 0 0,-1 2 62 0 0,0 0 1 0 0,-1 1 0 0 0,-1 0-1 0 0,0-1 1 0 0,-1 2-1 0 0,-1-1 1 0 0,-1 0 0 0 0,0 29-1 0 0,-4 8 353 0 0,-13 69 1 0 0,-16 69 207 0 0,-39 308 523 0 0,69-464-1748 0 0,-3 37-1140 0 0,4-25-6479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7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71 1608 0 0,'-4'-28'7967'0'0,"-4"-13"-1012"0"0,8 39-6647 0 0,-1 13 109 0 0,0-1 0 0 0,-1 1 0 0 0,-3 13 0 0 0,-2 5-149 0 0,-94 751-690 0 0,98-690-2344 0 0,3-77 188 0 0,1 0 0 0 0,4 17 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7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2248 0 0,'3'-37'2713'0'0,"-3"24"-1720"0"0,1 1 1 0 0,1 0-1 0 0,0 0 0 0 0,5-19 1 0 0,-7 30-937 0 0,0 1 0 0 0,0-1 0 0 0,1 0 0 0 0,-1 1 1 0 0,0-1-1 0 0,0 1 0 0 0,0-1 0 0 0,1 1 0 0 0,-1-1 0 0 0,0 1 1 0 0,0 0-1 0 0,1-1 0 0 0,-1 1 0 0 0,1-1 0 0 0,-1 1 1 0 0,0 0-1 0 0,1-1 0 0 0,-1 1 0 0 0,1 0 0 0 0,-1-1 1 0 0,1 1-1 0 0,-1 0 0 0 0,1 0 0 0 0,-1-1 0 0 0,1 1 0 0 0,-1 0 1 0 0,1 0-1 0 0,0 0 0 0 0,0 0 0 0 0,0 0 0 0 0,-1 1 0 0 0,1-1 0 0 0,0 0 0 0 0,0 1 0 0 0,-1-1 0 0 0,1 1 0 0 0,0-1 0 0 0,-1 1 0 0 0,1 0 0 0 0,-1-1 0 0 0,1 1 0 0 0,-1-1 0 0 0,1 1 0 0 0,0 1 0 0 0,14 30 870 0 0,-2 12-418 0 0,-3 2 0 0 0,9 65 1 0 0,4 26-206 0 0,-22-134-321 0 0,13 60 99 0 0,26 67 0 0 0,-34-113-713 0 0,1 0 0 0 0,1 0 0 0 0,0-1 0 0 0,1 0 0 0 0,1-1 0 0 0,1 0 0 0 0,0 0 0 0 0,24 23 0 0 0,-18-26-2471 0 0,0-2-1117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7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131 124 432 0 0,'1'-34'3968'0'0,"0"20"-2316"0"0,-1 0 1 0 0,0 0-1 0 0,-1 0 1 0 0,-3-17-1 0 0,3 29-1295 0 0,-7 8 178 0 0,3 3-444 0 0,-1 0 0 0 0,2 1 0 0 0,-1-1 1 0 0,1 1-1 0 0,1 0 0 0 0,-4 12 0 0 0,-1 4-9 0 0,-12 35 92 0 0,3 2 0 0 0,-11 69 0 0 0,22-89-1127 0 0,1 47-1 0 0,5-56-2486 0 0,8 64 0 0 0,-3-69-165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8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85 170 1700 0 0,'-1'-8'3019'0'0,"1"7"-2675"0"0,0-1-1 0 0,0 0 1 0 0,0 0-1 0 0,-1 1 1 0 0,1-1-1 0 0,0 0 1 0 0,-1 0-1 0 0,0 1 1 0 0,1-1-1 0 0,-1 0 1 0 0,0 1-1 0 0,0-1 1 0 0,0 1-1 0 0,0-1 1 0 0,0 1-1 0 0,0 0 1 0 0,0-1-1 0 0,0 1 0 0 0,0 0 1 0 0,-2-2-1 0 0,1 2 206 0 0,0 2-99 0 0,-1 0-370 0 0,1-1 0 0 0,0 1 0 0 0,0 0 1 0 0,0 0-1 0 0,-1 0 0 0 0,1 0 0 0 0,0 1 1 0 0,1-1-1 0 0,-1 1 0 0 0,0-1 0 0 0,0 1 1 0 0,0-1-1 0 0,1 1 0 0 0,-3 4 0 0 0,0-1 26 0 0,1 0 0 0 0,1 0-1 0 0,-1 0 1 0 0,1 1 0 0 0,-3 10-1 0 0,1-2-15 0 0,1 1 0 0 0,1 1-1 0 0,0-1 1 0 0,1 16 0 0 0,1-23-68 0 0,0 0 0 0 0,1 0 1 0 0,0-1-1 0 0,0 1 0 0 0,1 0 0 0 0,0 0 1 0 0,1-1-1 0 0,-1 1 0 0 0,8 12 0 0 0,-8-16-10 0 0,1 0 0 0 0,0 0 0 0 0,0 0-1 0 0,0 0 1 0 0,0-1 0 0 0,0 0 0 0 0,1 1-1 0 0,0-1 1 0 0,-1 0 0 0 0,1-1 0 0 0,0 1-1 0 0,1-1 1 0 0,-1 0 0 0 0,0 0 0 0 0,1 0-1 0 0,-1 0 1 0 0,8 1 0 0 0,-6-2-2 0 0,1 1 0 0 0,0-2 0 0 0,-1 1-1 0 0,1-1 1 0 0,-1 0 0 0 0,1 0 0 0 0,0-1 0 0 0,-1 0 0 0 0,1 0 0 0 0,-1-1 0 0 0,0 1 0 0 0,1-2 0 0 0,-1 1 0 0 0,0 0-1 0 0,0-1 1 0 0,0 0 0 0 0,-1-1 0 0 0,1 1 0 0 0,-1-1 0 0 0,0 0 0 0 0,0-1 0 0 0,0 1 0 0 0,0-1 0 0 0,-1 0 0 0 0,1 0-1 0 0,3-7 1 0 0,-2 3 53 0 0,0-1-1 0 0,-1 0 0 0 0,0 0 1 0 0,0 0-1 0 0,-1-1 0 0 0,-1 1 1 0 0,0-1-1 0 0,0 0 0 0 0,-1 0 1 0 0,-1 0-1 0 0,1 0 1 0 0,-2 0-1 0 0,0-1 0 0 0,-2-20 1 0 0,0 22 10 0 0,0 0 0 0 0,-1 0 0 0 0,0 0 0 0 0,-1 0 1 0 0,0 0-1 0 0,0 1 0 0 0,-1 0 0 0 0,0 0 0 0 0,-1 0 1 0 0,-6-8-1 0 0,6 11-59 0 0,1 0 0 0 0,0 0 0 0 0,-1 1 0 0 0,0-1 0 0 0,-1 1 0 0 0,1 1 0 0 0,-1-1 0 0 0,0 1 0 0 0,0 0 0 0 0,0 1 0 0 0,0-1 0 0 0,-1 2 0 0 0,-12-4 0 0 0,17 5-31 0 0,-1 0 1 0 0,0 1-1 0 0,0 0 0 0 0,1-1 0 0 0,-1 2 1 0 0,0-1-1 0 0,1 0 0 0 0,-1 1 1 0 0,0-1-1 0 0,1 1 0 0 0,-1 0 0 0 0,0 1 1 0 0,1-1-1 0 0,0 0 0 0 0,-1 1 1 0 0,1 0-1 0 0,0 0 0 0 0,0 0 0 0 0,0 0 1 0 0,0 0-1 0 0,0 1 0 0 0,0-1 1 0 0,0 1-1 0 0,1 0 0 0 0,-4 5 0 0 0,4-5-202 0 0,0 0 1 0 0,1 0-1 0 0,-1 0 0 0 0,1 0 0 0 0,0 0 0 0 0,0 0 0 0 0,0 0 0 0 0,1 1 0 0 0,-1-1 0 0 0,1 0 0 0 0,-1 0 0 0 0,2 7 0 0 0,-1-7-309 0 0,0 0 0 0 0,1 1 0 0 0,0-1 0 0 0,0 1-1 0 0,0-1 1 0 0,0 0 0 0 0,1 0 0 0 0,-1 0-1 0 0,1 0 1 0 0,0 0 0 0 0,0 0 0 0 0,0 0 0 0 0,4 4-1 0 0,9 7-4246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8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122 133 1528 0 0,'3'-17'2422'0'0,"-1"-1"0"0"0,-1 0-1 0 0,-1 1 1 0 0,0-1 0 0 0,-4-19 0 0 0,4 37-2370 0 0,0-1 0 0 0,0 1 0 0 0,0 0 0 0 0,1 0 0 0 0,-1-1 0 0 0,0 1 0 0 0,0 0 0 0 0,0 0 0 0 0,0-1 0 0 0,-1 1 0 0 0,1 0 0 0 0,0 0 0 0 0,0 0 0 0 0,0-1 0 0 0,0 1 1 0 0,0 0-1 0 0,0 0 0 0 0,0-1 0 0 0,0 1 0 0 0,0 0 0 0 0,-1 0 0 0 0,1 0 0 0 0,0-1 0 0 0,0 1 0 0 0,0 0 0 0 0,0 0 0 0 0,-1 0 0 0 0,1 0 0 0 0,0-1 0 0 0,0 1 0 0 0,0 0 0 0 0,-1 0 0 0 0,1 0 0 0 0,0 0 0 0 0,0 0 0 0 0,0 0 0 0 0,-1 0 1 0 0,1 0-1 0 0,0 0 0 0 0,0 0 0 0 0,-1 0 0 0 0,-7 9 697 0 0,-3 19-1 0 0,-80 627 2943 0 0,90-645-3672 0 0,-3 24 45 0 0,1 2 0 0 0,2-1 0 0 0,2 0 0 0 0,7 59 0 0 0,-7-90-54 0 0,0 0 1 0 0,0 0-1 0 0,0 0 0 0 0,1-1 1 0 0,-1 1-1 0 0,1 0 0 0 0,0 0 1 0 0,0-1-1 0 0,0 0 0 0 0,1 1 0 0 0,-1-1 1 0 0,1 0-1 0 0,-1 0 0 0 0,1 0 1 0 0,0 0-1 0 0,0-1 0 0 0,1 1 1 0 0,-1-1-1 0 0,1 0 0 0 0,-1 1 0 0 0,1-2 1 0 0,-1 1-1 0 0,8 2 0 0 0,-4-2 8 0 0,0-1 0 0 0,0 0 0 0 0,0 0 0 0 0,0-1 0 0 0,1 0 0 0 0,-1 0 0 0 0,0-1 0 0 0,0 0 0 0 0,0 0 0 0 0,0 0 1 0 0,0-1-1 0 0,0 0 0 0 0,6-4 0 0 0,7-3-10 0 0,0-1 0 0 0,-1-1 0 0 0,-1 0 1 0 0,0-2-1 0 0,0 0 0 0 0,28-28 1 0 0,-12 5-36 0 0,58-76 0 0 0,-20 5-71 0 0,-63 91 101 0 0,0-1 0 0 0,-1 0 0 0 0,-1 0 0 0 0,9-32 1 0 0,-15 22-39 0 0,-1 26 34 0 0,1 0 1 0 0,-1 1-1 0 0,0-1 1 0 0,0 0-1 0 0,-1 0 1 0 0,1 1-1 0 0,0-1 1 0 0,0 0-1 0 0,0 0 1 0 0,0 1-1 0 0,-1-1 1 0 0,1 0-1 0 0,0 0 1 0 0,-1 1 0 0 0,1-1-1 0 0,0 0 1 0 0,-1 1-1 0 0,1-1 1 0 0,-1 1-1 0 0,1-1 1 0 0,-1 0-1 0 0,0 1 1 0 0,1-1-1 0 0,-1 1 1 0 0,1 0-1 0 0,-1-1 1 0 0,0 1-1 0 0,1-1 1 0 0,-1 1-1 0 0,0 0 1 0 0,0 0-1 0 0,1-1 1 0 0,-2 1-1 0 0,-4 1-1 0 0,0 0-1 0 0,0 0 0 0 0,0 1 1 0 0,0 0-1 0 0,0 0 1 0 0,0 0-1 0 0,1 1 0 0 0,-1 0 1 0 0,1 0-1 0 0,0 0 1 0 0,0 1-1 0 0,0 0 0 0 0,0 0 1 0 0,1 0-1 0 0,-1 1 0 0 0,1-1 1 0 0,-5 7-1 0 0,1 0 8 0 0,0 0 0 0 0,1 0 0 0 0,0 0-1 0 0,0 1 1 0 0,1 0 0 0 0,1 0 0 0 0,-5 17 0 0 0,8-22 11 0 0,0-1 0 0 0,1 1 0 0 0,0 0 0 0 0,0-1 1 0 0,1 1-1 0 0,0 0 0 0 0,0 0 0 0 0,1-1 0 0 0,-1 1 1 0 0,2 0-1 0 0,-1-1 0 0 0,1 1 0 0 0,0-1 1 0 0,0 1-1 0 0,6 10 0 0 0,-4-10-10 0 0,0-1 0 0 0,1 1 0 0 0,0-1 1 0 0,0-1-1 0 0,0 1 0 0 0,1-1 0 0 0,-1 0 0 0 0,2 0 0 0 0,-1 0 0 0 0,0-1 0 0 0,1 0 1 0 0,0 0-1 0 0,11 4 0 0 0,-1-2-295 0 0,0-1 1 0 0,0 0-1 0 0,0-1 0 0 0,1-1 0 0 0,-1-1 1 0 0,1 0-1 0 0,0-2 0 0 0,0 0 1 0 0,-1-1-1 0 0,1 0 0 0 0,24-6 1 0 0,-24 3-1306 0 0,-1 0 0 0 0,0-2 0 0 0,-1 0 0 0 0,1 0 0 0 0,-1-2 0 0 0,28-17 0 0 0,-13 3-5859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8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112 146 2616 0 0,'-109'-8'10752'0'0,"109"8"-10712"0"0,0 0 1 0 0,0 0 0 0 0,0 0-1 0 0,0 0 1 0 0,1-1-1 0 0,-1 1 1 0 0,0 0-1 0 0,0 0 1 0 0,0 0 0 0 0,0 0-1 0 0,0 0 1 0 0,1-1-1 0 0,-1 1 1 0 0,0 0-1 0 0,0 0 1 0 0,0 0 0 0 0,0 0-1 0 0,0-1 1 0 0,0 1-1 0 0,0 0 1 0 0,0 0-1 0 0,0 0 1 0 0,0-1 0 0 0,1 1-1 0 0,-1 0 1 0 0,0 0-1 0 0,0 0 1 0 0,0-1-1 0 0,0 1 1 0 0,-1 0 0 0 0,1 0-1 0 0,0 0 1 0 0,0-1-1 0 0,0 1 1 0 0,0 0-1 0 0,0 0 1 0 0,0 0 0 0 0,0-1-1 0 0,0 1 1 0 0,0 0-1 0 0,0 0 1 0 0,0 0-1 0 0,-1 0 1 0 0,1-1 0 0 0,0 1-1 0 0,0 0 1 0 0,0 0-1 0 0,0 0 1 0 0,-1 0-1 0 0,1 0 1 0 0,0 0 0 0 0,0 0-1 0 0,0-1 1 0 0,0 1-1 0 0,-1 0 1 0 0,1 0-1 0 0,0 0 1 0 0,0 0 0 0 0,0 0-1 0 0,-1 0 1 0 0,1 0-1 0 0,0 0 1 0 0,0 0-1 0 0,-1 0 1 0 0,14-8 434 0 0,15-2-173 0 0,0 1 1 0 0,0 1 0 0 0,1 1 0 0 0,38-3-1 0 0,-34 5-164 0 0,181-24 312 0 0,-80 12-2363 0 0,-3-3-5901 0 0,-100 14 1364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9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82 1704 0 0,'18'-21'7813'0'0,"5"-15"-1597"0"0,-22 36-6006 0 0,0-1 0 0 0,0 0 0 0 0,0 1 0 0 0,-1-1 0 0 0,1 0 0 0 0,0 0 0 0 0,-1 0 0 0 0,1 0 0 0 0,0 1 0 0 0,-1-1 0 0 0,1 0 0 0 0,-1 0-1 0 0,1 0 1 0 0,-1-2 0 0 0,7-8 2460 0 0,-5 13-2099 0 0,0 7-915 0 0,-1 12 598 0 0,-1-1 1 0 0,-1 0-1 0 0,-4 29 1 0 0,-18 66 285 0 0,11-61-318 0 0,-169 658 2654 0 0,174-690-2480 0 0,-2 2 519 0 0,-8 41 0 0 0,13-52-4702 0 0,10-33-1390 0 0,13-11-3854 0 0,-1 9 769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6:5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3252 0 0,'13'-29'17557'0'0,"-6"19"-14841"0"0,-2 3-5542 0 0,-8 17 202 0 0,-10 16-5183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0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3924 0 0,'-2'16'7195'0'0,"0"19"3122"0"0,3-16-7589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3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27 161 140 0 0,'-16'-49'11446'0'0,"8"29"-9428"0"0,8 18-1642 0 0,-1-3 312 0 0,2 5-161 0 0,6 7-461 0 0,3 2 22 0 0,1 0-1 0 0,1-1 0 0 0,-1 0 0 0 0,1-1 1 0 0,0 0-1 0 0,1-1 0 0 0,-1-1 0 0 0,1 0 1 0 0,1-1-1 0 0,-1 0 0 0 0,0-1 0 0 0,22 3 0 0 0,-6-3-9 0 0,1-1 0 0 0,0-1-1 0 0,-1-2 1 0 0,58-8 0 0 0,-83 8-75 0 0,0 1 0 0 0,-1-1 1 0 0,1-1-1 0 0,0 1 0 0 0,0-1 1 0 0,-1 1-1 0 0,1-1 0 0 0,-1 0 1 0 0,1 0-1 0 0,-1 0 0 0 0,0-1 1 0 0,0 1-1 0 0,0-1 0 0 0,0 0 1 0 0,0 0-1 0 0,-1 0 1 0 0,1 0-1 0 0,-1 0 0 0 0,0-1 1 0 0,0 1-1 0 0,0-1 0 0 0,0 1 1 0 0,0-1-1 0 0,1-7 0 0 0,-2 8-1 0 0,-1 0 1 0 0,1 0-1 0 0,-1-1 0 0 0,0 1 0 0 0,0 0 0 0 0,0-1 0 0 0,0 1 0 0 0,-1 0 0 0 0,1 0 0 0 0,-1-1 0 0 0,0 1 0 0 0,0 0 1 0 0,0 0-1 0 0,0 0 0 0 0,-1 0 0 0 0,1 0 0 0 0,-1 0 0 0 0,1 1 0 0 0,-1-1 0 0 0,0 0 0 0 0,0 1 0 0 0,-1-1 0 0 0,1 1 1 0 0,0 0-1 0 0,-1 0 0 0 0,0 0 0 0 0,1 0 0 0 0,-1 0 0 0 0,0 0 0 0 0,-4-1 0 0 0,2 1-2 0 0,0-1 0 0 0,0 2-1 0 0,-1-1 1 0 0,1 0-1 0 0,-1 1 1 0 0,1 0 0 0 0,-1 1-1 0 0,1-1 1 0 0,-1 1 0 0 0,1 0-1 0 0,-9 1 1 0 0,4 1-1 0 0,1-1-1 0 0,-1 2 1 0 0,0 0 0 0 0,1 0 0 0 0,-17 8-1 0 0,6 0 2 0 0,0 1 0 0 0,1 1 0 0 0,1 1 0 0 0,-30 28 0 0 0,25-20 15 0 0,1 2 0 0 0,-31 43 0 0 0,46-56-18 0 0,0 0 0 0 0,0 1-1 0 0,1-1 1 0 0,0 1 0 0 0,1 0 0 0 0,1 1 0 0 0,0-1-1 0 0,0 1 1 0 0,-1 17 0 0 0,4-26 5 0 0,1 0 1 0 0,0 0-1 0 0,0 0 0 0 0,0 0 1 0 0,0 0-1 0 0,1 0 1 0 0,0-1-1 0 0,0 1 0 0 0,0 0 1 0 0,0 0-1 0 0,0 0 1 0 0,1-1-1 0 0,0 1 0 0 0,0-1 1 0 0,0 1-1 0 0,0-1 1 0 0,3 4-1 0 0,0-2 3 0 0,-1-1 1 0 0,1 0-1 0 0,-1-1 1 0 0,1 1-1 0 0,0-1 1 0 0,1 0-1 0 0,-1 0 0 0 0,0 0 1 0 0,1-1-1 0 0,7 2 1 0 0,9 2 14 0 0,0-2-1 0 0,0 0 1 0 0,1-2 0 0 0,41 0 0 0 0,-49-2-17 0 0,6 1 36 0 0,-1-1 0 0 0,1-2 0 0 0,-1 0-1 0 0,32-7 1 0 0,-48 8-34 0 0,0 0 0 0 0,0-1 1 0 0,0 1-1 0 0,0-1 0 0 0,0 0 0 0 0,4-3 0 0 0,-2 1-1 0 0,-3 1-4 0 0,-3 3 0 0 0,0-1-1 0 0,1 0 1 0 0,-1 0 0 0 0,0 0 0 0 0,1 0 0 0 0,-1 0 0 0 0,0 0 0 0 0,0 0 0 0 0,0 1 0 0 0,0-1 0 0 0,0 0 0 0 0,0 0 0 0 0,0 0 0 0 0,0 0-1 0 0,-1 0 1 0 0,1 0 0 0 0,0 0 0 0 0,0 0 0 0 0,-1 1 0 0 0,1-1 0 0 0,-1 0 0 0 0,1 0 0 0 0,-1 0 0 0 0,1 1 0 0 0,-1-1 0 0 0,1 0 0 0 0,-1 0 0 0 0,0 1-1 0 0,1-1 1 0 0,-1 1 0 0 0,0-1 0 0 0,1 0 0 0 0,-1 1 0 0 0,0-1 0 0 0,0 1 0 0 0,0 0 0 0 0,1-1 0 0 0,-1 1 0 0 0,0 0 0 0 0,0-1 0 0 0,0 1-1 0 0,0 0 1 0 0,0 0 0 0 0,0 0 0 0 0,0 0 0 0 0,0 0 0 0 0,0 0 0 0 0,1 0 0 0 0,-2 0 0 0 0,-5 0-4 0 0,1 0 0 0 0,-1 1 0 0 0,1 0 0 0 0,-9 1 0 0 0,15-2 6 0 0,-8 2-7 0 0,1 1 0 0 0,0-1 0 0 0,0 1 0 0 0,0 1 0 0 0,0-1 0 0 0,0 1 1 0 0,0 0-1 0 0,-8 8 0 0 0,-4 4-1 0 0,-20 23 1 0 0,31-30 8 0 0,-14 15-8 0 0,0 1 1 0 0,2 1-1 0 0,-22 37 1 0 0,33-47 5 0 0,0 0 0 0 0,1 1 0 0 0,0 0 1 0 0,2 0-1 0 0,0 1 0 0 0,1 0 0 0 0,-4 24 1 0 0,9-36 3 0 0,-1-1 1 0 0,1 0 0 0 0,0 1-1 0 0,0-1 1 0 0,0 1 0 0 0,1-1 0 0 0,0 0-1 0 0,0 1 1 0 0,0-1 0 0 0,1 0-1 0 0,0 0 1 0 0,0 1 0 0 0,0-2-1 0 0,0 1 1 0 0,5 7 0 0 0,-2-7-3 0 0,-1 0 1 0 0,0 0-1 0 0,1-1 0 0 0,0 0 1 0 0,0 1-1 0 0,0-2 1 0 0,1 1-1 0 0,-1-1 0 0 0,1 0 1 0 0,0 0-1 0 0,9 3 1 0 0,2-1-188 0 0,0 0 0 0 0,1-2 0 0 0,-1 0 0 0 0,1-1 0 0 0,0 0 0 0 0,0-2 1 0 0,0 0-1 0 0,26-4 0 0 0,-27 2-137 0 0,0-1 1 0 0,0-1-1 0 0,0-1 0 0 0,0 0 1 0 0,-1-1-1 0 0,0 0 0 0 0,0-2 1 0 0,-1 0-1 0 0,0 0 1 0 0,0-2-1 0 0,-1 0 0 0 0,0 0 1 0 0,0-2-1 0 0,-2 1 1 0 0,1-2-1 0 0,-1 1 0 0 0,-1-2 1 0 0,-1 0-1 0 0,0 0 1 0 0,0-1-1 0 0,-2 0 0 0 0,0 0 1 0 0,8-21-1 0 0,-8 14 762 0 0,-2-1 1 0 0,0-1-1 0 0,5-44 1 0 0,-6-73 4445 0 0,-2 96-3513 0 0,-3 44-1254 0 0,17 14 252 0 0,-2 20-21 0 0,-1 2-1 0 0,-2 0 1 0 0,15 68 0 0 0,-2-7-204 0 0,-14-54-78 0 0,-7-27-39 0 0,-1 0 1 0 0,2 0-1 0 0,0 0 1 0 0,1-1-1 0 0,0 1 1 0 0,11 16-1 0 0,-16-30-22 0 0,0 1 0 0 0,-1-1 0 0 0,1 0 0 0 0,0 0 0 0 0,0 0 0 0 0,0 0 0 0 0,0 0 0 0 0,1 0 0 0 0,-1 0 0 0 0,0 0 0 0 0,0 0 0 0 0,0 0 0 0 0,1-1 0 0 0,-1 1 0 0 0,0 0 0 0 0,1-1 0 0 0,-1 1 0 0 0,1-1 0 0 0,-1 0 0 0 0,1 1 0 0 0,-1-1 0 0 0,0 0 0 0 0,4 0 0 0 0,-3-1-3 0 0,0 1 1 0 0,0-1 0 0 0,0 0 0 0 0,0 0 0 0 0,0 0-1 0 0,0 0 1 0 0,0 0 0 0 0,0-1 0 0 0,0 1 0 0 0,0 0-1 0 0,-1-1 1 0 0,1 1 0 0 0,2-5 0 0 0,4-4 3 0 0,-1 0 0 0 0,0-1 0 0 0,-1 0 0 0 0,6-16 0 0 0,21-55 47 0 0,-19 44-42 0 0,1 0-1 0 0,30-50 1 0 0,-43 85-19 0 0,0-1 0 0 0,1 1 0 0 0,-1 0 1 0 0,1 0-1 0 0,0 0 0 0 0,0 1 0 0 0,0-1 0 0 0,0 1 1 0 0,0-1-1 0 0,0 1 0 0 0,1 0 0 0 0,-1 0 1 0 0,1 0-1 0 0,0 1 0 0 0,-1-1 0 0 0,1 1 0 0 0,0 0 1 0 0,0 0-1 0 0,0 1 0 0 0,0-1 0 0 0,0 1 0 0 0,0-1 1 0 0,0 1-1 0 0,0 1 0 0 0,0-1 0 0 0,0 0 1 0 0,7 3-1 0 0,8 2-6 0 0,0 1 0 0 0,0 1 0 0 0,-1 0 0 0 0,26 15-1 0 0,-6-3 4 0 0,-2-2 21 0 0,2-1 0 0 0,0-2 0 0 0,1-2 1 0 0,60 11-1 0 0,-97-22-11 0 0,0-1 0 0 0,1 1 0 0 0,-1-1 0 0 0,0 0 0 0 0,0 0 0 0 0,1 0 0 0 0,-1-1 1 0 0,0 1-1 0 0,1 0 0 0 0,-1-1 0 0 0,0 1 0 0 0,0-1 0 0 0,0 0 0 0 0,1 0 0 0 0,-1 0 0 0 0,0 0 1 0 0,0 0-1 0 0,0 0 0 0 0,3-3 0 0 0,-4 2-1 0 0,1 0 1 0 0,-1 0-1 0 0,0 0 0 0 0,0 0 1 0 0,0 0-1 0 0,0 0 0 0 0,0 0 1 0 0,0-1-1 0 0,-1 1 0 0 0,1 0 1 0 0,-1 0-1 0 0,1-1 1 0 0,-1 1-1 0 0,0 0 0 0 0,0-1 1 0 0,0-2-1 0 0,-1-3 1 0 0,0 1-1 0 0,0-1 1 0 0,-1 0 0 0 0,0 0-1 0 0,0 0 1 0 0,-1 1 0 0 0,0-1-1 0 0,0 1 1 0 0,-8-12 0 0 0,-14-10-12 0 0,24 27 6 0 0,-1 0 0 0 0,0 1 0 0 0,0-1 0 0 0,0 1 1 0 0,-1 0-1 0 0,1-1 0 0 0,0 1 0 0 0,0 0 0 0 0,-1 0 0 0 0,1 1 1 0 0,-1-1-1 0 0,1 0 0 0 0,0 1 0 0 0,-1 0 0 0 0,-2-1 0 0 0,-1 1 2 0 0,1 1 0 0 0,0-1-1 0 0,0 1 1 0 0,0 0-1 0 0,-1 1 1 0 0,1-1-1 0 0,0 1 1 0 0,1 0-1 0 0,-1 0 1 0 0,0 1 0 0 0,0-1-1 0 0,-6 6 1 0 0,3-2-1 0 0,0 1-1 0 0,1 0 1 0 0,0 0 0 0 0,0 1 0 0 0,1 0 0 0 0,-7 11 0 0 0,3-3-1 0 0,1 1 0 0 0,0 0 0 0 0,2 0 0 0 0,0 1-1 0 0,1-1 1 0 0,-8 38 0 0 0,13-47 8 0 0,-1 1 0 0 0,1-1-1 0 0,1 1 1 0 0,0-1-1 0 0,0 1 1 0 0,1 0 0 0 0,0-1-1 0 0,0 0 1 0 0,1 1-1 0 0,0-1 1 0 0,0 0 0 0 0,1 0-1 0 0,0 0 1 0 0,1 0-1 0 0,-1 0 1 0 0,2-1-1 0 0,-1 1 1 0 0,1-1 0 0 0,0 0-1 0 0,0-1 1 0 0,1 1-1 0 0,0-1 1 0 0,0 0 0 0 0,1-1-1 0 0,-1 0 1 0 0,1 0-1 0 0,0 0 1 0 0,1 0 0 0 0,-1-1-1 0 0,1-1 1 0 0,0 1-1 0 0,12 3 1 0 0,2-2 7 0 0,0-1 0 0 0,1-1 1 0 0,-1 0-1 0 0,1-2 0 0 0,0-1 0 0 0,-1 0 1 0 0,1-2-1 0 0,0 0 0 0 0,42-12 0 0 0,-42 8-2 0 0,-1-1-1 0 0,0-1 1 0 0,0-1-1 0 0,0-1 1 0 0,-1-1-1 0 0,-1-1 1 0 0,0 0-1 0 0,-1-2 1 0 0,25-22-1 0 0,-31 23-4 0 0,0 0-1 0 0,-1-2 0 0 0,-1 1 0 0 0,0-2 0 0 0,-1 1 1 0 0,0-1-1 0 0,-2-1 0 0 0,11-25 0 0 0,-16 32 0 0 0,1 1 0 0 0,-2-1 0 0 0,1 0 0 0 0,-1 1 0 0 0,-1-1 0 0 0,0 0 0 0 0,0 0 0 0 0,-1 0 0 0 0,0 0 0 0 0,-1 0 0 0 0,0 0 0 0 0,-1 0 0 0 0,0 0 0 0 0,0 0 0 0 0,-1 1 0 0 0,0-1 0 0 0,-6-10 0 0 0,8 17-4 0 0,-1 1-1 0 0,1-1 1 0 0,-1 0 0 0 0,0 1-1 0 0,0-1 1 0 0,0 1 0 0 0,0 0-1 0 0,-1 0 1 0 0,1 0 0 0 0,-1 0-1 0 0,1 0 1 0 0,-1 0 0 0 0,0 1-1 0 0,1-1 1 0 0,-7-1 0 0 0,8 2 0 0 0,-1 0 1 0 0,1 0-1 0 0,-1 1 1 0 0,1-1 0 0 0,-1 1-1 0 0,1-1 1 0 0,-1 1-1 0 0,1-1 1 0 0,-1 1-1 0 0,1 0 1 0 0,-1 0 0 0 0,0 0-1 0 0,1 0 1 0 0,-1 0-1 0 0,1 0 1 0 0,-1 0-1 0 0,-2 1 1 0 0,0 0-2 0 0,-1 0-1 0 0,0 0 0 0 0,1 0 0 0 0,-1 0 0 0 0,0 1 0 0 0,1-1 0 0 0,0 1 0 0 0,-1 0 1 0 0,1 0-1 0 0,0 1 0 0 0,0-1 0 0 0,0 1 0 0 0,1 0 0 0 0,-1 0 0 0 0,0 0 0 0 0,1 1 0 0 0,0-1 0 0 0,0 1 0 0 0,0 0 1 0 0,0 0-1 0 0,1 0 0 0 0,0 0 0 0 0,-1 0 0 0 0,-1 6 0 0 0,3-7 4 0 0,0 1 0 0 0,-1-1 1 0 0,1 1-1 0 0,1-1 0 0 0,-1 1 0 0 0,0-1 1 0 0,1 1-1 0 0,0 0 0 0 0,0-1 0 0 0,0 1 0 0 0,0 0 1 0 0,1-1-1 0 0,-1 1 0 0 0,1-1 0 0 0,0 1 0 0 0,0-1 1 0 0,0 1-1 0 0,1-1 0 0 0,-1 1 0 0 0,1-1 1 0 0,0 0-1 0 0,0 0 0 0 0,0 0 0 0 0,0 0 0 0 0,0 0 1 0 0,1 0-1 0 0,-1-1 0 0 0,1 1 0 0 0,4 2 0 0 0,3 1 2 0 0,-1-1-1 0 0,1 0 0 0 0,1 0 0 0 0,-1-1 0 0 0,1-1 0 0 0,0 0 0 0 0,-1 0 0 0 0,1-1 0 0 0,0 0 1 0 0,1-1-1 0 0,10 0 0 0 0,10-1-46 0 0,-1-2 0 0 0,53-8 0 0 0,-60 5-28 0 0,0 0-1 0 0,24-9 0 0 0,-41 11 60 0 0,1 1 1 0 0,-1-2 0 0 0,0 1-1 0 0,-1-1 1 0 0,1 0-1 0 0,0 0 1 0 0,-1-1-1 0 0,0 1 1 0 0,0-2-1 0 0,7-7 1 0 0,-11 9 4 0 0,-1 2 6 0 0,-1 0 0 0 0,1 0 0 0 0,0 0 0 0 0,-1-1 0 0 0,1 1 0 0 0,-1 0-1 0 0,1-1 1 0 0,-1 1 0 0 0,0 0 0 0 0,-1-4 0 0 0,1 5 2 0 0,0 1-1 0 0,0-1 1 0 0,0 1 0 0 0,0-1-1 0 0,-1 1 1 0 0,1-1 0 0 0,0 1-1 0 0,0-1 1 0 0,-1 1 0 0 0,1-1-1 0 0,0 1 1 0 0,-1-1-1 0 0,1 1 1 0 0,0 0 0 0 0,-1-1-1 0 0,1 1 1 0 0,-1 0 0 0 0,1-1-1 0 0,-1 1 1 0 0,1 0 0 0 0,-1-1-1 0 0,1 1 1 0 0,-1 0-1 0 0,1 0 1 0 0,-2-1 0 0 0,0 1 1 0 0,0 0 0 0 0,0 0-1 0 0,0 0 1 0 0,-1 1 0 0 0,1-1 0 0 0,0 0 0 0 0,0 1 0 0 0,0-1 0 0 0,-1 1 0 0 0,1 0 0 0 0,0 0-1 0 0,-3 2 1 0 0,-2 1 18 0 0,0 1-1 0 0,0 1 0 0 0,1-1 0 0 0,0 1 1 0 0,0 0-1 0 0,0 1 0 0 0,-5 6 0 0 0,-32 53 173 0 0,39-59-176 0 0,-6 10 23 0 0,1 1-1 0 0,0 0 0 0 0,1 1 0 0 0,1-1 0 0 0,-8 37 1 0 0,14-47-23 0 0,-1 1 1 0 0,2 0-1 0 0,-1-1 1 0 0,1 1 0 0 0,0 0-1 0 0,3 16 1 0 0,-1-20-6 0 0,-1 1 0 0 0,1-1 1 0 0,-1 0-1 0 0,1 0 0 0 0,1 0 0 0 0,-1-1 1 0 0,1 1-1 0 0,0 0 0 0 0,0-1 1 0 0,0 0-1 0 0,1 0 0 0 0,4 5 0 0 0,-2-4-1 0 0,0-1-1 0 0,0 0 1 0 0,0 0-1 0 0,1-1 1 0 0,0 0 0 0 0,0 0-1 0 0,-1 0 1 0 0,2-1-1 0 0,-1 0 1 0 0,0 0-1 0 0,0-1 1 0 0,1 0-1 0 0,-1 0 1 0 0,0-1-1 0 0,1 0 1 0 0,-1 0-1 0 0,14-3 1 0 0,-1 0-117 0 0,0 0 0 0 0,0-2 0 0 0,-1-1 1 0 0,1 0-1 0 0,24-13 0 0 0,-28 11-72 0 0,-1-1-1 0 0,1-1 1 0 0,-1 0-1 0 0,-1-1 1 0 0,0-1 0 0 0,0 0-1 0 0,-1-1 1 0 0,14-18 0 0 0,-12 12 190 0 0,-2-1 0 0 0,0-1 0 0 0,-1 0 0 0 0,-1 0 1 0 0,14-39-1 0 0,-16 29 365 0 0,-10 20-170 0 0,1 11-190 0 0,-1 0-1 0 0,1 0 1 0 0,-1 0-1 0 0,1 0 1 0 0,0 0-1 0 0,-1 0 0 0 0,1 0 1 0 0,-1 0-1 0 0,1 0 1 0 0,0 0-1 0 0,-1 0 1 0 0,1 1-1 0 0,0-1 1 0 0,-1 0-1 0 0,1 0 1 0 0,0 0-1 0 0,-1 1 1 0 0,1-1-1 0 0,0 0 0 0 0,0 0 1 0 0,-1 1-1 0 0,1-1 1 0 0,0 0-1 0 0,0 1 1 0 0,-1-1-1 0 0,1 0 1 0 0,0 1-1 0 0,0-1 1 0 0,-1 1-1 0 0,-2 5 75 0 0,1 0 1 0 0,-1 0-1 0 0,1 1 1 0 0,0-1-1 0 0,1 1 0 0 0,-1-1 1 0 0,1 1-1 0 0,0 12 0 0 0,1-17-63 0 0,-2 12 33 0 0,2-1-1 0 0,0 0 1 0 0,0 1-1 0 0,1-1 1 0 0,1 0-1 0 0,0 0 1 0 0,1 0-1 0 0,0 0 1 0 0,5 13-1 0 0,-5-19-43 0 0,0-1 0 0 0,0 0-1 0 0,1 0 1 0 0,0 0 0 0 0,0 0-1 0 0,0-1 1 0 0,0 1 0 0 0,1-1-1 0 0,0 0 1 0 0,0-1-1 0 0,0 1 1 0 0,1-1 0 0 0,0 0-1 0 0,0 0 1 0 0,0-1 0 0 0,0 0-1 0 0,0 0 1 0 0,13 4 0 0 0,-12-4-32 0 0,0-2 1 0 0,1 1-1 0 0,-1-1 1 0 0,0 0-1 0 0,0 0 1 0 0,1-1-1 0 0,-1 0 1 0 0,0-1-1 0 0,1 1 1 0 0,-1-1-1 0 0,0-1 1 0 0,0 1 0 0 0,0-1-1 0 0,0 0 1 0 0,0-1-1 0 0,0 0 1 0 0,12-7-1 0 0,-12 6-25 0 0,-1-1 0 0 0,0 0 0 0 0,1-1 0 0 0,-2 0 0 0 0,1 0 0 0 0,-1 0-1 0 0,0 0 1 0 0,0-1 0 0 0,0 0 0 0 0,-1 0 0 0 0,0 0 0 0 0,-1-1 0 0 0,0 1 0 0 0,0-1 0 0 0,4-15-1 0 0,-3 2 143 0 0,-1-1-1 0 0,0 0 0 0 0,-1-35 1 0 0,-6 46 87 0 0,-4 11 181 0 0,7 0-314 0 0,-1 2 0 0 0,0-1 0 0 0,1 0 0 0 0,-1 0 0 0 0,1 0 0 0 0,0 1 0 0 0,-1-1 0 0 0,1 0 0 0 0,0 1 0 0 0,-1 2 0 0 0,-12 24 497 0 0,1 1 1 0 0,1 0 0 0 0,-13 53 0 0 0,-11 95 561 0 0,33-165-1050 0 0,-64 617 1874 0 0,36-254-1574 0 0,29-351-325 0 0,-1-1 1 0 0,-2 1-1 0 0,0-1 1 0 0,-1-1-1 0 0,-1 1 1 0 0,-16 33-1 0 0,20-51-26 0 0,0 1 0 0 0,0-1 0 0 0,0 0-1 0 0,-1 0 1 0 0,0 0 0 0 0,1 0 0 0 0,-2-1 0 0 0,1 0 0 0 0,0 0-1 0 0,-1 0 1 0 0,0 0 0 0 0,0-1 0 0 0,0 1 0 0 0,-1-1 0 0 0,1-1-1 0 0,0 1 1 0 0,-1-1 0 0 0,0 0 0 0 0,0 0 0 0 0,0-1-1 0 0,0 1 1 0 0,0-1 0 0 0,0-1 0 0 0,0 1 0 0 0,0-1 0 0 0,0 0-1 0 0,0 0 1 0 0,0-1 0 0 0,0 0 0 0 0,-7-1 0 0 0,-6-3 23 0 0,1-1 0 0 0,0 0 0 0 0,0-1 0 0 0,1-1 0 0 0,0-1 0 0 0,0 0 0 0 0,1-2 0 0 0,0 1 0 0 0,1-2 0 0 0,-17-16 0 0 0,19 17-62 0 0,2-1 0 0 0,-1-1 1 0 0,2 0-1 0 0,0 0 1 0 0,0-1-1 0 0,1-1 1 0 0,1 1-1 0 0,0-1 1 0 0,1-1-1 0 0,1 1 0 0 0,-8-31 1 0 0,12 35-292 0 0,1 0 0 0 0,0 0 0 0 0,1 1 1 0 0,0-1-1 0 0,1 0 0 0 0,0 0 0 0 0,1 0 1 0 0,0 1-1 0 0,0-1 0 0 0,1 1 0 0 0,1 0 0 0 0,0-1 1 0 0,0 2-1 0 0,6-11 0 0 0,3-2-1958 0 0,1 1-1 0 0,1 0 1 0 0,1 1-1 0 0,35-35 1 0 0,-9 16-6081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3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162 250 1848 0 0,'-51'-21'12157'0'0,"50"21"-12122"0"0,1 0 0 0 0,0 0 0 0 0,-1 0 0 0 0,1 0 0 0 0,0 0 1 0 0,-1 0-1 0 0,1 1 0 0 0,-1-1 0 0 0,1 0 0 0 0,0 0 1 0 0,-1 0-1 0 0,1 0 0 0 0,0 0 0 0 0,-1 0 0 0 0,1 1 0 0 0,0-1 1 0 0,0 0-1 0 0,-1 0 0 0 0,1 0 0 0 0,0 1 0 0 0,-1-1 0 0 0,1 0 1 0 0,0 0-1 0 0,0 1 0 0 0,0-1 0 0 0,-1 0 0 0 0,1 1 1 0 0,0-1-1 0 0,0 0 0 0 0,0 1 0 0 0,0-1 0 0 0,0 0 0 0 0,-1 1 1 0 0,1-1-1 0 0,0 1 0 0 0,11 8 620 0 0,25 3-63 0 0,-23-10-497 0 0,-1-1 1 0 0,0 0 0 0 0,1-1 0 0 0,-1 0 0 0 0,0-1 0 0 0,18-3 0 0 0,-21 2-67 0 0,-1 0 0 0 0,0 0 0 0 0,0-1 0 0 0,0 0 0 0 0,0 0 0 0 0,-1-1 0 0 0,1 0 0 0 0,-1 0 0 0 0,0-1 0 0 0,8-6 0 0 0,-11 7-23 0 0,-1-1 1 0 0,1 1-1 0 0,-1 0 1 0 0,-1-1-1 0 0,1 0 1 0 0,-1 1-1 0 0,1-1 1 0 0,-1 0-1 0 0,-1 0 1 0 0,1-1-1 0 0,-1 1 1 0 0,0 0-1 0 0,0 0 1 0 0,0-1-1 0 0,-1 1 1 0 0,0 0-1 0 0,0-1 1 0 0,0 1-1 0 0,-1 0 1 0 0,-1-6-1 0 0,2 5-4 0 0,-1 0-1 0 0,-1 1 1 0 0,1-1-1 0 0,-1 1 1 0 0,0-1-1 0 0,0 1 1 0 0,-1-1-1 0 0,1 1 1 0 0,-1 0-1 0 0,0 0 1 0 0,-1 1-1 0 0,1-1 1 0 0,-1 1-1 0 0,0-1 1 0 0,0 1-1 0 0,0 0 1 0 0,-1 1-1 0 0,-6-5 1 0 0,0 4-6 0 0,-7 2-5 0 0,10 3 8 0 0,-1 0-1 0 0,1 1 1 0 0,-1 1 0 0 0,1-1-1 0 0,0 1 1 0 0,-1 1-1 0 0,2-1 1 0 0,-1 1-1 0 0,0 1 1 0 0,1-1-1 0 0,0 1 1 0 0,0 1-1 0 0,0-1 1 0 0,-9 11 0 0 0,-6 8 6 0 0,0 1 0 0 0,-28 42 0 0 0,41-54 3 0 0,0 1 1 0 0,2 0 0 0 0,-1 0 0 0 0,2 0-1 0 0,0 1 1 0 0,0 0 0 0 0,-5 26 0 0 0,10-36-1 0 0,0 1-1 0 0,0-1 1 0 0,1 1 0 0 0,0-1 0 0 0,0 1 0 0 0,0 0 0 0 0,1-1 0 0 0,-1 1-1 0 0,1-1 1 0 0,1 1 0 0 0,-1-1 0 0 0,1 0 0 0 0,0 1 0 0 0,0-1 0 0 0,0 0 0 0 0,1 0-1 0 0,0 0 1 0 0,0-1 0 0 0,0 1 0 0 0,1-1 0 0 0,-1 1 0 0 0,1-1 0 0 0,0 0-1 0 0,8 6 1 0 0,1-1-123 0 0,1-1 0 0 0,0-1 0 0 0,0 0 0 0 0,0-1 0 0 0,1 0-1 0 0,0-1 1 0 0,27 5 0 0 0,-15-5-1121 0 0,1-1-1 0 0,1-2 1 0 0,42-1-1 0 0,-26-4-2665 0 0,2-3-1845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4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145 624 1044 0 0,'-12'-29'6424'0'0,"-17"-29"939"0"0,34 76-6457 0 0,30 60-95 0 0,-20-48-675 0 0,-2 1 1 0 0,11 34-1 0 0,-22-55-108 0 0,1 0 1 0 0,-1 0-1 0 0,-1 1 0 0 0,0-1 1 0 0,0 0-1 0 0,-1 1 0 0 0,0-1 1 0 0,-1 1-1 0 0,0-1 1 0 0,-5 20-1 0 0,3-23-9 0 0,0 0 1 0 0,0 1-1 0 0,-1-2 0 0 0,1 1 1 0 0,-1 0-1 0 0,-1-1 0 0 0,1 1 1 0 0,-1-1-1 0 0,-1-1 0 0 0,1 1 1 0 0,-1-1-1 0 0,-7 7 0 0 0,9-9-8 0 0,0-1-1 0 0,0 1 1 0 0,0-1 0 0 0,0 1 0 0 0,0-1-1 0 0,0 0 1 0 0,-1-1 0 0 0,1 1-1 0 0,-1-1 1 0 0,1 0 0 0 0,-1 0-1 0 0,0 0 1 0 0,1-1 0 0 0,-1 1-1 0 0,0-1 1 0 0,1 0 0 0 0,-1-1-1 0 0,0 1 1 0 0,1-1 0 0 0,-1 0-1 0 0,-6-2 1 0 0,10 3-10 0 0,-1-1 0 0 0,0 0 0 0 0,1 1 1 0 0,-1-1-1 0 0,0 0 0 0 0,1 0 0 0 0,-1 0 0 0 0,1 0 0 0 0,0-1 1 0 0,-1 1-1 0 0,1 0 0 0 0,0 0 0 0 0,0-1 0 0 0,0 1 0 0 0,0-1 0 0 0,0 1 1 0 0,0-1-1 0 0,0 0 0 0 0,0 1 0 0 0,1-1 0 0 0,-1 0 0 0 0,0 1 1 0 0,1-1-1 0 0,0 0 0 0 0,-1 0 0 0 0,1 0 0 0 0,0 1 0 0 0,0-1 1 0 0,0 0-1 0 0,0 0 0 0 0,0 0 0 0 0,1 0 0 0 0,-1 1 0 0 0,0-1 0 0 0,1 0 1 0 0,-1 0-1 0 0,1 1 0 0 0,0-1 0 0 0,1-2 0 0 0,3-6 5 0 0,0 0 0 0 0,0 1 0 0 0,1-1 1 0 0,1 1-1 0 0,7-9 0 0 0,7-5-8 0 0,1 1 0 0 0,0 1 1 0 0,31-21-1 0 0,81-49-6 0 0,-77 53 9 0 0,-17 9-7 0 0,-39 28-5 0 0,-1 0 8 0 0,0 1 3 0 0,0-1 0 0 0,0 1 0 0 0,-1 0 0 0 0,1 0 0 0 0,0-1 0 0 0,-1 1 0 0 0,1 0 0 0 0,0 0 0 0 0,-1-1 1 0 0,1 1-1 0 0,0 0 0 0 0,-1 0 0 0 0,1 0 0 0 0,0-1 0 0 0,-1 1 0 0 0,1 0 0 0 0,-1 0 0 0 0,1 0 0 0 0,0 0 0 0 0,-1 0 0 0 0,1 0 0 0 0,-1 0 0 0 0,1 0 0 0 0,0 0 0 0 0,-1 0 0 0 0,1 0 0 0 0,-1 0 0 0 0,1 0 0 0 0,0 0 0 0 0,-1 0 0 0 0,1 0 0 0 0,-1 1 0 0 0,1-1 0 0 0,0 0 0 0 0,-1 0 0 0 0,0 1 0 0 0,-14 5-4 0 0,15-6 3 0 0,-14 7 24 0 0,1 1-1 0 0,0 0 1 0 0,1 1-1 0 0,0 1 1 0 0,1 0-1 0 0,0 0 1 0 0,0 2-1 0 0,-12 15 1 0 0,17-19-14 0 0,0 0 0 0 0,0 1 0 0 0,1 0 0 0 0,1-1 1 0 0,0 2-1 0 0,0-1 0 0 0,0 0 0 0 0,1 1 1 0 0,1-1-1 0 0,-1 1 0 0 0,2 0 0 0 0,-1 0 0 0 0,1 16 1 0 0,1-20 0 0 0,1 0 0 0 0,0-1 0 0 0,0 1 0 0 0,0 0 1 0 0,1 0-1 0 0,-1 0 0 0 0,2-1 0 0 0,-1 1 0 0 0,0-1 0 0 0,1 0 1 0 0,0 0-1 0 0,1 0 0 0 0,5 8 0 0 0,-2-6 11 0 0,-1-1-1 0 0,1 0 0 0 0,-1-1 1 0 0,1 0-1 0 0,1 0 0 0 0,-1 0 1 0 0,1-1-1 0 0,13 5 0 0 0,-5-3-163 0 0,1 0 1 0 0,1-2-1 0 0,-1 0 0 0 0,1-1 0 0 0,-1-1 0 0 0,1 0 0 0 0,0-1 0 0 0,29-3 1 0 0,-31 0-167 0 0,1-1 1 0 0,0-1 0 0 0,-1 0 0 0 0,0-1-1 0 0,0-1 1 0 0,0 0 0 0 0,-1-1 0 0 0,0-1-1 0 0,0-1 1 0 0,-1 0 0 0 0,0 0 0 0 0,0-2 0 0 0,20-19-1 0 0,-16 11 45 0 0,-1-1 0 0 0,-1 0 0 0 0,-1-1-1 0 0,-1 0 1 0 0,-1-1 0 0 0,-1-1 0 0 0,0 0 0 0 0,11-36-1 0 0,-7 7 414 0 0,-1-1 0 0 0,-3 0 0 0 0,9-96 0 0 0,-16 76 2369 0 0,-4-1 1 0 0,-11-93-1 0 0,7 114-1118 0 0,3 51-1194 0 0,-4 28 661 0 0,-47 602 2605 0 0,32-472-3267 0 0,11-95-248 0 0,3-32 42 0 0,1 1 0 0 0,1-1 1 0 0,2 0-1 0 0,1 1 0 0 0,4 35 1 0 0,-4-63-88 0 0,0-1 0 0 0,1 1 0 0 0,-1-1 1 0 0,1 1-1 0 0,-1-1 0 0 0,1 1 1 0 0,-1-1-1 0 0,1 1 0 0 0,0-1 0 0 0,-1 1 1 0 0,1-1-1 0 0,0 0 0 0 0,0 0 1 0 0,0 1-1 0 0,0-1 0 0 0,0 0 0 0 0,0 0 1 0 0,3 2-1 0 0,-3-3-83 0 0,0 1 0 0 0,0-1 0 0 0,1 0 0 0 0,-1 1 0 0 0,0-1 1 0 0,0 0-1 0 0,1 0 0 0 0,-1 0 0 0 0,0 0 0 0 0,0 0 0 0 0,1 0 0 0 0,-1 0 0 0 0,0-1 0 0 0,0 1 0 0 0,1 0 1 0 0,-1-1-1 0 0,0 1 0 0 0,2-1 0 0 0,2-2-1002 0 0,0 0 0 0 0,0 0 0 0 0,-1 0 0 0 0,1-1 0 0 0,-1 1 0 0 0,1-1 0 0 0,-1 0 0 0 0,6-8 0 0 0,5-8-5684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228 128 2328 0 0,'-150'-76'11954'0'0,"78"42"-7657"0"0,72 34-4264 0 0,0 0 1 0 0,0 0-1 0 0,-1 0 0 0 0,1 0 0 0 0,0-1 1 0 0,0 1-1 0 0,0 0 0 0 0,-1 0 1 0 0,1 0-1 0 0,0 0 0 0 0,0 0 1 0 0,0 0-1 0 0,-1 0 0 0 0,1 0 0 0 0,0 0 1 0 0,0 0-1 0 0,0-1 0 0 0,-1 1 1 0 0,1 0-1 0 0,0 0 0 0 0,0 0 0 0 0,0 0 1 0 0,0-1-1 0 0,0 1 0 0 0,-1 0 1 0 0,1 0-1 0 0,0 0 0 0 0,0-1 0 0 0,0 1 1 0 0,0 0-1 0 0,0 0 0 0 0,0 0 1 0 0,0-1-1 0 0,0 1 0 0 0,0 0 0 0 0,0 0 1 0 0,0 0-1 0 0,0-1 0 0 0,0 1 1 0 0,0 0-1 0 0,0 0 0 0 0,0-1 1 0 0,0 1-1 0 0,0 0 0 0 0,12-4 525 0 0,25 1-351 0 0,-35 3-112 0 0,9 0-107 0 0,313-3 1032 0 0,-233 6-3661 0 0,140 23-1 0 0,-192-16-126 0 0,-15-1-2378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21 1396 0 0,'-2'1'5349'0'0,"-2"-1"-4892"0"0,-10 4 4624 0 0,13-4-4988 0 0,1 1-1 0 0,0-1 0 0 0,-1 0 0 0 0,1 0 1 0 0,0 1-1 0 0,-1-1 0 0 0,1 0 0 0 0,0 1 1 0 0,0-1-1 0 0,-1 0 0 0 0,1 1 0 0 0,0-1 1 0 0,0 1-1 0 0,0-1 0 0 0,-1 0 0 0 0,1 1 1 0 0,0-1-1 0 0,0 1 0 0 0,0-1 0 0 0,0 0 0 0 0,0 1 1 0 0,0-1-1 0 0,0 1 0 0 0,0-1 0 0 0,0 0 1 0 0,0 1-1 0 0,0-1 0 0 0,0 1 0 0 0,0-1 1 0 0,1 0-1 0 0,-1 1 0 0 0,0-1 0 0 0,0 1 1 0 0,0-1-1 0 0,0 0 0 0 0,1 1 0 0 0,-1-1 1 0 0,1 1-1 0 0,43 68 2777 0 0,-31-50-2650 0 0,0 0 0 0 0,-1 1-1 0 0,-1 0 1 0 0,15 38 0 0 0,-23-49-153 0 0,1 0 1 0 0,-2 1 0 0 0,1-1 0 0 0,-1 1-1 0 0,-1 0 1 0 0,0-1 0 0 0,0 1-1 0 0,-1 0 1 0 0,0 0 0 0 0,0-1-1 0 0,-1 1 1 0 0,-3 13 0 0 0,-9 5 1095 0 0,12-27-890 0 0,0-1-263 0 0,1 0 1 0 0,-1 0 0 0 0,0 0-1 0 0,1 0 1 0 0,-1 0 0 0 0,1-1-1 0 0,-1 1 1 0 0,1 0 0 0 0,-1 0-1 0 0,1 0 1 0 0,-1 0 0 0 0,1-1-1 0 0,-1 1 1 0 0,1 0 0 0 0,-1-1-1 0 0,1 1 1 0 0,-1 0 0 0 0,1-1-1 0 0,0 1 1 0 0,-1 0 0 0 0,1-1-1 0 0,-1 1 1 0 0,1-1 0 0 0,0-10 8 0 0,2 1 1 0 0,-1-1 0 0 0,2 1-1 0 0,-1 0 1 0 0,1 0 0 0 0,1 0-1 0 0,0 1 1 0 0,0-1 0 0 0,1 1-1 0 0,0 0 1 0 0,12-17-1 0 0,-4 10-15 0 0,-1 1 0 0 0,2 0 0 0 0,0 0 0 0 0,1 2 0 0 0,23-18-1 0 0,-28 24-7 0 0,1 0-1 0 0,-1 1 0 0 0,1 0 1 0 0,1 1-1 0 0,-1 0 1 0 0,1 0-1 0 0,0 1 0 0 0,23-4 1 0 0,-28 7-3 0 0,0 1 1 0 0,-1-1 0 0 0,1 1 0 0 0,0 1 0 0 0,0-1-1 0 0,0 1 1 0 0,-1 0 0 0 0,1 1 0 0 0,0 0-1 0 0,-1 0 1 0 0,1 0 0 0 0,-1 1 0 0 0,0 0 0 0 0,0 0-1 0 0,0 0 1 0 0,0 1 0 0 0,9 7 0 0 0,10 11 7 0 0,-16-13 3 0 0,0-1-1 0 0,0 0 1 0 0,1-1 0 0 0,-1 0-1 0 0,2 0 1 0 0,-1-1 0 0 0,1 0 0 0 0,0-1-1 0 0,0 0 1 0 0,14 3 0 0 0,-21-7-49 0 0,0 0 0 0 0,0-1 1 0 0,0 0-1 0 0,0 0 0 0 0,0 0 1 0 0,0 0-1 0 0,0 0 1 0 0,0-1-1 0 0,0 0 0 0 0,-1 0 1 0 0,1 0-1 0 0,0 0 0 0 0,0 0 1 0 0,0-1-1 0 0,-1 0 0 0 0,1 0 1 0 0,-1 0-1 0 0,0 0 0 0 0,1 0 1 0 0,-1-1-1 0 0,0 1 1 0 0,0-1-1 0 0,-1 0 0 0 0,1 0 1 0 0,2-3-1 0 0,-1-1-10 0 0,0 1-1 0 0,0-1 1 0 0,-1 1 0 0 0,0-1 0 0 0,0 0-1 0 0,0-1 1 0 0,-1 1 0 0 0,0 0 0 0 0,-1-1-1 0 0,1 1 1 0 0,-1-1 0 0 0,-1-10 0 0 0,0 8 19 0 0,0 1 1 0 0,-1 0-1 0 0,0-1 1 0 0,-5-15-1 0 0,6 22 33 0 0,-1 1-1 0 0,0-1 0 0 0,0 1 0 0 0,0 0 1 0 0,0-1-1 0 0,0 1 0 0 0,0 0 0 0 0,-1 0 1 0 0,1 0-1 0 0,-1 0 0 0 0,0 0 0 0 0,0 0 1 0 0,1 0-1 0 0,-1 0 0 0 0,0 1 0 0 0,0-1 1 0 0,-1 1-1 0 0,1-1 0 0 0,0 1 0 0 0,0 0 1 0 0,-4-1-1 0 0,2 1 3 0 0,-1 0 1 0 0,0 1-1 0 0,0-1 1 0 0,0 1-1 0 0,0 1 1 0 0,0-1-1 0 0,1 0 1 0 0,-1 1-1 0 0,0 0 0 0 0,0 0 1 0 0,1 1-1 0 0,-1-1 1 0 0,1 1-1 0 0,-1 0 1 0 0,1 0-1 0 0,0 1 1 0 0,0-1-1 0 0,-1 1 1 0 0,-5 6-1 0 0,-3 2 9 0 0,1 0-1 0 0,0 1 1 0 0,2 0-1 0 0,-14 20 1 0 0,13-17 6 0 0,1 0 1 0 0,0 1-1 0 0,2 1 1 0 0,0-1-1 0 0,0 1 0 0 0,2 1 1 0 0,0-1-1 0 0,1 1 1 0 0,-4 32-1 0 0,8-40-35 0 0,0 0 1 0 0,1 0-1 0 0,0 0 0 0 0,1-1 0 0 0,0 1 0 0 0,1 0 0 0 0,0 0 1 0 0,0-1-1 0 0,1 1 0 0 0,0-1 0 0 0,1 0 0 0 0,0 0 1 0 0,0 0-1 0 0,1 0 0 0 0,0-1 0 0 0,1 0 0 0 0,0 0 0 0 0,0 0 1 0 0,14 12-1 0 0,-11-12-347 0 0,0 0 0 0 0,1-1 0 0 0,0 0 0 0 0,0-1 0 0 0,0 0 0 0 0,1 0 0 0 0,0-1 0 0 0,0 0 0 0 0,17 3 0 0 0,-19-5-339 0 0,0-2 0 0 0,0 1-1 0 0,0-1 1 0 0,0-1 0 0 0,1 0-1 0 0,-1 0 1 0 0,0-1 0 0 0,0 0-1 0 0,0 0 1 0 0,1-1 0 0 0,-1 0-1 0 0,16-7 1 0 0,7-7-3952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2 248 1452 0 0,'17'-50'5966'0'0,"15"-81"1"0"0,-32 132-5941 0 0,0-1 0 0 0,0 0 0 0 0,0 1 1 0 0,1-1-1 0 0,-1 0 0 0 0,0 0 1 0 0,0 1-1 0 0,0-1 0 0 0,0 0 0 0 0,0 0 1 0 0,1 1-1 0 0,-1-1 0 0 0,0 0 0 0 0,0 0 1 0 0,0 0-1 0 0,0 1 0 0 0,1-1 1 0 0,-1 0-1 0 0,0 0 0 0 0,0 0 0 0 0,1 0 1 0 0,-1 1-1 0 0,0-1 0 0 0,0 0 1 0 0,1 0-1 0 0,-1 0 0 0 0,0 0 0 0 0,1 0 1 0 0,-1 0-1 0 0,0 0 0 0 0,0 0 1 0 0,1 0-1 0 0,-1 0 0 0 0,0 0 0 0 0,0 0 1 0 0,1 0-1 0 0,-1 0 0 0 0,0 0 0 0 0,1 0 1 0 0,-1 0-1 0 0,0 0 0 0 0,0 0 1 0 0,1-1-1 0 0,-1 1 0 0 0,0 0 0 0 0,0 0 1 0 0,1 0-1 0 0,-1 0 0 0 0,0-1 1 0 0,0 1-1 0 0,0 0 0 0 0,1 0 0 0 0,-1 0 1 0 0,0-1-1 0 0,0 1 0 0 0,0 0 0 0 0,0 0 1 0 0,1-1-1 0 0,-1 1 0 0 0,0 0 1 0 0,0 0-1 0 0,0-1 0 0 0,0 1 0 0 0,0-1 1 0 0,3 21 656 0 0,-1 0 1 0 0,-1 0-1 0 0,-1 1 1 0 0,-5 35-1 0 0,-20 86 403 0 0,10-73-699 0 0,3-27 647 0 0,11-40-668 0 0,-1-4-274 0 0,1 0-80 0 0,-1-1 0 0 0,1 0 0 0 0,0 0 0 0 0,0 0 0 0 0,0-1 0 0 0,0 1 0 0 0,0 0 0 0 0,1 0 0 0 0,0 0 0 0 0,-1-1 0 0 0,1 1 0 0 0,0 0 0 0 0,1 0 0 0 0,-1-1 0 0 0,2-5 0 0 0,14-58-78 0 0,-12 54 49 0 0,2-9-17 0 0,0 1 1 0 0,2 0-1 0 0,1 1 1 0 0,0 0-1 0 0,14-21 1 0 0,-18 34 19 0 0,0 0 1 0 0,1 0 0 0 0,-1 1 0 0 0,1-1-1 0 0,1 1 1 0 0,-1 1 0 0 0,8-6 0 0 0,-9 8 4 0 0,-1 0 1 0 0,1 1 0 0 0,0 0 0 0 0,-1 0 0 0 0,1 0 0 0 0,0 0 0 0 0,0 1-1 0 0,0 0 1 0 0,1 0 0 0 0,-1 0 0 0 0,0 1 0 0 0,9 0 0 0 0,-8 0 1 0 0,0 1 1 0 0,0 0 0 0 0,0 0-1 0 0,0 1 1 0 0,0-1 0 0 0,-1 2 0 0 0,1-1-1 0 0,0 0 1 0 0,-1 1 0 0 0,0 0-1 0 0,0 0 1 0 0,0 1 0 0 0,0 0 0 0 0,0-1-1 0 0,-1 1 1 0 0,0 1 0 0 0,1-1-1 0 0,-2 1 1 0 0,1 0 0 0 0,0-1 0 0 0,-1 2-1 0 0,0-1 1 0 0,0 0 0 0 0,-1 1-1 0 0,3 6 1 0 0,1 6-2 0 0,0-1-1 0 0,-1 2 0 0 0,-1-1 1 0 0,-1 1-1 0 0,-1-1 1 0 0,1 36-1 0 0,-3-41 10 0 0,-2 37 58 0 0,1-47-47 0 0,1 0 1 0 0,-1 1 0 0 0,0-1-1 0 0,0 0 1 0 0,0 0 0 0 0,0 0-1 0 0,0 0 1 0 0,-1 0 0 0 0,1 0-1 0 0,-1 0 1 0 0,0-1 0 0 0,-3 5-1 0 0,3-9-9 0 0,2 2-6 0 0,-1-1 1 0 0,1 1-1 0 0,-1 0 0 0 0,1-1 0 0 0,-1 1 1 0 0,1 0-1 0 0,-1-1 0 0 0,1 1 1 0 0,0-1-1 0 0,-1 1 0 0 0,1-1 1 0 0,0 1-1 0 0,0-1 0 0 0,-1 1 0 0 0,1-1 1 0 0,0 1-1 0 0,0-1 0 0 0,0 0 1 0 0,-1 0-1 0 0,2-14-75 0 0,1 1 1 0 0,0-1-1 0 0,0 0 1 0 0,2 1-1 0 0,0 0 1 0 0,0 0-1 0 0,2 0 0 0 0,11-23 1 0 0,-7 19 41 0 0,0 1 0 0 0,2 0 1 0 0,0 0-1 0 0,1 1 0 0 0,27-27 0 0 0,-30 33 19 0 0,1 1 0 0 0,0 0 0 0 0,1 1 0 0 0,-1 0 0 0 0,2 1 0 0 0,-1 0 0 0 0,1 1 0 0 0,0 1 0 0 0,0 0 0 0 0,0 0 0 0 0,23-4-1 0 0,-33 9 15 0 0,0 0-1 0 0,0-1 1 0 0,0 1-1 0 0,0 0 1 0 0,0 0-1 0 0,0 1 1 0 0,0-1-1 0 0,0 0 1 0 0,0 1-1 0 0,0 0 0 0 0,0 0 1 0 0,-1 0-1 0 0,1 0 1 0 0,0 0-1 0 0,0 1 1 0 0,-1-1-1 0 0,1 1 1 0 0,-1 0-1 0 0,3 1 1 0 0,-3 0 1 0 0,1 0 0 0 0,-1 0 1 0 0,0 0-1 0 0,0 0 0 0 0,-1 0 1 0 0,1 1-1 0 0,0-1 0 0 0,-1 0 1 0 0,0 1-1 0 0,0-1 0 0 0,0 1 1 0 0,0-1-1 0 0,0 6 0 0 0,-1 6 10 0 0,0 0-1 0 0,-1 0 1 0 0,0 0-1 0 0,-1-1 1 0 0,-1 1-1 0 0,-5 17 0 0 0,-12 30 35 0 0,11-38-23 0 0,2 1 0 0 0,-8 40 0 0 0,14-63-13 0 0,1 0 0 0 0,0 0 0 0 0,0 0 0 0 0,-1 0 0 0 0,2 0 0 0 0,-1 0 0 0 0,0 0 0 0 0,0 0 0 0 0,1 0 0 0 0,-1 0 0 0 0,1 0 0 0 0,-1-1 0 0 0,1 1 0 0 0,0 0 0 0 0,0 0 0 0 0,-1 0 0 0 0,2-1 0 0 0,-1 1 0 0 0,0 0 0 0 0,0-1 0 0 0,3 3 0 0 0,-2-2 1 0 0,1 0-1 0 0,0 0 1 0 0,0-1-1 0 0,0 1 1 0 0,0-1-1 0 0,0 0 1 0 0,0 0-1 0 0,0 0 1 0 0,1 0-1 0 0,-1-1 1 0 0,0 1-1 0 0,4-1 1 0 0,5 1 5 0 0,1-1 1 0 0,-1-1-1 0 0,1 0 1 0 0,-1-1-1 0 0,22-6 1 0 0,-10 0-44 0 0,0-1 0 0 0,-1-1 0 0 0,0-1 0 0 0,-1-2 0 0 0,-1 0 0 0 0,1-1 0 0 0,30-27 1 0 0,-27 19-14 0 0,-1-2 1 0 0,-1-1 0 0 0,-1-1 0 0 0,-1 0 0 0 0,20-35 0 0 0,-30 42 73 0 0,0-1-1 0 0,7-21 1 0 0,-14 33 34 0 0,-2-1 0 0 0,1 1 1 0 0,-1-1-1 0 0,0 1 1 0 0,-1-1-1 0 0,0 0 1 0 0,0-17-1 0 0,-1 25-56 0 0,0 0-1 0 0,0 0 1 0 0,0 0-1 0 0,0 0 1 0 0,0 0-1 0 0,-1 0 1 0 0,1 0-1 0 0,0 0 1 0 0,0 0-1 0 0,-1 0 1 0 0,1 0-1 0 0,-1 0 1 0 0,1 0-1 0 0,-1 0 1 0 0,1 0-1 0 0,-1 0 1 0 0,1 1-1 0 0,-1-1 1 0 0,0 0-1 0 0,0 0 1 0 0,1 1-1 0 0,-1-1 1 0 0,0 0-1 0 0,0 1 1 0 0,0-1-1 0 0,0 1 1 0 0,-1-1-1 0 0,0 0 3 0 0,0 1 0 0 0,1 0 0 0 0,-1 0 0 0 0,0 0 0 0 0,0 0 0 0 0,0 0 0 0 0,0 1-1 0 0,0-1 1 0 0,0 1 0 0 0,1-1 0 0 0,-1 1 0 0 0,0-1 0 0 0,-3 3 0 0 0,-4 2 51 0 0,1 0 1 0 0,-1 0-1 0 0,1 1 1 0 0,-12 11-1 0 0,9-6 32 0 0,0 1 1 0 0,1 1-1 0 0,0-1 0 0 0,1 2 0 0 0,1-1 1 0 0,-10 21-1 0 0,13-23-48 0 0,1 0 0 0 0,0 0 0 0 0,0 0 0 0 0,1 0 0 0 0,1 0 0 0 0,0 1 0 0 0,0-1 1 0 0,1 1-1 0 0,1 18 0 0 0,1-24-31 0 0,-1-1-1 0 0,1 1 1 0 0,1-1 0 0 0,-1 0 0 0 0,1 1 0 0 0,0-1 0 0 0,0 0 0 0 0,1 0 0 0 0,-1 0-1 0 0,1 0 1 0 0,0-1 0 0 0,4 5 0 0 0,0-2 8 0 0,-1 0-1 0 0,1 0 1 0 0,1-1-1 0 0,-1 0 0 0 0,1-1 1 0 0,12 8-1 0 0,2-3-89 0 0,0 0-1 0 0,1-1 1 0 0,0-1-1 0 0,39 7 1 0 0,-36-10-741 0 0,1-1 0 0 0,-1-1 1 0 0,1-2-1 0 0,49-3 0 0 0,-50-1-1896 0 0,1-1-1 0 0,38-11 1 0 0,-10-3-4928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6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87 241 256 0 0,'2'-16'1539'0'0,"4"-25"3057"0"0,-2-1 1 0 0,-1-81-1 0 0,-7 104-3411 0 0,0 28 44 0 0,-4 33 231 0 0,8-39-1456 0 0,-34 393 3822 0 0,27-280-3174 0 0,-5 1028 2204 0 0,39-703-2848 0 0,-26-436-323 0 0,-1 1-1 0 0,0-1 0 0 0,0 0 0 0 0,0 0 0 0 0,-1 0 1 0 0,0 0-1 0 0,0 0 0 0 0,0 0 0 0 0,-1 0 0 0 0,1 0 1 0 0,-3 4-1 0 0,3-9 174 0 0,1 1 0 0 0,0-1-1 0 0,-1 1 1 0 0,1-1 0 0 0,-1 1 0 0 0,1-1 0 0 0,-1 0 0 0 0,1 1 0 0 0,0-1 0 0 0,-1 0 0 0 0,1 0-1 0 0,-1 1 1 0 0,0-1 0 0 0,1 0 0 0 0,-1 0 0 0 0,1 0 0 0 0,-1 0 0 0 0,1 0 0 0 0,-1 0-1 0 0,1 1 1 0 0,-1-1 0 0 0,1 0 0 0 0,-1 0 0 0 0,0-1 0 0 0,1 1 0 0 0,-1 0 0 0 0,1 0 0 0 0,-1 0-1 0 0,1 0 1 0 0,-1 0 0 0 0,1-1 0 0 0,-1 1 0 0 0,1 0 0 0 0,-1 0 0 0 0,1-1 0 0 0,-1 1 0 0 0,-14-16-4264 0 0,8 0-32 0 0,-1-5-2071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0 378 200 0 0,'5'-28'1463'0'0,"1"0"0"0"0,2 0 1 0 0,0 1-1 0 0,2 0 0 0 0,18-34 0 0 0,-21 48-1142 0 0,1 0 0 0 0,1 0 0 0 0,0 1 0 0 0,1 0-1 0 0,0 1 1 0 0,1 0 0 0 0,0 0 0 0 0,0 1 0 0 0,1 1 0 0 0,1 0-1 0 0,22-12 1 0 0,-22 15-175 0 0,0 0 0 0 0,0 2-1 0 0,1-1 1 0 0,-1 2 0 0 0,1 0 0 0 0,0 0-1 0 0,0 1 1 0 0,0 1 0 0 0,0 1 0 0 0,0 0-1 0 0,0 0 1 0 0,0 2 0 0 0,0 0 0 0 0,0 0-1 0 0,22 7 1 0 0,-23-5-92 0 0,-1 1-1 0 0,1 0 1 0 0,-1 0 0 0 0,0 1-1 0 0,0 1 1 0 0,-1 0-1 0 0,1 0 1 0 0,-2 1-1 0 0,1 1 1 0 0,-1 0 0 0 0,-1 0-1 0 0,1 1 1 0 0,-2 0-1 0 0,1 1 1 0 0,-1-1 0 0 0,9 19-1 0 0,-14-23 22 0 0,0 0 0 0 0,-1 0 1 0 0,0 0-1 0 0,0 0 0 0 0,0 1 0 0 0,-1-1 0 0 0,0 0 0 0 0,0 1 1 0 0,-1 0-1 0 0,0-1 0 0 0,0 1 0 0 0,0-1 0 0 0,-1 1 0 0 0,-1 8 1 0 0,-1-6 7 0 0,0 0 0 0 0,0-1 0 0 0,-1 1 0 0 0,0-1 0 0 0,0 0 0 0 0,-1 0 0 0 0,0-1 0 0 0,-1 1 0 0 0,-8 8 0 0 0,0-1 14 0 0,-1-1-1 0 0,-1-1 1 0 0,0 0 0 0 0,-1-1 0 0 0,0-1 0 0 0,-1-1-1 0 0,0 0 1 0 0,-30 10 0 0 0,33-15-101 0 0,-1 0-1 0 0,-1-1 1 0 0,1-1-1 0 0,0 0 1 0 0,-1-2-1 0 0,-27 1 1 0 0,35-3-476 0 0,0 0 0 0 0,0 0 0 0 0,0-1 0 0 0,-11-3 0 0 0,19 5 323 0 0,0-1 0 0 0,0 1 0 0 0,0 0 0 0 0,0-1-1 0 0,0 1 1 0 0,1-1 0 0 0,-1 1 0 0 0,0-1 0 0 0,0 1 0 0 0,1-1 0 0 0,-1 0-1 0 0,0 1 1 0 0,1-1 0 0 0,-1 0 0 0 0,1 0 0 0 0,-1 1 0 0 0,1-1 0 0 0,-1 0-1 0 0,1 0 1 0 0,-1 0 0 0 0,1 0 0 0 0,0 1 0 0 0,-1-1 0 0 0,1 0 0 0 0,0 0-1 0 0,0 0 1 0 0,0 0 0 0 0,0 0 0 0 0,0 0 0 0 0,0 0 0 0 0,0 0-1 0 0,0-1 1 0 0,1-1-371 0 0,-1 0 0 0 0,1 1-1 0 0,0-1 1 0 0,0 1-1 0 0,0-1 1 0 0,0 1 0 0 0,0-1-1 0 0,1 1 1 0 0,1-4 0 0 0,7-6-3069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28 106 2108 0 0,'4'-2'543'0'0,"3"-2"1279"0"0,0-1 1 0 0,0 0-1 0 0,0 0 0 0 0,0-1 0 0 0,7-8 767 0 0,-26 41-787 0 0,-18 53 0 0 0,26-68-1741 0 0,1 0 0 0 0,0 0 0 0 0,1 0 0 0 0,1 0 0 0 0,0 1-1 0 0,0-1 1 0 0,1 1 0 0 0,1-1 0 0 0,0 0 0 0 0,3 14 0 0 0,-3-22-33 0 0,0 0 0 0 0,1 0 0 0 0,-1 0 0 0 0,0 0 0 0 0,1 0 0 0 0,0 0 0 0 0,0-1 0 0 0,0 1 0 0 0,1-1 0 0 0,-1 1 0 0 0,1-1 0 0 0,-1 0 0 0 0,1 0 0 0 0,0 0 0 0 0,1 0 0 0 0,-1-1 0 0 0,0 1 0 0 0,1-1 0 0 0,-1 0 0 0 0,1 0 1 0 0,0 0-1 0 0,0 0 0 0 0,0-1 0 0 0,-1 0 0 0 0,1 1 0 0 0,1-1 0 0 0,-1-1 0 0 0,0 1 0 0 0,0-1 0 0 0,0 1 0 0 0,0-1 0 0 0,9-1 0 0 0,-8 0-3 0 0,-1 1 0 0 0,1-1 0 0 0,0 0 0 0 0,0 0 0 0 0,-1-1 0 0 0,1 1 0 0 0,0-1 0 0 0,-1 0 0 0 0,0 0 0 0 0,1-1 0 0 0,-1 1 0 0 0,0-1 0 0 0,4-4 0 0 0,-2 2-4 0 0,0-1-1 0 0,-1 0 1 0 0,0 0-1 0 0,0-1 0 0 0,-1 1 1 0 0,0-1-1 0 0,6-12 1 0 0,-5 7 21 0 0,0-1 0 0 0,-1 0 1 0 0,0 0-1 0 0,-1-1 0 0 0,-1 1 0 0 0,0-1 1 0 0,0 1-1 0 0,-2-1 0 0 0,0-17 1 0 0,-1 22-20 0 0,-1 0 0 0 0,1 0 1 0 0,-1 0-1 0 0,-1 1 1 0 0,0-1-1 0 0,0 1 1 0 0,0-1-1 0 0,-1 1 1 0 0,-1 0-1 0 0,1 1 1 0 0,-1-1-1 0 0,-9-10 0 0 0,11 15-20 0 0,-1-1-1 0 0,1 1 0 0 0,-1 0 0 0 0,0 0 0 0 0,0 0 0 0 0,0 0 0 0 0,0 1 0 0 0,-1-1 1 0 0,1 1-1 0 0,-1 0 0 0 0,1 1 0 0 0,-1-1 0 0 0,0 1 0 0 0,0 0 0 0 0,1 0 0 0 0,-1 0 1 0 0,0 1-1 0 0,0-1 0 0 0,0 1 0 0 0,0 1 0 0 0,0-1 0 0 0,0 1 0 0 0,0-1 0 0 0,-6 3 1 0 0,5-1-129 0 0,0 0 0 0 0,0 1-1 0 0,0-1 1 0 0,0 1 0 0 0,1 0 0 0 0,0 0 0 0 0,-1 1 0 0 0,1 0 0 0 0,0 0 0 0 0,1 0 0 0 0,-1 0 0 0 0,1 1 0 0 0,0 0 0 0 0,0 0 0 0 0,0 0 0 0 0,1 0 0 0 0,-1 1 0 0 0,1-1 0 0 0,1 1 0 0 0,-4 7 0 0 0,4-6-841 0 0,0 0 0 0 0,0 0 0 0 0,1 1 0 0 0,0-1 0 0 0,0 0 0 0 0,1 1 1 0 0,0-1-1 0 0,0 0 0 0 0,0 1 0 0 0,4 13 0 0 0,2-2-4191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7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1264 0 0,'30'-66'12105'0'0,"-2"6"-4684"0"0,-28 58-6926 0 0,1 5-359 0 0,1 0-1 0 0,-1 1 0 0 0,-1-1 0 0 0,1 0 1 0 0,0 0-1 0 0,-1 0 0 0 0,1 0 0 0 0,-1 5 1 0 0,-1 28 175 0 0,-1 0 1 0 0,-2 0 0 0 0,-1 0-1 0 0,-10 36 1 0 0,-3 18-872 0 0,7-31-5089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7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21 117 1884 0 0,'-5'-24'2524'0'0,"2"5"-379"0"0,-1 4-329 0 0,4-1-396 0 0,-3 4-348 0 0,1 2-240 0 0,0-1 368 0 0,1 1-380 0 0,2 22-2288 0 0,5-3 316 0 0,-5 3-568 0 0,4-2-1260 0 0,2 4-1009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8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1 660 0 0,'8'7'7971'0'0,"23"29"-3187"0"0,-18-23-4126 0 0,-1 1 0 0 0,-1 1 1 0 0,0 0-1 0 0,12 23 0 0 0,-8-7-206 0 0,-2 1 0 0 0,0 1 0 0 0,7 34 0 0 0,-17-56-365 0 0,0 1-1 0 0,-1-1 1 0 0,-1 1 0 0 0,0-1-1 0 0,-1 1 1 0 0,0 0 0 0 0,0-1 0 0 0,-1 1-1 0 0,-1-1 1 0 0,0 1 0 0 0,-1-1-1 0 0,-7 22 1 0 0,-9-10 158 0 0,17-22-201 0 0,2-1-37 0 0,-1 0 0 0 0,0 0 0 0 0,0-1-1 0 0,1 1 1 0 0,-1-1 0 0 0,0 1 0 0 0,1-1-1 0 0,-1 1 1 0 0,1-1 0 0 0,-1 1 0 0 0,1-1-1 0 0,-1 1 1 0 0,1-1 0 0 0,-1 0 0 0 0,1 1-1 0 0,-1-2 1 0 0,0-9 2 0 0,2 0 0 0 0,-1 0 0 0 0,2 0-1 0 0,-1 0 1 0 0,1 0 0 0 0,1 1 0 0 0,6-18 0 0 0,34-72 17 0 0,-42 99-26 0 0,11-23-2 0 0,1 1-1 0 0,1 0 1 0 0,1 1 0 0 0,1 1-1 0 0,21-23 1 0 0,-26 32-5 0 0,0 2 1 0 0,1-1-1 0 0,0 1 0 0 0,1 1 1 0 0,0 0-1 0 0,0 1 0 0 0,1 0 1 0 0,0 1-1 0 0,0 1 0 0 0,17-6 1 0 0,-26 11 3 0 0,1-1 0 0 0,-1 1 1 0 0,0 0-1 0 0,1 1 1 0 0,-1-1-1 0 0,1 1 1 0 0,-1 0-1 0 0,1 0 0 0 0,-1 1 1 0 0,1 0-1 0 0,-1 0 1 0 0,0 0-1 0 0,1 0 1 0 0,-1 1-1 0 0,0 0 0 0 0,0 0 1 0 0,0 1-1 0 0,0-1 1 0 0,7 6-1 0 0,-6-3 11 0 0,-1 0-1 0 0,0 0 1 0 0,0 0 0 0 0,-1 1-1 0 0,1-1 1 0 0,-1 1-1 0 0,0 0 1 0 0,-1 1 0 0 0,0-1-1 0 0,0 1 1 0 0,0-1-1 0 0,0 1 1 0 0,-1 0 0 0 0,2 12-1 0 0,-2 2 57 0 0,0 0 0 0 0,-1 0 0 0 0,-1-1 0 0 0,-6 37 0 0 0,3-32-575 0 0,2-1 0 0 0,2 48 0 0 0,-1-69 262 0 0,0 0 0 0 0,1 0 1 0 0,0-1-1 0 0,0 1 0 0 0,0 0 0 0 0,0 0 1 0 0,0 0-1 0 0,0-1 0 0 0,1 1 0 0 0,-1 0 1 0 0,1-1-1 0 0,0 0 0 0 0,2 4 0 0 0,-2-4-472 0 0,0 0-1 0 0,0-1 1 0 0,0 1-1 0 0,0-1 1 0 0,0 0-1 0 0,1 0 1 0 0,-1 1-1 0 0,0-1 1 0 0,4 1-1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8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59 221 1220 0 0,'35'-220'17157'0'0,"-34"237"-16087"0"0,-1 42 26 0 0,-3-1 0 0 0,-16 87-1 0 0,7-63-613 0 0,-9 65 96 0 0,4-39-205 0 0,-5 164 1 0 0,22-259-633 0 0,0 0 0 0 0,2 0 0 0 0,4 23-1 0 0,-5-31-280 0 0,0-1-1 0 0,1 1 0 0 0,0 0 0 0 0,0-1 1 0 0,0 1-1 0 0,0-1 0 0 0,1 0 1 0 0,0 0-1 0 0,0 0 0 0 0,0 0 0 0 0,0 0 1 0 0,7 5-1 0 0,6-8-5920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8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122 200 1956 0 0,'-16'-13'2342'0'0,"-10"-6"3370"0"0,-46-45 1 0 0,71 63-5641 0 0,1 0-1 0 0,-1 1 1 0 0,0-1 0 0 0,1 0 0 0 0,-1 0-1 0 0,1 1 1 0 0,-1-1 0 0 0,1 0 0 0 0,-1 0-1 0 0,1 0 1 0 0,0 0 0 0 0,-1 0 0 0 0,1 0-1 0 0,0 0 1 0 0,0 0 0 0 0,0 0 0 0 0,-1 0-1 0 0,1 1 1 0 0,0-1 0 0 0,0 0 0 0 0,1 0 0 0 0,-1 0-1 0 0,0 0 1 0 0,0 0 0 0 0,0 0 0 0 0,1-2-1 0 0,0 1-8 0 0,0 1-1 0 0,1-1 0 0 0,-1 0 0 0 0,1 0 1 0 0,-1 1-1 0 0,1-1 0 0 0,-1 1 0 0 0,1-1 1 0 0,0 1-1 0 0,0 0 0 0 0,2-2 1 0 0,6-2 33 0 0,-1 0 1 0 0,1 1 0 0 0,18-5-1 0 0,13-1-638 0 0,0 2 1 0 0,74-6-1 0 0,87 12-8082 0 0,-140 5 2483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11 2892 0 0,'1'-11'9711'0'0,"-27"132"-1323"0"0,-13 16-6523 0 0,-24 97-6353 0 0,60-211 1918 0 0,3-8-3560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9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96 152 0 0,'11'-24'4152'0'0,"-6"14"-2019"0"0,0-1 0 0 0,-1 0-1 0 0,3-13 1 0 0,-7 24-2070 0 0,1-1 0 0 0,-1 1 1 0 0,0 0-1 0 0,0-1 0 0 0,0 1 0 0 0,0-1 0 0 0,0 1 0 0 0,0-1 0 0 0,0 1 0 0 0,0-1 1 0 0,0 1-1 0 0,0-1 0 0 0,0 1 0 0 0,0-1 0 0 0,0 1 0 0 0,-1-1 0 0 0,1 1 0 0 0,0-1 0 0 0,0 1 1 0 0,0-1-1 0 0,-1 1 0 0 0,1 0 0 0 0,0-1 0 0 0,0 1 0 0 0,-1 0 0 0 0,1-1 0 0 0,0 1 1 0 0,-1-1-1 0 0,1 1 0 0 0,-1 0 0 0 0,1 0 0 0 0,0-1 0 0 0,-1 1 0 0 0,1 0 0 0 0,-1 0 1 0 0,1 0-1 0 0,-1-1 0 0 0,1 1 0 0 0,-1 0 0 0 0,1 0 0 0 0,-1 0 0 0 0,1 0 0 0 0,-1 0 1 0 0,1 0-1 0 0,-1 0 0 0 0,0 0 0 0 0,-23 4 518 0 0,21-3-392 0 0,-8 3-33 0 0,0 0 1 0 0,0 0-1 0 0,0 1 0 0 0,1 0 0 0 0,0 0 0 0 0,-16 13 0 0 0,20-14-126 0 0,1 0-1 0 0,-1 1 0 0 0,1 0 1 0 0,0 0-1 0 0,1 0 0 0 0,-1 1 0 0 0,1-1 1 0 0,0 1-1 0 0,0 0 0 0 0,1 1 1 0 0,-5 11-1 0 0,7-14-22 0 0,0 0 0 0 0,0 0 0 0 0,1 1 0 0 0,0-1 0 0 0,0 0 0 0 0,0 0 0 0 0,0 1 0 0 0,0-1 0 0 0,1 0 0 0 0,0 0-1 0 0,0 0 1 0 0,0 1 0 0 0,1-1 0 0 0,-1 0 0 0 0,1 0 0 0 0,0-1 0 0 0,0 1 0 0 0,0 0 0 0 0,1-1 0 0 0,-1 1 0 0 0,1-1 0 0 0,4 4 0 0 0,7 8 8 0 0,1-1 0 0 0,1-1-1 0 0,24 17 1 0 0,-17-14 15 0 0,-10-6 30 0 0,15 11 288 0 0,31 30 0 0 0,-58-50-302 0 0,0 0 0 0 0,0 0 0 0 0,-1 0 0 0 0,1 0 0 0 0,-1 0 0 0 0,1 0 0 0 0,-1 0 0 0 0,1 0 0 0 0,-1 0 0 0 0,0 1 0 0 0,1-1 0 0 0,-1 0 0 0 0,0 0 0 0 0,0 0 0 0 0,0 1 0 0 0,0-1 0 0 0,0 0 0 0 0,0 0 0 0 0,0 0 0 0 0,-1 1 0 0 0,1-1 0 0 0,0 0 0 0 0,-1 0 0 0 0,1 0 0 0 0,0 0 0 0 0,-1 0 0 0 0,0 2 0 0 0,-1 0 36 0 0,0 1-1 0 0,0-1 1 0 0,-1 0 0 0 0,1 1-1 0 0,0-1 1 0 0,-1-1 0 0 0,-3 4-1 0 0,-5 2-31 0 0,1-2 1 0 0,-1 1-1 0 0,0-1 0 0 0,0-1 0 0 0,-1 0 1 0 0,0-1-1 0 0,0 0 0 0 0,0 0 0 0 0,0-2 1 0 0,0 1-1 0 0,-1-2 0 0 0,-16 1 0 0 0,20-2-482 0 0,0 0 0 0 0,0 0 0 0 0,0-1 0 0 0,0-1 0 0 0,0 0 0 0 0,-10-3 0 0 0,15 4-99 0 0,0-1-1 0 0,1 0 0 0 0,-1 0 0 0 0,0 0 1 0 0,1 0-1 0 0,-6-5 0 0 0,-7-10-4775 0 0,3-2-1852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09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6 119 828 0 0,'-2'-22'2632'0'0,"2"3"-640"0"0,0 3-447 0 0,-2 3-317 0 0,1 1-256 0 0,1 1 348 0 0,0-6-508 0 0,3 8-1328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0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484 169 1904 0 0,'1'-13'1567'0'0,"0"1"0"0"0,0-1 0 0 0,-1 0-1 0 0,0 1 1 0 0,-4-22 0 0 0,3 30-1423 0 0,0 1 0 0 0,0-1 0 0 0,0 1 0 0 0,-1-1 0 0 0,1 1-1 0 0,-1 0 1 0 0,0 0 0 0 0,0 0 0 0 0,0 0 0 0 0,0 0 0 0 0,0 0 0 0 0,-1 0 0 0 0,1 0 0 0 0,-1 1 0 0 0,0 0 0 0 0,0-1-1 0 0,0 1 1 0 0,0 0 0 0 0,0 0 0 0 0,0 1 0 0 0,0-1 0 0 0,-1 1 0 0 0,1-1 0 0 0,-6 0 0 0 0,-1 0-34 0 0,-1 0 0 0 0,0 1 0 0 0,-1 0 0 0 0,1 1 1 0 0,0 1-1 0 0,0-1 0 0 0,0 2 0 0 0,0-1 0 0 0,0 2 0 0 0,1-1 1 0 0,-1 1-1 0 0,1 1 0 0 0,-1 0 0 0 0,1 1 0 0 0,-11 6 0 0 0,-1 2-24 0 0,1 0 0 0 0,1 1-1 0 0,0 1 1 0 0,1 1 0 0 0,-30 33 0 0 0,38-37-67 0 0,1 1 1 0 0,0 1-1 0 0,0 0 1 0 0,2 0-1 0 0,0 0 1 0 0,-6 17-1 0 0,11-26-13 0 0,1 1 0 0 0,0-1 0 0 0,0 1 0 0 0,1-1 0 0 0,0 1 0 0 0,0 0 0 0 0,0 0 0 0 0,0 0 0 0 0,1-1 0 0 0,0 1 0 0 0,1 0 0 0 0,-1 0 0 0 0,1 0 0 0 0,0 0 0 0 0,0-1 0 0 0,1 1 0 0 0,0 0 0 0 0,0-1 0 0 0,0 1 0 0 0,4 6 0 0 0,-3-8 1 0 0,0 0-1 0 0,0 0 0 0 0,1 0 1 0 0,-1-1-1 0 0,1 1 0 0 0,0-1 0 0 0,0 1 1 0 0,0-1-1 0 0,0-1 0 0 0,1 1 1 0 0,-1-1-1 0 0,1 1 0 0 0,0-1 1 0 0,0 0-1 0 0,-1-1 0 0 0,1 1 1 0 0,0-1-1 0 0,1 0 0 0 0,-1-1 0 0 0,0 1 1 0 0,0-1-1 0 0,0 0 0 0 0,0 0 1 0 0,8-1-1 0 0,-3-1 4 0 0,1 0 1 0 0,-1-1-1 0 0,0 0 1 0 0,0 0-1 0 0,0-1 0 0 0,0-1 1 0 0,-1 1-1 0 0,0-2 1 0 0,0 1-1 0 0,16-14 0 0 0,-5 1 5 0 0,-1-1 0 0 0,0-1 0 0 0,16-24 0 0 0,44-70 437 0 0,-60 86-138 0 0,-19 27-310 0 0,0 1 0 0 0,0-1-1 0 0,1 1 1 0 0,-1-1 0 0 0,0 1 0 0 0,0-1-1 0 0,1 1 1 0 0,-1 0 0 0 0,0-1-1 0 0,1 1 1 0 0,-1-1 0 0 0,1 1 0 0 0,-1 0-1 0 0,0-1 1 0 0,1 1 0 0 0,-1 0-1 0 0,1 0 1 0 0,-1-1 0 0 0,1 1 0 0 0,-1 0-1 0 0,1 0 1 0 0,-1 0 0 0 0,1 0-1 0 0,-1-1 1 0 0,1 1 0 0 0,0 0-1 0 0,-1 0 1 0 0,1 0 0 0 0,-1 0 0 0 0,1 0-1 0 0,0 1 1 0 0,0-1-1 0 0,0 1 1 0 0,-1 0-1 0 0,1-1 1 0 0,0 1 0 0 0,-1 0-1 0 0,1 0 1 0 0,0-1-1 0 0,-1 1 1 0 0,1 0-1 0 0,-1 0 1 0 0,0 0-1 0 0,1 0 1 0 0,-1-1 0 0 0,1 2-1 0 0,7 35 34 0 0,-6-25-39 0 0,0 0 0 0 0,0-1-1 0 0,1 1 1 0 0,0 0 0 0 0,1-1 0 0 0,1 0-1 0 0,9 18 1 0 0,-10-23-262 0 0,0 0 1 0 0,1-1-1 0 0,-1 1 0 0 0,1-1 0 0 0,0 0 0 0 0,1 0 0 0 0,-1-1 0 0 0,1 1 1 0 0,0-1-1 0 0,0-1 0 0 0,0 1 0 0 0,1-1 0 0 0,-1 0 0 0 0,9 3 0 0 0,-6-4-1264 0 0,1 1 0 0 0,-1-1 0 0 0,11 1 0 0 0,5-2-4729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0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95 197 760 0 0,'8'-43'5137'0'0,"-1"-1"0"0"0,2-65 1391 0 0,-10 111-6176 0 0,-7 43 397 0 0,1 1 0 0 0,1 65 0 0 0,3-63-503 0 0,-19 472 657 0 0,17-470-827 0 0,2-22 166 0 0,1 32-1 0 0,3-71-233 0 0,0 0 0 0 0,1 0 0 0 0,0 0 0 0 0,1 0 1 0 0,5-13-1 0 0,-1 0 6 0 0,81-254 75 0 0,-86 271-98 0 0,1 1 1 0 0,0 0 0 0 0,0-1 0 0 0,1 1 0 0 0,-1 0-1 0 0,1 1 1 0 0,1-1 0 0 0,-1 1 0 0 0,1-1 0 0 0,0 1-1 0 0,0 1 1 0 0,1-1 0 0 0,8-5 0 0 0,-10 8 1 0 0,0 0 0 0 0,1 0 0 0 0,0 0 1 0 0,0 1-1 0 0,-1-1 0 0 0,1 1 0 0 0,0 0 0 0 0,0 1 0 0 0,0-1 1 0 0,0 1-1 0 0,0 0 0 0 0,0 0 0 0 0,0 0 0 0 0,0 1 0 0 0,0 0 1 0 0,0 0-1 0 0,0 0 0 0 0,-1 1 0 0 0,10 3 0 0 0,0 1-2 0 0,0 2-1 0 0,-1 0 0 0 0,1 0 1 0 0,-1 1-1 0 0,-1 1 0 0 0,0 0 0 0 0,0 0 1 0 0,-1 1-1 0 0,0 1 0 0 0,-1 0 1 0 0,-1 0-1 0 0,0 1 0 0 0,0 1 1 0 0,-1-1-1 0 0,10 25 0 0 0,-14-28 30 0 0,0 0 0 0 0,-1 0 0 0 0,0 0 0 0 0,-1 1 0 0 0,0 0 0 0 0,0-1 0 0 0,-1 1 0 0 0,0 0 0 0 0,-1 0 0 0 0,0-1 0 0 0,-1 1 0 0 0,-1 0 0 0 0,1 0 0 0 0,-1-1 0 0 0,-1 1 0 0 0,0-1 1 0 0,-1 0-1 0 0,0 0 0 0 0,0 0 0 0 0,-1 0 0 0 0,0-1 0 0 0,-1 0 0 0 0,-11 14 0 0 0,5-10 8 0 0,0-1-1 0 0,-1-1 1 0 0,-1 0 0 0 0,0-1 0 0 0,0-1 0 0 0,-1 0 0 0 0,0 0-1 0 0,0-2 1 0 0,-1 0 0 0 0,0-1 0 0 0,-1 0 0 0 0,1-1-1 0 0,-1-1 1 0 0,0-1 0 0 0,0 0 0 0 0,0-1 0 0 0,-1-1 0 0 0,1-1-1 0 0,0 0 1 0 0,0-1 0 0 0,0-1 0 0 0,-30-7 0 0 0,37 6-290 0 0,1 0 0 0 0,0-1 0 0 0,0 0 0 0 0,1 0 0 0 0,-1 0 0 0 0,1-1 0 0 0,-13-11 0 0 0,19 15-11 0 0,0-1 0 0 0,-1 0 0 0 0,2 0 0 0 0,-1-1 0 0 0,0 1 0 0 0,0 0 1 0 0,1 0-1 0 0,-1-1 0 0 0,1 1 0 0 0,-1-1 0 0 0,1 0 0 0 0,0 1 0 0 0,0-1 0 0 0,1 0 1 0 0,-1 1-1 0 0,0-1 0 0 0,1 0 0 0 0,0 0 0 0 0,-1 0 0 0 0,1 0 0 0 0,0 0 0 0 0,1 1 1 0 0,-1-1-1 0 0,0 0 0 0 0,1 0 0 0 0,0 0 0 0 0,-1 1 0 0 0,1-1 0 0 0,3-4 0 0 0,7-13-3781 0 0,6-1-1940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1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80 660 0 0,'21'-9'4873'0'0,"28"-14"0"0"0,-33 15-1370 0 0,-17 12-3238 0 0,-1 0 1 0 0,1 0-1 0 0,-1 0 0 0 0,0 0 0 0 0,0-1 0 0 0,0 1 1 0 0,0 0-1 0 0,-1-1 0 0 0,1 0 0 0 0,-1 1 1 0 0,-4 3-1 0 0,-9 13 283 0 0,0 4-206 0 0,1 1-1 0 0,2 0 1 0 0,-16 39 0 0 0,26-54-303 0 0,-1 1-1 0 0,2 0 1 0 0,-1-1-1 0 0,1 1 1 0 0,1 0 0 0 0,0 0-1 0 0,0 0 1 0 0,1 0-1 0 0,1 0 1 0 0,0 0-1 0 0,0 0 1 0 0,4 13-1 0 0,-4-19-24 0 0,1 0-1 0 0,0-1 0 0 0,-1 1 0 0 0,2 0 1 0 0,-1-1-1 0 0,0 1 0 0 0,1-1 1 0 0,0 0-1 0 0,0 0 0 0 0,0 0 0 0 0,1 0 1 0 0,-1-1-1 0 0,1 1 0 0 0,0-1 0 0 0,0 0 1 0 0,0 0-1 0 0,0 0 0 0 0,0 0 0 0 0,1-1 1 0 0,-1 0-1 0 0,1 0 0 0 0,0 0 0 0 0,0-1 1 0 0,0 1-1 0 0,-1-1 0 0 0,1 0 0 0 0,7 0 1 0 0,-5-1-6 0 0,1 0 0 0 0,-1 0 1 0 0,1-1-1 0 0,-1 0 1 0 0,0 0-1 0 0,1-1 0 0 0,-1 0 1 0 0,0 0-1 0 0,0-1 0 0 0,0 0 1 0 0,0 0-1 0 0,-1 0 1 0 0,1-1-1 0 0,-1 0 0 0 0,0-1 1 0 0,0 1-1 0 0,10-11 0 0 0,-6 4 0 0 0,-1-1-1 0 0,0 0 1 0 0,-1 0-1 0 0,-1-1 0 0 0,0 0 1 0 0,0 0-1 0 0,-2-1 0 0 0,1 0 1 0 0,-2 0-1 0 0,0 0 0 0 0,4-28 1 0 0,-6 31-10 0 0,-1-1 0 0 0,0 1 0 0 0,-1 0 0 0 0,0-1 0 0 0,-1 1 0 0 0,0 0 0 0 0,0-1 0 0 0,-2 1 1 0 0,1 0-1 0 0,-2 0 0 0 0,1 0 0 0 0,-1 1 0 0 0,-1-1 0 0 0,0 1 0 0 0,0 0 0 0 0,-8-10 1 0 0,9 15-2 0 0,-1 0 0 0 0,0 1 0 0 0,0-1 0 0 0,0 1 0 0 0,0 0 0 0 0,-1 0 0 0 0,1 1 0 0 0,-1-1 0 0 0,0 1 0 0 0,0 1 0 0 0,0-1 0 0 0,-1 1 0 0 0,1 0 0 0 0,0 0 0 0 0,-1 1 0 0 0,1 0 0 0 0,-1 0 0 0 0,0 0 0 0 0,-10 2 0 0 0,9-1-8 0 0,1 0 0 0 0,-1 1 0 0 0,0 1 0 0 0,1-1 0 0 0,-1 1 0 0 0,1 0 0 0 0,-1 1 0 0 0,1 0 0 0 0,0 0 0 0 0,0 1 0 0 0,0-1 0 0 0,1 1 0 0 0,-1 1 0 0 0,1-1 0 0 0,0 1 0 0 0,-8 9 0 0 0,12-12-56 0 0,0 1 1 0 0,0-1 0 0 0,0 0-1 0 0,1 1 1 0 0,-1 0-1 0 0,1-1 1 0 0,-1 1 0 0 0,1 0-1 0 0,0-1 1 0 0,0 1 0 0 0,0 0-1 0 0,1 0 1 0 0,-1 0-1 0 0,1 0 1 0 0,0 0 0 0 0,-1 0-1 0 0,1 0 1 0 0,1 4-1 0 0,0-3-91 0 0,0 0-1 0 0,0 1 0 0 0,0-1 0 0 0,1 0 0 0 0,0 0 0 0 0,0-1 1 0 0,0 1-1 0 0,0 0 0 0 0,1-1 0 0 0,-1 1 0 0 0,5 4 0 0 0,2 0-176 0 0,-1 0 0 0 0,1 0-1 0 0,0-1 1 0 0,1-1-1 0 0,0 1 1 0 0,0-2 0 0 0,0 1-1 0 0,18 5 1 0 0,-9-4 175 0 0,0-2 1 0 0,1 0-1 0 0,-1-1 1 0 0,1-1-1 0 0,0-1 1 0 0,0-1-1 0 0,0-1 1 0 0,0-1-1 0 0,0 0 1 0 0,0-1-1 0 0,0-2 1 0 0,-1 0-1 0 0,1 0 1 0 0,-1-2-1 0 0,0-1 1 0 0,-1 0-1 0 0,1-1 1 0 0,-1-1-1 0 0,-1-1 0 0 0,0-1 1 0 0,0 0-1 0 0,17-16 1 0 0,-12 9 1711 0 0,-1-2-1 0 0,32-37 1 0 0,-44 49-1066 0 0,-6 13 127 0 0,-5 15 22 0 0,-9 17-72 0 0,-2 10-84 0 0,-9 54-1 0 0,19-87-445 0 0,2 1 0 0 0,0-1-1 0 0,1 0 1 0 0,0 1-1 0 0,1-1 1 0 0,1 1-1 0 0,0-1 1 0 0,6 19 0 0 0,-6-27-28 0 0,-1-1 1 0 0,2 1 0 0 0,-1-1-1 0 0,0 0 1 0 0,1 0-1 0 0,0 0 1 0 0,1 0 0 0 0,-1 0-1 0 0,1-1 1 0 0,0 0 0 0 0,0 1-1 0 0,0-1 1 0 0,0-1 0 0 0,1 1-1 0 0,-1-1 1 0 0,1 1-1 0 0,0-1 1 0 0,0-1 0 0 0,0 1-1 0 0,1-1 1 0 0,-1 0 0 0 0,1 0-1 0 0,-1 0 1 0 0,1-1 0 0 0,0 0-1 0 0,-1 0 1 0 0,1 0-1 0 0,0-1 1 0 0,0 0 0 0 0,-1 0-1 0 0,1-1 1 0 0,0 1 0 0 0,0-1-1 0 0,-1 0 1 0 0,1-1 0 0 0,0 1-1 0 0,-1-1 1 0 0,0 0-1 0 0,1-1 1 0 0,-1 1 0 0 0,7-5-1 0 0,3-4-15 0 0,0-1-1 0 0,-1 0 1 0 0,0-1-1 0 0,-1 0 1 0 0,0-1-1 0 0,-2 0 1 0 0,1-1-1 0 0,-2-1 1 0 0,10-17 0 0 0,6-16 59 0 0,34-93 0 0 0,-58 136-10 0 0,8-19 346 0 0,9-40 0 0 0,-18 64-230 0 0,-3 3-149 0 0,0 0 0 0 0,1 0 0 0 0,-1 0 1 0 0,1 0-1 0 0,-1 1 0 0 0,1-1 0 0 0,0 0 1 0 0,0 1-1 0 0,0-1 0 0 0,1 1 0 0 0,-2 4 0 0 0,-1 3-91 0 0,-5 19 131 0 0,1 1 0 0 0,1-1 0 0 0,1 1 0 0 0,0 34 1 0 0,5-55-302 0 0,1-1 1 0 0,0 0 0 0 0,0 1 0 0 0,0-1 0 0 0,1 0-1 0 0,0 0 1 0 0,1 0 0 0 0,5 12 0 0 0,-5-15-231 0 0,0 0-1 0 0,0 0 1 0 0,1-1 0 0 0,-1 1-1 0 0,1-1 1 0 0,0 0 0 0 0,0 0-1 0 0,1 0 1 0 0,-1 0 0 0 0,1-1 0 0 0,-1 0-1 0 0,1 0 1 0 0,10 4 0 0 0,0-1-2954 0 0,0-4-1238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1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11 147 2364 0 0,'15'-89'9856'0'0,"-15"88"-9815"0"0,0 1-1 0 0,0 0 0 0 0,0-1 0 0 0,0 1 0 0 0,0 0 1 0 0,0-1-1 0 0,0 1 0 0 0,0 0 0 0 0,0-1 0 0 0,1 1 1 0 0,-1 0-1 0 0,0-1 0 0 0,0 1 0 0 0,0 0 0 0 0,1-1 1 0 0,-1 1-1 0 0,0 0 0 0 0,0-1 0 0 0,1 1 0 0 0,-1 0 1 0 0,0 0-1 0 0,0-1 0 0 0,1 1 0 0 0,-1 0 0 0 0,0 0 1 0 0,1 0-1 0 0,-1 0 0 0 0,0-1 0 0 0,1 1 0 0 0,-1 0 1 0 0,0 0-1 0 0,1 0 0 0 0,-1 0 0 0 0,0 0 0 0 0,1 0 1 0 0,-1 0-1 0 0,1 0 0 0 0,-1 0 0 0 0,0 0 0 0 0,1 0 1 0 0,-1 0-1 0 0,0 0 0 0 0,1 0 0 0 0,-1 0 0 0 0,0 0 1 0 0,1 1-1 0 0,-1-1 0 0 0,0 0 0 0 0,1 0 0 0 0,-1 0 1 0 0,0 1-1 0 0,1-1 0 0 0,-1 0 0 0 0,0 0 0 0 0,1 1 1 0 0,-1-1-1 0 0,0 0 0 0 0,0 0 0 0 0,0 1 0 0 0,1-1 1 0 0,-1 0-1 0 0,0 1 0 0 0,0-1 0 0 0,14 21 805 0 0,-8-7-612 0 0,-1 1-1 0 0,-1 0 1 0 0,0 0-1 0 0,-1 0 1 0 0,0 1-1 0 0,-2-1 1 0 0,0 1-1 0 0,0-1 1 0 0,-1 1-1 0 0,-1 0 1 0 0,-1-1-1 0 0,0 1 1 0 0,-1-1-1 0 0,-9 26 1 0 0,11-39-205 0 0,1 1 0 0 0,-1-1 0 0 0,0 0 0 0 0,0 0 0 0 0,0 0 0 0 0,0 0 0 0 0,0 0 0 0 0,0 0 0 0 0,-1 0 0 0 0,1 0 0 0 0,-1 0 0 0 0,1-1 0 0 0,-1 1 0 0 0,0-1 0 0 0,0 1 0 0 0,0-1 0 0 0,0 1 0 0 0,0-1 0 0 0,0 0 0 0 0,0 0 0 0 0,0 0 0 0 0,0 0 0 0 0,0-1 0 0 0,0 1 0 0 0,-1 0 0 0 0,1-1 0 0 0,-3 1 0 0 0,4-2-24 0 0,0 1 1 0 0,0 0-1 0 0,1 0 1 0 0,-1-1-1 0 0,0 1 0 0 0,1 0 1 0 0,-1-1-1 0 0,1 1 1 0 0,-1-1-1 0 0,0 1 0 0 0,1-1 1 0 0,-1 1-1 0 0,1-1 1 0 0,-1 1-1 0 0,1-1 1 0 0,0 0-1 0 0,-1 1 0 0 0,1-1 1 0 0,0 0-1 0 0,-1 1 1 0 0,1-1-1 0 0,0 0 0 0 0,0 1 1 0 0,-1-1-1 0 0,1 0 1 0 0,0 0-1 0 0,0-1 1 0 0,-2-19 15 0 0,4 6-16 0 0,0 1 1 0 0,1-1-1 0 0,1 1 1 0 0,0 0-1 0 0,1 0 1 0 0,1 1-1 0 0,0-1 1 0 0,1 1 0 0 0,0 0-1 0 0,1 1 1 0 0,0 0-1 0 0,1 0 1 0 0,13-13-1 0 0,-8 11-17 0 0,-1 0-1 0 0,2 1 0 0 0,0 1 1 0 0,1 1-1 0 0,0 0 1 0 0,0 1-1 0 0,1 0 0 0 0,1 2 1 0 0,29-12-1 0 0,-39 18-1 0 0,0 0-1 0 0,-1 0 1 0 0,1 0-1 0 0,0 1 1 0 0,1 0-1 0 0,-1 1 1 0 0,0 0-1 0 0,0 0 1 0 0,0 1-1 0 0,0 0 1 0 0,14 3 0 0 0,-18-3 11 0 0,1 1 1 0 0,0 0-1 0 0,-1 0 1 0 0,0 1-1 0 0,1-1 1 0 0,-1 1-1 0 0,0 0 0 0 0,0 0 1 0 0,-1 0-1 0 0,1 0 1 0 0,-1 1-1 0 0,1 0 1 0 0,-1-1-1 0 0,0 1 1 0 0,0 0-1 0 0,-1 1 1 0 0,1-1-1 0 0,-1 0 1 0 0,0 1-1 0 0,2 8 1 0 0,0 2 38 0 0,-1 1 0 0 0,-1-1 0 0 0,0 1 0 0 0,-1 0 0 0 0,-1 17 0 0 0,0-14-462 0 0,0 0 1 0 0,2 1-1 0 0,4 21 0 0 0,-5-35-189 0 0,0-1 0 0 0,1 1 0 0 0,0-1-1 0 0,0 0 1 0 0,1 0 0 0 0,-1 0-1 0 0,1 0 1 0 0,0 0 0 0 0,1 0 0 0 0,-1-1-1 0 0,1 0 1 0 0,0 1 0 0 0,0-1-1 0 0,0-1 1 0 0,5 5 0 0 0,10 5-5345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344 676 2120 0 0,'2'-8'671'0'0,"1"0"0"0"0,-1 0-1 0 0,0 0 1 0 0,-1 0 0 0 0,0 0-1 0 0,0 0 1 0 0,0-1 0 0 0,-1 1-1 0 0,-1 0 1 0 0,0 0 0 0 0,0-1-1 0 0,0 1 1 0 0,-1 0 0 0 0,-3-10-1 0 0,3 13-503 0 0,0 0-1 0 0,0 0 1 0 0,-1 0 0 0 0,0 1-1 0 0,0-1 1 0 0,0 1-1 0 0,0-1 1 0 0,-1 1-1 0 0,0 0 1 0 0,0 0-1 0 0,0 0 1 0 0,0 1-1 0 0,0 0 1 0 0,-1-1-1 0 0,0 2 1 0 0,1-1 0 0 0,-1 0-1 0 0,0 1 1 0 0,0 0-1 0 0,0 0 1 0 0,-1 0-1 0 0,-6 0 1 0 0,3 0-106 0 0,0 2 1 0 0,0-1 0 0 0,0 1-1 0 0,0 0 1 0 0,0 1 0 0 0,1 0-1 0 0,-1 1 1 0 0,0-1 0 0 0,1 2-1 0 0,-1-1 1 0 0,1 1 0 0 0,0 1-1 0 0,0-1 1 0 0,0 1 0 0 0,0 1-1 0 0,0-1 1 0 0,1 2 0 0 0,0-1-1 0 0,0 1 1 0 0,1-1 0 0 0,-1 2-1 0 0,1-1 1 0 0,1 1 0 0 0,-9 11-1 0 0,9-10-42 0 0,-1 1 0 0 0,1-1-1 0 0,0 1 1 0 0,1 0 0 0 0,0 0-1 0 0,1 0 1 0 0,0 0 0 0 0,0 1 0 0 0,1-1-1 0 0,0 1 1 0 0,1 0 0 0 0,0 0-1 0 0,0 0 1 0 0,1-1 0 0 0,0 1-1 0 0,1 0 1 0 0,0 0 0 0 0,1 0 0 0 0,0-1-1 0 0,0 1 1 0 0,1-1 0 0 0,4 10-1 0 0,-4-14-9 0 0,0 1-1 0 0,0-1 0 0 0,0 0 1 0 0,0-1-1 0 0,1 1 0 0 0,0 0 1 0 0,0-1-1 0 0,0 0 0 0 0,0 0 0 0 0,1 0 1 0 0,0-1-1 0 0,-1 1 0 0 0,1-1 1 0 0,1 0-1 0 0,-1-1 0 0 0,0 1 1 0 0,1-1-1 0 0,-1 0 0 0 0,1 0 1 0 0,0-1-1 0 0,-1 0 0 0 0,1 0 1 0 0,6 0-1 0 0,-4 0-2 0 0,0-1 1 0 0,0-1 0 0 0,0 0-1 0 0,0 0 1 0 0,0 0-1 0 0,-1-1 1 0 0,1 0-1 0 0,0-1 1 0 0,-1 0-1 0 0,0 0 1 0 0,0 0-1 0 0,0-1 1 0 0,0 0-1 0 0,0-1 1 0 0,-1 1-1 0 0,11-11 1 0 0,1-4-126 0 0,-2 0 1 0 0,0-1-1 0 0,-1-1 1 0 0,-1 0-1 0 0,-1-1 0 0 0,-1-1 1 0 0,-1 0-1 0 0,-1 0 1 0 0,-1-1-1 0 0,7-28 0 0 0,-4 3-42 0 0,-3 0 0 0 0,-1-1 0 0 0,-3 0-1 0 0,0-60 1 0 0,-5 68 282 0 0,-2 0-1 0 0,-13-77 1 0 0,14 118-116 0 0,1 0 1 0 0,0-1 0 0 0,0 1 0 0 0,0 0 0 0 0,-1 0 0 0 0,1 0 0 0 0,0-1 0 0 0,-1 1 0 0 0,1 0-1 0 0,-1 0 1 0 0,0 0 0 0 0,1 0 0 0 0,-1 0 0 0 0,0 0 0 0 0,0 0 0 0 0,1 0 0 0 0,-1 0 0 0 0,0 0 0 0 0,0 1-1 0 0,0-1 1 0 0,0 0 0 0 0,0 0 0 0 0,0 1 0 0 0,0-1 0 0 0,-3 0 0 0 0,3 1 11 0 0,-1 0 1 0 0,1 1-1 0 0,-1-1 0 0 0,1 0 1 0 0,-1 1-1 0 0,1-1 0 0 0,-1 1 1 0 0,1 0-1 0 0,0-1 0 0 0,-1 1 1 0 0,1 0-1 0 0,0 0 0 0 0,0 0 1 0 0,-1 0-1 0 0,1 0 0 0 0,0 0 1 0 0,0 0-1 0 0,0 0 0 0 0,0 1 1 0 0,1-1-1 0 0,-3 3 0 0 0,-11 20 272 0 0,1 1 0 0 0,0 1 1 0 0,2 0-1 0 0,-12 46 0 0 0,10-33-147 0 0,-11 34 166 0 0,-16 88-1 0 0,32-118-359 0 0,3 1 0 0 0,1-1 0 0 0,2 68 0 0 0,3-99-270 0 0,1-1-1 0 0,0 0 1 0 0,0 1-1 0 0,1-1 1 0 0,0 0-1 0 0,1 0 1 0 0,0 0 0 0 0,1-1-1 0 0,0 0 1 0 0,1 0-1 0 0,0 0 1 0 0,1 0-1 0 0,0-1 1 0 0,0 0 0 0 0,1 0-1 0 0,0-1 1 0 0,12 10-1 0 0,-10-11-442 0 0,0 0-1 0 0,1 0 1 0 0,0-1-1 0 0,0 0 1 0 0,0 0-1 0 0,1-2 1 0 0,0 1-1 0 0,0-1 1 0 0,24 4 0 0 0,-4-4-2446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3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152 446 1272 0 0,'16'-15'1013'0'0,"-1"-1"-1"0"0,-1-1 1 0 0,0 0 0 0 0,-1-1-1 0 0,-1-1 1 0 0,-1 0-1 0 0,0 0 1 0 0,-2-1 0 0 0,0-1-1 0 0,-1 1 1 0 0,-1-1 0 0 0,-1 0-1 0 0,5-36 1 0 0,-11 55-927 0 0,1-1 0 0 0,-1 1 0 0 0,0-1 0 0 0,0 1 1 0 0,0-1-1 0 0,0 1 0 0 0,0 0 0 0 0,0-1 0 0 0,-1 1 0 0 0,1-1 0 0 0,-1 1 1 0 0,1 0-1 0 0,-1-1 0 0 0,0 1 0 0 0,0 0 0 0 0,-2-4 0 0 0,1 5-46 0 0,1 0 0 0 0,-1 0 0 0 0,1 1 0 0 0,-1-1 0 0 0,1 0 0 0 0,-1 1 0 0 0,1-1 0 0 0,-1 1-1 0 0,0-1 1 0 0,0 1 0 0 0,1 0 0 0 0,-1 0 0 0 0,0 0 0 0 0,1 0 0 0 0,-1 0 0 0 0,0 0 0 0 0,1 0 0 0 0,-1 0 0 0 0,0 1-1 0 0,1-1 1 0 0,-1 1 0 0 0,0-1 0 0 0,1 1 0 0 0,-3 1 0 0 0,-7 2 138 0 0,0 1 0 0 0,0 1 0 0 0,0 0 0 0 0,1 0 0 0 0,0 1 0 0 0,-12 10 0 0 0,-51 54 505 0 0,59-57-590 0 0,1 2-1 0 0,0-1 1 0 0,2 2-1 0 0,-13 22 0 0 0,20-33-68 0 0,1 0-1 0 0,0 0 1 0 0,0 1 0 0 0,1-1-1 0 0,0 1 1 0 0,0-1-1 0 0,0 1 1 0 0,1 0 0 0 0,0 0-1 0 0,1 0 1 0 0,-1 0-1 0 0,1 0 1 0 0,1 0 0 0 0,-1 0-1 0 0,3 12 1 0 0,-2-16-16 0 0,0 0 0 0 0,0 0 1 0 0,1 0-1 0 0,-1 0 0 0 0,1 0 1 0 0,-1 0-1 0 0,1-1 0 0 0,0 1 0 0 0,0 0 1 0 0,0-1-1 0 0,0 0 0 0 0,1 1 0 0 0,-1-1 1 0 0,0 0-1 0 0,1 0 0 0 0,0-1 1 0 0,-1 1-1 0 0,1 0 0 0 0,0-1 0 0 0,0 0 1 0 0,0 1-1 0 0,0-1 0 0 0,0 0 0 0 0,0-1 1 0 0,0 1-1 0 0,0 0 0 0 0,1-1 0 0 0,-1 0 1 0 0,4 0-1 0 0,0 0-25 0 0,1-1 0 0 0,-1 0-1 0 0,0 0 1 0 0,1-1 0 0 0,-1 0 0 0 0,0 0-1 0 0,0-1 1 0 0,0 1 0 0 0,-1-2 0 0 0,1 1-1 0 0,9-7 1 0 0,-1-1-79 0 0,-1-1 1 0 0,0 0-1 0 0,-1-2 0 0 0,0 1 0 0 0,-1-1 0 0 0,12-19 1 0 0,54-97-257 0 0,-48 75 151 0 0,-29 53 171 0 0,-2 7-5 0 0,0 0 31 0 0,0 0 0 0 0,-1 0 0 0 0,0 0 0 0 0,-2 5 0 0 0,0 0 13 0 0,-8 22 73 0 0,1 1-1 0 0,-9 52 1 0 0,17-66-41 0 0,1-1 0 0 0,0 1 0 0 0,2 0 0 0 0,0 0 0 0 0,1 0 0 0 0,4 23 0 0 0,-4-37-18 0 0,0 0 1 0 0,0 0 0 0 0,1-1-1 0 0,0 1 1 0 0,0-1-1 0 0,0 1 1 0 0,0-1-1 0 0,1 0 1 0 0,0 0-1 0 0,0 0 1 0 0,0 0 0 0 0,0 0-1 0 0,0-1 1 0 0,1 1-1 0 0,4 2 1 0 0,-5-4-11 0 0,0 0 0 0 0,0 0 1 0 0,0-1-1 0 0,0 1 0 0 0,1-1 1 0 0,-1 0-1 0 0,0 1 0 0 0,1-2 0 0 0,-1 1 1 0 0,1 0-1 0 0,-1-1 0 0 0,1 0 1 0 0,0 1-1 0 0,-1-2 0 0 0,1 1 0 0 0,-1 0 1 0 0,1-1-1 0 0,-1 1 0 0 0,1-1 1 0 0,-1 0-1 0 0,6-2 0 0 0,4-3-5 0 0,-1-1 1 0 0,0 0-1 0 0,-1-1 0 0 0,0 0 0 0 0,0 0 0 0 0,-1-1 0 0 0,0-1 1 0 0,0 0-1 0 0,-1 0 0 0 0,0 0 0 0 0,-1-1 0 0 0,-1-1 0 0 0,12-22 1 0 0,-8 14-7 0 0,-2-1 0 0 0,0-1 1 0 0,-2 1-1 0 0,0-2 0 0 0,-1 1 0 0 0,-2 0 1 0 0,4-36-1 0 0,-7 23-7 0 0,-1 1 0 0 0,-2-1-1 0 0,-2 1 1 0 0,-9-42 0 0 0,10 63-28 0 0,1 0-63 0 0,3 13 95 0 0,0 0-1 0 0,-1 0 0 0 0,1 0 1 0 0,0 1-1 0 0,0-1 1 0 0,0 0-1 0 0,-1 0 0 0 0,1 1 1 0 0,0-1-1 0 0,0 1 0 0 0,-1-1 1 0 0,1 0-1 0 0,0 1 0 0 0,-1-1 1 0 0,1 1-1 0 0,0 0 1 0 0,-1-1-1 0 0,1 1 0 0 0,0 0 1 0 0,18 13 1 0 0,0-1 0 0 0,1-2 0 0 0,0 1 0 0 0,1-2 0 0 0,24 8 0 0 0,-10-6-3 0 0,0-1 0 0 0,54 8 1 0 0,-80-18 5 0 0,0 1 0 0 0,0-2 0 0 0,0 1 0 0 0,0-1 0 0 0,1-1 0 0 0,-1 1 0 0 0,0-1 0 0 0,0-1 0 0 0,0 0 0 0 0,-1 0 0 0 0,1-1 1 0 0,0 0-1 0 0,-1-1 0 0 0,0 0 0 0 0,10-5 0 0 0,-11-3-52 0 0,-7 12 46 0 0,0 0 1 0 0,0-1 0 0 0,0 1-1 0 0,0 0 1 0 0,0 0 0 0 0,0-1 0 0 0,0 1-1 0 0,0 0 1 0 0,0 0 0 0 0,0-1 0 0 0,0 1-1 0 0,0 0 1 0 0,0-1 0 0 0,0 1-1 0 0,0 0 1 0 0,0 0 0 0 0,0-1 0 0 0,0 1-1 0 0,-1 0 1 0 0,1 0 0 0 0,0-1-1 0 0,0 1 1 0 0,0 0 0 0 0,0 0 0 0 0,-1-1-1 0 0,1 1 1 0 0,0 0 0 0 0,0 0 0 0 0,0 0-1 0 0,-1-1 1 0 0,1 1 0 0 0,0 0-1 0 0,0 0 1 0 0,-1 0 0 0 0,1 0 0 0 0,0 0-1 0 0,0 0 1 0 0,-1 0 0 0 0,1-1 0 0 0,0 1-1 0 0,0 0 1 0 0,-1 0 0 0 0,1 0-1 0 0,0 0 1 0 0,-1 0 0 0 0,-7 1-10 0 0,-1 1-1 0 0,1-1 1 0 0,-1 1 0 0 0,1 1-1 0 0,0 0 1 0 0,0 0 0 0 0,0 0 0 0 0,0 1-1 0 0,1 0 1 0 0,0 1 0 0 0,0 0-1 0 0,0 0 1 0 0,-7 7 0 0 0,1-1 10 0 0,1 0 1 0 0,0 1 0 0 0,1 1-1 0 0,0 0 1 0 0,1 0-1 0 0,-8 16 1 0 0,14-22 2 0 0,0 1 1 0 0,0-1-1 0 0,1 1 1 0 0,0 0-1 0 0,1 1 1 0 0,0-1-1 0 0,0 0 0 0 0,1 1 1 0 0,0-1-1 0 0,0 0 1 0 0,1 1-1 0 0,1 14 1 0 0,1-16-1 0 0,-1-1 1 0 0,0 1 0 0 0,1-1 0 0 0,0 1-1 0 0,1-1 1 0 0,0 0 0 0 0,0 0-1 0 0,0 0 1 0 0,0 0 0 0 0,1-1 0 0 0,0 1-1 0 0,0-1 1 0 0,1 0 0 0 0,-1 0-1 0 0,1-1 1 0 0,8 7 0 0 0,-2-3-4 0 0,0-1 1 0 0,1 0-1 0 0,0-1 1 0 0,0 0 0 0 0,1-1-1 0 0,0 0 1 0 0,0-1-1 0 0,0 0 1 0 0,0-1-1 0 0,1 0 1 0 0,-1-2-1 0 0,1 1 1 0 0,-1-2-1 0 0,1 1 1 0 0,0-2-1 0 0,-1 0 1 0 0,22-5 0 0 0,-13 1-2 0 0,0-1 0 0 0,-1-1 1 0 0,0 0-1 0 0,0-2 1 0 0,-1-1-1 0 0,0 0 0 0 0,-1-2 1 0 0,0 0-1 0 0,-1-1 1 0 0,18-16-1 0 0,86-88 19 0 0,-120 115-26 0 0,-10 28 56 0 0,3-13-30 0 0,3-7 19 0 0,0 0 0 0 0,1 1 0 0 0,-1-1 0 0 0,1 1 1 0 0,1-1-1 0 0,-1 1 0 0 0,1 0 0 0 0,0-1 0 0 0,0 1 1 0 0,1-1-1 0 0,0 1 0 0 0,3 12 0 0 0,-2-15 24 0 0,0 1-1 0 0,0-1 0 0 0,0 0 1 0 0,1 0-1 0 0,-1 0 1 0 0,1 0-1 0 0,0 0 0 0 0,0-1 1 0 0,1 1-1 0 0,-1-1 0 0 0,1 0 1 0 0,0 0-1 0 0,-1 0 0 0 0,1 0 1 0 0,0-1-1 0 0,1 1 1 0 0,-1-1-1 0 0,8 3 0 0 0,-1-2 12 0 0,-1 1 1 0 0,1-2-1 0 0,0 1 0 0 0,0-2 0 0 0,0 1 0 0 0,0-1 0 0 0,0-1 0 0 0,20-2 0 0 0,-14 0-38 0 0,0-1-1 0 0,0-1 1 0 0,-1 0-1 0 0,1-2 1 0 0,16-7-1 0 0,6-7-9 0 0,0-1-1 0 0,-1-3 1 0 0,51-41-1 0 0,64-67 233 0 0,-153 132-255 0 0,0 0 0 0 0,0 0 1 0 0,0 0-1 0 0,0 0 0 0 0,0 0 1 0 0,0 0-1 0 0,0 0 0 0 0,0 0 1 0 0,0 1-1 0 0,1-1 0 0 0,-1 0 1 0 0,0 0-1 0 0,0 0 0 0 0,0 0 1 0 0,0 0-1 0 0,0 0 0 0 0,0 0 1 0 0,0 0-1 0 0,0 0 0 0 0,0 0 1 0 0,0 1-1 0 0,0-1 0 0 0,0 0 1 0 0,0 0-1 0 0,1 0 0 0 0,-1 0 1 0 0,0 0-1 0 0,0 0 0 0 0,0 0 1 0 0,0 0-1 0 0,0 0 0 0 0,0 0 1 0 0,0 0-1 0 0,0 0 0 0 0,1 0 1 0 0,-1 0-1 0 0,0 0 0 0 0,0 0 0 0 0,0 0 1 0 0,0 0-1 0 0,0 0 0 0 0,0 0 1 0 0,0 0-1 0 0,0 0 0 0 0,0 0 1 0 0,1 0-1 0 0,-1 0 0 0 0,0 0 1 0 0,0 0-1 0 0,0 0 0 0 0,0 0 1 0 0,0-1-1 0 0,0 1 0 0 0,0 0 1 0 0,0 0-1 0 0,-6 16-33 0 0,-13 22 167 0 0,-122 208 2106 0 0,-84 156 223 0 0,43-3-1510 0 0,136-291-702 0 0,41-97-211 0 0,0 1 1 0 0,-1-2-1 0 0,0 1 1 0 0,0-1 0 0 0,-1 0-1 0 0,0 0 1 0 0,-16 15-1 0 0,19-21-24 0 0,0-1-1 0 0,-1 1 0 0 0,0-1 0 0 0,1 0 0 0 0,-1-1 0 0 0,-1 1 0 0 0,1-1 0 0 0,0 0 0 0 0,0 0 0 0 0,-1-1 0 0 0,1 1 0 0 0,-1-1 0 0 0,1-1 0 0 0,-1 1 0 0 0,0-1 1 0 0,1 1-1 0 0,-1-2 0 0 0,-10 0 0 0 0,-3-3-21 0 0,1-1 1 0 0,-1 0-1 0 0,1-1 1 0 0,1-1-1 0 0,-1 0 1 0 0,-24-15-1 0 0,5-1 38 0 0,-59-47 0 0 0,68 47-299 0 0,-47-51 0 0 0,62 59-405 0 0,1 0 1 0 0,0-1-1 0 0,2 0 0 0 0,-1-1 1 0 0,-8-21-1 0 0,17 34 293 0 0,1 1 0 0 0,-1-1 0 0 0,1 0 0 0 0,0-1 0 0 0,0 1 0 0 0,0 0 0 0 0,1 0 0 0 0,-1 0 0 0 0,1-1 0 0 0,0 1 0 0 0,0 0 0 0 0,1 0 0 0 0,-1 0 0 0 0,3-7 0 0 0,-1 6-454 0 0,0 0 0 0 0,0 1 0 0 0,0-1 0 0 0,1 1 0 0 0,0-1 0 0 0,0 1 1 0 0,0 0-1 0 0,1 0 0 0 0,-1 0 0 0 0,1 1 0 0 0,7-6 0 0 0,21-13-6108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640 81 668 0 0,'-36'-80'16246'0'0,"29"87"-15078"0"0,5-4-974 0 0,1 1 0 0 0,0 0 0 0 0,0-1 0 0 0,0 1 0 0 0,0 0 1 0 0,1-1-1 0 0,-1 7 0 0 0,-1 7 283 0 0,-41 184 2535 0 0,-98 279 0 0 0,-148 305-1257 0 0,225-617-1487 0 0,21-52-3000 0 0,37-95-525 0 0,37-68-10841 0 0,-19 25 8430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4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1 303 216 0 0,'2'-17'1616'0'0,"2"-11"243"0"0,1 0 0 0 0,1 0 0 0 0,1 0 0 0 0,14-33 1 0 0,-18 54-1688 0 0,1 0 1 0 0,0 0 0 0 0,0 0 0 0 0,0 1-1 0 0,1-1 1 0 0,0 1 0 0 0,0 0 0 0 0,0 1-1 0 0,1-1 1 0 0,0 1 0 0 0,0 0 0 0 0,0 0-1 0 0,1 1 1 0 0,0 0 0 0 0,-1 0 0 0 0,2 0-1 0 0,-1 1 1 0 0,0 0 0 0 0,1 1 0 0 0,9-3-1 0 0,-4 3-91 0 0,0 1-1 0 0,0 0 0 0 0,0 0 1 0 0,1 2-1 0 0,-1-1 0 0 0,0 2 0 0 0,0 0 1 0 0,0 0-1 0 0,0 1 0 0 0,0 1 1 0 0,-1 0-1 0 0,1 1 0 0 0,-1 0 1 0 0,18 11-1 0 0,-16-8-27 0 0,-1 0 0 0 0,0 1-1 0 0,0 1 1 0 0,-1 0 0 0 0,0 1 0 0 0,-1 0 0 0 0,0 1 0 0 0,0 0 0 0 0,-2 1-1 0 0,1 0 1 0 0,12 24 0 0 0,-20-33 27 0 0,0 0 0 0 0,-1 0 0 0 0,1 0 0 0 0,-1 0 0 0 0,0 0 0 0 0,0 0 0 0 0,-1 0 0 0 0,1 0 0 0 0,-1 1 0 0 0,0-1 0 0 0,0 0 0 0 0,0 0 0 0 0,0 0 0 0 0,-1 1 0 0 0,0-1 0 0 0,0 0 0 0 0,0 0 0 0 0,-2 5 0 0 0,0-4-7 0 0,1 0 1 0 0,-1 0 0 0 0,-1-1-1 0 0,1 1 1 0 0,-1-1 0 0 0,1 0-1 0 0,-1 0 1 0 0,0 0 0 0 0,-1-1-1 0 0,1 1 1 0 0,-1-1 0 0 0,1 0-1 0 0,-9 3 1 0 0,-5 3 22 0 0,-1-1 1 0 0,0-1-1 0 0,-1-1 1 0 0,0 0-1 0 0,0-2 0 0 0,-23 3 1 0 0,13-4-24 0 0,0-2 0 0 0,0-1 0 0 0,-47-5 0 0 0,69 4-553 0 0,0 0 1 0 0,0-1-1 0 0,0 0 0 0 0,0 0 1 0 0,0-1-1 0 0,-13-6 0 0 0,21 9 396 0 0,0 0 0 0 0,-1-1 0 0 0,1 1 0 0 0,0 0 0 0 0,-1 0 0 0 0,1-1 0 0 0,0 1 0 0 0,0 0 0 0 0,-1-1 0 0 0,1 1 0 0 0,0 0 1 0 0,0-1-1 0 0,-1 1 0 0 0,1 0 0 0 0,0-1 0 0 0,0 1 0 0 0,0 0 0 0 0,0-1 0 0 0,0 1 0 0 0,0-1 0 0 0,0 1 0 0 0,0 0 0 0 0,-1-1 0 0 0,1 1 0 0 0,0-1 0 0 0,1 1 0 0 0,-1 0 0 0 0,0-1 0 0 0,0 1 0 0 0,0 0 0 0 0,0-1 0 0 0,0 1 0 0 0,0-1 0 0 0,0 1 0 0 0,1 0 0 0 0,-1-1 0 0 0,0 1 0 0 0,0 0 0 0 0,0-1 0 0 0,1 1 0 0 0,-1 0 0 0 0,1-1 0 0 0,12-11-4966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4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1 158 392 0 0,'11'-12'4255'0'0,"-1"-1"1"0"0,12-18-1 0 0,-2 3 1080 0 0,-22 30-5207 0 0,0 1-1 0 0,-1 0 1 0 0,1 0 0 0 0,1 0-1 0 0,-1 0 1 0 0,-2 7-1 0 0,2-6 3 0 0,-5 9-46 0 0,2-1 0 0 0,-1 2-1 0 0,2-1 1 0 0,0 0 0 0 0,0 1-1 0 0,1 0 1 0 0,1 0 0 0 0,1 0-1 0 0,0 0 1 0 0,0 0 0 0 0,2 0-1 0 0,2 21 1 0 0,-2-28-70 0 0,0 0-1 0 0,0-1 0 0 0,1 1 1 0 0,0 0-1 0 0,1-1 1 0 0,-1 1-1 0 0,1-1 1 0 0,0 0-1 0 0,1 0 1 0 0,-1 0-1 0 0,1 0 1 0 0,1 0-1 0 0,-1-1 0 0 0,1 0 1 0 0,0 0-1 0 0,0 0 1 0 0,0-1-1 0 0,1 1 1 0 0,-1-1-1 0 0,1-1 1 0 0,0 1-1 0 0,1-1 0 0 0,-1 0 1 0 0,0 0-1 0 0,1-1 1 0 0,11 4-1 0 0,-12-6-1 0 0,1 1-1 0 0,-1-1 1 0 0,0 0 0 0 0,0 0-1 0 0,0 0 1 0 0,0-1 0 0 0,0 0-1 0 0,0 0 1 0 0,0-1-1 0 0,-1 0 1 0 0,1 0 0 0 0,0 0-1 0 0,-1-1 1 0 0,1 1-1 0 0,-1-1 1 0 0,0-1 0 0 0,0 1-1 0 0,0-1 1 0 0,-1 0 0 0 0,1 0-1 0 0,-1 0 1 0 0,6-7-1 0 0,-1 0-1 0 0,0 0 0 0 0,-1 0 0 0 0,0 0 0 0 0,-1-1 0 0 0,-1-1 1 0 0,1 1-1 0 0,-2-1 0 0 0,7-23 0 0 0,-9 25 5 0 0,-1 0 1 0 0,0-1-1 0 0,-1 1 0 0 0,0-1 1 0 0,-1 0-1 0 0,0 1 1 0 0,-1-1-1 0 0,0 1 1 0 0,-1-1-1 0 0,0 1 1 0 0,-5-16-1 0 0,4 20-140 0 0,1 0-1 0 0,-1 1 1 0 0,-1-1 0 0 0,1 1-1 0 0,-1-1 1 0 0,0 1-1 0 0,-1 0 1 0 0,0 1 0 0 0,0-1-1 0 0,0 1 1 0 0,0 0-1 0 0,-1 0 1 0 0,1 0 0 0 0,-1 1-1 0 0,-1 0 1 0 0,1 0 0 0 0,-1 1-1 0 0,-9-5 1 0 0,14 8-141 0 0,-1-1 0 0 0,1 1 1 0 0,0 0-1 0 0,0-1 1 0 0,-1 1-1 0 0,1 0 0 0 0,0 0 1 0 0,-1 0-1 0 0,1 1 0 0 0,0-1 1 0 0,0 1-1 0 0,-1-1 0 0 0,1 1 1 0 0,0 0-1 0 0,0-1 1 0 0,-4 4-1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5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26 2992 0 0,'10'-10'6807'0'0,"-4"5"-5202"0"0,7-6 2582 0 0,-13 11-4156 0 0,1 0 0 0 0,-1 0-1 0 0,0 0 1 0 0,1 1-1 0 0,-1-1 1 0 0,1 0 0 0 0,-1 0-1 0 0,0 0 1 0 0,1 0 0 0 0,-1 0-1 0 0,0 0 1 0 0,1 1-1 0 0,-1-1 1 0 0,0 0 0 0 0,1 0-1 0 0,-1 0 1 0 0,0 1-1 0 0,1-1 1 0 0,-1 0 0 0 0,0 1-1 0 0,1-1 1 0 0,-1 0-1 0 0,0 0 1 0 0,0 1 0 0 0,0-1-1 0 0,1 1 1 0 0,-1-1-1 0 0,0 0 1 0 0,0 1 0 0 0,0-1-1 0 0,0 0 1 0 0,0 1-1 0 0,1-1 1 0 0,-1 1 0 0 0,0-1-1 0 0,0 0 1 0 0,0 1-1 0 0,0-1 1 0 0,0 1 0 0 0,-1 0-1 0 0,3 12 158 0 0,-1 0-1 0 0,0 0 0 0 0,-1 0 0 0 0,0 0 1 0 0,-4 19-1 0 0,-16 71 45 0 0,9-52-588 0 0,-6 22-4786 0 0,13-58 1443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5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4 220 332 0 0,'-3'-192'14441'0'0,"3"167"-13362"0"0,0 22-1122 0 0,2 3-698 0 0,0 1 381 0 0,0-1-1 0 0,0 1 0 0 0,0-1 0 0 0,0 1 0 0 0,0 0 0 0 0,-1-1 0 0 0,1 1 0 0 0,0 0 0 0 0,0 0 0 0 0,-1 1 0 0 0,1-1 0 0 0,0 0 0 0 0,-1 0 1 0 0,1 1-1 0 0,0 1 0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1 272 0 0,'-6'38'9813'0'0,"1"2"-6392"0"0,-5 32-1391 0 0,-7 12-896 0 0,9-50-854 0 0,1-12-102 0 0,3-6-25 0 0,3-13-34 0 0,1 1-1 0 0,-1-1 1 0 0,0 0 0 0 0,0 0 0 0 0,-1 0-1 0 0,1 0 1 0 0,-3 4 0 0 0,3-6 165 0 0,13-22-151 0 0,16-12-125 0 0,2 1 1 0 0,1 1 0 0 0,2 2-1 0 0,0 1 1 0 0,2 1 0 0 0,1 3-1 0 0,2 0 1 0 0,40-18 0 0 0,-74 40-3 0 0,0 0 1 0 0,0 1-1 0 0,0-1 0 0 0,0 1 1 0 0,0 0-1 0 0,0 0 1 0 0,1 0-1 0 0,-1 1 1 0 0,0-1-1 0 0,0 1 0 0 0,1 0 1 0 0,-1 1-1 0 0,0-1 1 0 0,1 1-1 0 0,4 1 1 0 0,-7-2 22 0 0,1 1 0 0 0,-1 1 0 0 0,0-1-1 0 0,0 0 1 0 0,0 0 0 0 0,0 1 0 0 0,-1-1 0 0 0,1 1 0 0 0,0 0 0 0 0,0-1 0 0 0,-1 1 0 0 0,1 0 0 0 0,-1 0 0 0 0,0 0 0 0 0,0 0 0 0 0,1 0 0 0 0,-1 1 0 0 0,-1-1 0 0 0,1 0 0 0 0,0 0 0 0 0,0 1 0 0 0,-1-1 0 0 0,1 0 0 0 0,-1 1 0 0 0,0-1 0 0 0,0 0 0 0 0,0 1 0 0 0,0 2 0 0 0,-2 21 225 0 0,-1 0-1 0 0,-1 0 1 0 0,-1-1-1 0 0,-13 36 0 0 0,1 0-1791 0 0,6 0-4263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6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147 136 1352 0 0,'46'-136'15001'0'0,"-47"141"-14685"0"0,0 0-1 0 0,0-1 0 0 0,-1 1 0 0 0,0 0 1 0 0,0-1-1 0 0,-3 7 0 0 0,-2 2 203 0 0,-108 329 3198 0 0,103-301-3521 0 0,1-4-47 0 0,1 2-1 0 0,2-1 1 0 0,1 1 0 0 0,-1 60 0 0 0,8-93-255 0 0,0-1 0 0 0,1 0 1 0 0,0 1-1 0 0,0-1 1 0 0,1 0-1 0 0,-1 0 1 0 0,1 0-1 0 0,3 7 1 0 0,-3-8-404 0 0,0 0 1 0 0,1-1-1 0 0,-1 1 0 0 0,0-1 1 0 0,1 0-1 0 0,0 1 1 0 0,0-1-1 0 0,0 0 1 0 0,0-1-1 0 0,6 5 1 0 0,4-3-5125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132 120 764 0 0,'-22'-12'3029'0'0,"1"-2"0"0"0,0 0 0 0 0,2-1-1 0 0,-23-21 1 0 0,41 35-2955 0 0,1 1-1 0 0,-1-1 0 0 0,1 1 1 0 0,0 0-1 0 0,-1-1 1 0 0,1 1-1 0 0,-1-1 1 0 0,1 0-1 0 0,0 1 1 0 0,-1-1-1 0 0,1 1 1 0 0,0-1-1 0 0,-1 1 0 0 0,1-1 1 0 0,0 0-1 0 0,0 1 1 0 0,0-1-1 0 0,-1 0 1 0 0,1 1-1 0 0,0-1 1 0 0,0 0-1 0 0,0 1 0 0 0,0-1 1 0 0,0 1-1 0 0,0-1 1 0 0,1 0-1 0 0,-1 1 1 0 0,0-1-1 0 0,0-1 1 0 0,1 2-13 0 0,0-1 0 0 0,0 0 1 0 0,0 0-1 0 0,0 1 0 0 0,0-1 1 0 0,0 0-1 0 0,0 1 0 0 0,0-1 1 0 0,0 1-1 0 0,0-1 0 0 0,0 1 1 0 0,0 0-1 0 0,1-1 0 0 0,1 1 1 0 0,6-1 143 0 0,1 0 1 0 0,18 1 0 0 0,33 5 136 0 0,98 22 0 0 0,60 27-2335 0 0,-114-26-736 0 0,9 0-5335 0 0,-88-23 2921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7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213 107 892 0 0,'46'-107'12018'0'0,"-45"109"-11892"0"0,0 1 0 0 0,-1-1 0 0 0,0 0 0 0 0,1 0 1 0 0,-1 0-1 0 0,0 0 0 0 0,0 0 0 0 0,0 1 0 0 0,0-1 0 0 0,-1 3 0 0 0,-40 206 2220 0 0,-6 32-1799 0 0,1 222-100 0 0,36-387 78 0 0,9-78-519 0 0,-1-1 0 0 0,1 0-1 0 0,0 1 1 0 0,0-1 0 0 0,0 0 0 0 0,0 0-1 0 0,0 0 1 0 0,0 0 0 0 0,0 0 0 0 0,0 0-1 0 0,-1-2 1 0 0,-3-17 8 0 0,2-1 0 0 0,0 1 0 0 0,1-1-1 0 0,1 1 1 0 0,3-37 0 0 0,-2 46-13 0 0,1-2-9 0 0,0-1-1 0 0,1 1 1 0 0,0 0-1 0 0,1 0 1 0 0,0 0-1 0 0,1 0 1 0 0,0 0-1 0 0,2 1 1 0 0,-1-1-1 0 0,10-14 1 0 0,-11 22 4 0 0,-1-1 0 0 0,1 1 0 0 0,0 1 0 0 0,1-1-1 0 0,-1 0 1 0 0,1 1 0 0 0,0 0 0 0 0,0 0 0 0 0,0 0 0 0 0,1 1 0 0 0,-1 0 0 0 0,1 0-1 0 0,0 0 1 0 0,0 1 0 0 0,0 0 0 0 0,0 0 0 0 0,0 0 0 0 0,0 1 0 0 0,1 0 0 0 0,-1 0-1 0 0,0 1 1 0 0,1-1 0 0 0,10 2 0 0 0,-4 1-3 0 0,1 0 0 0 0,-1 1 0 0 0,0 1 0 0 0,0 0 0 0 0,0 1 0 0 0,0 0 0 0 0,-1 1 0 0 0,0 0 1 0 0,0 1-1 0 0,0 0 0 0 0,-1 1 0 0 0,0 1 0 0 0,-1-1 0 0 0,13 15 0 0 0,-12-12 1 0 0,-1 1 0 0 0,0 0 1 0 0,-1 1-1 0 0,0 0 0 0 0,-1 0 0 0 0,-1 1 0 0 0,0 0 1 0 0,-1 0-1 0 0,0 1 0 0 0,-1 0 0 0 0,-1 0 0 0 0,4 21 1 0 0,-7-30 7 0 0,-1 0 1 0 0,1-1-1 0 0,-1 1 0 0 0,0 0 1 0 0,-1 0-1 0 0,0-1 1 0 0,1 1-1 0 0,-2-1 1 0 0,1 1-1 0 0,-1-1 0 0 0,1 1 1 0 0,-2-1-1 0 0,1 0 1 0 0,0 1-1 0 0,-5 5 1 0 0,2-5 21 0 0,1-1 0 0 0,-1 1 1 0 0,0-1-1 0 0,-1 0 1 0 0,0-1-1 0 0,1 1 0 0 0,-1-1 1 0 0,-1 0-1 0 0,1-1 1 0 0,-11 6-1 0 0,-5-2 60 0 0,0 0 1 0 0,-1-1-1 0 0,1-1 0 0 0,-1-1 0 0 0,-1-1 0 0 0,-32 0 0 0 0,12-4-85 0 0,0-2 0 0 0,0-2 0 0 0,1-1 0 0 0,-47-14-1 0 0,89 20-99 0 0,-1-1-1 0 0,1 1 1 0 0,0 0-1 0 0,0 0 1 0 0,0-1-1 0 0,-1 1 1 0 0,1-1-1 0 0,0 1 0 0 0,0-1 1 0 0,0 1-1 0 0,0-1 1 0 0,0 0-1 0 0,0 0 1 0 0,0 1-1 0 0,0-1 1 0 0,0 0-1 0 0,0 0 0 0 0,1 0 1 0 0,-1 0-1 0 0,-1-1 1 0 0,2 1-10 0 0,0 0 1 0 0,0 0 0 0 0,0 0 0 0 0,0 1-1 0 0,0-1 1 0 0,0 0 0 0 0,0 0-1 0 0,1 0 1 0 0,-1 0 0 0 0,0 1 0 0 0,0-1-1 0 0,1 0 1 0 0,-1 0 0 0 0,0 0-1 0 0,1 1 1 0 0,-1-1 0 0 0,1 0 0 0 0,-1 1-1 0 0,1-1 1 0 0,-1 0 0 0 0,2 0-1 0 0,3-4-1082 0 0,0 1-1 0 0,0-1 1 0 0,1 1-1 0 0,0 1 1 0 0,9-6-1 0 0,3 0-3516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8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25 424 2472 0 0,'-3'-18'12526'0'0,"0"28"-12322"0"0,0 0 0 0 0,0 0 0 0 0,0 0 0 0 0,1 1-1 0 0,1-1 1 0 0,0 1 0 0 0,1 0 0 0 0,0 10 0 0 0,-1 14 43 0 0,0-29-213 0 0,-2 107 352 0 0,3-101-353 0 0,1 1 0 0 0,0-1-1 0 0,1 0 1 0 0,1 1 0 0 0,0-1 0 0 0,10 23 0 0 0,-11-31-31 0 0,0 1-1 0 0,1-1 1 0 0,0 1-1 0 0,0-1 1 0 0,0 0-1 0 0,1 0 1 0 0,-1 0-1 0 0,1-1 1 0 0,0 1-1 0 0,0-1 1 0 0,0 0-1 0 0,0 0 1 0 0,1 0-1 0 0,-1-1 1 0 0,1 0-1 0 0,0 0 1 0 0,-1 0-1 0 0,1 0 1 0 0,0 0-1 0 0,0-1 1 0 0,0 0-1 0 0,0 0 1 0 0,1-1-1 0 0,-1 1 1 0 0,0-1-1 0 0,0 0 1 0 0,9-2-1 0 0,-5 1-42 0 0,-1 0 0 0 0,0-1-1 0 0,0 0 1 0 0,1-1-1 0 0,-1 0 1 0 0,-1 0 0 0 0,1-1-1 0 0,0 0 1 0 0,-1 0 0 0 0,0 0-1 0 0,0-1 1 0 0,0 0-1 0 0,-1-1 1 0 0,0 0 0 0 0,0 0-1 0 0,8-9 1 0 0,-5 1 7 0 0,-1 0 0 0 0,0 0 1 0 0,-1 0-1 0 0,0-1 0 0 0,-1 0 0 0 0,-1-1 0 0 0,0 1 1 0 0,3-25-1 0 0,-3-2 626 0 0,1-84 1 0 0,-6 126-588 0 0,0 0 0 0 0,0-1 0 0 0,0 1 0 0 0,0 0 0 0 0,0-1 0 0 0,0 1 0 0 0,0-1 1 0 0,0 1-1 0 0,0 0 0 0 0,0-1 0 0 0,0 1 0 0 0,0 0 0 0 0,0-1 0 0 0,0 1 0 0 0,0 0 0 0 0,0-1 1 0 0,0 1-1 0 0,-1 0 0 0 0,1-1 0 0 0,0 1 0 0 0,0 0 0 0 0,0-1 0 0 0,0 1 0 0 0,-1 0 0 0 0,1 0 1 0 0,0-1-1 0 0,0 1 0 0 0,-1 0 0 0 0,0-1 0 0 0,-6 8 48 0 0,-6 15 23 0 0,0 15 6 0 0,2 1-1 0 0,2 1 1 0 0,2 0-1 0 0,1 0 1 0 0,2 0 0 0 0,1 46-1 0 0,3-76-85 0 0,1-1 0 0 0,-1 1 0 0 0,2-1-1 0 0,-1 1 1 0 0,1-1 0 0 0,1 0 0 0 0,-1 1 0 0 0,2-1 0 0 0,-1 0-1 0 0,1-1 1 0 0,0 1 0 0 0,8 10 0 0 0,-8-13-158 0 0,0-1 0 0 0,0 1 0 0 0,1-1 0 0 0,0 0 0 0 0,0 0 0 0 0,0-1 0 0 0,0 1 0 0 0,1-1 1 0 0,-1 0-1 0 0,1-1 0 0 0,0 1 0 0 0,-1-1 0 0 0,1 0 0 0 0,0-1 0 0 0,1 1 0 0 0,-1-1 0 0 0,11 0 0 0 0,-4 0-313 0 0,0-1 0 0 0,0-1 0 0 0,0 0 0 0 0,0-1-1 0 0,0 0 1 0 0,0-1 0 0 0,-1 0 0 0 0,1-1 0 0 0,-1 0 0 0 0,21-12 0 0 0,-17 7 47 0 0,0-1 1 0 0,-1 0 0 0 0,-1-1 0 0 0,0-1 0 0 0,0-1-1 0 0,-2 1 1 0 0,13-16 0 0 0,-2-4 179 0 0,-2 0 1 0 0,0-1-1 0 0,-2-1 1 0 0,-2 0-1 0 0,-1-2 1 0 0,18-61-1 0 0,-17 37 1304 0 0,-3 0 0 0 0,-2-1-1 0 0,-3-1 1 0 0,2-65 0 0 0,-11 118-768 0 0,1-28 1756 0 0,-4-53 0 0 0,3 88-1891 0 0,-1 2-133 0 0,1 0 0 0 0,-1 0 0 0 0,1 0 0 0 0,0 0 0 0 0,-1 1 0 0 0,1-1 0 0 0,-1 0 0 0 0,1 0 0 0 0,-1 0 0 0 0,1 0 0 0 0,0 1 0 0 0,-1-1 0 0 0,1 0 0 0 0,0 1 0 0 0,-1-1 0 0 0,1 0 0 0 0,0 1 0 0 0,-1-1 0 0 0,1 0 0 0 0,0 1 0 0 0,0-1 0 0 0,-1 0 0 0 0,1 1 0 0 0,0-1 0 0 0,0 1 0 0 0,0-1 0 0 0,-1 0 0 0 0,1 2 0 0 0,-7 15 338 0 0,6-15-267 0 0,-13 43 578 0 0,2 0 1 0 0,-12 88-1 0 0,17-87-448 0 0,-22 154 403 0 0,24-146-442 0 0,3 94 0 0 0,3-132-334 0 0,0 0 0 0 0,2 0-1 0 0,0 1 1 0 0,8 24 0 0 0,-9-36-253 0 0,0 0-1 0 0,0 0 1 0 0,1 0 0 0 0,0 0-1 0 0,0 0 1 0 0,0-1-1 0 0,6 7 1 0 0,-7-9-163 0 0,1 0 0 0 0,-1 0 0 0 0,1 0 0 0 0,0 0 0 0 0,-1 0 0 0 0,1 0 0 0 0,0-1 0 0 0,0 1 0 0 0,0-1 0 0 0,0 0 0 0 0,0 0 0 0 0,1 0 0 0 0,5 0 0 0 0,5 0-4583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18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243 183 2624 0 0,'-242'-94'15736'0'0,"243"93"-15681"0"0,-1 0 0 0 0,1 0 0 0 0,0 0-1 0 0,0 0 1 0 0,0 1 0 0 0,0-1-1 0 0,1 0 1 0 0,-1 0 0 0 0,0 1 0 0 0,0-1-1 0 0,0 1 1 0 0,1-1 0 0 0,-1 1-1 0 0,2-1 1 0 0,77-16 331 0 0,158-12-1 0 0,-89 15-2585 0 0,-102 9 556 0 0,24-4-5771 0 0,-49 6 1126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0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250 105 1764 0 0,'-22'-2'5003'0'0,"-32"1"-1"0"0,52 1-4967 0 0,2 0-4 0 0,0 0 0 0 0,-1 1 0 0 0,1-1 0 0 0,0 0 0 0 0,-1 1-1 0 0,1-1 1 0 0,0 0 0 0 0,0 0 0 0 0,-1 1 0 0 0,1-1-1 0 0,0 0 1 0 0,0 1 0 0 0,-1-1 0 0 0,1 1 0 0 0,0-1 0 0 0,0 0-1 0 0,0 1 1 0 0,0-1 0 0 0,0 1 0 0 0,0-1 0 0 0,0 0-1 0 0,0 1 1 0 0,0-1 0 0 0,0 1 0 0 0,0-1 0 0 0,0 0 0 0 0,0 1-1 0 0,0-1 1 0 0,0 1 0 0 0,0-1 0 0 0,0 0 0 0 0,0 1 0 0 0,0-1-1 0 0,1 1 1 0 0,6 18 677 0 0,-2-14-639 0 0,0 0 0 0 0,0 1 0 0 0,1-1 0 0 0,-1-1 1 0 0,1 1-1 0 0,1-1 0 0 0,-1 0 0 0 0,0-1 0 0 0,1 0 0 0 0,0 0 0 0 0,0 0 0 0 0,0 0 0 0 0,0-1 0 0 0,0-1 0 0 0,0 1 0 0 0,1-1 0 0 0,-1 0 0 0 0,0-1 0 0 0,1 0 0 0 0,12-1 0 0 0,-18 1-47 0 0,0 0-1 0 0,1 0 1 0 0,-1-1-1 0 0,1 1 0 0 0,-1-1 1 0 0,0 0-1 0 0,1 1 1 0 0,-1-1-1 0 0,0 0 0 0 0,0 0 1 0 0,0-1-1 0 0,0 1 1 0 0,0 0-1 0 0,0-1 0 0 0,0 1 1 0 0,0-1-1 0 0,0 0 1 0 0,0 0-1 0 0,2-3 0 0 0,-2 2-2 0 0,-1 0 1 0 0,0 0-1 0 0,0-1 0 0 0,1 1 0 0 0,-2 0 0 0 0,1-1 1 0 0,0 1-1 0 0,-1 0 0 0 0,1-1 0 0 0,-1 1 0 0 0,0 0 1 0 0,-1-7-1 0 0,0 3-5 0 0,0-1 0 0 0,-1 1 1 0 0,1 0-1 0 0,-2 0 0 0 0,1 0 0 0 0,-1 0 1 0 0,0 0-1 0 0,0 1 0 0 0,-1-1 1 0 0,0 1-1 0 0,-9-12 0 0 0,10 16-16 0 0,0-1-1 0 0,0 1 1 0 0,0-1-1 0 0,0 1 1 0 0,-1 0-1 0 0,1 0 1 0 0,-1 1-1 0 0,0-1 1 0 0,1 1 0 0 0,-1 0-1 0 0,0 0 1 0 0,0 0-1 0 0,0 0 1 0 0,0 0-1 0 0,0 1 1 0 0,0 0-1 0 0,0 0 1 0 0,0 0-1 0 0,1 0 1 0 0,-1 1 0 0 0,0 0-1 0 0,0-1 1 0 0,0 1-1 0 0,0 1 1 0 0,0-1-1 0 0,1 0 1 0 0,-6 4-1 0 0,-2 0-6 0 0,1 1 0 0 0,-1 1 0 0 0,1 0 0 0 0,1 0 0 0 0,-1 1 0 0 0,1 0 0 0 0,-13 16 0 0 0,4-2 3 0 0,1 1-1 0 0,1 1 0 0 0,1 0 0 0 0,-14 33 1 0 0,21-39 17 0 0,0 1 0 0 0,1 1 0 0 0,2-1 1 0 0,0 1-1 0 0,1 0 0 0 0,-3 35 1 0 0,7-49-2 0 0,-1-1 0 0 0,2 1 0 0 0,-1 0 0 0 0,1-1 0 0 0,0 1 0 0 0,0-1 1 0 0,0 1-1 0 0,1-1 0 0 0,0 1 0 0 0,0-1 0 0 0,0 0 0 0 0,1 0 0 0 0,0 0 0 0 0,0 0 0 0 0,0 0 0 0 0,0-1 1 0 0,6 7-1 0 0,-3-7 0 0 0,-1 1 1 0 0,1-1-1 0 0,-1 0 1 0 0,1 0-1 0 0,1-1 1 0 0,-1 0-1 0 0,0 0 1 0 0,1 0-1 0 0,-1-1 1 0 0,1 0-1 0 0,0 0 1 0 0,0 0-1 0 0,12 0 0 0 0,-1 0-17 0 0,1-2-1 0 0,0 0 0 0 0,-1-1 1 0 0,1 0-1 0 0,-1-2 0 0 0,1 0 1 0 0,-1-1-1 0 0,0-1 0 0 0,0-1 0 0 0,20-9 1 0 0,-24 8-22 0 0,0 0 1 0 0,-1-1 0 0 0,1 0-1 0 0,-2-1 1 0 0,1-1 0 0 0,-1 0-1 0 0,-1-1 1 0 0,0 0 0 0 0,0-1-1 0 0,-1 0 1 0 0,-1 0-1 0 0,12-21 1 0 0,-10 13 34 0 0,-1-2 0 0 0,-1 1 0 0 0,-2-1 0 0 0,7-26 0 0 0,13-92 1508 0 0,-21 98-532 0 0,-3 33-830 0 0,1 8-55 0 0,5 16-22 0 0,4 25-57 0 0,-8-15-4 0 0,34 134 7 0 0,-31-135-8 0 0,0-1-1 0 0,2 0 0 0 0,0 0 0 0 0,21 32 0 0 0,-27-50-1 0 0,-1-1-1 0 0,0 0 1 0 0,1 1-1 0 0,0-1 1 0 0,0-1-1 0 0,0 1 1 0 0,0-1-1 0 0,1 1 1 0 0,-1-1-1 0 0,1 0 1 0 0,0-1-1 0 0,0 1 1 0 0,0-1-1 0 0,0 0 0 0 0,7 2 1 0 0,-8-4-4 0 0,0 1-1 0 0,0 0 1 0 0,0-1 0 0 0,0 0 0 0 0,0 0-1 0 0,0 0 1 0 0,0-1 0 0 0,0 1 0 0 0,0-1-1 0 0,0 0 1 0 0,0 0 0 0 0,0 0 0 0 0,-1-1-1 0 0,1 1 1 0 0,-1-1 0 0 0,1 0 0 0 0,-1 0-1 0 0,1 0 1 0 0,-1-1 0 0 0,0 1 0 0 0,5-6-1 0 0,5-6 9 0 0,-1-1-1 0 0,-1-1 1 0 0,0 0-1 0 0,-1-1 0 0 0,13-30 1 0 0,-13 25-36 0 0,1 1 0 0 0,1 1 0 0 0,16-22-1 0 0,-26 40 16 0 0,1-1 0 0 0,-1 1 0 0 0,1 0 0 0 0,-1 0 0 0 0,1 0 0 0 0,0 0 0 0 0,0 0 0 0 0,0 1 0 0 0,0-1 0 0 0,0 1 0 0 0,0 0 0 0 0,0 0 0 0 0,0 0 0 0 0,0 0 0 0 0,1 0 0 0 0,-1 1 0 0 0,0 0 0 0 0,1-1 0 0 0,-1 1 0 0 0,0 0 0 0 0,1 1 0 0 0,3 0 0 0 0,9 2-2 0 0,-1 0 1 0 0,1 1 0 0 0,21 10-1 0 0,-15-6 0 0 0,-16-6 19 0 0,102 33-132 0 0,-90-31-15 0 0,0 0 0 0 0,1-1 0 0 0,34 2 0 0 0,-52-5 122 0 0,0 0-1 0 0,0 0 0 0 0,1 0 0 0 0,-1 0 1 0 0,0 0-1 0 0,0 0 0 0 0,0-1 0 0 0,1 1 1 0 0,-1 0-1 0 0,0-1 0 0 0,0 1 0 0 0,0-1 1 0 0,0 1-1 0 0,0-1 0 0 0,0 0 1 0 0,0 1-1 0 0,0-1 0 0 0,0 0 0 0 0,0 0 1 0 0,0 1-1 0 0,0-1 0 0 0,-1 0 0 0 0,1 0 1 0 0,0 0-1 0 0,-1 0 0 0 0,1 0 0 0 0,0 0 1 0 0,-1 0-1 0 0,1-1 0 0 0,-1 1 1 0 0,0 0-1 0 0,1 0 0 0 0,-1 0 0 0 0,0 0 1 0 0,0-1-1 0 0,0 1 0 0 0,0 0 0 0 0,0 0 1 0 0,0 0-1 0 0,0-1 0 0 0,0 1 0 0 0,-1-2 1 0 0,0-5-58 0 0,0 1 1 0 0,-1 0 0 0 0,0-1 0 0 0,-7-13-1 0 0,6 14 51 0 0,0 0 0 0 0,-1 0 0 0 0,0 1 0 0 0,0-1 0 0 0,-1 1 0 0 0,1 0 0 0 0,-1 0 0 0 0,-1 1 0 0 0,1-1 0 0 0,-1 1 0 0 0,0 0 0 0 0,0 1 0 0 0,-1-1 0 0 0,-9-4 0 0 0,12 7 14 0 0,-1 1 0 0 0,1-1 0 0 0,-1 1-1 0 0,1 0 1 0 0,-1 0 0 0 0,0 0 0 0 0,1 0 0 0 0,-1 1 0 0 0,0 0-1 0 0,0 0 1 0 0,1 0 0 0 0,-1 1 0 0 0,0 0 0 0 0,1 0-1 0 0,-1 0 1 0 0,0 0 0 0 0,1 1 0 0 0,-1-1 0 0 0,1 1-1 0 0,0 0 1 0 0,0 1 0 0 0,0-1 0 0 0,0 1 0 0 0,-5 3 0 0 0,1 2 4 0 0,-1 0 0 0 0,2 1 0 0 0,-1 0 0 0 0,1 0 1 0 0,0 0-1 0 0,1 1 0 0 0,0 0 0 0 0,1 0 0 0 0,0 1 1 0 0,0-1-1 0 0,1 1 0 0 0,1 0 0 0 0,0 1 1 0 0,0-1-1 0 0,1 0 0 0 0,1 1 0 0 0,0-1 0 0 0,0 1 1 0 0,2 17-1 0 0,0-21 8 0 0,0 1 1 0 0,0-1 0 0 0,1 1-1 0 0,0-1 1 0 0,0 0-1 0 0,1 0 1 0 0,0 0-1 0 0,1 0 1 0 0,0 0 0 0 0,0-1-1 0 0,10 14 1 0 0,-10-16 2 0 0,1 0 1 0 0,0 0 0 0 0,1 0 0 0 0,-1-1 0 0 0,1 1-1 0 0,0-1 1 0 0,0-1 0 0 0,0 1 0 0 0,0-1-1 0 0,1 0 1 0 0,-1-1 0 0 0,1 1 0 0 0,0-1-1 0 0,0 0 1 0 0,13 1 0 0 0,5-1 2 0 0,0-1 0 0 0,1-1 0 0 0,-1-1-1 0 0,0-1 1 0 0,0-1 0 0 0,0-2 0 0 0,40-12 0 0 0,-45 11-9 0 0,0-1 0 0 0,-1-1 0 0 0,0-1 0 0 0,-1-1 0 0 0,0 0 0 0 0,0-1 0 0 0,-1-1 0 0 0,0-1 0 0 0,25-25 0 0 0,-34 28 1 0 0,1 0 0 0 0,-1-1 1 0 0,-1 0-1 0 0,0 0 0 0 0,-1 0 0 0 0,0-1 0 0 0,6-17 0 0 0,-9 21-3 0 0,-1-1 0 0 0,0 0 0 0 0,0 1 0 0 0,-1-1 0 0 0,0 0 0 0 0,0 0 0 0 0,-1 0 0 0 0,0 0 0 0 0,-1 0 0 0 0,0 1 1 0 0,-3-16-1 0 0,4 23-2 0 0,-1 0 0 0 0,1 0-1 0 0,0-1 1 0 0,0 1 0 0 0,-1 0 0 0 0,1 0 0 0 0,-1 0 0 0 0,1 0 0 0 0,-1 0 0 0 0,1 0 0 0 0,-1 0 0 0 0,0 0 0 0 0,0 0 0 0 0,1 0 0 0 0,-1 0 0 0 0,0 0 0 0 0,0 0 0 0 0,0 0 0 0 0,0 1 0 0 0,0-1 0 0 0,0 0 0 0 0,0 1 0 0 0,0-1 0 0 0,0 1 0 0 0,0-1 0 0 0,-1 1 0 0 0,1-1 0 0 0,0 1 0 0 0,0 0 0 0 0,0 0 0 0 0,0 0 0 0 0,-1-1 0 0 0,1 1 0 0 0,0 0 0 0 0,0 1 0 0 0,-1-1 0 0 0,1 0 0 0 0,0 0 0 0 0,0 0 0 0 0,0 1 0 0 0,-2 0 0 0 0,0 0-3 0 0,1 0 0 0 0,0 0 0 0 0,0 1 0 0 0,0-1 0 0 0,0 1 0 0 0,0-1 0 0 0,0 1 0 0 0,0 0 0 0 0,0-1 1 0 0,1 1-1 0 0,-1 0 0 0 0,1 0 0 0 0,-1 0 0 0 0,1 1 0 0 0,0-1 0 0 0,0 0 0 0 0,0 0 0 0 0,0 1 0 0 0,0-1 0 0 0,0 4 1 0 0,0-3 1 0 0,0 1 1 0 0,1 0 0 0 0,0-1-1 0 0,0 1 1 0 0,0 0 0 0 0,0-1-1 0 0,0 1 1 0 0,1 0 0 0 0,0-1-1 0 0,0 1 1 0 0,0-1 0 0 0,0 1-1 0 0,0-1 1 0 0,1 1 0 0 0,-1-1-1 0 0,1 0 1 0 0,4 6 0 0 0,-3-5 7 0 0,1 0 1 0 0,0 0 0 0 0,0-1 0 0 0,1 0 0 0 0,-1 0-1 0 0,1 0 1 0 0,-1 0 0 0 0,1 0 0 0 0,0-1 0 0 0,0 0-1 0 0,5 2 1 0 0,7 0-71 0 0,0 0 0 0 0,0-1 1 0 0,1-1-1 0 0,-1 0 0 0 0,1-1 0 0 0,26-3 0 0 0,-28 1-115 0 0,1-1 0 0 0,-1-1 0 0 0,0-1 0 0 0,0 0 0 0 0,0-1 0 0 0,-1 0 0 0 0,0-1 0 0 0,15-9 0 0 0,-25 12 165 0 0,0 1 1 0 0,0-1-1 0 0,-1 0 0 0 0,1-1 0 0 0,-1 1 0 0 0,0-1 0 0 0,0 0 0 0 0,0 0 0 0 0,-1 0 0 0 0,1-1 1 0 0,-1 1-1 0 0,0-1 0 0 0,0 0 0 0 0,0 0 0 0 0,-1 0 0 0 0,0 0 0 0 0,0 0 0 0 0,0 0 1 0 0,-1-1-1 0 0,1 1 0 0 0,-1-1 0 0 0,-1 1 0 0 0,1-1 0 0 0,-1 1 0 0 0,0-1 0 0 0,0 1 1 0 0,-1-7-1 0 0,0 8 34 0 0,1 1-1 0 0,-1 0 1 0 0,0 0 0 0 0,0 0 0 0 0,0 0 0 0 0,0 0 0 0 0,-1 0 0 0 0,1 0 0 0 0,-1 0 0 0 0,0 0 0 0 0,1 1 0 0 0,-1-1 0 0 0,-1 1-1 0 0,1-1 1 0 0,0 1 0 0 0,0 0 0 0 0,-1 0 0 0 0,-3-2 0 0 0,5 3-19 0 0,0 1-1 0 0,0 0 1 0 0,0 0-1 0 0,0-1 1 0 0,0 1-1 0 0,-1 0 1 0 0,1 0-1 0 0,0 0 1 0 0,0 0-1 0 0,0 1 1 0 0,-1-1-1 0 0,1 0 1 0 0,0 0-1 0 0,0 1 1 0 0,0-1-1 0 0,0 1 1 0 0,0-1-1 0 0,0 1 1 0 0,0-1-1 0 0,0 1 1 0 0,0 0-1 0 0,0-1 1 0 0,-1 2-1 0 0,-19 17-16 0 0,14-10 25 0 0,1 0 0 0 0,0 1 0 0 0,1-1 0 0 0,0 1 1 0 0,0 1-1 0 0,1-1 0 0 0,0 1 0 0 0,1-1 0 0 0,0 1 0 0 0,1 0 1 0 0,0 0-1 0 0,1 1 0 0 0,0-1 0 0 0,2 21 0 0 0,-1-24 7 0 0,1 0 0 0 0,1 0 1 0 0,-1 0-1 0 0,1-1 0 0 0,1 1 0 0 0,-1 0 0 0 0,1-1 0 0 0,0 0 1 0 0,8 12-1 0 0,-8-15 0 0 0,0 1 0 0 0,1-1 0 0 0,-1 1 1 0 0,1-1-1 0 0,1-1 0 0 0,-1 1 0 0 0,0 0 0 0 0,1-1 1 0 0,0 0-1 0 0,0 0 0 0 0,0 0 0 0 0,0-1 0 0 0,0 0 1 0 0,8 3-1 0 0,0-2-6 0 0,1 0 0 0 0,-1 0 0 0 0,0-1 0 0 0,1-1-1 0 0,-1-1 1 0 0,1 0 0 0 0,-1 0 0 0 0,1-1 0 0 0,-1-1 0 0 0,0 0 0 0 0,0-1 0 0 0,0-1 0 0 0,0 0 0 0 0,16-7 0 0 0,-19 6-16 0 0,-1 0-1 0 0,0 0 1 0 0,0-1-1 0 0,0 0 1 0 0,-1 0-1 0 0,0-1 1 0 0,0-1 0 0 0,0 1-1 0 0,-1-1 1 0 0,0 0-1 0 0,-1-1 1 0 0,0 1 0 0 0,0-1-1 0 0,-1-1 1 0 0,0 1-1 0 0,-1-1 1 0 0,0 0-1 0 0,5-16 1 0 0,-4-3 232 0 0,0-1-1 0 0,-2 1 1 0 0,-1-1-1 0 0,-3-31 1 0 0,1 29 243 0 0,0 30-374 0 0,-4 25-70 0 0,4-11-20 0 0,5 100 26 0 0,-4-102-6 0 0,0 1 1 0 0,1 0-1 0 0,1-1 1 0 0,0 1-1 0 0,0-1 1 0 0,1 0-1 0 0,1 0 1 0 0,5 10 0 0 0,-8-17-9 0 0,-1-1 1 0 0,1 1 0 0 0,1-1 0 0 0,-1 0 0 0 0,0 0 0 0 0,0 1 0 0 0,1-2 0 0 0,-1 1 0 0 0,1 0-1 0 0,0 0 1 0 0,0-1 0 0 0,-1 0 0 0 0,1 1 0 0 0,5 0 0 0 0,-2 0 0 0 0,1-1 0 0 0,-1 0 0 0 0,1 0-1 0 0,-1-1 1 0 0,1 1 0 0 0,10-2 0 0 0,-3-1 2 0 0,0 0 0 0 0,0-1 0 0 0,0-1 0 0 0,0 0-1 0 0,22-11 1 0 0,-23 9-7 0 0,-1-1-1 0 0,0-1 0 0 0,0 0 1 0 0,-1-1-1 0 0,0 0 0 0 0,-1-1 1 0 0,0 0-1 0 0,12-15 1 0 0,-10 8 13 0 0,0 1 0 0 0,-2-1 0 0 0,0-1 0 0 0,-1 0 0 0 0,9-25 1 0 0,-17 41-22 0 0,0 0 0 0 0,-1 1-1 0 0,1-1 1 0 0,-1 0 0 0 0,0 1 0 0 0,0-1 0 0 0,1 0 0 0 0,-1 0 0 0 0,0 0 0 0 0,0 1 0 0 0,0-1 0 0 0,-1 0 0 0 0,1 0 0 0 0,-1-3 0 0 0,-1 6 2 0 0,0 0-1 0 0,1 0 1 0 0,-1 1 0 0 0,0-1-1 0 0,1 0 1 0 0,-1 0-1 0 0,1 1 1 0 0,0-1 0 0 0,-1 1-1 0 0,0 2 1 0 0,-20 31 458 0 0,2 1 0 0 0,2 0-1 0 0,-17 49 1 0 0,-30 120 601 0 0,24-40-418 0 0,-16 54-24 0 0,44-178-500 0 0,-2-1 1 0 0,-2-1-1 0 0,-26 47 1 0 0,36-75-97 0 0,0 1 1 0 0,-1-1 0 0 0,0 0-1 0 0,-1-1 1 0 0,0 0 0 0 0,0-1-1 0 0,-1 0 1 0 0,0 0 0 0 0,-1-1-1 0 0,0 0 1 0 0,0-1-1 0 0,-1 0 1 0 0,0-1 0 0 0,0 0-1 0 0,-1-1 1 0 0,1-1 0 0 0,-1 0-1 0 0,0 0 1 0 0,0-1 0 0 0,-1-1-1 0 0,1 0 1 0 0,0-1 0 0 0,-1 0-1 0 0,1-1 1 0 0,-15-2-1 0 0,0-2-529 0 0,-1-1 0 0 0,-51-17-1 0 0,64 16-1312 0 0,1 0-1 0 0,0-1 1 0 0,-24-15 0 0 0,25 11-3024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3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244 107 468 0 0,'-5'-107'12343'0'0,"-7"114"-11163"0"0,9-3-1045 0 0,1 0-1 0 0,-1 0 0 0 0,1 1 1 0 0,-1-1-1 0 0,1 1 0 0 0,1 0 1 0 0,-1 0-1 0 0,1-1 0 0 0,0 1 1 0 0,-2 9-1 0 0,1-3 12 0 0,-67 447 1821 0 0,12-57-1587 0 0,50-357-325 0 0,5-26 33 0 0,-1-2 0 0 0,-1 1 0 0 0,-8 27 1 0 0,11-42-79 0 0,1-1 1 0 0,-1 0 0 0 0,1 0-1 0 0,-1 0 1 0 0,0 1 0 0 0,1-1-1 0 0,-1 0 1 0 0,0 0 0 0 0,0 0-1 0 0,1 0 1 0 0,-1 0 0 0 0,0 0-1 0 0,0 0 1 0 0,0-1 0 0 0,-2 2 0 0 0,2-2-8 0 0,1 1 0 0 0,-1-1 0 0 0,1 0 0 0 0,-1 0 0 0 0,1 0 0 0 0,-1 0 1 0 0,1 0-1 0 0,-1 0 0 0 0,1 0 0 0 0,-1 0 0 0 0,0-1 0 0 0,1 1 0 0 0,-1 0 1 0 0,1 0-1 0 0,-1 0 0 0 0,1 0 0 0 0,0-1 0 0 0,-1 1 0 0 0,1 0 1 0 0,-1-1-1 0 0,1 1 0 0 0,-1 0 0 0 0,1-1 0 0 0,0 1 0 0 0,-1-1 0 0 0,-1-2 2 0 0,0 0-1 0 0,0 1 0 0 0,0-1 0 0 0,1 0 0 0 0,-1 0 0 0 0,1 0 0 0 0,0-1 0 0 0,0 1 0 0 0,0 0 1 0 0,0-5-1 0 0,-2-17-1 0 0,2 0 1 0 0,1 0 0 0 0,1 1 0 0 0,1-1 0 0 0,1 0-1 0 0,1 1 1 0 0,1 0 0 0 0,1 0 0 0 0,2 0 0 0 0,13-31-1 0 0,-13 37-7 0 0,1 0 0 0 0,0 1-1 0 0,1 0 1 0 0,1 0 0 0 0,1 1 0 0 0,0 1-1 0 0,2 0 1 0 0,-1 0 0 0 0,1 2-1 0 0,1-1 1 0 0,1 2 0 0 0,0 0-1 0 0,24-13 1 0 0,-28 19-2 0 0,1 1 0 0 0,-1 1 1 0 0,1 0-1 0 0,0 1 0 0 0,0 0 0 0 0,0 1 1 0 0,1 0-1 0 0,-1 1 0 0 0,0 1 0 0 0,1 0 0 0 0,-1 1 1 0 0,0 0-1 0 0,0 1 0 0 0,0 0 0 0 0,0 1 1 0 0,25 10-1 0 0,-19-6 1 0 0,0 2 0 0 0,-1 0 0 0 0,0 0 0 0 0,-1 2 0 0 0,0 0 0 0 0,-1 1 0 0 0,0 1 0 0 0,-1 1 0 0 0,0 0 0 0 0,19 25 0 0 0,-27-31 4 0 0,-1 0 1 0 0,-1 1 0 0 0,1 0 0 0 0,-1 0-1 0 0,-1 1 1 0 0,0 0 0 0 0,0-1 0 0 0,2 13-1 0 0,-5-17 6 0 0,0 1 0 0 0,0-1 0 0 0,-1 1-1 0 0,1 0 1 0 0,-2-1 0 0 0,1 1-1 0 0,0-1 1 0 0,-1 1 0 0 0,0-1 0 0 0,0 1-1 0 0,-1-1 1 0 0,1 1 0 0 0,-1-1 0 0 0,0 0-1 0 0,-1 0 1 0 0,-5 9 0 0 0,1-4 46 0 0,-1 0 1 0 0,-1 0-1 0 0,1 0 1 0 0,-2-1-1 0 0,1 0 1 0 0,-1-1-1 0 0,-1 0 1 0 0,-12 7-1 0 0,6-5 47 0 0,-1-1 1 0 0,-1-1-1 0 0,1 0 0 0 0,-34 7 1 0 0,13-6-18 0 0,-1-3 1 0 0,0-1-1 0 0,0-2 1 0 0,-69-3-1 0 0,56-5-3175 0 0,53 5 2943 0 0,-1 1 1 0 0,1-1 0 0 0,-1 0 0 0 0,1 0 0 0 0,0 0 0 0 0,-1-1 0 0 0,1 1 0 0 0,-1 0 0 0 0,1 0 0 0 0,0 0 0 0 0,-1 0 0 0 0,1 0 0 0 0,-1 0-1 0 0,1-1 1 0 0,0 1 0 0 0,-1 0 0 0 0,-3-8-3151 0 0,4 8 3150 0 0,0 0 1 0 0,0-1 0 0 0,0 1 0 0 0,0-1 0 0 0,0 1 0 0 0,0 0 0 0 0,0-1 0 0 0,1 1 0 0 0,-1-1 0 0 0,0 1 0 0 0,0 0 0 0 0,0-1 0 0 0,1 1-1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4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82 144 364 0 0,'-8'-23'7533'0'0,"8"23"-7474"0"0,0 0 0 0 0,0-1 0 0 0,-1 1 0 0 0,1 0 0 0 0,0 0 0 0 0,0 0-1 0 0,0 0 1 0 0,-1 0 0 0 0,1 0 0 0 0,0 0 0 0 0,0 0 0 0 0,-1 0 0 0 0,1 0 0 0 0,0 0-1 0 0,0 0 1 0 0,-1 0 0 0 0,1 0 0 0 0,0 0 0 0 0,0 0 0 0 0,0 0 0 0 0,-1 0 0 0 0,1 0-1 0 0,0 0 1 0 0,0 0 0 0 0,-1 0 0 0 0,1 0 0 0 0,0 0 0 0 0,0 0 0 0 0,0 0 0 0 0,-1 1-1 0 0,1-1 1 0 0,0 0 0 0 0,0 0 0 0 0,0 0 0 0 0,-1 0 0 0 0,1 1 0 0 0,0-1 0 0 0,0 0-1 0 0,0 0 1 0 0,0 1 0 0 0,-9 14 1271 0 0,-5 23 18 0 0,14-38-1343 0 0,-8 26 554 0 0,-19 66 468 0 0,25-80-954 0 0,0 0 1 0 0,0 1-1 0 0,1-1 1 0 0,1 1-1 0 0,1 19 1 0 0,-1-28-64 0 0,1-1 1 0 0,0 0-1 0 0,0 0 1 0 0,0 0 0 0 0,0 1-1 0 0,0-1 1 0 0,0 0-1 0 0,1-1 1 0 0,0 1-1 0 0,-1 0 1 0 0,1 0 0 0 0,0-1-1 0 0,1 1 1 0 0,-1-1-1 0 0,3 4 1 0 0,0-3-1 0 0,0 0 0 0 0,-1 1 0 0 0,1-1-1 0 0,1-1 1 0 0,-1 1 0 0 0,0-1 0 0 0,1 0 0 0 0,5 2 0 0 0,6-1 7 0 0,-1 0 0 0 0,0-1 0 0 0,1-1 0 0 0,0 0 0 0 0,19-2 0 0 0,-22 0-11 0 0,0-1-1 0 0,0 0 1 0 0,0-1-1 0 0,-1 0 1 0 0,1-1-1 0 0,-1 0 0 0 0,0-1 1 0 0,0-1-1 0 0,14-8 1 0 0,-20 10-6 0 0,-1-1 1 0 0,0 0-1 0 0,0 0 1 0 0,0 0-1 0 0,0 0 1 0 0,-1-1-1 0 0,0 0 0 0 0,0 0 1 0 0,-1-1-1 0 0,1 1 1 0 0,-1-1-1 0 0,-1 0 1 0 0,0 0-1 0 0,0 0 1 0 0,0-1-1 0 0,-1 1 1 0 0,3-15-1 0 0,-3 9 8 0 0,-1 1-1 0 0,-1 0 1 0 0,0-1-1 0 0,0 1 1 0 0,-2-1-1 0 0,1 1 1 0 0,-2 0-1 0 0,0-1 1 0 0,0 1-1 0 0,-1 1 1 0 0,0-1-1 0 0,-9-16 1 0 0,8 18-8 0 0,0 1 1 0 0,-1 0-1 0 0,0 0 0 0 0,0 1 0 0 0,-1-1 1 0 0,0 1-1 0 0,-1 1 0 0 0,1 0 0 0 0,-2 0 1 0 0,1 0-1 0 0,-1 1 0 0 0,1 0 1 0 0,-2 1-1 0 0,-18-9 0 0 0,22 12-8 0 0,0 0 0 0 0,0 1 0 0 0,0 0 1 0 0,0 0-1 0 0,0 1 0 0 0,0 0 0 0 0,0 0 0 0 0,-1 0 0 0 0,1 1 0 0 0,0-1 1 0 0,-10 4-1 0 0,7-1-1 0 0,0 0 0 0 0,1 0 0 0 0,-1 1 1 0 0,1 0-1 0 0,0 0 0 0 0,0 1 0 0 0,-12 10 0 0 0,13-10 4 0 0,1 1-1 0 0,0 0 0 0 0,0 0 1 0 0,0 1-1 0 0,1-1 0 0 0,0 1 1 0 0,0 0-1 0 0,-4 11 0 0 0,6-13 4 0 0,1 1-1 0 0,0-1 1 0 0,0 0-1 0 0,1 1 1 0 0,0-1-1 0 0,0 0 1 0 0,0 1-1 0 0,1 0 0 0 0,-1-1 1 0 0,2 1-1 0 0,-1-1 1 0 0,0 1-1 0 0,2 6 1 0 0,0-6-42 0 0,-1-1 0 0 0,1 0 0 0 0,0 0 0 0 0,0 0 0 0 0,1 0 0 0 0,0 0 0 0 0,-1 0 0 0 0,2-1 0 0 0,-1 1 0 0 0,0-1 0 0 0,1 0 0 0 0,6 5 0 0 0,-3-3-96 0 0,1 0 1 0 0,0 0-1 0 0,0-1 0 0 0,1 0 0 0 0,-1-1 0 0 0,15 5 0 0 0,2-1-238 0 0,2-1-1 0 0,-1-1 1 0 0,1-1-1 0 0,29 1 1 0 0,-26-4 55 0 0,0-1 0 0 0,1-1-1 0 0,-1-2 1 0 0,0-1 0 0 0,0-1 0 0 0,51-15 0 0 0,-63 14 363 0 0,-1-1-1 0 0,-1-1 1 0 0,1 0 0 0 0,-1-2 0 0 0,0 0-1 0 0,-1 0 1 0 0,0-2 0 0 0,-1 1-1 0 0,0-2 1 0 0,0 0 0 0 0,-1-1 0 0 0,17-21-1 0 0,-17 17 627 0 0,11-16 639 0 0,-23 31-661 0 0,-2 4-388 0 0,-5 19 457 0 0,-18 36 0 0 0,5-14-373 0 0,13-27-257 0 0,0 0 0 0 0,1 1 0 0 0,1-1 0 0 0,0 1 0 0 0,1 0 0 0 0,-1 23 0 0 0,4-36-73 0 0,0 1 1 0 0,0 0-1 0 0,1-1 1 0 0,-1 1-1 0 0,1-1 1 0 0,0 1-1 0 0,0 0 1 0 0,1-1-1 0 0,-1 0 1 0 0,1 1-1 0 0,0-1 1 0 0,0 0-1 0 0,0 0 1 0 0,1 0-1 0 0,-1 0 1 0 0,1 0-1 0 0,0-1 1 0 0,0 1-1 0 0,1-1 1 0 0,-1 0-1 0 0,1 0 1 0 0,-1 0-1 0 0,1 0 1 0 0,0-1-1 0 0,0 0 1 0 0,0 1-1 0 0,0-1 1 0 0,5 1-1 0 0,4 2 1 0 0,0-1 0 0 0,0-1 0 0 0,0 0 0 0 0,0 0 0 0 0,0-1 0 0 0,1-1 0 0 0,-1 0 0 0 0,1-1 0 0 0,-1-1 0 0 0,1 0 0 0 0,24-5 0 0 0,-28 3-10 0 0,0 0-1 0 0,-1-1 1 0 0,1 0 0 0 0,-1 0-1 0 0,0-1 1 0 0,0 0 0 0 0,-1-1-1 0 0,1 0 1 0 0,-1 0-1 0 0,0-1 1 0 0,-1 1 0 0 0,0-2-1 0 0,0 1 1 0 0,0-1 0 0 0,-1 0-1 0 0,6-12 1 0 0,-1-1 349 0 0,-1 0 1 0 0,-1-2-1 0 0,-1 1 1 0 0,0-1-1 0 0,-2 0 1 0 0,6-47-1 0 0,-12 68-214 0 0,-1 2-129 0 0,1 0 0 0 0,-1 0 1 0 0,0 0-1 0 0,1 0 0 0 0,-1 0 1 0 0,0 1-1 0 0,0-1 0 0 0,1 0 1 0 0,-1 1-1 0 0,1-1 0 0 0,-1 0 1 0 0,0 1-1 0 0,1-1 0 0 0,-1 1 1 0 0,1-1-1 0 0,-1 1 0 0 0,0 0 1 0 0,-8 16 19 0 0,0 0 1 0 0,1 0-1 0 0,1 1 1 0 0,-6 20-1 0 0,10-25-45 0 0,0-1 0 0 0,1 1 0 0 0,0 0 0 0 0,1 0 0 0 0,0 0 0 0 0,1-1-1 0 0,2 19 1 0 0,-1-24-276 0 0,1-1 0 0 0,-1 0 0 0 0,1 0 0 0 0,1 0 0 0 0,-1 0 0 0 0,1 0 0 0 0,0-1 0 0 0,0 1 0 0 0,0-1 0 0 0,1 1 0 0 0,0-1 0 0 0,7 7 0 0 0,-5-7-764 0 0,-1 0 0 0 0,1-1 0 0 0,-1 1 0 0 0,1-1 0 0 0,0-1 0 0 0,12 6 0 0 0,-1-2-3794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2 106 2216 0 0,'-1'-15'1998'0'0,"1"8"-894"0"0,0 0 0 0 0,0 0 1 0 0,0 1-1 0 0,1-1 0 0 0,2-9 775 0 0,11 21-1275 0 0,-6 6-378 0 0,0 0 0 0 0,0 1 0 0 0,-1-1 0 0 0,-1 2 0 0 0,0-1 0 0 0,-1 1-1 0 0,5 15 1 0 0,19 97 504 0 0,-22-88-466 0 0,-7-34-215 0 0,0-1 0 0 0,0 1 0 0 0,0-1 0 0 0,0 1 0 0 0,0-1-1 0 0,0 1 1 0 0,-1-1 0 0 0,1 0 0 0 0,-1 1 0 0 0,0-1 0 0 0,0 0 0 0 0,0 1-1 0 0,0-1 1 0 0,-2 4 0 0 0,2-5 14 0 0,-21-4 153 0 0,20-1-210 0 0,0 0-1 0 0,0 0 0 0 0,0 1 0 0 0,0-1 0 0 0,1-1 0 0 0,0 1 0 0 0,0 0 1 0 0,0 0-1 0 0,0 0 0 0 0,1 0 0 0 0,0-1 0 0 0,-1 1 0 0 0,2 0 1 0 0,-1-1-1 0 0,0 1 0 0 0,1 0 0 0 0,0 0 0 0 0,0 0 0 0 0,0-1 0 0 0,0 1 1 0 0,3-5-1 0 0,2-5-2 0 0,0 0 1 0 0,0 1 0 0 0,2 0 0 0 0,16-24-1 0 0,-9 19-1 0 0,0 0 0 0 0,2 1-1 0 0,0 1 1 0 0,0 0 0 0 0,27-17-1 0 0,-34 26-5 0 0,0 1 0 0 0,0 0 0 0 0,1 1 0 0 0,-1 0 0 0 0,1 0 0 0 0,1 1 0 0 0,-1 1 0 0 0,0 0 0 0 0,1 0 0 0 0,0 1 0 0 0,0 1 0 0 0,16-1 0 0 0,-22 2 34 0 0,0 1-1 0 0,0 0 0 0 0,0 0 0 0 0,0 0 1 0 0,0 1-1 0 0,0 0 0 0 0,0 0 0 0 0,0 0 0 0 0,-1 1 1 0 0,1-1-1 0 0,-1 1 0 0 0,0 1 0 0 0,0-1 1 0 0,0 1-1 0 0,0 0 0 0 0,-1 0 0 0 0,1 0 0 0 0,-1 1 1 0 0,0 0-1 0 0,-1-1 0 0 0,7 11 0 0 0,-5-4 85 0 0,0 0-1 0 0,0 0 0 0 0,-1 0 1 0 0,0 1-1 0 0,-1 0 1 0 0,-1 0-1 0 0,0 0 1 0 0,0 0-1 0 0,-1 24 0 0 0,-6 77-631 0 0,5-112 133 0 0,0 0 0 0 0,0 0 1 0 0,0 0-1 0 0,0 0 0 0 0,1 0 0 0 0,-1 0 0 0 0,0 0 0 0 0,0 0 0 0 0,1 0 0 0 0,-1 0 1 0 0,1 0-1 0 0,-1 0 0 0 0,1 0 0 0 0,-1 0 0 0 0,1 0 0 0 0,5 5-1924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289 613 1072 0 0,'-14'-97'10526'0'0,"-1"99"-10256"0"0,7 1-235 0 0,1 1 0 0 0,-1 1 1 0 0,0-1-1 0 0,1 1 0 0 0,0 1 0 0 0,0-1 1 0 0,1 1-1 0 0,0 0 0 0 0,-8 10 1 0 0,0-2-2 0 0,-16 17 50 0 0,-37 48 0 0 0,57-66-45 0 0,1 2 0 0 0,0-1-1 0 0,0 1 1 0 0,1 0-1 0 0,1 1 1 0 0,-7 25-1 0 0,13-39-31 0 0,0 1 0 0 0,0 0 0 0 0,1 0 0 0 0,-1 0 0 0 0,1 0 0 0 0,0 0-1 0 0,0 0 1 0 0,0 0 0 0 0,0 0 0 0 0,0 0 0 0 0,1 0 0 0 0,-1 0 0 0 0,1 0 0 0 0,0 0 0 0 0,0-1-1 0 0,0 1 1 0 0,0 0 0 0 0,0 0 0 0 0,1-1 0 0 0,-1 1 0 0 0,1-1 0 0 0,0 1 0 0 0,0-1 0 0 0,0 0 0 0 0,0 0-1 0 0,0 0 1 0 0,3 2 0 0 0,-1-1-11 0 0,1 0 0 0 0,-1-1 0 0 0,1 0 0 0 0,0 0 1 0 0,0 0-1 0 0,0-1 0 0 0,0 1 0 0 0,0-1 0 0 0,0 0 0 0 0,0-1 0 0 0,0 1 0 0 0,0-1 0 0 0,0 0 0 0 0,1-1 0 0 0,4 0 0 0 0,1-1-28 0 0,-1 0 1 0 0,0 0-1 0 0,0-1 0 0 0,0-1 0 0 0,0 0 1 0 0,0 0-1 0 0,-1-1 0 0 0,18-11 0 0 0,-14 6-30 0 0,1-1 1 0 0,-2 0-1 0 0,0-1 0 0 0,22-26 0 0 0,-11 5-8 0 0,-2-1 0 0 0,0-1 0 0 0,28-70 0 0 0,2-32 433 0 0,43-191 1 0 0,-66 218 940 0 0,-23 90-1009 0 0,-8 25 48 0 0,-10 34 88 0 0,10-31-449 0 0,-28 98 209 0 0,-24 153 1 0 0,49-229-176 0 0,-3 26 32 0 0,-4 76 0 0 0,12-106-495 0 0,1-1-1 0 0,1 1 1 0 0,2-1 0 0 0,0 0 0 0 0,10 35 0 0 0,-9-49-614 0 0,0 1 0 0 0,1-1 0 0 0,0 0 0 0 0,9 13 0 0 0,7 5-4072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8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635 64 1572 0 0,'-9'-6'606'0'0,"-1"0"0"0"0,0 1 0 0 0,0 0 0 0 0,0 0 0 0 0,-1 1 0 0 0,1 1 0 0 0,-1 0 0 0 0,0 0 0 0 0,0 1-1 0 0,-12-1 1 0 0,7 2-186 0 0,0 1 0 0 0,0 1-1 0 0,0 0 1 0 0,1 1 0 0 0,-1 1-1 0 0,-22 7 1 0 0,6 1-139 0 0,1 1 1 0 0,1 2-1 0 0,0 1 1 0 0,1 1-1 0 0,1 2 1 0 0,-32 25-1 0 0,45-31-174 0 0,0 1-1 0 0,0 0 1 0 0,1 1 0 0 0,1 1-1 0 0,0 0 1 0 0,-13 20 0 0 0,23-29-82 0 0,-1 1 1 0 0,1-1 0 0 0,1 0-1 0 0,-1 1 1 0 0,1 0 0 0 0,0-1-1 0 0,0 1 1 0 0,1 0 0 0 0,-1 8-1 0 0,2-11-19 0 0,0 1 0 0 0,0 0 0 0 0,1-1 0 0 0,-1 1-1 0 0,1-1 1 0 0,0 1 0 0 0,1-1 0 0 0,-1 1 0 0 0,1-1 0 0 0,0 1 0 0 0,0-1-1 0 0,0 0 1 0 0,0 0 0 0 0,6 7 0 0 0,-2-5 0 0 0,-1-1 1 0 0,1 0-1 0 0,0 0 0 0 0,1 0 1 0 0,-1 0-1 0 0,1-1 0 0 0,0 0 0 0 0,0-1 1 0 0,0 1-1 0 0,0-2 0 0 0,1 1 1 0 0,-1-1-1 0 0,1 0 0 0 0,11 2 1 0 0,-1-2 16 0 0,-1 0 1 0 0,1-1-1 0 0,0-1 0 0 0,-1-1 1 0 0,26-3-1 0 0,-32 2-18 0 0,-1 0 0 0 0,1-1 0 0 0,0-1 0 0 0,-1 1 0 0 0,0-2 0 0 0,1 1 0 0 0,-2-2 0 0 0,1 1-1 0 0,-1-1 1 0 0,0 0 0 0 0,0-1 0 0 0,0 0 0 0 0,13-15 0 0 0,-12 10-9 0 0,-1 0 0 0 0,-1-1 0 0 0,1 0 0 0 0,-2 0 0 0 0,0 0 0 0 0,0-1-1 0 0,-2-1 1 0 0,0 1 0 0 0,6-22 0 0 0,23-151-77 0 0,-34 185 65 0 0,0 4-17 0 0,-3 81 152 0 0,0-55-40 0 0,2 0 1 0 0,1 0 0 0 0,1 0 0 0 0,1 0 0 0 0,7 31 0 0 0,-6-47-67 0 0,1 0 1 0 0,-1-1-1 0 0,2 0 1 0 0,0 0-1 0 0,0 0 1 0 0,1-1 0 0 0,0 0-1 0 0,8 10 1 0 0,-9-14-6 0 0,0-1 1 0 0,1 1 0 0 0,-1-2 0 0 0,1 1-1 0 0,0-1 1 0 0,0 1 0 0 0,0-2-1 0 0,1 1 1 0 0,-1-1 0 0 0,1 0 0 0 0,0 0-1 0 0,0-1 1 0 0,0 1 0 0 0,9 0-1 0 0,-4-1 6 0 0,0 0-1 0 0,0-1 1 0 0,1 0-1 0 0,-1-1 1 0 0,0-1-1 0 0,0 0 0 0 0,1 0 1 0 0,-1-1-1 0 0,0-1 1 0 0,0 0-1 0 0,-1-1 1 0 0,1 0-1 0 0,-1 0 1 0 0,0-2-1 0 0,0 1 0 0 0,0-1 1 0 0,12-10-1 0 0,-11 7-12 0 0,0-1 0 0 0,-1-1 0 0 0,-1 0-1 0 0,0 0 1 0 0,0-1 0 0 0,-1-1 0 0 0,0 1-1 0 0,-1-1 1 0 0,-1-1 0 0 0,0 0 0 0 0,-1 1 0 0 0,0-2-1 0 0,5-21 1 0 0,-7 19-3 0 0,0-1 1 0 0,-2 1-1 0 0,0-1 1 0 0,-1 0-1 0 0,0 0 0 0 0,-4-28 1 0 0,2 39-2 0 0,0-1 0 0 0,-1 1 0 0 0,0-1 0 0 0,-1 1 0 0 0,1 0 0 0 0,-1 0 0 0 0,-7-13 0 0 0,7 17-1 0 0,1-1 1 0 0,-1 1 0 0 0,0-1 0 0 0,0 1-1 0 0,0 0 1 0 0,0 1 0 0 0,0-1-1 0 0,-1 0 1 0 0,1 1 0 0 0,-1 0 0 0 0,0 0-1 0 0,1 0 1 0 0,-1 0 0 0 0,-8-2-1 0 0,9 3 8 0 0,0 0 0 0 0,0 1 0 0 0,1 0 0 0 0,-1-1 0 0 0,0 1-1 0 0,0 0 1 0 0,0 1 0 0 0,0-1 0 0 0,0 0 0 0 0,0 1-1 0 0,1 0 1 0 0,-1-1 0 0 0,0 1 0 0 0,0 0 0 0 0,1 0 0 0 0,-1 1-1 0 0,1-1 1 0 0,-1 1 0 0 0,1-1 0 0 0,-1 1 0 0 0,1 0 0 0 0,0 0-1 0 0,0 0 1 0 0,0 0 0 0 0,0 0 0 0 0,-2 3 0 0 0,2-2 30 0 0,0-1 0 0 0,0 1 1 0 0,1 0-1 0 0,-1-1 0 0 0,1 1 0 0 0,0 0 1 0 0,0 0-1 0 0,0 0 0 0 0,0 0 1 0 0,0 0-1 0 0,1 1 0 0 0,-1-1 0 0 0,1 0 1 0 0,0 0-1 0 0,0 0 0 0 0,0 0 1 0 0,0 1-1 0 0,1-1 0 0 0,-1 0 0 0 0,1 0 1 0 0,0 0-1 0 0,0 0 0 0 0,1 3 0 0 0,4 3 44 0 0,-1 0-1 0 0,2-1 0 0 0,-1 0 1 0 0,1 0-1 0 0,0 0 0 0 0,1-1 0 0 0,0 0 1 0 0,0 0-1 0 0,1-1 0 0 0,-1 0 1 0 0,1-1-1 0 0,0 0 0 0 0,1 0 0 0 0,-1-1 1 0 0,16 5-1 0 0,9 1 24 0 0,0-1 0 0 0,1-1 0 0 0,43 3 0 0 0,-62-9-72 0 0,0-1 1 0 0,0-1-1 0 0,0 0 1 0 0,1-1-1 0 0,-1 0 1 0 0,-1-2-1 0 0,30-7 1 0 0,-37 7 10 0 0,-1 0 0 0 0,1 0 1 0 0,0-1-1 0 0,-1 0 1 0 0,1 0-1 0 0,-1 0 0 0 0,0-1 1 0 0,-1 0-1 0 0,1-1 1 0 0,-1 0-1 0 0,0 0 0 0 0,-1 0 1 0 0,1 0-1 0 0,-1-1 1 0 0,0 0-1 0 0,6-12 0 0 0,-3-3 129 0 0,-8 22-167 0 0,0-1 0 0 0,0 0 0 0 0,0 1 1 0 0,0-1-1 0 0,0 1 0 0 0,0-1 1 0 0,0 1-1 0 0,0-1 0 0 0,0 0 0 0 0,-1 1 1 0 0,1-1-1 0 0,0 1 0 0 0,0-1 1 0 0,0 1-1 0 0,-1-1 0 0 0,1 1 0 0 0,0-1 1 0 0,-1 1-1 0 0,1-1 0 0 0,0 1 1 0 0,-1 0-1 0 0,1-1 0 0 0,-1 1 1 0 0,1-1-1 0 0,0 1 0 0 0,-1 0 0 0 0,1-1 1 0 0,-1 1-1 0 0,1 0 0 0 0,-1 0 1 0 0,1-1-1 0 0,-1 1 0 0 0,0 0 0 0 0,-1 0-1 0 0,0 0 0 0 0,0 1-1 0 0,0-1 1 0 0,0 0-1 0 0,0 1 1 0 0,0 0-1 0 0,0-1 1 0 0,0 1 0 0 0,1 0-1 0 0,-1 0 1 0 0,0 0-1 0 0,0 0 1 0 0,1 1-1 0 0,-1-1 1 0 0,1 0 0 0 0,-1 1-1 0 0,0 1 1 0 0,-2 0 2 0 0,-8 7-1 0 0,1 1 0 0 0,0 1 0 0 0,1 0 0 0 0,0 0 0 0 0,0 1 0 0 0,2 1 0 0 0,0-1 1 0 0,0 1-1 0 0,-7 19 0 0 0,12-26 6 0 0,1 0 1 0 0,-1 0 0 0 0,1 0 0 0 0,0 1 0 0 0,1-1 0 0 0,0 1-1 0 0,0-1 1 0 0,1 1 0 0 0,-1-1 0 0 0,2 1 0 0 0,-1 0 0 0 0,1-1-1 0 0,0 1 1 0 0,1-1 0 0 0,0 1 0 0 0,0-1 0 0 0,0 0 0 0 0,1 0 0 0 0,0 0-1 0 0,1 0 1 0 0,4 7 0 0 0,-3-8 2 0 0,0 0 0 0 0,0 0 0 0 0,1-1 0 0 0,0 0 0 0 0,0 0 0 0 0,0-1 0 0 0,1 1 0 0 0,0-1 0 0 0,-1 0 0 0 0,2-1 0 0 0,-1 0-1 0 0,0 0 1 0 0,0-1 0 0 0,1 1 0 0 0,0-2 0 0 0,-1 1 0 0 0,1-1 0 0 0,0 0 0 0 0,0-1 0 0 0,15 0 0 0 0,-7-1 1 0 0,0-1 0 0 0,0-1 0 0 0,0 0 0 0 0,-1-1-1 0 0,1 0 1 0 0,-1-2 0 0 0,0 0 0 0 0,0 0 0 0 0,16-11 0 0 0,1-4 10 0 0,-1-2 0 0 0,0-1 0 0 0,-2-1 1 0 0,-2-1-1 0 0,0-2 0 0 0,31-41 0 0 0,-57 65-16 0 0,-10 11-24 0 0,-13 16-23 0 0,19-19 42 0 0,1 0 0 0 0,0 0 1 0 0,0 0-1 0 0,0 1 0 0 0,0-1 1 0 0,0 1-1 0 0,1-1 0 0 0,0 1 1 0 0,0 0-1 0 0,0-1 0 0 0,1 1 1 0 0,0 0-1 0 0,-1 0 0 0 0,2 0 0 0 0,0 6 1 0 0,0-7 5 0 0,0-1-1 0 0,0 1 1 0 0,0 0 0 0 0,1-1 0 0 0,-1 1 0 0 0,1-1 0 0 0,0 1 0 0 0,0-1-1 0 0,1 0 1 0 0,-1 0 0 0 0,1 0 0 0 0,-1 0 0 0 0,1-1 0 0 0,0 1 0 0 0,0 0-1 0 0,0-1 1 0 0,0 0 0 0 0,1 0 0 0 0,3 2 0 0 0,3 1 0 0 0,0-1 0 0 0,0 0-1 0 0,0-1 1 0 0,0 0 0 0 0,0 0 0 0 0,1-1 0 0 0,0-1 0 0 0,-1 0 0 0 0,1 0-1 0 0,0-1 1 0 0,-1 0 0 0 0,1-1 0 0 0,0 0 0 0 0,-1-1 0 0 0,1 0-1 0 0,-1 0 1 0 0,0-1 0 0 0,1-1 0 0 0,-1 0 0 0 0,14-8 0 0 0,-4 1 211 0 0,-1 0-1 0 0,-1-2 1 0 0,0 0 0 0 0,-1-2 0 0 0,0 1 0 0 0,-1-2 0 0 0,-1 0 0 0 0,25-36 0 0 0,5-8 1630 0 0,-44 58-1749 0 0,-13 26-29 0 0,-135 278 193 0 0,23 10 489 0 0,76-188-453 0 0,37-93-121 0 0,-2-1 0 0 0,-1 0 1 0 0,-2-1-1 0 0,0-1 1 0 0,-2 0-1 0 0,-24 28 0 0 0,34-48-57 0 0,0 0 0 0 0,0 0-1 0 0,-1-1 1 0 0,0 0 0 0 0,0 0 0 0 0,0-1-1 0 0,-1 0 1 0 0,0-1 0 0 0,-12 5-1 0 0,13-8-54 0 0,-1 1 0 0 0,1-1-1 0 0,0 0 1 0 0,-1-1 0 0 0,1 0 0 0 0,0-1-1 0 0,-1 0 1 0 0,1 0 0 0 0,-1-1-1 0 0,1 0 1 0 0,-1 0 0 0 0,-11-5-1 0 0,7 2-9 0 0,0-1 0 0 0,1 0 0 0 0,-1-1 1 0 0,1 0-1 0 0,-20-14 0 0 0,27 15-89 0 0,0 1 0 0 0,0-1 0 0 0,0 0 0 0 0,1 0 0 0 0,-1-1 0 0 0,1 0 0 0 0,1 0 0 0 0,-1 0 0 0 0,1 0 0 0 0,0-1 0 0 0,1 0 0 0 0,-5-10 0 0 0,7 13-203 0 0,0-1 1 0 0,0 1-1 0 0,1 0 0 0 0,0-1 0 0 0,-1 1 0 0 0,2 0 0 0 0,-1-1 0 0 0,0 1 1 0 0,1 0-1 0 0,0 0 0 0 0,0-1 0 0 0,0 1 0 0 0,1 0 0 0 0,-1 0 0 0 0,1 0 0 0 0,0 0 1 0 0,0 0-1 0 0,0 1 0 0 0,5-6 0 0 0,1-2-987 0 0,1 0 0 0 0,1 1 0 0 0,0-1 0 0 0,17-13 0 0 0,4 1-1857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8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80 2260 0 0,'81'-79'12250'0'0,"-80"81"-12082"0"0,1 0 0 0 0,-1 0 0 0 0,0 1 0 0 0,0-1 0 0 0,0 0 0 0 0,0 1 0 0 0,-1-1 0 0 0,1 1 0 0 0,-1-1 0 0 0,1 1 0 0 0,-1-1 0 0 0,0 1 0 0 0,0-1 0 0 0,0 1 0 0 0,0-1 0 0 0,0 1 0 0 0,-1-1 0 0 0,1 1 0 0 0,-1-1 0 0 0,0 1 0 0 0,0-1 0 0 0,-1 4 0 0 0,-4 10 35 0 0,-1-1-1 0 0,-9 17 1 0 0,13-27-83 0 0,-42 75 223 0 0,-30 60-590 0 0,65-118-1345 0 0,1 1 0 0 0,-7 29 0 0 0,14-48 757 0 0,1 0 1 0 0,1 0-1 0 0,-1 0 1 0 0,1 0-1 0 0,0 0 1 0 0,-1 0-1 0 0,2 0 1 0 0,-1 4-1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8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227 186 660 0 0,'1'-1'440'0'0,"19"-31"3826"0"0,-1 0 0 0 0,28-69 0 0 0,-46 100-4221 0 0,-1 1-1 0 0,0-1 1 0 0,0 1 0 0 0,1-1 0 0 0,-1 1 0 0 0,0-1-1 0 0,0 0 1 0 0,0 1 0 0 0,0-1 0 0 0,0 1-1 0 0,0-1 1 0 0,0 0 0 0 0,0 1 0 0 0,0-1 0 0 0,0 1-1 0 0,0-1 1 0 0,0 0 0 0 0,0 1 0 0 0,0-1-1 0 0,0 1 1 0 0,-1-1 0 0 0,1 1 0 0 0,0-1 0 0 0,-1 1-1 0 0,1-1 1 0 0,0 1 0 0 0,-1-1 0 0 0,1 1-1 0 0,-1-2 1 0 0,0 2-10 0 0,0 0 1 0 0,0-1-1 0 0,0 1 0 0 0,0 0 1 0 0,0 0-1 0 0,0-1 0 0 0,-1 1 0 0 0,1 0 1 0 0,0 0-1 0 0,0 0 0 0 0,0 0 0 0 0,0 1 1 0 0,0-1-1 0 0,-2 1 0 0 0,-3 0 27 0 0,0 1-1 0 0,1 0 0 0 0,-1 0 0 0 0,-9 6 1 0 0,8-4-26 0 0,0 1 0 0 0,1 0 0 0 0,-1 0 0 0 0,1 1 0 0 0,0 0 0 0 0,0 0 0 0 0,0 0 1 0 0,1 1-1 0 0,-7 12 0 0 0,10-16-27 0 0,1 0 0 0 0,-1 1 0 0 0,1-1 0 0 0,0 0 0 0 0,0 1 0 0 0,0-1 0 0 0,1 1 0 0 0,-1-1 0 0 0,1 1 0 0 0,0-1 0 0 0,0 1 1 0 0,0-1-1 0 0,0 1 0 0 0,1 0 0 0 0,0-1 0 0 0,-1 1 0 0 0,1-1 0 0 0,0 0 0 0 0,1 1 0 0 0,-1-1 0 0 0,1 0 0 0 0,-1 0 0 0 0,1 0 0 0 0,0 0 0 0 0,3 3 1 0 0,8 10 179 0 0,1-1 1 0 0,1 0 0 0 0,1-1 0 0 0,30 21 0 0 0,-31-25 243 0 0,-1 1 1 0 0,0 0-1 0 0,0 1 1 0 0,-2 0 0 0 0,1 1-1 0 0,19 28 1 0 0,-31-40-337 0 0,0 1-1 0 0,0 0 1 0 0,0-1 0 0 0,0 1-1 0 0,0 0 1 0 0,-1 0-1 0 0,1-1 1 0 0,-1 1 0 0 0,1 0-1 0 0,-1 0 1 0 0,0 0 0 0 0,1 0-1 0 0,-1-1 1 0 0,0 1 0 0 0,0 0-1 0 0,-1 0 1 0 0,1 0 0 0 0,0 0-1 0 0,0 0 1 0 0,-2 2 0 0 0,1-1-39 0 0,-1-1 0 0 0,1 0 0 0 0,0 0 0 0 0,-1 0 0 0 0,0 0 0 0 0,0 0 0 0 0,1 0 0 0 0,-1 0 0 0 0,0-1 0 0 0,0 1 0 0 0,-1-1 0 0 0,1 0 0 0 0,-3 2 0 0 0,-4 1 0 0 0,-1 0 1 0 0,0-1 0 0 0,0 0 0 0 0,0 0-1 0 0,0-1 1 0 0,-13 1 0 0 0,7-2-412 0 0,-1-1 1 0 0,1-1-1 0 0,-1 0 1 0 0,1-1-1 0 0,0-1 1 0 0,0 0-1 0 0,-22-9 1 0 0,22 7-1205 0 0,0-2 0 0 0,0 0 0 0 0,1 0 0 0 0,1-2 1 0 0,-1 0-1 0 0,1 0 0 0 0,-14-14 0 0 0,3 0-4675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0 122 448 0 0,'0'-19'2988'0'0,"2"6"-695"0"0,-1-1-265 0 0,-1 5-344 0 0,2-3 756 0 0,0-5-884 0 0,-2 2-580 0 0,2 3-172 0 0,-1 1-892 0 0,1 25-4448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29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26 488 0 0,'-10'-26'16584'0'0,"9"29"-16059"0"0,-115 313 6083 0 0,-1 8-5289 0 0,116-324-1318 0 0,-211 608 865 0 0,184-519-536 0 0,29-115-8243 0 0,32-66-2588 0 0,-20 56 4598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1712 0 0,'8'-27'2425'0'0,"-5"14"-1292"0"0,1 0 0 0 0,1 0 0 0 0,0 0 0 0 0,0 0 0 0 0,12-19 0 0 0,-14 28-969 0 0,-1 1 0 0 0,0 1 0 0 0,1-1 0 0 0,0 0 0 0 0,0 1 0 0 0,-1-1 0 0 0,1 1 0 0 0,1 0 0 0 0,-1 0 0 0 0,0 0 1 0 0,0 0-1 0 0,1 1 0 0 0,-1-1 0 0 0,1 1 0 0 0,-1 0 0 0 0,1 0 0 0 0,0 0 0 0 0,0 1 0 0 0,-1-1 0 0 0,1 1 0 0 0,0 0 0 0 0,0 0 0 0 0,-1 0 1 0 0,1 0-1 0 0,7 2 0 0 0,-2 1 15 0 0,0-1 1 0 0,0 1 0 0 0,0 0-1 0 0,-1 1 1 0 0,1 0 0 0 0,-1 1 0 0 0,0 0-1 0 0,0 0 1 0 0,0 0 0 0 0,-1 1-1 0 0,1 0 1 0 0,-2 1 0 0 0,1 0-1 0 0,-1 0 1 0 0,0 0 0 0 0,0 1 0 0 0,6 10-1 0 0,-4-4 56 0 0,-1 0 0 0 0,0 0 1 0 0,0 1-1 0 0,-2-1 0 0 0,0 1 0 0 0,0 1 0 0 0,-2-1 0 0 0,0 1 0 0 0,2 24 1 0 0,-5-29-41 0 0,-1 0 0 0 0,0 0 1 0 0,0 0-1 0 0,-1 0 0 0 0,-1 0 1 0 0,0 0-1 0 0,0 0 0 0 0,-1-1 1 0 0,-1 0-1 0 0,0 0 0 0 0,0 0 1 0 0,0 0-1 0 0,-2-1 0 0 0,1 0 1 0 0,-1 0-1 0 0,0-1 0 0 0,-12 11 1 0 0,14-14-152 0 0,-1 0 0 0 0,1 0 0 0 0,-1-1 0 0 0,0 0 0 0 0,0 0 0 0 0,0-1 0 0 0,-1 1 0 0 0,1-1 0 0 0,-1-1 0 0 0,0 1 1 0 0,0-1-1 0 0,0-1 0 0 0,0 1 0 0 0,0-1 0 0 0,0 0 0 0 0,-1-1 0 0 0,1 1 0 0 0,0-2 0 0 0,0 1 0 0 0,0-1 0 0 0,-1 0 1 0 0,1 0-1 0 0,0-1 0 0 0,0 0 0 0 0,0 0 0 0 0,1-1 0 0 0,-11-4 0 0 0,13 5-324 0 0,1 0-1 0 0,-1-1 1 0 0,0 1-1 0 0,1-1 1 0 0,-1 0 0 0 0,1 0-1 0 0,0 0 1 0 0,0 0 0 0 0,0-1-1 0 0,0 1 1 0 0,0-1-1 0 0,-3-6 1 0 0,6 8 54 0 0,-1 0 0 0 0,1 0 0 0 0,0 0 0 0 0,0 1 0 0 0,0-1 0 0 0,0 0 0 0 0,0 0 0 0 0,0 0 0 0 0,0 0 0 0 0,1 0 0 0 0,-1 0 0 0 0,1 0 0 0 0,-1 0 0 0 0,1 1 0 0 0,0-1 0 0 0,0 0 0 0 0,0 0 0 0 0,0 1 1 0 0,0-1-1 0 0,0 0 0 0 0,2-1 0 0 0,3-4-756 0 0,0 0 1 0 0,0 1 0 0 0,9-7-1 0 0,39-27-5724 0 0,-32 27 2821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13 147 512 0 0,'8'-12'2786'0'0,"0"0"-1"0"0,-1-1 1 0 0,0 0 0 0 0,7-19 763 0 0,-13 25-2244 0 0,1-5 747 0 0,-4 12-1445 0 0,-4 8-583 0 0,-1 5 115 0 0,-1 1 0 0 0,2 0 0 0 0,0 1 0 0 0,0 0 0 0 0,-4 22 0 0 0,7-27-110 0 0,1 1 1 0 0,1 0-1 0 0,0 0 1 0 0,0 0-1 0 0,1-1 1 0 0,0 1 0 0 0,1 0-1 0 0,1 0 1 0 0,2 11-1 0 0,-3-17-6 0 0,1 0 1 0 0,0 1-1 0 0,1-1 0 0 0,-1 0 1 0 0,1 0-1 0 0,0-1 0 0 0,0 1 0 0 0,0-1 1 0 0,1 1-1 0 0,0-1 0 0 0,0 0 0 0 0,0 0 1 0 0,0-1-1 0 0,5 4 0 0 0,-1-2 19 0 0,-1-1 1 0 0,1 0-1 0 0,0 0 0 0 0,0 0 0 0 0,1-1 1 0 0,-1-1-1 0 0,1 1 0 0 0,13 1 0 0 0,-12-3 8 0 0,0 0-1 0 0,0 0 1 0 0,0-1 0 0 0,0 0-1 0 0,0-1 1 0 0,1 0-1 0 0,-1 0 1 0 0,0-1-1 0 0,-1-1 1 0 0,1 0-1 0 0,0 0 1 0 0,-1-1-1 0 0,1 0 1 0 0,-1 0 0 0 0,0-1-1 0 0,9-7 1 0 0,-11 6-26 0 0,0-1 0 0 0,-1 0 0 0 0,0 0 0 0 0,-1 0 1 0 0,0-1-1 0 0,0 1 0 0 0,0-1 0 0 0,-1 0 0 0 0,0-1 0 0 0,0 1 1 0 0,-1-1-1 0 0,0 0 0 0 0,-1 1 0 0 0,3-19 0 0 0,-4 20-11 0 0,-1 0-1 0 0,1 0 0 0 0,-1 0 1 0 0,-1 0-1 0 0,1 0 1 0 0,-1 0-1 0 0,0 0 1 0 0,-1 0-1 0 0,0 0 0 0 0,0 1 1 0 0,0-1-1 0 0,-1 0 1 0 0,0 1-1 0 0,0 0 1 0 0,-1 0-1 0 0,1 0 0 0 0,-1 0 1 0 0,-1 1-1 0 0,1-1 1 0 0,-6-5-1 0 0,0 4 1 0 0,1-1-1 0 0,-1 1 1 0 0,-1 1-1 0 0,1 0 1 0 0,-1 0 0 0 0,0 1-1 0 0,0 0 1 0 0,-1 1-1 0 0,-17-4 1 0 0,22 6-153 0 0,0 1 0 0 0,0 0-1 0 0,0 0 1 0 0,0 0 0 0 0,-1 1 0 0 0,1 0 0 0 0,0 1 0 0 0,0 0 0 0 0,0 0-1 0 0,-1 0 1 0 0,1 1 0 0 0,0 0 0 0 0,1 0 0 0 0,-1 1 0 0 0,0 0-1 0 0,1 0 1 0 0,-9 5 0 0 0,14-6-99 0 0,-1-1-1 0 0,0 1 1 0 0,0-1-1 0 0,1 1 1 0 0,-1 0-1 0 0,1-1 1 0 0,-1 1-1 0 0,1 0 1 0 0,0 0-1 0 0,0 0 0 0 0,0 0 1 0 0,0 1-1 0 0,0-1 1 0 0,0 0-1 0 0,0 0 1 0 0,1 0-1 0 0,-1 1 1 0 0,1-1-1 0 0,0 0 1 0 0,0 1-1 0 0,0-1 1 0 0,0 0-1 0 0,0 4 1 0 0,1-3-285 0 0,-1-1 0 0 0,1 1 0 0 0,0 0 1 0 0,0-1-1 0 0,0 0 0 0 0,0 1 0 0 0,0-1 1 0 0,0 0-1 0 0,1 1 0 0 0,-1-1 0 0 0,1 0 1 0 0,-1 0-1 0 0,4 3 0 0 0,7 5-4110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0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1024 0 0,'35'-48'7518'0'0,"-27"36"-5021"0"0,0 0 1 0 0,16-17 1169 0 0,-19 30-2777 0 0,-4-2-868 0 0,-1 1 0 0 0,0 0 0 0 0,0 0 0 0 0,1 0 0 0 0,-1 0 1 0 0,0 0-1 0 0,0 0 0 0 0,0 0 0 0 0,1 0 0 0 0,-1 0 0 0 0,0 0 0 0 0,0 0 1 0 0,1 0-1 0 0,-1 0 0 0 0,0 0 0 0 0,0 0 0 0 0,1 0 0 0 0,-1 0 0 0 0,0 0 1 0 0,0 0-1 0 0,0 0 0 0 0,1 1 0 0 0,-1-1 0 0 0,0 0 0 0 0,0 0 0 0 0,0 0 0 0 0,1 0 1 0 0,-1 0-1 0 0,0 1 0 0 0,0-1 0 0 0,0 0 0 0 0,0 0 0 0 0,0 0 0 0 0,1 1 1 0 0,-1-1-1 0 0,0 0 0 0 0,0 0 0 0 0,0 1 0 0 0,2 10 358 0 0,0 0-1 0 0,-1 0 1 0 0,0 1 0 0 0,-1-1-1 0 0,0 0 1 0 0,-3 19 0 0 0,-19 72 266 0 0,4-22-315 0 0,12-45-258 0 0,-4 24-1469 0 0,8-21-3147 0 0,4-29 1686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1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62 2084 0 0,'-3'-13'1920'0'0,"-1"1"-383"0"0,1 1 735 0 0,-1-6-840 0 0,1 8-360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1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1168 0 0,'-3'13'4985'0'0,"5"32"-933"0"0,9 47-1 0 0,-5-48-2945 0 0,1 48 0 0 0,-11-73-156 0 0,15-36-767 0 0,3 3-170 0 0,109-112-21 0 0,-105 110 4 0 0,0 1-1 0 0,1 1 1 0 0,1 0 0 0 0,0 2 0 0 0,31-15-1 0 0,-44 24 41 0 0,0 1-1 0 0,0 0 0 0 0,0 0 1 0 0,0 0-1 0 0,0 0 0 0 0,1 1 1 0 0,-1 1-1 0 0,0-1 0 0 0,11 1 1 0 0,-15 1 19 0 0,1-1 0 0 0,0 1 0 0 0,0 0 0 0 0,-1 0 0 0 0,1 0 0 0 0,-1 0 0 0 0,1 1 0 0 0,-1 0 0 0 0,1-1 0 0 0,-1 1 1 0 0,0 0-1 0 0,0 1 0 0 0,0-1 0 0 0,0 1 0 0 0,0-1 0 0 0,-1 1 0 0 0,1 0 0 0 0,-1 0 0 0 0,5 6 0 0 0,-3-1 30 0 0,0 0-1 0 0,0 0 1 0 0,-1 1-1 0 0,0-1 1 0 0,0 1 0 0 0,-1 0-1 0 0,3 17 1 0 0,-3 3 121 0 0,-2 33 1 0 0,2 20-6451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1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191 154 372 0 0,'55'-153'15535'0'0,"-56"159"-15179"0"0,0-1-1 0 0,-1 1 1 0 0,0-1 0 0 0,0 1-1 0 0,0-1 1 0 0,-5 8 0 0 0,-3 10 199 0 0,-70 173 1539 0 0,46-119-1689 0 0,4 1-1 0 0,-31 119 0 0 0,59-190-483 0 0,-1 10-8 0 0,0-1 0 0 0,0 0 0 0 0,1 21 0 0 0,2-32-331 0 0,0 0-1 0 0,1 1 1 0 0,0-1-1 0 0,0 1 1 0 0,2 7-1 0 0,-1-9-280 0 0,0 0 0 0 0,-1-1 0 0 0,1 1-1 0 0,1 0 1 0 0,-1-1 0 0 0,0 0 0 0 0,1 1 0 0 0,3 2 0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1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91 133 496 0 0,'-14'-11'2629'0'0,"0"0"0"0"0,0-1 0 0 0,1 0 0 0 0,-20-25 0 0 0,33 36-2580 0 0,-1 1 0 0 0,1-1 0 0 0,0 1 1 0 0,-1-1-1 0 0,1 0 0 0 0,0 1 0 0 0,0-1 0 0 0,-1 0 0 0 0,1 1 0 0 0,0-1 0 0 0,0 0 0 0 0,0 1 0 0 0,0-1 0 0 0,0 0 0 0 0,0 1 0 0 0,0-1 0 0 0,0 0 0 0 0,0 1 1 0 0,1-1-1 0 0,-1 0 0 0 0,0 1 0 0 0,0-1 0 0 0,0 0 0 0 0,1 1 0 0 0,-1-1 0 0 0,0 1 0 0 0,1-1 0 0 0,-1 0 0 0 0,1 1 0 0 0,-1-1 0 0 0,0 1 0 0 0,1-1 1 0 0,-1 1-1 0 0,1-1 0 0 0,0 1 0 0 0,-1 0 0 0 0,1-1 0 0 0,-1 1 0 0 0,1 0 0 0 0,0-1 0 0 0,26-9 411 0 0,11 3-276 0 0,1 3 1 0 0,75-1 0 0 0,79 16-2881 0 0,-156-8 1786 0 0,29 2-1214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2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83 1952 0 0,'9'-82'10602'0'0,"-21"110"-8745"0"0,-91 325-1527 0 0,95-315-2683 0 0,8-15-3333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2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81 1508 0 0,'10'-11'2137'0'0,"0"-1"0"0"0,0 0 0 0 0,-2 0 0 0 0,12-20-1 0 0,-20 30-1279 0 0,-2 2-551 0 0,-4 2-228 0 0,1-1-1 0 0,0 1 1 0 0,0 0-1 0 0,0 0 1 0 0,0 1 0 0 0,0 0-1 0 0,0 0 1 0 0,1 0-1 0 0,-1 0 1 0 0,1 0-1 0 0,0 1 1 0 0,-6 7-1 0 0,-8 8 77 0 0,-19 28-1 0 0,34-43-138 0 0,0 1 0 0 0,0-1 0 0 0,0 1 0 0 0,0-1-1 0 0,1 1 1 0 0,0 0 0 0 0,0 0 0 0 0,0 0 0 0 0,1 1 0 0 0,-2 9 0 0 0,3-13-10 0 0,0 1 0 0 0,0 0 0 0 0,0 0 0 0 0,1 0 1 0 0,-1 0-1 0 0,1 0 0 0 0,0 0 0 0 0,0 0 0 0 0,0-1 0 0 0,0 1 0 0 0,1 0 1 0 0,-1-1-1 0 0,1 1 0 0 0,-1-1 0 0 0,1 0 0 0 0,0 1 0 0 0,0-1 1 0 0,0 0-1 0 0,0 0 0 0 0,5 3 0 0 0,37 23-29 0 0,-37-25 123 0 0,0 1 0 0 0,-1-1 0 0 0,0 1 0 0 0,0 1-1 0 0,0-1 1 0 0,0 1 0 0 0,-1 0 0 0 0,9 10 0 0 0,-14-14-70 0 0,1 0-1 0 0,-1 0 1 0 0,0 0-1 0 0,1 0 1 0 0,-1 0-1 0 0,0 0 1 0 0,0 0-1 0 0,0 0 1 0 0,0 0-1 0 0,0 0 1 0 0,0 0-1 0 0,0 0 1 0 0,0 0-1 0 0,0 0 1 0 0,0 0-1 0 0,0-1 1 0 0,-1 1-1 0 0,1 0 1 0 0,0 0-1 0 0,-1 0 1 0 0,1 0-1 0 0,-1 1 1 0 0,-13 17 249 0 0,6-12-223 0 0,-1 0 0 0 0,0 0-1 0 0,-1 0 1 0 0,1-2 0 0 0,-1 1 0 0 0,0-1-1 0 0,-19 7 1 0 0,17-8-532 0 0,1-1 1 0 0,-23 4-1 0 0,27-7-308 0 0,-1 1 0 0 0,1-1 0 0 0,-1 0 1 0 0,0 0-1 0 0,-7-2 0 0 0,-4-4-2813 0 0,2-1-1441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3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62 155 1348 0 0,'-61'-153'14357'0'0,"60"151"-13906"0"0,1 5-1419 0 0,0 0 555 0 0,1 1 0 0 0,0 0 1 0 0,-1-1-1 0 0,1 1 0 0 0,1-1 0 0 0,1 5 0 0 0,7 12-4264 0 0,1-6-540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3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17 112 1668 0 0,'-6'-22'2742'0'0,"3"14"-1840"0"0,1 1-1 0 0,0-1 1 0 0,1 0 0 0 0,-1-12 0 0 0,1 18-821 0 0,1 1 1 0 0,0-1 0 0 0,0 1 0 0 0,1-1-1 0 0,-1 1 1 0 0,0 0 0 0 0,0-1 0 0 0,1 1-1 0 0,-1-1 1 0 0,1 1 0 0 0,-1 0 0 0 0,1-1-1 0 0,0 1 1 0 0,-1 0 0 0 0,1 0 0 0 0,0 0-1 0 0,0-1 1 0 0,0 1 0 0 0,0 0 0 0 0,0 0-1 0 0,0 0 1 0 0,0 0 0 0 0,0 1 0 0 0,0-1-1 0 0,0 0 1 0 0,1 0 0 0 0,-1 1 0 0 0,0-1 0 0 0,1 1-1 0 0,1-2 1 0 0,2 1-6 0 0,0 0 0 0 0,0 1 0 0 0,1-1 0 0 0,-1 1 0 0 0,0 0 0 0 0,0 1 0 0 0,0-1 0 0 0,0 1 0 0 0,0 0 0 0 0,0 0 0 0 0,0 0 0 0 0,0 1 0 0 0,-1-1 0 0 0,1 1 0 0 0,0 1 0 0 0,-1-1 0 0 0,1 1 0 0 0,-1-1 0 0 0,0 1 0 0 0,0 0 0 0 0,0 1 0 0 0,0-1 0 0 0,-1 1 0 0 0,5 5 0 0 0,-1 0 43 0 0,0 0 1 0 0,0 0-1 0 0,-1 1 0 0 0,0 0 0 0 0,0 0 1 0 0,-1 0-1 0 0,-1 1 0 0 0,0-1 0 0 0,5 21 0 0 0,-8-22 11 0 0,0 1 0 0 0,0-1 0 0 0,-1 1 0 0 0,0 0 0 0 0,-1-1 0 0 0,0 1 0 0 0,-1-1 0 0 0,0 1 0 0 0,0-1 0 0 0,-1 0 0 0 0,0 0 0 0 0,-7 14 0 0 0,5-12-26 0 0,-2 1 0 0 0,1-2 0 0 0,-1 1 0 0 0,-1-1 1 0 0,0 0-1 0 0,0-1 0 0 0,-1 0 0 0 0,-18 15 0 0 0,26-23-101 0 0,1-1-1 0 0,0 0 1 0 0,-1 1-1 0 0,1-1 1 0 0,-1 0-1 0 0,1 1 1 0 0,-1-1-1 0 0,1 0 0 0 0,-1 0 1 0 0,1 1-1 0 0,-1-1 1 0 0,1 0-1 0 0,-1 0 1 0 0,1 0-1 0 0,-1 0 1 0 0,1 0-1 0 0,-1 1 1 0 0,1-1-1 0 0,-1 0 1 0 0,1 0-1 0 0,-1-1 1 0 0,0 1-1 0 0,1 0 1 0 0,-1 0-1 0 0,1 0 0 0 0,-1 0 1 0 0,1 0-1 0 0,-1 0 1 0 0,1-1-1 0 0,-1 1 1 0 0,1 0-1 0 0,-1 0 1 0 0,1-1-1 0 0,-1 1 1 0 0,1 0-1 0 0,0-1 1 0 0,-1 1-1 0 0,1-1 1 0 0,-1 1-1 0 0,1 0 1 0 0,-1-2-1 0 0,0 1 0 0 0,1-1 0 0 0,-1 1 0 0 0,0-1 0 0 0,1 1 0 0 0,-1-1 0 0 0,1 1 0 0 0,0-1 0 0 0,-1 0 0 0 0,1 1 0 0 0,0-4 0 0 0,1-6-6 0 0,1 0 0 0 0,0-1 0 0 0,1 1 0 0 0,0 0 1 0 0,1 0-1 0 0,0 0 0 0 0,1 1 0 0 0,0 0 0 0 0,9-13 0 0 0,1 0-6 0 0,2 0-1 0 0,30-32 1 0 0,-30 37 1 0 0,2 1 1 0 0,-1 0 0 0 0,42-26 0 0 0,-52 37-2 0 0,0 1 1 0 0,1 1-1 0 0,0-1 0 0 0,0 1 1 0 0,0 1-1 0 0,0 0 0 0 0,0 0 1 0 0,1 1-1 0 0,-1 0 0 0 0,1 0 1 0 0,0 1-1 0 0,0 1 0 0 0,10 0 1 0 0,-16 0 7 0 0,-1 1 0 0 0,1-1 0 0 0,-1 1 0 0 0,1 0 0 0 0,-1 0 0 0 0,0 0 1 0 0,1 1-1 0 0,-1-1 0 0 0,0 1 0 0 0,0-1 0 0 0,0 1 0 0 0,0 0 0 0 0,0 0 1 0 0,-1 1-1 0 0,1-1 0 0 0,0 1 0 0 0,2 3 0 0 0,-2-2 2 0 0,-1 0 0 0 0,0 0 0 0 0,0 0 0 0 0,0 1 0 0 0,0-1 0 0 0,-1 1-1 0 0,1-1 1 0 0,-1 1 0 0 0,-1 0 0 0 0,1 0 0 0 0,0 6 0 0 0,-1 6 7 0 0,-1 1 1 0 0,-1-1 0 0 0,-1 0 0 0 0,0 1-1 0 0,-10 27 1 0 0,-2 1-164 0 0,-35 73 1 0 0,50-118 39 0 0,-1-1 0 0 0,1 0 0 0 0,0 0 1 0 0,0 1-1 0 0,-1-1 0 0 0,1 0 0 0 0,0 1 0 0 0,0-1 1 0 0,0 0-1 0 0,-1 1 0 0 0,1-1 0 0 0,0 0 1 0 0,0 1-1 0 0,0-1 0 0 0,0 1 0 0 0,0-1 1 0 0,0 0-1 0 0,0 1 0 0 0,0-1 0 0 0,0 1 1 0 0,0-1-1 0 0,0 0 0 0 0,0 1 0 0 0,0-1 1 0 0,0 1-1 0 0,0-1 0 0 0,0 0 0 0 0,0 1 1 0 0,1-1-1 0 0,-1 0 0 0 0,0 1 0 0 0,0-1 0 0 0,0 0 1 0 0,1 1-1 0 0,-1-1 0 0 0,15-3-1353 0 0,17-16-440 0 0,6-17-2007 0 0,-18 15 1022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4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58 179 2472 0 0,'13'-18'1671'0'0,"-1"0"0"0"0,-1-1-1 0 0,13-28 1 0 0,-23 46-1584 0 0,-1 0 1 0 0,1 0-1 0 0,-1 0 0 0 0,1-1 1 0 0,-1 1-1 0 0,0 0 1 0 0,1 0-1 0 0,-1 0 0 0 0,0 0 1 0 0,0 0-1 0 0,0 0 1 0 0,0-1-1 0 0,0 1 0 0 0,0 0 1 0 0,-1-2-1 0 0,1 3-49 0 0,0-1 0 0 0,0 1 0 0 0,-1 0 0 0 0,1 0-1 0 0,0 0 1 0 0,-1-1 0 0 0,1 1 0 0 0,0 0 0 0 0,-1 0 0 0 0,1 0 0 0 0,0 0-1 0 0,-1 0 1 0 0,1 0 0 0 0,0 0 0 0 0,-1-1 0 0 0,1 1 0 0 0,0 0 0 0 0,-1 0-1 0 0,1 0 1 0 0,0 1 0 0 0,-1-1 0 0 0,1 0 0 0 0,-1 0 0 0 0,1 0 0 0 0,0 0-1 0 0,-1 0 1 0 0,1 0 0 0 0,0 0 0 0 0,0 1 0 0 0,-1-1 0 0 0,1 0 0 0 0,-4 2 86 0 0,1 0 1 0 0,-1 0 0 0 0,1 0 0 0 0,0 1 0 0 0,0-1-1 0 0,0 1 1 0 0,0 0 0 0 0,-2 3 0 0 0,-7 11 84 0 0,1 0-1 0 0,0 0 1 0 0,2 1 0 0 0,-11 26-1 0 0,17-35-178 0 0,0 1 0 0 0,0-1 0 0 0,1 1 0 0 0,0 0 0 0 0,0-1 0 0 0,2 1 0 0 0,-1 0-1 0 0,1 0 1 0 0,0 0 0 0 0,1-1 0 0 0,2 12 0 0 0,-2-17 20 0 0,0 0-1 0 0,0 0 1 0 0,1-1 0 0 0,-1 1-1 0 0,1 0 1 0 0,0-1 0 0 0,0 0 0 0 0,0 1-1 0 0,1-1 1 0 0,-1 0 0 0 0,1 0-1 0 0,0 0 1 0 0,6 5 0 0 0,-4-4 14 0 0,1 0 0 0 0,0-1-1 0 0,0 1 1 0 0,1-1 0 0 0,-1 0 0 0 0,1-1 0 0 0,9 3 0 0 0,-1-2 28 0 0,0 0 0 0 0,0-2 0 0 0,0 1 0 0 0,0-2 0 0 0,0 0 0 0 0,26-3 0 0 0,-31 0-50 0 0,0 1 0 0 0,0-1 0 0 0,-1-1 0 0 0,0 0 0 0 0,0 0 0 0 0,0-1 0 0 0,0 0 0 0 0,-1 0 0 0 0,1-1 0 0 0,-2 0 0 0 0,1-1 0 0 0,-1 0 0 0 0,1 0 0 0 0,-2 0 0 0 0,1-1 0 0 0,-1 0 0 0 0,9-17 0 0 0,-9 17-27 0 0,-2-1 0 0 0,1 0 0 0 0,-1 0 0 0 0,-1-1 0 0 0,1 1 0 0 0,-2 0 0 0 0,1-1-1 0 0,-1 0 1 0 0,-1 0 0 0 0,0 0 0 0 0,0 0 0 0 0,-1 0 0 0 0,0 1 0 0 0,-1-1 0 0 0,0 0 0 0 0,0 0-1 0 0,-1 0 1 0 0,-4-11 0 0 0,3 15 3 0 0,0 0-1 0 0,0 0 1 0 0,0 1 0 0 0,-1-1-1 0 0,0 1 1 0 0,0 0-1 0 0,0 0 1 0 0,0 1 0 0 0,-1-1-1 0 0,0 1 1 0 0,0 0-1 0 0,0 0 1 0 0,-1 0 0 0 0,1 1-1 0 0,-1 0 1 0 0,-10-4-1 0 0,8 4-298 0 0,-1 0 0 0 0,0 0-1 0 0,0 1 1 0 0,0 0-1 0 0,0 0 1 0 0,-1 1 0 0 0,1 1-1 0 0,0-1 1 0 0,0 2-1 0 0,-17 1 1 0 0,13 5-1317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202 105 1176 0 0,'42'-93'10106'0'0,"-42"93"-10068"0"0,1 0-1 0 0,-1 0 1 0 0,0 0-1 0 0,0-1 0 0 0,0 1 1 0 0,0 0-1 0 0,1 0 1 0 0,-1 0-1 0 0,0-1 1 0 0,0 1-1 0 0,0 0 0 0 0,0 0 1 0 0,0-1-1 0 0,1 1 1 0 0,-1 0-1 0 0,0-1 1 0 0,0 1-1 0 0,0 0 0 0 0,0 0 1 0 0,0-1-1 0 0,0 1 1 0 0,0 0-1 0 0,0-1 1 0 0,0 1-1 0 0,0 0 0 0 0,0 0 1 0 0,0-1-1 0 0,0 1 1 0 0,-1 0-1 0 0,1 0 1 0 0,0-1-1 0 0,0 1 0 0 0,0 0 1 0 0,0 0-1 0 0,0-1 1 0 0,-1 1-1 0 0,1 0 1 0 0,0 0-1 0 0,0-1 0 0 0,0 1 1 0 0,-1 0-1 0 0,1 0 1 0 0,0 0-1 0 0,0 0 0 0 0,0-1 1 0 0,-1 1-1 0 0,1 0 1 0 0,0 0-1 0 0,0 0 1 0 0,-1 0-1 0 0,1 0 0 0 0,0 0 1 0 0,-1 0-1 0 0,1 0 1 0 0,0 0-1 0 0,-1 0 1 0 0,0 0 17 0 0,0 0 1 0 0,0 0 0 0 0,0 1 0 0 0,0-1-1 0 0,0 0 1 0 0,1 1 0 0 0,-1-1 0 0 0,0 1 0 0 0,0-1-1 0 0,0 1 1 0 0,0 0 0 0 0,1-1 0 0 0,-1 1-1 0 0,0 0 1 0 0,0 1 0 0 0,-25 40 498 0 0,2 1 0 0 0,2 1 1 0 0,-25 69-1 0 0,-30 148-141 0 0,72-241-531 0 0,-17 82 408 0 0,21-93-615 0 0,0 0 1 0 0,0 0-1 0 0,1 0 0 0 0,0 1 1 0 0,1-1-1 0 0,0 0 1 0 0,1 0-1 0 0,4 17 1 0 0,-5-24-51 0 0,0 0 0 0 0,0 1 1 0 0,0-1-1 0 0,0 0 0 0 0,0 0 0 0 0,1 0 1 0 0,-1 0-1 0 0,1 0 0 0 0,0 0 1 0 0,-1-1-1 0 0,1 1 0 0 0,0 0 1 0 0,0-1-1 0 0,0 1 0 0 0,0-1 0 0 0,0 0 1 0 0,1 0-1 0 0,-1 0 0 0 0,4 2 1 0 0,6-1-3917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4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156 225 1892 0 0,'-138'-117'12139'0'0,"136"116"-12060"0"0,1 0 1 0 0,0 0-1 0 0,0 0 0 0 0,0 0 0 0 0,-1 0 0 0 0,1 0 0 0 0,0 0 0 0 0,1 0 1 0 0,-1 0-1 0 0,0-1 0 0 0,0 1 0 0 0,0 0 0 0 0,1-1 0 0 0,-1 1 0 0 0,1 0 1 0 0,-1-1-1 0 0,1 1 0 0 0,-1-1 0 0 0,1 1 0 0 0,0-1 0 0 0,0 1 0 0 0,0-1 1 0 0,0-1-1 0 0,0 1-42 0 0,1 0 0 0 0,0 1 1 0 0,0-1-1 0 0,0 1 1 0 0,0-1-1 0 0,0 1 0 0 0,0-1 1 0 0,0 1-1 0 0,0 0 0 0 0,1-1 1 0 0,-1 1-1 0 0,0 0 1 0 0,1 0-1 0 0,-1 0 0 0 0,1 0 1 0 0,2-1-1 0 0,7-3 13 0 0,1 0-1 0 0,0 0 0 0 0,0 1 1 0 0,14-2-1 0 0,24-4 44 0 0,1 3 0 0 0,76-3 1 0 0,105 14-2465 0 0,-142 5-419 0 0,-32 2-2693 0 0,-35-6 1438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5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419 165 1368 0 0,'8'-7'1487'0'0,"0"-1"-1"0"0,0 0 0 0 0,-1-1 1 0 0,0 0-1 0 0,6-10 1 0 0,-9 13-878 0 0,-1-1 0 0 0,1 1 0 0 0,-1-1 0 0 0,-1 0 0 0 0,1 0 0 0 0,-1 0 0 0 0,0 0-1 0 0,1-9 1 0 0,-3 14-571 0 0,0 1 0 0 0,0 0 0 0 0,0 0 0 0 0,0 0 0 0 0,-1-1 0 0 0,1 1 0 0 0,0 0 0 0 0,0 0 0 0 0,-1 0 0 0 0,1-1-1 0 0,0 1 1 0 0,-1 0 0 0 0,0 0 0 0 0,1 0 0 0 0,-1 0 0 0 0,1 0 0 0 0,-1 0 0 0 0,0 0 0 0 0,0 0 0 0 0,0 0 0 0 0,0 1 0 0 0,1-1-1 0 0,-1 0 1 0 0,0 0 0 0 0,0 1 0 0 0,0-1 0 0 0,-1 1 0 0 0,1-1 0 0 0,0 1 0 0 0,0-1 0 0 0,0 1 0 0 0,-2-1 0 0 0,-1 0-8 0 0,-1 0 0 0 0,1 0 0 0 0,-1 1 0 0 0,0 0 0 0 0,1 0 0 0 0,-7 0 1 0 0,-11 3 16 0 0,0 1 0 0 0,0 1 1 0 0,0 1-1 0 0,1 1 1 0 0,-35 16-1 0 0,17-4-21 0 0,-72 47-1 0 0,111-65-25 0 0,-20 12 9 0 0,-35 32 0 0 0,51-41-9 0 0,0 0 0 0 0,0 0 1 0 0,0 1-1 0 0,0-1 1 0 0,1 1-1 0 0,0-1 0 0 0,0 1 1 0 0,0 0-1 0 0,1 0 0 0 0,0 0 1 0 0,-1 1-1 0 0,2-1 1 0 0,-1 1-1 0 0,-1 8 0 0 0,3-12 1 0 0,0 0 0 0 0,0 0 0 0 0,0 0 0 0 0,1 1 0 0 0,-1-1 0 0 0,0 0 0 0 0,1 0 0 0 0,0 0 0 0 0,-1 0 0 0 0,1 0 0 0 0,0 0-1 0 0,0 0 1 0 0,0 0 0 0 0,0 0 0 0 0,1 0 0 0 0,-1-1 0 0 0,3 4 0 0 0,-1-2 0 0 0,1 0-1 0 0,-1 0 1 0 0,1-1 0 0 0,0 1 0 0 0,0-1-1 0 0,0 0 1 0 0,0 0 0 0 0,6 2-1 0 0,0-1-2 0 0,1 0 0 0 0,0 0 0 0 0,0-1 0 0 0,0-1 1 0 0,0 0-1 0 0,15 0 0 0 0,-15-2 3 0 0,1-1 0 0 0,-1 0-1 0 0,0 0 1 0 0,0-1 0 0 0,0-1 0 0 0,0 0 0 0 0,0 0 0 0 0,-1-1 0 0 0,1 0 0 0 0,-1-1 0 0 0,-1 0 0 0 0,1-1 0 0 0,-1 0 0 0 0,0 0 0 0 0,-1-1 0 0 0,13-14 0 0 0,-3 0 45 0 0,0-2-1 0 0,-2 0 1 0 0,-1 0 0 0 0,0-2 0 0 0,15-39 0 0 0,-16 42 31 0 0,-14 22-76 0 0,0 1-1 0 0,0 0 1 0 0,0 0 0 0 0,0 0-1 0 0,0 0 1 0 0,1 0-1 0 0,-1 0 1 0 0,0 0-1 0 0,0 0 1 0 0,0 0 0 0 0,0 0-1 0 0,0 0 1 0 0,0 0-1 0 0,0-1 1 0 0,0 1 0 0 0,0 0-1 0 0,0 0 1 0 0,0 0-1 0 0,0 0 1 0 0,0 0 0 0 0,1 0-1 0 0,-1 0 1 0 0,0 0-1 0 0,0 0 1 0 0,0 0 0 0 0,0 0-1 0 0,0 0 1 0 0,0 0-1 0 0,0 0 1 0 0,0 0 0 0 0,0 0-1 0 0,0 0 1 0 0,1 0-1 0 0,-1 0 1 0 0,0 0 0 0 0,0 0-1 0 0,0 0 1 0 0,0 0-1 0 0,0 0 1 0 0,0 0-1 0 0,0 0 1 0 0,0 0 0 0 0,0 1-1 0 0,0-1 1 0 0,1 0-1 0 0,-1 0 1 0 0,0 0 0 0 0,0 0-1 0 0,0 0 1 0 0,0 0-1 0 0,0 0 1 0 0,0 0 0 0 0,0 0-1 0 0,0 0 1 0 0,0 0-1 0 0,0 0 1 0 0,0 1 0 0 0,0-1-1 0 0,0 0 1 0 0,0 0-1 0 0,0 0 1 0 0,0 0 0 0 0,0 0-1 0 0,-2 16 16 0 0,-8 18-259 0 0,-16 72 689 0 0,24-96-1016 0 0,1 1 1 0 0,0-1 0 0 0,1 0-1 0 0,0 0 1 0 0,0 1 0 0 0,1-1-1 0 0,1 0 1 0 0,3 13 0 0 0,-4-20-219 0 0,0 0 1 0 0,0-1-1 0 0,0 1 1 0 0,1-1 0 0 0,-1 1-1 0 0,1-1 1 0 0,2 4-1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0 192 624 0 0,'8'-13'1570'0'0,"3"-4"291"0"0,1 0 0 0 0,20-24 0 0 0,-29 37-1645 0 0,1 0 1 0 0,0 1-1 0 0,0-1 0 0 0,1 1 0 0 0,-1-1 1 0 0,1 1-1 0 0,0 1 0 0 0,0-1 0 0 0,0 1 1 0 0,0 0-1 0 0,0 0 0 0 0,0 0 0 0 0,0 0 1 0 0,7 0-1 0 0,-7 2-86 0 0,0 0 0 0 0,0 0 0 0 0,0 0 0 0 0,0 0 0 0 0,0 1 0 0 0,0 0 0 0 0,0 0 0 0 0,0 1 0 0 0,0-1 0 0 0,-1 1 1 0 0,1 0-1 0 0,0 0 0 0 0,-1 1 0 0 0,1-1 0 0 0,-1 1 0 0 0,0 0 0 0 0,0 0 0 0 0,0 0 0 0 0,-1 1 0 0 0,1-1 0 0 0,-1 1 0 0 0,1 0 0 0 0,-1 0 0 0 0,0 0 0 0 0,-1 1 0 0 0,4 5 0 0 0,-1-1 56 0 0,-1 1-1 0 0,0-1 1 0 0,0 1-1 0 0,-1 0 1 0 0,0 0 0 0 0,-1 0-1 0 0,0 0 1 0 0,-1 0-1 0 0,0 1 1 0 0,0-1-1 0 0,-2 18 1 0 0,0-22-89 0 0,1-1 1 0 0,-1 1 0 0 0,0-1-1 0 0,-1 0 1 0 0,0 0-1 0 0,1 1 1 0 0,-1-1 0 0 0,-1 0-1 0 0,1-1 1 0 0,-1 1-1 0 0,0 0 1 0 0,0-1 0 0 0,0 1-1 0 0,-1-1 1 0 0,-7 7-1 0 0,9-9 0 0 0,1-2-88 0 0,0 0 0 0 0,1 1 1 0 0,-1-1-1 0 0,0 0 0 0 0,0 0 0 0 0,1 0 0 0 0,-1 0 1 0 0,0 0-1 0 0,1 0 0 0 0,-1 0 0 0 0,0 0 0 0 0,0 0 0 0 0,1 0 1 0 0,-1 0-1 0 0,0-1 0 0 0,1 1 0 0 0,-1 0 0 0 0,0 0 1 0 0,1-1-1 0 0,-1 1 0 0 0,0 0 0 0 0,1-1 0 0 0,-1 1 1 0 0,0-1-1 0 0,1 1 0 0 0,-1-1 0 0 0,1 1 0 0 0,-1-1 1 0 0,1 1-1 0 0,0-1 0 0 0,-1-1 0 0 0,0-5-2 0 0,0 0 0 0 0,1-1 0 0 0,0 1-1 0 0,0-1 1 0 0,1 1 0 0 0,0 0 0 0 0,0-1 0 0 0,0 1 0 0 0,1 0-1 0 0,1 0 1 0 0,-1 0 0 0 0,1 0 0 0 0,0 0 0 0 0,6-8 0 0 0,3-5-23 0 0,0 1 1 0 0,1 0 0 0 0,24-25-1 0 0,-22 29 0 0 0,0 0-1 0 0,1 1 1 0 0,1 1-1 0 0,26-17 0 0 0,-34 24 7 0 0,1 1 0 0 0,0 0-1 0 0,0 0 1 0 0,1 1 0 0 0,-1 1-1 0 0,1-1 1 0 0,0 2 0 0 0,0-1-1 0 0,0 2 1 0 0,13-1 0 0 0,-21 1 7 0 0,0 1 0 0 0,0 0 0 0 0,-1 1 0 0 0,1-1 0 0 0,0 1 0 0 0,0-1 0 0 0,0 1 0 0 0,0 0 0 0 0,0 0 0 0 0,-1 0 0 0 0,1 0 0 0 0,0 0 1 0 0,-1 1-1 0 0,1-1 0 0 0,-1 1 0 0 0,1 0 0 0 0,-1 0 0 0 0,0 0 0 0 0,3 3 0 0 0,-2-1 22 0 0,-1 0 0 0 0,0-1 0 0 0,0 1 1 0 0,0 0-1 0 0,-1 0 0 0 0,1 0 0 0 0,-1 1 0 0 0,0-1 0 0 0,0 0 0 0 0,-1 0 0 0 0,1 1 0 0 0,-1 3 1 0 0,0 10 106 0 0,-1-1 1 0 0,-1 0-1 0 0,-1 0 1 0 0,0 0 0 0 0,-9 26-1 0 0,10-37-103 0 0,-9 28 149 0 0,-7 37 0 0 0,18-70-166 0 0,0 0-1 0 0,0 1 0 0 0,0-1 1 0 0,1 0-1 0 0,-1 0 0 0 0,0 0 0 0 0,0 0 1 0 0,1 0-1 0 0,-1 0 0 0 0,1 0 0 0 0,-1 0 1 0 0,1 0-1 0 0,-1 0 0 0 0,1 0 0 0 0,-1 0 1 0 0,1-1-1 0 0,0 1 0 0 0,0 0 0 0 0,-1 0 1 0 0,1 0-1 0 0,0-1 0 0 0,0 1 1 0 0,0-1-1 0 0,0 1 0 0 0,0 0 0 0 0,0-1 1 0 0,0 0-1 0 0,0 1 0 0 0,1 0 0 0 0,2 0-29 0 0,-1 0 0 0 0,1 0 0 0 0,0 0-1 0 0,-1 0 1 0 0,1 0 0 0 0,0-1 0 0 0,5 1-1 0 0,13-4-1007 0 0,0-1 0 0 0,0 0 0 0 0,-1-2-1 0 0,1 0 1 0 0,-1-1 0 0 0,28-15-1 0 0,-5 3-2644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6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190 108 2504 0 0,'-4'0'1831'0'0,"-4"1"-1081"0"0,-1 0 0 0 0,1 1 0 0 0,0 0 0 0 0,0 0 0 0 0,0 1 0 0 0,0 0 0 0 0,-13 8 0 0 0,18-10-676 0 0,0 0 0 0 0,1 1-1 0 0,-1 0 1 0 0,1 0-1 0 0,-1-1 1 0 0,1 1 0 0 0,0 1-1 0 0,0-1 1 0 0,0 0-1 0 0,0 1 1 0 0,0-1-1 0 0,0 1 1 0 0,1-1 0 0 0,-1 1-1 0 0,1 0 1 0 0,0-1-1 0 0,-1 1 1 0 0,1 0 0 0 0,1 0-1 0 0,-1 0 1 0 0,0 0-1 0 0,1 0 1 0 0,-1 0-1 0 0,1 0 1 0 0,0 0 0 0 0,0 0-1 0 0,1 4 1 0 0,0-3-23 0 0,0 0-1 0 0,1-1 1 0 0,-1 1 0 0 0,1 0-1 0 0,0-1 1 0 0,0 1 0 0 0,1-1-1 0 0,-1 0 1 0 0,0 0 0 0 0,1 0 0 0 0,0 0-1 0 0,0 0 1 0 0,0 0 0 0 0,0-1-1 0 0,0 1 1 0 0,1-1 0 0 0,-1 0-1 0 0,1 0 1 0 0,-1 0 0 0 0,1-1 0 0 0,7 3-1 0 0,0 0 20 0 0,1 0-1 0 0,-1-2 1 0 0,1 1 0 0 0,0-1-1 0 0,23 0 1 0 0,-30-1-55 0 0,0-2 1 0 0,0 1 0 0 0,0 0 0 0 0,-1-1 0 0 0,1 0 0 0 0,0 0-1 0 0,0 0 1 0 0,-1-1 0 0 0,1 0 0 0 0,-1 0 0 0 0,1 0 0 0 0,-1 0 0 0 0,0-1-1 0 0,0 1 1 0 0,0-1 0 0 0,0 0 0 0 0,0 0 0 0 0,-1-1 0 0 0,6-6-1 0 0,-6 5-7 0 0,1 0-1 0 0,-1-1 1 0 0,-1 1 0 0 0,1-1-1 0 0,-1 0 1 0 0,0 0-1 0 0,0 1 1 0 0,-1-1-1 0 0,1-1 1 0 0,-1 1-1 0 0,-1 0 1 0 0,1 0 0 0 0,-1 0-1 0 0,-1-12 1 0 0,0 9-4 0 0,0 0 1 0 0,0 0 0 0 0,-1 0-1 0 0,-1 0 1 0 0,1 0 0 0 0,-1 1-1 0 0,-1-1 1 0 0,1 1 0 0 0,-2 0 0 0 0,-5-10-1 0 0,7 14 0 0 0,0 1-1 0 0,1 0 0 0 0,-2 0 1 0 0,1 0-1 0 0,0 0 1 0 0,0 0-1 0 0,-1 1 0 0 0,0-1 1 0 0,1 1-1 0 0,-1 0 1 0 0,0 0-1 0 0,0 0 0 0 0,0 1 1 0 0,0 0-1 0 0,0-1 1 0 0,-1 1-1 0 0,1 1 1 0 0,0-1-1 0 0,0 1 0 0 0,-1-1 1 0 0,1 1-1 0 0,0 0 1 0 0,-9 2-1 0 0,2 0 42 0 0,0 1 1 0 0,0 0-1 0 0,0 0 1 0 0,0 1-1 0 0,0 1 0 0 0,1 0 1 0 0,0 0-1 0 0,0 1 1 0 0,0 1-1 0 0,1-1 0 0 0,-9 9 1 0 0,11-9-16 0 0,0 1 0 0 0,0 0 0 0 0,1 0 1 0 0,0 0-1 0 0,0 0 0 0 0,1 1 0 0 0,0 0 0 0 0,0 0 1 0 0,1 1-1 0 0,0-1 0 0 0,0 1 0 0 0,1 0 0 0 0,-4 18 0 0 0,7-23-17 0 0,-1 1 0 0 0,1 0 0 0 0,0 0 0 0 0,0-1-1 0 0,1 1 1 0 0,-1 0 0 0 0,1-1 0 0 0,0 1 0 0 0,1 0-1 0 0,-1-1 1 0 0,1 1 0 0 0,0-1 0 0 0,3 7-1 0 0,-1-5-15 0 0,1 1 0 0 0,0-1 0 0 0,0 1-1 0 0,1-1 1 0 0,-1-1 0 0 0,1 1-1 0 0,10 6 1 0 0,-2-2-411 0 0,1-1-1 0 0,0-1 1 0 0,0 0-1 0 0,1-1 1 0 0,0-1-1 0 0,31 8 1 0 0,-37-11-588 0 0,1-1 0 0 0,-1 0 1 0 0,1-1-1 0 0,0 0 1 0 0,0-1-1 0 0,15-1 1 0 0,-4-2-2295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58 2168 0 0,'1'-3'446'0'0,"0"1"-176"0"0,0 0-1 0 0,-1 0 1 0 0,1 0-1 0 0,0 0 0 0 0,0 0 1 0 0,0 0-1 0 0,0 0 1 0 0,0 0-1 0 0,1 0 1 0 0,-1 0-1 0 0,1 1 1 0 0,-1-1-1 0 0,1 1 0 0 0,-1-1 1 0 0,1 1-1 0 0,0-1 1 0 0,0 1-1 0 0,0 0 1 0 0,0 0-1 0 0,0 0 1 0 0,0 0-1 0 0,4-1 0 0 0,0 2-101 0 0,0 0-1 0 0,1 0 0 0 0,-1 0 0 0 0,0 1 0 0 0,1 0 1 0 0,-1 0-1 0 0,0 1 0 0 0,0 0 0 0 0,0 0 0 0 0,0 0 0 0 0,0 1 1 0 0,-1 0-1 0 0,1 0 0 0 0,-1 0 0 0 0,0 1 0 0 0,0 0 0 0 0,0 0 1 0 0,0 0-1 0 0,-1 1 0 0 0,1-1 0 0 0,-1 1 0 0 0,0 0 1 0 0,-1 0-1 0 0,1 0 0 0 0,-1 1 0 0 0,0-1 0 0 0,4 11 0 0 0,-4-8-51 0 0,0-1-1 0 0,-1 1 1 0 0,0 0-1 0 0,0 0 1 0 0,-1 0-1 0 0,0 0 1 0 0,0 0-1 0 0,-1 1 0 0 0,0-1 1 0 0,0 0-1 0 0,-1 0 1 0 0,0 0-1 0 0,0 0 1 0 0,-1 0-1 0 0,0 0 0 0 0,0 0 1 0 0,-1 0-1 0 0,0-1 1 0 0,-1 1-1 0 0,0-1 1 0 0,-7 11-1 0 0,5-10-10 0 0,-1 1 0 0 0,-1-1 0 0 0,1 0 0 0 0,-1-1-1 0 0,-1 1 1 0 0,0-2 0 0 0,0 1 0 0 0,0-1 0 0 0,0-1 0 0 0,-1 0 0 0 0,0 0-1 0 0,0 0 1 0 0,0-2 0 0 0,-20 6 0 0 0,29-9-101 0 0,1 0 0 0 0,-1 0 1 0 0,0 0-1 0 0,1 1 0 0 0,-1-1 0 0 0,0 0 0 0 0,0 0 1 0 0,1 0-1 0 0,-1 0 0 0 0,0 0 0 0 0,0 0 1 0 0,1-1-1 0 0,-1 1 0 0 0,0 0 0 0 0,0 0 0 0 0,1 0 1 0 0,-1-1-1 0 0,0 1 0 0 0,1 0 0 0 0,-1-1 1 0 0,-1 0-1 0 0,2 1-3 0 0,0-1 1 0 0,0 1-1 0 0,-1-1 1 0 0,1 0 0 0 0,0 1-1 0 0,0-1 1 0 0,0 1-1 0 0,0-1 1 0 0,0 0-1 0 0,-1 1 1 0 0,1-1 0 0 0,0 1-1 0 0,0-1 1 0 0,1 1-1 0 0,-1-1 1 0 0,0 0-1 0 0,0 1 1 0 0,0-1 0 0 0,0 1-1 0 0,1-2 1 0 0,14-25-9 0 0,4 4-123 0 0,1 1 0 0 0,0 0 0 0 0,2 2 0 0 0,28-21-1 0 0,103-64-204 0 0,-110 77 283 0 0,-14 9 19 0 0,85-52-146 0 0,-112 70 170 0 0,-23 15 18 0 0,1 2 114 0 0,2 1 1 0 0,0 1-1 0 0,2 1 1 0 0,0 0-1 0 0,-15 23 1 0 0,25-32-93 0 0,-1 0 1 0 0,2 0-1 0 0,-1 1 1 0 0,2-1-1 0 0,-1 1 0 0 0,2 1 1 0 0,-1-1-1 0 0,1 1 0 0 0,1-1 1 0 0,0 1-1 0 0,1 0 1 0 0,0 22-1 0 0,2-28-22 0 0,-1-1 0 0 0,1 0 0 0 0,1 0 0 0 0,-1 0 0 0 0,1 0 0 0 0,0 0 1 0 0,0 0-1 0 0,0 0 0 0 0,0 0 0 0 0,1-1 0 0 0,0 1 0 0 0,0-1 0 0 0,0 0 0 0 0,5 5 0 0 0,-2-3 15 0 0,1-1-1 0 0,-1 0 1 0 0,1 0 0 0 0,0 0-1 0 0,0-1 1 0 0,1 0-1 0 0,0-1 1 0 0,10 4-1 0 0,-1-1-259 0 0,0-2-1 0 0,0 0 0 0 0,0-1 1 0 0,0-1-1 0 0,1-1 0 0 0,0 0 1 0 0,-1-1-1 0 0,19-3 0 0 0,-19 0-322 0 0,-1 0-1 0 0,1-1 0 0 0,-1-1 0 0 0,0 0 0 0 0,0-1 0 0 0,-1-1 1 0 0,29-17-1 0 0,-23 9-689 0 0,0 0 0 0 0,-1-1 1 0 0,-1-1-1 0 0,28-30 0 0 0,-14 6-1466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7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91 299 1128 0 0,'9'-41'2615'0'0,"-1"0"0"0"0,-2-1-1 0 0,-3 1 1 0 0,-1-73 0 0 0,-2 108-2303 0 0,-3-8 456 0 0,-3 17 133 0 0,-6 22 114 0 0,-8 44-36 0 0,3 2-1 0 0,-11 110 0 0 0,21-136-811 0 0,7-42-157 0 0,-12 75 165 0 0,4 1-1 0 0,2 85 0 0 0,7-154-250 0 0,0 1-1 0 0,1-1 0 0 0,-1 1 1 0 0,2-1-1 0 0,6 18 0 0 0,-7-22-461 0 0,1-1 0 0 0,-1 0 0 0 0,1 0 0 0 0,0 0 0 0 0,1 0-1 0 0,-1-1 1 0 0,5 5 0 0 0,5-3-2594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8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84 143 2596 0 0,'-27'-29'5417'0'0,"-26"-38"0"0"0,53 66-5379 0 0,-1 1 1 0 0,1-1 0 0 0,-1 1-1 0 0,1-1 1 0 0,0 0-1 0 0,-1 0 1 0 0,1 1 0 0 0,0-1-1 0 0,0 0 1 0 0,0 0-1 0 0,0 1 1 0 0,0-1 0 0 0,-1 0-1 0 0,1 0 1 0 0,1 1-1 0 0,-1-1 1 0 0,0 0-1 0 0,0 0 1 0 0,0 1 0 0 0,0-1-1 0 0,0 0 1 0 0,1 1-1 0 0,-1-1 1 0 0,0 0 0 0 0,1 0-1 0 0,-1 1 1 0 0,0-1-1 0 0,1 1 1 0 0,-1-1-1 0 0,1 0 1 0 0,-1 1 0 0 0,1-1-1 0 0,-1 1 1 0 0,1-1-1 0 0,-1 1 1 0 0,1-1 0 0 0,0 1-1 0 0,-1 0 1 0 0,1-1-1 0 0,1 0 1 0 0,27-10 442 0 0,-12 8-362 0 0,0 0-1 0 0,0 1 1 0 0,0 1 0 0 0,28 2 0 0 0,70 11 38 0 0,-90-9-130 0 0,29 4-5 0 0,0 1 0 0 0,-1 3 0 0 0,90 30 0 0 0,-138-39-11 0 0,0 0-1 0 0,-1 0 1 0 0,1 1 0 0 0,-1-1 0 0 0,1 1-1 0 0,-1 0 1 0 0,0 0 0 0 0,-1 1 0 0 0,1-1-1 0 0,0 1 1 0 0,-1 0 0 0 0,0-1-1 0 0,0 2 1 0 0,0-1 0 0 0,0 0 0 0 0,-1 1-1 0 0,3 4 1 0 0,-3-2 11 0 0,0 0-1 0 0,0 1 1 0 0,-1-1-1 0 0,0 0 0 0 0,0 1 1 0 0,-1-1-1 0 0,0 0 1 0 0,0 1-1 0 0,-1-1 1 0 0,0 0-1 0 0,-2 10 1 0 0,-5 12 167 0 0,-1-1 1 0 0,-2 1-1 0 0,0-2 1 0 0,-2 1-1 0 0,-24 37 1 0 0,12-22 2718 0 0,24-42-2566 0 0,2-6-249 0 0,1-1 0 0 0,0 1 0 0 0,0-1-1 0 0,0 1 1 0 0,1 0 0 0 0,0-1 0 0 0,0 1 0 0 0,0 1-1 0 0,0-1 1 0 0,6-5 0 0 0,-2 0-11 0 0,9-12-36 0 0,1 0 0 0 0,1 1 1 0 0,38-34-1 0 0,-47 47-56 0 0,0 1 1 0 0,1 0-1 0 0,0 1 1 0 0,0 0-1 0 0,1 0 0 0 0,-1 2 1 0 0,1-1-1 0 0,0 1 1 0 0,1 0-1 0 0,-1 1 1 0 0,18-2-1 0 0,-24 5 2 0 0,0-1 0 0 0,0 1 0 0 0,1 0 0 0 0,-1 1 0 0 0,0-1 0 0 0,1 1 1 0 0,-1 0-1 0 0,0 1 0 0 0,0-1 0 0 0,0 1 0 0 0,0 0 0 0 0,0 0 0 0 0,0 0 0 0 0,-1 1 0 0 0,1 0 0 0 0,-1 0 0 0 0,5 4 0 0 0,4 5-17 0 0,-1 0 0 0 0,-1 1-1 0 0,19 27 1 0 0,-18-23 20 0 0,23 24 1 0 0,-33-38 6 0 0,1-1 1 0 0,-1 0 0 0 0,1 0-1 0 0,0 0 1 0 0,-1 0-1 0 0,1-1 1 0 0,0 1 0 0 0,0-1-1 0 0,0 1 1 0 0,1-1-1 0 0,-1 0 1 0 0,0 0 0 0 0,0-1-1 0 0,1 1 1 0 0,-1-1-1 0 0,0 1 1 0 0,1-1 0 0 0,-1 0-1 0 0,0-1 1 0 0,1 1 0 0 0,-1 0-1 0 0,0-1 1 0 0,6-1-1 0 0,-2-1-41 0 0,-1 1 0 0 0,1-1 0 0 0,-1 0 0 0 0,0-1-1 0 0,0 1 1 0 0,0-1 0 0 0,-1-1 0 0 0,1 1-1 0 0,-1-1 1 0 0,7-7 0 0 0,3-6-161 0 0,-1 1 1 0 0,22-38-1 0 0,-31 47 172 0 0,-1-1 0 0 0,0 0 1 0 0,0 0-1 0 0,0 0 0 0 0,-2 0 0 0 0,1-1 0 0 0,-1 1 0 0 0,0-1 0 0 0,0-12 1 0 0,-2 21 23 0 0,0-1 0 0 0,0 1 0 0 0,1 0 1 0 0,-1 0-1 0 0,-1 0 0 0 0,1 0 1 0 0,0-1-1 0 0,0 1 0 0 0,0 0 1 0 0,-1 0-1 0 0,1 0 0 0 0,0 0 1 0 0,-1 0-1 0 0,1 0 0 0 0,-1 0 0 0 0,0 0 1 0 0,1 0-1 0 0,-1 0 0 0 0,0 0 1 0 0,1 0-1 0 0,-1 0 0 0 0,0 0 1 0 0,0 1-1 0 0,-1-2 0 0 0,1 1 0 0 0,-1 1-1 0 0,1 0 1 0 0,-1 0 0 0 0,1-1-1 0 0,-1 1 1 0 0,1 0-1 0 0,0 0 1 0 0,-1 0-1 0 0,1 1 1 0 0,-1-1 0 0 0,1 0-1 0 0,-1 0 1 0 0,1 1-1 0 0,0-1 1 0 0,-1 1 0 0 0,-1 0-1 0 0,-4 3 0 0 0,-1 0-1 0 0,1 1 1 0 0,0-1-1 0 0,1 1 1 0 0,-10 10 0 0 0,5-4-9 0 0,0 1 1 0 0,1 0 0 0 0,1 1 0 0 0,0 0 0 0 0,-11 23 0 0 0,16-28 11 0 0,0 0-1 0 0,1 0 1 0 0,0 0 0 0 0,1 0 0 0 0,0 0-1 0 0,0 1 1 0 0,1-1 0 0 0,0 1 0 0 0,1-1-1 0 0,-1 1 1 0 0,2-1 0 0 0,0 10 0 0 0,0-13 2 0 0,0-1 1 0 0,1 0-1 0 0,-1 0 1 0 0,1 1-1 0 0,0-1 1 0 0,0-1-1 0 0,0 1 1 0 0,1 0-1 0 0,-1 0 1 0 0,1-1-1 0 0,0 0 1 0 0,0 1-1 0 0,0-1 1 0 0,1 0-1 0 0,-1 0 1 0 0,1-1-1 0 0,-1 1 1 0 0,1-1-1 0 0,0 0 1 0 0,0 0-1 0 0,0 0 1 0 0,0 0-1 0 0,0-1 1 0 0,1 1-1 0 0,4 0 1 0 0,1 0-116 0 0,-1 0 0 0 0,0-1 0 0 0,1 0 1 0 0,-1-1-1 0 0,1 0 0 0 0,-1 0 0 0 0,1-1 1 0 0,-1 0-1 0 0,0-1 0 0 0,1 0 0 0 0,8-3 0 0 0,-2-2-140 0 0,1-1-1 0 0,-2 0 0 0 0,1-1 0 0 0,-1 0 1 0 0,0-2-1 0 0,-1 0 0 0 0,-1 0 0 0 0,16-16 1 0 0,11-18-220 0 0,38-53 0 0 0,-44 53 298 0 0,-34 44 168 0 0,1 1 0 0 0,-1-1 0 0 0,1 0-1 0 0,-1 0 1 0 0,1 0 0 0 0,-1 1 0 0 0,1-1 0 0 0,0 0 0 0 0,-1 1-1 0 0,1-1 1 0 0,0 0 0 0 0,0 1 0 0 0,-1-1 0 0 0,1 1 0 0 0,0 0-1 0 0,0-1 1 0 0,0 1 0 0 0,0-1 0 0 0,0 1 0 0 0,-1 0 0 0 0,1 0-1 0 0,2-1 1 0 0,-3 2 7 0 0,1-1 0 0 0,0 1 0 0 0,-1-1 1 0 0,1 1-1 0 0,-1-1 0 0 0,1 1 0 0 0,-1 0 0 0 0,0-1 0 0 0,1 1 0 0 0,-1 0 0 0 0,0-1 0 0 0,1 1 0 0 0,-1 0 0 0 0,0-1 0 0 0,0 1 0 0 0,0 0 1 0 0,1 0-1 0 0,-1-1 0 0 0,0 1 0 0 0,0 0 0 0 0,0 0 0 0 0,-2 51 106 0 0,1-50-98 0 0,-32 200 1407 0 0,29-192 297 0 0,2-16-1347 0 0,0-14-393 0 0,7 0-18 0 0,0 0 0 0 0,2 1 0 0 0,0-1 0 0 0,1 1 0 0 0,1 0 0 0 0,0 1 0 0 0,2 0 0 0 0,0 0 1 0 0,1 1-1 0 0,0 1 0 0 0,23-22 0 0 0,-29 32 39 0 0,0 0-1 0 0,1 0 1 0 0,0 1 0 0 0,0 0 0 0 0,1 0 0 0 0,0 0 0 0 0,-1 1-1 0 0,1 0 1 0 0,0 1 0 0 0,1 0 0 0 0,15-4 0 0 0,-20 7 13 0 0,-1-1 1 0 0,0 1-1 0 0,0 0 1 0 0,0 0-1 0 0,0 0 0 0 0,0 1 1 0 0,1-1-1 0 0,-1 1 1 0 0,0 0-1 0 0,0 0 1 0 0,0 0-1 0 0,0 0 1 0 0,0 0-1 0 0,-1 0 1 0 0,1 1-1 0 0,0 0 1 0 0,0-1-1 0 0,3 4 0 0 0,-3-1-2 0 0,0-1-1 0 0,0 1 1 0 0,-1-1-1 0 0,1 1 1 0 0,-1 0-1 0 0,0 0 1 0 0,0 0-1 0 0,0 0 1 0 0,-1 0-1 0 0,1 1 1 0 0,0 7-1 0 0,1 2-38 0 0,-2 1-1 0 0,0-1 1 0 0,-1 1-1 0 0,0-1 1 0 0,-1 1-1 0 0,-6 25 1 0 0,6-32 54 0 0,-1 0 0 0 0,0 0 0 0 0,0 0-1 0 0,-1 0 1 0 0,0 0 0 0 0,0-1 0 0 0,-1 1 0 0 0,0-1 0 0 0,0 0 0 0 0,-1 0 0 0 0,0-1 0 0 0,0 1 0 0 0,-7 5 0 0 0,11-11 26 0 0,0-1-39 0 0,1 0 1 0 0,-1 0-1 0 0,1-1 1 0 0,0 1-1 0 0,-1 0 1 0 0,1-1-1 0 0,-1 1 1 0 0,1 0-1 0 0,0-1 1 0 0,0 1-1 0 0,-1-1 1 0 0,1 1-1 0 0,0 0 1 0 0,-1-1-1 0 0,1 1 1 0 0,0-1 0 0 0,0 1-1 0 0,0-1 1 0 0,0 1-1 0 0,-1-1 1 0 0,1 1-1 0 0,0-1 1 0 0,0 1-1 0 0,0-1 1 0 0,0 1-1 0 0,0-1 1 0 0,0 1-1 0 0,0-1 1 0 0,0 1-1 0 0,0-1 1 0 0,1 1-1 0 0,-1-1 1 0 0,0 1-1 0 0,0-1 1 0 0,0 1-1 0 0,0 0 1 0 0,1-1-1 0 0,-1 1 1 0 0,1-1-1 0 0,6-21 143 0 0,14-23-196 0 0,2 0 0 0 0,1 2 0 0 0,56-73 0 0 0,-72 106 14 0 0,0 0 0 0 0,1 1-1 0 0,0 0 1 0 0,0 0 0 0 0,1 1-1 0 0,0 1 1 0 0,0 0 0 0 0,21-11 0 0 0,-29 17 32 0 0,0 0 1 0 0,1 0-1 0 0,-1 0 1 0 0,0 1-1 0 0,0-1 1 0 0,0 1-1 0 0,0 0 1 0 0,0-1-1 0 0,1 1 0 0 0,-1 0 1 0 0,0 0-1 0 0,0 0 1 0 0,0 1-1 0 0,1-1 1 0 0,-1 0-1 0 0,0 1 1 0 0,0 0-1 0 0,0-1 1 0 0,4 3-1 0 0,-3-1 14 0 0,-1 0 0 0 0,1 0-1 0 0,-1 0 1 0 0,1 0-1 0 0,-1 1 1 0 0,0-1 0 0 0,0 1-1 0 0,0-1 1 0 0,0 1 0 0 0,0 0-1 0 0,2 5 1 0 0,1 4 6 0 0,-1 0 1 0 0,0-1 0 0 0,-1 2-1 0 0,-1-1 1 0 0,3 20-1 0 0,-4-5-101 0 0,-2-1 1 0 0,-4 41-1 0 0,-1-9 13 0 0,6-52 101 0 0,-1 0-1 0 0,1 0 1 0 0,0-1-1 0 0,1 1 0 0 0,0 0 1 0 0,-1-1-1 0 0,2 1 1 0 0,-1-1-1 0 0,1 1 1 0 0,3 8-1 0 0,-3-11-12 0 0,0-1 0 0 0,0 1 0 0 0,0-1-1 0 0,0 1 1 0 0,0-1 0 0 0,1 0 0 0 0,-1 0 0 0 0,1 0 0 0 0,-1 0-1 0 0,1 0 1 0 0,0-1 0 0 0,-1 1 0 0 0,1-1 0 0 0,0 1 0 0 0,0-1 0 0 0,0 0-1 0 0,0 0 1 0 0,1-1 0 0 0,-1 1 0 0 0,5 0 0 0 0,0-1 13 0 0,-1 1 1 0 0,0-1-1 0 0,1 0 1 0 0,-1-1-1 0 0,0 0 1 0 0,0 0-1 0 0,1-1 1 0 0,-1 0-1 0 0,0 0 1 0 0,10-5-1 0 0,-5 2 13 0 0,-1-2-1 0 0,0 1 1 0 0,-1-1-1 0 0,1-1 1 0 0,13-13 0 0 0,-4 1 3 0 0,-1-1 1 0 0,-1-1 0 0 0,-1-1 0 0 0,25-43-1 0 0,-36 55-35 0 0,-1-1-1 0 0,1 1 0 0 0,-2-1 0 0 0,0 0 0 0 0,5-23 0 0 0,-9 34-10 0 0,1 0 0 0 0,-1 0 0 0 0,0 0-1 0 0,0 0 1 0 0,1 0 0 0 0,-1 0 0 0 0,0 0-1 0 0,0 0 1 0 0,0 0 0 0 0,0 0 0 0 0,-1 0 0 0 0,1 0-1 0 0,0-1 1 0 0,0 1 0 0 0,-1 0 0 0 0,1 0 0 0 0,0 0-1 0 0,-1 0 1 0 0,1 0 0 0 0,-1 1 0 0 0,1-1-1 0 0,-1 0 1 0 0,0 0 0 0 0,1 0 0 0 0,-1 0 0 0 0,0 1-1 0 0,0-1 1 0 0,1 0 0 0 0,-1 0 0 0 0,0 1 0 0 0,0-1-1 0 0,0 1 1 0 0,0-1 0 0 0,0 1 0 0 0,0-1-1 0 0,0 1 1 0 0,0 0 0 0 0,0-1 0 0 0,0 1 0 0 0,0 0-1 0 0,0 0 1 0 0,0 0 0 0 0,0 0 0 0 0,0 0 0 0 0,0 0-1 0 0,-2 0 1 0 0,0 0-1 0 0,0 1 1 0 0,0-1-1 0 0,0 1 0 0 0,0 0 1 0 0,-1 0-1 0 0,1 0 0 0 0,0 0 0 0 0,1 1 1 0 0,-1-1-1 0 0,0 1 0 0 0,0-1 1 0 0,1 1-1 0 0,-5 3 0 0 0,3 0-10 0 0,0-1 0 0 0,0 1 0 0 0,0 0 0 0 0,1 0 0 0 0,-1 0 1 0 0,1 0-1 0 0,0 1 0 0 0,1-1 0 0 0,0 1 0 0 0,-1-1 0 0 0,2 1 0 0 0,-1 0 0 0 0,1 0 0 0 0,0 0 0 0 0,0 0 0 0 0,0 0 0 0 0,1 0 0 0 0,0 0 0 0 0,0 1 0 0 0,1-1 1 0 0,-1 0-1 0 0,2 0 0 0 0,-1 0 0 0 0,0 0 0 0 0,1-1 0 0 0,0 1 0 0 0,1 0 0 0 0,-1-1 0 0 0,1 1 0 0 0,0-1 0 0 0,0 0 0 0 0,1 0 0 0 0,0 0 0 0 0,7 7 0 0 0,5 3-39 0 0,1-1 0 0 0,1-1 0 0 0,0 0-1 0 0,1-2 1 0 0,37 18 0 0 0,106 34-1941 0 0,-5-16-1564 0 0,-76-25-369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9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402 101 452 0 0,'19'-91'10488'0'0,"-19"89"-10131"0"0,1 0 169 0 0,-1-3 388 0 0,-4 12-555 0 0,-9 28 956 0 0,2 2 0 0 0,-11 62 1 0 0,5-18-414 0 0,-171 616 2964 0 0,134-501-3112 0 0,-36 258-1 0 0,83-403-719 0 0,-1 12 19 0 0,0-22-3142 0 0,19-90-8258 0 0,-8 31 4783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39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0 140 828 0 0,'5'-11'870'0'0,"0"1"0"0"0,0-1 1 0 0,1 1-1 0 0,0 0 0 0 0,1 0 0 0 0,15-16 1 0 0,-16 21-667 0 0,0 0 1 0 0,0 0-1 0 0,0 0 1 0 0,1 1 0 0 0,0 0-1 0 0,0 0 1 0 0,0 1-1 0 0,0 0 1 0 0,0 0 0 0 0,1 1-1 0 0,10-3 1 0 0,-6 4-42 0 0,0-1 1 0 0,0 2-1 0 0,0-1 1 0 0,0 2 0 0 0,0-1-1 0 0,0 2 1 0 0,0 0-1 0 0,0 0 1 0 0,0 1-1 0 0,-1 0 1 0 0,1 1-1 0 0,11 6 1 0 0,-12-5 12 0 0,1 0 0 0 0,-1 2 0 0 0,0-1 0 0 0,-1 1 0 0 0,0 1-1 0 0,0 0 1 0 0,0 0 0 0 0,-1 1 0 0 0,0 1 0 0 0,-1-1 0 0 0,10 15 0 0 0,-16-22-63 0 0,0 1 1 0 0,-1 0-1 0 0,1 0 0 0 0,-1 0 0 0 0,1 0 1 0 0,-1 0-1 0 0,0 1 0 0 0,0-1 1 0 0,0 0-1 0 0,-1 0 0 0 0,1 1 1 0 0,-1-1-1 0 0,0 1 0 0 0,0-1 0 0 0,0 0 1 0 0,0 1-1 0 0,-1-1 0 0 0,1 0 1 0 0,-1 1-1 0 0,0-1 0 0 0,0 0 1 0 0,0 0-1 0 0,0 0 0 0 0,0 0 1 0 0,-1 0-1 0 0,0 0 0 0 0,-3 5 0 0 0,1-3-29 0 0,-1 0 0 0 0,-1 1-1 0 0,1-2 1 0 0,-1 1-1 0 0,0-1 1 0 0,0 0-1 0 0,0 0 1 0 0,0 0-1 0 0,-1-1 1 0 0,0 0-1 0 0,-12 4 1 0 0,-6 0-73 0 0,0-1 1 0 0,-43 5-1 0 0,20-8-3349 0 0,42-3 1706 0 0,-6-1 318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40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43 1608 0 0,'10'-9'2377'0'0,"19"-25"5014"0"0,-45 56-5442 0 0,-65 80 217 0 0,70-86-2036 0 0,1 0 0 0 0,1 1 0 0 0,0 0 0 0 0,-11 32 0 0 0,19-45-115 0 0,0 0-1 0 0,0-1 0 0 0,0 1 0 0 0,1 0 0 0 0,-1 0 0 0 0,1 0 0 0 0,0 0 0 0 0,0 0 0 0 0,0 0 0 0 0,1 0 0 0 0,-1 0 0 0 0,1-1 0 0 0,0 1 1 0 0,0 0-1 0 0,0 0 0 0 0,1-1 0 0 0,-1 1 0 0 0,1-1 0 0 0,0 1 0 0 0,0-1 0 0 0,0 1 0 0 0,4 3 0 0 0,-1-2 0 0 0,0 0 1 0 0,0-1-1 0 0,0 0 0 0 0,0 0 0 0 0,1-1 1 0 0,0 1-1 0 0,-1-1 0 0 0,1 0 0 0 0,1-1 1 0 0,-1 1-1 0 0,0-1 0 0 0,9 1 0 0 0,-10-2-7 0 0,0 0-1 0 0,0-1 1 0 0,1 0-1 0 0,-1 0 0 0 0,0 0 1 0 0,0 0-1 0 0,1-1 1 0 0,-1 0-1 0 0,0 0 1 0 0,0-1-1 0 0,0 1 1 0 0,0-1-1 0 0,0 0 0 0 0,0-1 1 0 0,-1 1-1 0 0,1-1 1 0 0,-1 0-1 0 0,0 0 1 0 0,1 0-1 0 0,-1 0 1 0 0,-1-1-1 0 0,1 0 0 0 0,0 0 1 0 0,-1 0-1 0 0,0 0 1 0 0,4-6-1 0 0,-1 0 0 0 0,0 1 0 0 0,-1-1 0 0 0,0 0 0 0 0,-1-1 0 0 0,1 1 0 0 0,-2-1-1 0 0,0 0 1 0 0,0 0 0 0 0,-1 0 0 0 0,-1 0 0 0 0,1-13 0 0 0,-2 14-1 0 0,0 0 1 0 0,-1-1-1 0 0,-1 1 1 0 0,0 0-1 0 0,0 0 1 0 0,-1 0-1 0 0,-6-17 1 0 0,7 24-7 0 0,0-1-1 0 0,1 1 1 0 0,-1 0 0 0 0,0-1 0 0 0,-1 1-1 0 0,1 0 1 0 0,-1 0 0 0 0,1 1 0 0 0,-1-1-1 0 0,0 0 1 0 0,0 1 0 0 0,0 0 0 0 0,0 0-1 0 0,0 0 1 0 0,0 0 0 0 0,-1 0 0 0 0,1 0-1 0 0,-1 1 1 0 0,0 0 0 0 0,1 0-1 0 0,-1 0 1 0 0,0 0 0 0 0,1 0 0 0 0,-1 1-1 0 0,-5-1 1 0 0,2 2-46 0 0,1-1-1 0 0,-1 1 1 0 0,1 1-1 0 0,0-1 1 0 0,0 1-1 0 0,-7 3 0 0 0,10-4-297 0 0,-1 1-1 0 0,1-1 0 0 0,0 1 0 0 0,0 0 0 0 0,0 0 1 0 0,-4 4-1 0 0,6-5-158 0 0,0 0 0 0 0,0 0 1 0 0,0 1-1 0 0,-1-1 0 0 0,1 1 0 0 0,1-1 0 0 0,-1 1 1 0 0,0 0-1 0 0,0-1 0 0 0,0 1 0 0 0,1 0 1 0 0,-1-1-1 0 0,0 5 0 0 0,0 5-4192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40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33 208 0 0,'10'-12'6537'0'0,"-8"10"-5609"0"0,0-1 0 0 0,1 1-1 0 0,-1 0 1 0 0,0-1 0 0 0,1 1 0 0 0,0 0-1 0 0,-1 1 1 0 0,4-3 0 0 0,-4 7-752 0 0,-1-1 0 0 0,0 0 0 0 0,0 1 0 0 0,0-1 1 0 0,0 1-1 0 0,-1 0 0 0 0,1-1 0 0 0,-1 1 0 0 0,0 0 1 0 0,0-1-1 0 0,1 1 0 0 0,-2 0 0 0 0,1-1 0 0 0,0 1 0 0 0,0 0 1 0 0,-1-1-1 0 0,-1 4 0 0 0,-13 49 917 0 0,-45 80-361 0 0,14-38-2309 0 0,38-79-359 0 0,2-6-2183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40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84 112 0 0,'0'-15'2152'0'0,"-2"-1"-536"0"0,2 6-288 0 0,-4 0-299 0 0,4-1 403 0 0,-3-1-208 0 0,0 2-1132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40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0 1748 0 0,'-2'13'3912'0'0,"-3"81"2220"0"0,-3 17-3476 0 0,6-96-2460 0 0,-1 0-1 0 0,0 0 1 0 0,-1-1 0 0 0,-1 1-1 0 0,-10 20 1 0 0,11-27-102 0 0,0 1 0 0 0,-1-1 0 0 0,0 0 0 0 0,0 0-1 0 0,-1-1 1 0 0,0 0 0 0 0,0 0 0 0 0,0 0 0 0 0,-1-1 0 0 0,-1 0 0 0 0,1 0-1 0 0,-13 7 1 0 0,18-12-51 0 0,-2-2 2 0 0,3 2-44 0 0,1-1 0 0 0,-1 0 0 0 0,1 0 0 0 0,0 0 1 0 0,-1 0-1 0 0,1 0 0 0 0,0 0 0 0 0,-1 0 0 0 0,1 0 1 0 0,0 0-1 0 0,-1 0 0 0 0,1 0 0 0 0,-1 0 0 0 0,1-1 1 0 0,0 1-1 0 0,-1 0 0 0 0,1 0 0 0 0,0 0 0 0 0,-1 0 1 0 0,1-1-1 0 0,0 1 0 0 0,-1 0 0 0 0,1 0 0 0 0,0 0 1 0 0,-1-1-1 0 0,1-3-1 0 0,0 0 0 0 0,0 0 0 0 0,1 1 1 0 0,-1-1-1 0 0,1 0 0 0 0,0 1 0 0 0,0-1 0 0 0,0 0 0 0 0,0 1 1 0 0,1-1-1 0 0,-1 1 0 0 0,3-4 0 0 0,28-43-18 0 0,-25 41 13 0 0,11-16-22 0 0,1 0 0 0 0,1 2 0 0 0,1 0 0 0 0,34-27 0 0 0,-44 40 11 0 0,1 1-1 0 0,1 1 0 0 0,-1 0 0 0 0,1 0 0 0 0,1 1 0 0 0,-1 1 1 0 0,1 0-1 0 0,0 1 0 0 0,1 1 0 0 0,28-6 0 0 0,-41 10 24 0 0,1-1-1 0 0,-1 1 1 0 0,0 0 0 0 0,1 0-1 0 0,-1 0 1 0 0,1 0-1 0 0,-1 0 1 0 0,1 1 0 0 0,-1-1-1 0 0,1 1 1 0 0,-1-1 0 0 0,0 1-1 0 0,1 0 1 0 0,-1 0-1 0 0,0 0 1 0 0,0 0 0 0 0,1 0-1 0 0,2 3 1 0 0,-4-2 23 0 0,0-1 1 0 0,1 1 0 0 0,-1 0-1 0 0,0 0 1 0 0,0-1 0 0 0,0 1-1 0 0,-1 0 1 0 0,1 0 0 0 0,0 0-1 0 0,-1 0 1 0 0,1 0 0 0 0,-1 0-1 0 0,0 0 1 0 0,0 0 0 0 0,1 1-1 0 0,-1-1 1 0 0,-1 3 0 0 0,-1 6 72 0 0,0 0 0 0 0,0 0 1 0 0,-2 0-1 0 0,1 0 1 0 0,-1 0-1 0 0,-7 11 1 0 0,-12 26-106 0 0,-13 28-359 0 0,14-26-6296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41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128 131 2196 0 0,'19'-50'4639'0'0,"-14"33"-2309"0"0,1 0 0 0 0,15-28 0 0 0,-20 44-1730 0 0,0 15 1134 0 0,-5 73 497 0 0,-5 0 0 0 0,-38 166 0 0 0,-1-76-1367 0 0,23-96-509 0 0,-18 120 0 0 0,42-199-433 0 0,0 8 163 0 0,0 1 0 0 0,0-1 0 0 0,1 1 0 0 0,1 19 0 0 0,0-28-210 0 0,-1-1 0 0 0,0 1 0 0 0,0 0 0 0 0,1 0-1 0 0,-1 0 1 0 0,1 0 0 0 0,0-1 0 0 0,-1 1 0 0 0,1 0-1 0 0,0 0 1 0 0,0-1 0 0 0,0 1 0 0 0,0-1 0 0 0,1 1 0 0 0,-1-1-1 0 0,0 1 1 0 0,1-1 0 0 0,-1 0 0 0 0,0 0 0 0 0,1 0-1 0 0,0 1 1 0 0,-1-1 0 0 0,1-1 0 0 0,0 1 0 0 0,-1 0-1 0 0,1 0 1 0 0,0-1 0 0 0,0 1 0 0 0,0-1 0 0 0,-1 1-1 0 0,1-1 1 0 0,0 0 0 0 0,0 0 0 0 0,0 0 0 0 0,4 0 0 0 0,2-1-860 0 0,-1 0 0 0 0,1-1 0 0 0,0 0 0 0 0,12-5 1 0 0,16-12-5810 0 0,-16 5 649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41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38 2524 0 0,'-7'-5'1077'0'0,"-22"-19"6388"0"0,31 22-6831 0 0,3 1-493 0 0,0-1-1 0 0,0 1 1 0 0,1 0 0 0 0,-1 0 0 0 0,0 1 0 0 0,0-1 0 0 0,1 1 0 0 0,-1 0 0 0 0,0 1-1 0 0,1-1 1 0 0,4 2 0 0 0,66 16 205 0 0,-63-15-251 0 0,100 35-1737 0 0,-39-9-3617 0 0,-39-15 733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7:4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40 3144 0 0,'-12'-9'8549'0'0,"2"2"-5013"0"0,1 0 41 0 0,13-3-3417 0 0,6 8-868 0 0,2-3-3537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41.58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2890 2 700 0 0,'7'-1'5901'0'0,"-7"1"-5795"0"0,-5 7-15 0 0,0 0 0 0 0,-1 0 1 0 0,0 0-1 0 0,0-1 0 0 0,-1 0 1 0 0,-14 9-1 0 0,-1 4 58 0 0,-118 113 578 0 0,-179 218-1 0 0,-89 178 661 0 0,158-181-1035 0 0,-85 112 789 0 0,-77 132 564 0 0,164-178 106 0 0,35-77-738 0 0,42-72-245 0 0,-42 92 277 0 0,158-258-888 0 0,47-85-146 0 0,1-1-1 0 0,1 1 1 0 0,-7 21 0 0 0,-4 1 159 0 0,16-34-154 0 0,-2 9 18 0 0,4-8-77 0 0,0-1-1 0 0,0 0 1 0 0,0 0 0 0 0,0 0 0 0 0,0 1 0 0 0,0-1 0 0 0,0 0-1 0 0,0 0 1 0 0,1-1 0 0 0,-1 1 0 0 0,0 0 0 0 0,1 0-1 0 0,-1-1 1 0 0,0 1 0 0 0,1 0 0 0 0,-1-1 0 0 0,1 1 0 0 0,-1-1-1 0 0,1 0 1 0 0,-1 0 0 0 0,1 1 0 0 0,1-1 0 0 0,43 4 145 0 0,-44-4-162 0 0,544-10 324 0 0,-410 3-260 0 0,78 0 0 0 0,407 40-1 0 0,-438-10-12 0 0,351 42 73 0 0,904 30 69 0 0,-1244-91-205 0 0,176 2 41 0 0,-134-5 19 0 0,-190 1 5 0 0,-44-2-50 0 0,31-2 73 0 0,-30 2-37 0 0,6-3 10 0 0,-9 3-48 0 0,1 0 0 0 0,0 0 0 0 0,-1 0 0 0 0,1 0 0 0 0,0 0 0 0 0,0 0 0 0 0,-1-1 0 0 0,1 1 0 0 0,0 0 0 0 0,0 0 0 0 0,-1-1 0 0 0,1 1 0 0 0,-1 0 0 0 0,1-1 0 0 0,0 1 0 0 0,-1-1 0 0 0,1 1 0 0 0,-1-1 0 0 0,1 1 0 0 0,-1-1 0 0 0,2-1 0 0 0,0-3-473 0 0,1-1 1 0 0,-1 0-1 0 0,0 0 1 0 0,1-9 0 0 0,0-27-8087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43.31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43 4 1280 0 0,'6'-4'11677'0'0,"-12"14"-11623"0"0,-1-1-1 0 0,2 1 1 0 0,0 1-1 0 0,0-1 1 0 0,1 1-1 0 0,0 0 1 0 0,1 0-1 0 0,0 0 1 0 0,1 1-1 0 0,0-1 1 0 0,0 0 0 0 0,2 1-1 0 0,-1-1 1 0 0,3 21-1 0 0,3 10 308 0 0,3-1 1 0 0,20 70-1 0 0,-16-70-194 0 0,26 77 313 0 0,66 140 1 0 0,-80-201-373 0 0,114 243 385 0 0,0 0-292 0 0,-24-57-105 0 0,-24-57 425 0 0,-31-59 435 0 0,110 170 1 0 0,-9-21 31 0 0,-104-174-393 0 0,220 369 1515 0 0,-251-430-2026 0 0,32 50 876 0 0,78 166 1 0 0,-77-136-655 0 0,-19-41-232 0 0,-39-79-46 0 0,18 33 86 0 0,0 1-25 0 0,-18-33-36 0 0,11 19-751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44.41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57 118 984 0 0,'-2'-12'2662'0'0,"-19"-61"1589"0"0,20 72-4057 0 0,-3-9 733 0 0,2 3-635 0 0,2 6-177 0 0,-1 0 0 0 0,1 0 0 0 0,0 1-1 0 0,0-1 1 0 0,-1 0 0 0 0,1 0 0 0 0,-1 0 0 0 0,1 0-1 0 0,-1 0 1 0 0,1 1 0 0 0,-1-1 0 0 0,1 0 0 0 0,-1 0-1 0 0,0 1 1 0 0,1-1 0 0 0,-2 0 0 0 0,1 1-242 0 0,0 0 0 0 0,0 1 0 0 0,0-1 0 0 0,0 1-1 0 0,-1-1 1 0 0,1 1 0 0 0,0 0 0 0 0,1-1 0 0 0,-1 1 0 0 0,0 0 0 0 0,0 0 0 0 0,0 0 0 0 0,0 0 0 0 0,1-1 0 0 0,-1 1 0 0 0,0 0 0 0 0,0 2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50.01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148 2963 1292 0 0,'0'0'1339'0'0,"-31"12"5175"0"0,8-5-5058 0 0,0 1 1 0 0,-26 14-1 0 0,48-21-1336 0 0,-19 10 308 0 0,21-10-418 0 0,0 0 0 0 0,0 0 1 0 0,0 0-1 0 0,0-1 0 0 0,1 1 0 0 0,-1 0 1 0 0,0-1-1 0 0,1 1 0 0 0,-1 0 0 0 0,0-1 0 0 0,1 0 1 0 0,-1 1-1 0 0,0-1 0 0 0,1 0 0 0 0,2 0 1 0 0,25 1 192 0 0,-19-2-181 0 0,244-14 711 0 0,-92 2-564 0 0,463-3 41 0 0,715 74 0 0 0,-1098-39-191 0 0,240 24-17 0 0,-312-28-8 0 0,-138-12 11 0 0,-29-2 4 0 0,15 0 5 0 0,-15 0-16 0 0,6 0 1 0 0,-7-1-3 0 0,-7 2 0 0 0,0-1 3 0 0,0 0 0 0 0,0 0 0 0 0,0-1 1 0 0,0 1-1 0 0,-8-2 0 0 0,9 2 5 0 0,-774 7-270 0 0,481-10 241 0 0,-620 13-1 0 0,1 42 28 0 0,840-48-9 0 0,32-3-34 0 0,-1 2 0 0 0,-49 12 0 0 0,89-15 35 0 0,-18 10-15 0 0,23-11 20 0 0,-1 0 1 0 0,1 0 0 0 0,0 0 0 0 0,0 0 0 0 0,0 0-1 0 0,0 0 1 0 0,0 0 0 0 0,0 0 0 0 0,0 0 0 0 0,0 0-1 0 0,-1 1 1 0 0,1-1 0 0 0,0 0 0 0 0,0 0 0 0 0,0 0-1 0 0,0 0 1 0 0,0 0 0 0 0,0 0 0 0 0,0 0 0 0 0,0 0-1 0 0,0 1 1 0 0,0-1 0 0 0,0 0 0 0 0,0 0 0 0 0,0 0 0 0 0,0 0-1 0 0,0 0 1 0 0,0 0 0 0 0,0 1 0 0 0,0-1 0 0 0,0 0-1 0 0,0 0 1 0 0,0 0 0 0 0,0 0 0 0 0,0 0 0 0 0,0 0-1 0 0,0 0 1 0 0,0 1 0 0 0,0-1 0 0 0,0 0 0 0 0,0 0-1 0 0,0 0 1 0 0,0 0 0 0 0,0 0 0 0 0,1 0 0 0 0,-1 0-1 0 0,0 0 1 0 0,0 1 0 0 0,0-1 0 0 0,0 0 0 0 0,0 0-1 0 0,2 2 2 0 0,-1-1-3 0 0,0 0 1 0 0,0-1-1 0 0,0 1 0 0 0,0-1 1 0 0,0 1-1 0 0,-1-1 0 0 0,1 1 1 0 0,0-1-1 0 0,1 0 0 0 0,-1 0 1 0 0,0 1-1 0 0,0-1 1 0 0,0 0-1 0 0,0 0 0 0 0,0 0 1 0 0,0 0-1 0 0,0 0 0 0 0,1-1 1 0 0,1 1-3 0 0,302-15 90 0 0,-63 1-98 0 0,540 35 32 0 0,-3 47 46 0 0,393 66 46 0 0,-666-90-20 0 0,-484-43-71 0 0,-11 1 61 0 0,0-2 0 0 0,0 1 0 0 0,0-1 0 0 0,0-1 0 0 0,12-2-1 0 0,-21 2-39 0 0,-19-13 8 0 0,-7 5-49 0 0,1 2 0 0 0,-1 0 0 0 0,0 2-1 0 0,-1 1 1 0 0,-28-2 0 0 0,43 5-3 0 0,-1231-162-56 0 0,855 89 111 0 0,369 70-61 0 0,16 4 8 0 0,1 0 0 0 0,-1 0 0 0 0,1 0 0 0 0,-1 0 0 0 0,0 0 0 0 0,1 0 0 0 0,-1 0 0 0 0,1 0-1 0 0,-1 0 1 0 0,1-1 0 0 0,-1 1 0 0 0,1 0 0 0 0,-1 0 0 0 0,0-1 0 0 0,1 1 0 0 0,0 0 0 0 0,-1-1 0 0 0,1 1 0 0 0,-1-1 0 0 0,1 1-1 0 0,-1 0 1 0 0,0-2 0 0 0,0 1 0 0 0,1 0 0 0 0,0 1 0 0 0,-1 0-1 0 0,1-1 1 0 0,0 1 0 0 0,0 0 0 0 0,0-1 0 0 0,0 1 0 0 0,-1-1 0 0 0,1 1 0 0 0,0 0 0 0 0,0-1-1 0 0,0 1 1 0 0,0-1 0 0 0,0 1 0 0 0,0 0 0 0 0,0-1 0 0 0,0 1 0 0 0,0-1 0 0 0,0 1-1 0 0,0 0 1 0 0,0-1 0 0 0,0 1 0 0 0,0-1 0 0 0,1 1 0 0 0,-1 0 0 0 0,0-1 0 0 0,0 1 0 0 0,0 0-1 0 0,1-1 1 0 0,-1 1 0 0 0,0 0 0 0 0,0-1 0 0 0,1 1 0 0 0,-1 0 0 0 0,0 0 0 0 0,1-1-1 0 0,-1 1 1 0 0,1-1 0 0 0,12-5-3 0 0,-12 5 3 0 0,34-10 0 0 0,-1 1 1 0 0,1 2-1 0 0,61-6 0 0 0,-55 8 1 0 0,489-44 16 0 0,3 31 0 0 0,-426 16-16 0 0,-92 2-1 0 0,0 2-2 0 0,0-2 1 0 0,0 0-1 0 0,0 0 1 0 0,0-1-1 0 0,0-1 0 0 0,21-7 1 0 0,-36 10 1 0 0,0 0 0 0 0,0-1-1 0 0,1 1 1 0 0,-1 0 0 0 0,0 0 0 0 0,0 0 0 0 0,1 0 0 0 0,-1 0 0 0 0,0 0-1 0 0,0-1 1 0 0,0 1 0 0 0,0 0 0 0 0,1 0 0 0 0,-1 0 0 0 0,0 0 0 0 0,0-1-1 0 0,0 1 1 0 0,0 0 0 0 0,0 0 0 0 0,0 0 0 0 0,1-1 0 0 0,-1 1 0 0 0,0 0-1 0 0,0 0 1 0 0,0-1 0 0 0,0 1 0 0 0,0 0 0 0 0,0 0 0 0 0,0-1 0 0 0,0 1-1 0 0,0 0 1 0 0,0 0 0 0 0,0-1 0 0 0,0 1 0 0 0,0 0 0 0 0,0 0 0 0 0,0 0 0 0 0,0-1-1 0 0,-1 1 1 0 0,1 0 0 0 0,0 0 0 0 0,0-1 0 0 0,0 1 0 0 0,0 0 0 0 0,0 0-1 0 0,0 0 1 0 0,-1 0 0 0 0,1-1 0 0 0,0 1 0 0 0,0 0 0 0 0,0 0 0 0 0,-1 0-1 0 0,1 0 1 0 0,0 0 0 0 0,-1-1 0 0 0,-9-6-2 0 0,10 7 1 0 0,-12-4-7 0 0,1 0-1 0 0,-1 0 0 0 0,0 1 1 0 0,-1 0-1 0 0,1 1 0 0 0,0 1 1 0 0,-17 0-1 0 0,-3-2 12 0 0,-764-26-90 0 0,595 27 89 0 0,-1541 14 51 0 0,1661-10-49 0 0,103-12-35 0 0,337-51-24 0 0,5 21 43 0 0,-279 31 6 0 0,837-52-28 0 0,2 48-10 0 0,-920 13 44 0 0,12 0-3 0 0,1 0-1 0 0,-1-1 0 0 0,30-6 0 0 0,-43 6-18 0 0,-22-3-126 0 0,-24-1 87 0 0,0 2 0 0 0,-64 3 0 0 0,45 1 26 0 0,-1217 40-64 0 0,228 22 701 0 0,1016-61-598 0 0,32-2-11 0 0,5-2 3 0 0,6-3 4 0 0,0 0 0 0 0,1 1 1 0 0,0 0-1 0 0,-1 1 0 0 0,1 0 0 0 0,1 0 1 0 0,9-2-1 0 0,4-1-1 0 0,18-6-7 0 0,785-218-79 0 0,384-24 32 0 0,-1146 245 45 0 0,115-24 32 0 0,-175 30-168 0 0,-13 1 68 0 0,-18 3-42 0 0,-1368 183-531 0 0,949-118 712 0 0,436-64-57 0 0,-516 79 261 0 0,442-66-249 0 0,275-79-38 0 0,-3-8-1 0 0,-3-8 0 0 0,-4-8 0 0 0,-3-8 0 0 0,236-170 1 0 0,-270 158-19 0 0,-115 84 45 0 0,-2-2 1 0 0,44-50-1 0 0,-50 45 42 0 0,-21 31-46 0 0,0-1 1 0 0,0 1-1 0 0,1 0 0 0 0,-1-1 1 0 0,0 1-1 0 0,0 0 1 0 0,0-1-1 0 0,0 1 1 0 0,1-1-1 0 0,-1 1 0 0 0,0 0 1 0 0,0-1-1 0 0,0 1 1 0 0,0-1-1 0 0,0 1 1 0 0,0 0-1 0 0,0-1 0 0 0,0 1 1 0 0,0-1-1 0 0,0 1 1 0 0,0 0-1 0 0,0-1 0 0 0,0 1 1 0 0,0-1-1 0 0,-1 1 1 0 0,1 0-1 0 0,0-1 1 0 0,0 1-1 0 0,0 0 0 0 0,-1-1 1 0 0,1 1-1 0 0,-13-5 1 0 0,-16 7 1 0 0,-17 11 12 0 0,0 2 0 0 0,-51 24 0 0 0,-85 51 47 0 0,152-74-42 0 0,-605 334 736 0 0,549-302-572 0 0,63-35-142 0 0,-363 219 475 0 0,373-224-502 0 0,13-8-14 0 0,0 0 0 0 0,0 0 1 0 0,0 0-1 0 0,0 0 0 0 0,0 0 1 0 0,0 0-1 0 0,0 0 0 0 0,0 0 0 0 0,0 0 1 0 0,0 0-1 0 0,0 0 0 0 0,0 0 1 0 0,0 0-1 0 0,0 0 0 0 0,0 0 1 0 0,0 0-1 0 0,0 0 0 0 0,-1 0 1 0 0,1 0-1 0 0,0 0 0 0 0,0 0 0 0 0,0-1 1 0 0,0 1-1 0 0,0 0 0 0 0,0 0 1 0 0,20-16 2 0 0,-1-1-3 0 0,317-333-18 0 0,-25-26-57 0 0,-147 174-3 0 0,-19 25 9 0 0,162-192-28 0 0,-105 126 10 0 0,-201 242 83 0 0,-15 13 5 0 0,-202 208 89 0 0,-151 147-16 0 0,102-117-13 0 0,-84 80 45 0 0,15 14 11 0 0,238-230-87 0 0,-112 172 0 0 0,189-257-14 0 0,18-28 6 0 0,3-4-24 0 0,426-621-131 0 0,-196 296 22 0 0,7-9-90 0 0,398-430 0 0 0,-369 485 35 0 0,-251 265 155 0 0,-12 14-2 0 0,-9 11 16 0 0,-150 178 134 0 0,67-87-55 0 0,-640 788 191 0 0,184-158-50 0 0,404-507-162 0 0,138-220-30 0 0,13-19-22 0 0,193-269-45 0 0,92-134-61 0 0,87-179-37 0 0,75-121-249 0 0,-337 520 277 0 0,-120 195 97 0 0,-4 5 5 0 0,-9 8 3 0 0,-17 18 13 0 0,-260 298 202 0 0,22 20-71 0 0,226-291-135 0 0,-96 127 25 0 0,-238 321 144 0 0,260-334-40 0 0,293-415-299 0 0,-113 159 127 0 0,25-30-3 0 0,5 5 1 0 0,5 4 0 0 0,185-155 0 0 0,339-230-309 0 0,-525 419 354 0 0,-68 48 14 0 0,-31 27-19 0 0,0 1-15 0 0,0 1 9 0 0,0-1 0 0 0,0 0-1 0 0,0 1 1 0 0,0-1 0 0 0,0 1 0 0 0,0-1-1 0 0,-1 1 1 0 0,1-1 0 0 0,0 1 0 0 0,0 0-1 0 0,0-1 1 0 0,-1 1 0 0 0,1 0 0 0 0,0-1-1 0 0,-1 1 1 0 0,1 0 0 0 0,-1 0 0 0 0,1 0-1 0 0,-1 0 1 0 0,1 0 0 0 0,-1 0 0 0 0,1 0-1 0 0,-1 0 1 0 0,0 0 0 0 0,0 0 0 0 0,1 0-1 0 0,-1 0 1 0 0,0 0 0 0 0,0 0 0 0 0,0 0-1 0 0,0 0 1 0 0,-1 1 0 0 0,0 49 39 0 0,-1-32-18 0 0,0 169 117 0 0,8-1 1 0 0,35 217 0 0 0,-35-366-128 0 0,64 402 171 0 0,-58-378 2239 0 0,-12-86-2003 0 0,9-278-141 0 0,-1 134-331 0 0,-15-180-1 0 0,-75-139-108 0 0,34 246 71 0 0,34 182 41 0 0,-1-17-193 0 0,14 73 230 0 0,2 6-16 0 0,4 41 60 0 0,-2 83 0 0 0,-3-38-8 0 0,6 48 50 0 0,6 1 0 0 0,7-2 0 0 0,40 155 0 0 0,-42-226-51 0 0,35 144 151 0 0,-52-208-135 0 0,-2-17-34 0 0,-21-111-39 0 0,-31-196-64 0 0,-46-212-107 0 0,92 496 201 0 0,1 10-105 0 0,-15-46 1 0 0,21 73 103 0 0,-5 28 5 0 0,2 4 21 0 0,2 0-1 0 0,3 43 1 0 0,0-22 7 0 0,-1-7 0 0 0,1-1 0 0 0,9 47-1 0 0,-9-81-15 0 0,4 18 10 0 0,-5-27-17 0 0,0 0 0 0 0,0 0 0 0 0,1 1-1 0 0,-1-1 1 0 0,0 0 0 0 0,1 0-1 0 0,-1 0 1 0 0,0 0 0 0 0,1 1-1 0 0,-1-1 1 0 0,0 0 0 0 0,1 0-1 0 0,-1 0 1 0 0,0 0 0 0 0,1 0 0 0 0,-1 0-1 0 0,0 0 1 0 0,1 0 0 0 0,-1 0-1 0 0,0 0 1 0 0,1 0 0 0 0,-1 0-1 0 0,0-1 1 0 0,1 1 0 0 0,-1 0 0 0 0,0 0-1 0 0,1 0 1 0 0,-1 0 0 0 0,0 0-1 0 0,1-1 1 0 0,-1 1 0 0 0,0 0-1 0 0,0 0 1 0 0,1-1 0 0 0,-1 1 0 0 0,0 0-1 0 0,0 0 1 0 0,0-1 0 0 0,1 1-1 0 0,12-11-16 0 0,-13 11 17 0 0,12-15-25 0 0,-2 0 1 0 0,0-1-1 0 0,-1 0 1 0 0,-1 0-1 0 0,12-31 1 0 0,-14 32 10 0 0,7-16-86 0 0,-1 0 0 0 0,-2-1 1 0 0,13-65-1 0 0,-23 96 94 0 0,0 1-1 0 0,0 0 1 0 0,0 0 0 0 0,0-1-1 0 0,1 1 1 0 0,-1 0 0 0 0,0-1-1 0 0,0 1 1 0 0,0 0 0 0 0,0 0-1 0 0,0-1 1 0 0,0 1 0 0 0,0 0-1 0 0,0-1 1 0 0,-1 1 0 0 0,1 0-1 0 0,0 0 1 0 0,0-1 0 0 0,0 1-1 0 0,0 0 1 0 0,0 0 0 0 0,0-1-1 0 0,0 1 1 0 0,-1 0 0 0 0,1 0-1 0 0,0-1 1 0 0,0 1 0 0 0,0 0-1 0 0,-1 0 1 0 0,1 0 0 0 0,0-1-1 0 0,0 1 1 0 0,-1 0 0 0 0,1 0-1 0 0,0 0 1 0 0,0 0 0 0 0,-1 0-1 0 0,1-1 1 0 0,0 1 0 0 0,0 0-1 0 0,-1 0 1 0 0,1 0 0 0 0,0 0-1 0 0,-1 0 1 0 0,1 0 0 0 0,0 0-1 0 0,-1 0 1 0 0,-11 5-103 0 0,10-5 120 0 0,-10 7-30 0 0,0 1 0 0 0,1-1 0 0 0,0 2 0 0 0,0 0 0 0 0,-19 19-1 0 0,4-2 12 0 0,9-11-30 0 0,-225 217-448 0 0,234-223 215 0 0,0 0 0 0 0,0 1 0 0 0,-12 20 0 0 0,19-28 203 0 0,5-2-14 0 0,-4 1 79 0 0,0-1 0 0 0,0 0-1 0 0,1 0 1 0 0,-1 0 0 0 0,0 1 0 0 0,1-1-1 0 0,-1 0 1 0 0,0 0 0 0 0,1 0 0 0 0,-1 0-1 0 0,1 0 1 0 0,-1 1 0 0 0,0-1 0 0 0,1 0 0 0 0,-1 0-1 0 0,0 0 1 0 0,1 0 0 0 0,-1 0 0 0 0,1 0-1 0 0,-1 0 1 0 0,0 0 0 0 0,1-1 0 0 0,-1 1-1 0 0,0 0 1 0 0,1 0 0 0 0,-1 0 0 0 0,1 0-1 0 0,17-9-36 0 0,-1 0 0 0 0,0-2 0 0 0,0 0-1 0 0,-1 0 1 0 0,19-19 0 0 0,72-76-78 0 0,-86 84 99 0 0,-5 5 0 0 0,92-104-44 0 0,-108 121 62 0 0,0 0-1 0 0,0 0 1 0 0,0 0 0 0 0,0 0 0 0 0,-1 0 0 0 0,1 0 0 0 0,0 0-1 0 0,0 0 1 0 0,0 0 0 0 0,0 0 0 0 0,0 0 0 0 0,0 0 0 0 0,0 0-1 0 0,0 0 1 0 0,0 0 0 0 0,0 0 0 0 0,0 0 0 0 0,0 0 0 0 0,0 0-1 0 0,0 0 1 0 0,0 0 0 0 0,0 0 0 0 0,0 0 0 0 0,0-1 0 0 0,0 1-1 0 0,0 0 1 0 0,0 0 0 0 0,0 0 0 0 0,0 0 0 0 0,-1 0-1 0 0,1 0 1 0 0,0 0 0 0 0,0 0 0 0 0,1 0 0 0 0,-15 9-9 0 0,-15 16 5 0 0,-117 111 71 0 0,-140 141-3160 0 0,231-217-2894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51.23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1745 288 952 0 0,'0'0'1184'0'0,"-7"-25"2837"0"0,0 0-2842 0 0,5 22-1071 0 0,1-1-1 0 0,0 1 0 0 0,0 0 0 0 0,0-1 1 0 0,0 1-1 0 0,1-1 0 0 0,-1 1 0 0 0,1-1 1 0 0,0 1-1 0 0,0-1 0 0 0,0 1 0 0 0,0 0 1 0 0,1-1-1 0 0,-1 1 0 0 0,1-1 0 0 0,0 1 1 0 0,2-5-1 0 0,8-14 251 0 0,2 0 0 0 0,0 1 1 0 0,1 0-1 0 0,32-35 0 0 0,-32 40-41 0 0,-3 3-130 0 0,-9 13-124 0 0,-5 6-11 0 0,-77 118-185 0 0,46-74 118 0 0,-177 229 63 0 0,-21-16 219 0 0,-82 102-53 0 0,168-178-233 0 0,-244 303 175 0 0,316-404-82 0 0,-137 179 697 0 0,189-235-710 0 0,-5 10 6 0 0,-30 54 1 0 0,19-19-53 0 0,37-74 5 0 0,-7 12 383 0 0,8-13-432 0 0,-1-1 0 0 0,1 0 0 0 0,-1 1-1 0 0,1-1 1 0 0,0 1 0 0 0,-1-1 0 0 0,1 0 0 0 0,0 1 0 0 0,0-1 0 0 0,-1 0 0 0 0,1 0-1 0 0,0 1 1 0 0,0-1 0 0 0,0 0 0 0 0,0 1 0 0 0,0-1 0 0 0,0 0 0 0 0,0 0 0 0 0,0 1-1 0 0,0-1 1 0 0,0 0 0 0 0,0 0 0 0 0,1 1 0 0 0,-1-1 0 0 0,0 0 0 0 0,1 0 0 0 0,12-22-2645 0 0,8-6-2267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52.55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975 1 328 0 0,'-92'105'6981'0'0,"-26"68"-5917"0"0,59-85-750 0 0,-3-3-1 0 0,-141 146 0 0 0,173-199-180 0 0,29-31-96 0 0,12-10-31 0 0,20-20-10 0 0,61-41 0 0 0,-18 16 16 0 0,-29 22 193 0 0,-44 32-161 0 0,-8 11-8 0 0,-1 0 0 0 0,0 0 0 0 0,-1-1 0 0 0,0 0 1 0 0,0 0-1 0 0,-18 13 0 0 0,-2 2 140 0 0,-208 185 941 0 0,152-136-961 0 0,83-72-126 0 0,5-5-8 0 0,10-11-2 0 0,18-18-54 0 0,9-4 34 0 0,-39 35-1 0 0,1-1-22 0 0,2-2 35 0 0,-3 3 6 0 0,-2 2-6 0 0,-48 43 18 0 0,-1-2 0 0 0,-2-2-1 0 0,-73 41 1 0 0,81-51-27 0 0,42-30-6 0 0,-3 5 3 0 0,13-11 5 0 0,137-82 8 0 0,78-20-48 0 0,-172 83 70 0 0,-50 24-39 0 0,7-9-44 0 0,-9 9 45 0 0,1 0-1 0 0,-1 0 1 0 0,0 1 0 0 0,0-1-1 0 0,0 0 1 0 0,1 1 0 0 0,-1-1-1 0 0,0 0 1 0 0,0 1 0 0 0,0-1-1 0 0,0 1 1 0 0,0-1 0 0 0,0 1-1 0 0,0-1 1 0 0,0 1 0 0 0,-1 0-1 0 0,1 0 1 0 0,0 0 0 0 0,0-1-1 0 0,0 1 1 0 0,0 0 0 0 0,0 0-1 0 0,0 1 1 0 0,0-1 0 0 0,-1 0-1 0 0,-1 1 1 0 0,-37 7-326 0 0,35-7 289 0 0,-27 10-768 0 0,0 0-3537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53.62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2 378 1524 0 0,'0'0'1252'0'0,"-2"-34"5856"0"0,2 33-6983 0 0,1 0 0 0 0,-1-1 1 0 0,0 1-1 0 0,1-1 0 0 0,-1 1 1 0 0,1 0-1 0 0,0 0 0 0 0,-1-1 1 0 0,1 1-1 0 0,0 0 1 0 0,0 0-1 0 0,-1 0 0 0 0,1-1 1 0 0,0 1-1 0 0,0 0 0 0 0,0 0 1 0 0,1 1-1 0 0,-1-1 0 0 0,0 0 1 0 0,0 0-1 0 0,0 0 1 0 0,1 1-1 0 0,1-1 0 0 0,38-14-558 0 0,-29 11 677 0 0,757-209-1575 0 0,-518 146-4576 0 0,-191 48 2846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56.14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623 882 804 0 0,'3'-16'2123'0'0,"-1"-1"1"0"0,0-32-1 0 0,-2 46-2052 0 0,1-1-1 0 0,0 0 1 0 0,-1 1 0 0 0,1-1 0 0 0,0 1 0 0 0,1-1-1 0 0,-1 1 1 0 0,1 0 0 0 0,-1-1 0 0 0,1 1-1 0 0,0 0 1 0 0,0 0 0 0 0,1 0 0 0 0,-1 1-1 0 0,0-1 1 0 0,1 0 0 0 0,0 1 0 0 0,0 0-1 0 0,0-1 1 0 0,0 1 0 0 0,3-2 0 0 0,8-4 0 0 0,1 0 0 0 0,0 1 0 0 0,18-6-1 0 0,-28 11-38 0 0,167-52 168 0 0,-115 37-188 0 0,-55 16 7 0 0,-11 8-50 0 0,-15 1 36 0 0,-1 0 1 0 0,-43 6-1 0 0,17-3-15 0 0,-694 106 605 0 0,687-116-254 0 0,57-1-340 0 0,1 0 0 0 0,0 0 0 0 0,0 0 1 0 0,0 0-1 0 0,-1 0 0 0 0,1 0 1 0 0,0 0-1 0 0,0 0 0 0 0,0 0 0 0 0,-1 0 1 0 0,1 0-1 0 0,0 0 0 0 0,0 0 0 0 0,-1 0 1 0 0,1-1-1 0 0,0 1 0 0 0,0 0 1 0 0,0 0-1 0 0,-1 0 0 0 0,1 0 0 0 0,0 0 1 0 0,0 0-1 0 0,0 0 0 0 0,0-1 0 0 0,-1 1 1 0 0,1 0-1 0 0,0 0 0 0 0,0 0 1 0 0,0 0-1 0 0,0-1 0 0 0,0 1 0 0 0,0 0 1 0 0,0 0-1 0 0,0 0 0 0 0,-1-1 0 0 0,1 1 1 0 0,0 0-1 0 0,0 0 0 0 0,0-1 0 0 0,0 1 1 0 0,0 0-1 0 0,0 0 0 0 0,0 0 1 0 0,0-1-1 0 0,0 1 0 0 0,0 0 0 0 0,0 0 1 0 0,0 0-1 0 0,0-1 0 0 0,1 1 0 0 0,-1 0 1 0 0,0 0-1 0 0,0 0 0 0 0,0-1 1 0 0,0 1-1 0 0,0 0 0 0 0,0 0 0 0 0,8-9 25 0 0,20-9-47 0 0,2 1-1 0 0,0 2 1 0 0,1 0 0 0 0,60-18-1 0 0,-30 12 22 0 0,344-121-103 0 0,-34 12 78 0 0,-355 125 41 0 0,27-13-22 0 0,-42 17 32 0 0,-20 3-30 0 0,-1 0 0 0 0,1 2 0 0 0,0 0 0 0 0,-24 9 0 0 0,9-3-4 0 0,-505 129 106 0 0,462-118-60 0 0,74-20-10 0 0,24-8 4 0 0,37-13-35 0 0,-14 6 19 0 0,0-2 1 0 0,0-3-1 0 0,73-41 1 0 0,-112 56-20 0 0,0-1 0 0 0,0 1 0 0 0,0-1 1 0 0,0 0-1 0 0,-1 0 0 0 0,0 0 0 0 0,7-11 0 0 0,-11 15 3 0 0,1 0 0 0 0,0 0 1 0 0,-1 0-1 0 0,1 0 0 0 0,-1 0 0 0 0,1 0 0 0 0,-1-1 0 0 0,0 1 0 0 0,1 0 0 0 0,-1 0 1 0 0,0 0-1 0 0,0-1 0 0 0,0 1 0 0 0,0 0 0 0 0,0 0 0 0 0,0-1 0 0 0,0 1 0 0 0,0 0 0 0 0,0 0 1 0 0,0 0-1 0 0,-1-1 0 0 0,1 1 0 0 0,-1 0 0 0 0,1 0 0 0 0,-1 0 0 0 0,1 0 0 0 0,-1 0 0 0 0,0 0 1 0 0,1 0-1 0 0,-1 0 0 0 0,0 0 0 0 0,0 0 0 0 0,0 0 0 0 0,1 0 0 0 0,-1 0 0 0 0,0 1 0 0 0,0-1 1 0 0,0 0-1 0 0,-3 0 0 0 0,-1-2 0 0 0,-1 0 1 0 0,1 1 0 0 0,-1 0-1 0 0,0 0 1 0 0,1 1-1 0 0,-9-2 1 0 0,-153-9-30 0 0,55 7 447 0 0,109 5-356 0 0,-1-5 5 0 0,2 3-104 0 0,11-3 14 0 0,52-18 148 0 0,107-27 0 0 0,-118 37-110 0 0,68-19 23 0 0,133-18 0 0 0,-216 41-26 0 0,-32 9-18 0 0,-14 14 1 0 0,-178 70-174 0 0,118-56 171 0 0,12-4 1 0 0,27-13-1 0 0,0 2 1 0 0,1 2-1 0 0,-53 33 0 0 0,83-48 8 0 0,0 1 0 0 0,0 0 0 0 0,0-1 0 0 0,0 1 0 0 0,0-1 1 0 0,0 1-1 0 0,0 0 0 0 0,0 0 0 0 0,1-1 0 0 0,-1 1 0 0 0,0 0 1 0 0,0 0-1 0 0,1 0 0 0 0,-1 0 0 0 0,1 0 0 0 0,-1 0 0 0 0,1 0 1 0 0,-1 0-1 0 0,1 0 0 0 0,0 0 0 0 0,0 0 0 0 0,-1 0 0 0 0,1 1 1 0 0,0 0-1 0 0,1-1 1 0 0,-1 0-1 0 0,1 0 1 0 0,-1 0 0 0 0,1 0 0 0 0,0 0 0 0 0,-1 0 0 0 0,1-1-1 0 0,0 1 1 0 0,0 0 0 0 0,0 0 0 0 0,0-1 0 0 0,0 1-1 0 0,0 0 1 0 0,0-1 0 0 0,0 1 0 0 0,0-1 0 0 0,0 0 0 0 0,2 1-1 0 0,8 2 3 0 0,-1 0 1 0 0,1-1-1 0 0,16 1 0 0 0,129 4 188 0 0,-19-2-79 0 0,44 17-115 0 0,-179-22 10 0 0,-1 0 0 0 0,1 0 0 0 0,0 1 0 0 0,0-1 0 0 0,0 0 1 0 0,0 1-1 0 0,-1 0 0 0 0,1-1 0 0 0,0 1 0 0 0,0 0 0 0 0,-1 0 0 0 0,1 0 0 0 0,-1 0 0 0 0,1 0 0 0 0,-1 0 0 0 0,1 0 0 0 0,-1 1 0 0 0,0-1 0 0 0,2 3 0 0 0,-2-3-4 0 0,-1 0 0 0 0,0 1 1 0 0,1-1-1 0 0,-1 0 0 0 0,0 1 0 0 0,0-1 1 0 0,0 0-1 0 0,0 0 0 0 0,0 1 0 0 0,-1-1 1 0 0,1 0-1 0 0,0 1 0 0 0,0-1 0 0 0,-1 0 1 0 0,1 0-1 0 0,-1 1 0 0 0,1-1 0 0 0,-1 0 1 0 0,0 0-1 0 0,-1 2 0 0 0,-3 4-3 0 0,-1 1 0 0 0,-1-1 0 0 0,1 0 0 0 0,-1-1-1 0 0,-12 9 1 0 0,-24 15 34 0 0,-81 43 0 0 0,-55 11 22 0 0,141-66-63 0 0,-30 12 17 0 0,-2 1 45 0 0,-106 63-1 0 0,173-92-54 0 0,0 0 0 0 0,1 0-1 0 0,-1 0 1 0 0,1 0 0 0 0,-1 0 0 0 0,1 1 0 0 0,0-1 0 0 0,0 1 0 0 0,0-1 0 0 0,0 1 0 0 0,0 0 0 0 0,1 0 0 0 0,-1 0 0 0 0,1 0 0 0 0,0 0-1 0 0,-1 3 1 0 0,2-5 4 0 0,0 0 0 0 0,0 0 0 0 0,0 0 0 0 0,1 0 0 0 0,-1 0 0 0 0,0 0 0 0 0,1 0 0 0 0,-1 0 0 0 0,1 0 0 0 0,-1 0 0 0 0,1 0 0 0 0,-1-1 0 0 0,1 1 0 0 0,0 0 0 0 0,-1 0 0 0 0,1-1 0 0 0,0 1 1 0 0,-1 0-1 0 0,1-1 0 0 0,0 1 0 0 0,0-1 0 0 0,1 1 0 0 0,19 10 44 0 0,3-5-21 0 0,-1-1 0 0 0,1-2 0 0 0,0 0-1 0 0,0-2 1 0 0,47-2 0 0 0,-53 0-13 0 0,146-5 47 0 0,225 2-14 0 0,-334 9-4 0 0,-56-2-65 0 0,1-2 22 0 0,0-1-1 0 0,0 0 1 0 0,0 1 0 0 0,0-1-1 0 0,0 0 1 0 0,0 1-1 0 0,0-1 1 0 0,0 0 0 0 0,0 1-1 0 0,0-1 1 0 0,0 0-1 0 0,0 1 1 0 0,0-1 0 0 0,0 0-1 0 0,0 1 1 0 0,0-1-1 0 0,0 0 1 0 0,-1 0 0 0 0,1 1-1 0 0,0-1 1 0 0,0 0-1 0 0,0 0 1 0 0,-1 1 0 0 0,1-1-1 0 0,0 0 1 0 0,0 0-1 0 0,-1 1 1 0 0,1-1 0 0 0,0 0-1 0 0,-31 14 10 0 0,0-1 0 0 0,-65 17-1 0 0,50-16-5 0 0,-709 159-37 0 0,656-154 103 0 0,96-19-17 0 0,6-2-46 0 0,1 0 0 0 0,-1 0-1 0 0,1 0 1 0 0,0 1 0 0 0,-1-1 0 0 0,1 1-1 0 0,0 0 1 0 0,0 0 0 0 0,0 1-1 0 0,8-2 1 0 0,8-1-3 0 0,598-109 287 0 0,-551 102-269 0 0,77-6 16 0 0,83-16 79 0 0,-221 31-112 0 0,19-5 10 0 0,-25 6-13 0 0,0 0 0 0 0,-1 0-1 0 0,1 0 1 0 0,0 0 0 0 0,0 0-1 0 0,0 0 1 0 0,0 0 0 0 0,-1-1-1 0 0,1 1 1 0 0,0 0 0 0 0,0 0-1 0 0,0 0 1 0 0,0 0 0 0 0,-1 0-1 0 0,1-1 1 0 0,0 1 0 0 0,0 0-1 0 0,0 0 1 0 0,0 0-1 0 0,0 0 1 0 0,0-1 0 0 0,0 1-1 0 0,0 0 1 0 0,0 0 0 0 0,-1 0-1 0 0,1-1 1 0 0,0 1 0 0 0,0 0-1 0 0,0 0 1 0 0,0 0 0 0 0,0-1-1 0 0,0 1 1 0 0,0 0 0 0 0,0 0-1 0 0,1 0 1 0 0,-1-1 0 0 0,0 1-1 0 0,0 0 1 0 0,0 0 0 0 0,0 0-1 0 0,0-1 1 0 0,0 1-1 0 0,0 0 1 0 0,0 0 0 0 0,0 0-1 0 0,1 0 1 0 0,-1-1 0 0 0,0 1-1 0 0,0 0 1 0 0,0 0 0 0 0,0 0-1 0 0,0 0 1 0 0,1 0 0 0 0,-1-1-1 0 0,0 1 1 0 0,0 0 0 0 0,0 0-1 0 0,1 0 1 0 0,-1 0 0 0 0,0 0-1 0 0,-4-1 2 0 0,0 0 0 0 0,-1 1 0 0 0,1-1 0 0 0,-1 1-1 0 0,1 0 1 0 0,-1 0 0 0 0,1 0 0 0 0,-1 1 0 0 0,-6 1 0 0 0,-5 1-2 0 0,-274 42-89 0 0,169-22 64 0 0,72-14 23 0 0,-344 52-8 0 0,390-60 20 0 0,20-8-10 0 0,104-35 43 0 0,16-5 0 0 0,-113 36-48 0 0,0 0 1 0 0,0-2-1 0 0,31-22 0 0 0,-37 23-46 0 0,-1-2-1 0 0,-1 0 1 0 0,0-1-1 0 0,-1-1 1 0 0,0 0-1 0 0,-2-1 1 0 0,0-1-1 0 0,-1 0 1 0 0,0 0-1 0 0,-2-1 1 0 0,0-1 0 0 0,-1 0-1 0 0,-1 0 1 0 0,-1-1-1 0 0,-1 1 1 0 0,-1-2-1 0 0,0 1 1 0 0,-2 0-1 0 0,0-1 1 0 0,-2 0-1 0 0,0 0 1 0 0,-2 1-1 0 0,0-1 1 0 0,-6-28-1 0 0,-9-13 86 0 0,-44-111 1 0 0,24 78 291 0 0,32 84-210 0 0,1 0 0 0 0,0 1 0 0 0,1-1 0 0 0,0 0 0 0 0,0-17 0 0 0,1 23-62 0 0,2 0-1 0 0,-1-1 1 0 0,1 1-1 0 0,0 0 1 0 0,0 0-1 0 0,0-1 1 0 0,1 1-1 0 0,0 0 1 0 0,0 0-1 0 0,1 1 1 0 0,5-10-1 0 0,-7 14-51 0 0,-1 1 0 0 0,1-1 0 0 0,0 1 0 0 0,0-1-1 0 0,-1 1 1 0 0,1-1 0 0 0,0 1 0 0 0,0 0 0 0 0,0-1 0 0 0,0 1 0 0 0,-1 0-1 0 0,1 0 1 0 0,0-1 0 0 0,0 1 0 0 0,0 0 0 0 0,0 0 0 0 0,0 0-1 0 0,0 0 1 0 0,0 0 0 0 0,-1 1 0 0 0,1-1 0 0 0,0 0 0 0 0,0 0-1 0 0,0 0 1 0 0,0 1 0 0 0,0-1 0 0 0,-1 1 0 0 0,1-1 0 0 0,0 0 0 0 0,1 2-1 0 0,0-1 0 0 0,4 2 0 0 0,0 0 1 0 0,-1 0 0 0 0,1 1 0 0 0,-1 0 0 0 0,1 0 0 0 0,-1 1 0 0 0,0 0 0 0 0,8 9 0 0 0,29 49 117 0 0,-31-47-107 0 0,121 225 237 0 0,-19 12-8 0 0,-31-67-41 0 0,-43-92-180 0 0,-4 2 0 0 0,29 125 0 0 0,-58-200-1179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56.47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57 71 1728 0 0,'-19'-26'3383'0'0,"13"17"-2099"0"0,0 1-1 0 0,0 0 1 0 0,-13-12 721 0 0,25 34-1534 0 0,113 289 1758 0 0,23 54-1324 0 0,-114-298-1367 0 0,2-1 0 0 0,4-2-1 0 0,74 97 1 0 0,-82-125-1285 0 0,-6-13-2191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8:58.68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221 494 140 0 0,'-19'-36'2129'0'0,"-132"-283"8705"0"0,119 231-8731 0 0,18 54-1886 0 0,14 32-206 0 0,-5-12 126 0 0,196 580 530 0 0,52-20 507 0 0,-198-462-1074 0 0,-3-7 949 0 0,62 159 0 0 0,-77-171 1862 0 0,-25-63-2702 0 0,0 1-1 0 0,-1-1 1 0 0,0 1-1 0 0,1-1 1 0 0,-1 1-1 0 0,0-1 0 0 0,0 1 1 0 0,0 0-1 0 0,0 2 1 0 0,1 2 89 0 0,-1-6-254 0 0,0 3-80 0 0,1 1 32 0 0,-1-1 0 0 0,0 0-1 0 0,0 1 1 0 0,-1-1 0 0 0,1 9 0 0 0,5 25-9 0 0,5-5 40 0 0,1 0 0 0 0,19 33 0 0 0,-13-27-197 0 0,16 38 108 0 0,-31-72 63 0 0,10 29 21 0 0,-6-13-13 0 0,-2 1-4 0 0,2 0 0 0 0,1-1 1 0 0,1 0-1 0 0,0-1 1 0 0,14 22-1 0 0,7 13 0 0 0,-25-48 5 0 0,-1-2 1 0 0,0 0 1 0 0,0 0-1 0 0,-1 1 1 0 0,4 8-1 0 0,-6-13 17 0 0,-1-1-27 0 0,0 0 0 0 0,0 0 0 0 0,0 0 0 0 0,0 1 0 0 0,0-1 1 0 0,0 0-1 0 0,0 0 0 0 0,0 0 0 0 0,0 1 0 0 0,0-1 0 0 0,0 0 0 0 0,0 0 0 0 0,0 0 0 0 0,0 1 1 0 0,1-1-1 0 0,-1 0 0 0 0,0 0 0 0 0,0 0 0 0 0,0 0 0 0 0,0 1 0 0 0,0-1 0 0 0,0 0 0 0 0,1 0 1 0 0,-1 0-1 0 0,0 0 0 0 0,0 0 0 0 0,0 0 0 0 0,0 0 0 0 0,1 0 0 0 0,-1 1 0 0 0,0-1 0 0 0,0 0 0 0 0,0 0 1 0 0,1 0-1 0 0,-1 0 0 0 0,0 0 0 0 0,0 0 0 0 0,0 0 0 0 0,1 0 0 0 0,-1 0 0 0 0,0 0 0 0 0,0 0 1 0 0,0 0-1 0 0,1 0 0 0 0,-1 0 0 0 0,0 0 0 0 0,0-1 0 0 0,0 1 0 0 0,0 0 0 0 0,1 0 0 0 0,-1 0 1 0 0,0 0-1 0 0,0 0 0 0 0,0 0 0 0 0,0 0 0 0 0,1-1 0 0 0,-1 1 0 0 0,0 0 0 0 0,0 0 0 0 0,0 0 0 0 0,0 0 1 0 0,0-1-1 0 0,4-10 1 0 0,-4 9-21 0 0,-1-10-345 0 0,-1 7 155 0 0,-1 0-1 0 0,1-1 1 0 0,-1 1-1 0 0,-1 0 1 0 0,1 1-1 0 0,-1-1 1 0 0,0 1-1 0 0,0-1 0 0 0,0 1 1 0 0,0 0-1 0 0,-8-4 1 0 0,-10-8-404 0 0,-31-15 1 0 0,11 6 258 0 0,-172-137-314 0 0,89 63 625 0 0,122 97 43 0 0,-10-7 28 0 0,-22-23-1 0 0,33 30-25 0 0,4 4-1 0 0,-1-1-1 0 0,0 0 0 0 0,0 0 1 0 0,1 0-1 0 0,-1 0 0 0 0,0 0 1 0 0,1 0-1 0 0,-1 0 1 0 0,1 0-1 0 0,-1 0 0 0 0,3 0 1 0 0,2 3 1 0 0,104 66 102 0 0,126 108 1 0 0,-158-110-73 0 0,-2 3 1 0 0,-4 4-1 0 0,84 111 1 0 0,-137-160-10 0 0,0 2 1 0 0,16 33 0 0 0,-34-57-7 0 0,0-3-15 0 0,-1 1 0 0 0,1-1 0 0 0,-1 0 0 0 0,0 0 0 0 0,0 1 0 0 0,0-1 0 0 0,0 0 0 0 0,0 1 0 0 0,0-1 1 0 0,0 0-1 0 0,0 0 0 0 0,0 1 0 0 0,-1 0 0 0 0,1-2-2 0 0,0 1 1 0 0,-1-1-1 0 0,1 0 1 0 0,0 1-1 0 0,0-1 0 0 0,-1 0 1 0 0,1 0-1 0 0,0 1 1 0 0,0-1-1 0 0,-1 0 0 0 0,1 0 1 0 0,0 1-1 0 0,-1-1 1 0 0,1 0-1 0 0,0 0 1 0 0,-1 0-1 0 0,1 0 0 0 0,0 0 1 0 0,-1 0-1 0 0,1 1 1 0 0,0-1-1 0 0,-1 0 0 0 0,1 0 1 0 0,0 0-1 0 0,-1 0 1 0 0,0 0-1 0 0,-16-7 28 0 0,8-1-33 0 0,1 0 1 0 0,0 0-1 0 0,0 0 1 0 0,1-1 0 0 0,0-1-1 0 0,1 1 1 0 0,0-1 0 0 0,1 0-1 0 0,-6-13 1 0 0,-1 0 1 0 0,-2-4-4 0 0,-155-277-75 0 0,128 229-44 0 0,40 74 115 0 0,17 24-4 0 0,28 49 48 0 0,75 93-1 0 0,-84-118 5 0 0,-106-115-28 0 0,-101-119-63 0 0,118 123 24 0 0,-46-73 0 0 0,86 116 52 0 0,2 0 0 0 0,0-1 0 0 0,-16-44 1 0 0,23 51-16 0 0,1 0 1 0 0,1 0 0 0 0,0 0 0 0 0,1 0 0 0 0,1 0 0 0 0,0-1-1 0 0,3-21 1 0 0,0-4 4 0 0,-1 27-14 0 0,0 0-1 0 0,-1 0 1 0 0,0 0-1 0 0,-1 0 1 0 0,-1 0 0 0 0,0 0-1 0 0,-1 0 1 0 0,0 1-1 0 0,-1-1 1 0 0,-1 1-1 0 0,0 0 1 0 0,-1 0-1 0 0,0 0 1 0 0,-15-20 0 0 0,-75-92-54 0 0,43 59 238 0 0,20 19 212 0 0,32 46-347 0 0,-6-7-75 0 0,16 11 23 0 0,0 1 0 0 0,-1 0 1 0 0,1 0-1 0 0,-1 1 0 0 0,14 10 0 0 0,41 37-18 0 0,-39-31 28 0 0,45 41 11 0 0,-3 4 1 0 0,-3 2 0 0 0,92 129-1 0 0,-132-164-229 0 0,-2 1 0 0 0,32 70 0 0 0,-43-80-1347 0 0,11 44 1 0 0,-16-47-1330 0 0,-1 0 0 0 0,1 34-1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00.42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0 116 996 0 0,'9'-32'5729'0'0,"9"-25"-1394"0"0,-17 55-4078 0 0,3-15 1027 0 0,-4 17-1265 0 0,0 0 1 0 0,0-1-1 0 0,0 1 1 0 0,1 0-1 0 0,-1-1 1 0 0,0 1-1 0 0,0 0 1 0 0,0 0-1 0 0,0-1 0 0 0,0 1 1 0 0,0 0-1 0 0,0-1 1 0 0,0 1-1 0 0,1 0 1 0 0,-1 0-1 0 0,0-1 0 0 0,0 1 1 0 0,0 0-1 0 0,1 0 1 0 0,-1 0-1 0 0,0-1 1 0 0,0 1-1 0 0,0 0 0 0 0,1 0 1 0 0,-1 0-1 0 0,0 0 1 0 0,0-1-1 0 0,1 1 1 0 0,-1 0-1 0 0,0 0 1 0 0,1 0-1 0 0,-1 0 0 0 0,0 0 1 0 0,0 0-1 0 0,1 0 1 0 0,-1 0-1 0 0,0 0 1 0 0,1 0-1 0 0,-1 0 0 0 0,0 0 1 0 0,1 0-1 0 0,-1 0 1 0 0,0 0-1 0 0,0 0 1 0 0,1 0-1 0 0,-1 0 1 0 0,0 1-1 0 0,0-1 0 0 0,1 0 1 0 0,-1 0-1 0 0,0 0 1 0 0,0 0-1 0 0,1 1 1 0 0,-1-1-1 0 0,0 0 0 0 0,0 0 1 0 0,1 0-1 0 0,-1 1 1 0 0,0-1-1 0 0,0 0 1 0 0,0 0-1 0 0,0 1 1 0 0,0-1-1 0 0,1 0 0 0 0,-1 0 1 0 0,0 1-1 0 0,46 68 613 0 0,-15-30-309 0 0,-20-26-248 0 0,83 105 191 0 0,-44-45 428 0 0,-33-50-501 0 0,15 17 609 0 0,1-7-529 0 0,-32-32-276 0 0,21 19 56 0 0,-12-12-34 0 0,-9-7-7 0 0,4 7 132 0 0,-3-7-7 0 0,-1 0 0 0 0,1 0-1 0 0,-1 1 1 0 0,0-1-1 0 0,1 1 1 0 0,-1-1 0 0 0,0 1-1 0 0,0-1 1 0 0,0 1-1 0 0,1 3 1 0 0,-2-4-134 0 0,17 24 68 0 0,-9-13-14 0 0,-7-11-11 0 0,6 9 162 0 0,-5-8-9 0 0,-6-12-480 0 0,-5-19-4073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01.20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 19 996 0 0,'-1'-18'12094'0'0,"14"40"-11252"0"0,0 1 0 0 0,18 46-1 0 0,-12-25-440 0 0,5 2-137 0 0,1-1 0 0 0,33 41 0 0 0,-31-46-100 0 0,37 49 135 0 0,-26-34-188 0 0,12 18 81 0 0,-49-72-144 0 0,11 17 326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6:09:1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26013,'2099'4798'0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1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64 0 0,'-7'6'12564'0'0,"10"-2"-12279"0"0,1-1 0 0 0,-1 0 0 0 0,1 1 0 0 0,0-2 0 0 0,0 1 0 0 0,0 0 0 0 0,0-1 0 0 0,0 0 0 0 0,1 0 0 0 0,-1 0 0 0 0,1-1 0 0 0,-1 1 0 0 0,1-1 0 0 0,5 1 0 0 0,11 1-448 0 0,41 1 0 0 0,-35-4 348 0 0,40-2-2631 0 0,-24-4-3951 0 0,-26 3 882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5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11 660 0 0,'0'0'3574'0'0,"0"-10"-5174"0"0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5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1 877 1752 0 0,'0'18'5350'0'0,"5"32"-1"0"0,-3-40-4169 0 0,0-1 0 0 0,0 1 1 0 0,1-1-1 0 0,8 16 0 0 0,-10-23-1110 0 0,0-1-1 0 0,0 1 1 0 0,0-1-1 0 0,0 1 1 0 0,0-1-1 0 0,1 0 1 0 0,-1 1-1 0 0,0-1 1 0 0,1 0-1 0 0,-1 0 1 0 0,1 0-1 0 0,-1 0 1 0 0,1 0-1 0 0,0-1 1 0 0,0 1-1 0 0,-1 0 1 0 0,1-1-1 0 0,0 1 1 0 0,0-1-1 0 0,-1 0 1 0 0,1 1-1 0 0,0-1 1 0 0,0 0-1 0 0,0 0 1 0 0,0 0-1 0 0,-1-1 1 0 0,1 1-1 0 0,0 0 1 0 0,0-1-1 0 0,0 1 1 0 0,-1-1-1 0 0,3 0 1 0 0,5-2 20 0 0,-1 0 1 0 0,1-1-1 0 0,-1 0 0 0 0,15-10 0 0 0,1-4-32 0 0,0 0 0 0 0,-2-2 0 0 0,0-1 0 0 0,36-45 0 0 0,65-107-23 0 0,-87 118-30 0 0,15-21-6 0 0,24-36 16 0 0,116-136 0 0 0,-148 199-30 0 0,-27 28-1 0 0,2 0 0 0 0,0 2 1 0 0,1 0-1 0 0,1 1 0 0 0,27-18 0 0 0,-46 35 15 0 0,0 0 0 0 0,0 0 0 0 0,0 1 0 0 0,0-1 0 0 0,0 0 0 0 0,0 1 0 0 0,1-1 0 0 0,-1 1 0 0 0,0 0 0 0 0,0-1 0 0 0,0 1 0 0 0,1 0 0 0 0,-1 0 0 0 0,0-1 0 0 0,1 1-1 0 0,-1 0 1 0 0,0 0 0 0 0,0 0 0 0 0,1 1 0 0 0,-1-1 0 0 0,0 0 0 0 0,2 1 0 0 0,-2 0 0 0 0,0-1 0 0 0,0 1 1 0 0,-1 0-1 0 0,1 0 0 0 0,0 0 0 0 0,-1 0 0 0 0,1 0 0 0 0,0 0 0 0 0,-1 0 0 0 0,1 0 0 0 0,-1 0 1 0 0,1 0-1 0 0,-1 0 0 0 0,0 0 0 0 0,1 0 0 0 0,-1 1 0 0 0,0-1 0 0 0,0 2 0 0 0,1 6 1 0 0,-2 1-1 0 0,1-1 0 0 0,-1 0 0 0 0,-3 15 0 0 0,-89 282 98 0 0,18-69 7 0 0,54-152-270 0 0,-20 170-1 0 0,41-254 88 0 0,-2 14-720 0 0,1-1 0 0 0,-5 18 1 0 0,5-28-129 0 0,-1-1 1 0 0,1 1-1 0 0,-1 0 1 0 0,1-1 0 0 0,-1 1-1 0 0,0-1 1 0 0,-4 5-1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6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94 2952 0 0,'-47'-44'12872'0'0,"47"44"-12803"0"0,0 0-1 0 0,-1-1 0 0 0,1 1 1 0 0,0 0-1 0 0,-1-1 0 0 0,1 1 1 0 0,0-1-1 0 0,-1 1 1 0 0,1 0-1 0 0,0-1 0 0 0,0 1 1 0 0,0-1-1 0 0,-1 1 1 0 0,1-1-1 0 0,0 1 0 0 0,0 0 1 0 0,0-1-1 0 0,0 1 0 0 0,0-1 1 0 0,0 1-1 0 0,0-1 1 0 0,0 1-1 0 0,0-1 0 0 0,0 1 1 0 0,0-1-1 0 0,0 1 1 0 0,0-1-1 0 0,0 1 0 0 0,0-1 1 0 0,0 1-1 0 0,1 0 0 0 0,-1-1 1 0 0,1 0-1 0 0,0 0 28 0 0,0-1 0 0 0,0 1 0 0 0,1 0 0 0 0,-1 0 0 0 0,0 0 0 0 0,1 0 0 0 0,-1 0 0 0 0,1 0 0 0 0,3-1 0 0 0,38-9 376 0 0,-42 10-390 0 0,25-3-338 0 0,0 1 0 0 0,0 1-1 0 0,-1 1 1 0 0,1 1 0 0 0,42 5-1 0 0,-43-1-2191 0 0,-1 1 0 0 0,0 1 0 0 0,29 12 0 0 0,-27-8-3481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6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 1844 0 0,'2'0'2751'0'0,"1"2"-2019"0"0,-1-2-397 0 0,-1 0 0 0 0,0 0-1 0 0,0 0 1 0 0,0 1 0 0 0,0-1 0 0 0,1 0 0 0 0,-1 1 0 0 0,0-1 0 0 0,0 1-1 0 0,0 0 1 0 0,0-1 0 0 0,0 1 0 0 0,0 0 0 0 0,0 0 0 0 0,0-1 0 0 0,-1 1-1 0 0,1 0 1 0 0,0 0 0 0 0,0 0 0 0 0,-1 0 0 0 0,1 0 0 0 0,0 0 0 0 0,-1 0 0 0 0,1 0-1 0 0,-1 0 1 0 0,0 1 0 0 0,1-1 0 0 0,-1 0 0 0 0,0 0 0 0 0,1 0 0 0 0,-1 0-1 0 0,0 1 1 0 0,0-1 0 0 0,0 0 0 0 0,0 0 0 0 0,0 0 0 0 0,-1 3 0 0 0,-8 21 531 0 0,-1 0 1 0 0,-1 0 0 0 0,0-1 0 0 0,-23 33 0 0 0,-19 39-601 0 0,48-86-651 0 0,-26 64-1083 0 0,22-34-1958 0 0,8-35 1817 0 0,1 1 0 0 0,0-1 0 0 0,0 1 0 0 0,1 10 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6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265 145 932 0 0,'9'-24'4921'0'0,"-1"0"1"0"0,9-44-1 0 0,-14 53-3307 0 0,-3 14-1517 0 0,0 1 1 0 0,1 0 0 0 0,-1-1 0 0 0,0 1 0 0 0,0 0 0 0 0,0-1 0 0 0,0 1 0 0 0,0-1-1 0 0,1 1 1 0 0,-1-1 0 0 0,0 1 0 0 0,0-1 0 0 0,0 1 0 0 0,0 0 0 0 0,0-1 0 0 0,0 1-1 0 0,-1-1 1 0 0,1 1 0 0 0,0-1 0 0 0,0 1 0 0 0,0 0 0 0 0,0-1 0 0 0,0 1 0 0 0,-1-1-1 0 0,1 1 1 0 0,0 0 0 0 0,0-1 0 0 0,-1 1 0 0 0,1 0 0 0 0,0-1 0 0 0,-1 0 0 0 0,-11 7 630 0 0,-13 20-511 0 0,-33 67 230 0 0,4 4-1 0 0,-42 105 1 0 0,83-171-1090 0 0,-18 62-1 0 0,28-78-1544 0 0,0 1 0 0 0,1-1 0 0 0,-1 24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7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87 181 2360 0 0,'2'-16'1999'0'0,"-1"1"-265"0"0,0 1 0 0 0,1 0 0 0 0,5-15 0 0 0,-6 25-1514 0 0,1-1-1 0 0,-1 1 1 0 0,1 0-1 0 0,0 0 1 0 0,1 0 0 0 0,-1 0-1 0 0,1 0 1 0 0,-1 0-1 0 0,1 1 1 0 0,0-1 0 0 0,1 1-1 0 0,-1 0 1 0 0,7-5-1 0 0,-1 3-90 0 0,0 0 0 0 0,0 1 0 0 0,0 0 0 0 0,0 0 0 0 0,1 1 0 0 0,0 0 0 0 0,-1 1-1 0 0,1 0 1 0 0,0 1 0 0 0,0 0 0 0 0,0 0 0 0 0,0 1 0 0 0,19 2 0 0 0,-19-1-97 0 0,0 1 1 0 0,0 0-1 0 0,0 0 1 0 0,0 1-1 0 0,-1 0 1 0 0,0 1 0 0 0,1 0-1 0 0,-1 0 1 0 0,0 1-1 0 0,-1 0 1 0 0,1 1-1 0 0,-1 0 1 0 0,14 13 0 0 0,-20-17-19 0 0,0 0 1 0 0,0 1 0 0 0,0 0-1 0 0,0-1 1 0 0,0 1 0 0 0,-1 0-1 0 0,1 0 1 0 0,-1 0 0 0 0,0 0-1 0 0,0 0 1 0 0,0 0 0 0 0,0 0-1 0 0,-1 0 1 0 0,1 0 0 0 0,-1 0-1 0 0,1 0 1 0 0,-2 7 0 0 0,1-5 1 0 0,-1 0-1 0 0,-1 1 1 0 0,1-1 0 0 0,-1 0 0 0 0,0 0 0 0 0,0 0 0 0 0,-1 0 0 0 0,1 0 0 0 0,-6 7 0 0 0,-5 4 8 0 0,0 0-1 0 0,-1-1 0 0 0,-1-1 1 0 0,-22 17-1 0 0,15-14 8 0 0,-41 21-1 0 0,39-24 14 0 0,-32 24-1 0 0,55-37-52 0 0,0-1 10 0 0,1 1 0 0 0,0-1 0 0 0,0 0-1 0 0,0 1 1 0 0,0-1 0 0 0,0 0 0 0 0,0 1 0 0 0,-1-1 0 0 0,1 1 0 0 0,0-1-1 0 0,0 0 1 0 0,0 1 0 0 0,0-1 0 0 0,0 1 0 0 0,0-1 0 0 0,1 0 0 0 0,-1 1 0 0 0,0-1-1 0 0,0 1 1 0 0,0-1 0 0 0,0 0 0 0 0,1 1 0 0 0,15 7 169 0 0,-1 0 0 0 0,1 0 0 0 0,-1 1 1 0 0,-1 1-1 0 0,0 1 0 0 0,0 0 0 0 0,21 23 0 0 0,-18-14 87 0 0,-1 1-1 0 0,-1 0 0 0 0,-1 1 0 0 0,-1 1 0 0 0,16 37 0 0 0,-28-57-146 0 0,1 1-1 0 0,-1 0 0 0 0,0 0 1 0 0,-1 0-1 0 0,1-1 0 0 0,-1 1 1 0 0,1 0-1 0 0,-1 0 0 0 0,0 0 1 0 0,-1 0-1 0 0,1 0 0 0 0,-1 0 1 0 0,0 0-1 0 0,0 0 0 0 0,0-1 1 0 0,-2 7-1 0 0,0-5 50 0 0,0 1-1 0 0,-1-1 1 0 0,1 0 0 0 0,-1 0 0 0 0,0 0 0 0 0,0-1 0 0 0,-1 1-1 0 0,1-1 1 0 0,-9 6 0 0 0,1-2 81 0 0,-1 0 0 0 0,1-1 0 0 0,-1-1 0 0 0,0 0 0 0 0,-1-1 0 0 0,0 0 0 0 0,0-1 0 0 0,-18 3 0 0 0,15-4-29 0 0,-1-1-1 0 0,1-1 1 0 0,0-1 0 0 0,-33-4 0 0 0,43 4-476 0 0,0-2 0 0 0,0 1 0 0 0,1-1 0 0 0,-1 0 0 0 0,1 0 0 0 0,-1-1 0 0 0,1 0 0 0 0,0 0 0 0 0,0 0 1 0 0,0-1-1 0 0,1 0 0 0 0,-1 0 0 0 0,1 0 0 0 0,0-1 0 0 0,-6-6 0 0 0,9 9-248 0 0,1-1 1 0 0,-1 1 0 0 0,1 0-1 0 0,0-1 1 0 0,0 1 0 0 0,0-1-1 0 0,0 1 1 0 0,-1-4 0 0 0,1-11-6072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449 139 1784 0 0,'0'-16'2248'0'0,"-1"-1"0"0"0,-3-21 0 0 0,4 34-2049 0 0,-1-1 1 0 0,0 1 0 0 0,0 0-1 0 0,-1 0 1 0 0,1 0 0 0 0,-1 1-1 0 0,0-1 1 0 0,0 0 0 0 0,0 1-1 0 0,-1-1 1 0 0,1 1-1 0 0,-1-1 1 0 0,1 1 0 0 0,-6-4-1 0 0,6 6-163 0 0,-1 0 0 0 0,0 0 0 0 0,0 0 0 0 0,0 0-1 0 0,0 0 1 0 0,0 1 0 0 0,0-1 0 0 0,0 1 0 0 0,0 0 0 0 0,0 0-1 0 0,0 0 1 0 0,0 0 0 0 0,0 1 0 0 0,0-1 0 0 0,0 1-1 0 0,0 0 1 0 0,0-1 0 0 0,0 2 0 0 0,0-1 0 0 0,-3 2-1 0 0,-10 5 85 0 0,0 1 1 0 0,1 1-1 0 0,0 1 0 0 0,0 0 0 0 0,1 0 0 0 0,-16 18 0 0 0,-3 7 184 0 0,-30 43 1 0 0,37-44-125 0 0,-27 49 0 0 0,44-67-126 0 0,1 0 0 0 0,1 0-1 0 0,0 0 1 0 0,1 1-1 0 0,-5 28 1 0 0,10-41-43 0 0,0 0 0 0 0,1-1 0 0 0,-1 1 0 0 0,1 0 0 0 0,0-1 0 0 0,1 1 0 0 0,-1-1 0 0 0,1 1 0 0 0,0 0 0 0 0,0-1 0 0 0,0 0 0 0 0,1 1 0 0 0,0-1 0 0 0,-1 0 0 0 0,2 1 0 0 0,-1-1 0 0 0,0 0-1 0 0,1-1 1 0 0,0 1 0 0 0,-1 0 0 0 0,2-1 0 0 0,-1 1 0 0 0,0-1 0 0 0,1 0 0 0 0,5 4 0 0 0,-4-4-6 0 0,0-1 0 0 0,0 1 0 0 0,0-1 0 0 0,1 0 0 0 0,-1 0 0 0 0,1 0 0 0 0,-1-1 0 0 0,1 0 0 0 0,0 0 0 0 0,0 0 0 0 0,-1-1 1 0 0,1 0-1 0 0,0 0 0 0 0,0 0 0 0 0,-1-1 0 0 0,1 0 0 0 0,0 0 0 0 0,-1 0 0 0 0,1-1 0 0 0,6-2 0 0 0,0-2-5 0 0,0 0 0 0 0,0-1 0 0 0,0-1-1 0 0,-1 1 1 0 0,0-2 0 0 0,-1 0 0 0 0,1 0 0 0 0,-2-1 0 0 0,0 0 0 0 0,12-15 0 0 0,6-15 66 0 0,36-70 0 0 0,-23 37 499 0 0,-33 59-415 0 0,-6 12-124 0 0,1-1 1 0 0,-1 0 0 0 0,0 1 0 0 0,1 0 0 0 0,-1-1 0 0 0,1 1 0 0 0,0 0 0 0 0,0 0-1 0 0,0 0 1 0 0,3-3 0 0 0,-3 4 10 0 0,8 18 49 0 0,-7 7-15 0 0,0 1-1 0 0,-2 29 1 0 0,3 36-79 0 0,-3-81-294 0 0,1 0 1 0 0,0 0-1 0 0,0-1 0 0 0,1 1 1 0 0,0-1-1 0 0,0 1 1 0 0,8 12-1 0 0,-10-19 114 0 0,0 0 1 0 0,0 0 0 0 0,1 0-1 0 0,-1-1 1 0 0,0 1-1 0 0,1 0 1 0 0,0 0-1 0 0,-1-1 1 0 0,1 1-1 0 0,0-1 1 0 0,0 0-1 0 0,0 1 1 0 0,0-1-1 0 0,0 0 1 0 0,0 0-1 0 0,0 0 1 0 0,0-1-1 0 0,0 1 1 0 0,1 0-1 0 0,-1-1 1 0 0,0 1-1 0 0,3-1 1 0 0,-1 0-34 0 0,0-1 0 0 0,-1 1 0 0 0,1-1 1 0 0,0 0-1 0 0,-1 0 0 0 0,1 0 0 0 0,0-1 0 0 0,-1 1 0 0 0,0-1 1 0 0,1 0-1 0 0,-1 0 0 0 0,4-3 0 0 0,6-6-3 0 0,1-1 0 0 0,-2 0 1 0 0,1-1-1 0 0,14-21 0 0 0,87-125 5512 0 0,-112 156-5198 0 0,0 0 0 0 0,0 1 0 0 0,1-1 0 0 0,-1 1 0 0 0,1-1 0 0 0,-1 1 0 0 0,1 0 1 0 0,0 0-1 0 0,0 0 0 0 0,-1 1 0 0 0,1-1 0 0 0,1 1 0 0 0,-1-1 0 0 0,0 1 0 0 0,0 0 0 0 0,0 0 0 0 0,1 1 1 0 0,-1-1-1 0 0,0 1 0 0 0,1-1 0 0 0,-1 1 0 0 0,1 0 0 0 0,-1 0 0 0 0,0 1 0 0 0,1-1 0 0 0,3 2 1 0 0,-1 0 11 0 0,0 0 1 0 0,0 0-1 0 0,-1 1 1 0 0,1 0-1 0 0,-1 0 1 0 0,0 1 0 0 0,0-1-1 0 0,0 1 1 0 0,0 0-1 0 0,-1 1 1 0 0,1-1 0 0 0,-1 1-1 0 0,6 8 1 0 0,-4-4-34 0 0,0 0 0 0 0,-1 1 0 0 0,0-1 0 0 0,0 1 1 0 0,-1 0-1 0 0,0 0 0 0 0,-1 0 0 0 0,0 1 0 0 0,2 14 1 0 0,-4-18 0 0 0,-1 0 0 0 0,1 1 0 0 0,-2-1 1 0 0,1 1-1 0 0,-1-1 0 0 0,0 1 0 0 0,-1-1 1 0 0,0 0-1 0 0,0 0 0 0 0,0 0 0 0 0,-1 0 1 0 0,0 0-1 0 0,-7 12 0 0 0,9-18-59 0 0,1-1 0 0 0,0 1 0 0 0,-1-1 0 0 0,1 1 0 0 0,-1 0 0 0 0,1-1 0 0 0,0 1 0 0 0,-1-1 0 0 0,1 1 0 0 0,-1-1 0 0 0,1 1 0 0 0,-1-1 0 0 0,0 0 0 0 0,1 1 0 0 0,-1-1 0 0 0,1 0 0 0 0,-2 1 1 0 0,-5-6 143 0 0,2-15-63 0 0,5 6-93 0 0,1 0 0 0 0,1 0 0 0 0,1 1 0 0 0,0-1 0 0 0,1 0 0 0 0,0 1 0 0 0,1 0 0 0 0,0 0 0 0 0,1 0 1 0 0,1 1-1 0 0,0-1 0 0 0,0 2 0 0 0,1-1 0 0 0,18-18 0 0 0,-19 22-1 0 0,1 0-1 0 0,0 0 1 0 0,0 1-1 0 0,1 0 1 0 0,0 1-1 0 0,0 0 1 0 0,1 0-1 0 0,0 1 1 0 0,0 0 0 0 0,0 1-1 0 0,0 0 1 0 0,1 1-1 0 0,0 0 1 0 0,0 0-1 0 0,-1 1 1 0 0,1 1-1 0 0,0 0 1 0 0,23 0 0 0 0,-28 2 4 0 0,-1 0 0 0 0,1 0 0 0 0,0 1 0 0 0,0-1 0 0 0,0 1 1 0 0,-1 1-1 0 0,1-1 0 0 0,-1 1 0 0 0,1 0 0 0 0,-1 0 0 0 0,0 0 1 0 0,0 1-1 0 0,-1 0 0 0 0,1 0 0 0 0,-1 0 0 0 0,0 1 0 0 0,0-1 1 0 0,0 1-1 0 0,0 0 0 0 0,-1 0 0 0 0,5 9 0 0 0,-3-4 19 0 0,-1 0-1 0 0,0 1 1 0 0,-1-1 0 0 0,0 1-1 0 0,0 0 1 0 0,-1 0-1 0 0,-1 0 1 0 0,0 0-1 0 0,0 0 1 0 0,-2 21 0 0 0,-1-17-198 0 0,0 0-234 0 0,1 0-1 0 0,1 24 0 0 0,0-36 15 0 0,0 0-1 0 0,0-1 1 0 0,1 1 0 0 0,-1 0 0 0 0,1 0-1 0 0,-1-1 1 0 0,1 1 0 0 0,0 0-1 0 0,0-1 1 0 0,0 1 0 0 0,1-1 0 0 0,-1 1-1 0 0,1-1 1 0 0,-1 0 0 0 0,1 0 0 0 0,0 1-1 0 0,0-1 1 0 0,0 0 0 0 0,0-1 0 0 0,3 3-1 0 0,7 3-4485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8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307 435 1080 0 0,'14'-14'2202'0'0,"-1"0"-1"0"0,0-1 1 0 0,0-1 0 0 0,-2 0-1 0 0,20-34 1 0 0,-30 48-1507 0 0,-5 2-452 0 0,-2 2-187 0 0,0 0 1 0 0,0 0-1 0 0,0 0 0 0 0,0 1 0 0 0,0-1 1 0 0,1 1-1 0 0,-1 1 0 0 0,1-1 1 0 0,-5 5-1 0 0,-51 45 131 0 0,39-32-128 0 0,-10 8-7 0 0,-6 4 6 0 0,1 2-1 0 0,2 1 0 0 0,-52 67 0 0 0,84-97-49 0 0,0-1 1 0 0,0 1-1 0 0,0 0 0 0 0,0 0 0 0 0,1 0 0 0 0,0 0 0 0 0,-2 11 1 0 0,3-16-7 0 0,1 0 1 0 0,0 1-1 0 0,0-1 1 0 0,0 1-1 0 0,0-1 1 0 0,0 1-1 0 0,0-1 0 0 0,0 1 1 0 0,0-1-1 0 0,0 1 1 0 0,1-1-1 0 0,-1 0 1 0 0,1 1-1 0 0,-1-1 1 0 0,1 1-1 0 0,0-1 1 0 0,-1 0-1 0 0,1 1 1 0 0,0-1-1 0 0,0 0 1 0 0,0 0-1 0 0,0 0 1 0 0,0 0-1 0 0,0 0 1 0 0,0 0-1 0 0,0 0 0 0 0,0 0 1 0 0,0 0-1 0 0,1 0 1 0 0,-1-1-1 0 0,0 1 1 0 0,1 0-1 0 0,-1-1 1 0 0,0 1-1 0 0,1-1 1 0 0,-1 0-1 0 0,1 1 1 0 0,1-1-1 0 0,7 1 2 0 0,1 0 1 0 0,-1-1-1 0 0,0 0 0 0 0,1-1 1 0 0,-1 0-1 0 0,0-1 0 0 0,0 0 1 0 0,0 0-1 0 0,0-1 0 0 0,0-1 0 0 0,0 1 1 0 0,-1-2-1 0 0,0 1 0 0 0,0-1 1 0 0,0 0-1 0 0,12-11 0 0 0,7-6-73 0 0,-1-1-1 0 0,-2-2 0 0 0,34-40 1 0 0,-16 11-209 0 0,73-119 0 0 0,15-73 19 0 0,-119 220 351 0 0,-5 11-18 0 0,0 1 0 0 0,12-20-1 0 0,-18 33-45 0 0,-12 6 38 0 0,7-1-52 0 0,1-1 0 0 0,-1 1-1 0 0,1 1 1 0 0,0-1 0 0 0,0 0-1 0 0,0 1 1 0 0,1 0-1 0 0,-4 9 1 0 0,0-1 1 0 0,-27 56-361 0 0,4 2-1 0 0,2 0 0 0 0,4 2 0 0 0,-16 82 0 0 0,34-120-1919 0 0,3-11-2080 0 0,2-9-909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9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581 112 1024 0 0,'5'-6'1032'0'0,"-1"0"-1"0"0,0 0 0 0 0,0-1 1 0 0,0 0-1 0 0,-1 0 1 0 0,0 0-1 0 0,-1 0 1 0 0,1-1-1 0 0,-1 1 0 0 0,-1-1 1 0 0,2-8-1 0 0,-3 15-965 0 0,0 0 1 0 0,0 0-1 0 0,-1 1 0 0 0,1-1 0 0 0,0 0 0 0 0,0 0 1 0 0,0 0-1 0 0,-1 1 0 0 0,1-1 0 0 0,0 0 0 0 0,-1 1 1 0 0,1-1-1 0 0,-1 0 0 0 0,1 1 0 0 0,-1-1 0 0 0,1 0 1 0 0,-1 1-1 0 0,1-1 0 0 0,-1 1 0 0 0,1-1 0 0 0,-1 1 1 0 0,0-1-1 0 0,1 1 0 0 0,-1 0 0 0 0,0-1 0 0 0,0 1 1 0 0,1 0-1 0 0,-1-1 0 0 0,0 1 0 0 0,-1 0 0 0 0,-1-1 20 0 0,1 1 0 0 0,-1-1-1 0 0,0 1 1 0 0,0 0-1 0 0,1 0 1 0 0,-1 0 0 0 0,-4 1-1 0 0,-8 3 199 0 0,1 0 0 0 0,-1 1-1 0 0,1 0 1 0 0,-25 14 0 0 0,-51 37 409 0 0,80-49-620 0 0,-35 24 257 0 0,1 1 1 0 0,-60 60-1 0 0,79-66-223 0 0,1 0 0 0 0,1 2 0 0 0,2 0 1 0 0,-35 61-1 0 0,50-77-76 0 0,0 1 0 0 0,1 0 1 0 0,0 0-1 0 0,1 0 0 0 0,1 1 1 0 0,0-1-1 0 0,-2 23 0 0 0,4-29-16 0 0,1 1-1 0 0,0-1 1 0 0,1 0-1 0 0,0 1 0 0 0,0-1 1 0 0,0 1-1 0 0,1-1 0 0 0,0 0 1 0 0,0 0-1 0 0,1 0 1 0 0,0 0-1 0 0,0 0 0 0 0,1 0 1 0 0,0-1-1 0 0,7 10 1 0 0,-3-7-3 0 0,0-1 0 0 0,1 0 1 0 0,-1-1-1 0 0,1 0 1 0 0,1 0-1 0 0,0-1 0 0 0,-1 0 1 0 0,2-1-1 0 0,-1 0 1 0 0,1-1-1 0 0,-1 0 0 0 0,1 0 1 0 0,0-1-1 0 0,1-1 1 0 0,-1 0-1 0 0,20 1 0 0 0,-14-2-548 0 0,0-1 0 0 0,0-1 0 0 0,0 0 0 0 0,24-6-1 0 0,-22 2-1589 0 0,-2 0-1 0 0,1-1 0 0 0,31-15 0 0 0,-17 4-4822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0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363 165 1376 0 0,'12'-23'2695'0'0,"-1"-2"-1"0"0,-1 0 1 0 0,12-43-1 0 0,-22 67-2649 0 0,1 1-1 0 0,-1-1 1 0 0,0 0-1 0 0,0 0 0 0 0,1 0 1 0 0,-1 1-1 0 0,0-1 1 0 0,0 0-1 0 0,0 0 1 0 0,0 0-1 0 0,0 0 0 0 0,0 0 1 0 0,0 1-1 0 0,0-1 1 0 0,-1 0-1 0 0,1 0 0 0 0,0 0 1 0 0,0 0-1 0 0,-1 1 1 0 0,1-1-1 0 0,0 0 0 0 0,-1 0 1 0 0,1 1-1 0 0,-1-1 1 0 0,1 0-1 0 0,-2-1 0 0 0,1 2-19 0 0,0 0 0 0 0,0 0 0 0 0,0 0 0 0 0,0 0-1 0 0,0 0 1 0 0,0 0 0 0 0,-1 0 0 0 0,1 0-1 0 0,0 0 1 0 0,0 0 0 0 0,0 1 0 0 0,0-1-1 0 0,0 0 1 0 0,0 1 0 0 0,0-1 0 0 0,0 1-1 0 0,-1 0 1 0 0,-8 4 34 0 0,1 1-1 0 0,-15 13 0 0 0,24-19-53 0 0,-47 43 110 0 0,3 2 1 0 0,2 1-1 0 0,2 3 0 0 0,-39 60 0 0 0,14-5-4 0 0,60-94-91 0 0,0 0 0 0 0,0 1 0 0 0,1-1 0 0 0,1 1 0 0 0,0 0 0 0 0,0 0 0 0 0,1 1 0 0 0,-1 17 0 0 0,3-26-12 0 0,0 0 0 0 0,0 0 0 0 0,0-1-1 0 0,0 1 1 0 0,1 0 0 0 0,-1-1 0 0 0,1 1 0 0 0,0 0 0 0 0,0-1 0 0 0,0 1 0 0 0,0-1-1 0 0,0 1 1 0 0,0-1 0 0 0,1 0 0 0 0,2 4 0 0 0,-2-4-3 0 0,0-1 0 0 0,-1 1 0 0 0,1-1 0 0 0,0 0 0 0 0,0 0-1 0 0,0 0 1 0 0,0 0 0 0 0,0 0 0 0 0,0 0 0 0 0,0-1 0 0 0,0 1 0 0 0,0 0 0 0 0,1-1 0 0 0,-1 0 0 0 0,4 1 0 0 0,0-2 1 0 0,0 1 0 0 0,0-1 1 0 0,1 0-1 0 0,-1-1 0 0 0,0 1 1 0 0,0-1-1 0 0,-1 0 1 0 0,1-1-1 0 0,0 1 0 0 0,-1-1 1 0 0,1 0-1 0 0,7-7 0 0 0,2-3-5 0 0,0 0 0 0 0,-2-1 0 0 0,0-1 0 0 0,0 0 0 0 0,19-32-1 0 0,41-88-22 0 0,-70 130 22 0 0,102-223 1308 0 0,-188 471-923 0 0,78-226-368 0 0,1-1 0 0 0,1 1 1 0 0,-2 21-1 0 0,4-31-7 0 0,1 0 0 0 0,0 0-1 0 0,0 0 1 0 0,1 0 0 0 0,0 0 0 0 0,0 0-1 0 0,1 0 1 0 0,-1 0 0 0 0,2 0 0 0 0,3 9 0 0 0,-5-14-4 0 0,1 1 0 0 0,-1-1 0 0 0,1 0 0 0 0,-1 0 0 0 0,1 0 0 0 0,0 0 0 0 0,0 0 0 0 0,0 0 0 0 0,0 0 0 0 0,0-1 0 0 0,0 1 0 0 0,1-1 0 0 0,-1 1 0 0 0,0-1 0 0 0,1 0 0 0 0,-1 0 0 0 0,4 1 0 0 0,-1-1 0 0 0,0 0-1 0 0,-1-1 0 0 0,1 1 0 0 0,0-1 0 0 0,-1 0 0 0 0,1-1 1 0 0,0 1-1 0 0,-1-1 0 0 0,7-1 0 0 0,0-1 0 0 0,0-1 1 0 0,0 0-1 0 0,-1-1 1 0 0,0 0-1 0 0,0 0 0 0 0,0-1 1 0 0,14-11-1 0 0,-5-1-2 0 0,0 0-1 0 0,-1-1 1 0 0,-2-1 0 0 0,1-1-1 0 0,-2-1 1 0 0,17-31 0 0 0,-14 19-6 0 0,-2-2 0 0 0,0 0 1 0 0,15-61-1 0 0,-26 81 6 0 0,-3 8-29 0 0,0 0 0 0 0,0 0 0 0 0,-1 1 0 0 0,1-16 0 0 0,-23 37-9 0 0,19-12 33 0 0,-1 1 1 0 0,1 0 0 0 0,0 0-1 0 0,0 1 1 0 0,0-1-1 0 0,0 0 1 0 0,1 1-1 0 0,0-1 1 0 0,-1 1-1 0 0,1-1 1 0 0,0 1 0 0 0,1 0-1 0 0,-1-1 1 0 0,1 1-1 0 0,-1 0 1 0 0,1 0-1 0 0,0-1 1 0 0,1 1-1 0 0,-1 0 1 0 0,1 0 0 0 0,-1-1-1 0 0,1 1 1 0 0,0 0-1 0 0,1-1 1 0 0,-1 1-1 0 0,4 5 1 0 0,-2-4 4 0 0,0 0 1 0 0,1 0 0 0 0,0 0-1 0 0,-1-1 1 0 0,2 0-1 0 0,-1 0 1 0 0,0 0 0 0 0,1 0-1 0 0,0-1 1 0 0,0 0-1 0 0,0 0 1 0 0,0 0 0 0 0,1 0-1 0 0,-1-1 1 0 0,1 0-1 0 0,7 2 1 0 0,9 1 10 0 0,0-2-1 0 0,1 0 1 0 0,0-2 0 0 0,0 0-1 0 0,-1-2 1 0 0,1 0 0 0 0,0-2-1 0 0,-1 0 1 0 0,1-2 0 0 0,21-6 0 0 0,9 2 396 0 0,-51 8-316 0 0,2 4-54 0 0,-4-3-39 0 0,0 0 0 0 0,0 0 0 0 0,0 0 0 0 0,1 0 0 0 0,-1 0 0 0 0,0 0 0 0 0,0 0 0 0 0,0 1 0 0 0,1-1 0 0 0,-1 0 0 0 0,0 0 0 0 0,0 0 0 0 0,0 0 0 0 0,0 0 0 0 0,0 0 0 0 0,1 1 0 0 0,-1-1 0 0 0,0 0 0 0 0,0 0 0 0 0,0 0 0 0 0,0 0 0 0 0,0 1 0 0 0,0-1 0 0 0,1 0 0 0 0,-1 0 0 0 0,0 0 0 0 0,0 1 0 0 0,0-1 0 0 0,0 0-1 0 0,0 0 1 0 0,0 0 0 0 0,0 1 0 0 0,0-1 0 0 0,0 0 0 0 0,0 0 0 0 0,0 0 0 0 0,0 1 0 0 0,0-1 0 0 0,-84 101 122 0 0,61-75-96 0 0,0 1-1 0 0,1 0 0 0 0,2 2 1 0 0,-23 42-1 0 0,41-67-20 0 0,1 0 0 0 0,-1-1 1 0 0,1 1-1 0 0,-1 0 0 0 0,1 0 0 0 0,0 0 1 0 0,1 0-1 0 0,-1 0 0 0 0,1 0 0 0 0,0 0 0 0 0,0 0 1 0 0,0 0-1 0 0,0 0 0 0 0,1 0 0 0 0,-1 0 0 0 0,1 0 1 0 0,0 0-1 0 0,2 4 0 0 0,-1-5 2 0 0,0 1 0 0 0,0-1 0 0 0,0 0 0 0 0,0 0 0 0 0,1-1 0 0 0,-1 1 0 0 0,1 0 0 0 0,0-1-1 0 0,-1 0 1 0 0,1 1 0 0 0,1-1 0 0 0,-1 0 0 0 0,0-1 0 0 0,0 1 0 0 0,1-1 0 0 0,-1 1 0 0 0,1-1 0 0 0,-1 0 0 0 0,8 1 0 0 0,2 0 1 0 0,2 0 0 0 0,-1-2 0 0 0,0 1 0 0 0,0-2 0 0 0,0 0 0 0 0,0-1 0 0 0,0 0 0 0 0,-1-1 0 0 0,1 0 1 0 0,0-1-1 0 0,-1-1 0 0 0,17-8 0 0 0,-3-1-3 0 0,0 0 1 0 0,0-2-1 0 0,-2-1 0 0 0,37-32 1 0 0,-13 2 62 0 0,-2-2 1 0 0,67-92-1 0 0,-112 139-50 0 0,0 0 0 0 0,-1 0 0 0 0,1 0 0 0 0,0 0 0 0 0,-1-1 0 0 0,0 1 0 0 0,0 0 0 0 0,0-1 0 0 0,0 1 0 0 0,0-1 0 0 0,0 1 0 0 0,0-1 0 0 0,-1 0 0 0 0,1 1 0 0 0,-1-4 0 0 0,0 6-17 0 0,-1 0 0 0 0,1-1 0 0 0,0 1 0 0 0,-1 0 0 0 0,1 0 0 0 0,-1 0 0 0 0,1 0 1 0 0,0 0-1 0 0,-1 0 0 0 0,1 0 0 0 0,-1 0 0 0 0,1 0 0 0 0,0 0 0 0 0,-1 0 0 0 0,1 0 0 0 0,-1 0 1 0 0,1 0-1 0 0,0 0 0 0 0,-1 1 0 0 0,1-1 0 0 0,0 0 0 0 0,-1 0 0 0 0,1 0 0 0 0,0 0 0 0 0,-1 1 1 0 0,1-1-1 0 0,0 0 0 0 0,-1 1 0 0 0,-11 6 25 0 0,-13 12 53 0 0,0 2 1 0 0,2 1-1 0 0,1 1 1 0 0,1 0 0 0 0,0 2-1 0 0,-30 49 1 0 0,46-65-58 0 0,0 0 1 0 0,0 1-1 0 0,1-1 0 0 0,1 1 1 0 0,0 0-1 0 0,0 0 0 0 0,1 0 1 0 0,0 0-1 0 0,0 15 1 0 0,2-20-12 0 0,0 0-1 0 0,0 0 1 0 0,1-1 0 0 0,0 1 0 0 0,0 0 0 0 0,0 0 0 0 0,0-1 0 0 0,1 1 0 0 0,0-1 0 0 0,0 1-1 0 0,0-1 1 0 0,0 0 0 0 0,1 0 0 0 0,0 0 0 0 0,0 0 0 0 0,0 0 0 0 0,0-1 0 0 0,1 1 0 0 0,-1-1 0 0 0,1 0-1 0 0,0 0 1 0 0,4 3 0 0 0,1-1-131 0 0,0 0 0 0 0,0-1 0 0 0,1 0 0 0 0,0-1 0 0 0,-1 0 0 0 0,1 0 0 0 0,0-1 0 0 0,0 0 0 0 0,1-1 0 0 0,-1 0 0 0 0,0-1 0 0 0,18-1 0 0 0,-1-2-2111 0 0,0-1 0 0 0,-1-1 0 0 0,42-14 0 0 0,-13 1-5042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128 260 224 0 0,'-1'-2'2552'0'0,"-2"-8"14"0"0,-6-16 4858 0 0,2 11-4962 0 0,9 16-2229 0 0,9 1-98 0 0,-1 1 0 0 0,1-1 0 0 0,0-1-1 0 0,0 0 1 0 0,0 0 0 0 0,0-2-1 0 0,0 1 1 0 0,0-1 0 0 0,0 0 0 0 0,0-1-1 0 0,-1-1 1 0 0,1 0 0 0 0,0 0-1 0 0,-1-1 1 0 0,0 0 0 0 0,11-6 0 0 0,-14 6-117 0 0,0-1 1 0 0,-1 1-1 0 0,0-1 1 0 0,0 0 0 0 0,0 0-1 0 0,-1-1 1 0 0,0 0-1 0 0,0 0 1 0 0,0 0 0 0 0,5-10-1 0 0,-7 11-13 0 0,0 0 0 0 0,0-1 0 0 0,-1 1 0 0 0,0-1 0 0 0,0 1 0 0 0,0-1-1 0 0,-1 0 1 0 0,0 0 0 0 0,0 0 0 0 0,0 0 0 0 0,-1 0 0 0 0,0 0 0 0 0,0 0 0 0 0,-1-6 0 0 0,0 11-8 0 0,1-1 0 0 0,0 1 0 0 0,-1 0 0 0 0,1 0 0 0 0,-1 0 1 0 0,1-1-1 0 0,-1 1 0 0 0,1 0 0 0 0,-1 0 0 0 0,0 0 0 0 0,0 0 1 0 0,1 0-1 0 0,-1 0 0 0 0,0 0 0 0 0,0 0 0 0 0,0 0 0 0 0,0 1 0 0 0,0-1 1 0 0,0 0-1 0 0,0 0 0 0 0,-1 1 0 0 0,1-1 0 0 0,0 1 0 0 0,0-1 1 0 0,0 1-1 0 0,-1 0 0 0 0,1-1 0 0 0,0 1 0 0 0,0 0 0 0 0,-1 0 0 0 0,1 0 1 0 0,0 0-1 0 0,-1 0 0 0 0,1 0 0 0 0,0 0 0 0 0,-3 1 0 0 0,-2 0-2 0 0,1 0-1 0 0,-1 1 1 0 0,0-1-1 0 0,0 1 1 0 0,0 1-1 0 0,-10 5 1 0 0,-4 5-4 0 0,0 1 1 0 0,0 2-1 0 0,1-1 1 0 0,1 2 0 0 0,-24 29-1 0 0,15-13 11 0 0,2 1 0 0 0,-30 52 1 0 0,46-70 6 0 0,1-1 1 0 0,1 2 0 0 0,0-1 0 0 0,1 1-1 0 0,0 0 1 0 0,-4 26 0 0 0,9-38-5 0 0,0-1 0 0 0,1 0 1 0 0,-1 0-1 0 0,1 0 0 0 0,0 1 1 0 0,1-1-1 0 0,-1 0 0 0 0,1 0 0 0 0,-1 0 1 0 0,1 0-1 0 0,1 0 0 0 0,-1 0 1 0 0,0 0-1 0 0,1 0 0 0 0,0 0 1 0 0,0 0-1 0 0,0-1 0 0 0,0 1 1 0 0,1-1-1 0 0,-1 1 0 0 0,1-1 1 0 0,0 0-1 0 0,0 0 0 0 0,0 0 0 0 0,0-1 1 0 0,1 1-1 0 0,-1-1 0 0 0,1 0 1 0 0,-1 0-1 0 0,1 0 0 0 0,0 0 1 0 0,7 2-1 0 0,4 0-116 0 0,1 0-1 0 0,-1-1 1 0 0,1 0 0 0 0,-1-2-1 0 0,1 0 1 0 0,0 0 0 0 0,0-1 0 0 0,0-2-1 0 0,16-2 1 0 0,-7 0-633 0 0,-1-2 1 0 0,0-1-1 0 0,-1 0 1 0 0,1-2-1 0 0,24-13 0 0 0,-22 7-1417 0 0,0-1 0 0 0,40-32 0 0 0,-35 22-1462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94 581 536 0 0,'3'-5'1413'0'0,"0"0"0"0"0,-1 0 0 0 0,1-1 0 0 0,-1 1-1 0 0,0 0 1 0 0,0-1 0 0 0,-1 0 0 0 0,1-8 0 0 0,12 20-825 0 0,-11-3-490 0 0,0 1 0 0 0,-1 0 0 0 0,1-1 0 0 0,-1 1 0 0 0,0 0 0 0 0,0 1 1 0 0,0-1-1 0 0,0 0 0 0 0,0 5 0 0 0,2 2 50 0 0,2 2-51 0 0,-2 0 1 0 0,0 0-1 0 0,0 1 0 0 0,-1 0 0 0 0,-1-1 0 0 0,0 1 0 0 0,-1 0 0 0 0,0 0 0 0 0,-2 0 0 0 0,-2 27 1 0 0,0-30-37 0 0,1 0 1 0 0,-1 0 0 0 0,-1 0 0 0 0,0 0 0 0 0,-1-1-1 0 0,0 0 1 0 0,0 1 0 0 0,-1-2 0 0 0,-1 1 0 0 0,1-1-1 0 0,-1 0 1 0 0,-1 0 0 0 0,-14 13 0 0 0,14-15-30 0 0,1-1 84 0 0,0 0 0 0 0,0 0 0 0 0,0 0 1 0 0,0-1-1 0 0,-1 0 0 0 0,0 0 0 0 0,-14 5 0 0 0,22-10-112 0 0,-1 0-1 0 0,1 0 0 0 0,0 0 1 0 0,0 0-1 0 0,-1 0 1 0 0,1 0-1 0 0,0 1 0 0 0,-1-1 1 0 0,1-1-1 0 0,0 1 1 0 0,0 0-1 0 0,-1 0 0 0 0,1 0 1 0 0,0 0-1 0 0,-1 0 1 0 0,1 0-1 0 0,0 0 0 0 0,0 0 1 0 0,-1 0-1 0 0,1 0 1 0 0,0-1-1 0 0,0 1 0 0 0,-1 0 1 0 0,1 0-1 0 0,0 0 1 0 0,0 0-1 0 0,0-1 0 0 0,-1 1 1 0 0,1 0-1 0 0,0 0 0 0 0,0-1 1 0 0,0 1-1 0 0,0 0 1 0 0,-1 0-1 0 0,1-1 0 0 0,0 1 1 0 0,0 0-1 0 0,0 0 1 0 0,0-1-1 0 0,0 1 0 0 0,0 0 1 0 0,0-1-1 0 0,0 1 1 0 0,0 0-1 0 0,0 0 0 0 0,0-1 1 0 0,0 1-1 0 0,0 0 1 0 0,0-1-1 0 0,0 1 0 0 0,0 0 1 0 0,0 0-1 0 0,0-1 0 0 0,1 1 1 0 0,3-15 25 0 0,-4 14-27 0 0,6-14 7 0 0,1 0 0 0 0,1 0-1 0 0,0 1 1 0 0,1 0-1 0 0,0 0 1 0 0,13-13 0 0 0,70-70-41 0 0,-77 83 32 0 0,228-187-81 0 0,-130 113 119 0 0,-111 87-11 0 0,-5 3-11 0 0,-11 8-8 0 0,-19 16-11 0 0,-5 8 18 0 0,-54 63 1 0 0,74-76-5 0 0,1 2 0 0 0,1 0-1 0 0,1 0 1 0 0,-19 42-1 0 0,32-60-4 0 0,0 0 0 0 0,1 0 0 0 0,-1 0 0 0 0,1 0 0 0 0,0 0 0 0 0,0 1 0 0 0,0-1 0 0 0,1 0 0 0 0,0 1 0 0 0,0-1 0 0 0,0 1 0 0 0,1-1 0 0 0,0 0-1 0 0,2 9 1 0 0,-2-10-2 0 0,1 0-1 0 0,0 0 1 0 0,0-1-1 0 0,0 1 1 0 0,0 0-1 0 0,0-1 1 0 0,1 1-1 0 0,0-1 1 0 0,0 0-1 0 0,0 0 1 0 0,0 0-1 0 0,0-1 1 0 0,0 1-1 0 0,1-1 1 0 0,-1 1-1 0 0,1-1 1 0 0,0 0-1 0 0,7 3 1 0 0,5 0-128 0 0,0 0 0 0 0,0-1 0 0 0,1-1 0 0 0,-1-1 0 0 0,1 0 0 0 0,-1-1 0 0 0,1-1 0 0 0,0 0 0 0 0,0-1 0 0 0,-1-1 0 0 0,1 0 0 0 0,-1-2 0 0 0,0 0 0 0 0,30-11 0 0 0,-23 5-242 0 0,-1-1-1 0 0,0 0 0 0 0,-1-2 1 0 0,0 0-1 0 0,-1-1 0 0 0,0-1 0 0 0,-2-1 1 0 0,1-1-1 0 0,23-29 0 0 0,-12 7-1 0 0,-2-1-1 0 0,-1-1 1 0 0,-3-2 0 0 0,-1 0-1 0 0,23-63 1 0 0,-18 27 1424 0 0,-3-1 1 0 0,18-111 0 0 0,-40 175-632 0 0,4-36 886 0 0,-7 50-1084 0 0,-2 4-100 0 0,-1 0 0 0 0,0 0 0 0 0,1 0 0 0 0,-1 1 0 0 0,1-1 0 0 0,0 1 0 0 0,0-1 0 0 0,0 1 0 0 0,0 0 0 0 0,0 0 0 0 0,1 0 0 0 0,-3 4 0 0 0,-14 44 830 0 0,13-37-678 0 0,-40 119 966 0 0,6 1 0 0 0,-26 169 0 0 0,53-185-1078 0 0,11-104-144 0 0,2 0 0 0 0,-1 0 0 0 0,2-1 0 0 0,0 1 0 0 0,0-1 0 0 0,7 22 0 0 0,-8-32-63 0 0,0 0 0 0 0,0 0 0 0 0,1 0 0 0 0,-1 0 0 0 0,1 0 0 0 0,-1-1 0 0 0,1 1-1 0 0,0-1 1 0 0,0 1 0 0 0,0-1 0 0 0,1 1 0 0 0,-1-1 0 0 0,0 0 0 0 0,1 0 0 0 0,-1 0 0 0 0,1-1 0 0 0,0 1 0 0 0,0-1 0 0 0,-1 1 0 0 0,1-1-1 0 0,0 0 1 0 0,5 1 0 0 0,-5-1-225 0 0,1-1 1 0 0,-1 0-1 0 0,1 0 0 0 0,0 0 0 0 0,-1-1 0 0 0,1 1 0 0 0,-1-1 0 0 0,1 0 0 0 0,-1 0 1 0 0,1 0-1 0 0,-1-1 0 0 0,0 1 0 0 0,0-1 0 0 0,1 0 0 0 0,-1 1 0 0 0,0-2 0 0 0,-1 1 1 0 0,1 0-1 0 0,4-5 0 0 0,3-2-1399 0 0,-1-1 0 0 0,-1 0-1 0 0,0-1 1 0 0,9-15 0 0 0,-2-1-4094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2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185 112 1508 0 0,'-74'-28'8952'0'0,"-34"-15"-462"0"0,106 42-8252 0 0,3 0-204 0 0,0 0 0 0 0,1 0 1 0 0,-1 0-1 0 0,0 0 1 0 0,1 0-1 0 0,-1 0 0 0 0,1 0 1 0 0,-1 1-1 0 0,1-1 0 0 0,-1 0 1 0 0,1 1-1 0 0,0 0 1 0 0,-1-1-1 0 0,1 1 0 0 0,0 0 1 0 0,2 0-1 0 0,-2-1-20 0 0,72-10-921 0 0,134-5 1 0 0,-114 17-2969 0 0,-1 4-3316 0 0,-75-3 2688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2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17 64 0 0,'-10'13'5540'0'0,"5"-5"-4877"0"0,0 0 1 0 0,1 1-1 0 0,0 0 1 0 0,0 0-1 0 0,0 0 1 0 0,2 0-1 0 0,-1 1 1 0 0,1-1-1 0 0,0 1 1 0 0,0 17-1 0 0,1 9 234 0 0,7 60-1 0 0,0-4-394 0 0,-5-22 576 0 0,-2-69-1025 0 0,1 1 1 0 0,0-1-1 0 0,0 0 0 0 0,0 1 1 0 0,-1-1-1 0 0,1 0 1 0 0,-1 1-1 0 0,1-1 0 0 0,-1 0 1 0 0,0 0-1 0 0,1 1 1 0 0,-1-1-1 0 0,-1 1 0 0 0,1-1-26 0 0,1-1-1 0 0,0 1 0 0 0,-1-1 0 0 0,1 0 0 0 0,-1 1 0 0 0,1-1 0 0 0,-1 0 0 0 0,1 0 0 0 0,-1 1 1 0 0,0-1-1 0 0,1 0 0 0 0,-1 0 0 0 0,1 0 0 0 0,-1 0 0 0 0,1 0 0 0 0,-1 0 0 0 0,0 0 1 0 0,1 0-1 0 0,-1 0 0 0 0,1 0 0 0 0,-2 0 0 0 0,1 0-8 0 0,0-1 0 0 0,0 1 0 0 0,0-1 0 0 0,-1 0 0 0 0,1 1 0 0 0,0-1-1 0 0,0 0 1 0 0,0 0 0 0 0,1 1 0 0 0,-1-1 0 0 0,0 0 0 0 0,0 0 0 0 0,0 0 0 0 0,1 0 0 0 0,-1 0 0 0 0,0 0 0 0 0,1 0 0 0 0,-1 0 0 0 0,1-1-1 0 0,-1 1 1 0 0,1 0 0 0 0,0 0 0 0 0,-1 0 0 0 0,1 0 0 0 0,0-3 0 0 0,0-8-5 0 0,0 0 0 0 0,1 0 0 0 0,0 0 1 0 0,1 0-1 0 0,1 0 0 0 0,0 1 0 0 0,0-1 0 0 0,1 1 0 0 0,1-1 1 0 0,-1 1-1 0 0,2 0 0 0 0,0 1 0 0 0,0 0 0 0 0,1 0 0 0 0,9-11 1 0 0,2-1-19 0 0,1 2 0 0 0,1 1 0 0 0,0 0 1 0 0,2 1-1 0 0,35-22 0 0 0,-17 15-97 0 0,2 2 0 0 0,75-29-1 0 0,-113 50-311 0 0,0 0 0 0 0,1 1 0 0 0,-1 0 0 0 0,0 0 1 0 0,1 0-1 0 0,-1 1 0 0 0,8-1 0 0 0,5 3-6380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12 1244 0 0,'-15'22'10080'0'0,"10"-16"-9467"0"0,0 0-1 0 0,1 0 0 0 0,0 0 1 0 0,0 1-1 0 0,0 0 0 0 0,1 0 1 0 0,-3 8-1 0 0,5-12-560 0 0,1 0 0 0 0,-1 0 0 0 0,0 0 0 0 0,1-1 0 0 0,0 1 0 0 0,0 0 0 0 0,0 0 0 0 0,0 0 0 0 0,0 0 0 0 0,0 0 0 0 0,1 0 0 0 0,-1 0 0 0 0,1 0 0 0 0,0 0 0 0 0,0-1 0 0 0,0 1 0 0 0,0 0 0 0 0,1 0 0 0 0,-1-1 0 0 0,1 1 0 0 0,0-1 0 0 0,2 3 0 0 0,-3-3-23 0 0,1 0 1 0 0,-1 1-1 0 0,1-1 1 0 0,0 0-1 0 0,0-1 1 0 0,0 1-1 0 0,0 0 1 0 0,1-1-1 0 0,-1 1 0 0 0,0-1 1 0 0,1 1-1 0 0,-1-1 1 0 0,1 0-1 0 0,-1 0 1 0 0,1 0-1 0 0,4 0 1 0 0,-6-1-23 0 0,1 0 0 0 0,-1 0-1 0 0,1 0 1 0 0,-1-1 0 0 0,1 1 0 0 0,-1 0 0 0 0,0-1 0 0 0,1 0 0 0 0,-1 1 0 0 0,0-1 0 0 0,1 0 0 0 0,-1 1 0 0 0,0-1 0 0 0,0 0 0 0 0,1 0 0 0 0,-1 0 0 0 0,0 0 0 0 0,0 0 0 0 0,0 0 0 0 0,0 0 0 0 0,-1-1-1 0 0,1 1 1 0 0,0 0 0 0 0,0-1 0 0 0,-1 1 0 0 0,1 0 0 0 0,-1-1 0 0 0,1-1 0 0 0,11-39 42 0 0,-10 31-51 0 0,0 0 0 0 0,-2 0-1 0 0,0-15 1 0 0,0 22-5 0 0,0-1-1 0 0,-1 1 1 0 0,1 0 0 0 0,-1-1 0 0 0,0 1 0 0 0,-1 0 0 0 0,1 0 0 0 0,-1 0-1 0 0,0 0 1 0 0,0 0 0 0 0,-2-3 0 0 0,3 6 4 0 0,0 0 0 0 0,0 0 1 0 0,0 1-1 0 0,0-1 0 0 0,0 1 0 0 0,0-1 0 0 0,0 1 0 0 0,0-1 1 0 0,-1 1-1 0 0,1-1 0 0 0,0 1 0 0 0,0 0 0 0 0,0 0 0 0 0,0 0 1 0 0,-1 0-1 0 0,1 0 0 0 0,0 0 0 0 0,0 0 0 0 0,0 0 0 0 0,-1 0 1 0 0,1 0-1 0 0,-1 1 0 0 0,-28 9-13 0 0,10 2 42 0 0,0 1 0 0 0,1 1-1 0 0,1 1 1 0 0,0 0 0 0 0,0 1-1 0 0,2 1 1 0 0,0 1-1 0 0,1 0 1 0 0,1 1 0 0 0,-14 26-1 0 0,23-38 0 0 0,1 0 0 0 0,1 1-1 0 0,-1 0 1 0 0,1 0 0 0 0,0 0-1 0 0,1 0 1 0 0,0 0 0 0 0,1 0-1 0 0,-1 1 1 0 0,1 8 0 0 0,1-14-96 0 0,0 1 0 0 0,0-1 0 0 0,1 0 0 0 0,0 1 0 0 0,-1-1 0 0 0,1 0 0 0 0,0 0 0 0 0,0 0 0 0 0,1 1 0 0 0,-1-1 0 0 0,1 0 0 0 0,0-1 1 0 0,-1 1-1 0 0,1 0 0 0 0,0 0 0 0 0,1-1 0 0 0,-1 1 0 0 0,0-1 0 0 0,1 0 0 0 0,-1 0 0 0 0,1 0 0 0 0,0 0 0 0 0,0 0 0 0 0,0 0 0 0 0,0-1 0 0 0,0 1 0 0 0,5 0 1 0 0,-1 1-501 0 0,1-1 1 0 0,0 0 0 0 0,0 0 0 0 0,0-1 0 0 0,0 0 0 0 0,0-1 0 0 0,0 0 0 0 0,0 0 0 0 0,0-1 0 0 0,0 1 0 0 0,0-2-1 0 0,0 1 1 0 0,0-1 0 0 0,0-1 0 0 0,-1 1 0 0 0,1-1 0 0 0,-1-1 0 0 0,13-6 0 0 0,6-7-2756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3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89 214 2432 0 0,'39'-72'5435'0'0,"-24"46"-1738"0"0,16-36 0 0 0,-23 54-2673 0 0,-8 8-989 0 0,0 0 0 0 0,0 0 0 0 0,1 0 0 0 0,-1 0 0 0 0,0 0 0 0 0,0 1 0 0 0,1-1 0 0 0,-1 0 0 0 0,0 0 0 0 0,0 0 0 0 0,0 0 0 0 0,1 1 0 0 0,-1-1 0 0 0,0 0 0 0 0,0 0 0 0 0,0 1 0 0 0,0-1 0 0 0,0 0 0 0 0,1 0 0 0 0,-1 1 0 0 0,0-1 0 0 0,0 0 0 0 0,0 0 0 0 0,0 1 0 0 0,0-1 0 0 0,0 0 0 0 0,0 0 0 0 0,0 1 0 0 0,0-1 0 0 0,0 0 0 0 0,0 0 0 0 0,0 1 0 0 0,0-1 0 0 0,0 0 0 0 0,0 0 0 0 0,0 1 0 0 0,0-1 1 0 0,0 0-1 0 0,-1 0 0 0 0,1 1 0 0 0,0-1 0 0 0,0 0 0 0 0,0 1 0 0 0,-12 48 1066 0 0,-2-1 0 0 0,-36 86 1 0 0,26-74-785 0 0,21-53-269 0 0,1-1 0 0 0,-1 1-1 0 0,0-1 1 0 0,0 0 0 0 0,-1 0 0 0 0,0 0-1 0 0,0-1 1 0 0,0 1 0 0 0,-1-1 0 0 0,0 0-1 0 0,-5 5 1 0 0,7-9 22 0 0,-12-6 33 0 0,14 4-101 0 0,0 1 0 0 0,0-1 1 0 0,1 0-1 0 0,-1 1 1 0 0,0-1-1 0 0,1 0 0 0 0,-1 1 1 0 0,1-1-1 0 0,-1 0 0 0 0,1 1 1 0 0,0-1-1 0 0,-1 0 1 0 0,1 0-1 0 0,-1 0 0 0 0,1 0 1 0 0,0 1-1 0 0,0-1 1 0 0,0 0-1 0 0,-1 0 0 0 0,1 0 1 0 0,0-1-1 0 0,0 0 4 0 0,-2-6-6 0 0,0-1 0 0 0,1 0 1 0 0,0 0-1 0 0,1 0 0 0 0,0 1 0 0 0,0-1 0 0 0,1 0 0 0 0,0 0 0 0 0,3-13 0 0 0,1 5-14 0 0,0 0 0 0 0,1 0 0 0 0,14-27-1 0 0,-15 35-2 0 0,0 0 0 0 0,1 0 0 0 0,0 0-1 0 0,0 1 1 0 0,1 0 0 0 0,0 1 0 0 0,1-1-1 0 0,0 1 1 0 0,0 1 0 0 0,0-1 0 0 0,1 1-1 0 0,12-6 1 0 0,-16 10 12 0 0,0-1 0 0 0,-1 2 0 0 0,1-1-1 0 0,0 0 1 0 0,0 1 0 0 0,0 0 0 0 0,0 0-1 0 0,1 1 1 0 0,-1-1 0 0 0,0 1 0 0 0,0 0-1 0 0,0 1 1 0 0,0-1 0 0 0,1 1 0 0 0,-1 0 0 0 0,0 0-1 0 0,0 1 1 0 0,0-1 0 0 0,-1 1 0 0 0,1 0-1 0 0,0 0 1 0 0,-1 1 0 0 0,1 0 0 0 0,-1-1-1 0 0,0 1 1 0 0,6 6 0 0 0,-3-3 4 0 0,-1 1 1 0 0,0 0-1 0 0,0 0 0 0 0,-1 0 1 0 0,0 1-1 0 0,0 0 0 0 0,-1 0 1 0 0,0 0-1 0 0,0 0 0 0 0,-1 1 1 0 0,0-1-1 0 0,-1 1 0 0 0,0 0 1 0 0,0 0-1 0 0,0 0 0 0 0,-1 9 1 0 0,0-6 15 0 0,-1-1 0 0 0,-1 1 1 0 0,0-1-1 0 0,-1 0 0 0 0,0 1 1 0 0,0-1-1 0 0,-1 0 0 0 0,0 0 1 0 0,-1 0-1 0 0,-1-1 0 0 0,-10 20 1 0 0,14-29-13 0 0,1-1 0 0 0,0 1 1 0 0,0-1-1 0 0,-1 1 0 0 0,1-1 0 0 0,0 1 1 0 0,-1-1-1 0 0,1 0 0 0 0,-1 1 1 0 0,1-1-1 0 0,-1 1 0 0 0,1-1 0 0 0,-1 0 1 0 0,1 1-1 0 0,-1-1 0 0 0,1 0 1 0 0,-1 0-1 0 0,1 1 0 0 0,-1-1 0 0 0,1 0 1 0 0,-1 0-1 0 0,1 0 0 0 0,-1 0 1 0 0,0 0-1 0 0,1 0 0 0 0,-1 0 0 0 0,0 0 1 0 0,0 0-4 0 0,1 0 1 0 0,-1 0-1 0 0,1-1 1 0 0,-1 1-1 0 0,0 0 1 0 0,1 0-1 0 0,-1-1 1 0 0,1 1-1 0 0,-1-1 1 0 0,1 1-1 0 0,-1 0 1 0 0,1-1-1 0 0,-1 1 1 0 0,1-1-1 0 0,0 1 1 0 0,-1-1-1 0 0,1 1 1 0 0,0-1 0 0 0,-1 1-1 0 0,1-1 1 0 0,0 0-1 0 0,-1 1 1 0 0,1-1-1 0 0,0 1 1 0 0,0-1-1 0 0,0 0 1 0 0,0 1-1 0 0,0-1 1 0 0,0 0-1 0 0,0 1 1 0 0,0-1-1 0 0,0 1 1 0 0,0-1-1 0 0,0 0 1 0 0,0 1-1 0 0,0-1 1 0 0,1 0-1 0 0,-1-1 4 0 0,1-10-9 0 0,0 0 0 0 0,1 0 1 0 0,0 0-1 0 0,1 0 0 0 0,0 1 0 0 0,1-1 1 0 0,1 1-1 0 0,6-14 0 0 0,53-82-70 0 0,-64 107 75 0 0,12-18-13 0 0,1 2-1 0 0,1 0 1 0 0,0 0-1 0 0,0 1 1 0 0,18-13-1 0 0,-22 20-4 0 0,0 1-1 0 0,1 0 0 0 0,-1 0 1 0 0,1 1-1 0 0,1 0 0 0 0,-1 1 1 0 0,1 0-1 0 0,0 1 0 0 0,20-4 1 0 0,-28 7 12 0 0,-1 0 1 0 0,1 1 0 0 0,0-1 0 0 0,0 1 0 0 0,-1 0 0 0 0,1 1-1 0 0,0-1 1 0 0,-1 0 0 0 0,1 1 0 0 0,0 0 0 0 0,-1 0 0 0 0,1 0-1 0 0,-1 0 1 0 0,1 1 0 0 0,-1-1 0 0 0,0 1 0 0 0,1 0 0 0 0,-1 0-1 0 0,0 0 1 0 0,0 0 0 0 0,0 1 0 0 0,-1-1 0 0 0,5 5 0 0 0,-4-2 6 0 0,-1-1 1 0 0,1 1 0 0 0,-1-1-1 0 0,0 1 1 0 0,0 0 0 0 0,-1-1 0 0 0,1 1-1 0 0,-1 0 1 0 0,0 0 0 0 0,-1 0 0 0 0,1 0-1 0 0,-1 0 1 0 0,0 0 0 0 0,0 1 0 0 0,0-1-1 0 0,-3 9 1 0 0,-3 12 31 0 0,-2-1 0 0 0,-1 0 0 0 0,-1 0 0 0 0,-1-1 0 0 0,-19 31 0 0 0,11-19 20 0 0,-18 43 0 0 0,37-77-44 0 0,-1 1 0 0 0,0-1-1 0 0,0 0 1 0 0,1 0 0 0 0,-1 1 0 0 0,1-1 0 0 0,0 0 0 0 0,-1 1-1 0 0,1-1 1 0 0,0 1 0 0 0,1-1 0 0 0,-1 0 0 0 0,0 1 0 0 0,1-1-1 0 0,0 3 1 0 0,0-3-4 0 0,0-1 0 0 0,-1 0 1 0 0,1 1-1 0 0,0-1 0 0 0,1 0 0 0 0,-1 0 0 0 0,0 0 0 0 0,0 0 1 0 0,0 0-1 0 0,1 0 0 0 0,-1 0 0 0 0,0 0 0 0 0,1 0 0 0 0,-1-1 0 0 0,1 1 1 0 0,-1 0-1 0 0,1-1 0 0 0,-1 1 0 0 0,1-1 0 0 0,-1 0 0 0 0,1 0 0 0 0,0 1 1 0 0,2-1-1 0 0,13 0 12 0 0,0 0 0 0 0,0-1 0 0 0,0-1 0 0 0,0 0 0 0 0,0-1 0 0 0,0-1 0 0 0,0-1 0 0 0,-1-1 1 0 0,0 0-1 0 0,21-11 0 0 0,-2-2-18 0 0,0-1 0 0 0,-2-1 0 0 0,44-38 0 0 0,36-45-29 0 0,-98 88 28 0 0,0-1 0 0 0,-1-1 1 0 0,-1 0-1 0 0,19-35 1 0 0,-24 31 0 0 0,-8 21 2 0 0,0 0 0 0 0,1 0 0 0 0,-1 0 0 0 0,0 1 0 0 0,0-1 0 0 0,0 0 0 0 0,0 0 0 0 0,0 0 0 0 0,0 0 0 0 0,0 0 0 0 0,0 1 0 0 0,0-1 0 0 0,0 0 0 0 0,0 0 0 0 0,0 0 0 0 0,0 0 0 0 0,-1 1 0 0 0,1-1 0 0 0,0 0 0 0 0,-1 0 0 0 0,1 1 0 0 0,-1-1 0 0 0,1 0 0 0 0,-1 0 0 0 0,1 1 0 0 0,-1-1 0 0 0,-14-4 40 0 0,9 6-36 0 0,-1-1 0 0 0,1 1 0 0 0,0 0 0 0 0,0 0 0 0 0,0 1 0 0 0,0 0 0 0 0,0 0 0 0 0,0 0 0 0 0,0 1 0 0 0,1 0 0 0 0,-1 0 0 0 0,1 0 0 0 0,-7 6 0 0 0,-11 9 19 0 0,-30 30 0 0 0,48-43-23 0 0,-5 5 9 0 0,0 1-1 0 0,1 0 1 0 0,0 0-1 0 0,0 1 1 0 0,1 1-1 0 0,1-1 1 0 0,0 1-1 0 0,1 1 0 0 0,0-1 1 0 0,-5 22-1 0 0,9-29-4 0 0,1 1-1 0 0,-1-1 0 0 0,2 0 0 0 0,-1 0 0 0 0,1 0 0 0 0,0 0 0 0 0,0 1 1 0 0,0-1-1 0 0,1 0 0 0 0,0 0 0 0 0,0 0 0 0 0,1 0 0 0 0,0 0 0 0 0,0 0 1 0 0,0 0-1 0 0,1-1 0 0 0,0 1 0 0 0,0-1 0 0 0,0 1 0 0 0,0-1 1 0 0,1 0-1 0 0,0 0 0 0 0,0-1 0 0 0,1 1 0 0 0,-1-1 0 0 0,10 7 0 0 0,1-2-414 0 0,0 0 0 0 0,0-1 0 0 0,1-1 0 0 0,0 0 0 0 0,0-1 0 0 0,0-1 0 0 0,1-1 0 0 0,0 0 0 0 0,26 2 0 0 0,-12-3-1676 0 0,0-2 0 0 0,1-1-1 0 0,-1-2 1 0 0,44-7 0 0 0,-15-3-3734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3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891 212 1296 0 0,'13'-27'2976'0'0,"-2"0"0"0"0,0 0 0 0 0,-1-1 0 0 0,-2 0 0 0 0,7-44 0 0 0,-15 69-2436 0 0,-1 4-431 0 0,0-1 0 0 0,0 1 0 0 0,-1-1 0 0 0,1 1 0 0 0,0 0 0 0 0,0 0 0 0 0,0-1 0 0 0,0 1 0 0 0,-1 0 0 0 0,1 0-1 0 0,0 0 1 0 0,1 0 0 0 0,-1 0 0 0 0,0 0 0 0 0,-1 2 0 0 0,-14 21 811 0 0,14-20-688 0 0,-26 47 1303 0 0,3 2-1 0 0,-19 56 0 0 0,12-31-480 0 0,-292 763 3469 0 0,303-783-4523 0 0,-85 234 0 0 0,-23-13 0 0 0,124-269 2 0 0,-9 15 21 0 0,-25 35 0 0 0,35-55-43 0 0,0 1 0 0 0,0-1-1 0 0,-1 0 1 0 0,0 0 0 0 0,0-1-1 0 0,-1 1 1 0 0,1-1-1 0 0,-1 0 1 0 0,0-1 0 0 0,0 1-1 0 0,-11 4 1 0 0,15-8-210 0 0,0 1 0 0 0,0 0 0 0 0,0-1-1 0 0,0 0 1 0 0,0 1 0 0 0,-1-1 0 0 0,1 0 0 0 0,0 0 0 0 0,0 0 0 0 0,0 0-1 0 0,0 0 1 0 0,0-1 0 0 0,-1 1 0 0 0,1-1 0 0 0,0 1 0 0 0,0-1 0 0 0,0 0-1 0 0,0 0 1 0 0,0 1 0 0 0,-3-4 0 0 0,3 2-111 0 0,-1 0-1 0 0,1-1 1 0 0,0 1-1 0 0,0-1 1 0 0,0 0 0 0 0,0 1-1 0 0,0-1 1 0 0,1 0-1 0 0,-1 0 1 0 0,1-1 0 0 0,0 1-1 0 0,-1-3 1 0 0,-2-9-1032 0 0,1 1 0 0 0,1-1 0 0 0,1 0 0 0 0,0 0 0 0 0,1-16 0 0 0,4-31-3754 0 0,5-6-2404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1 171 140 0 0,'14'-25'2482'0'0,"-5"6"-868"0"0,2 1 0 0 0,0 0 0 0 0,18-21 0 0 0,-25 34-1389 0 0,1 0-1 0 0,-1 1 0 0 0,1 0 0 0 0,0 0 1 0 0,0 0-1 0 0,0 1 0 0 0,1-1 0 0 0,-1 1 1 0 0,1 1-1 0 0,0-1 0 0 0,0 1 0 0 0,0 0 1 0 0,0 0-1 0 0,0 1 0 0 0,10-2 0 0 0,-2 2 1 0 0,0 1-1 0 0,-1 1 0 0 0,1 0 0 0 0,0 1 0 0 0,-1 1 0 0 0,1 0 0 0 0,-1 0 0 0 0,0 2 1 0 0,0-1-1 0 0,0 2 0 0 0,-1 0 0 0 0,1 0 0 0 0,10 9 0 0 0,2 1 57 0 0,-1 2 0 0 0,-1 1-1 0 0,-1 0 1 0 0,39 45 0 0 0,-49-50-114 0 0,-2-1 0 0 0,0 2 0 0 0,0-1 1 0 0,-1 1-1 0 0,-1 1 0 0 0,12 31 0 0 0,-18-41-85 0 0,0 0-1 0 0,-1 0 0 0 0,1 0 1 0 0,-1 0-1 0 0,-1 0 0 0 0,1 0 1 0 0,-1 0-1 0 0,0 0 0 0 0,0 0 1 0 0,-1 0-1 0 0,1 0 0 0 0,-2 0 0 0 0,1 0 1 0 0,0 0-1 0 0,-1 0 0 0 0,0-1 1 0 0,-1 1-1 0 0,1 0 0 0 0,-1-1 1 0 0,0 0-1 0 0,0 0 0 0 0,-1 0 1 0 0,-5 7-1 0 0,-2-2-61 0 0,1-1 0 0 0,-1 0 1 0 0,-1-1-1 0 0,0 0 0 0 0,0 0 0 0 0,0-2 1 0 0,-1 1-1 0 0,0-2 0 0 0,0 1 0 0 0,-1-2 0 0 0,1 0 1 0 0,-1 0-1 0 0,0-2 0 0 0,0 0 0 0 0,0 0 1 0 0,-17-1-1 0 0,27-1-264 0 0,-1 0 1 0 0,0 0-1 0 0,1-1 1 0 0,-1 0 0 0 0,1 0-1 0 0,-1 0 1 0 0,1-1-1 0 0,0 1 1 0 0,-8-5-1 0 0,10 5-162 0 0,0 0 0 0 0,0 0-1 0 0,1-1 1 0 0,-1 1 0 0 0,0 0-1 0 0,1-1 1 0 0,-1 1 0 0 0,1-1-1 0 0,0 0 1 0 0,-1 1 0 0 0,1-1-1 0 0,0 0 1 0 0,0 0 0 0 0,0 0 0 0 0,0 0-1 0 0,0 0 1 0 0,1 0 0 0 0,-1 0-1 0 0,1 0 1 0 0,-1 0 0 0 0,1 0-1 0 0,0-4 1 0 0,1-11-6084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4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157 193 1480 0 0,'8'-3'2035'0'0,"0"0"1"0"0,0 0-1 0 0,-1 0 0 0 0,0-1 1 0 0,14-9 1475 0 0,-29 12-2220 0 0,-6 3-340 0 0,2 4-661 0 0,0 0 0 0 0,0 1-1 0 0,1 1 1 0 0,0 0 0 0 0,0 0 0 0 0,1 1 0 0 0,0 1 0 0 0,-13 15 0 0 0,11-11-184 0 0,1 1 0 0 0,1 1 0 0 0,0 0 0 0 0,1 0 0 0 0,-11 29 0 0 0,18-40-89 0 0,0 0-1 0 0,0 0 0 0 0,1 0 1 0 0,0 1-1 0 0,0-1 1 0 0,1 0-1 0 0,-1 1 1 0 0,1-1-1 0 0,0 1 0 0 0,0-1 1 0 0,1 1-1 0 0,0-1 1 0 0,0 0-1 0 0,0 1 0 0 0,1-1 1 0 0,-1 0-1 0 0,4 7 1 0 0,-2-8-6 0 0,-1 0 0 0 0,1 0 0 0 0,0 0 0 0 0,0-1 0 0 0,0 0 0 0 0,0 1 0 0 0,1-1 0 0 0,-1 0 0 0 0,1 0 0 0 0,0-1 0 0 0,-1 1 0 0 0,1-1 0 0 0,0 0 0 0 0,1 0 0 0 0,-1 0 0 0 0,0-1 0 0 0,1 1 0 0 0,-1-1 0 0 0,1 0 0 0 0,-1 0 0 0 0,7 0 0 0 0,-4-1 3 0 0,1 1 1 0 0,-1-1 0 0 0,1-1-1 0 0,-1 1 1 0 0,0-2 0 0 0,1 1 0 0 0,-1 0-1 0 0,0-1 1 0 0,0-1 0 0 0,0 1-1 0 0,0-1 1 0 0,7-4 0 0 0,-5 1-5 0 0,1 0-1 0 0,-1-1 1 0 0,0 0 0 0 0,-1 0-1 0 0,0-1 1 0 0,0 0 0 0 0,9-12-1 0 0,-3 0-7 0 0,-1-1 0 0 0,-1 0 0 0 0,0-1-1 0 0,-2 0 1 0 0,0-1 0 0 0,10-38-1 0 0,-15 42-20 0 0,-1-1 1 0 0,-1 1-1 0 0,0-1 0 0 0,-1-22 0 0 0,-1 35 6 0 0,-1 0 0 0 0,-1-1 0 0 0,0 1 0 0 0,0 0 0 0 0,0 1 0 0 0,0-1 0 0 0,-1 0 0 0 0,-1 0 0 0 0,1 1 0 0 0,-1-1 0 0 0,0 1 0 0 0,0-1 0 0 0,-1 1 0 0 0,-7-10 0 0 0,9 14 9 0 0,0 0-1 0 0,0 1 1 0 0,-1-1 0 0 0,1 0 0 0 0,0 1-1 0 0,0 0 1 0 0,-1-1 0 0 0,1 1 0 0 0,-1 0-1 0 0,1 0 1 0 0,-1 0 0 0 0,0 1 0 0 0,1-1-1 0 0,-1 1 1 0 0,0-1 0 0 0,1 1 0 0 0,-1 0-1 0 0,0 0 1 0 0,0 0 0 0 0,1 0 0 0 0,-1 1-1 0 0,0-1 1 0 0,1 1 0 0 0,-1-1 0 0 0,0 1-1 0 0,1 0 1 0 0,-1 0 0 0 0,-3 2 0 0 0,0 1 3 0 0,0-1 1 0 0,0 1-1 0 0,0 0 1 0 0,0 0-1 0 0,1 0 0 0 0,0 1 1 0 0,0 0-1 0 0,0 0 1 0 0,0 0-1 0 0,-4 8 1 0 0,5-8-172 0 0,1 1 1 0 0,0 0-1 0 0,0 1 1 0 0,0-1-1 0 0,1 0 1 0 0,-1 1-1 0 0,2 0 1 0 0,-1-1-1 0 0,1 1 1 0 0,0 0-1 0 0,0 0 1 0 0,1 0-1 0 0,0 11 1 0 0,1-13-148 0 0,0-1-1 0 0,0 1 1 0 0,0 0-1 0 0,1-1 1 0 0,-1 1 0 0 0,1-1-1 0 0,0 1 1 0 0,0-1 0 0 0,1 0-1 0 0,-1 0 1 0 0,1 0 0 0 0,0 0-1 0 0,0 0 1 0 0,0-1 0 0 0,1 1-1 0 0,-1-1 1 0 0,1 0 0 0 0,0 0-1 0 0,0 0 1 0 0,6 3 0 0 0,32 14-4830 0 0,-18-14 754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73 101 1600 0 0,'14'-16'4442'0'0,"-1"0"-1"0"0,18-30 1 0 0,-17 24-662 0 0,-15 24-3237 0 0,-38 72 2453 0 0,-28 58-1238 0 0,59-115-1663 0 0,2 0 0 0 0,0 1 0 0 0,1 0-1 0 0,1 0 1 0 0,-4 32 0 0 0,8-46-184 0 0,0 0 0 0 0,0 0 0 0 0,0 0 0 0 0,1 0 0 0 0,-1 0 0 0 0,1 0 1 0 0,0 0-1 0 0,2 4 0 0 0,-2-6-117 0 0,-1-1 1 0 0,1 0-1 0 0,0 0 1 0 0,-1 1-1 0 0,1-1 1 0 0,0 0-1 0 0,0 0 1 0 0,0 0-1 0 0,0 0 1 0 0,0 0-1 0 0,0 0 0 0 0,0 0 1 0 0,0 0-1 0 0,0-1 1 0 0,0 1-1 0 0,1 0 1 0 0,-1-1-1 0 0,0 1 1 0 0,0-1-1 0 0,1 1 1 0 0,-1-1-1 0 0,0 0 1 0 0,1 1-1 0 0,-1-1 1 0 0,1 0-1 0 0,-1 0 1 0 0,0 0-1 0 0,1 0 1 0 0,-1 0-1 0 0,2 0 1 0 0,0-1-303 0 0,15-2-1799 0 0,-3-4-2505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5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66 520 0 0,'-12'-14'2916'0'0,"2"4"-571"0"0,-2 1-333 0 0,2 1-348 0 0,1 1-412 0 0,2 0-296 0 0,-2 2 416 0 0,-4 0-488 0 0,1 8-800 0 0,3 7-1084 0 0,6-3-72 0 0,-1 4-744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5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115 120 1104 0 0,'4'16'6257'0'0,"-4"27"-1510"0"0,1-12-3123 0 0,-1 0 0 0 0,-1 1 1 0 0,-7 31-1 0 0,7-55-1538 0 0,-1 0 0 0 0,1-1-1 0 0,-2 0 1 0 0,1 1 0 0 0,-1-1-1 0 0,0 0 1 0 0,-1 0 0 0 0,1 0 0 0 0,-1-1-1 0 0,-1 1 1 0 0,1-1 0 0 0,-1 0-1 0 0,0 0 1 0 0,-1-1 0 0 0,0 1-1 0 0,1-1 1 0 0,-12 7 0 0 0,16-11-66 0 0,0 0 0 0 0,-1-1 0 0 0,1 1 0 0 0,0 0 0 0 0,-1-1 0 0 0,1 1 0 0 0,-1-1 0 0 0,1 1 0 0 0,-1-1 0 0 0,1 0 0 0 0,-4 0 0 0 0,5 0-20 0 0,-1 0 0 0 0,1 0-1 0 0,-1 0 1 0 0,1 0-1 0 0,0 0 1 0 0,-1 0 0 0 0,1 0-1 0 0,-1-1 1 0 0,1 1 0 0 0,-1 0-1 0 0,1 0 1 0 0,-1-1 0 0 0,1 1-1 0 0,0 0 1 0 0,-1-1 0 0 0,1 1-1 0 0,0 0 1 0 0,-1-1-1 0 0,1 1 1 0 0,0 0 0 0 0,-1-1-1 0 0,1 1 1 0 0,0-1 0 0 0,-1-1-16 0 0,1 1 1 0 0,-1-1 0 0 0,1 1-1 0 0,0-1 1 0 0,0 0 0 0 0,-1 1-1 0 0,1-1 1 0 0,1 1-1 0 0,-1-1 1 0 0,0 0 0 0 0,0 1-1 0 0,0-1 1 0 0,1 1 0 0 0,-1-1-1 0 0,2-2 1 0 0,9-17-161 0 0,1 1 1 0 0,1 0 0 0 0,1 1-1 0 0,1 0 1 0 0,20-19-1 0 0,-11 11 67 0 0,6-7 2 0 0,2 2-1 0 0,2 1 1 0 0,41-31-1 0 0,-52 46 67 0 0,0 1 0 0 0,0 1 0 0 0,2 1-1 0 0,0 1 1 0 0,0 1 0 0 0,40-11 0 0 0,-58 20 34 0 0,1 0 0 0 0,-1 1 0 0 0,0 0 0 0 0,0 1 0 0 0,1 0 0 0 0,-1 0 0 0 0,0 0 0 0 0,1 1 0 0 0,-1 0 0 0 0,0 0 0 0 0,0 1 0 0 0,0 0 0 0 0,8 3 0 0 0,-12-3 34 0 0,0-1-1 0 0,0 1 1 0 0,0 0 0 0 0,0 0 0 0 0,-1 0 0 0 0,1 0 0 0 0,0 0 0 0 0,-1 1 0 0 0,0-1 0 0 0,1 1 0 0 0,-1-1 0 0 0,0 1 0 0 0,0 0 0 0 0,-1 0 0 0 0,1 0 0 0 0,-1 0 0 0 0,1 0-1 0 0,-1 0 1 0 0,0 1 0 0 0,0-1 0 0 0,0 0 0 0 0,-1 1 0 0 0,1-1 0 0 0,-1 0 0 0 0,0 1 0 0 0,0-1 0 0 0,0 0 0 0 0,0 1 0 0 0,-2 6 0 0 0,-2 7 83 0 0,-1 1 1 0 0,-1-1 0 0 0,0 0-1 0 0,-1 0 1 0 0,-1 0 0 0 0,-11 16-1 0 0,-15 33-3094 0 0,29-53 596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5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2320 0 0,'11'-26'2848'0'0,"-5"2"-275"0"0,0 0-197 0 0,-3 3-324 0 0,2 4-260 0 0,-3 0-260 0 0,1 1-287 0 0,-1 4-257 0 0,2 0-252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6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99 996 0 0,'9'-20'4431'0'0,"-2"-1"-1"0"0,6-26 1 0 0,-12 46-3850 0 0,1-8 1380 0 0,-8 19-1642 0 0,0 1 1 0 0,0 0-1 0 0,-7 22 0 0 0,0 0 134 0 0,-175 364 2363 0 0,90-192-2058 0 0,83-175-706 0 0,-1 2 27 0 0,1 0 0 0 0,2 1 1 0 0,1 1-1 0 0,-8 38 1 0 0,19-70-77 0 0,0 0 0 0 0,1 1 1 0 0,0-1-1 0 0,-1 1 0 0 0,1-1 1 0 0,0 1-1 0 0,0-1 0 0 0,1 1 0 0 0,-1-1 1 0 0,0 1-1 0 0,1-1 0 0 0,0 0 1 0 0,-1 1-1 0 0,1-1 0 0 0,0 0 0 0 0,0 0 1 0 0,0 1-1 0 0,0-1 0 0 0,1 0 1 0 0,-1 0-1 0 0,1 0 0 0 0,-1 0 0 0 0,1 0 1 0 0,0-1-1 0 0,-1 1 0 0 0,5 2 1 0 0,-3-2-157 0 0,1 0 1 0 0,0-1-1 0 0,0 1 0 0 0,1-1 1 0 0,-1 0-1 0 0,0 0 1 0 0,0 0-1 0 0,0 0 1 0 0,1-1-1 0 0,-1 0 0 0 0,0 0 1 0 0,1 0-1 0 0,-1-1 1 0 0,7 0-1 0 0,9-4-922 0 0,-1 0-1 0 0,0-1 1 0 0,0-1 0 0 0,35-18-1 0 0,65-46-1572 0 0,-104 61 2404 0 0,156-106-1703 0 0,-135 88 2125 0 0,-1-2 0 0 0,46-50-1 0 0,-76 75 71 0 0,0 0-1 0 0,0-1 0 0 0,-1 1 0 0 0,1-1 1 0 0,-2 0-1 0 0,1-1 0 0 0,-1 1 0 0 0,0-1 1 0 0,0 1-1 0 0,0-1 0 0 0,-1 0 0 0 0,0 0 1 0 0,1-13-1 0 0,-3 19-222 0 0,0 0 0 0 0,-1 1-1 0 0,1-1 1 0 0,0 0 0 0 0,-1 1 0 0 0,1-1 0 0 0,-1 1-1 0 0,1-1 1 0 0,-1 1 0 0 0,1-1 0 0 0,-1 1 0 0 0,0-1-1 0 0,1 1 1 0 0,-1-1 0 0 0,1 1 0 0 0,-1 0 0 0 0,0-1-1 0 0,1 1 1 0 0,-1 0 0 0 0,0 0 0 0 0,0 0 0 0 0,1 0-1 0 0,-1-1 1 0 0,0 1 0 0 0,-12-2 236 0 0,7 2-167 0 0,1 0-1 0 0,-1 0 0 0 0,1 0 0 0 0,0 1 0 0 0,-1-1 0 0 0,1 1 0 0 0,0 1 0 0 0,-1-1 1 0 0,1 1-1 0 0,-7 3 0 0 0,-2 1 89 0 0,-1 2 1 0 0,-14 9-1 0 0,20-11-128 0 0,-1 0 0 0 0,2 1-1 0 0,-1 1 1 0 0,1-1 0 0 0,0 1 0 0 0,0 1 0 0 0,1-1 0 0 0,-11 17 0 0 0,16-22-9 0 0,0 1 0 0 0,0 0 1 0 0,0 0-1 0 0,1 0 1 0 0,0 0-1 0 0,-1 0 0 0 0,2 0 1 0 0,-1 1-1 0 0,0-1 0 0 0,1 0 1 0 0,0 0-1 0 0,0 1 0 0 0,0-1 1 0 0,0 0-1 0 0,1 0 0 0 0,-1 1 1 0 0,1-1-1 0 0,0 0 1 0 0,0 0-1 0 0,1 0 0 0 0,0 0 1 0 0,-1 0-1 0 0,1 0 0 0 0,0-1 1 0 0,5 7-1 0 0,6 6 227 0 0,1-1 0 0 0,0-1 0 0 0,0 0 0 0 0,25 17 1 0 0,-19-16-80 0 0,-1 1 1 0 0,20 22 0 0 0,-37-35-39 0 0,12 16 384 0 0,-14-19-520 0 0,0 1 0 0 0,1 0 1 0 0,-1-1-1 0 0,0 1 0 0 0,0-1 0 0 0,0 1 0 0 0,0-1 0 0 0,0 1 0 0 0,0 0 0 0 0,0-1 0 0 0,0 1 0 0 0,0-1 0 0 0,0 1 0 0 0,0 0 1 0 0,0-1-1 0 0,-1 1 0 0 0,1-1 0 0 0,0 1 0 0 0,0-1 0 0 0,0 1 0 0 0,-1-1 0 0 0,1 1 0 0 0,0-1 0 0 0,-1 1 0 0 0,1-1 1 0 0,-1 1-1 0 0,1-1 0 0 0,0 1 0 0 0,-1-1 0 0 0,1 0 0 0 0,-1 1 0 0 0,1-1 0 0 0,-1 0 0 0 0,1 1 0 0 0,-1-1 0 0 0,1 0 1 0 0,-1 0-1 0 0,-10 5-41 0 0,1-2 1 0 0,0 1-1 0 0,-1-2 0 0 0,1 1 1 0 0,-1-1-1 0 0,0-1 1 0 0,1 0-1 0 0,-1-1 1 0 0,0 1-1 0 0,-17-4 1 0 0,11 1-1268 0 0,0-1 1 0 0,-20-6-1 0 0,22 5-1889 0 0,1-1 0 0 0,-20-11-1 0 0,19 8-2420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125 145 1204 0 0,'-39'-36'8330'0'0,"-46"-56"-1"0"0,85 92-8301 0 0,-1 0 0 0 0,1 0 0 0 0,0-1 0 0 0,0 1 0 0 0,0 0 0 0 0,0-1 0 0 0,0 1 0 0 0,0 0 0 0 0,0-1 0 0 0,0 1 0 0 0,0 0 0 0 0,0-1 0 0 0,0 1-1 0 0,1 0 1 0 0,-1-1 0 0 0,0 1 0 0 0,0 0 0 0 0,0 0 0 0 0,0-1 0 0 0,0 1 0 0 0,1 0 0 0 0,-1-1 0 0 0,0 1 0 0 0,0 0 0 0 0,0 0 0 0 0,1-1 0 0 0,-1 1 0 0 0,0 0 0 0 0,0 0 0 0 0,1 0 0 0 0,-1 0 0 0 0,0-1 0 0 0,0 1 0 0 0,1 0 0 0 0,-1 0 0 0 0,0 0 0 0 0,1 0 0 0 0,-1 0 0 0 0,1 0 0 0 0,12-5 300 0 0,9 3-163 0 0,0 1-1 0 0,0 1 0 0 0,0 1 1 0 0,43 8-1 0 0,-47-6-183 0 0,210 36-3201 0 0,-75-8-4437 0 0,-86-15 825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17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11 3996 0 0,'0'0'17283'0'0,"-17"-11"-15177"0"0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2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71 2904 0 0,'0'-17'4613'0'0,"1"10"-3153"0"0,-1 0 1 0 0,0 0-1 0 0,-1 0 0 0 0,1 0 1 0 0,-3-10-1 0 0,2 15-917 0 0,-14 25 867 0 0,-16 36-600 0 0,-38 105 0 0 0,36-80-646 0 0,-13 28-557 0 0,-88 220 1076 0 0,92-220-3447 0 0,3 0-3291 0 0,34-101 2354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3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0 288 1956 0 0,'87'-279'13603'0'0,"-87"279"-13563"0"0,0 0 0 0 0,0-1 0 0 0,0 1 0 0 0,0 0-1 0 0,0-1 1 0 0,0 1 0 0 0,0 0 0 0 0,0-1 0 0 0,0 1 0 0 0,0 0 0 0 0,1-1 0 0 0,-1 1 0 0 0,0 0 0 0 0,0 0 0 0 0,0-1 0 0 0,0 1 0 0 0,1 0 0 0 0,-1-1 0 0 0,0 1 0 0 0,0 0-1 0 0,0 0 1 0 0,1-1 0 0 0,-1 1 0 0 0,0 0 0 0 0,1 0 0 0 0,-1 0 0 0 0,0 0 0 0 0,0-1 0 0 0,1 1 0 0 0,-1 0 0 0 0,0 0 0 0 0,1 0 0 0 0,-1 0 0 0 0,0 0 0 0 0,1 0 0 0 0,-1 0 0 0 0,0 0-1 0 0,1 0 1 0 0,-1 0 0 0 0,0 0 0 0 0,1 0 0 0 0,-1 0 0 0 0,10 14 549 0 0,1 24-208 0 0,-7-20-240 0 0,14 71 326 0 0,44 128-1 0 0,22-15-581 0 0,-66-166-1593 0 0,2-1-1 0 0,1 0 1 0 0,35 43-1 0 0,-52-74 798 0 0,-1 0 1 0 0,1 0-1 0 0,0-1 1 0 0,0 1-1 0 0,0-1 0 0 0,6 4 1 0 0,2-3-2683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3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278 305 432 0 0,'53'-304'15491'0'0,"-54"308"-14910"0"0,-28 72 1048 0 0,-51 124-277 0 0,13-55-959 0 0,-57 138-643 0 0,116-263-615 0 0,2 1 0 0 0,-7 40 0 0 0,11-49-1118 0 0,2 1 1 0 0,-1-1-1 0 0,2 20 1 0 0,3-9-4717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3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50 158 1516 0 0,'0'-15'2008'0'0,"-1"-1"-1"0"0,-1 1 0 0 0,-5-20 1 0 0,3 20-1195 0 0,0 0 0 0 0,-2 1 1 0 0,-7-17-1 0 0,12 29-1138 0 0,-11 4-2189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3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52 260 0 0,'14'-15'4145'0'0,"25"-21"8455"0"0,-39 38-12389 0 0,0 0 0 0 0,1-1 0 0 0,-1 1 0 0 0,0 0 0 0 0,0 0 0 0 0,0 0 0 0 0,-1 0 0 0 0,1 0-1 0 0,-1 1 1 0 0,-71 167 3039 0 0,9-29-3184 0 0,37-61-2673 0 0,20-53-817 0 0,2 1-3508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62 244 0 0,'12'-4'11502'0'0,"-10"3"-11100"0"0,-2-3 139 0 0,0 0-1 0 0,-1-1 1 0 0,1 1 0 0 0,-1 0 0 0 0,0 0 0 0 0,-1-6 0 0 0,1 9-503 0 0,0-1-1 0 0,1 1 1 0 0,-1 0 0 0 0,1 0 0 0 0,-1 0-1 0 0,0-1 1 0 0,0 1 0 0 0,0 0 0 0 0,0 0-1 0 0,0 0 1 0 0,0 0 0 0 0,0 0 0 0 0,0 1-1 0 0,0-1 1 0 0,0 0 0 0 0,-1 0 0 0 0,1 1-1 0 0,0-1 1 0 0,0 1 0 0 0,-1-1 0 0 0,1 1-1 0 0,0-1 1 0 0,-1 1 0 0 0,1 0 0 0 0,0 0-1 0 0,-1 0 1 0 0,-2 0 0 0 0,-13 0-10 0 0,0 1 0 0 0,-1 1 0 0 0,1 1 0 0 0,0 0 0 0 0,0 2 0 0 0,0 0 0 0 0,1 0 0 0 0,0 2 0 0 0,0 0 0 0 0,0 1 0 0 0,1 0 0 0 0,-18 13 0 0 0,31-19-29 0 0,0-1 0 0 0,-1 1 0 0 0,1 0 1 0 0,0 0-1 0 0,0 0 0 0 0,0 0 0 0 0,0 1 0 0 0,1-1 0 0 0,-1 0 1 0 0,0 1-1 0 0,1-1 0 0 0,0 1 0 0 0,0 0 0 0 0,0-1 0 0 0,0 1 0 0 0,0 0 1 0 0,0 0-1 0 0,0 0 0 0 0,1-1 0 0 0,-1 5 0 0 0,2-3 3 0 0,-1-1-1 0 0,1 1 0 0 0,0-1 0 0 0,0 0 0 0 0,0 0 1 0 0,0 1-1 0 0,1-1 0 0 0,-1 0 0 0 0,1 0 1 0 0,-1 0-1 0 0,1-1 0 0 0,0 1 0 0 0,1 0 1 0 0,-1-1-1 0 0,0 1 0 0 0,1-1 0 0 0,2 3 1 0 0,22 15 25 0 0,0-1 0 0 0,1-1 1 0 0,33 16-1 0 0,34 21 746 0 0,-93-54-719 0 0,-1-1 0 0 0,0 1 0 0 0,0 0 1 0 0,0-1-1 0 0,0 1 0 0 0,0 0 0 0 0,0 0 0 0 0,0 0 0 0 0,0 0 0 0 0,-1 0 0 0 0,1 0 0 0 0,0 0 0 0 0,0 0 0 0 0,-1 0 0 0 0,1 0 0 0 0,-1 0 0 0 0,1 0 0 0 0,-1 0 0 0 0,1 1 0 0 0,-1-1 0 0 0,0 0 1 0 0,0 0-1 0 0,1 3 0 0 0,-2-2-22 0 0,1-1 0 0 0,-1 0-1 0 0,1 1 1 0 0,-1-1 0 0 0,0 1 0 0 0,0-1 0 0 0,1 0 0 0 0,-1 1 0 0 0,0-1 0 0 0,0 0 0 0 0,0 0 0 0 0,0 0 0 0 0,-1 0 0 0 0,1 0 0 0 0,0 0 0 0 0,-2 1 0 0 0,-5 3 16 0 0,0-1 1 0 0,0 0 0 0 0,-1 0-1 0 0,1-1 1 0 0,-14 4 0 0 0,-17 1-187 0 0,-74 8 0 0 0,35-16-2613 0 0,59-2 218 0 0,0 0 1 0 0,-19-6 0 0 0,8 0-4815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1 131 836 0 0,'31'-56'6797'0'0,"-25"47"-6173"0"0,0 1 1 0 0,0 0 0 0 0,1 0-1 0 0,12-11 1 0 0,-16 17-564 0 0,-1 0 0 0 0,1-1-1 0 0,0 1 1 0 0,-1 1 0 0 0,1-1 0 0 0,0 0 0 0 0,0 1 0 0 0,0-1-1 0 0,0 1 1 0 0,1 0 0 0 0,-1 0 0 0 0,0 0 0 0 0,0 0-1 0 0,1 1 1 0 0,-1-1 0 0 0,0 1 0 0 0,1 0 0 0 0,-1 0 0 0 0,1 0-1 0 0,-1 1 1 0 0,0-1 0 0 0,1 1 0 0 0,-1 0 0 0 0,0 0 0 0 0,0 0-1 0 0,0 0 1 0 0,0 0 0 0 0,0 1 0 0 0,0-1 0 0 0,0 1 0 0 0,0 0-1 0 0,0 0 1 0 0,0 0 0 0 0,-1 0 0 0 0,0 0 0 0 0,4 5 0 0 0,3 3 17 0 0,0 0 0 0 0,-1 1 0 0 0,-1 0 0 0 0,0 0 0 0 0,0 1 0 0 0,-1 0 0 0 0,-1 0 0 0 0,0 1 0 0 0,0-1 0 0 0,-1 1 1 0 0,-1 0-1 0 0,0 0 0 0 0,-1 0 0 0 0,-1 1 0 0 0,1 25 0 0 0,-3-18-36 0 0,0 1 0 0 0,-1-1 0 0 0,-2 0-1 0 0,0-1 1 0 0,-1 1 0 0 0,-1-1 0 0 0,-1 1 0 0 0,0-2 0 0 0,-15 26 0 0 0,19-38-15 0 0,0-1 1 0 0,-1 0-1 0 0,0 0 1 0 0,-1 0-1 0 0,1-1 1 0 0,-1 0-1 0 0,-8 7 1 0 0,12-11 10 0 0,-2-2-13 0 0,2 1-24 0 0,0 0-1 0 0,0 0 0 0 0,0-1 1 0 0,0 1-1 0 0,0-1 1 0 0,0 1-1 0 0,0-1 1 0 0,0 1-1 0 0,0-1 1 0 0,0 1-1 0 0,1-1 1 0 0,-1 0-1 0 0,0 0 1 0 0,0 1-1 0 0,1-1 1 0 0,-1 0-1 0 0,0 0 1 0 0,1 0-1 0 0,-1 0 1 0 0,1 0-1 0 0,-1 0 1 0 0,1-1-1 0 0,-2-1 1 0 0,2-1 1 0 0,-1 1-1 0 0,0-1 0 0 0,1 1 1 0 0,0 0-1 0 0,-1-1 1 0 0,2-4-1 0 0,0-8 3 0 0,2 0 1 0 0,5-20-1 0 0,-7 29-4 0 0,7-23-10 0 0,1 0-1 0 0,1 0 0 0 0,20-39 0 0 0,-22 54 5 0 0,0 0 0 0 0,1 1 0 0 0,0 1-1 0 0,1-1 1 0 0,1 1 0 0 0,0 1 0 0 0,0 0 0 0 0,17-12 0 0 0,-22 19 2 0 0,1 1-1 0 0,0 0 1 0 0,1 0 0 0 0,-1 0 0 0 0,1 1 0 0 0,0 0 0 0 0,0 1 0 0 0,0 0-1 0 0,0 0 1 0 0,0 0 0 0 0,0 1 0 0 0,0 1 0 0 0,1-1 0 0 0,-1 1-1 0 0,0 0 1 0 0,1 1 0 0 0,-1 0 0 0 0,0 1 0 0 0,0-1 0 0 0,10 5 0 0 0,-12-4 10 0 0,0 0 0 0 0,0 1 1 0 0,0 0-1 0 0,0 0 1 0 0,-1 0-1 0 0,1 1 1 0 0,-1 0-1 0 0,0 0 1 0 0,0 0-1 0 0,0 1 0 0 0,-1-1 1 0 0,0 1-1 0 0,0 0 1 0 0,0 0-1 0 0,0 1 1 0 0,-1-1-1 0 0,0 1 0 0 0,0 0 1 0 0,0 0-1 0 0,-1 0 1 0 0,0 0-1 0 0,0 0 1 0 0,0 0-1 0 0,-1 1 1 0 0,0-1-1 0 0,0 9 0 0 0,-2 7 45 0 0,0-1 0 0 0,-2 1-1 0 0,0 0 1 0 0,-2-1 0 0 0,0 0-1 0 0,-9 22 1 0 0,4-10-1373 0 0,-8 39 0 0 0,18-72 1126 0 0,0 1 1 0 0,0 0-1 0 0,0 0 1 0 0,0-1-1 0 0,0 1 0 0 0,0 0 1 0 0,0 0-1 0 0,0 0 1 0 0,0-1-1 0 0,0 1 1 0 0,1 0-1 0 0,-1 0 1 0 0,0-1-1 0 0,0 1 0 0 0,1 0 1 0 0,-1-1-1 0 0,0 1 1 0 0,1 0-1 0 0,-1-1 1 0 0,1 1-1 0 0,-1 0 0 0 0,1-1 1 0 0,-1 1-1 0 0,1-1 1 0 0,-1 1-1 0 0,1-1 1 0 0,0 1-1 0 0,-1-1 1 0 0,1 1-1 0 0,0-1 0 0 0,-1 0 1 0 0,1 1-1 0 0,0-1 1 0 0,1 0-1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5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144 150 1100 0 0,'9'-9'1803'0'0,"0"0"0"0"0,-1-1 0 0 0,0 0 0 0 0,0 0 0 0 0,9-19 0 0 0,-16 27-934 0 0,-24 19 15 0 0,-4 12-507 0 0,1 2-1 0 0,2 1 1 0 0,1 1 0 0 0,-33 62-1 0 0,52-87-358 0 0,1 0 0 0 0,-1 0 0 0 0,1 0 0 0 0,1 0 0 0 0,-1 0 0 0 0,1 0 0 0 0,1 1 1 0 0,0-1-1 0 0,-1 16 0 0 0,2-20-11 0 0,1 0 0 0 0,-1 0 0 0 0,1-1 0 0 0,0 1 0 0 0,0-1 0 0 0,0 1 1 0 0,0-1-1 0 0,1 1 0 0 0,-1-1 0 0 0,1 0 0 0 0,0 1 0 0 0,0-1 0 0 0,0 0 1 0 0,0 0-1 0 0,1 0 0 0 0,-1-1 0 0 0,1 1 0 0 0,0-1 0 0 0,0 1 0 0 0,0-1 0 0 0,0 0 1 0 0,0 0-1 0 0,0 0 0 0 0,0 0 0 0 0,5 1 0 0 0,1 0 2 0 0,0 0 0 0 0,1 0 0 0 0,-1-1 0 0 0,1 0 0 0 0,0 0 0 0 0,0-1 0 0 0,0-1 0 0 0,0 0 0 0 0,0 0 0 0 0,0-1 1 0 0,-1 0-1 0 0,1-1 0 0 0,0 0 0 0 0,0 0 0 0 0,-1-1 0 0 0,15-7 0 0 0,-10 4 3 0 0,-1 0 1 0 0,0-2-1 0 0,0 0 1 0 0,-1 0-1 0 0,0-1 1 0 0,0 0-1 0 0,-1-1 1 0 0,-1-1-1 0 0,1 1 1 0 0,12-20-1 0 0,-8 8 109 0 0,0-1 0 0 0,-2 0 0 0 0,18-45 0 0 0,-27 58-50 0 0,0 0 0 0 0,-1 0 0 0 0,0 0 0 0 0,-1-1 0 0 0,0 1-1 0 0,-1 0 1 0 0,0-1 0 0 0,-1 0 0 0 0,0 1 0 0 0,0-1 0 0 0,-1 1 0 0 0,-4-18 0 0 0,4 24-61 0 0,-1 0 0 0 0,1 1 0 0 0,-1-1 1 0 0,0 0-1 0 0,0 1 0 0 0,0 0 0 0 0,0-1 0 0 0,-1 1 1 0 0,1 0-1 0 0,-1 0 0 0 0,0 1 0 0 0,0-1 0 0 0,0 0 0 0 0,0 1 1 0 0,-4-3-1 0 0,1 2 0 0 0,-1 0 0 0 0,1 0 0 0 0,-1 1-1 0 0,1-1 1 0 0,-1 1 0 0 0,0 1 0 0 0,-14-2 0 0 0,4 2-7 0 0,1 0 1 0 0,-1 2-1 0 0,0 0 0 0 0,1 1 1 0 0,-1 0-1 0 0,-24 8 0 0 0,34-8-214 0 0,0 0-1 0 0,-1 0 0 0 0,1 0 0 0 0,0 1 1 0 0,1 0-1 0 0,-1 1 0 0 0,1-1 0 0 0,-1 1 1 0 0,1 0-1 0 0,0 1 0 0 0,-8 8 0 0 0,13-13 61 0 0,1 1-1 0 0,0-1 0 0 0,-1 1 0 0 0,1-1 0 0 0,0 1 1 0 0,-1-1-1 0 0,1 1 0 0 0,0-1 0 0 0,0 1 0 0 0,-1-1 1 0 0,1 1-1 0 0,0-1 0 0 0,0 1 0 0 0,0 0 0 0 0,0-1 0 0 0,0 1 1 0 0,0-1-1 0 0,0 1 0 0 0,0 0 0 0 0,0-1 0 0 0,0 1 1 0 0,0-1-1 0 0,0 1 0 0 0,0-1 0 0 0,1 1 0 0 0,-1 0 1 0 0,0-1-1 0 0,0 1 0 0 0,1-1 0 0 0,-1 1 0 0 0,0-1 1 0 0,1 1-1 0 0,-1-1 0 0 0,0 1 0 0 0,1-1 0 0 0,-1 0 0 0 0,1 1 1 0 0,-1-1-1 0 0,1 0 0 0 0,-1 1 0 0 0,1-1 0 0 0,-1 0 1 0 0,1 1-1 0 0,-1-1 0 0 0,1 0 0 0 0,-1 0 0 0 0,1 0 1 0 0,-1 1-1 0 0,1-1 0 0 0,0 0 0 0 0,0 0 0 0 0,13 4-4891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5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191 200 1992 0 0,'25'-42'4495'0'0,"-2"-1"-1"0"0,26-70 1 0 0,-48 112-3957 0 0,-3 2-415 0 0,1 0-1 0 0,0 0 1 0 0,-1 0 0 0 0,1 0-1 0 0,0 1 1 0 0,0-1-1 0 0,-1 1 1 0 0,1-1 0 0 0,0 1-1 0 0,1-1 1 0 0,-3 4 0 0 0,1-2 145 0 0,-30 52 1507 0 0,-41 98 0 0 0,-10 66-807 0 0,76-201-893 0 0,-9 27-19 0 0,1 0-1 0 0,3 1 0 0 0,1 1 0 0 0,3 0 1 0 0,-5 83-1 0 0,13-114-401 0 0,1 0 0 0 0,0-1 0 0 0,8 29 1 0 0,-9-40 68 0 0,1 0 0 0 0,0 0 0 0 0,0-1 0 0 0,1 1 0 0 0,-1 0 0 0 0,1 0 1 0 0,0-1-1 0 0,0 1 0 0 0,0-1 0 0 0,0 0 0 0 0,1 0 0 0 0,-1 0 0 0 0,1 0 0 0 0,0 0 1 0 0,0 0-1 0 0,0-1 0 0 0,0 1 0 0 0,0-1 0 0 0,1 0 0 0 0,3 3 0 0 0,-5-5-102 0 0,0 0-1 0 0,0 1 0 0 0,0-1 0 0 0,0 0 0 0 0,0 0 0 0 0,0 0 1 0 0,0 0-1 0 0,0 0 0 0 0,0 0 0 0 0,0-1 0 0 0,0 1 0 0 0,0-1 1 0 0,0 1-1 0 0,0-1 0 0 0,0 0 0 0 0,0 0 0 0 0,0 0 0 0 0,-1 0 1 0 0,3-2-1 0 0,12-8-5101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78 740 0 0,'-109'-64'14276'0'0,"107"63"-13374"0"0,2 0-873 0 0,0 1 1 0 0,0-1-1 0 0,1 1 0 0 0,-1-1 0 0 0,0 1 0 0 0,1-1 1 0 0,-1 1-1 0 0,0 0 0 0 0,1-1 0 0 0,-1 1 1 0 0,1-1-1 0 0,-1 1 0 0 0,1 0 0 0 0,-1-1 1 0 0,1 1-1 0 0,-1 0 0 0 0,1 0 0 0 0,-1-1 0 0 0,1 1 1 0 0,-1 0-1 0 0,1 0 0 0 0,-1 0 0 0 0,1 0 1 0 0,0 0-1 0 0,-1 0 0 0 0,1 0 0 0 0,-1 0 0 0 0,2 0 1 0 0,21-1 79 0 0,-18 1-24 0 0,297-2 219 0 0,-173 2-2794 0 0,-2-1-4245 0 0,-90 1 1100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6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480 116 2748 0 0,'0'-8'1281'0'0,"1"0"0"0"0,-1 0 0 0 0,-1 0 0 0 0,1 1-1 0 0,-4-17 1 0 0,3 21-1021 0 0,0 0 0 0 0,0 0 0 0 0,0-1 0 0 0,0 1 0 0 0,-1 0 0 0 0,1 0 1 0 0,-1 0-1 0 0,0 0 0 0 0,0 0 0 0 0,0 0 0 0 0,0 1 0 0 0,0-1 0 0 0,-1 1 0 0 0,1-1 0 0 0,-6-2 0 0 0,7 4-221 0 0,-1 0-1 0 0,1 1 1 0 0,-1 0-1 0 0,1-1 1 0 0,-1 1-1 0 0,0 0 1 0 0,1 0-1 0 0,-1 0 1 0 0,1 0-1 0 0,-1 0 1 0 0,0 0-1 0 0,1 0 1 0 0,-1 0-1 0 0,1 1 1 0 0,-1-1-1 0 0,0 1 1 0 0,-1 0 0 0 0,-26 13 214 0 0,28-13-224 0 0,-25 14 127 0 0,1 2 0 0 0,1 1 0 0 0,1 1 0 0 0,-36 38 0 0 0,-71 97 124 0 0,111-130-236 0 0,-28 49 1 0 0,43-65-36 0 0,0 0-1 0 0,0 1 0 0 0,0-1 0 0 0,1 1 0 0 0,1 0 1 0 0,-1 0-1 0 0,1 0 0 0 0,1 0 0 0 0,0 1 0 0 0,0 11 1 0 0,1-19-8 0 0,0 0-1 0 0,0 0 1 0 0,1 0 0 0 0,-1 0 0 0 0,1 0 0 0 0,-1 0 0 0 0,1 0 0 0 0,0 0 0 0 0,0 0 0 0 0,0-1 0 0 0,0 1 0 0 0,0 0 0 0 0,0-1 0 0 0,0 1 0 0 0,0-1 0 0 0,1 1 0 0 0,-1-1 0 0 0,1 0 0 0 0,-1 1 0 0 0,1-1 0 0 0,-1 0 0 0 0,1 0 0 0 0,0 0 0 0 0,0 0 0 0 0,-1 0 0 0 0,1 0 0 0 0,0-1 0 0 0,0 1 0 0 0,0-1 0 0 0,0 1 0 0 0,0-1-1 0 0,0 0 1 0 0,0 0 0 0 0,0 0 0 0 0,3 0 0 0 0,5 0 2 0 0,-1-1-1 0 0,1 1 0 0 0,-1-2 1 0 0,1 0-1 0 0,17-5 0 0 0,-10 0-1 0 0,-1 0 0 0 0,0-2-1 0 0,-1 1 1 0 0,1-2 0 0 0,-2 0 0 0 0,1-1 0 0 0,-1 0-1 0 0,-1-1 1 0 0,20-24 0 0 0,8-13-13 0 0,44-72 0 0 0,-81 115 8 0 0,35-53-14 0 0,26-39-171 0 0,-65 97 190 0 0,0 1 0 0 0,0 0 0 0 0,0-1 0 0 0,1 1 1 0 0,-1 0-1 0 0,0-1 0 0 0,0 1 0 0 0,1 0 0 0 0,-1-1 0 0 0,0 1 0 0 0,1 0 1 0 0,-1 0-1 0 0,0-1 0 0 0,1 1 0 0 0,-1 0 0 0 0,0 0 0 0 0,1 0 0 0 0,-1-1 1 0 0,1 1-1 0 0,-1 0 0 0 0,0 0 0 0 0,1 0 0 0 0,-1 0 0 0 0,1 0 0 0 0,-1 0 1 0 0,0 0-1 0 0,1 0 0 0 0,-1 0 0 0 0,1 0 0 0 0,0 0 0 0 0,6 11 95 0 0,-1 17 105 0 0,-9 107 272 0 0,-1-16-568 0 0,4-116 34 0 0,1 20-992 0 0,5 30 0 0 0,-5-45 95 0 0,1-1 0 0 0,0 0 1 0 0,0 1-1 0 0,6 9 1 0 0,-2-7-2449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92 476 0 0,'7'-17'2725'0'0,"-3"7"-1215"0"0,0 0-1 0 0,1 1 1 0 0,0-1-1 0 0,0 1 0 0 0,8-10 1 0 0,-11 18-1396 0 0,-1 0 0 0 0,1 1 1 0 0,0-1-1 0 0,-1 0 1 0 0,1 0-1 0 0,0 1 0 0 0,0-1 1 0 0,-1 1-1 0 0,1-1 0 0 0,0 1 1 0 0,0 0-1 0 0,0 0 0 0 0,-1 0 1 0 0,1 0-1 0 0,0 0 0 0 0,0 0 1 0 0,0 0-1 0 0,-1 0 0 0 0,1 1 1 0 0,0-1-1 0 0,0 1 0 0 0,-1 0 1 0 0,1-1-1 0 0,0 1 0 0 0,2 2 1 0 0,3 1 14 0 0,0 1 1 0 0,0 1-1 0 0,-1-1 1 0 0,1 1 0 0 0,-1 0-1 0 0,-1 0 1 0 0,1 1-1 0 0,-1 0 1 0 0,0 0-1 0 0,-1 0 1 0 0,0 0-1 0 0,0 1 1 0 0,0 0 0 0 0,-1 0-1 0 0,0 0 1 0 0,-1 0-1 0 0,3 14 1 0 0,-2-4-67 0 0,0 1 0 0 0,-1-1 0 0 0,-1 1 1 0 0,-1-1-1 0 0,-1 0 0 0 0,0 1 0 0 0,-5 20 0 0 0,3-24-5 0 0,-1-1 1 0 0,-5 16-1 0 0,7-26-39 0 0,1 0 0 0 0,-1 0 1 0 0,0 0-1 0 0,0-1 0 0 0,0 1 1 0 0,0-1-1 0 0,-1 0 0 0 0,1 1 0 0 0,-1-1 1 0 0,0 0-1 0 0,0-1 0 0 0,-4 4 1 0 0,6-6-19 0 0,1 1 1 0 0,-1-1-1 0 0,0 1 1 0 0,1-1-1 0 0,-1 0 1 0 0,0 0-1 0 0,1 1 1 0 0,-1-1-1 0 0,0 0 1 0 0,1 0-1 0 0,-1 0 1 0 0,0 0-1 0 0,1 0 1 0 0,-1 0-1 0 0,0 0 0 0 0,0 0 1 0 0,1 0-1 0 0,-1 0 1 0 0,0 0-1 0 0,1 0 1 0 0,-1-1-1 0 0,0 1 1 0 0,1 0-1 0 0,-1-1 1 0 0,0 1-1 0 0,1 0 1 0 0,-1-1-1 0 0,1 1 1 0 0,-1 0-1 0 0,0-1 1 0 0,1 1-1 0 0,-1-1 1 0 0,1 1-1 0 0,-1-1 1 0 0,1 0-1 0 0,0 1 1 0 0,-1-1-1 0 0,1 1 1 0 0,0-1-1 0 0,-1 0 1 0 0,1 1-1 0 0,0-1 1 0 0,-1 0-1 0 0,1 1 1 0 0,0-1-1 0 0,0 0 1 0 0,0-1-1 0 0,-1-2 7 0 0,0-1 0 0 0,0 0 0 0 0,0 1 0 0 0,1-1-1 0 0,0-6 1 0 0,1-2-14 0 0,1 0 0 0 0,0 0-1 0 0,1 0 1 0 0,0 1-1 0 0,1-1 1 0 0,1 1-1 0 0,0 0 1 0 0,1 0 0 0 0,0 1-1 0 0,0 0 1 0 0,1 0-1 0 0,1 0 1 0 0,0 1 0 0 0,0 0-1 0 0,17-14 1 0 0,-13 13-3 0 0,0 1 1 0 0,2 0 0 0 0,-1 1 0 0 0,1 0 0 0 0,0 1-1 0 0,1 0 1 0 0,0 2 0 0 0,0 0 0 0 0,1 0 0 0 0,-1 1-1 0 0,1 1 1 0 0,17-2 0 0 0,-29 6 23 0 0,-1-1-1 0 0,1 1 1 0 0,-1-1 0 0 0,1 1 0 0 0,-1 1-1 0 0,1-1 1 0 0,-1 0 0 0 0,1 1 0 0 0,-1 0-1 0 0,1-1 1 0 0,-1 1 0 0 0,0 1 0 0 0,1-1-1 0 0,-1 0 1 0 0,0 1 0 0 0,0 0 0 0 0,0 0-1 0 0,0 0 1 0 0,0 0 0 0 0,4 4 0 0 0,-4-3 20 0 0,-1 1 1 0 0,0-1 0 0 0,0 1-1 0 0,0-1 1 0 0,0 1 0 0 0,-1 0-1 0 0,1-1 1 0 0,-1 1 0 0 0,0 0 0 0 0,0 0-1 0 0,-1 0 1 0 0,1 0 0 0 0,-1 0-1 0 0,0 0 1 0 0,0 0 0 0 0,0 0-1 0 0,-1 8 1 0 0,-4 11 59 0 0,0 0 1 0 0,-1 0-1 0 0,-14 31 0 0 0,12-35-162 0 0,1 0 0 0 0,1 0 1 0 0,0 1-1 0 0,2 0 0 0 0,-2 22 0 0 0,5-40-94 0 0,1 0 0 0 0,0 1-1 0 0,0-1 1 0 0,0 0 0 0 0,0 0 0 0 0,1 0 0 0 0,-1 1-1 0 0,1-1 1 0 0,-1 0 0 0 0,1 0 0 0 0,0 0-1 0 0,0 0 1 0 0,0 0 0 0 0,0 0 0 0 0,0 0-1 0 0,0 0 1 0 0,0 0 0 0 0,1 0 0 0 0,-1-1 0 0 0,1 1-1 0 0,2 2 1 0 0,-2-3-405 0 0,0 0 0 0 0,0 1-1 0 0,1-1 1 0 0,-1 0 0 0 0,1 0 0 0 0,-1 0 0 0 0,1-1-1 0 0,-1 1 1 0 0,1-1 0 0 0,-1 1 0 0 0,6-1-1 0 0,15 0-6022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7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339 223 1624 0 0,'-57'-7'10833'0'0,"56"6"-10697"0"0,-1 1 0 0 0,0 0 0 0 0,1 0 0 0 0,-1 0 0 0 0,0 0 0 0 0,1 1 0 0 0,-1-1 0 0 0,0 0 0 0 0,1 1 0 0 0,-1-1 0 0 0,1 1 0 0 0,-1-1 0 0 0,-2 3 748 0 0,4-1-751 0 0,1-1 0 0 0,0 0 0 0 0,-1 0 0 0 0,1 0 0 0 0,0 0 0 0 0,0 0 0 0 0,0 0 0 0 0,0 0 1 0 0,0 0-1 0 0,0 0 0 0 0,0 0 0 0 0,0 0 0 0 0,0-1 0 0 0,3 2 0 0 0,1-1-79 0 0,0 0 0 0 0,-1 0 0 0 0,1-1 0 0 0,0 0-1 0 0,0 0 1 0 0,0 0 0 0 0,0-1 0 0 0,0 0 0 0 0,0 0 0 0 0,-1 0 0 0 0,1 0 0 0 0,0-1 0 0 0,-1 1 0 0 0,1-1-1 0 0,-1 0 1 0 0,1-1 0 0 0,-1 1 0 0 0,0-1 0 0 0,0 0 0 0 0,0 0 0 0 0,0 0 0 0 0,-1-1 0 0 0,5-4 0 0 0,-3 1-48 0 0,0 1 0 0 0,-1-1 0 0 0,1 1 0 0 0,-2-1 1 0 0,1 0-1 0 0,-1-1 0 0 0,0 1 0 0 0,0-1 0 0 0,-1 1 1 0 0,0-1-1 0 0,0 0 0 0 0,-1 0 0 0 0,0 0 0 0 0,-1-8 1 0 0,1 9-21 0 0,-2 1 0 0 0,1 0 0 0 0,-1 0 0 0 0,1 0 0 0 0,-2 0 0 0 0,1 0 0 0 0,-3-6 0 0 0,4 10 10 0 0,-1 1-1 0 0,0-1 1 0 0,0 1-1 0 0,0-1 1 0 0,0 1-1 0 0,0-1 1 0 0,0 1-1 0 0,0 0 1 0 0,-1-1-1 0 0,1 1 1 0 0,0 0-1 0 0,-1 0 1 0 0,1 0-1 0 0,-1 0 1 0 0,1 0-1 0 0,-1 0 1 0 0,0 0-1 0 0,1 1 1 0 0,-1-1-1 0 0,0 1 1 0 0,1-1-1 0 0,-1 1 1 0 0,0-1-1 0 0,0 1 1 0 0,1 0-1 0 0,-1 0 1 0 0,0 0-1 0 0,-2 0 1 0 0,-6 2-2 0 0,0-1 0 0 0,1 1 0 0 0,-1 1 1 0 0,1 0-1 0 0,0 0 0 0 0,0 1 0 0 0,0 0 0 0 0,0 1 1 0 0,1-1-1 0 0,-13 11 0 0 0,-4 4 45 0 0,-44 44 0 0 0,44-37 55 0 0,0 1 1 0 0,-35 52-1 0 0,52-67-74 0 0,0 0 0 0 0,2 0 0 0 0,-1 1 0 0 0,1 0 0 0 0,1 0 0 0 0,0 0-1 0 0,1 1 1 0 0,1 0 0 0 0,0-1 0 0 0,-1 18 0 0 0,4-27-7 0 0,0 1 0 0 0,0 0-1 0 0,0-1 1 0 0,1 1 0 0 0,-1-1 0 0 0,1 1-1 0 0,0-1 1 0 0,1 0 0 0 0,-1 1-1 0 0,1-1 1 0 0,0 0 0 0 0,0 0-1 0 0,0 0 1 0 0,0 0 0 0 0,1 0 0 0 0,5 6-1 0 0,-4-6-39 0 0,1 0 0 0 0,0 0 0 0 0,0 0 0 0 0,1-1 0 0 0,-1 1-1 0 0,1-1 1 0 0,-1 0 0 0 0,1-1 0 0 0,0 0 0 0 0,12 3 0 0 0,-3-2-269 0 0,0 0 1 0 0,0-1-1 0 0,1-1 1 0 0,-1-1-1 0 0,1 0 1 0 0,-1-1-1 0 0,0-1 1 0 0,0 0-1 0 0,17-5 1 0 0,-9-1-222 0 0,0-1 0 0 0,-1-1 0 0 0,0-1 0 0 0,-1-1 0 0 0,0 0 0 0 0,-1-2 0 0 0,-1 0 0 0 0,0-2 0 0 0,20-20 0 0 0,14-19 459 0 0,71-96 1 0 0,-107 128 881 0 0,-10 12-225 0 0,1 0 0 0 0,0 1 0 0 0,1 0 0 0 0,19-17 0 0 0,-27 26-547 0 0,0 1 1 0 0,0-1 0 0 0,1 1-1 0 0,-1 0 1 0 0,0 0 0 0 0,0 0-1 0 0,0-1 1 0 0,0 1 0 0 0,1 0-1 0 0,-1 0 1 0 0,0 0 0 0 0,0 1-1 0 0,0-1 1 0 0,0 0 0 0 0,0 0-1 0 0,1 1 1 0 0,-1-1 0 0 0,0 0-1 0 0,0 1 1 0 0,0-1 0 0 0,0 1-1 0 0,0 0 1 0 0,0-1 0 0 0,0 1-1 0 0,1 1 1 0 0,20 17 839 0 0,-12-7-724 0 0,0 0 1 0 0,-1 1-1 0 0,0 0 1 0 0,-1 0-1 0 0,-1 1 1 0 0,0 0 0 0 0,-1 0-1 0 0,0 0 1 0 0,-1 1-1 0 0,-1 0 1 0 0,4 22-1 0 0,-7-26-132 0 0,1 0 0 0 0,-1 0 0 0 0,-1 0 0 0 0,0 0 0 0 0,-1 0-1 0 0,0 0 1 0 0,-1 0 0 0 0,0 0 0 0 0,0 0 0 0 0,-1 0 0 0 0,-1-1 0 0 0,0 1-1 0 0,0-1 1 0 0,-1 0 0 0 0,0 0 0 0 0,-10 13 0 0 0,11-18-16 0 0,0-1 0 0 0,-1 0 0 0 0,0 0-1 0 0,1 0 1 0 0,-1 0 0 0 0,-1-1 0 0 0,1 0 0 0 0,-7 3 0 0 0,0 1 29 0 0,11-6-43 0 0,0-1-1 0 0,0 1 0 0 0,0-1 0 0 0,0 0 0 0 0,0 1 0 0 0,0-1 0 0 0,0 0 0 0 0,0 0 0 0 0,0 1 0 0 0,0-1 1 0 0,0 0-1 0 0,-1 0 0 0 0,1 0 0 0 0,0-1 0 0 0,-2 1 0 0 0,0 0 9 0 0,2 0-13 0 0,0 0 1 0 0,0 0 0 0 0,-1 0-1 0 0,1 0 1 0 0,0 0 0 0 0,0 0-1 0 0,0 0 1 0 0,-1-1 0 0 0,1 1-1 0 0,0 0 1 0 0,0-1 0 0 0,0 1-1 0 0,0-1 1 0 0,0 1 0 0 0,0-1-1 0 0,0 1 1 0 0,0-1 0 0 0,0 0-1 0 0,0 1 1 0 0,0-1 0 0 0,0 0-1 0 0,0 0 1 0 0,1 0 0 0 0,-1 0-1 0 0,0 0 1 0 0,1 0 0 0 0,-1 0-1 0 0,0 0 1 0 0,1 0 0 0 0,-1 0-1 0 0,1 0 1 0 0,0 0 0 0 0,-1 0-1 0 0,1 0 1 0 0,0-1-1 0 0,0 1 1 0 0,-1 0 0 0 0,1 0-1 0 0,0-1 1 0 0,0-3-8 0 0,0 1-1 0 0,1-1 1 0 0,-1 1-1 0 0,1-1 1 0 0,0 1 0 0 0,0 0-1 0 0,0-1 1 0 0,2-4-1 0 0,4-4-11 0 0,1-1 0 0 0,0 1 0 0 0,1 0 0 0 0,1 1 0 0 0,0 0 0 0 0,0 0 0 0 0,1 1 0 0 0,1 0 0 0 0,16-12 1 0 0,16-8-38 0 0,63-34 1 0 0,87-40 72 0 0,-178 95-32 0 0,-15 9-4 0 0,-3 1-14 0 0,-8 3 30 0 0,0 1 0 0 0,0 0 0 0 0,1 1-1 0 0,-1 0 1 0 0,1 0 0 0 0,0 1 0 0 0,-12 10-1 0 0,8-7 9 0 0,-8 6 2 0 0,2 1-1 0 0,-1 0 1 0 0,2 1-1 0 0,0 1 1 0 0,-15 22 0 0 0,26-33-2 0 0,2 1 1 0 0,-1 0 0 0 0,1 1 0 0 0,0-1 0 0 0,1 1-1 0 0,0 0 1 0 0,0 0 0 0 0,1 1 0 0 0,1-1 0 0 0,-1 1-1 0 0,1-1 1 0 0,1 1 0 0 0,0 0 0 0 0,0 0 0 0 0,2 19-1 0 0,0-22-3 0 0,0 0-1 0 0,1 0 0 0 0,0 0 0 0 0,0 0 1 0 0,1 0-1 0 0,0-1 0 0 0,0 1 0 0 0,0-1 1 0 0,1 0-1 0 0,0 0 0 0 0,0 0 0 0 0,1 0 0 0 0,6 7 1 0 0,-3-6-74 0 0,0-1 0 0 0,1 1 0 0 0,-1-1 0 0 0,1-1 1 0 0,1 0-1 0 0,-1 0 0 0 0,0-1 0 0 0,17 6 0 0 0,-9-5-320 0 0,1-1-1 0 0,0-1 1 0 0,1 0 0 0 0,-1-1-1 0 0,0-1 1 0 0,1-1-1 0 0,-1 0 1 0 0,0-2-1 0 0,1 0 1 0 0,22-6 0 0 0,-23 3-295 0 0,1-2 1 0 0,-1 0 0 0 0,0-1 0 0 0,-1 0 0 0 0,0-2 0 0 0,0 0-1 0 0,-1-1 1 0 0,0-1 0 0 0,-1 0 0 0 0,0-1 0 0 0,15-18 0 0 0,10-13-3074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8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199 336 2276 0 0,'4'-67'4750'0'0,"-2"0"0"0"0,-13-128 0 0 0,11 195-4718 0 0,0 0-1 0 0,0-1 1 0 0,0 1 0 0 0,0 0-1 0 0,0 0 1 0 0,0 0 0 0 0,0 0-1 0 0,0-1 1 0 0,0 1 0 0 0,0 0-1 0 0,0 0 1 0 0,0 0-1 0 0,0 0 1 0 0,0-1 0 0 0,0 1-1 0 0,0 0 1 0 0,0 0 0 0 0,0 0-1 0 0,0 0 1 0 0,0-1 0 0 0,0 1-1 0 0,0 0 1 0 0,0 0-1 0 0,0 0 1 0 0,0 0 0 0 0,0 0-1 0 0,0-1 1 0 0,0 1 0 0 0,0 0-1 0 0,-1 0 1 0 0,1 0 0 0 0,0 0-1 0 0,0 0 1 0 0,0-1-1 0 0,0 1 1 0 0,0 0 0 0 0,0 0-1 0 0,-1 0 1 0 0,1 0 0 0 0,0 0-1 0 0,0 0 1 0 0,0 0 0 0 0,0 0-1 0 0,-1 0 1 0 0,1 0 0 0 0,0 0-1 0 0,0 0 1 0 0,0 0-1 0 0,0 0 1 0 0,-1 0 0 0 0,1 0-1 0 0,0 0 1 0 0,0 0 0 0 0,0 0-1 0 0,-1 0 1 0 0,-5 12 690 0 0,-3 18-38 0 0,-19 195 1747 0 0,6-43-1863 0 0,-53 205 154 0 0,34-223-3236 0 0,35-135 634 0 0,5-10-2524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8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159 202 2212 0 0,'-63'-56'6798'0'0,"39"37"-2816"0"0,-40-45 0 0 0,63 64-3943 0 0,1-1 1 0 0,-1 0 0 0 0,0 0 0 0 0,1 1 0 0 0,-1-1 0 0 0,1 0 0 0 0,-1 0 0 0 0,1 0 0 0 0,-1 1 0 0 0,1-1 0 0 0,0 0 0 0 0,-1 0 0 0 0,1 0 0 0 0,0 0-1 0 0,0 0 1 0 0,-1 0 0 0 0,1 0 0 0 0,0 0 0 0 0,0 0 0 0 0,0 0 0 0 0,0 0 0 0 0,1 0 0 0 0,-1 0 0 0 0,0 0 0 0 0,0 0 0 0 0,0 0 0 0 0,1 0 0 0 0,-1 1-1 0 0,0-1 1 0 0,1 0 0 0 0,-1 0 0 0 0,1 0 0 0 0,-1 0 0 0 0,1 1 0 0 0,0-1 0 0 0,-1 0 0 0 0,1 0 0 0 0,0 1 0 0 0,-1-1 0 0 0,1 0 0 0 0,0 1 0 0 0,0-1-1 0 0,0 1 1 0 0,-1-1 0 0 0,1 1 0 0 0,0 0 0 0 0,0-1 0 0 0,0 1 0 0 0,2-1 0 0 0,6-2 23 0 0,-1 0 1 0 0,1 1-1 0 0,19-3 0 0 0,17-1 59 0 0,86 2 0 0 0,46 13-1429 0 0,-162-8 1085 0 0,207 21-4123 0 0,-78 3-3677 0 0,-126-20 4855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4432 0 0,'7'12'3621'0'0,"-9"-4"-2915"0"0,0-1 1 0 0,-1 0 0 0 0,1 0 0 0 0,-6 9-1 0 0,-9 29 1272 0 0,-26 264 4779 0 0,40-279-6062 0 0,-11 44-1 0 0,14-73-658 0 0,0 0-1 0 0,-1 1 1 0 0,1-1 0 0 0,0 0 0 0 0,-1 0-1 0 0,1 0 1 0 0,0 0 0 0 0,-1 0 0 0 0,1 0-1 0 0,-1 0 1 0 0,1 0 0 0 0,-1 0-1 0 0,0 0 1 0 0,0-1 0 0 0,1 1 0 0 0,-1 0-1 0 0,0 0 1 0 0,0-1 0 0 0,0 1 0 0 0,1 0-1 0 0,-1-1 1 0 0,0 1 0 0 0,0-1 0 0 0,0 1-1 0 0,0-1 1 0 0,0 1 0 0 0,0-1-1 0 0,-1 0 1 0 0,1 0 0 0 0,0 1 0 0 0,0-1-1 0 0,-1 0 1 0 0,0 0-27 0 0,1-1 0 0 0,0 1 0 0 0,-1-1 0 0 0,1 1 0 0 0,0-1 1 0 0,0 1-1 0 0,0-1 0 0 0,-1 0 0 0 0,1 1 0 0 0,0-1 0 0 0,0 0 0 0 0,0 0 0 0 0,0 0 0 0 0,0 0 0 0 0,1 0 0 0 0,-1 0 0 0 0,0 0 0 0 0,0 0 0 0 0,1-1 0 0 0,-1 1 0 0 0,0 0 1 0 0,1 0-1 0 0,-1 0 0 0 0,1-1 0 0 0,-1-1 0 0 0,0-4-19 0 0,-1 0 1 0 0,1 1 0 0 0,0-1-1 0 0,1 0 1 0 0,-1 0 0 0 0,2 1-1 0 0,-1-1 1 0 0,1 0 0 0 0,0 0 0 0 0,0 1-1 0 0,0-1 1 0 0,1 1 0 0 0,0-1-1 0 0,1 1 1 0 0,-1-1 0 0 0,1 1-1 0 0,1 0 1 0 0,-1 1 0 0 0,1-1-1 0 0,4-5 1 0 0,-2 5-3 0 0,-1 0 1 0 0,1 1-1 0 0,0 0 1 0 0,0 0-1 0 0,0 1 1 0 0,1-1-1 0 0,0 1 0 0 0,0 1 1 0 0,0-1-1 0 0,0 1 1 0 0,0 1-1 0 0,1-1 1 0 0,-1 1-1 0 0,1 1 0 0 0,0-1 1 0 0,0 1-1 0 0,9 0 1 0 0,6 1 5 0 0,1 1 0 0 0,-1 1 0 0 0,46 10 1 0 0,64 26 96 0 0,-93-25-413 0 0,1-1 0 0 0,0-2-1 0 0,52 6 1 0 0,-87-15 234 0 0,-1-1-1 0 0,0 0 1 0 0,1 0 0 0 0,-1 0-1 0 0,0-1 1 0 0,1 0-1 0 0,-1 0 1 0 0,0 0 0 0 0,0 0-1 0 0,0-1 1 0 0,0 0 0 0 0,0 0-1 0 0,0-1 1 0 0,9-5 0 0 0,-11 5 45 0 0,1 0 0 0 0,-1 0 1 0 0,0-1-1 0 0,0 1 0 0 0,0-1 1 0 0,-1 0-1 0 0,1 0 0 0 0,-1 0 1 0 0,0 0-1 0 0,0 0 0 0 0,0 0 1 0 0,-1-1-1 0 0,1 1 0 0 0,-1-1 0 0 0,0 1 1 0 0,0-1-1 0 0,0-6 0 0 0,-1 2 17 0 0,0 1-1 0 0,0-1 0 0 0,-1 1 1 0 0,0-1-1 0 0,0 1 0 0 0,-1-1 1 0 0,0 1-1 0 0,-1 0 0 0 0,0 0 1 0 0,-7-15-1 0 0,9 20 25 0 0,-1 1 1 0 0,1-1-1 0 0,-1 1 1 0 0,1-1-1 0 0,-1 1 1 0 0,0-1-1 0 0,0 1 1 0 0,0 0-1 0 0,0 0 1 0 0,-1 0-1 0 0,1 0 1 0 0,-1 1-1 0 0,1-1 0 0 0,-1 0 1 0 0,1 1-1 0 0,-1 0 1 0 0,0 0-1 0 0,0 0 1 0 0,1 0-1 0 0,-1 0 1 0 0,0 0-1 0 0,0 1 1 0 0,0-1-1 0 0,0 1 0 0 0,0 0 1 0 0,0 0-1 0 0,0 0 1 0 0,0 0-1 0 0,0 1 1 0 0,0-1-1 0 0,0 1 1 0 0,0-1-1 0 0,0 1 1 0 0,-3 2-1 0 0,-2 1 30 0 0,-1 1 0 0 0,1 0 0 0 0,0 0-1 0 0,0 1 1 0 0,1 0 0 0 0,0 0 0 0 0,0 1 0 0 0,0-1 0 0 0,1 2-1 0 0,0-1 1 0 0,0 1 0 0 0,1 0 0 0 0,0 0 0 0 0,0 0 0 0 0,1 1 0 0 0,-6 15-1 0 0,5-9-2 0 0,0 1-1 0 0,0-1 0 0 0,2 1 0 0 0,0 0 0 0 0,1 0 1 0 0,0 0-1 0 0,1 0 0 0 0,1 0 0 0 0,3 20 0 0 0,-2-27-48 0 0,1 0-1 0 0,0 0 1 0 0,0-1-1 0 0,1 1 0 0 0,0-1 1 0 0,1 1-1 0 0,0-1 1 0 0,0 0-1 0 0,1-1 1 0 0,0 1-1 0 0,0-1 0 0 0,0 0 1 0 0,1 0-1 0 0,1 0 1 0 0,-1-1-1 0 0,1 0 0 0 0,0-1 1 0 0,0 1-1 0 0,0-1 1 0 0,1 0-1 0 0,12 5 0 0 0,-11-6-178 0 0,0-1-1 0 0,1 0 0 0 0,-1 0 1 0 0,1-1-1 0 0,-1 0 0 0 0,1-1 0 0 0,0 0 1 0 0,0-1-1 0 0,0 0 0 0 0,0 0 1 0 0,-1-1-1 0 0,1 0 0 0 0,0-1 1 0 0,-1 0-1 0 0,1 0 0 0 0,-1-1 0 0 0,1-1 1 0 0,-1 1-1 0 0,14-9 0 0 0,0-2-100 0 0,0-2 0 0 0,-1 0 0 0 0,-1-2 0 0 0,32-32 0 0 0,67-93 425 0 0,-53 60 1297 0 0,-65 81-1400 0 0,-1 1 1 0 0,0-1-1 0 0,0 1 1 0 0,1 0-1 0 0,-1 0 0 0 0,1-1 1 0 0,-1 1-1 0 0,1 0 1 0 0,-1 0-1 0 0,1 0 0 0 0,0 0 1 0 0,0 1-1 0 0,3-2 0 0 0,-5 2 1 0 0,1 0-1 0 0,0 0 1 0 0,0 0-1 0 0,0 0 1 0 0,0 0-1 0 0,0 0 1 0 0,0 0-1 0 0,0 0 0 0 0,-1 1 1 0 0,1-1-1 0 0,0 0 1 0 0,0 0-1 0 0,0 1 1 0 0,-1-1-1 0 0,1 1 1 0 0,0-1-1 0 0,0 1 0 0 0,-1-1 1 0 0,1 1-1 0 0,0-1 1 0 0,0 2-1 0 0,1 1 65 0 0,0 0 0 0 0,0 0-1 0 0,0 1 1 0 0,0-1 0 0 0,0 1 0 0 0,-1-1-1 0 0,0 1 1 0 0,0 0 0 0 0,0-1 0 0 0,0 1-1 0 0,0 7 1 0 0,0 9 168 0 0,0-1-1 0 0,-2 0 1 0 0,0 1-1 0 0,-2-1 1 0 0,-8 37 0 0 0,3-30-21 0 0,0 1 0 0 0,-2-1 0 0 0,-20 37 0 0 0,15-43 339 0 0,15-20-554 0 0,-1 0 0 0 0,0 1 0 0 0,1-1 0 0 0,-1 1 0 0 0,0-1 0 0 0,1 0 0 0 0,-1 0-1 0 0,0 1 1 0 0,1-1 0 0 0,-1 0 0 0 0,0 0 0 0 0,0 0 0 0 0,1 0 0 0 0,-1 0 0 0 0,0 0 0 0 0,0 0 0 0 0,1 0 0 0 0,-1 0 0 0 0,0 0 0 0 0,0 0 0 0 0,1 0 0 0 0,-2-1 0 0 0,1 1-11 0 0,1-1 0 0 0,0 0 0 0 0,-1 1 0 0 0,1-1 0 0 0,0 0 1 0 0,0 1-1 0 0,-1-1 0 0 0,1 0 0 0 0,0 1 0 0 0,0-1 1 0 0,0 0-1 0 0,0 0 0 0 0,0 1 0 0 0,0-1 0 0 0,0 0 1 0 0,0 0-1 0 0,0 1 0 0 0,0-1 0 0 0,0 0 0 0 0,1 0 0 0 0,-1 0 5 0 0,1-11-1 0 0,1 0 0 0 0,1 0 0 0 0,0 0-1 0 0,1 0 1 0 0,0 0 0 0 0,0 1 0 0 0,8-13-1 0 0,5-7-5 0 0,25-34-1 0 0,-33 52-17 0 0,1 0 0 0 0,1 0 0 0 0,0 1 0 0 0,0 1 0 0 0,1 0 0 0 0,1 0 0 0 0,13-8 0 0 0,-21 16 5 0 0,0 0-1 0 0,-1 1 0 0 0,1 0 1 0 0,0 0-1 0 0,0 0 0 0 0,0 0 1 0 0,0 1-1 0 0,1 0 1 0 0,-1 0-1 0 0,11 0 0 0 0,-12 1 5 0 0,0 1 0 0 0,0-1 0 0 0,0 1 0 0 0,0 0 0 0 0,0 0-1 0 0,0 1 1 0 0,0-1 0 0 0,-1 1 0 0 0,1 0 0 0 0,0 0 0 0 0,-1 0-1 0 0,0 0 1 0 0,1 1 0 0 0,-1-1 0 0 0,6 7 0 0 0,-4-3 2 0 0,0 0 0 0 0,-1 0 1 0 0,0 1-1 0 0,0 0 0 0 0,0 0 1 0 0,-1 0-1 0 0,0 0 0 0 0,0 0 0 0 0,-1 1 1 0 0,0-1-1 0 0,0 1 0 0 0,-1 0 1 0 0,0-1-1 0 0,1 11 0 0 0,-2 1 15 0 0,0 0 0 0 0,-1 0 0 0 0,-1 0 0 0 0,-7 33-1 0 0,5-37 34 0 0,-12 31 0 0 0,14-41-15 0 0,0 0 1 0 0,-1 0-1 0 0,0 0 0 0 0,0 0 0 0 0,0 0 1 0 0,-1-1-1 0 0,0 1 0 0 0,-8 7 1 0 0,11-11-31 0 0,1-1 2 0 0,-1 0-1 0 0,1 0 0 0 0,0-1 0 0 0,-1 1 1 0 0,1 0-1 0 0,0 0 0 0 0,0 0 1 0 0,-1 0-1 0 0,1 0 0 0 0,0-1 1 0 0,0 1-1 0 0,-1 0 0 0 0,1 0 1 0 0,0 0-1 0 0,0-1 0 0 0,-1 1 1 0 0,1 0-1 0 0,0 0 0 0 0,0 0 0 0 0,0-1 1 0 0,0 1-1 0 0,-1 0 0 0 0,1-1 1 0 0,0 1-1 0 0,0 0 0 0 0,0 0 1 0 0,0-1-1 0 0,0 1 0 0 0,0 0 1 0 0,0-1-1 0 0,0 1 0 0 0,0 0 1 0 0,0-1-1 0 0,0 1 0 0 0,0 0 0 0 0,0 0 1 0 0,0-1-1 0 0,0 1 0 0 0,0 0 1 0 0,0-1-1 0 0,3-11-27 0 0,12-23-32 0 0,2 1 0 0 0,1 0 0 0 0,2 2 1 0 0,24-32-1 0 0,-33 48 46 0 0,12-16-9 0 0,0 2-1 0 0,34-33 1 0 0,-43 49-5 0 0,0 2 0 0 0,1-1 0 0 0,0 2-1 0 0,1 0 1 0 0,0 1 0 0 0,25-12 0 0 0,-37 20 25 0 0,0 0 0 0 0,0 1-1 0 0,0 0 1 0 0,0 0 0 0 0,0 0-1 0 0,0 0 1 0 0,1 0 0 0 0,-1 1-1 0 0,0 0 1 0 0,0 0 0 0 0,1 0-1 0 0,-1 0 1 0 0,0 1 0 0 0,0-1-1 0 0,1 1 1 0 0,-1 0 0 0 0,0 1-1 0 0,0-1 1 0 0,0 1 0 0 0,0-1-1 0 0,0 1 1 0 0,-1 1 0 0 0,1-1-1 0 0,0 0 1 0 0,-1 1 0 0 0,0 0 0 0 0,0-1-1 0 0,0 1 1 0 0,0 1 0 0 0,0-1-1 0 0,0 0 1 0 0,-1 1 0 0 0,1-1-1 0 0,-1 1 1 0 0,0 0 0 0 0,0 0-1 0 0,-1 0 1 0 0,1 0 0 0 0,-1 0-1 0 0,0 0 1 0 0,0 0 0 0 0,0 0-1 0 0,0 1 1 0 0,-1 4 0 0 0,1 6 34 0 0,-1 0 0 0 0,0 0 1 0 0,-2 0-1 0 0,1 0 1 0 0,-9 29-1 0 0,-28 72 104 0 0,20-69-114 0 0,16-42-11 0 0,1-1 1 0 0,0 1-1 0 0,0-1 0 0 0,0 1 0 0 0,0-1 0 0 0,1 1 0 0 0,0-1 0 0 0,0 1 0 0 0,0-1 0 0 0,0 1 0 0 0,1-1 0 0 0,2 9 0 0 0,-3-11-4 0 0,2 1 1 0 0,-1-1-1 0 0,0 1 1 0 0,0-1-1 0 0,1 0 1 0 0,-1 1-1 0 0,1-1 1 0 0,0 0-1 0 0,-1 0 0 0 0,1 0 1 0 0,0 0-1 0 0,0 0 1 0 0,1-1-1 0 0,-1 1 1 0 0,0-1-1 0 0,0 1 1 0 0,1-1-1 0 0,-1 0 1 0 0,1 0-1 0 0,-1 0 1 0 0,1 0-1 0 0,4 1 1 0 0,7 0 9 0 0,0 0 0 0 0,1-1 0 0 0,-1 0 1 0 0,1-1-1 0 0,-1-1 0 0 0,0 0 0 0 0,1-1 0 0 0,-1 0 1 0 0,0-2-1 0 0,22-7 0 0 0,6-4-8 0 0,-2-3 0 0 0,44-25 0 0 0,-55 27-3 0 0,-1-1 1 0 0,-1-1 0 0 0,-1-1-1 0 0,0-2 1 0 0,-2 0-1 0 0,0-2 1 0 0,35-44 0 0 0,-54 60-7 0 0,0 0 0 0 0,0-1 1 0 0,-1 1-1 0 0,-1-1 1 0 0,1 1-1 0 0,-1-1 0 0 0,2-10 1 0 0,-5 17-2 0 0,0 1 1 0 0,0-1-1 0 0,0 0 1 0 0,0 0-1 0 0,0 1 0 0 0,-1-1 1 0 0,1 0-1 0 0,0 1 1 0 0,-1-1-1 0 0,1 0 0 0 0,0 1 1 0 0,-1-1-1 0 0,1 0 1 0 0,-1 1-1 0 0,1-1 0 0 0,-1 1 1 0 0,0-1-1 0 0,1 1 1 0 0,-1-1-1 0 0,1 1 0 0 0,-1-1 1 0 0,0 1-1 0 0,1 0 1 0 0,-1-1-1 0 0,0 1 0 0 0,1 0 1 0 0,-1-1-1 0 0,0 1 1 0 0,0 0-1 0 0,1 0 1 0 0,-1 0-1 0 0,0 0 0 0 0,0 0 1 0 0,0 0-1 0 0,1 0 1 0 0,-1 0-1 0 0,0 0 0 0 0,0 0 1 0 0,1 0-1 0 0,-1 0 1 0 0,0 1-1 0 0,0-1 0 0 0,-1 1 1 0 0,-11 3-9 0 0,0 0 0 0 0,0 1-1 0 0,0 0 1 0 0,0 1 0 0 0,1 1 0 0 0,0 0 0 0 0,1 1 0 0 0,-1 0-1 0 0,-16 16 1 0 0,12-9 49 0 0,0 1 0 0 0,1 1 0 0 0,1 0 0 0 0,1 1 0 0 0,-17 29 1 0 0,27-41-18 0 0,0-1 1 0 0,0 1 0 0 0,1 0 0 0 0,-1 0 0 0 0,1 0-1 0 0,1 0 1 0 0,-1 0 0 0 0,1 0 0 0 0,0 1 0 0 0,1-1-1 0 0,-1 12 1 0 0,2-14-10 0 0,0 0 0 0 0,0-1 0 0 0,0 1-1 0 0,0 0 1 0 0,1 0 0 0 0,-1-1 0 0 0,1 1-1 0 0,0-1 1 0 0,0 1 0 0 0,0-1 0 0 0,0 0 0 0 0,1 0-1 0 0,0 0 1 0 0,-1 0 0 0 0,1 0 0 0 0,0-1 0 0 0,0 1-1 0 0,0-1 1 0 0,8 4 0 0 0,7 4-77 0 0,1 0 0 0 0,0-2 0 0 0,40 12 0 0 0,66 10-1863 0 0,-118-29 1766 0 0,119 20-3890 0 0,-39-11-1968 0 0,-28-5-115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0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6 920 0 0,'-9'-6'8302'0'0,"8"8"-8094"0"0,-1 0 0 0 0,1 0 1 0 0,0 0-1 0 0,0 0 0 0 0,0 0 0 0 0,0 0 0 0 0,0 0 0 0 0,0 0 0 0 0,0 0 0 0 0,1 0 0 0 0,-1 0 1 0 0,1 1-1 0 0,-1 2 0 0 0,-2 40 1624 0 0,1-13-845 0 0,-15 63 1070 0 0,-39 119 0 0 0,-46 87-819 0 0,-19 66-642 0 0,37 7-358 0 0,54-122-6899 0 0,26-212 166 0 0,3-27 914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0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1 380 652 0 0,'13'-39'1777'0'0,"3"0"1"0"0,1 1-1 0 0,2 1 0 0 0,34-51 1 0 0,-45 77-1592 0 0,1 0-1 0 0,0 0 1 0 0,0 1 0 0 0,1 0-1 0 0,1 1 1 0 0,-1 0 0 0 0,1 1 0 0 0,1 0-1 0 0,-1 1 1 0 0,2 0 0 0 0,-1 0 0 0 0,1 2-1 0 0,-1-1 1 0 0,1 2 0 0 0,1 0-1 0 0,-1 0 1 0 0,17-1 0 0 0,-14 3-106 0 0,0 1 1 0 0,0 1-1 0 0,0 1 1 0 0,0 0-1 0 0,0 1 1 0 0,0 1 0 0 0,-1 0-1 0 0,1 1 1 0 0,19 9-1 0 0,-24-9-48 0 0,0 1-1 0 0,0 0 1 0 0,-1 1 0 0 0,1 0-1 0 0,-1 1 1 0 0,-1 0 0 0 0,0 1 0 0 0,0 0-1 0 0,0 0 1 0 0,-1 1 0 0 0,0 0-1 0 0,-1 0 1 0 0,8 12 0 0 0,-13-17-11 0 0,0 0 0 0 0,0 0 1 0 0,0 1-1 0 0,0-1 0 0 0,-1 1 1 0 0,1-1-1 0 0,-1 1 0 0 0,0 0 1 0 0,-1 0-1 0 0,1-1 0 0 0,-1 1 1 0 0,0 0-1 0 0,0 0 0 0 0,-1-1 1 0 0,-1 9-1 0 0,0-6 3 0 0,0 0-1 0 0,-1 0 1 0 0,1 0 0 0 0,-2 0-1 0 0,1-1 1 0 0,-1 1 0 0 0,0-1-1 0 0,0 0 1 0 0,-7 7 0 0 0,-4 2-2 0 0,-1 1 0 0 0,-1-2 0 0 0,0 0 0 0 0,-1-1 0 0 0,-34 19 0 0 0,23-17-429 0 0,0 0 0 0 0,-1-2 0 0 0,0-1 0 0 0,-54 13 1 0 0,64-24-2521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1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32 142 2060 0 0,'28'-13'4713'0'0,"-1"-1"0"0"0,51-38 1255 0 0,-81 55-5867 0 0,1-1-1 0 0,-1 1 1 0 0,1-1-1 0 0,0 1 1 0 0,0 0-1 0 0,0-1 1 0 0,0 1-1 0 0,-1 4 1 0 0,-4 5 79 0 0,-18 23 73 0 0,1 1 1 0 0,-29 59-1 0 0,47-82-234 0 0,1 0 0 0 0,0 0 0 0 0,0 0 0 0 0,2 1 1 0 0,-1-1-1 0 0,2 1 0 0 0,0 0 0 0 0,1 0 0 0 0,0-1 0 0 0,1 1 0 0 0,3 27 0 0 0,-2-34-10 0 0,1 0 0 0 0,0 0 0 0 0,0-1-1 0 0,1 1 1 0 0,0-1 0 0 0,0 1-1 0 0,1-1 1 0 0,0 0 0 0 0,0 0-1 0 0,0-1 1 0 0,0 1 0 0 0,1-1 0 0 0,0 0-1 0 0,0 0 1 0 0,1 0 0 0 0,-1-1-1 0 0,1 0 1 0 0,0 0 0 0 0,0 0 0 0 0,1-1-1 0 0,-1 0 1 0 0,1 0 0 0 0,-1-1-1 0 0,1 0 1 0 0,0 0 0 0 0,8 1-1 0 0,-6-1 1 0 0,1-1 0 0 0,-1 0 0 0 0,0 0 0 0 0,0-1 0 0 0,1-1 0 0 0,-1 1-1 0 0,0-1 1 0 0,0-1 0 0 0,1 0 0 0 0,-1 0 0 0 0,0-1 0 0 0,-1 0 0 0 0,1 0-1 0 0,-1-1 1 0 0,1 0 0 0 0,-1-1 0 0 0,0 0 0 0 0,-1 0 0 0 0,12-10-1 0 0,-7 2-3 0 0,-1 0 0 0 0,0 0 0 0 0,-1-2 0 0 0,-1 1-1 0 0,0-1 1 0 0,-1 0 0 0 0,0-1 0 0 0,-1 0-1 0 0,-1 0 1 0 0,-1-1 0 0 0,0 1 0 0 0,-1-1-1 0 0,2-25 1 0 0,-4 29-7 0 0,-1 0-1 0 0,-1-1 1 0 0,0 1-1 0 0,0 0 1 0 0,-1-1-1 0 0,-1 1 1 0 0,-1 0-1 0 0,0 0 1 0 0,0 0-1 0 0,-1 0 1 0 0,-1 1-1 0 0,0 0 1 0 0,-1 0-1 0 0,0 0 1 0 0,-1 0-1 0 0,0 1 1 0 0,-1 0-1 0 0,-8-10 1 0 0,10 16-8 0 0,0 0 0 0 0,0 0 1 0 0,0 0-1 0 0,0 1 0 0 0,-1 0 0 0 0,0 0 1 0 0,1 1-1 0 0,-1 0 0 0 0,-1 0 0 0 0,1 1 1 0 0,0 0-1 0 0,-1 0 0 0 0,1 0 1 0 0,-1 1-1 0 0,1 0 0 0 0,-1 1 0 0 0,0-1 1 0 0,1 2-1 0 0,-1-1 0 0 0,0 1 0 0 0,-8 2 1 0 0,10-2-189 0 0,1 1 1 0 0,-1-1 0 0 0,1 1 0 0 0,0 0 0 0 0,-1 1-1 0 0,1-1 1 0 0,0 1 0 0 0,1 0 0 0 0,-1 0 0 0 0,1 1 0 0 0,-1 0-1 0 0,1-1 1 0 0,0 1 0 0 0,0 0 0 0 0,0 1 0 0 0,1-1-1 0 0,0 1 1 0 0,0 0 0 0 0,0 0 0 0 0,0 0 0 0 0,1 0-1 0 0,0 0 1 0 0,0 0 0 0 0,0 1 0 0 0,0-1 0 0 0,1 1 0 0 0,0-1-1 0 0,0 1 1 0 0,1 7 0 0 0,-1-8-261 0 0,1 0 1 0 0,1 0-1 0 0,-1 1 1 0 0,1-1-1 0 0,0 0 1 0 0,0 0-1 0 0,0 0 0 0 0,1 0 1 0 0,-1 0-1 0 0,1-1 1 0 0,1 1-1 0 0,-1 0 1 0 0,0-1-1 0 0,1 0 1 0 0,0 1-1 0 0,0-1 0 0 0,6 6 1 0 0,8 4-2733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1 188 556 0 0,'35'-39'5672'0'0,"-2"-2"1"0"0,37-59-1 0 0,-62 93-4326 0 0,-6 15-717 0 0,-3 14-16 0 0,-74 350 865 0 0,67-334-2053 0 0,5-29-238 0 0,2 0 0 0 0,0 1 0 0 0,-1 9-1 0 0,2-15-432 0 0,0-1-1 0 0,1 0 0 0 0,-1 1 0 0 0,1-1 0 0 0,-1 0 0 0 0,1 0 1 0 0,1 4-1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1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49 2928 0 0,'3'-7'1377'0'0,"-1"2"-122"0"0,0 0 0 0 0,0-1 0 0 0,1 1-1 0 0,0 0 1 0 0,0 0 0 0 0,5-5 0 0 0,-7 11-1039 0 0,1 0 0 0 0,-1 1 0 0 0,0 0 0 0 0,0-1 0 0 0,0 1 0 0 0,0-1 0 0 0,0 1 0 0 0,0 0 0 0 0,0 0 0 0 0,0 2 0 0 0,-1-3-201 0 0,8 26 344 0 0,-1 1-1 0 0,-2 0 0 0 0,-1 0 1 0 0,-1 0-1 0 0,-1 1 1 0 0,-2-1-1 0 0,-1 1 1 0 0,-1-1-1 0 0,-8 40 0 0 0,8-56-288 0 0,-2 1 0 0 0,-6 17 0 0 0,9-25-54 0 0,-1-1-1 0 0,0 1 0 0 0,-1-1 1 0 0,1 0-1 0 0,-1 0 0 0 0,0 0 0 0 0,0 0 1 0 0,0-1-1 0 0,-5 5 0 0 0,4-6-1 0 0,2-1-18 0 0,1 0 1 0 0,-1-1-1 0 0,1 0 0 0 0,-1 1 0 0 0,1-1 1 0 0,-1 0-1 0 0,0 1 0 0 0,1-1 0 0 0,-1 0 1 0 0,1 0-1 0 0,-1-1 0 0 0,1 1 0 0 0,-1 0 0 0 0,0 0 1 0 0,1-1-1 0 0,-1 1 0 0 0,1-1 0 0 0,-1 1 1 0 0,1-1-1 0 0,0 0 0 0 0,-1 1 0 0 0,1-1 1 0 0,0 0-1 0 0,-1 0 0 0 0,1 0 0 0 0,0 0 1 0 0,0 0-1 0 0,0 0 0 0 0,0 0 0 0 0,-2-3 1 0 0,1 0-31 0 0,0 0 1 0 0,1 0 0 0 0,-1 0 0 0 0,1 0 0 0 0,-1-1 0 0 0,1 1 0 0 0,0-6 0 0 0,0 4-15 0 0,-2-8-3 0 0,1 0-1 0 0,1 0 0 0 0,0 0 0 0 0,1 0 0 0 0,0 0 0 0 0,1 0 1 0 0,1 0-1 0 0,0 0 0 0 0,1 0 0 0 0,0 0 0 0 0,7-15 0 0 0,-6 19 37 0 0,1 1 0 0 0,0 0-1 0 0,0 0 1 0 0,1 0 0 0 0,0 1-1 0 0,0 0 1 0 0,1 0 0 0 0,0 0-1 0 0,0 1 1 0 0,1 0 0 0 0,0 0-1 0 0,1 1 1 0 0,-1 0 0 0 0,1 1-1 0 0,18-9 1 0 0,-13 9-4 0 0,0 0 0 0 0,0 0 1 0 0,1 2-1 0 0,-1 0 0 0 0,1 0 0 0 0,0 2 0 0 0,0-1 1 0 0,0 2-1 0 0,0 0 0 0 0,24 4 0 0 0,-32-3 8 0 0,1 1 0 0 0,0 0-1 0 0,0 0 1 0 0,-1 1 0 0 0,1 0 0 0 0,-1 0-1 0 0,0 1 1 0 0,0 0 0 0 0,10 7 0 0 0,-13-8 6 0 0,0 1-1 0 0,0 0 1 0 0,0 0 0 0 0,-1 0 0 0 0,1 1-1 0 0,-1-1 1 0 0,0 1 0 0 0,0 0 0 0 0,-1 0 0 0 0,1 0-1 0 0,-1 0 1 0 0,0 0 0 0 0,0 0 0 0 0,1 10 0 0 0,-2-6 11 0 0,0-1 1 0 0,0 1 0 0 0,-1 0 0 0 0,0 0 0 0 0,-1-1 0 0 0,0 1 0 0 0,0 0-1 0 0,-5 16 1 0 0,-3 1 45 0 0,-19 37 0 0 0,16-37-606 0 0,-9 29-1 0 0,20-53 419 0 0,0-1 1 0 0,1 1-1 0 0,-1-1 0 0 0,1 1 0 0 0,0 0 1 0 0,-1-1-1 0 0,1 1 0 0 0,0 0 0 0 0,0-1 0 0 0,0 1 1 0 0,0 0-1 0 0,0-1 0 0 0,1 1 0 0 0,-1-1 1 0 0,0 1-1 0 0,1 0 0 0 0,-1-1 0 0 0,1 1 0 0 0,-1-1 1 0 0,1 1-1 0 0,0-1 0 0 0,0 1 0 0 0,0-1 1 0 0,0 0-1 0 0,2 3 0 0 0,-1-2-253 0 0,0-1 0 0 0,0 0 0 0 0,1 0 0 0 0,-1 0 0 0 0,0 0 0 0 0,0 0 0 0 0,1-1 0 0 0,-1 1 0 0 0,1-1 0 0 0,-1 1 0 0 0,0-1 0 0 0,1 0-1 0 0,-1 0 1 0 0,1 0 0 0 0,-1 0 0 0 0,1-1 0 0 0,4 0 0 0 0,14-4-3478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2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262 155 2248 0 0,'-2'-44'5809'0'0,"-9"-51"0"0"0,11 93-5730 0 0,0 1-10 0 0,0 1 1 0 0,0-1-1 0 0,0 1 1 0 0,0-1-1 0 0,0 1 1 0 0,0-1-1 0 0,0 1 1 0 0,0-1-1 0 0,-1 0 1 0 0,1 1-1 0 0,0-1 1 0 0,0 1-1 0 0,0-1 1 0 0,-1 1-1 0 0,1-1 1 0 0,0 1-1 0 0,-1-1 1 0 0,1 1-1 0 0,0-1 1 0 0,-1 1-1 0 0,1 0 1 0 0,-1-1-1 0 0,1 1 1 0 0,0 0-1 0 0,-1-1 1 0 0,0 0-1 0 0,0 2-31 0 0,0-1 0 0 0,1 0 0 0 0,-1 0 0 0 0,1 0 0 0 0,-1 1 0 0 0,0-1 0 0 0,1 0 0 0 0,-1 1 0 0 0,1-1 0 0 0,-1 1 0 0 0,1-1 0 0 0,-1 0 0 0 0,1 1 0 0 0,-1-1 0 0 0,1 1 0 0 0,-1-1 0 0 0,1 1 0 0 0,-1 0 0 0 0,-14 28 699 0 0,-3 31 95 0 0,2 0 0 0 0,-10 79 1 0 0,15-74-388 0 0,-80 379 1347 0 0,60-304-1553 0 0,27-121-291 0 0,-12 72 266 0 0,15-82-464 0 0,0 0-1 0 0,1 0 1 0 0,0 0 0 0 0,1 0-1 0 0,-1 0 1 0 0,2 0 0 0 0,4 17 0 0 0,5-10-1495 0 0,-10-15 1396 0 0,0 0 1 0 0,0-1-1 0 0,0 1 1 0 0,0 0 0 0 0,0-1-1 0 0,0 1 1 0 0,0-1-1 0 0,1 0 1 0 0,-1 1-1 0 0,0-1 1 0 0,0 0 0 0 0,1 1-1 0 0,-1-1 1 0 0,0 0-1 0 0,0 0 1 0 0,1 0 0 0 0,-1 0-1 0 0,0-1 1 0 0,0 1-1 0 0,1 0 1 0 0,-1 0-1 0 0,0-1 1 0 0,0 1 0 0 0,1-1-1 0 0,-1 1 1 0 0,0-1-1 0 0,0 1 1 0 0,1-2-1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145 146 256 0 0,'-32'-22'5637'0'0,"0"-2"0"0"0,-45-44 1 0 0,77 68-5611 0 0,-1 0 1 0 0,1 0 0 0 0,0-1-1 0 0,0 1 1 0 0,-1 0 0 0 0,1 0 0 0 0,0-1-1 0 0,0 1 1 0 0,0 0 0 0 0,-1-1-1 0 0,1 1 1 0 0,0 0 0 0 0,0-1 0 0 0,0 1-1 0 0,0 0 1 0 0,0-1 0 0 0,0 1 0 0 0,-1 0-1 0 0,1-1 1 0 0,0 1 0 0 0,0-1-1 0 0,0 1 1 0 0,0 0 0 0 0,0-1 0 0 0,0 1-1 0 0,1 0 1 0 0,-1-1 0 0 0,0 1-1 0 0,0 0 1 0 0,0-1 0 0 0,0 1 0 0 0,0 0-1 0 0,0-1 1 0 0,1 1 0 0 0,-1 0-1 0 0,0-1 1 0 0,0 1 0 0 0,0 0 0 0 0,1 0-1 0 0,-1-1 1 0 0,0 1 0 0 0,1 0 0 0 0,-1 0-1 0 0,0-1 1 0 0,0 1 0 0 0,1 0-1 0 0,-1 0 1 0 0,1-1 0 0 0,16-5 230 0 0,-17 6-244 0 0,23-4 156 0 0,0 1 0 0 0,0 0-1 0 0,43 2 1 0 0,-27 1-90 0 0,155 8-548 0 0,-20 0-4078 0 0,-167-7 3766 0 0,11-2-422 0 0,-5-3-4129 0 0,0-1 505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2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90 200 0 0,'-42'-9'3232'0'0,"1"0"-763"0"0,9 1-285 0 0,2-1-352 0 0,3 2-356 0 0,5 1-300 0 0,3-1-224 0 0,-2 2-212 0 0,7 1-136 0 0,-1-1-164 0 0,3 0-216 0 0,0 1-368 0 0,-7-3-1108 0 0,3 2-1468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05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2985 191 364 0 0,'28'-18'5264'0'0,"-19"15"-4932"0"0,0-1 1 0 0,0-1-1 0 0,9-5 1 0 0,-14 8-220 0 0,-2 1-39 0 0,36-16 280 0 0,-24 9 220 0 0,-13 7-478 0 0,22-21 1195 0 0,6-12-473 0 0,-28 33-744 0 0,18-20 929 0 0,9-5-220 0 0,-27 25-441 0 0,15-16 3175 0 0,-121 159-2942 0 0,-280 388 298 0 0,366-503-864 0 0,-264 334 885 0 0,161-213-664 0 0,86-102-202 0 0,-232 287 884 0 0,125-170-170 0 0,44-55-421 0 0,-8 11 160 0 0,-37 46-14 0 0,30-29 78 0 0,51-65-134 0 0,-62 75 121 0 0,-204 306 665 0 0,133-173-567 0 0,91-134-396 0 0,-82 118 255 0 0,159-221-427 0 0,2 1 0 0 0,-23 53-1 0 0,34-65-28 0 0,-85 191 408 0 0,95-212-413 0 0,-68 151 272 0 0,30-60-10 0 0,32-79-168 0 0,7-16-85 0 0,1 1 0 0 0,0 0 0 0 0,0 1 1 0 0,-3 9-1 0 0,6-16-43 0 0,-16 30 116 0 0,14-25-84 0 0,0 0 14 0 0,0-1 1 0 0,0 1 0 0 0,0-1-1 0 0,-6 9 1 0 0,7-13 27 0 0,1 5-763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0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0 1540 0 0,'0'0'4307'0'0,"-16"3"-4"0"0,-4 1-3386 0 0,18-4-806 0 0,-11 6 563 0 0,-23 6 1028 0 0,33-11-1445 0 0,1 0-12 0 0,-41 18 1745 0 0,42-18-1733 0 0,-14 6 303 0 0,13-1 295 0 0,10-4 193 0 0,60 0 10 0 0,31 0-783 0 0,11-6-204 0 0,192-1-9 0 0,-274 5-55 0 0,589 35 39 0 0,-438-21-23 0 0,327 26-10 0 0,-313-21 43 0 0,72 4 18 0 0,40 4-71 0 0,-151-18-17 0 0,163 4 9 0 0,6-7 35 0 0,-260-8-46 0 0,-6 0 16 0 0,20 1-18 0 0,193-1-2 0 0,-138 3 131 0 0,99 6 474 0 0,71 28-160 0 0,13-1-52 0 0,-265-31-381 0 0,60 1 14 0 0,0 5-6 0 0,-52-5-32 0 0,-55-3 42 0 0,-1-1-3 0 0,9 0-6 0 0,-9 0 69 0 0,13-2-824 0 0,-22-3-497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24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81 1600 0 0,'-1'-16'5061'0'0,"-10"-32"3323"0"0,8 42-7110 0 0,-2-5 1540 0 0,1 12-1713 0 0,-1 8-673 0 0,-29 95 298 0 0,5 1 0 0 0,4 2 0 0 0,-21 209 0 0 0,42-271-697 0 0,-2 34-1422 0 0,6-77 557 0 0,1 6-934 0 0,18-32-8661 0 0,-14 12 8980 0 0,0-1-3859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24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184 265 2052 0 0,'0'-3'1622'0'0,"-3"-8"-467"0"0,2-1 1 0 0,-1 1-1 0 0,1-1 1 0 0,1 1-1 0 0,0-1 1 0 0,3-17-1 0 0,-2 24-973 0 0,0-1-1 0 0,1 0 1 0 0,0 0-1 0 0,0 1 0 0 0,0-1 1 0 0,1 1-1 0 0,0-1 1 0 0,0 1-1 0 0,0 0 1 0 0,0 0-1 0 0,1 0 1 0 0,0 1-1 0 0,0-1 1 0 0,8-6-1 0 0,2 1-44 0 0,-1 1 1 0 0,1 1-1 0 0,0 0 1 0 0,1 1-1 0 0,0 0 1 0 0,0 1-1 0 0,22-6 0 0 0,-25 9-47 0 0,0 0 0 0 0,1 1-1 0 0,-1 0 1 0 0,1 1 0 0 0,0 1-1 0 0,-1 0 1 0 0,1 0 0 0 0,-1 1-1 0 0,1 1 1 0 0,13 3 0 0 0,-22-4-58 0 0,-1 0 0 0 0,0-1 0 0 0,0 1 0 0 0,0 1 0 0 0,0-1 0 0 0,0 0 0 0 0,0 1 1 0 0,0 0-1 0 0,0 0 0 0 0,0 0 0 0 0,-1 0 0 0 0,1 0 0 0 0,-1 0 0 0 0,0 1 0 0 0,1-1 1 0 0,-1 1-1 0 0,0-1 0 0 0,0 1 0 0 0,-1 0 0 0 0,1 0 0 0 0,-1 0 0 0 0,1 0 1 0 0,-1 0-1 0 0,0 0 0 0 0,0 0 0 0 0,0 1 0 0 0,-1-1 0 0 0,1 0 0 0 0,-1 0 0 0 0,1 1 1 0 0,-1-1-1 0 0,0 0 0 0 0,-1 1 0 0 0,1-1 0 0 0,-1 0 0 0 0,1 1 0 0 0,-3 4 1 0 0,-1 5 1 0 0,0 0 0 0 0,-1-1 1 0 0,-1 1-1 0 0,0-1 1 0 0,-1 0-1 0 0,0-1 1 0 0,-18 22-1 0 0,5-11 24 0 0,-2 0-1 0 0,0-1 0 0 0,-2-1 0 0 0,0-1 0 0 0,-53 30 1 0 0,62-40 9 0 0,-1-1-1 0 0,-18 6 1 0 0,32-13 123 0 0,19 0-60 0 0,0 7-31 0 0,-1 1 0 0 0,0 1 0 0 0,-1 0 0 0 0,0 2 0 0 0,0-1 0 0 0,-1 2 0 0 0,-1 0 0 0 0,0 0 0 0 0,-1 1 0 0 0,0 1 0 0 0,-1 0 0 0 0,-1 1 0 0 0,0 0 0 0 0,7 18 0 0 0,-14-28-20 0 0,-1-1-1 0 0,0 1 0 0 0,-1 0 1 0 0,1-1-1 0 0,-1 1 0 0 0,0 0 1 0 0,0 0-1 0 0,-1 0 0 0 0,0 0 1 0 0,0 0-1 0 0,0 0 0 0 0,-1 0 1 0 0,0 0-1 0 0,0-1 0 0 0,-3 9 1 0 0,2-9-33 0 0,1-1 1 0 0,-1 0 0 0 0,-1 0 0 0 0,1 0 0 0 0,0 0-1 0 0,-1-1 1 0 0,0 1 0 0 0,0-1 0 0 0,0 0 0 0 0,0 1-1 0 0,-1-1 1 0 0,1-1 0 0 0,-1 1 0 0 0,0 0 0 0 0,0-1-1 0 0,0 0 1 0 0,0 0 0 0 0,0 0 0 0 0,0 0 0 0 0,-8 1-1 0 0,-3 0 4 0 0,1-1 0 0 0,-1 0-1 0 0,0-1 1 0 0,0-1-1 0 0,0 0 1 0 0,1-2-1 0 0,-1 1 1 0 0,0-2 0 0 0,1 1-1 0 0,-1-2 1 0 0,1 0-1 0 0,-16-7 1 0 0,-16-9-374 0 0,0-3 0 0 0,-48-30 1 0 0,81 43-1984 0 0,8 3-391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25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620 234 1752 0 0,'2'-5'788'0'0,"0"0"0"0"0,-1 0 0 0 0,0 0 0 0 0,0 0 0 0 0,0 0-1 0 0,-1-1 1 0 0,1 1 0 0 0,-1 0 0 0 0,-1 0 0 0 0,0-8 0 0 0,0 6-210 0 0,-1-1 1 0 0,0 1-1 0 0,-1 0 1 0 0,1 0-1 0 0,-1 0 1 0 0,-8-12-1 0 0,6 11-345 0 0,0 0 0 0 0,-1 0 0 0 0,-1 1 0 0 0,1-1 0 0 0,-1 2 0 0 0,0-1 0 0 0,-1 1 0 0 0,0 0 0 0 0,0 0 0 0 0,0 1 0 0 0,-13-7 0 0 0,12 8-181 0 0,-1 1 0 0 0,1 0 0 0 0,-1 0 0 0 0,0 1 0 0 0,0 0 0 0 0,0 1 0 0 0,0 0 0 0 0,0 0 0 0 0,0 1 0 0 0,-1 0 0 0 0,-15 3 0 0 0,13 0-15 0 0,0 1 1 0 0,0-1-1 0 0,1 2 1 0 0,-1 0 0 0 0,1 1-1 0 0,0 0 1 0 0,1 0-1 0 0,-12 9 1 0 0,3 1 97 0 0,0 1 0 0 0,0 1 0 0 0,2 0 0 0 0,0 2 0 0 0,1 0 0 0 0,2 1 0 0 0,0 0 0 0 0,-18 34 0 0 0,21-32-31 0 0,0 0-1 0 0,2 1 0 0 0,1 0 1 0 0,0 1-1 0 0,2 0 0 0 0,-4 27 1 0 0,9-43-92 0 0,1 0 0 0 0,1-1 0 0 0,0 1 0 0 0,0 0 0 0 0,0 0 0 0 0,1 0 0 0 0,1 0 0 0 0,-1-1 0 0 0,2 1 0 0 0,-1 0 0 0 0,1-1 0 0 0,0 0 0 0 0,1 0 0 0 0,0 0 1 0 0,0 0-1 0 0,0 0 0 0 0,1-1 0 0 0,1 0 0 0 0,-1 0 0 0 0,1 0 0 0 0,8 7 0 0 0,1-2-8 0 0,1 0 0 0 0,0-1 0 0 0,1-1 0 0 0,0 0 0 0 0,0-1 0 0 0,28 9 0 0 0,115 29-1260 0 0,-140-42 877 0 0,124 29-3621 0 0,-49-16-2152 0 0,-36-9-115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5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0,'0'0'260'0'0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5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11 136 0 0,'-3'0'1820'0'0,"-28"-3"1288"0"0,-1-1-1679 0 0,-53 1 0 0 0,73 6-2215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0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0 976 0 0,'0'0'4941'0'0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01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1204 0 0,'0'0'1564'0'0,"10"6"-556"0"0,7-3-832 0 0,-1-3-1680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28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54 204 776 0 0,'0'0'3777'0'0,"7"-36"10454"0"0,-7 35-14060 0 0,5-3-151 0 0,0 0-1 0 0,0 1 1 0 0,0-1 0 0 0,-1-1-1 0 0,5-4 1 0 0,-7 7-20 0 0,-1 0 1 0 0,1 0-1 0 0,-1 0 0 0 0,0 0 0 0 0,1 0 0 0 0,-1 0 1 0 0,0 0-1 0 0,-1-1 0 0 0,1 1 0 0 0,0 0 1 0 0,-1-1-1 0 0,1 1 0 0 0,-1 0 0 0 0,0-1 0 0 0,1 1 1 0 0,-1 0-1 0 0,0-1 0 0 0,-1 1 0 0 0,1-1 1 0 0,0 1-1 0 0,-1 0 0 0 0,1-1 0 0 0,-1 1 0 0 0,0 0 1 0 0,0 0-1 0 0,-1-3 0 0 0,2 4-1 0 0,0 0 0 0 0,-1 0 0 0 0,1 0-1 0 0,-1 0 1 0 0,0 0 0 0 0,1 0 0 0 0,-1 0 0 0 0,0 0 0 0 0,1 0-1 0 0,-1 1 1 0 0,0-1 0 0 0,0 0 0 0 0,0 0 0 0 0,0 1 0 0 0,0-1-1 0 0,0 0 1 0 0,0 1 0 0 0,0-1 0 0 0,0 1 0 0 0,0-1 0 0 0,0 1-1 0 0,-2-1 1 0 0,1 1 3 0 0,0 0 0 0 0,0 0-1 0 0,0 0 1 0 0,0 0 0 0 0,-1 1 0 0 0,1-1-1 0 0,0 0 1 0 0,0 1 0 0 0,0 0 0 0 0,0-1-1 0 0,-3 2 1 0 0,0 1-9 0 0,0-1 1 0 0,1 1-1 0 0,-1 0 0 0 0,1 1 0 0 0,-1-1 1 0 0,1 1-1 0 0,0-1 0 0 0,1 1 0 0 0,-6 6 1 0 0,8-8 10 0 0,0 0 0 0 0,0 0 1 0 0,1 0-1 0 0,-1 0 1 0 0,1 0-1 0 0,-1 0 0 0 0,1 0 1 0 0,-1 0-1 0 0,1 0 0 0 0,0 0 1 0 0,0 0-1 0 0,0 4 0 0 0,1-4 1 0 0,0 0 0 0 0,0 0-1 0 0,0 0 1 0 0,1 0-1 0 0,-1 0 1 0 0,0 0 0 0 0,1 0-1 0 0,-1-1 1 0 0,1 1-1 0 0,-1 0 1 0 0,1-1 0 0 0,0 1-1 0 0,0-1 1 0 0,0 0-1 0 0,0 0 1 0 0,0 0 0 0 0,0 0-1 0 0,0 0 1 0 0,3 1-1 0 0,-3-1 0 0 0,-1-1 0 0 0,1 0 0 0 0,-1 0 0 0 0,0 0 0 0 0,1 0-1 0 0,-1 0 1 0 0,1 0 0 0 0,-1 0 0 0 0,1 0 0 0 0,-1-1 0 0 0,0 1-1 0 0,1 0 1 0 0,-1-1 0 0 0,0 1 0 0 0,1-1 0 0 0,-1 0 0 0 0,0 1-1 0 0,0-1 1 0 0,0 0 0 0 0,1 0 0 0 0,-1 0 0 0 0,1-1 0 0 0,0-1-4 0 0,-1 0 0 0 0,1 1 0 0 0,-1-1 1 0 0,0 0-1 0 0,0 0 0 0 0,0 0 1 0 0,0-1-1 0 0,-1 1 0 0 0,1 0 1 0 0,-1 0-1 0 0,0 0 0 0 0,0 0 1 0 0,0-4-1 0 0,0 5 9 0 0,-14-22-61 0 0,15 25 53 0 0,-1-1 0 0 0,0 1 0 0 0,1 0 0 0 0,-1-1 1 0 0,1 1-1 0 0,-1-1 0 0 0,0 1 0 0 0,1-1 0 0 0,0 1 0 0 0,-1-1 0 0 0,1 1 0 0 0,-1-1 0 0 0,1 1 0 0 0,-1-1 0 0 0,1 0 0 0 0,0 1 0 0 0,-1-1 0 0 0,1 0 0 0 0,0 0 0 0 0,-1 0 0 0 0,1 1 0 0 0,0-1 0 0 0,0 0 0 0 0,-1 0 0 0 0,1 0 0 0 0,0 0 0 0 0,-1 0 0 0 0,1 0 0 0 0,0 0 0 0 0,0 0 0 0 0,0-1 0 0 0,25-3 4 0 0,-24 3 0 0 0,1 1 1 0 0,0-1-1 0 0,0 0 1 0 0,0 0-1 0 0,-1 0 1 0 0,1 0-1 0 0,0-1 1 0 0,0 1-1 0 0,-1-1 1 0 0,1 0-1 0 0,-1 0 1 0 0,5-3-1 0 0,-6 4-5 0 0,0-1-1 0 0,-1 1 1 0 0,1 0-1 0 0,-1 0 1 0 0,1 0-1 0 0,-1-1 1 0 0,1 1 0 0 0,-1 0-1 0 0,1 0 1 0 0,-1-1-1 0 0,0 1 1 0 0,0 0-1 0 0,0-1 1 0 0,0 1-1 0 0,0 0 1 0 0,0-1 0 0 0,0 1-1 0 0,0 0 1 0 0,-1-1-1 0 0,1 1 1 0 0,0 0-1 0 0,-1 0 1 0 0,1-1-1 0 0,-1 1 1 0 0,1 0 0 0 0,-1 0-1 0 0,0 0 1 0 0,1-1-1 0 0,-3-1 1 0 0,1 1 4 0 0,0 0 1 0 0,0 0 0 0 0,0-1-1 0 0,0 1 1 0 0,-1 1 0 0 0,1-1-1 0 0,0 0 1 0 0,-1 1-1 0 0,0-1 1 0 0,1 1 0 0 0,-1-1-1 0 0,0 1 1 0 0,0 0 0 0 0,1 0-1 0 0,-1 1 1 0 0,-4-1-1 0 0,6 0-43 0 0,-1 1-1 0 0,1 0 0 0 0,-1 0 0 0 0,1 0 0 0 0,-1 0 1 0 0,1 0-1 0 0,-1 1 0 0 0,1-1 0 0 0,-1 0 0 0 0,1 1 1 0 0,-1-1-1 0 0,1 1 0 0 0,-1-1 0 0 0,1 1 0 0 0,0 0 1 0 0,-1 0-1 0 0,1-1 0 0 0,0 1 0 0 0,0 0 0 0 0,-1 0 1 0 0,1 0-1 0 0,0 0 0 0 0,0 1 0 0 0,0-1 0 0 0,0 0 1 0 0,0 0-1 0 0,1 1 0 0 0,-1-1 0 0 0,0 0 0 0 0,1 1 1 0 0,-1-1-1 0 0,0 1 0 0 0,1-1 0 0 0,0 1 0 0 0,-1 2 1 0 0,0 21-3271 0 0,5-4-3200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29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41 152 0 0,'-2'-41'21040'0'0,"-3"52"-20694"0"0,0 1 0 0 0,0-1-1 0 0,-5 25 1 0 0,-5 10 120 0 0,-72 175 629 0 0,-22 58-2960 0 0,100-261-1634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29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0 243 316 0 0,'24'-95'11504'0'0,"0"0"-4795"0"0,-21 85-6082 0 0,14-31 1188 0 0,-16 39-1321 0 0,14 8 198 0 0,-11-4-586 0 0,-1 0 0 0 0,-1 1-1 0 0,1-1 1 0 0,0 1 0 0 0,0 0 0 0 0,-1 0 0 0 0,0 0 0 0 0,1 0 0 0 0,-1 0 0 0 0,3 6 0 0 0,15 36 650 0 0,38 118 675 0 0,42 97-920 0 0,-96-250-512 0 0,4 6-286 0 0,0 0 1 0 0,0 0 0 0 0,21 27 0 0 0,-28-42 130 0 0,0 0 1 0 0,0 0-1 0 0,0 0 1 0 0,0 0-1 0 0,1 0 1 0 0,-1 0-1 0 0,0 0 1 0 0,0 0-1 0 0,1-1 1 0 0,-1 1-1 0 0,0 0 1 0 0,1-1-1 0 0,-1 1 1 0 0,0-1-1 0 0,1 0 1 0 0,-1 0-1 0 0,1 1 1 0 0,-1-1-1 0 0,1 0 1 0 0,1 0-1 0 0,0-1-93 0 0,0 1-1 0 0,0-1 1 0 0,-1 0-1 0 0,1 0 1 0 0,0 0 0 0 0,-1 0-1 0 0,1 0 1 0 0,-1-1-1 0 0,0 1 1 0 0,3-3-1 0 0,4-3-704 0 0,-1 0 0 0 0,0-1-1 0 0,-1 0 1 0 0,9-12 0 0 0,20-27-5070 0 0,-15 17 359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29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318 104 1896 0 0,'3'-19'5321'0'0,"-1"0"0"0"0,0-37 0 0 0,-2 54-5168 0 0,0 0 471 0 0,-4-2 923 0 0,3 2-896 0 0,-2 8-360 0 0,-21 42 1578 0 0,-27 78 0 0 0,7-14-1410 0 0,-74 167-997 0 0,81-185-4029 0 0,1 1-5925 0 0,29-76 3171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31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0 356 0 0,'0'0'1312'0'0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37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1 976 0 0,'0'0'5108'0'0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38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1 272 0 0,'0'0'3644'0'0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47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8 0 0,'0'0'4472'0'0,"-7"5"-6548"0"0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4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0 288 0 0,'0'0'5643'0'0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08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0 196 0 0,'0'0'5359'0'0,"-2"1"-6166"0"0,-11 2-1314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1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9 416 0 0,'0'0'4271'0'0,"0"-8"-3899"0"0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1184 0 0,'0'0'3454'0'0,"4"-7"-4257"0"0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6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1 740 0 0,'0'0'7117'0'0,"5"19"-5398"0"0,-5-17-1795 0 0,0 2 103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38 260 0 0,'0'0'5060'0'0,"4"-8"-2455"0"0,-3-1-953 0 0,3 1-1288 0 0,-4-4-2420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52 660 0 0,'0'0'2915'0'0,"23"-8"4411"0"0,-21 7-7231 0 0,10-11 557 0 0,-3 1-1010 0 0,4-8-5522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7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4 504 0 0,'0'0'3548'0'0,"11"-3"-5976"0"0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8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11 380 0 0,'0'0'1538'0'0,"23"-9"3911"0"0,-16 8-6183 0 0,-7 1 625 0 0,0 0 1 0 0,0 1 0 0 0,0-1 0 0 0,0 0 0 0 0,0 1 0 0 0,0-1 0 0 0,0 0-1 0 0,0 1 1 0 0,0-1 0 0 0,0 0 0 0 0,0 1 0 0 0,0-1 0 0 0,0 0 0 0 0,0 1-1 0 0,0-1 1 0 0,0 0 0 0 0,0 0 0 0 0,0 1 0 0 0,0-1 0 0 0,-1 0 0 0 0,1 1-1 0 0,0-1 1 0 0,0 0 0 0 0,-1 1 0 0 0,-6 5-1417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28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0 668 0 0,'12'5'7595'0'0,"0"0"-6550"0"0,-10-5-1344 0 0,2 2 212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2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234 161 1556 0 0,'-3'-14'3708'0'0,"3"11"-3519"0"0,-2-2 805 0 0,1 0-1 0 0,-1 0 1 0 0,0 0 0 0 0,-6-10 920 0 0,-44 217 5339 0 0,-40 98-5528 0 0,75-252-1546 0 0,-29 94 887 0 0,46-140-470 0 0,-4-12-462 0 0,-1-4-70 0 0,40-229 1 0 0,-20 158-74 0 0,-4 24 40 0 0,25-79 0 0 0,-25 107-45 0 0,2 1 0 0 0,0 0 0 0 0,37-58 0 0 0,-48 85 3 0 0,1 0 0 0 0,1 0 0 0 0,-1 0 0 0 0,1 1-1 0 0,-1-1 1 0 0,1 1 0 0 0,1 0 0 0 0,-1 0 0 0 0,0 1-1 0 0,1-1 1 0 0,0 1 0 0 0,0 0 0 0 0,0 0 0 0 0,6-2-1 0 0,-9 5 10 0 0,0 0 0 0 0,0-1 0 0 0,0 1 0 0 0,1 0 0 0 0,-1 0 0 0 0,0 1 0 0 0,0-1 0 0 0,1 0 0 0 0,-1 1 0 0 0,0-1 0 0 0,0 1 0 0 0,0-1 0 0 0,1 1 0 0 0,-1 0-1 0 0,0 0 1 0 0,0 0 0 0 0,0 0 0 0 0,-1 1 0 0 0,1-1 0 0 0,0 0 0 0 0,0 1 0 0 0,1 1 0 0 0,4 4-13 0 0,-1 0 0 0 0,0 0 1 0 0,8 13-1 0 0,-14-19 13 0 0,9 14 37 0 0,-1 0-1 0 0,0 1 0 0 0,-2-1 0 0 0,0 1 0 0 0,0 1 1 0 0,5 32-1 0 0,8 107 458 0 0,-16-123-353 0 0,8 257 588 0 0,-10-166-3606 0 0,8-172-10180 0 0,-9 32 7658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22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65 2572 0 0,'-67'-21'11019'0'0,"66"21"-10428"0"0,1-1-536 0 0,0 0-1 0 0,0 0 1 0 0,1 0-1 0 0,-1 0 1 0 0,1 1-1 0 0,-1-1 1 0 0,1 0 0 0 0,-1 0-1 0 0,1 0 1 0 0,-1 1-1 0 0,1-1 1 0 0,-1 0-1 0 0,1 0 1 0 0,0 1 0 0 0,0-1-1 0 0,-1 1 1 0 0,1-1-1 0 0,0 1 1 0 0,0-1-1 0 0,0 1 1 0 0,0-1 0 0 0,-1 1-1 0 0,3-1 1 0 0,22-7 176 0 0,-23 8-175 0 0,20-5-209 0 0,41-3-1 0 0,-6 5-3949 0 0,-43 3 2080 0 0,26-2-4919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3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1 328 0 0,'0'0'-12'0'0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39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1 188 0 0,'0'0'-64'0'0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4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11 164 0 0,'0'0'1992'0'0,"-2"-10"-1996"0"0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09:46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19 744 0 0,'0'0'1244'0'0,"11"-9"-204"0"0,-5 4-596 0 0,6 0-840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33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21 776 0 0,'0'0'632'0'0,"12"-5"444"0"0,0 0-492 0 0,-5-1-56 0 0,3 1-424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15 828 0 0,'9'-7'1500'0'0,"1"0"-1296"0"0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3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 2576 0 0,'0'0'2192'0'0,"-9"-5"65"0"0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3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92 0 0,'0'0'4456'0'0,"7"-5"-3239"0"0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3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0 612 0 0,'0'0'3384'0'0,"-12"5"-4976"0"0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35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14 772 0 0,'0'0'1356'0'0,"5"-7"976"0"0,0 0-1408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0:35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76 0 0,'0'0'1624'0'0,"3"-7"1256"0"0,2-5-1487 0 0,0 4-893 0 0,-1 1-1613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39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0 760 0 0,'0'0'3016'0'0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3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1 852 0 0,'-14'3'2548'0'0,"4"-6"-4632"0"0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39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0 320 0 0,'0'0'5233'0'0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40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18 720 0 0,'0'0'1836'0'0,"-7"-7"-128"0"0,-3 2-1404 0 0,3 0-2468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41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4 924 0 0,'0'0'3784'0'0,"-12"-3"-3784"0"0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45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1 804 0 0,'0'0'2892'0'0,"-9"5"-1015"0"0,4 3-2174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45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0 208 0 0,'0'0'6038'0'0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45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0 556 0 0,'0'0'6085'0'0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1:5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1484 0 0,'0'0'2168'0'0,"10"7"-1552"0"0,0-4-2092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2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3217 35 1868 0 0,'58'-25'10080'0'0,"-56"24"-9471"0"0,0 0-255 0 0,0-1-1 0 0,1 1 0 0 0,-1 0 1 0 0,0 0-1 0 0,0 1 1 0 0,1-1-1 0 0,3 0 1 0 0,-9 4-272 0 0,1 1 0 0 0,0-1 0 0 0,-1 1-1 0 0,1-1 1 0 0,-1 0 0 0 0,0 0 0 0 0,0 0 0 0 0,0 0 0 0 0,-6 3 0 0 0,-39 24 424 0 0,26-17-274 0 0,-340 189 1670 0 0,53-32-1095 0 0,-451 288-99 0 0,-79 47-168 0 0,507-304-317 0 0,-105 59-147 0 0,381-227-31 0 0,-5 3-544 0 0,22-15-3015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2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100 172 892 0 0,'-7'-11'3885'0'0,"-78"-144"8684"0"0,84 154-12277 0 0,-5-4 1776 0 0,8 19-1718 0 0,0-1 0 0 0,1 0 0 0 0,1 0-1 0 0,1 0 1 0 0,-1 0 0 0 0,2 0-1 0 0,7 12 1 0 0,-5-9-110 0 0,12 22 188 0 0,1 0-1 0 0,3-1 1 0 0,43 52 0 0 0,96 93 297 0 0,-131-149-647 0 0,445 444 403 0 0,178 195-280 0 0,-418-392-339 0 0,224 343-1 0 0,-415-559-305 0 0,-22-31-1412 0 0,20 37 1 0 0,-43-69 1632 0 0,-1-1 0 0 0,1 1 1 0 0,-1 0-1 0 0,1-1 0 0 0,-1 1 0 0 0,1 0 0 0 0,-1-1 1 0 0,0 1-1 0 0,0 0 0 0 0,1-1 0 0 0,-1 1 0 0 0,0 0 1 0 0,0 0-1 0 0,0 0 0 0 0,0-1 0 0 0,0 1 1 0 0,0 0-1 0 0,0 0 0 0 0,0-1 0 0 0,0 1 0 0 0,0 0 1 0 0,0 0-1 0 0,0-1 0 0 0,0 1 0 0 0,-1 0 0 0 0,1 0 1 0 0,0-1-1 0 0,-1 1 0 0 0,1 0 0 0 0,-1-1 0 0 0,1 1 1 0 0,0 0-1 0 0,-1-1 0 0 0,1 1 0 0 0,-1-1 1 0 0,0 1-1 0 0,1-1 0 0 0,-1 1 0 0 0,1-1 0 0 0,-1 1 1 0 0,0-1-1 0 0,1 1 0 0 0,-1-1 0 0 0,0 0 0 0 0,0 0 1 0 0,1 1-1 0 0,-1-1 0 0 0,0 0 0 0 0,0 0 0 0 0,1 0 1 0 0,-2 0-1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2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31 328 0 0,'10'-6'5919'0'0,"25"-19"2712"0"0,-32 35-7355 0 0,7 218 2636 0 0,-8-108-3270 0 0,0-78-485 0 0,9 494 876 0 0,-45-1-784 0 0,16-425-216 0 0,-34 111 0 0 0,-47 103 30 0 0,90-298-62 0 0,-5 24 1 0 0,2 1 1 0 0,3 0-1 0 0,2 0 0 0 0,2 1 1 0 0,2 77-1 0 0,3-118 11 0 0,0-1-1 0 0,4 21 0 0 0,-3-28-9 0 0,-1 0 1 0 0,1-1-1 0 0,0 1 1 0 0,-1 0-1 0 0,1-1 0 0 0,0 1 1 0 0,1-1-1 0 0,-1 1 0 0 0,0-1 1 0 0,1 0-1 0 0,-1 0 0 0 0,1 0 1 0 0,0 1-1 0 0,0-1 1 0 0,0-1-1 0 0,0 1 0 0 0,0 0 1 0 0,0 0-1 0 0,3 1 0 0 0,-2-1 1 0 0,19 8 28 0 0,-13-7-29 0 0,1-1-1 0 0,-1 0 0 0 0,0 0 0 0 0,1-1 0 0 0,11 0 0 0 0,58-4 24 0 0,-23 1 42 0 0,393-4-108 0 0,240 3 420 0 0,-398 10-308 0 0,604 28 231 0 0,117 28-303 0 0,-802-51 0 0 0,217 24-39 0 0,123 5-12 0 0,-468-42 80 0 0,104-16-1 0 0,53-1-48 0 0,-202 19-39 0 0,-6 0-900 0 0,49-6-1 0 0,-79 5 709 0 0,0 0 0 0 0,0 0 0 0 0,0 0 0 0 0,0-1 1 0 0,0 1-1 0 0,0 0 0 0 0,0-1 0 0 0,0 1 0 0 0,0 0 0 0 0,0-1 0 0 0,0 0 0 0 0,0 1 0 0 0,0-1 1 0 0,-1 1-1 0 0,1-1 0 0 0,1-1 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25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328 102 316 0 0,'0'0'1523'0'0,"18"-23"5695"0"0,-15 3-5681 0 0,-3 18-1237 0 0,-3-9 976 0 0,-6-30 4981 0 0,8 39-5685 0 0,-1-1 594 0 0,2 14-788 0 0,-3 56 74 0 0,-3-1 0 0 0,-2 0 1 0 0,-3 0-1 0 0,-3-1 0 0 0,-32 89 1 0 0,-52 163-257 0 0,71-227 27 0 0,13-33-90 0 0,-9 70 1 0 0,8-38-53 0 0,2 34-45 0 0,7-66-28 0 0,6-33 8 0 0,-2 0 0 0 0,-5 23 0 0 0,-9 66-62 0 0,5-33 182 0 0,4-27 802 0 0,7-51-750 0 0,-7 28 1190 0 0,13-38-1372 0 0,9-16-3281 0 0,3-4-2738 0 0,-9 14 159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2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46 213 1264 0 0,'1'0'70'0'0,"10"7"1834"0"0,0-1 1 0 0,0 0 0 0 0,0-1 0 0 0,1-1 0 0 0,0 1 0 0 0,22 3-1 0 0,-32-8-1701 0 0,0 1 1 0 0,0-1-1 0 0,0 1 0 0 0,0 0 0 0 0,0 0 0 0 0,0-1 0 0 0,0 1 0 0 0,0 0 1 0 0,0 1-1 0 0,0-1 0 0 0,0 0 0 0 0,-1 0 0 0 0,1 1 0 0 0,0-1 0 0 0,-1 1 1 0 0,0 0-1 0 0,1-1 0 0 0,-1 1 0 0 0,0 0 0 0 0,0 0 0 0 0,0 0 0 0 0,0 0 1 0 0,0 0-1 0 0,0 0 0 0 0,0 0 0 0 0,-1 0 0 0 0,1 0 0 0 0,0 3 0 0 0,0 4 95 0 0,0 0-1 0 0,-1 0 0 0 0,1 0 0 0 0,-2 0 0 0 0,-1 13 0 0 0,-5 17-62 0 0,-1 1 0 0 0,-3-1 0 0 0,-1-1 0 0 0,-1 0 0 0 0,-2-1 1 0 0,-2 0-1 0 0,-42 65 0 0 0,58-100-223 0 0,0 0 0 0 0,0 0 1 0 0,-1 0-1 0 0,1-1 1 0 0,-1 1-1 0 0,1 0 1 0 0,-1-1-1 0 0,0 1 0 0 0,0-1 1 0 0,1 1-1 0 0,-1-1 1 0 0,0 0-1 0 0,-4 2 0 0 0,6-3-13 0 0,-1 0 0 0 0,1 0 0 0 0,-1 0-1 0 0,1 0 1 0 0,-1 0 0 0 0,1 0-1 0 0,-1 0 1 0 0,1 0 0 0 0,-1 0 0 0 0,1 0-1 0 0,-1 0 1 0 0,1 0 0 0 0,-1-1-1 0 0,1 1 1 0 0,-1 0 0 0 0,1 0 0 0 0,0 0-1 0 0,-1-1 1 0 0,1 1 0 0 0,-1 0-1 0 0,1-1 1 0 0,0 1 0 0 0,-1-1-1 0 0,-7-19-187 0 0,6 4-11 0 0,1 1 0 0 0,0-1 0 0 0,1 1 0 0 0,1-1 0 0 0,0 1 0 0 0,4-17 0 0 0,26-94-727 0 0,-24 99 767 0 0,12-37-247 0 0,32-76-1 0 0,-37 110 326 0 0,0 0-1 0 0,2 1 1 0 0,1 1-1 0 0,33-41 1 0 0,-45 63 67 0 0,1 0 1 0 0,0 0-1 0 0,0 0 1 0 0,0 1 0 0 0,1-1-1 0 0,0 2 1 0 0,0-1 0 0 0,0 1-1 0 0,0 0 1 0 0,1 0 0 0 0,10-3-1 0 0,-14 6 14 0 0,-1 0 0 0 0,1 0 0 0 0,0 1 0 0 0,0 0 1 0 0,0-1-1 0 0,0 1 0 0 0,0 1 0 0 0,-1-1 0 0 0,1 0 0 0 0,0 1 0 0 0,0 0 0 0 0,0 0 0 0 0,-1 0 0 0 0,1 0 0 0 0,0 1 0 0 0,-1 0 0 0 0,0-1 0 0 0,1 1 0 0 0,-1 0 0 0 0,0 1 0 0 0,0-1 0 0 0,0 0 0 0 0,0 1 0 0 0,0 0 0 0 0,-1 0 0 0 0,4 4 1 0 0,3 5 58 0 0,0 1 0 0 0,-1 0 1 0 0,-1 1-1 0 0,0 0 1 0 0,-1 0-1 0 0,-1 0 0 0 0,0 1 1 0 0,-1 0-1 0 0,0 0 1 0 0,-1 0-1 0 0,-1 0 0 0 0,1 25 1 0 0,-3 17 134 0 0,-2-1 1 0 0,-9 60-1 0 0,6-73-194 0 0,-6 30 124 0 0,0 3-1686 0 0,8-28-4867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3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 2972 0 0,'-53'-23'9907'0'0,"51"18"-8904"0"0,175 7 986 0 0,2 12-4588 0 0,-99-6-2955 0 0,-41-4 240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3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6 416 0 0,'-6'-6'17366'0'0,"4"13"-17128"0"0,-1 1 1 0 0,1-1-1 0 0,1 0 0 0 0,0 1 1 0 0,0-1-1 0 0,0 1 1 0 0,1 10-1 0 0,-2 7 55 0 0,-43 276 784 0 0,13-102-1629 0 0,30-182 179 0 0,1-4-365 0 0,-1 0-1 0 0,0-1 1 0 0,-1 1 0 0 0,-7 17-1 0 0,3-21-2555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4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1 320 1800 0 0,'6'-31'2402'0'0,"1"0"-1"0"0,2 0 0 0 0,1 1 1 0 0,25-53-1 0 0,-30 74-1996 0 0,1-1 0 0 0,0 1-1 0 0,0 1 1 0 0,1-1 0 0 0,0 1-1 0 0,1 0 1 0 0,15-12-1 0 0,-17 16-262 0 0,0 0-1 0 0,0 1 0 0 0,0-1 0 0 0,1 1 0 0 0,0 0 0 0 0,-1 1 0 0 0,1 0 0 0 0,0 0 1 0 0,0 0-1 0 0,0 1 0 0 0,1 0 0 0 0,12 0 0 0 0,-13 1-97 0 0,0 0 0 0 0,0 1 0 0 0,0 0 0 0 0,-1 0 0 0 0,1 1 0 0 0,0 0 0 0 0,-1 0 0 0 0,1 0 0 0 0,-1 1 0 0 0,0 0 0 0 0,0 0-1 0 0,0 0 1 0 0,0 1 0 0 0,-1 0 0 0 0,8 7 0 0 0,-9-8-31 0 0,-1 1-1 0 0,0-1 0 0 0,0 1 1 0 0,-1 0-1 0 0,1 0 0 0 0,-1 0 1 0 0,0 0-1 0 0,0 0 0 0 0,0 0 1 0 0,0 1-1 0 0,-1-1 0 0 0,0 1 1 0 0,0-1-1 0 0,0 1 0 0 0,0-1 1 0 0,-1 1-1 0 0,0 0 0 0 0,0-1 1 0 0,0 1-1 0 0,0-1 0 0 0,-1 1 1 0 0,0 0-1 0 0,-2 6 0 0 0,-2 2 10 0 0,0 1 0 0 0,-1-1 0 0 0,-1 0 0 0 0,0-1-1 0 0,-1 1 1 0 0,0-1 0 0 0,-1-1 0 0 0,-1 0 0 0 0,-14 14 0 0 0,22-23-14 0 0,0 0 1 0 0,-1 0-1 0 0,1 0 1 0 0,-1-1-1 0 0,1 1 1 0 0,-1-1-1 0 0,0 0 1 0 0,0 1-1 0 0,1-1 1 0 0,-1-1-1 0 0,0 1 1 0 0,0 0-1 0 0,-6 0 1 0 0,9-1-10 0 0,0 0 1 0 0,0 0 0 0 0,0 0-1 0 0,0 0 1 0 0,0 0-1 0 0,-1-1 1 0 0,1 1 0 0 0,0 0-1 0 0,0 0 1 0 0,0 0-1 0 0,0 0 1 0 0,0 0 0 0 0,0 0-1 0 0,0 0 1 0 0,-1 0-1 0 0,1-1 1 0 0,0 1 0 0 0,0 0-1 0 0,0 0 1 0 0,0 0-1 0 0,0 0 1 0 0,0 0 0 0 0,0-1-1 0 0,0 1 1 0 0,0 0-1 0 0,0 0 1 0 0,0 0 0 0 0,0 0-1 0 0,0 0 1 0 0,0-1-1 0 0,0 1 1 0 0,0 0 0 0 0,0 0-1 0 0,0 0 1 0 0,0 0-1 0 0,0-1 1 0 0,0 1 0 0 0,0 0-1 0 0,0 0 1 0 0,0 0-1 0 0,0 0 1 0 0,0 0 0 0 0,0-1-1 0 0,0 1 1 0 0,1 0-1 0 0,-1 0 1 0 0,0 0 0 0 0,0 0-1 0 0,0 0 1 0 0,0 0-1 0 0,0 0 1 0 0,0-1 0 0 0,1 1-1 0 0,-1 0 1 0 0,11-7 25 0 0,-2 6 54 0 0,0 1 1 0 0,-1 1 0 0 0,1-1 0 0 0,0 1 0 0 0,0 1 0 0 0,-1 0 0 0 0,1 0 0 0 0,-1 1 0 0 0,1-1 0 0 0,-1 2 0 0 0,0-1 0 0 0,13 9 0 0 0,-2 0 90 0 0,0 1 0 0 0,-1 0 0 0 0,32 32 1 0 0,-45-41-58 0 0,-1 1 1 0 0,0 0-1 0 0,0 0 1 0 0,0 0 0 0 0,-1 0-1 0 0,1 1 1 0 0,-1 0 0 0 0,-1 0-1 0 0,1 0 1 0 0,-1 0-1 0 0,0 0 1 0 0,2 9 0 0 0,-4-11-19 0 0,1 0 0 0 0,-1 0 0 0 0,0 0 0 0 0,0 0 0 0 0,-1 0 0 0 0,1 0 0 0 0,-1 0 0 0 0,0 0 0 0 0,0-1 0 0 0,0 1 0 0 0,-1 0 0 0 0,1 0 0 0 0,-1-1 0 0 0,0 1 0 0 0,0-1 0 0 0,0 1 0 0 0,0-1 0 0 0,-1 0 0 0 0,1 0 0 0 0,-1 0 0 0 0,-3 3 0 0 0,-5 3 62 0 0,0 0 1 0 0,0 0 0 0 0,-1-1 0 0 0,-1-1-1 0 0,1 0 1 0 0,-1-1 0 0 0,0 0 0 0 0,0-1 0 0 0,-1 0-1 0 0,0-1 1 0 0,0-1 0 0 0,0 0 0 0 0,0-1-1 0 0,-24 1 1 0 0,11-3-326 0 0,-1-2 0 0 0,0 0 0 0 0,1-2 0 0 0,0-1 0 0 0,0-1 0 0 0,-43-15 0 0 0,44 8-2117 0 0,13-1-2384 0 0,13 13 4489 0 0,0 1 0 0 0,0-1 1 0 0,0 1-1 0 0,0-1 1 0 0,0 1-1 0 0,0-1 0 0 0,-1 1 1 0 0,1-1-1 0 0,0 1 0 0 0,0-1 1 0 0,0 1-1 0 0,0-1 0 0 0,1 1 1 0 0,-1 0-1 0 0,0-1 0 0 0,0 1 1 0 0,0-1-1 0 0,0 1 0 0 0,0-1 1 0 0,1 1-1 0 0,-1-1 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5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41 2084 0 0,'52'-30'10991'0'0,"-52"30"-10927"0"0,-1 0 0 0 0,1 0 0 0 0,0 0 0 0 0,0 0 1 0 0,0 0-1 0 0,-1 0 0 0 0,1 0 0 0 0,0 0 0 0 0,0 0 1 0 0,0 0-1 0 0,-1-1 0 0 0,1 1 0 0 0,0 0 0 0 0,0 0 1 0 0,0 0-1 0 0,0 0 0 0 0,0-1 0 0 0,-1 1 0 0 0,1 0 1 0 0,0 0-1 0 0,0 0 0 0 0,0-1 0 0 0,0 1 0 0 0,0 0 1 0 0,0 0-1 0 0,0 0 0 0 0,0-1 0 0 0,0 1 0 0 0,0 0 1 0 0,0 0-1 0 0,0-1 0 0 0,0 1 0 0 0,0 0 0 0 0,0 0 1 0 0,0 0-1 0 0,0-1 0 0 0,0 1 0 0 0,0 0 0 0 0,0 0 1 0 0,0-1-1 0 0,0 1 0 0 0,0 0 0 0 0,0 0 0 0 0,0 0 1 0 0,0-1-1 0 0,1 1 0 0 0,-1 0 0 0 0,0 0 0 0 0,0 0 1 0 0,0 0-1 0 0,0-1 0 0 0,1 1 0 0 0,-1 0 0 0 0,0 0 1 0 0,0 0-1 0 0,1 0 0 0 0,-22-2 722 0 0,10 4-524 0 0,0 1 1 0 0,0 0-1 0 0,0 0 0 0 0,0 1 0 0 0,0 1 0 0 0,1-1 0 0 0,-1 2 0 0 0,-11 8 0 0 0,-3 3 169 0 0,-43 39 0 0 0,38-28-178 0 0,1 2 1 0 0,-45 58 0 0 0,64-74-214 0 0,1 0-1 0 0,0 1 1 0 0,1 0 0 0 0,0 1-1 0 0,2 0 1 0 0,0 0 0 0 0,0 0-1 0 0,2 0 1 0 0,-5 27 0 0 0,8-35-27 0 0,1 0 0 0 0,0-1 0 0 0,0 1-1 0 0,1 0 1 0 0,0 0 0 0 0,0-1 0 0 0,0 1 0 0 0,1 0 0 0 0,1-1 0 0 0,-1 0 0 0 0,1 1 0 0 0,4 7 0 0 0,-1-5-12 0 0,1 0 0 0 0,0-1 0 0 0,0 0 0 0 0,1 0 0 0 0,0 0 0 0 0,0-1 0 0 0,13 10 0 0 0,2-2-325 0 0,0-1 0 0 0,1-1 0 0 0,1-1 0 0 0,0-1 0 0 0,0-1 0 0 0,29 7 0 0 0,-14-6-1766 0 0,71 10 0 0 0,-9-11-4209 0 0,-34-9-625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64 2068 0 0,'12'-12'4526'0'0,"32"-35"7692"0"0,-43 46-11734 0 0,-1 1-415 0 0,0-1-1 0 0,0 1 0 0 0,0 0 0 0 0,0 0 0 0 0,0 0 0 0 0,0 0 0 0 0,1-1 0 0 0,-1 1 0 0 0,0 0 0 0 0,0 0 0 0 0,0 0 0 0 0,0 0 1 0 0,1 0-1 0 0,-1-1 0 0 0,0 1 0 0 0,0 0 0 0 0,1 0 0 0 0,-1 0 0 0 0,0 0 0 0 0,0 0 0 0 0,0 0 0 0 0,1 0 0 0 0,-1 0 1 0 0,0 0-1 0 0,0 0 0 0 0,0 0 0 0 0,1 0 0 0 0,-1 0 0 0 0,0 0 0 0 0,0 0 0 0 0,1 0 0 0 0,-1 0 0 0 0,-4 22 453 0 0,-1 0 0 0 0,-2-1 1 0 0,0 0-1 0 0,-12 26 0 0 0,-9 24-328 0 0,2 7-292 0 0,-29 88 21 0 0,21-57-7390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6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119 141 2292 0 0,'5'-14'2047'0'0,"1"1"0"0"0,0 0 0 0 0,16-25 1 0 0,-18 33-1649 0 0,-1 0 0 0 0,1 1 0 0 0,0-1 1 0 0,1 1-1 0 0,-1 0 0 0 0,1 1 0 0 0,0-1 1 0 0,0 1-1 0 0,0 0 0 0 0,0 0 0 0 0,1 0 1 0 0,9-3-1 0 0,-3 3-78 0 0,0 0 0 0 0,0 1 0 0 0,0 1 0 0 0,0 0 1 0 0,0 1-1 0 0,1 0 0 0 0,-1 0 0 0 0,0 2 0 0 0,0-1 0 0 0,0 2 0 0 0,12 3 1 0 0,4 2 21 0 0,-2 1 0 0 0,1 2 0 0 0,42 23 0 0 0,-48-22-203 0 0,0 1 1 0 0,-1 1 0 0 0,-1 1 0 0 0,0 1 0 0 0,23 25 0 0 0,-35-33-101 0 0,0 0 1 0 0,-1 1-1 0 0,0 0 1 0 0,0 0-1 0 0,-1 0 1 0 0,6 16-1 0 0,-9-19-21 0 0,0 0 0 0 0,-1 0-1 0 0,1 0 1 0 0,-1 0 0 0 0,-1 1-1 0 0,1-1 1 0 0,-1 0 0 0 0,0 1-1 0 0,0-1 1 0 0,-1 0 0 0 0,-2 12-1 0 0,1-12-2 0 0,0 0-1 0 0,0 0 0 0 0,-1 0 0 0 0,1-1 0 0 0,-1 1 0 0 0,0-1 1 0 0,-1 0-1 0 0,0 0 0 0 0,1 0 0 0 0,-8 7 0 0 0,2-4 2 0 0,1-1 1 0 0,-1 0-1 0 0,-1 0 0 0 0,0-1 1 0 0,-12 6-1 0 0,-5 0 13 0 0,0-2 1 0 0,0 0-1 0 0,-48 9 0 0 0,35-11-230 0 0,-1-2 0 0 0,0-2-1 0 0,-46-1 1 0 0,46-5-1694 0 0,-59-9 0 0 0,87 9 701 0 0,1-1 0 0 0,-21-7 0 0 0,-2-7-4210 0 0,11 2-1263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7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74 116 1680 0 0,'-7'-13'2762'0'0,"-1"1"0"0"0,-11-14 0 0 0,-8-11 1763 0 0,27 35-4039 0 0,-2 1-268 0 0,1 0 1 0 0,0 0 0 0 0,0-1 0 0 0,-1 1-1 0 0,1 0 1 0 0,0-1 0 0 0,0 1 0 0 0,1-1-1 0 0,-1 1 1 0 0,-1-2 0 0 0,5 1-126 0 0,0 1 0 0 0,0 0 0 0 0,0 0 0 0 0,0 0 0 0 0,0 0 0 0 0,0 0 1 0 0,0 1-1 0 0,0-1 0 0 0,0 1 0 0 0,5 0 0 0 0,41 1 239 0 0,-37-1-263 0 0,49 3-410 0 0,1 2 0 0 0,74 16 0 0 0,-104-10-2497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7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39 1408 0 0,'-58'-38'14545'0'0,"55"38"-13968"0"0,1 1-444 0 0,-1 0 1 0 0,1 0 0 0 0,0 1 0 0 0,-1-1 0 0 0,1 1 0 0 0,0-1 0 0 0,0 1 0 0 0,0 0-1 0 0,0-1 1 0 0,0 1 0 0 0,0 0 0 0 0,1 0 0 0 0,-1 1 0 0 0,1-1 0 0 0,-1 0 0 0 0,-1 4-1 0 0,-21 47 821 0 0,17-34-694 0 0,-35 92 397 0 0,-32 135 0 0 0,70-232-605 0 0,-3 12 75 0 0,-6 41 0 0 0,13-61-103 0 0,-1 1 0 0 0,1-1 1 0 0,-1 0-1 0 0,2 0 0 0 0,-1 1 1 0 0,1-1-1 0 0,0 0 0 0 0,0 0 0 0 0,1 0 1 0 0,0 0-1 0 0,0 0 0 0 0,4 8 1 0 0,-3-9-11 0 0,1 0 1 0 0,0-1-1 0 0,0 0 1 0 0,0 0-1 0 0,0 0 1 0 0,1-1-1 0 0,-1 1 1 0 0,1-1-1 0 0,0 0 1 0 0,0 0-1 0 0,0-1 1 0 0,0 1-1 0 0,1-1 1 0 0,-1 0-1 0 0,1-1 1 0 0,7 2-1 0 0,3 0 19 0 0,0-1 1 0 0,1 0-1 0 0,-1-1 0 0 0,25-2 0 0 0,-21-1-260 0 0,0 0 1 0 0,0-1 0 0 0,0-2-1 0 0,23-7 1 0 0,-33 8-686 0 0,0 0 0 0 0,1-1 0 0 0,14-10 0 0 0,-19 11-410 0 0,0 0 0 0 0,0-1 0 0 0,-1 0 0 0 0,0 0 0 0 0,0 0 0 0 0,6-9 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37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89 2940 0 0,'-44'-19'5140'0'0,"-53"-28"6230"0"0,95 46-10850 0 0,4-9 225 0 0,1 8-705 0 0,0 1 0 0 0,0-1 1 0 0,0 1-1 0 0,1 0 0 0 0,-1 0 1 0 0,0 0-1 0 0,0 0 0 0 0,1 1 0 0 0,-1 0 1 0 0,0-1-1 0 0,1 1 0 0 0,-1 0 1 0 0,4 1-1 0 0,4-1 28 0 0,43-2-234 0 0,105 12-1 0 0,54 23-5376 0 0,-115-16-975 0 0,-50-8-31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258 160 2240 0 0,'16'-84'15142'0'0,"-6"107"-13437"0"0,-11 0-1234 0 0,-1 1 0 0 0,-1-1 0 0 0,-1 1-1 0 0,-14 43 1 0 0,-174 509 718 0 0,143-460-904 0 0,42-109-247 0 0,3-12-26 0 0,1-14-4 0 0,6-19-77 0 0,1 0-1 0 0,2 0 1 0 0,21-70-1 0 0,-15 65-6 0 0,12-45-57 0 0,45-108 0 0 0,-44 140 64 0 0,1 2 0 0 0,67-100 0 0 0,-85 143 53 0 0,1-1 1 0 0,0 1-1 0 0,1 1 1 0 0,1 0-1 0 0,-1 0 1 0 0,1 1-1 0 0,1 1 1 0 0,0-1-1 0 0,18-8 1 0 0,-26 15 13 0 0,1-1 1 0 0,0 2 0 0 0,-1-1 0 0 0,1 0 0 0 0,0 1 0 0 0,0 0-1 0 0,0 0 1 0 0,0 0 0 0 0,0 1 0 0 0,0-1 0 0 0,0 1-1 0 0,0 1 1 0 0,0-1 0 0 0,0 1 0 0 0,0 0 0 0 0,0 0 0 0 0,0 0-1 0 0,0 1 1 0 0,0-1 0 0 0,0 1 0 0 0,-1 0 0 0 0,1 1 0 0 0,-1-1-1 0 0,0 1 1 0 0,1 0 0 0 0,-1 0 0 0 0,0 0 0 0 0,-1 1 0 0 0,6 5-1 0 0,0 1 26 0 0,-2 1-1 0 0,1 0 1 0 0,-2 0 0 0 0,1 1-1 0 0,-2 0 1 0 0,1 0-1 0 0,-2 0 1 0 0,1 1-1 0 0,-2-1 1 0 0,0 1-1 0 0,2 19 1 0 0,0 17 113 0 0,-2 86 0 0 0,-3-89-64 0 0,-3 181 1016 0 0,1-116-3269 0 0,1-2-9939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63 788 0 0,'-100'-55'16982'0'0,"105"53"-16584"0"0,-5 1-388 0 0,1 1 0 0 0,-1 0 0 0 0,0-1 0 0 0,0 1 0 0 0,1 0 0 0 0,-1-1 0 0 0,0 1 1 0 0,1 0-1 0 0,-1 0 0 0 0,0-1 0 0 0,1 1 0 0 0,-1 0 0 0 0,1 0 0 0 0,-1 0 0 0 0,0-1 0 0 0,1 1 0 0 0,-1 0 0 0 0,1 0 0 0 0,-1 0 1 0 0,1 0-1 0 0,-1 0 0 0 0,0 0 0 0 0,1 0 0 0 0,-1 0 0 0 0,1 0 0 0 0,-1 0 0 0 0,0 0 0 0 0,2 0 0 0 0,80 3 135 0 0,108 18 0 0 0,-7 10-5706 0 0,-130-20-851 0 0,-40-8 2039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 1980 0 0,'3'1'2238'0'0,"1"0"-1057"0"0,-1 1 0 0 0,1 0 0 0 0,-1 0 0 0 0,1 0 0 0 0,-1 0 0 0 0,0 1 0 0 0,0-1 0 0 0,0 1 0 0 0,6 6 0 0 0,-8-7-740 0 0,0-1 1 0 0,0 1-1 0 0,0 0 0 0 0,0 0 1 0 0,0 0-1 0 0,-1 0 0 0 0,1 0 1 0 0,-1 0-1 0 0,1 3 0 0 0,0-2-342 0 0,-1 0 0 0 0,0 0-1 0 0,0 0 1 0 0,-1 0 0 0 0,1 0-1 0 0,0-1 1 0 0,-2 7 0 0 0,-12 27 485 0 0,-1 0 0 0 0,-1-1 1 0 0,-36 55-1 0 0,-23 50-3427 0 0,65-118 1559 0 0,-6 14-1898 0 0,9-12-3025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2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76 1956 0 0,'-36'-75'13769'0'0,"33"77"-13376"0"0,1 0 0 0 0,-1 1 0 0 0,1-1 0 0 0,-1 1 0 0 0,1 0 0 0 0,0 0 0 0 0,0 0 0 0 0,-2 4 0 0 0,-81 168 2660 0 0,-28 98-2577 0 0,89-192-1607 0 0,10-33-1525 0 0,-1-2-4118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0 246 1188 0 0,'3'-17'1502'0'0,"1"-1"0"0"0,0 1-1 0 0,1 0 1 0 0,0 0 0 0 0,2 1-1 0 0,12-25 1 0 0,-15 34-1257 0 0,1 0-1 0 0,0 0 1 0 0,0 0-1 0 0,0 1 1 0 0,1-1-1 0 0,0 1 1 0 0,0 1-1 0 0,1-1 1 0 0,0 1-1 0 0,0 0 1 0 0,0 1-1 0 0,0-1 1 0 0,0 1-1 0 0,1 1 1 0 0,14-5-1 0 0,-10 5-83 0 0,0 0 0 0 0,0 1 0 0 0,0 1-1 0 0,0 0 1 0 0,1 1 0 0 0,-1 0 0 0 0,0 1 0 0 0,0 0-1 0 0,16 4 1 0 0,-20-3-115 0 0,-1 0 0 0 0,1 0-1 0 0,-1 0 1 0 0,0 1 0 0 0,0 1-1 0 0,0-1 1 0 0,0 1 0 0 0,0 0-1 0 0,-1 0 1 0 0,0 1 0 0 0,0 0-1 0 0,0 0 1 0 0,0 1 0 0 0,-1-1-1 0 0,9 13 1 0 0,-12-15-22 0 0,0 1 0 0 0,-1 0 0 0 0,1 0 0 0 0,-1-1 0 0 0,0 1 0 0 0,0 0 0 0 0,0 0 0 0 0,-1 0 0 0 0,1 0 0 0 0,-1 0 0 0 0,0 0 0 0 0,0 0 0 0 0,0 0 0 0 0,-1 0 0 0 0,0 0 0 0 0,1 0 0 0 0,-1 0 0 0 0,-1 0 0 0 0,1-1 0 0 0,0 1 0 0 0,-1 0-1 0 0,0-1 1 0 0,0 1 0 0 0,-3 4 0 0 0,-6 8 39 0 0,-1 0 0 0 0,-1-1-1 0 0,-24 23 1 0 0,27-28-40 0 0,-67 55 105 0 0,34-30 144 0 0,41-33-199 0 0,0 0 0 0 0,-2 3 90 0 0,26 3-142 0 0,-12-5-2 0 0,0 0 0 0 0,-1 1-1 0 0,13 6 1 0 0,-9-1 62 0 0,0 0 0 0 0,-1 1 0 0 0,0 0 0 0 0,-1 1 0 0 0,0 0 0 0 0,-1 1 0 0 0,0 0 0 0 0,8 15 0 0 0,4 8 227 0 0,32 69-1 0 0,-50-95-145 0 0,-1-1 0 0 0,0 0 0 0 0,-1 1 0 0 0,1 0 0 0 0,-1-1 0 0 0,-1 1 0 0 0,0 0 0 0 0,0 15 0 0 0,-1-19-75 0 0,-1-1-1 0 0,1 1 1 0 0,-1-1 0 0 0,0 1-1 0 0,0-1 1 0 0,0 0 0 0 0,-1 1-1 0 0,0-1 1 0 0,0 0 0 0 0,0 0-1 0 0,0 0 1 0 0,0 0 0 0 0,-1-1-1 0 0,0 1 1 0 0,0 0 0 0 0,0-1-1 0 0,0 0 1 0 0,-6 5 0 0 0,5-6-58 0 0,1-1 0 0 0,-1 0 1 0 0,1 0-1 0 0,-1 0 1 0 0,1 0-1 0 0,-1 0 1 0 0,0-1-1 0 0,1 0 0 0 0,-1 0 1 0 0,0 0-1 0 0,1 0 1 0 0,-1 0-1 0 0,0-1 0 0 0,-7-1 1 0 0,-5-3-1 0 0,0-1 0 0 0,1 0 0 0 0,-1-1 1 0 0,1-1-1 0 0,-20-14 0 0 0,-5-2-123 0 0,4 3-2570 0 0,24 18 118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11 952 0 0,'26'-10'16052'0'0,"-27"12"-15405"0"0,-13 31 110 0 0,-2-1-1 0 0,-1-1 1 0 0,-37 52-1 0 0,49-75-691 0 0,-86 123-1070 0 0,60-89-2238 0 0,-1 1-3544 0 0,15-22-516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3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535 120 424 0 0,'7'-5'1249'0'0,"1"-1"-1"0"0,-1-1 1 0 0,0 1-1 0 0,0-1 1 0 0,-1 0-1 0 0,1-1 1 0 0,-2 1 0 0 0,1-1-1 0 0,-1 0 1 0 0,0-1-1 0 0,-1 1 1 0 0,3-10 0 0 0,-7 17-1194 0 0,0 1 0 0 0,0-1 1 0 0,0 0-1 0 0,0 0 0 0 0,0 1 1 0 0,0-1-1 0 0,-1 0 0 0 0,1 1 1 0 0,0-1-1 0 0,-1 1 0 0 0,1-1 1 0 0,0 0-1 0 0,-1 1 1 0 0,1-1-1 0 0,-1 1 0 0 0,1-1 1 0 0,0 1-1 0 0,-1-1 0 0 0,0 1 1 0 0,1-1-1 0 0,-1 1 0 0 0,1 0 1 0 0,-1-1-1 0 0,0 1 0 0 0,1 0 1 0 0,-1-1-1 0 0,1 1 0 0 0,-1 0 1 0 0,0 0-1 0 0,0 0 1 0 0,1-1-1 0 0,-1 1 0 0 0,0 0 1 0 0,1 0-1 0 0,-1 0 0 0 0,0 0 1 0 0,0 1-1 0 0,-18 2 160 0 0,1 2 0 0 0,0 1 0 0 0,0 0 0 0 0,1 1 0 0 0,0 1 0 0 0,0 1 0 0 0,1 0-1 0 0,0 1 1 0 0,-17 14 0 0 0,-20 19 241 0 0,-55 56-1 0 0,68-59-209 0 0,-61 80 0 0 0,85-98-204 0 0,1 2 0 0 0,1-1 0 0 0,0 2 0 0 0,2 0 0 0 0,-15 43 0 0 0,25-61-36 0 0,0 0 1 0 0,1 1-1 0 0,-1-1 1 0 0,1 0-1 0 0,1 1 1 0 0,-1-1 0 0 0,1 1-1 0 0,1-1 1 0 0,-1 1-1 0 0,1-1 1 0 0,1 1-1 0 0,-1-1 1 0 0,1 0-1 0 0,1 1 1 0 0,-1-1-1 0 0,1 0 1 0 0,4 7 0 0 0,-1-5 1 0 0,0-1 1 0 0,0 0 0 0 0,1 0-1 0 0,0 0 1 0 0,0-1 0 0 0,1 0-1 0 0,0 0 1 0 0,0-1 0 0 0,1 0-1 0 0,-1 0 1 0 0,18 7 0 0 0,-7-5-2 0 0,1 0 0 0 0,0-1-1 0 0,0-1 1 0 0,1-1 0 0 0,0-1 0 0 0,0-1 0 0 0,0-1 0 0 0,26 0 0 0 0,-20-2 4 0 0,-1-2 1 0 0,1-1-1 0 0,-1-1 1 0 0,0-1-1 0 0,0-1 0 0 0,29-12 1 0 0,-43 14-6 0 0,-1-1-1 0 0,0-1 1 0 0,0 0 0 0 0,0 0 0 0 0,11-11-1 0 0,-21 17-29 0 0,0-1-1 0 0,0 0 1 0 0,0 0-1 0 0,0 0 0 0 0,0 0 1 0 0,0 0-1 0 0,-1 0 0 0 0,1 0 1 0 0,0 0-1 0 0,-1 0 0 0 0,1 0 1 0 0,-1-1-1 0 0,1 1 0 0 0,-1 0 1 0 0,0 0-1 0 0,1-1 1 0 0,-1 1-1 0 0,0 0 0 0 0,0 0 1 0 0,0-1-1 0 0,0 0 0 0 0,0 1-187 0 0,0 0-1 0 0,0 0 1 0 0,0 1 0 0 0,-1-1-1 0 0,1 0 1 0 0,0 0-1 0 0,-1 1 1 0 0,1-1-1 0 0,0 0 1 0 0,-1 0-1 0 0,1 1 1 0 0,-1-1-1 0 0,1 0 1 0 0,-1 1 0 0 0,1-1-1 0 0,-1 1 1 0 0,0-1-1 0 0,1 1 1 0 0,-2-1-1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20 2576 0 0,'47'-19'18442'0'0,"-44"20"-17469"0"0,-3-1-949 0 0,1 0-1 0 0,-1 0 0 0 0,0 0 0 0 0,0 0 0 0 0,0 0 0 0 0,1 0 0 0 0,-1 0 0 0 0,0 0 0 0 0,0 0 1 0 0,0 0-1 0 0,1 0 0 0 0,-1 0 0 0 0,0 0 0 0 0,0 0 0 0 0,0 0 0 0 0,1 1 0 0 0,-1-1 0 0 0,0 0 1 0 0,0 0-1 0 0,0 0 0 0 0,1 0 0 0 0,-1 0 0 0 0,0 0 0 0 0,0 1 0 0 0,0-1 0 0 0,0 0 0 0 0,0 0 1 0 0,1 0-1 0 0,-1 0 0 0 0,0 1 0 0 0,0-1 0 0 0,0 0 0 0 0,0 0 0 0 0,0 0 0 0 0,0 1 0 0 0,0-1 1 0 0,0 0-1 0 0,0 1 0 0 0,-10 20 366 0 0,-2-1 0 0 0,0 0 1 0 0,-1 0-1 0 0,-29 33 0 0 0,8-11-165 0 0,-60 93-366 0 0,53-62-2755 0 0,30-50-1361 0 0,-9 28 1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4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135 150 616 0 0,'93'-136'15846'0'0,"-93"135"-15676"0"0,0 1 0 0 0,0-1 0 0 0,0 0 0 0 0,1 1 0 0 0,-1-1 0 0 0,0 0 0 0 0,0 1 0 0 0,1-1 0 0 0,-1 1 0 0 0,1-1 0 0 0,-1 0 0 0 0,1 1 0 0 0,-1-1 0 0 0,0 1 0 0 0,1-1 0 0 0,0 1 0 0 0,-1 0 0 0 0,1-1 0 0 0,-1 1 0 0 0,1-1 0 0 0,0 1 0 0 0,-1 0 0 0 0,1 0 0 0 0,0-1 0 0 0,-1 1 0 0 0,2 0 0 0 0,-1 1-44 0 0,-1 0 1 0 0,0 0 0 0 0,1 0 0 0 0,-1 0-1 0 0,0 0 1 0 0,0 0 0 0 0,1 1 0 0 0,-1-1-1 0 0,0 0 1 0 0,0 0 0 0 0,0 0-1 0 0,0 0 1 0 0,-1 2 0 0 0,-7 49 849 0 0,-18 46 35 0 0,-56 141 0 0 0,-11-20-4924 0 0,73-178 365 0 0,7-15-5139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4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72 216 2852 0 0,'3'-22'2017'0'0,"1"0"0"0"0,0 0 0 0 0,11-26 0 0 0,-13 41-1679 0 0,0 1 0 0 0,1-1 0 0 0,0 1 0 0 0,1 0 0 0 0,-1 0 1 0 0,1 0-1 0 0,0 0 0 0 0,0 1 0 0 0,1-1 0 0 0,0 1 0 0 0,0 0 0 0 0,0 1 0 0 0,0-1 0 0 0,10-5 0 0 0,-10 8-196 0 0,1 0 0 0 0,-1 0 1 0 0,1 0-1 0 0,0 1 0 0 0,0 0 1 0 0,0 0-1 0 0,-1 1 0 0 0,1-1 1 0 0,0 1-1 0 0,0 0 0 0 0,0 1 1 0 0,0-1-1 0 0,0 1 0 0 0,0 1 1 0 0,-1-1-1 0 0,8 3 0 0 0,4 3 95 0 0,-1-1 0 0 0,0 2 1 0 0,-1 0-1 0 0,18 13 0 0 0,-5-2-21 0 0,-2 2-1 0 0,0 0 1 0 0,-2 2 0 0 0,-1 1 0 0 0,35 44-1 0 0,-42-45-83 0 0,0 0 0 0 0,-2 1 0 0 0,0 0 0 0 0,-1 2 0 0 0,-2-1 0 0 0,-1 2-1 0 0,8 30 1 0 0,-15-44-47 0 0,-1-1 1 0 0,0 1-1 0 0,-1 0 0 0 0,0 0 0 0 0,-1 0 0 0 0,0 0 0 0 0,-1 0 0 0 0,-1 0 1 0 0,0 0-1 0 0,-1 0 0 0 0,0-1 0 0 0,-1 1 0 0 0,-10 21 0 0 0,6-19-10 0 0,-1 1 0 0 0,0-2 0 0 0,-1 1 0 0 0,-1-2 0 0 0,0 1 0 0 0,-1-1 0 0 0,0-1 0 0 0,-1 0 0 0 0,-27 18 1 0 0,16-14 3 0 0,-1-1 0 0 0,-1-1 1 0 0,0-1-1 0 0,-1-1 1 0 0,-35 10-1 0 0,40-16-43 0 0,-2 0 0 0 0,1-1 0 0 0,0-2 0 0 0,-1 0 0 0 0,1-2 0 0 0,-47-2 0 0 0,62 0-199 0 0,1 0 1 0 0,-1-1-1 0 0,1 1 1 0 0,0-2-1 0 0,0 1 1 0 0,0-1 0 0 0,0 0-1 0 0,0 0 1 0 0,-10-8-1 0 0,15 10-214 0 0,-1-2 0 0 0,0 1 0 0 0,1 0-1 0 0,0 0 1 0 0,0-1 0 0 0,0 1 0 0 0,0-1-1 0 0,0 0 1 0 0,0 0 0 0 0,-2-4 0 0 0,3 4-288 0 0,1 0 1 0 0,-1 1 0 0 0,0-1 0 0 0,1 0 0 0 0,-1 0 0 0 0,1 1 0 0 0,0-1-1 0 0,0 0 1 0 0,0 0 0 0 0,1 1 0 0 0,-1-1 0 0 0,0 0 0 0 0,1 0 0 0 0,1-2-1 0 0,4-13-5810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5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268 206 2080 0 0,'11'-4'1264'0'0,"0"0"0"0"0,-1 0 1 0 0,1-1-1 0 0,11-8 0 0 0,-10 5-530 0 0,1 0 0 0 0,-2-1 0 0 0,1-1 1 0 0,-1 0-1 0 0,-1-1 0 0 0,0 0 0 0 0,0 0 0 0 0,-1-1 1 0 0,11-20-1 0 0,-18 31-652 0 0,-1-1 0 0 0,0 1 0 0 0,0-1 1 0 0,-1 1-1 0 0,1-1 0 0 0,0 0 0 0 0,0 1 0 0 0,-1-1 1 0 0,1 0-1 0 0,-1 0 0 0 0,1 0 0 0 0,-1 1 0 0 0,0-1 1 0 0,0 0-1 0 0,0 0 0 0 0,0 0 0 0 0,0 0 0 0 0,0 1 1 0 0,-1-1-1 0 0,1 0 0 0 0,0 0 0 0 0,-1 0 0 0 0,1 1 1 0 0,-1-1-1 0 0,0 0 0 0 0,0 1 0 0 0,-2-4 0 0 0,-2 3 110 0 0,-3 2-129 0 0,-1 1 0 0 0,1 0 1 0 0,0 0-1 0 0,-1 1 0 0 0,1 0 0 0 0,0 0 0 0 0,0 1 0 0 0,0 0 0 0 0,1 0 0 0 0,-1 1 0 0 0,-13 9 0 0 0,-10 8 56 0 0,-38 34 0 0 0,58-45-93 0 0,-33 27 51 0 0,-40 43 1 0 0,72-67-64 0 0,1 0 0 0 0,0 1 0 0 0,1 0-1 0 0,0 0 1 0 0,2 1 0 0 0,-1 0 0 0 0,2 1 0 0 0,-6 17 0 0 0,11-29-8 0 0,1 0 0 0 0,0 1-1 0 0,0-1 1 0 0,0 0 0 0 0,1 1 0 0 0,-1-1-1 0 0,1 1 1 0 0,0-1 0 0 0,0 1 0 0 0,1-1-1 0 0,-1 0 1 0 0,1 1 0 0 0,0-1 0 0 0,0 1-1 0 0,0-1 1 0 0,1 0 0 0 0,0 0 0 0 0,-1 0-1 0 0,1 0 1 0 0,1 0 0 0 0,-1 0 0 0 0,4 4-1 0 0,-1-4-2 0 0,-1 1-1 0 0,1-1 1 0 0,0-1-1 0 0,0 1 0 0 0,1-1 1 0 0,-1 0-1 0 0,1 0 1 0 0,-1 0-1 0 0,1-1 0 0 0,0 1 1 0 0,0-2-1 0 0,0 1 1 0 0,0-1-1 0 0,1 0 0 0 0,6 1 1 0 0,-1-1-3 0 0,0-1-1 0 0,0 0 1 0 0,0 0 0 0 0,-1-2-1 0 0,1 1 1 0 0,0-1 0 0 0,-1-1 0 0 0,1 0-1 0 0,-1-1 1 0 0,21-9 0 0 0,-16 4-3 0 0,0 0 1 0 0,-1-1 0 0 0,-1-1 0 0 0,0 0-1 0 0,0-1 1 0 0,17-19 0 0 0,4-13 0 0 0,-2 0 0 0 0,-2-2 0 0 0,40-79-1 0 0,-56 94 4 0 0,-10 19-43 0 0,1 0 0 0 0,14-21 0 0 0,-18 31 27 0 0,-4 3 15 0 0,1 0 0 0 0,0 0 0 0 0,0 0-1 0 0,0 1 1 0 0,0-1 0 0 0,0 0-1 0 0,0 0 1 0 0,1 1 0 0 0,-1-1-1 0 0,0 1 1 0 0,0 1 0 0 0,0-1 1 0 0,-11 21 2 0 0,0 0 1 0 0,2 1-1 0 0,1 0 1 0 0,1 1-1 0 0,1 0 0 0 0,1 0 1 0 0,1 0-1 0 0,1 1 1 0 0,2 0-1 0 0,0-1 1 0 0,3 35-1 0 0,0-51-196 0 0,1-1-1 0 0,-1 1 1 0 0,1-1-1 0 0,1 0 1 0 0,0 1-1 0 0,0-1 1 0 0,6 11-1 0 0,-6-15-321 0 0,-1 0 0 0 0,1 0 1 0 0,0 0-1 0 0,0 0 0 0 0,1 0 0 0 0,-1-1 0 0 0,1 0 0 0 0,-1 1 0 0 0,1-1 0 0 0,0-1 1 0 0,0 1-1 0 0,1 0 0 0 0,7 3 0 0 0,18-7-7904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5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2308 0 0,'13'-27'2104'0'0,"-4"8"94"0"0,1 0-1 0 0,24-35 0 0 0,-34 53-2117 0 0,1 0-1 0 0,0 0 1 0 0,-1 1-1 0 0,1-1 1 0 0,0 0-1 0 0,0 0 1 0 0,0 1-1 0 0,0-1 1 0 0,0 1-1 0 0,0-1 1 0 0,0 1-1 0 0,0-1 1 0 0,0 1-1 0 0,0-1 1 0 0,0 1-1 0 0,0 0 1 0 0,0 0-1 0 0,0-1 1 0 0,0 1 0 0 0,0 0-1 0 0,0 0 1 0 0,1 0-1 0 0,-1 0 1 0 0,0 0-1 0 0,0 1 1 0 0,0-1-1 0 0,0 0 1 0 0,0 0-1 0 0,0 1 1 0 0,0-1-1 0 0,0 1 1 0 0,0-1-1 0 0,0 1 1 0 0,0-1-1 0 0,0 1 1 0 0,0 0-1 0 0,0-1 1 0 0,-1 1-1 0 0,1 0 1 0 0,0 0-1 0 0,0-1 1 0 0,1 3-1 0 0,2 2 101 0 0,1 0 1 0 0,-1 1-1 0 0,0-1 0 0 0,-1 1 0 0 0,5 8 1 0 0,1 7 13 0 0,-1 0 1 0 0,-1 1 0 0 0,-1 0-1 0 0,0 0 1 0 0,-2 1-1 0 0,-1-1 1 0 0,0 1-1 0 0,-2 0 1 0 0,-1 0 0 0 0,0-1-1 0 0,-2 1 1 0 0,-7 37-1 0 0,7-51-160 0 0,-1-1 0 0 0,0 0 0 0 0,0 0 0 0 0,-1 0 0 0 0,0 0-1 0 0,0 0 1 0 0,-1-1 0 0 0,-7 9 0 0 0,12-15-31 0 0,-1 0 1 0 0,0-1-1 0 0,1 1 1 0 0,-1-1-1 0 0,1 1 0 0 0,-1-1 1 0 0,0 1-1 0 0,1-1 1 0 0,-1 1-1 0 0,0-1 0 0 0,1 1 1 0 0,-1-1-1 0 0,0 0 1 0 0,0 1-1 0 0,0-1 0 0 0,1 0 1 0 0,-1 0-1 0 0,0 0 1 0 0,0 0-1 0 0,0 0 0 0 0,1 0 1 0 0,-1 0-1 0 0,0 0 1 0 0,0 0-1 0 0,0 0 0 0 0,0 0 1 0 0,1 0-1 0 0,-1 0 1 0 0,0-1-1 0 0,0 1 0 0 0,1 0 1 0 0,-2-1-1 0 0,1 0-1 0 0,-1 0 0 0 0,1 1 0 0 0,0-1 0 0 0,0 0 0 0 0,0 0 0 0 0,0 0 0 0 0,-1 0 0 0 0,2 0-1 0 0,-1-1 1 0 0,0 1 0 0 0,0 0 0 0 0,0 0 0 0 0,0-1 0 0 0,1 1 0 0 0,-2-3 0 0 0,1-6-3 0 0,0-1 0 0 0,1 1 1 0 0,0 0-1 0 0,1 0 0 0 0,0-1 1 0 0,0 1-1 0 0,1 0 0 0 0,0 0 0 0 0,5-12 1 0 0,0-3-11 0 0,-3 8 8 0 0,1 1 0 0 0,1-1 1 0 0,0 1-1 0 0,2 0 1 0 0,-1 1-1 0 0,2 0 0 0 0,0 0 1 0 0,1 1-1 0 0,1 0 0 0 0,0 1 1 0 0,0 0-1 0 0,19-16 0 0 0,-22 22 2 0 0,0 1 0 0 0,0 0 0 0 0,0 1 0 0 0,0 0-1 0 0,1 0 1 0 0,0 1 0 0 0,0 0 0 0 0,0 1 0 0 0,1 0-1 0 0,-1 0 1 0 0,1 1 0 0 0,-1 0 0 0 0,1 0-1 0 0,0 1 1 0 0,0 1 0 0 0,0 0 0 0 0,0 0 0 0 0,-1 1-1 0 0,1 0 1 0 0,0 0 0 0 0,0 1 0 0 0,-1 1 0 0 0,10 3-1 0 0,-13-4 11 0 0,0 1 1 0 0,0-1-1 0 0,-1 1 0 0 0,1 0 0 0 0,-1 1 0 0 0,0-1 0 0 0,0 1 0 0 0,0 0 0 0 0,0 0 0 0 0,-1 1 0 0 0,1-1 0 0 0,-1 1 0 0 0,-1 0 1 0 0,1 0-1 0 0,0 1 0 0 0,-1-1 0 0 0,0 1 0 0 0,-1 0 0 0 0,1-1 0 0 0,-1 1 0 0 0,0 0 0 0 0,-1 0 0 0 0,1 1 0 0 0,0 10 0 0 0,-1-4 16 0 0,-1 0 0 0 0,0 1 0 0 0,-1-1 0 0 0,-1 0 0 0 0,0 0 0 0 0,-1 0 0 0 0,0 0-1 0 0,-1 0 1 0 0,-1-1 0 0 0,-10 22 0 0 0,-20 29 51 0 0,22-41-1188 0 0,0 0 1 0 0,-17 44-1 0 0,27-54 184 0 0,3-11 472 0 0,0 1 0 0 0,0-1 0 0 0,0 0 1 0 0,0 1-1 0 0,0-1 0 0 0,0 0 0 0 0,0 1 1 0 0,0-1-1 0 0,0 0 0 0 0,1 0 0 0 0,-1 1 1 0 0,1-1-1 0 0,-1 0 0 0 0,1 0 0 0 0,-1 1 1 0 0,2 1-1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6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394 738 3000 0 0,'7'-11'1192'0'0,"0"0"-1"0"0,-1-1 0 0 0,-1 0 1 0 0,0 0-1 0 0,-1-1 0 0 0,4-15 1 0 0,-7 24-970 0 0,-1 1 0 0 0,0 0 0 0 0,1 0-1 0 0,-1 0 1 0 0,0 0 0 0 0,-1 0 0 0 0,1-1 0 0 0,0 1 0 0 0,-1 0 0 0 0,0 0 0 0 0,0 0 0 0 0,0 0 0 0 0,-2-5 0 0 0,1 6-118 0 0,1 0 1 0 0,-1 0 0 0 0,0 0-1 0 0,0 0 1 0 0,0 0 0 0 0,0 1-1 0 0,0-1 1 0 0,0 1 0 0 0,0-1-1 0 0,0 1 1 0 0,-1 0 0 0 0,1 0-1 0 0,0 0 1 0 0,-1 0 0 0 0,1 0-1 0 0,-1 0 1 0 0,1 1 0 0 0,-1-1 0 0 0,-3 1-1 0 0,-2-1 42 0 0,0 1-1 0 0,-1 0 0 0 0,1 1 1 0 0,0 0-1 0 0,-1 0 1 0 0,1 1-1 0 0,0 0 1 0 0,0 0-1 0 0,0 1 0 0 0,-12 5 1 0 0,0 2 52 0 0,0 1 0 0 0,-31 22 0 0 0,29-16-96 0 0,1 0-1 0 0,0 1 1 0 0,2 1 0 0 0,-33 40 0 0 0,46-50-81 0 0,-1-1 0 0 0,2 1 0 0 0,-1 0 0 0 0,1 0 1 0 0,1 1-1 0 0,0 0 0 0 0,0-1 0 0 0,1 1 0 0 0,0 1 0 0 0,0-1 0 0 0,1 0 1 0 0,1 1-1 0 0,0-1 0 0 0,0 1 0 0 0,2 17 0 0 0,-1-23-13 0 0,1-1 0 0 0,0 0-1 0 0,0 1 1 0 0,0-1 0 0 0,0 0 0 0 0,1 0 0 0 0,0 0-1 0 0,0 0 1 0 0,0 0 0 0 0,0 0 0 0 0,0 0 0 0 0,1-1-1 0 0,0 1 1 0 0,0-1 0 0 0,0 0 0 0 0,0 0 0 0 0,5 5-1 0 0,-3-5-1 0 0,0-1 0 0 0,0 1 0 0 0,0-1 0 0 0,1 0 0 0 0,-1 0 0 0 0,0-1 0 0 0,1 1 0 0 0,-1-1-1 0 0,1 0 1 0 0,-1-1 0 0 0,1 1 0 0 0,7-1 0 0 0,2-2-4 0 0,0 1 0 0 0,1-2 0 0 0,-1 0 0 0 0,0-1 0 0 0,0 0 0 0 0,-1-1 0 0 0,0-1 0 0 0,1 0 0 0 0,14-10 0 0 0,-2-2-1 0 0,0-2 1 0 0,-1 0 0 0 0,-1-2-1 0 0,-1-1 1 0 0,-1-1 0 0 0,-1-1-1 0 0,29-44 1 0 0,-9 5 1 0 0,-3-3 0 0 0,34-79 0 0 0,-41 67-52 0 0,-3-2 0 0 0,-3-1 0 0 0,15-87 0 0 0,-38 154 23 0 0,0 5-13 0 0,-1 0 1 0 0,2-21-1 0 0,-4 31 38 0 0,0 0 0 0 0,0-1 0 0 0,0 1 0 0 0,0-1 0 0 0,0 1-1 0 0,-1 0 1 0 0,1-1 0 0 0,0 1 0 0 0,0-1 0 0 0,0 1 0 0 0,0 0 0 0 0,0-1 0 0 0,-1 1 0 0 0,1 0 0 0 0,0-1 0 0 0,0 1 0 0 0,0 0 0 0 0,-1-1 0 0 0,1 1 0 0 0,0 0 0 0 0,-1-1 0 0 0,1 1 0 0 0,0 0 0 0 0,-1 0 0 0 0,1-1 0 0 0,0 1-1 0 0,-1 0 1 0 0,1 0 0 0 0,0 0 0 0 0,-1 0 0 0 0,1 0 0 0 0,-1-1 0 0 0,1 1 0 0 0,0 0 0 0 0,-1 0 0 0 0,1 0 0 0 0,-1 0 0 0 0,1 0 0 0 0,0 0 0 0 0,-1 0 0 0 0,1 0 0 0 0,-1 0 0 0 0,1 0 0 0 0,0 1 0 0 0,-1-1 0 0 0,1 0-1 0 0,0 0 1 0 0,-1 0 0 0 0,1 0 0 0 0,-1 1 0 0 0,1-1 0 0 0,0 0 0 0 0,-1 0 0 0 0,1 1 0 0 0,0-1 0 0 0,-1 0 0 0 0,-19 14-3 0 0,11-2 20 0 0,0 0 0 0 0,0 0 0 0 0,2 0 0 0 0,-1 1 0 0 0,2 0 1 0 0,-8 20-1 0 0,-25 88 12 0 0,34-102-17 0 0,-127 512-193 0 0,130-519-341 0 0,-6 41-655 0 0,8-50 601 0 0,-1 0 0 0 0,1 0 0 0 0,0 0 1 0 0,1 0-1 0 0,-1 0 0 0 0,0 0 0 0 0,1 0 1 0 0,0 0-1 0 0,0 0 0 0 0,0 0 0 0 0,0-1 1 0 0,0 1-1 0 0,0 0 0 0 0,2 2 0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7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322 286 2132 0 0,'-3'-1'2160'0'0,"-5"-2"-917"0"0,-10-5 2797 0 0,18 8-3898 0 0,-1 0 0 0 0,1 0 0 0 0,0-1 0 0 0,-1 1 0 0 0,1 0 0 0 0,-1-1 0 0 0,1 1 0 0 0,0 0 0 0 0,-1-1 0 0 0,1 1 0 0 0,0-1 0 0 0,-1 1 0 0 0,1 0 0 0 0,0-1 0 0 0,-1 1 0 0 0,1-1 0 0 0,0 1 0 0 0,0-1 0 0 0,0 1 0 0 0,0-1 0 0 0,-1 1 0 0 0,1-1 0 0 0,0 0 0 0 0,0 1 0 0 0,0-1 0 0 0,0 1 0 0 0,0-1 0 0 0,0 1 0 0 0,1-2 0 0 0,1 0-41 0 0,0 0 1 0 0,0 1-1 0 0,1-1 0 0 0,-1 0 0 0 0,1 1 0 0 0,-1 0 0 0 0,1-1 1 0 0,0 1-1 0 0,-1 0 0 0 0,1 0 0 0 0,0 0 0 0 0,0 1 0 0 0,3-1 0 0 0,-3 0-51 0 0,35-8 224 0 0,99-29 134 0 0,-122 33-381 0 0,0-1-1 0 0,-1-1 0 0 0,1 0 1 0 0,-2-1-1 0 0,1-1 0 0 0,20-16 0 0 0,-29 21-20 0 0,0-1-1 0 0,0 0 0 0 0,-1 0 1 0 0,0-1-1 0 0,0 1 0 0 0,0-1 1 0 0,0 0-1 0 0,-1 0 0 0 0,0-1 1 0 0,-1 1-1 0 0,1 0 0 0 0,2-14 1 0 0,-5 19-7 0 0,0-1 0 0 0,0 0 0 0 0,-1 0 0 0 0,1 0 0 0 0,-1 1-1 0 0,0-1 1 0 0,1 0 0 0 0,-1 1 0 0 0,0-1 0 0 0,0 0 0 0 0,0 1 0 0 0,0-1 0 0 0,0 1 0 0 0,0-1 0 0 0,0 1 0 0 0,-1 0 0 0 0,1 0 0 0 0,0-1 0 0 0,-1 1 0 0 0,1 0 0 0 0,-1 0 0 0 0,0 0-1 0 0,1 0 1 0 0,-1 1 0 0 0,0-1 0 0 0,1 0 0 0 0,-1 1 0 0 0,-3-1 0 0 0,-1 0 0 0 0,0 1 0 0 0,0-1 0 0 0,0 1-1 0 0,0 1 1 0 0,0-1 0 0 0,0 1 0 0 0,0 0 0 0 0,0 1-1 0 0,0-1 1 0 0,-9 5 0 0 0,-2 1-2 0 0,0 1 1 0 0,-18 12-1 0 0,8-3 11 0 0,0 2 1 0 0,1 0-1 0 0,-43 44 1 0 0,56-50 5 0 0,2 1-1 0 0,-1 0 1 0 0,2 0-1 0 0,0 1 1 0 0,1 1 0 0 0,0 0-1 0 0,1 0 1 0 0,-9 28-1 0 0,15-40-3 0 0,1 1-1 0 0,0 0 1 0 0,0-1-1 0 0,0 1 1 0 0,1 0-1 0 0,0 0 1 0 0,-1 0-1 0 0,2-1 1 0 0,-1 1-1 0 0,0 0 1 0 0,1 0-1 0 0,0-1 0 0 0,0 1 1 0 0,1 0-1 0 0,-1-1 1 0 0,1 1-1 0 0,3 4 1 0 0,-2-3-2 0 0,1-1 1 0 0,0 1-1 0 0,1-1 1 0 0,-1 0-1 0 0,1-1 1 0 0,0 1-1 0 0,0-1 1 0 0,1 0-1 0 0,-1 0 1 0 0,1-1 0 0 0,6 4-1 0 0,8 2 18 0 0,1-1 0 0 0,1 0 0 0 0,0-2 0 0 0,0-1 0 0 0,0 0 0 0 0,27 1 0 0 0,-42-5-17 0 0,1 0 0 0 0,-1-1 0 0 0,1 0 0 0 0,0 0 0 0 0,-1-1 0 0 0,1 0 0 0 0,0-1 0 0 0,-1 1 0 0 0,12-5 0 0 0,-17 5-3 0 0,-3 0-18 0 0,-1-1 15 0 0,0 1 1 0 0,0 0 0 0 0,0 0 0 0 0,0 0-1 0 0,0 0 1 0 0,0 1 0 0 0,0-1 0 0 0,-1 0-1 0 0,1 1 1 0 0,0-1 0 0 0,0 1 0 0 0,-1 0-1 0 0,1 0 1 0 0,0 0 0 0 0,-1 0 0 0 0,1 0-1 0 0,0 1 1 0 0,-4 0 0 0 0,3 0 10 0 0,-23 1 232 0 0,0 1-1 0 0,0 1 1 0 0,0 2 0 0 0,1 0-1 0 0,0 2 1 0 0,0 1-1 0 0,1 1 1 0 0,0 0 0 0 0,1 2-1 0 0,-39 27 1 0 0,38-24-38 0 0,1 1 0 0 0,1 2 0 0 0,0 0 0 0 0,2 1 0 0 0,0 1 0 0 0,-30 41 0 0 0,43-52-137 0 0,1 0 0 0 0,1 1 0 0 0,0 0 0 0 0,0 0-1 0 0,1 0 1 0 0,-4 14 0 0 0,7-21-37 0 0,0 1 0 0 0,1-1-1 0 0,-1 0 1 0 0,1 0 0 0 0,0 0 0 0 0,-1 1 0 0 0,2-1 0 0 0,-1 0-1 0 0,0 0 1 0 0,1 0 0 0 0,-1 1 0 0 0,1-1 0 0 0,0 0-1 0 0,0 0 1 0 0,0 0 0 0 0,1 0 0 0 0,-1 0 0 0 0,1 0 0 0 0,-1-1-1 0 0,1 1 1 0 0,0 0 0 0 0,0-1 0 0 0,0 1 0 0 0,0-1-1 0 0,1 0 1 0 0,2 2 0 0 0,4 2 9 0 0,0 0 1 0 0,0-1-1 0 0,1-1 1 0 0,0 1-1 0 0,0-2 0 0 0,0 1 1 0 0,0-1-1 0 0,1-1 1 0 0,17 2-1 0 0,13 0-30 0 0,46-2 0 0 0,-85-2-15 0 0,30 0-405 0 0,120-3-3264 0 0,-53-9-6471 0 0,-74 7 3776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8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535 233 2772 0 0,'10'-8'1375'0'0,"14"-9"2808"0"0,36-34 0 0 0,-55 46-3717 0 0,0 0 0 0 0,0-1 1 0 0,0 1-1 0 0,-1-1 0 0 0,0 0 1 0 0,0 0-1 0 0,-1-1 0 0 0,1 1 0 0 0,-1-1 1 0 0,-1 0-1 0 0,1 0 0 0 0,1-9 0 0 0,-4 14-377 0 0,1 0-1 0 0,-1 0 0 0 0,0 0 1 0 0,0-1-1 0 0,0 1 0 0 0,0 0 0 0 0,0 0 1 0 0,0 0-1 0 0,-1 0 0 0 0,1 0 1 0 0,-1 0-1 0 0,0 0 0 0 0,1 0 1 0 0,-1 0-1 0 0,0 0 0 0 0,0 0 0 0 0,0 0 1 0 0,-1 0-1 0 0,-1-2 0 0 0,1 2-15 0 0,-1 0-1 0 0,1 0 0 0 0,-1 0 1 0 0,0 0-1 0 0,0 0 0 0 0,1 1 0 0 0,-1 0 1 0 0,0-1-1 0 0,0 1 0 0 0,-1 0 1 0 0,-4-1-1 0 0,-4 0 47 0 0,0 1 0 0 0,0 0 1 0 0,0 1-1 0 0,0 0 0 0 0,-21 3 0 0 0,5 3-20 0 0,-1 0 0 0 0,1 2 0 0 0,1 1 0 0 0,-49 23 0 0 0,31-9-13 0 0,-82 56 1 0 0,99-59-51 0 0,-50 46 0 0 0,71-59-16 0 0,0 1 0 0 0,0-1-1 0 0,1 1 1 0 0,0 0 0 0 0,0 1 0 0 0,1-1-1 0 0,0 1 1 0 0,1 0 0 0 0,-1 0 0 0 0,2 1-1 0 0,-4 13 1 0 0,6-19-12 0 0,0-1 0 0 0,1 1 1 0 0,-1 0-1 0 0,1 0 0 0 0,0-1 0 0 0,1 1 0 0 0,-1 0 1 0 0,0 0-1 0 0,1-1 0 0 0,0 1 0 0 0,0-1 0 0 0,0 1 1 0 0,0 0-1 0 0,1-1 0 0 0,0 0 0 0 0,-1 1 0 0 0,3 2 1 0 0,0-2-4 0 0,-1 0 0 0 0,1 0 0 0 0,0 0 0 0 0,0 0 0 0 0,0-1 0 0 0,0 0 1 0 0,1 0-1 0 0,0 0 0 0 0,-1 0 0 0 0,10 3 0 0 0,-1-2-15 0 0,-1 0 1 0 0,1-1-1 0 0,0 0 0 0 0,0-1 0 0 0,1 0 0 0 0,-1-1 1 0 0,0 0-1 0 0,25-3 0 0 0,-18-2-15 0 0,0 0 0 0 0,0-1 0 0 0,0-2 0 0 0,-1 0 0 0 0,0-1 0 0 0,-1 0 0 0 0,1-2 0 0 0,-2 0 0 0 0,1-1 0 0 0,-2-1 0 0 0,1 0 0 0 0,20-22 0 0 0,-4 1-41 0 0,-1-2 0 0 0,-2-1 1 0 0,-2-1-1 0 0,33-56 0 0 0,-84 138 11 0 0,3 2 1 0 0,-17 54-1 0 0,35-93 60 0 0,0 0-1 0 0,1 1 1 0 0,-1-1 0 0 0,2 0 0 0 0,-1 1-1 0 0,1-1 1 0 0,0 1 0 0 0,1-1 0 0 0,1 9-1 0 0,-1-12 5 0 0,1-1 1 0 0,-1 0-1 0 0,1 0 0 0 0,0 0 0 0 0,-1 0 0 0 0,2 0 1 0 0,-1-1-1 0 0,0 1 0 0 0,1 0 0 0 0,0-1 0 0 0,0 0 1 0 0,0 0-1 0 0,0 0 0 0 0,0 0 0 0 0,1 0 0 0 0,-1-1 1 0 0,1 1-1 0 0,7 3 0 0 0,-3-2-7 0 0,0-1 0 0 0,-1 0-1 0 0,1 0 1 0 0,1-1 0 0 0,-1 0 0 0 0,0 0 0 0 0,0-1-1 0 0,1 0 1 0 0,-1 0 0 0 0,1-1 0 0 0,-1 0 0 0 0,0-1-1 0 0,13-1 1 0 0,-11-1-15 0 0,1 0 0 0 0,0-1 0 0 0,-1 0 1 0 0,0 0-1 0 0,0-1 0 0 0,-1 0 0 0 0,1-1 0 0 0,-1 0 0 0 0,11-10 0 0 0,-3 1-22 0 0,-2-1-1 0 0,1 0 1 0 0,-2-1 0 0 0,-1-1 0 0 0,0 0-1 0 0,-1-1 1 0 0,-1 0 0 0 0,0 0 0 0 0,12-35-1 0 0,-17 35-5 0 0,8-32-1 0 0,-13 44 31 0 0,0 0 1 0 0,0 1-1 0 0,-1-1 0 0 0,0 0 0 0 0,0 1 1 0 0,0-1-1 0 0,-1 0 0 0 0,-2-8 0 0 0,3 13 7 0 0,0 1 0 0 0,0 0 0 0 0,0 0 0 0 0,0 0 0 0 0,-1 0 0 0 0,1 0 0 0 0,0 0 0 0 0,-1 0 0 0 0,1 1 0 0 0,-1-1 0 0 0,1 0 0 0 0,-1 0 0 0 0,1 0-1 0 0,-1 0 1 0 0,0 0 0 0 0,1 1 0 0 0,-1-1 0 0 0,0 0 0 0 0,0 0 0 0 0,1 1 0 0 0,-1-1 0 0 0,0 1 0 0 0,0-1 0 0 0,0 1 0 0 0,0-1 0 0 0,0 1 0 0 0,0-1 0 0 0,0 1 0 0 0,0 0-1 0 0,0 0 1 0 0,0-1 0 0 0,0 1 0 0 0,0 0 0 0 0,0 0 0 0 0,0 0 0 0 0,0 0 0 0 0,0 0 0 0 0,-1 1 0 0 0,0-1 4 0 0,1 1 0 0 0,-1 0 0 0 0,1 0 0 0 0,-1 0-1 0 0,1-1 1 0 0,0 1 0 0 0,-1 1 0 0 0,1-1 0 0 0,0 0 0 0 0,0 0 0 0 0,0 0 0 0 0,0 1 0 0 0,0-1-1 0 0,0 0 1 0 0,0 1 0 0 0,0-1 0 0 0,1 1 0 0 0,-1-1 0 0 0,1 1 0 0 0,-1-1 0 0 0,0 4 0 0 0,1-2 0 0 0,0 1 0 0 0,0 0 0 0 0,0-1 1 0 0,0 1-1 0 0,0 0 0 0 0,1-1 1 0 0,0 1-1 0 0,0-1 0 0 0,0 1 0 0 0,0-1 1 0 0,0 1-1 0 0,1-1 0 0 0,-1 0 0 0 0,1 0 1 0 0,0 0-1 0 0,0 0 0 0 0,0 0 0 0 0,1 0 1 0 0,-1 0-1 0 0,1 0 0 0 0,-1-1 1 0 0,1 0-1 0 0,0 1 0 0 0,0-1 0 0 0,6 3 1 0 0,3 2-49 0 0,0 0 1 0 0,1-1-1 0 0,0 0 1 0 0,0-1-1 0 0,19 4 1 0 0,-9-3-64 0 0,0-2 0 0 0,1-1 0 0 0,-1 0 0 0 0,1-2 0 0 0,0-1 0 0 0,46-5 0 0 0,-52 2 48 0 0,1 0 1 0 0,-1-2-1 0 0,0 0 0 0 0,0-1 1 0 0,-1-1-1 0 0,0 0 0 0 0,0-1 1 0 0,-1-1-1 0 0,23-16 0 0 0,-9-9-33 0 0,-29 32 73 0 0,-2-1-5 0 0,1 3 27 0 0,0 0 1 0 0,0 0-1 0 0,0-1 0 0 0,0 1 0 0 0,0 0 0 0 0,0 0 0 0 0,0-1 0 0 0,0 1 1 0 0,0 0-1 0 0,0 0 0 0 0,0-1 0 0 0,0 1 0 0 0,0 0 0 0 0,0 0 0 0 0,0 0 1 0 0,-1-1-1 0 0,1 1 0 0 0,0 0 0 0 0,0 0 0 0 0,0 0 0 0 0,0-1 1 0 0,0 1-1 0 0,0 0 0 0 0,-1 0 0 0 0,1 0 0 0 0,0 0 0 0 0,0-1 0 0 0,0 1 1 0 0,-1 0-1 0 0,1 0 0 0 0,0 0 0 0 0,0 0 0 0 0,0 0 0 0 0,-1 0 0 0 0,1 0 1 0 0,0 0-1 0 0,0-1 0 0 0,-1 1 0 0 0,1 0 0 0 0,0 0 0 0 0,-1 0 0 0 0,-8 2 4 0 0,0 0 0 0 0,0 0-1 0 0,0 1 1 0 0,1 1-1 0 0,-1-1 1 0 0,1 1 0 0 0,-1 0-1 0 0,1 1 1 0 0,-11 9-1 0 0,-7 5 33 0 0,-35 35 0 0 0,33-26 21 0 0,-45 55-1 0 0,64-71-40 0 0,1 0 0 0 0,0 0 0 0 0,1 1 0 0 0,0 0 0 0 0,1 0 0 0 0,0 0 0 0 0,2 1 0 0 0,-6 19 0 0 0,9-29-8 0 0,1 0 1 0 0,-1 0-1 0 0,1 1 1 0 0,0-1-1 0 0,0 0 1 0 0,0 0-1 0 0,0 0 1 0 0,1 1-1 0 0,0-1 1 0 0,0 0-1 0 0,0 0 1 0 0,0 0-1 0 0,0 0 1 0 0,1 0 0 0 0,0 0-1 0 0,3 5 1 0 0,-2-5-4 0 0,1 0 0 0 0,-1-1 0 0 0,1 1 0 0 0,0-1 1 0 0,0 1-1 0 0,0-1 0 0 0,0 0 0 0 0,1-1 1 0 0,-1 1-1 0 0,1-1 0 0 0,0 0 0 0 0,9 3 1 0 0,10 2 5 0 0,2 0 0 0 0,-1-2 1 0 0,0-1-1 0 0,1-2 1 0 0,0 0-1 0 0,0-1 1 0 0,38-5-1 0 0,-18-1-3 0 0,-1-3 0 0 0,0-2 0 0 0,59-21 1 0 0,-59 14-16 0 0,-2-3 1 0 0,0-2 0 0 0,-1-1 0 0 0,-1-2 0 0 0,-2-2 0 0 0,46-40 0 0 0,-72 56 4 0 0,-1 1 0 0 0,0-2 0 0 0,-1 1 0 0 0,-1-2 0 0 0,1 1 0 0 0,-2-1 0 0 0,0-1 0 0 0,-1 0 0 0 0,9-18 0 0 0,-17 32 2 0 0,0-1 0 0 0,0 1 0 0 0,1 0 0 0 0,-1-1 0 0 0,0 1 0 0 0,0-1 0 0 0,0 1 0 0 0,0-1 0 0 0,0 1 0 0 0,0-1 0 0 0,0 1 0 0 0,0-1 0 0 0,0 1 0 0 0,0-1 1 0 0,0 1-1 0 0,0-1 0 0 0,0 1 0 0 0,0-1 0 0 0,0 1 0 0 0,0-1 0 0 0,-1 1 0 0 0,1-1 0 0 0,0 1 0 0 0,0-1 0 0 0,-1 1 0 0 0,1 0 0 0 0,0-1 0 0 0,-1 1 0 0 0,1-1 0 0 0,0 1 0 0 0,-1 0 0 0 0,1-1 0 0 0,0 1 0 0 0,-1 0 0 0 0,1 0 0 0 0,-1-1 0 0 0,1 1 0 0 0,-1 0 0 0 0,1 0 0 0 0,-1-1 0 0 0,1 1 0 0 0,0 0 0 0 0,-1 0 0 0 0,1 0 0 0 0,-1 0 0 0 0,1 0 0 0 0,-1 0 0 0 0,1 0 0 0 0,-2 0 0 0 0,-23 2 6 0 0,12 4 7 0 0,-1 0-1 0 0,1 0 0 0 0,0 1 1 0 0,1 1-1 0 0,0 0 1 0 0,0 0-1 0 0,-20 20 1 0 0,23-19 4 0 0,0 0 0 0 0,1 1 0 0 0,0-1 0 0 0,0 2 1 0 0,1-1-1 0 0,1 1 0 0 0,0 0 0 0 0,0 0 0 0 0,-5 17 1 0 0,10-23-7 0 0,-1 0 0 0 0,1 0 0 0 0,0 0 0 0 0,1 0 0 0 0,-1 0 0 0 0,1 0 0 0 0,0 1 1 0 0,0-1-1 0 0,1 0 0 0 0,-1 0 0 0 0,1 0 0 0 0,0 0 0 0 0,1 0 0 0 0,-1 0 0 0 0,5 8 1 0 0,-2-6-6 0 0,0 0 1 0 0,1 0-1 0 0,-1-1 1 0 0,1 1-1 0 0,1-1 1 0 0,0-1-1 0 0,-1 1 1 0 0,2-1-1 0 0,7 6 1 0 0,10 4-466 0 0,0-2 0 0 0,1 0-1 0 0,0-2 1 0 0,48 15 0 0 0,24 0-3056 0 0,-29-14-1810 0 0,-5-6-1869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82 195 164 0 0,'-9'-6'9512'0'0,"9"6"-9408"0"0,-1 0 0 0 0,1-1 0 0 0,0 1 0 0 0,-1 0 0 0 0,1 0 0 0 0,0 0 0 0 0,-1 0 1 0 0,1 0-1 0 0,0-1 0 0 0,-1 1 0 0 0,1 0 0 0 0,0 0 0 0 0,-1 0 0 0 0,1 0 0 0 0,0 0 1 0 0,-1 0-1 0 0,1 0 0 0 0,-1 0 0 0 0,1 0 0 0 0,0 0 0 0 0,-1 1 0 0 0,1-1 0 0 0,0 0 1 0 0,-1 0-1 0 0,1 0 0 0 0,0 0 0 0 0,-1 0 0 0 0,1 1 0 0 0,0-1 0 0 0,0 0 0 0 0,-1 1 1 0 0,4 9 1426 0 0,13 11-482 0 0,-11-17-968 0 0,0-1-1 0 0,1 0 0 0 0,-1 0 1 0 0,1-1-1 0 0,-1 0 1 0 0,1 0-1 0 0,0 0 1 0 0,0 0-1 0 0,0-1 1 0 0,0 0-1 0 0,9 0 0 0 0,3 0 9 0 0,0-1-1 0 0,27-3 0 0 0,-38 1-75 0 0,0 0-1 0 0,0 0 0 0 0,0 0 1 0 0,-1 0-1 0 0,1-1 1 0 0,-1 0-1 0 0,0-1 0 0 0,0 0 1 0 0,0 0-1 0 0,0 0 1 0 0,-1 0-1 0 0,1-1 0 0 0,-1 0 1 0 0,0 0-1 0 0,-1 0 1 0 0,1-1-1 0 0,6-10 0 0 0,-7 9-11 0 0,1 0-1 0 0,-1-1 1 0 0,-1 1-1 0 0,1-1 1 0 0,-1 0-1 0 0,0 0 1 0 0,-1 0-1 0 0,0-1 1 0 0,-1 1-1 0 0,1-1 1 0 0,-1 1-1 0 0,-1-1 1 0 0,0 1-1 0 0,-1-13 1 0 0,1 19-4 0 0,0 1 0 0 0,-1-1 0 0 0,1 1 0 0 0,0-1 0 0 0,-1 1 0 0 0,1-1 0 0 0,-1 1 0 0 0,0-1 0 0 0,1 1 0 0 0,-1-1 0 0 0,0 1 0 0 0,0 0 0 0 0,0-1 0 0 0,0 1 0 0 0,0 0 0 0 0,0 0 0 0 0,0 0 0 0 0,-1 0 0 0 0,1 0 0 0 0,0 0 0 0 0,0 0 0 0 0,-3-1 0 0 0,1 1-1 0 0,1 1 0 0 0,-1-1 1 0 0,0 1-1 0 0,1 0 0 0 0,-1-1 0 0 0,0 1 1 0 0,1 0-1 0 0,-1 1 0 0 0,0-1 0 0 0,1 0 1 0 0,-1 1-1 0 0,-3 0 0 0 0,-4 3-1 0 0,-1 0-1 0 0,1 0 1 0 0,0 1-1 0 0,1 0 1 0 0,-14 10-1 0 0,-1 3 102 0 0,1 2-1 0 0,0 0 1 0 0,2 1-1 0 0,0 1 1 0 0,2 1-1 0 0,0 1 0 0 0,2 0 1 0 0,1 2-1 0 0,1 0 1 0 0,-24 54-1 0 0,36-71-71 0 0,0-1 0 0 0,1 1 0 0 0,0 0 0 0 0,0 0-1 0 0,1 0 1 0 0,0 0 0 0 0,1 1 0 0 0,0 8 0 0 0,1-13-27 0 0,-1-1 0 0 0,1 0 0 0 0,0 1 0 0 0,0-1 0 0 0,1 0 0 0 0,-1 0 0 0 0,1 0 0 0 0,0 0 0 0 0,0 0 0 0 0,0 0 0 0 0,0 0 0 0 0,1-1 0 0 0,0 1 0 0 0,0-1 0 0 0,0 0 0 0 0,0 0 0 0 0,0 0 0 0 0,7 5 0 0 0,1-2-421 0 0,0 1-1 0 0,1-1 0 0 0,0-1 1 0 0,0 0-1 0 0,1-1 0 0 0,-1 0 1 0 0,1 0-1 0 0,0-2 0 0 0,17 2 1 0 0,-12-2-1340 0 0,1-2-1 0 0,-1 0 1 0 0,24-3 0 0 0,-9-2-2635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49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2236 0 0,'6'-10'1595'0'0,"-2"4"-779"0"0,0 0 0 0 0,0 1 0 0 0,0-1 0 0 0,1 1 1 0 0,0 0-1 0 0,0 1 0 0 0,0-1 0 0 0,7-4 0 0 0,-10 9-725 0 0,-1-1 0 0 0,1 1 0 0 0,0-1 0 0 0,0 1 0 0 0,0 0 0 0 0,0 0-1 0 0,0 0 1 0 0,0 0 0 0 0,0 0 0 0 0,0 0 0 0 0,0 1 0 0 0,0-1 0 0 0,0 1 0 0 0,0-1-1 0 0,0 1 1 0 0,0 0 0 0 0,2 1 0 0 0,30 18 738 0 0,-26-14-752 0 0,0 2 0 0 0,-1-1-1 0 0,0 1 1 0 0,-1 0 0 0 0,1 0-1 0 0,-1 1 1 0 0,-1 0 0 0 0,0 0-1 0 0,0 0 1 0 0,-1 0 0 0 0,0 1-1 0 0,-1 0 1 0 0,0 0 0 0 0,0 0-1 0 0,-1 0 1 0 0,0 0 0 0 0,-1 1-1 0 0,0-1 1 0 0,-1 1 0 0 0,0-1-1 0 0,-1 0 1 0 0,0 1 0 0 0,0-1-1 0 0,-1 0 1 0 0,0 0 0 0 0,-1 0-1 0 0,0 0 1 0 0,-1 0 0 0 0,0-1-1 0 0,-1 1 1 0 0,-7 10 0 0 0,6-9-22 0 0,-1 0 1 0 0,0-1-1 0 0,-1 0 1 0 0,-1-1-1 0 0,1 1 1 0 0,-17 12 0 0 0,24-21 28 0 0,-3-3-80 0 0,4 3-5 0 0,0-1 0 0 0,0 0 1 0 0,0 0-1 0 0,-1 0 0 0 0,1 0 0 0 0,0 0 0 0 0,0 0 0 0 0,0 0 1 0 0,-1 0-1 0 0,1 0 0 0 0,0-1 0 0 0,0 1 0 0 0,0 0 1 0 0,-1 0-1 0 0,1 0 0 0 0,0 0 0 0 0,0 0 0 0 0,0 0 0 0 0,-1 0 1 0 0,1 0-1 0 0,0 0 0 0 0,0-1 0 0 0,0 1 0 0 0,0 0 0 0 0,0 0 1 0 0,-1 0-1 0 0,1 0 0 0 0,0 0 0 0 0,0-1 0 0 0,0 1 1 0 0,0 0-1 0 0,0 0 0 0 0,0 0 0 0 0,0-1 0 0 0,0 1 0 0 0,0 0 1 0 0,0 0-1 0 0,-1 0 0 0 0,1-1 0 0 0,0 1 0 0 0,0 0 1 0 0,5-9-62 0 0,0 1 0 0 0,0 1 0 0 0,1-1 0 0 0,0 1 0 0 0,0 0 1 0 0,11-10-1 0 0,48-38-172 0 0,-62 53 228 0 0,140-100-196 0 0,-76 56 205 0 0,64-57 0 0 0,-118 85 17 0 0,-12 16-44 0 0,-1 1 24 0 0,-1 1 1 0 0,1-1-1 0 0,-1 0 1 0 0,1 1-1 0 0,-1-1 1 0 0,0 1-1 0 0,1-1 1 0 0,-1 1-1 0 0,0-1 1 0 0,1 1-1 0 0,-1-1 1 0 0,0 1 0 0 0,0 0-1 0 0,0 0 1 0 0,1-1-1 0 0,-1 1 1 0 0,-1 0-1 0 0,-12 3 20 0 0,-1 2-1 0 0,1 0 1 0 0,0 0-1 0 0,1 1 1 0 0,0 1-1 0 0,0 0 1 0 0,0 1-1 0 0,-14 11 0 0 0,11-6 29 0 0,0 0 0 0 0,2 1 0 0 0,-1 0 0 0 0,2 1 0 0 0,-21 29 0 0 0,30-38-26 0 0,0 1 0 0 0,1-1-1 0 0,-1 1 1 0 0,1 0 0 0 0,1 0 0 0 0,-1 0 0 0 0,1 0 0 0 0,0 0 0 0 0,1 0 0 0 0,0 1 0 0 0,0-1-1 0 0,1 1 1 0 0,0-1 0 0 0,0 8 0 0 0,1-9-157 0 0,0-1-1 0 0,1 0 1 0 0,-1 0-1 0 0,1 1 1 0 0,0-1-1 0 0,0-1 1 0 0,0 1-1 0 0,1 0 1 0 0,0 0 0 0 0,0-1-1 0 0,0 0 1 0 0,1 1-1 0 0,-1-1 1 0 0,1-1-1 0 0,0 1 1 0 0,0 0-1 0 0,0-1 1 0 0,1 0-1 0 0,-1 0 1 0 0,7 3 0 0 0,30 13-5533 0 0,-21-11 119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1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86 864 0 0,'25'-27'4522'0'0,"-12"14"-1976"0"0,0-1 0 0 0,18-13 1 0 0,-29 25-1853 0 0,-2 2-662 0 0,1 0-1 0 0,-1 1 0 0 0,0-1 1 0 0,0 0-1 0 0,0 0 1 0 0,1 0-1 0 0,-1 0 0 0 0,0 0 1 0 0,0 0-1 0 0,1 0 1 0 0,-1 0-1 0 0,0 0 0 0 0,0 0 1 0 0,0 0-1 0 0,1 0 1 0 0,-1 0-1 0 0,0 0 1 0 0,0 0-1 0 0,1 0 0 0 0,-1 0 1 0 0,0 0-1 0 0,0 0 1 0 0,1 0-1 0 0,-1 0 0 0 0,0 0 1 0 0,0 0-1 0 0,0 0 1 0 0,1 0-1 0 0,-1-1 0 0 0,0 1 1 0 0,0 0-1 0 0,1 0 1 0 0,-1-1 0 0 0,0 1 0 0 0,1 0 0 0 0,-1 0 0 0 0,0 0 0 0 0,1-1 0 0 0,-1 1 0 0 0,0 0 0 0 0,1 0 0 0 0,-1 0 0 0 0,0 0 0 0 0,1 0-1 0 0,-1 0 1 0 0,0 0 0 0 0,1 0 0 0 0,-1 0 0 0 0,1 0 0 0 0,-1 0 0 0 0,0 0 0 0 0,1 0 0 0 0,-1 0 0 0 0,1 0 0 0 0,-1 0 0 0 0,0 0 0 0 0,1 0 0 0 0,-1 0 0 0 0,0 1 0 0 0,1-1 0 0 0,-1 0 0 0 0,0 0 0 0 0,1 0 0 0 0,-1 1 0 0 0,3 2 144 0 0,-1 1 0 0 0,1-1 0 0 0,-1 1-1 0 0,-1-1 1 0 0,1 1 0 0 0,0 0 0 0 0,-1 0-1 0 0,0-1 1 0 0,1 1 0 0 0,-2 0-1 0 0,1 0 1 0 0,0 0 0 0 0,-1 1 0 0 0,0-1-1 0 0,0 0 1 0 0,0 5 0 0 0,-1 14 413 0 0,-6 32 0 0 0,6-49-479 0 0,-21 103 921 0 0,-42 129 1 0 0,-16 77-525 0 0,75-288-501 0 0,2 1 1 0 0,1 0-1 0 0,3 45 0 0 0,-1-62-418 0 0,1 0 0 0 0,1 0 1 0 0,0-1-1 0 0,0 1 0 0 0,1-1 1 0 0,1 1-1 0 0,0-1 0 0 0,0 0 1 0 0,1 0-1 0 0,0-1 1 0 0,0 0-1 0 0,9 12 0 0 0,-12-19 25 0 0,0 0 0 0 0,0 0 0 0 0,0 0 0 0 0,0-1 0 0 0,0 1 0 0 0,0 0 0 0 0,1-1 0 0 0,3 3 0 0 0,25-7-11024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96 2168 0 0,'-103'-79'11242'0'0,"101"77"-10812"0"0,2 2-401 0 0,0 0 0 0 0,0-1 0 0 0,0 1 0 0 0,0-1 0 0 0,1 1-1 0 0,-1 0 1 0 0,0-1 0 0 0,0 1 0 0 0,0-1 0 0 0,0 1 0 0 0,0 0 0 0 0,1-1 0 0 0,-1 1 0 0 0,0 0 0 0 0,0-1 0 0 0,1 1-1 0 0,-1 0 1 0 0,0-1 0 0 0,0 1 0 0 0,1 0 0 0 0,-1 0 0 0 0,0-1 0 0 0,1 1 0 0 0,-1 0 0 0 0,0 0 0 0 0,1 0 0 0 0,-1-1 0 0 0,1 1-1 0 0,-1 0 1 0 0,14-2 77 0 0,-1 0 0 0 0,0 1 1 0 0,0 0-1 0 0,18 3 0 0 0,61 7 10 0 0,-45-3-63 0 0,417 81-1206 0 0,-460-86 1145 0 0,14 2-65 0 0,0 2 1 0 0,0 0-1 0 0,32 15 0 0 0,-46-18 92 0 0,0 0 0 0 0,-1 0-1 0 0,1 0 1 0 0,-1 1 0 0 0,1-1 0 0 0,-1 1-1 0 0,0 0 1 0 0,0 0 0 0 0,0 0-1 0 0,0 0 1 0 0,-1 1 0 0 0,1-1 0 0 0,-1 1-1 0 0,0-1 1 0 0,0 1 0 0 0,0 0 0 0 0,-1 0-1 0 0,1 0 1 0 0,-1 0 0 0 0,0 0 0 0 0,0 0-1 0 0,1 8 1 0 0,-2 4 108 0 0,-1 0 0 0 0,-1 0 1 0 0,0 0-1 0 0,-1-1 0 0 0,0 1 0 0 0,-1-1 1 0 0,-1 1-1 0 0,-9 18 0 0 0,-5 7 112 0 0,-40 63-1 0 0,53-94-216 0 0,-1 0 79 0 0,1 1 0 0 0,-15 16 0 0 0,19-26 3 0 0,8-20-52 0 0,2 5-59 0 0,1 0 0 0 0,0 1 1 0 0,1 0-1 0 0,1 0 0 0 0,0 1 0 0 0,1 1 1 0 0,0 0-1 0 0,16-12 0 0 0,-22 19 0 0 0,0 0 0 0 0,0 1 0 0 0,1 0 0 0 0,-1 0 0 0 0,1 0 0 0 0,0 0 0 0 0,0 1 0 0 0,0 0 0 0 0,0 1 0 0 0,0 0 0 0 0,0 0 0 0 0,0 0 0 0 0,0 1 0 0 0,1 0 0 0 0,-1 0 0 0 0,0 1 0 0 0,0 0 0 0 0,0 0 0 0 0,0 1 0 0 0,12 4 0 0 0,-2 2 12 0 0,0 1-1 0 0,-1 1 0 0 0,0 0 0 0 0,0 1 0 0 0,14 14 0 0 0,25 17 39 0 0,-34-27-22 0 0,3 2 32 0 0,48 25 1 0 0,-65-38-47 0 0,0-1 1 0 0,0-1-1 0 0,0 1 1 0 0,0-1-1 0 0,0 0 1 0 0,0-1-1 0 0,1 1 1 0 0,-1-1-1 0 0,1-1 1 0 0,-1 0-1 0 0,1 0 1 0 0,11-2-1 0 0,-15 1-7 0 0,1 0 0 0 0,-1-1 0 0 0,0 0 0 0 0,0 0-1 0 0,0-1 1 0 0,0 1 0 0 0,-1-1 0 0 0,1 1 0 0 0,-1-1 0 0 0,1 0-1 0 0,-1-1 1 0 0,0 1 0 0 0,0 0 0 0 0,-1-1 0 0 0,1 0 0 0 0,-1 0-1 0 0,1 0 1 0 0,-1 0 0 0 0,-1 0 0 0 0,1 0 0 0 0,2-8 0 0 0,2-6 6 0 0,-1-1 0 0 0,-1 0 0 0 0,3-32 1 0 0,-6 35 7 0 0,-1 0 1 0 0,-2-21 0 0 0,2 37-14 0 0,1-1 0 0 0,-1 0-1 0 0,0 1 1 0 0,0-1 0 0 0,0 0-1 0 0,0 1 1 0 0,-1-1 0 0 0,1 0 0 0 0,0 1-1 0 0,0-1 1 0 0,0 0 0 0 0,0 1-1 0 0,-1-1 1 0 0,1 1 0 0 0,0-1-1 0 0,-1 1 1 0 0,1-1 0 0 0,0 0 0 0 0,-1 1-1 0 0,1-1 1 0 0,-1 1 0 0 0,1-1-1 0 0,-1 1 1 0 0,1 0 0 0 0,-1-1 0 0 0,1 1-1 0 0,-1-1 1 0 0,1 1 0 0 0,-1 0-1 0 0,0 0 1 0 0,1-1 0 0 0,-2 1-1 0 0,2 0 2 0 0,-1-1-1 0 0,0 1 0 0 0,0-1 0 0 0,-1 0 0 0 0,1 1 0 0 0,0 0 0 0 0,0-1 0 0 0,0 1 0 0 0,-1 0 0 0 0,1 0 0 0 0,0-1 0 0 0,-1 1 0 0 0,1 0 0 0 0,0 0 0 0 0,0 0 0 0 0,-1 1 0 0 0,1-1 0 0 0,0 0 0 0 0,0 0 0 0 0,-1 1 0 0 0,-1 0 0 0 0,-23 12 9 0 0,12-4 15 0 0,0 1 1 0 0,1 1-1 0 0,0 0 0 0 0,1 1 0 0 0,0 0 0 0 0,-17 24 1 0 0,24-28-26 0 0,-1 0 0 0 0,1 0 0 0 0,0 0 1 0 0,1 1-1 0 0,0 0 0 0 0,0 0 0 0 0,1 0 1 0 0,0 0-1 0 0,1 1 0 0 0,0-1 0 0 0,0 1 1 0 0,1-1-1 0 0,0 12 0 0 0,2-16-168 0 0,-1 0 0 0 0,1 0-1 0 0,0-1 1 0 0,1 1 0 0 0,-1 0 0 0 0,1-1-1 0 0,0 1 1 0 0,0-1 0 0 0,1 0 0 0 0,-1 1-1 0 0,1-1 1 0 0,0-1 0 0 0,0 1 0 0 0,0 0-1 0 0,6 5 1 0 0,-4-5-567 0 0,1 1 0 0 0,-1-1 0 0 0,1 0-1 0 0,0-1 1 0 0,0 1 0 0 0,0-1 0 0 0,1 0 0 0 0,-1-1 0 0 0,1 1-1 0 0,8 1 1 0 0,2-2-2958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2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51 424 0 0,'6'-11'3209'0'0,"0"1"0"0"0,8-19 1311 0 0,-9 42-2609 0 0,-25 112 1500 0 0,-24 66-2536 0 0,40-172-814 0 0,3-12-7 0 0,0 0 0 0 0,-1 0 0 0 0,0 0 0 0 0,-6 11 0 0 0,8-17 27 0 0,-1-1-77 0 0,1 0 0 0 0,-1 0 0 0 0,1 0-1 0 0,-1 0 1 0 0,1 0 0 0 0,-1 0 0 0 0,1 0 0 0 0,-1-1 0 0 0,1 1 0 0 0,-1 0-1 0 0,1 0 1 0 0,-1 0 0 0 0,1-1 0 0 0,0 1 0 0 0,-1 0 0 0 0,1-1 0 0 0,-1 1-1 0 0,1 0 1 0 0,0-1 0 0 0,-1 1 0 0 0,1 0 0 0 0,0-1 0 0 0,-1 0 0 0 0,2-14-18 0 0,1 0 0 0 0,0 0 0 0 0,1 0 0 0 0,1 0 0 0 0,0 0 0 0 0,1 1 0 0 0,0 0 0 0 0,1 0 0 0 0,1 0 0 0 0,0 1 0 0 0,1 0 1 0 0,1 0-1 0 0,0 1 0 0 0,0 0 0 0 0,1 0 0 0 0,1 1 0 0 0,16-13 0 0 0,-25 22 9 0 0,0 0 1 0 0,0 1-1 0 0,1-1 0 0 0,-1 0 1 0 0,1 1-1 0 0,-1 0 1 0 0,1-1-1 0 0,0 1 0 0 0,-1 0 1 0 0,1 1-1 0 0,0-1 0 0 0,0 0 1 0 0,-1 1-1 0 0,1-1 1 0 0,0 1-1 0 0,0 0 0 0 0,0 0 1 0 0,0 0-1 0 0,0 1 0 0 0,-1-1 1 0 0,1 0-1 0 0,0 1 0 0 0,0 0 1 0 0,0 0-1 0 0,-1 0 1 0 0,1 0-1 0 0,-1 0 0 0 0,1 0 1 0 0,-1 1-1 0 0,1-1 0 0 0,-1 1 1 0 0,1 0-1 0 0,-1 0 1 0 0,0 0-1 0 0,3 3 0 0 0,1 3 17 0 0,0-1-1 0 0,-1 1 1 0 0,0 0-1 0 0,-1 1 1 0 0,0-1-1 0 0,0 1 1 0 0,-1 0 0 0 0,0 0-1 0 0,3 15 1 0 0,-2 0 13 0 0,-2 1 0 0 0,0-1 1 0 0,-2 1-1 0 0,-4 34 1 0 0,1 20 273 0 0,13-91-273 0 0,2-9-16 0 0,16-37 0 0 0,3-8-55 0 0,-4 19 0 0 0,59-78 1 0 0,-75 111 30 0 0,0 1 1 0 0,0 1-1 0 0,2 0 1 0 0,-1 1-1 0 0,1 0 1 0 0,1 1 0 0 0,0 1-1 0 0,0 0 1 0 0,1 0-1 0 0,18-6 1 0 0,-30 13 13 0 0,0 1 0 0 0,0 0-1 0 0,0 1 1 0 0,0-1 0 0 0,0 0 0 0 0,0 1 0 0 0,0-1 0 0 0,0 1 0 0 0,1 0 0 0 0,-1 0 0 0 0,0 1 0 0 0,0-1 0 0 0,0 0 0 0 0,0 1 0 0 0,0 0 0 0 0,0 0 0 0 0,0 0-1 0 0,0 0 1 0 0,0 0 0 0 0,0 1 0 0 0,0-1 0 0 0,-1 1 0 0 0,1 0 0 0 0,-1 0 0 0 0,1 0 0 0 0,2 2 0 0 0,-2 0 24 0 0,-1-1 1 0 0,1 1-1 0 0,-1 0 1 0 0,0 0-1 0 0,0 0 1 0 0,0 0-1 0 0,0 0 0 0 0,-1 0 1 0 0,1 0-1 0 0,-1 0 1 0 0,0 1-1 0 0,-1-1 1 0 0,1 0-1 0 0,-1 1 1 0 0,0-1-1 0 0,0 0 0 0 0,0 1 1 0 0,-1 4-1 0 0,-5 21 136 0 0,-1-1-1 0 0,-2 0 0 0 0,-14 33 0 0 0,12-34-737 0 0,1 0-1 0 0,1 1 1 0 0,-5 30 0 0 0,14-55 223 0 0,-1 1 1 0 0,1-1-1 0 0,0 0 1 0 0,0 0-1 0 0,1 1 1 0 0,-1-1-1 0 0,1 0 1 0 0,0 0 0 0 0,0 0-1 0 0,2 5 1 0 0,-1-5-604 0 0,0 0 0 0 0,0 0 1 0 0,1 0-1 0 0,-1 0 0 0 0,5 5 1 0 0,7 4-3732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2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1348 0 0,'0'0'2244'0'0,"5"-8"801"0"0,0-3-1129 0 0,-2 4-680 0 0,4-3-1416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3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216 123 1976 0 0,'8'-12'11309'0'0,"-4"22"-8751"0"0,-3-6-2389 0 0,0 0 1 0 0,0 0-1 0 0,0 0 1 0 0,1-1-1 0 0,0 1 1 0 0,0 0-1 0 0,0-1 1 0 0,0 0-1 0 0,0 1 0 0 0,3 2 1 0 0,2-1-68 0 0,0-1 0 0 0,1 1 0 0 0,-1-1 0 0 0,1-1 0 0 0,0 1 0 0 0,0-1 0 0 0,0-1 0 0 0,0 1 0 0 0,1-2 0 0 0,-1 1 0 0 0,18 0 0 0 0,-16-1-50 0 0,0-1 0 0 0,0-1 0 0 0,-1 0 1 0 0,1 0-1 0 0,0-1 0 0 0,0 0 0 0 0,-1 0 0 0 0,1-1 0 0 0,-1-1 0 0 0,10-4 0 0 0,-12 3-36 0 0,0 0 1 0 0,0 0-1 0 0,-1-1 0 0 0,1 0 0 0 0,-1 0 0 0 0,-1 0 0 0 0,1-1 0 0 0,-1 0 0 0 0,0 0 0 0 0,-1 0 0 0 0,1 0 0 0 0,-2-1 0 0 0,1 0 0 0 0,-1 0 0 0 0,0 0 0 0 0,0 0 0 0 0,2-17 0 0 0,-5 24-16 0 0,0 0 0 0 0,1 0 0 0 0,-1-1-1 0 0,0 1 1 0 0,0 0 0 0 0,0-1 0 0 0,0 1 0 0 0,0 0-1 0 0,-1-1 1 0 0,1 1 0 0 0,0 0 0 0 0,0-1 0 0 0,-1 1-1 0 0,1 0 1 0 0,-1 0 0 0 0,1 0 0 0 0,-1-1 0 0 0,0 1 0 0 0,1 0-1 0 0,-1 0 1 0 0,0 0 0 0 0,0 0 0 0 0,0 0 0 0 0,-1-1-1 0 0,-1 0 0 0 0,1 1 0 0 0,0 0 1 0 0,-1 0-1 0 0,1 0 0 0 0,0 1 0 0 0,-1-1 0 0 0,1 1 0 0 0,-1-1 0 0 0,1 1 0 0 0,-1 0 0 0 0,1 0 0 0 0,-4 0 0 0 0,-7 1-3 0 0,1 0 0 0 0,-1 2 0 0 0,-23 6 0 0 0,-6 4 24 0 0,2 1 0 0 0,0 3 0 0 0,0 1 0 0 0,2 2 0 0 0,0 1 0 0 0,2 2 0 0 0,0 2 0 0 0,-33 30 0 0 0,61-48 0 0 0,0 1 0 0 0,1 0 0 0 0,0 1 0 0 0,0 0 0 0 0,1 0 0 0 0,-10 19 0 0 0,14-25-12 0 0,0 0 0 0 0,1 1 1 0 0,0 0-1 0 0,-1-1 0 0 0,1 1 1 0 0,1 0-1 0 0,-1 0 0 0 0,1-1 1 0 0,-1 1-1 0 0,1 0 0 0 0,0 0 1 0 0,0 0-1 0 0,1 0 0 0 0,-1-1 1 0 0,1 1-1 0 0,0 0 0 0 0,0 0 1 0 0,0-1-1 0 0,0 1 0 0 0,1-1 1 0 0,-1 1-1 0 0,1-1 1 0 0,3 5-1 0 0,3 1-3 0 0,0 0 0 0 0,0-1 0 0 0,1 0 0 0 0,0 0 0 0 0,0-1 1 0 0,1-1-1 0 0,-1 1 0 0 0,2-1 0 0 0,-1-1 0 0 0,1 0 0 0 0,0-1 0 0 0,0 0 0 0 0,11 3 0 0 0,6 0-245 0 0,-1-1 0 0 0,1-2 0 0 0,0-1 0 0 0,39 0-1 0 0,-38-4-713 0 0,1-2 0 0 0,-1 0-1 0 0,52-14 1 0 0,28-17-6922 0 0,-78 24 2823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4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462 117 232 0 0,'22'-105'14023'0'0,"-20"94"-10388"0"0,-36 122-747 0 0,-30 82-1047 0 0,-175 288-378 0 0,212-431-1421 0 0,11-20-120 0 0,-52 105-13 0 0,60-117-800 0 0,1 0 1 0 0,2 0-1 0 0,0 0 0 0 0,0 0 1 0 0,-3 35-1 0 0,8-48 241 0 0,0 0-1 0 0,1-1 1 0 0,-1 1-1 0 0,1 0 1 0 0,2 7-1 0 0,7 6-6386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4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1 169 2200 0 0,'1'-20'1787'0'0,"-1"5"-646"0"0,1 1 0 0 0,0-1 1 0 0,1 1-1 0 0,1 0 0 0 0,6-21 0 0 0,-8 33-1034 0 0,0-1-1 0 0,0 1 1 0 0,0 0 0 0 0,1-1 0 0 0,-1 1-1 0 0,0 0 1 0 0,1 0 0 0 0,0 0-1 0 0,-1 0 1 0 0,1 0 0 0 0,0 0 0 0 0,0 0-1 0 0,0 1 1 0 0,0-1 0 0 0,1 1 0 0 0,-1 0-1 0 0,0-1 1 0 0,1 1 0 0 0,-1 0 0 0 0,0 0-1 0 0,1 0 1 0 0,0 1 0 0 0,-1-1 0 0 0,1 1-1 0 0,-1-1 1 0 0,1 1 0 0 0,0 0 0 0 0,-1 0-1 0 0,1 0 1 0 0,-1 0 0 0 0,1 0 0 0 0,0 1-1 0 0,-1-1 1 0 0,1 1 0 0 0,-1 0 0 0 0,4 1-1 0 0,4 2 56 0 0,-1-1 0 0 0,1 2 0 0 0,-1-1 0 0 0,0 2 0 0 0,0-1 0 0 0,-1 1 0 0 0,0 0 0 0 0,0 1 0 0 0,0 0 0 0 0,-1 0 0 0 0,7 9 0 0 0,1 2 133 0 0,-1 2 1 0 0,-1-1-1 0 0,18 36 1 0 0,-24-41-105 0 0,-1-1 1 0 0,0 1-1 0 0,-1 0 0 0 0,-1 0 1 0 0,0 0-1 0 0,-1 1 0 0 0,3 29 1 0 0,-6-39-132 0 0,0 1 0 0 0,0 0 1 0 0,-1 0-1 0 0,0-1 0 0 0,0 1 1 0 0,0 0-1 0 0,-1-1 0 0 0,0 1 1 0 0,0-1-1 0 0,0 0 0 0 0,0 0 1 0 0,-1 1-1 0 0,0-2 0 0 0,0 1 1 0 0,0 0-1 0 0,-1 0 1 0 0,0-1-1 0 0,0 0 0 0 0,0 0 1 0 0,0 0-1 0 0,-1 0 0 0 0,1-1 1 0 0,-7 4-1 0 0,1-1-47 0 0,0-1 0 0 0,0 0 0 0 0,0-1 0 0 0,0 0 0 0 0,-1-1 0 0 0,0 0 0 0 0,0-1 1 0 0,0 0-1 0 0,0 0 0 0 0,0-1 0 0 0,0-1 0 0 0,0 0 0 0 0,0 0 0 0 0,-15-3 0 0 0,17 1-913 0 0,0 0 0 0 0,0 0 0 0 0,0-1 0 0 0,0-1 0 0 0,-14-7 0 0 0,14 1-1826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95 141 1480 0 0,'1'-2'784'0'0,"4"-7"2166"0"0,-1 0 0 0 0,0 0-1 0 0,4-17 2332 0 0,-10 27-5147 0 0,0 0 1 0 0,0-1-1 0 0,0 1 0 0 0,-1 0 0 0 0,1 0 0 0 0,0 0 1 0 0,0 1-1 0 0,0-1 0 0 0,1 0 0 0 0,-1 1 1 0 0,0-1-1 0 0,0 1 0 0 0,1 0 0 0 0,-1-1 0 0 0,1 1 1 0 0,0 0-1 0 0,-1 0 0 0 0,-1 3 0 0 0,-22 43 523 0 0,23-44-538 0 0,-9 19 70 0 0,1 0 1 0 0,1 1-1 0 0,-8 37 0 0 0,15-54-166 0 0,1-1 1 0 0,-1 1-1 0 0,2 0 0 0 0,-1 0 0 0 0,1 0 0 0 0,0-1 0 0 0,0 1 0 0 0,1 0 0 0 0,0 0 0 0 0,0 0 1 0 0,1-1-1 0 0,-1 1 0 0 0,1-1 0 0 0,1 1 0 0 0,-1-1 0 0 0,1 0 0 0 0,1 0 0 0 0,3 6 1 0 0,-6-10-19 0 0,1 0-1 0 0,-1-1 1 0 0,1 1 0 0 0,-1-1 0 0 0,1 1 0 0 0,-1-1 0 0 0,1 0 0 0 0,0 1 0 0 0,0-1 0 0 0,0 0 0 0 0,-1 0 0 0 0,1 0 0 0 0,0-1 0 0 0,0 1-1 0 0,0 0 1 0 0,1-1 0 0 0,-1 1 0 0 0,0-1 0 0 0,0 0 0 0 0,4 0 0 0 0,-2 0-4 0 0,0-1-1 0 0,-1 0 0 0 0,1 0 1 0 0,0 0-1 0 0,-1 0 1 0 0,1-1-1 0 0,-1 1 1 0 0,1-1-1 0 0,-1 0 1 0 0,6-5-1 0 0,2-1 5 0 0,-1-2-1 0 0,-1 1 1 0 0,1-1-1 0 0,-2-1 0 0 0,12-16 1 0 0,-5 4 18 0 0,-1-1-1 0 0,-1-1 1 0 0,16-44-1 0 0,-26 59-25 0 0,1 0-1 0 0,-2 0 1 0 0,1 0-1 0 0,-1 0 1 0 0,-1 0-1 0 0,0-1 0 0 0,0 1 1 0 0,-1-1-1 0 0,-1 1 1 0 0,0 0-1 0 0,0-1 1 0 0,-1 1-1 0 0,-3-11 1 0 0,4 17 3 0 0,0 1-1 0 0,-1-1 1 0 0,0 0 0 0 0,0 1 0 0 0,0-1 0 0 0,0 1 0 0 0,-1 0 0 0 0,1-1 0 0 0,-1 1 0 0 0,0 0 0 0 0,0 1 0 0 0,0-1 0 0 0,0 0 0 0 0,-7-3 0 0 0,8 5-237 0 0,-1-1 0 0 0,0 1 1 0 0,0 0-1 0 0,0 0 0 0 0,0 1 1 0 0,0-1-1 0 0,0 1 0 0 0,0-1 1 0 0,0 1-1 0 0,0 0 0 0 0,0 0 1 0 0,0 0-1 0 0,0 0 0 0 0,0 1 1 0 0,0 0-1 0 0,0-1 0 0 0,0 1 1 0 0,0 0-1 0 0,-4 2 0 0 0,6-2 52 0 0,0-1-1 0 0,0 1 0 0 0,0-1 1 0 0,1 1-1 0 0,-1 0 0 0 0,0 0 1 0 0,0 0-1 0 0,1-1 0 0 0,-1 1 1 0 0,0 0-1 0 0,1 0 0 0 0,-1 0 1 0 0,1 0-1 0 0,-1 0 0 0 0,1 0 1 0 0,0 0-1 0 0,-1 0 0 0 0,1 0 1 0 0,0 1-1 0 0,0-1 0 0 0,-1 0 1 0 0,1 1-1 0 0,1 19-5077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5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29 232 0 0,'2'-1'1855'0'0,"52"-23"5420"0"0,-52 23-6717 0 0,6 0 411 0 0,5 0 1882 0 0,-13 1-2793 0 0,0 0-1 0 0,1 0 1 0 0,-1 1-1 0 0,0-1 1 0 0,1 0 0 0 0,-1 1-1 0 0,0-1 1 0 0,0 0 0 0 0,1 1-1 0 0,-1-1 1 0 0,0 1-1 0 0,0-1 1 0 0,0 0 0 0 0,0 1-1 0 0,1-1 1 0 0,-1 1 0 0 0,0-1-1 0 0,0 1 1 0 0,0-1-1 0 0,0 1 1 0 0,0-1 0 0 0,0 0-1 0 0,0 1 1 0 0,0-1-1 0 0,0 1 1 0 0,0-1 0 0 0,0 1-1 0 0,0-1 1 0 0,-1 1 0 0 0,1-1-1 0 0,0 0 1 0 0,-1 1-1 0 0,-6 23 565 0 0,-1-1 0 0 0,-1-1 0 0 0,-1 1-1 0 0,-2-2 1 0 0,-19 30 0 0 0,-23 46-612 0 0,51-91-399 0 0,1 1-1 0 0,0-1 1 0 0,0 1 0 0 0,-2 9-1 0 0,4 6-3026 0 0,5-4-3514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5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56 149 2060 0 0,'-2'-19'1691'0'0,"0"0"-1"0"0,-2 1 1 0 0,0-1-1 0 0,-1 1 1 0 0,-12-31-1 0 0,17 49-1705 0 0,0 0 0 0 0,0 0 0 0 0,0-1 0 0 0,0 1 0 0 0,0 0-1 0 0,0-1 1 0 0,0 1 0 0 0,0 0 0 0 0,0 0 0 0 0,0-1 0 0 0,0 1 0 0 0,0 0 0 0 0,0 0 0 0 0,-1-1 0 0 0,1 1-1 0 0,0 0 1 0 0,0 0 0 0 0,0 0 0 0 0,0-1 0 0 0,-1 1 0 0 0,1 0 0 0 0,0 0 0 0 0,0 0 0 0 0,0-1-1 0 0,-1 1 1 0 0,1 0 0 0 0,0 0 0 0 0,0 0 0 0 0,0 0 0 0 0,-1 0 0 0 0,1 0 0 0 0,0-1 0 0 0,-1 1 0 0 0,1 0-1 0 0,0 0 1 0 0,0 0 0 0 0,-1 0 0 0 0,1 0 0 0 0,0 0 0 0 0,0 0 0 0 0,-1 0 0 0 0,1 0 0 0 0,0 0-1 0 0,0 0 1 0 0,-1 0 0 0 0,1 1 0 0 0,0-1 0 0 0,0 0 0 0 0,-1 0 0 0 0,1 0 0 0 0,0 0 0 0 0,0 0 0 0 0,-1 0-1 0 0,1 1 1 0 0,0-1 0 0 0,0 0 0 0 0,0 0 0 0 0,-1 0 0 0 0,1 0 0 0 0,0 1 0 0 0,0-1 0 0 0,0 0 0 0 0,0 0-1 0 0,-1 1 1 0 0,-5 20-5355 0 0,3-5 1923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1940 0 0,'-4'10'4730'0'0,"2"-3"-3915"0"0,1-1-1 0 0,1 1 1 0 0,-1-1-1 0 0,1 1 1 0 0,0-1 0 0 0,1 1-1 0 0,-1 0 1 0 0,4 12-1 0 0,19 58 1642 0 0,-11-44-1481 0 0,10 50 243 0 0,23 163 0 0 0,-45-243-1175 0 0,0-3-39 0 0,0 0-1 0 0,1 1 1 0 0,-1-1 0 0 0,0 1-1 0 0,0-1 1 0 0,0 0 0 0 0,0 1-1 0 0,1-1 1 0 0,-1 0 0 0 0,0 1-1 0 0,0-1 1 0 0,1 0 0 0 0,-1 1-1 0 0,0-1 1 0 0,1 0 0 0 0,-1 0-1 0 0,0 1 1 0 0,1-1 0 0 0,-1 0-1 0 0,0 0 1 0 0,1 1 0 0 0,0-1-1 0 0,11-12-31 0 0,0 0 0 0 0,-1-1 0 0 0,0-1 1 0 0,-1 0-1 0 0,9-15 0 0 0,22-29-120 0 0,-14 24 40 0 0,1 1 0 0 0,38-32 0 0 0,-57 57 80 0 0,1 0 1 0 0,0 0-1 0 0,1 1 1 0 0,0 0-1 0 0,0 1 1 0 0,0 0-1 0 0,1 1 1 0 0,0 0-1 0 0,0 1 1 0 0,0 0-1 0 0,23-3 1 0 0,-33 6 26 0 0,0 1 0 0 0,0-1 0 0 0,1 1 0 0 0,-1 0 0 0 0,0 0 0 0 0,1 0 0 0 0,-1 0 0 0 0,0 0 0 0 0,1 1 0 0 0,-1-1 1 0 0,0 1-1 0 0,0 0 0 0 0,0-1 0 0 0,1 1 0 0 0,-1 0 0 0 0,0 0 0 0 0,0 0 0 0 0,0 1 0 0 0,0-1 0 0 0,-1 0 0 0 0,1 1 0 0 0,0-1 0 0 0,0 1 0 0 0,-1 0 1 0 0,1-1-1 0 0,-1 1 0 0 0,0 0 0 0 0,1 0 0 0 0,-1 0 0 0 0,0 0 0 0 0,0 0 0 0 0,0 0 0 0 0,0 0 0 0 0,-1 0 0 0 0,1 1 0 0 0,0-1 0 0 0,-1 0 0 0 0,0 0 1 0 0,1 1-1 0 0,-1 3 0 0 0,0 4 20 0 0,0-1 1 0 0,-1 1 0 0 0,0 0 0 0 0,-1 0-1 0 0,0-1 1 0 0,0 1 0 0 0,-8 18 0 0 0,-18 32-27 0 0,20-45-282 0 0,0 1 0 0 0,1 0 0 0 0,0 0 0 0 0,2 1 0 0 0,0-1 0 0 0,-5 32 0 0 0,10-44-201 0 0,-1 0 1 0 0,1 0 0 0 0,1 0 0 0 0,-1 0 0 0 0,0 1 0 0 0,1-1-1 0 0,0 0 1 0 0,0 0 0 0 0,3 6 0 0 0,8 4-4520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6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187 144 2404 0 0,'29'-141'12442'0'0,"-29"138"-11834"0"0,2 14 105 0 0,-2 29-230 0 0,-2 0 0 0 0,-1 0 0 0 0,-16 73 0 0 0,12-71-354 0 0,-13 45-268 0 0,-3-1 0 0 0,-3 0 1 0 0,-45 95-1 0 0,69-177 12 0 0,-33 90-3487 0 0,33-84 2108 0 0,-1 0 0 0 0,1 1 0 0 0,1 0 0 0 0,-1 11 0 0 0,4-6-2492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315 159 1304 0 0,'11'-16'2056'0'0,"25"-39"3933"0"0,-33 50-5526 0 0,-1 1 0 0 0,1-1 0 0 0,-1-1 0 0 0,0 1 0 0 0,-1 0 0 0 0,1 0 0 0 0,-1-1 0 0 0,0 1 0 0 0,0-7 0 0 0,0 7 38 0 0,-1-13 317 0 0,0 18-806 0 0,0-1-1 0 0,0 1 0 0 0,0 0 1 0 0,0-1-1 0 0,0 1 1 0 0,0 0-1 0 0,0-1 1 0 0,-1 1-1 0 0,1 0 1 0 0,0 0-1 0 0,0-1 1 0 0,0 1-1 0 0,0 0 1 0 0,-1 0-1 0 0,1-1 0 0 0,0 1 1 0 0,0 0-1 0 0,-1 0 1 0 0,1-1-1 0 0,0 1 1 0 0,-1 0-1 0 0,1 0 1 0 0,0 0-1 0 0,0 0 1 0 0,-1-1-1 0 0,1 1 1 0 0,0 0-1 0 0,-1 0 0 0 0,1 0 1 0 0,0 0-1 0 0,-1 0 1 0 0,1 0-1 0 0,0 0 1 0 0,-1 0-1 0 0,1 0 1 0 0,0 0-1 0 0,-1 0 1 0 0,1 0-1 0 0,0 0 1 0 0,-1 0-1 0 0,1 1 0 0 0,0-1 1 0 0,-1 0-1 0 0,1 0 1 0 0,0 0-1 0 0,-1 1 1 0 0,-3 0 22 0 0,1 1 1 0 0,-1-1-1 0 0,1 1 1 0 0,0 0 0 0 0,0 0-1 0 0,-1 1 1 0 0,1-1-1 0 0,1 0 1 0 0,-1 1-1 0 0,0 0 1 0 0,1 0 0 0 0,-1 0-1 0 0,1 0 1 0 0,0 0-1 0 0,0 0 1 0 0,-2 4-1 0 0,1 0 57 0 0,1 1-1 0 0,-1-1 1 0 0,1 0-1 0 0,1 0 0 0 0,-1 1 1 0 0,1-1-1 0 0,0 14 1 0 0,3 5 399 0 0,0 0 0 0 0,1-1 1 0 0,12 46-1 0 0,9 48 832 0 0,-23-114-1214 0 0,0-5-93 0 0,-1 1-1 0 0,0 0 0 0 0,0 0 0 0 0,0-1 0 0 0,0 1 1 0 0,0 0-1 0 0,0 0 0 0 0,0 0 0 0 0,0-1 0 0 0,0 1 0 0 0,0 0 1 0 0,0 0-1 0 0,-1-1 0 0 0,1 1 0 0 0,0 0 0 0 0,0-1 0 0 0,-1 2 1 0 0,0 0-1 0 0,1-1 0 0 0,-1 0 1 0 0,1 1-1 0 0,-1-1 1 0 0,0 0-1 0 0,1 1 0 0 0,-1-1 1 0 0,0 0-1 0 0,0 0 1 0 0,0 0-1 0 0,0 1 0 0 0,0-1 1 0 0,0 0-1 0 0,0 0 1 0 0,0-1-1 0 0,0 1 0 0 0,0 0 1 0 0,-1 0-1 0 0,1 0 1 0 0,0-1-1 0 0,-1 1 0 0 0,1-1 1 0 0,0 1-1 0 0,-1-1 0 0 0,1 0 1 0 0,-1 1-1 0 0,1-1 1 0 0,0 0-1 0 0,-1 0 0 0 0,-1 0 1 0 0,1 0-5 0 0,-6 1-16 0 0,1 0 1 0 0,-1 0 0 0 0,0-1 0 0 0,0 0-1 0 0,0 0 1 0 0,0-1 0 0 0,1 0 0 0 0,-1-1-1 0 0,-13-3 1 0 0,-1-3-754 0 0,-39-19-1 0 0,41 17-1109 0 0,-31-23-1 0 0,7-3-4993 0 0,20 13 190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6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5 115 764 0 0,'-2'-5'740'0'0,"2"1"1"0"0,-1 0-1 0 0,0-1 0 0 0,1 1 0 0 0,0-1 0 0 0,0 1 1 0 0,0-1-1 0 0,1 1 0 0 0,-1 0 0 0 0,1-1 1 0 0,0 1-1 0 0,0 0 0 0 0,1 0 0 0 0,2-8 0 0 0,-2 9-489 0 0,0 0 0 0 0,0 1 0 0 0,0-1 0 0 0,1 1 0 0 0,-1-1 0 0 0,1 1 0 0 0,-1 0 0 0 0,1 0 0 0 0,0 0 0 0 0,0 0 0 0 0,0 0 0 0 0,0 1 0 0 0,0-1 0 0 0,0 1 0 0 0,0 0-1 0 0,0 0 1 0 0,1 0 0 0 0,-1 0 0 0 0,6 0 0 0 0,19-1 322 0 0,1 0-1 0 0,-1 2 1 0 0,54 6-1 0 0,84 24 18 0 0,-152-27-538 0 0,301 81-953 0 0,-112-11-8780 0 0,-165-58 2849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2:59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16 1884 0 0,'-24'-4'22219'0'0,"29"9"-21299"0"0,-4-4-801 0 0,1 0-81 0 0,6 1 55 0 0,-1 0 15 0 0,0 1-1 0 0,-1 0 1 0 0,12 7 0 0 0,-17-10-99 0 0,0 1 451 0 0,-45-6-373 0 0,24 3-60 0 0,18 2-86 0 0,-12-3 332 0 0,13 1-55 0 0,6-2-205 0 0,-3 3 25 0 0,7-1-154 0 0,-1-1 12 0 0,0 0 1 0 0,12-5-1 0 0,-4 2 284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01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121 260 2596 0 0,'0'0'1959'0'0,"4"-14"3816"0"0,0-28 5038 0 0,-14 77-9402 0 0,-6 47-1 0 0,1-5-86 0 0,-20 64 259 0 0,-13 63-919 0 0,44-182-205 0 0,6-28-3 0 0,8-31-247 0 0,2-27-167 0 0,4-82 0 0 0,5-25-260 0 0,-16 145 193 0 0,29-127-73 0 0,-29 138 81 0 0,0 1-1 0 0,1-1 1 0 0,1 1-1 0 0,0 0 1 0 0,0 0-1 0 0,2 1 1 0 0,17-22 0 0 0,-24 33 12 0 0,-1 0 1 0 0,1 0 0 0 0,0 0 0 0 0,1 0 0 0 0,-1 0 0 0 0,0 1-1 0 0,0-1 1 0 0,1 1 0 0 0,-1-1 0 0 0,1 1 0 0 0,3-1 0 0 0,-1 0 2 0 0,-1 1 1 0 0,0 0 0 0 0,1 0-1 0 0,-1 0 1 0 0,0 1 0 0 0,1-1-1 0 0,-1 1 1 0 0,1 0 0 0 0,-1 1-1 0 0,1-1 1 0 0,-1 1 0 0 0,1 0-1 0 0,-1 0 1 0 0,0 0 0 0 0,0 0-1 0 0,7 4 1 0 0,-3-2 2 0 0,1 1 13 0 0,0 0 0 0 0,0 1 0 0 0,-1 0 0 0 0,0 0 0 0 0,0 1 0 0 0,0 0 0 0 0,0 0 0 0 0,-1 1 0 0 0,0 0 0 0 0,-1 0 0 0 0,0 0 0 0 0,0 1 0 0 0,0 0 0 0 0,4 10 0 0 0,-6-11-2 0 0,-1 0-1 0 0,0 0 0 0 0,0 1 1 0 0,-1 0-1 0 0,0-1 1 0 0,0 1-1 0 0,-1 0 0 0 0,0 0 1 0 0,0 0-1 0 0,-1 0 1 0 0,0 0-1 0 0,0 0 1 0 0,-1 0-1 0 0,0 0 0 0 0,-1 0 1 0 0,1 0-1 0 0,-5 10 1 0 0,2-7 17 0 0,-1 0 1 0 0,0 0 0 0 0,0-1 0 0 0,-1 0-1 0 0,0 0 1 0 0,-1 0 0 0 0,0-1 0 0 0,-1 0-1 0 0,1 0 1 0 0,-2-1 0 0 0,1 0-1 0 0,-1 0 1 0 0,-1-1 0 0 0,1-1 0 0 0,-1 1-1 0 0,0-1 1 0 0,-1-1 0 0 0,1 0 0 0 0,-14 4-1 0 0,20-8-24 0 0,0-1-1 0 0,1 1 1 0 0,-1-1 0 0 0,0 0-1 0 0,0 0 1 0 0,1 0-1 0 0,-1-1 1 0 0,0 1-1 0 0,1-1 1 0 0,-1 0 0 0 0,0 0-1 0 0,1 0 1 0 0,-1-1-1 0 0,1 1 1 0 0,0-1-1 0 0,-1 0 1 0 0,-5-4 0 0 0,-9-4-10 0 0,10 6-215 0 0,0-1-1 0 0,1 1 1 0 0,-1-2-1 0 0,1 1 1 0 0,-9-10 0 0 0,1 1-3371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17.40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680 1648 296 0 0,'-4'0'881'0'0,"-126"-5"3601"0"0,126 5-4353 0 0,-13 3 228 0 0,14-2-275 0 0,-2-1 97 0 0,0 2-1 0 0,-1-1 1 0 0,1 0-1 0 0,0 1 1 0 0,0 0-1 0 0,-7 4 1 0 0,10-5-51 0 0,-24 25 675 0 0,25-25-750 0 0,-23 32 976 0 0,7-16 2215 0 0,23-23-2914 0 0,3-3-284 0 0,1 1 1 0 0,0 0-1 0 0,1 1 0 0 0,0 0 1 0 0,23-10-1 0 0,67-22-65 0 0,-44 18 27 0 0,89-27-5 0 0,-27 10 24 0 0,241-93 90 0 0,33-1-157 0 0,-213 76 374 0 0,183-83-1 0 0,-174 41-13 0 0,60-26-94 0 0,-190 96-187 0 0,71-44-1 0 0,-30 16-11 0 0,-11 3 15 0 0,14-7 12 0 0,-63 39-22 0 0,-1-1-1 0 0,-1-1 0 0 0,53-44 0 0 0,-87 64-24 0 0,12-14 12 0 0,2-23-12 0 0,-18 39-8 0 0,0 0 0 0 0,0 0 0 0 0,0 0 0 0 0,0 0 0 0 0,0 1-1 0 0,0-1 1 0 0,0 0 0 0 0,0 0 0 0 0,0 0 0 0 0,0 0 0 0 0,-1 1-1 0 0,1-1 1 0 0,0 0 0 0 0,-1 0 0 0 0,1 1 0 0 0,0-1 0 0 0,-1 0-1 0 0,1 0 1 0 0,-1 0 0 0 0,1 0 0 0 0,-1 1 1 0 0,1-1-1 0 0,0 0 1 0 0,-1 1-1 0 0,1-1 0 0 0,0 1 1 0 0,-1-1-1 0 0,1 1 0 0 0,-1-1 1 0 0,1 1-1 0 0,-1-1 1 0 0,1 1-1 0 0,-1-1 0 0 0,1 1 1 0 0,-1 0-1 0 0,0-1 1 0 0,1 1-1 0 0,-1 0 0 0 0,1-1 1 0 0,-1 1-1 0 0,0 0 0 0 0,1 0 1 0 0,-1 0-1 0 0,0 0 1 0 0,1-1-1 0 0,-1 1 0 0 0,0 0 1 0 0,0 0-1 0 0,1 0 1 0 0,-1 1-1 0 0,-1-1 0 0 0,2 0 0 0 0,-5 0-1 0 0,0 0 0 0 0,0 0 0 0 0,0 0 0 0 0,0 1 0 0 0,0 0 0 0 0,0 0 1 0 0,1 0-1 0 0,-1 1 0 0 0,0-1 0 0 0,-8 5 0 0 0,-1 0 5 0 0,-51 20-18 0 0,-120 70-1 0 0,-50 55 42 0 0,149-93-8 0 0,-441 291 87 0 0,-3-3-34 0 0,276-188-116 0 0,217-138 36 0 0,-1-2 0 0 0,-1-2 0 0 0,0-2 0 0 0,-1-1 0 0 0,-47 8 0 0 0,68-17 36 0 0,-1-2 1 0 0,0 0 0 0 0,-28-1-1 0 0,46-1-24 0 0,1 0-1 0 0,-1 0 1 0 0,1-1-1 0 0,0 1 0 0 0,-1 0 1 0 0,1-1-1 0 0,0 1 1 0 0,-1-1-1 0 0,1 1 1 0 0,0-1-1 0 0,0 0 0 0 0,-1 1 1 0 0,1-1-1 0 0,0 0 1 0 0,0 0-1 0 0,0 0 0 0 0,0 0 1 0 0,0 0-1 0 0,0 0 1 0 0,0 0-1 0 0,0 0 0 0 0,0 0 1 0 0,1-1-1 0 0,-1 1 1 0 0,0 0-1 0 0,1 0 1 0 0,-1-1-1 0 0,1 1 0 0 0,0 0 1 0 0,-1-1-1 0 0,1 1 1 0 0,0-1-1 0 0,0 1 0 0 0,0 0 1 0 0,-1-1-1 0 0,2 1 1 0 0,-1-1-1 0 0,0 1 0 0 0,0-1 1 0 0,0 1-1 0 0,1-2 1 0 0,1-5 0 0 0,0 0 0 0 0,1 0 0 0 0,0 1 0 0 0,0-1 0 0 0,6-9 0 0 0,3-3 0 0 0,0 1 1 0 0,2 0-1 0 0,1 1 1 0 0,17-17-1 0 0,73-62-3 0 0,-82 77 16 0 0,74-60-30 0 0,4 3 0 0 0,190-107-1 0 0,241-89-48 0 0,-368 194 57 0 0,490-203 5 0 0,-443 199 8 0 0,-184 71-20 0 0,-23 10 12 0 0,-2 1-5 0 0,0 0 0 0 0,0 0 0 0 0,-1 1 1 0 0,1-1-1 0 0,-1 0 0 0 0,1-1 1 0 0,-1 1-1 0 0,1 0 0 0 0,-1 0 0 0 0,0-1 1 0 0,1 1-1 0 0,-1-1 0 0 0,1-1 0 0 0,-1 2 10 0 0,-4 1-7 0 0,-14 1-1 0 0,0 1 0 0 0,1 0 0 0 0,-1 1 0 0 0,0 1 0 0 0,-18 7 0 0 0,-82 35-9 0 0,93-35 15 0 0,-491 252-113 0 0,294-142 90 0 0,-563 283 215 0 0,498-244-171 0 0,1-1-4 0 0,202-112 30 0 0,80-46-40 0 0,-6 2-13 0 0,10-4-15 0 0,4-4 17 0 0,9-7 7 0 0,1 0 0 0 0,0 1 0 0 0,1 1-1 0 0,20-10 1 0 0,12-8-10 0 0,588-352-80 0 0,16 29 67 0 0,-143 105 15 0 0,-286 141 9 0 0,-56 13-82 0 0,-165 91 63 0 0,12-7 25 0 0,-10 7-10 0 0,-1 0-1 0 0,0 0 1 0 0,-1-1 0 0 0,1 0-1 0 0,0 1 1 0 0,0-1-1 0 0,-1 0 1 0 0,1 0 0 0 0,-1-1-1 0 0,3-2 1 0 0,-4 4 1 0 0,5-6-38 0 0,-5 7 34 0 0,-1 0 0 0 0,0 0 0 0 0,0-1 0 0 0,0 1 0 0 0,0 0 0 0 0,1 0 0 0 0,-1 0 0 0 0,0-1 0 0 0,0 1 0 0 0,0 0 0 0 0,0 0 0 0 0,0-1 0 0 0,0 1 1 0 0,0 0-1 0 0,0 0 0 0 0,0-1 0 0 0,1 1 0 0 0,-1 0 0 0 0,0 0 0 0 0,0-1 0 0 0,0 1 0 0 0,0 0 0 0 0,0 0 0 0 0,-1-1 0 0 0,1 1 0 0 0,0 0 0 0 0,0 0 0 0 0,0-1 0 0 0,0 1 0 0 0,0 0 1 0 0,0 0-1 0 0,0 0 0 0 0,0-1 0 0 0,0 1 0 0 0,-1 0 0 0 0,1 0 0 0 0,0 0 0 0 0,0-1 0 0 0,-1 1 0 0 0,-8-4 8 0 0,7 4-17 0 0,-14-4 3 0 0,-18 2 18 0 0,0 2-1 0 0,0 1 1 0 0,-65 11-1 0 0,53-6-6 0 0,20-2 7 0 0,-44 3 33 0 0,93-22-76 0 0,189-74-11 0 0,-119 54 15 0 0,4-8-25 0 0,-96 43 41 0 0,10-8 10 0 0,-11 7 3 0 0,8-3-51 0 0,-41 17 50 0 0,-186 80 60 0 0,-292 171-1 0 0,-92 44-188 0 0,-51 41 295 0 0,638-340-166 0 0,-89 53 47 0 0,-165 129 1 0 0,218-147-42 0 0,7-5 13 0 0,-87 55 0 0 0,120-87-20 0 0,-18 13 8 0 0,13-6-2 0 0,1 0 0 0 0,1 1 0 0 0,-24 29 0 0 0,38-43 1 0 0,-18 21-9 0 0,17-21 6 0 0,1 1 1 0 0,0 0-1 0 0,0 0 1 0 0,0 0-1 0 0,0 0 1 0 0,0 0-1 0 0,0 0 0 0 0,0 0 1 0 0,1 0-1 0 0,-1 0 1 0 0,1 0-1 0 0,0 0 1 0 0,0 1-1 0 0,-1 2 0 0 0,1-3 11 0 0,5 50 1469 0 0,-4-51-1405 0 0,2 37 219 0 0,4-7-221 0 0,21 127 43 0 0,-17-78 101 0 0,0 87 0 0 0,-9-68-93 0 0,0-39-57 0 0,-6 75 0 0 0,-31 174 249 0 0,20-194-63 0 0,15-113-133 0 0,-4-14-82 0 0,16-271-14 0 0,0 40-8 0 0,-11 143-42 0 0,-4 0 0 0 0,-5 1 1 0 0,-23-109-1 0 0,13 103 33 0 0,-11-52-39 0 0,28 153 11 0 0,1 3 15 0 0,0 0 0 0 0,-1 0 0 0 0,1-1 0 0 0,0 1 0 0 0,0 0-1 0 0,-1 0 1 0 0,1 0 0 0 0,-1 0 0 0 0,1 0 0 0 0,-1 0 0 0 0,0 0-1 0 0,1 1 1 0 0,-1-1 0 0 0,0 0 0 0 0,1 0 0 0 0,-1 0 0 0 0,0 0-1 0 0,0 1 1 0 0,0-1 0 0 0,0 1 0 0 0,0-1 0 0 0,0 0 0 0 0,0 1-1 0 0,0-1 1 0 0,0 1 0 0 0,0 0 0 0 0,-1-1 0 0 0,1 1 1 0 0,-1-1 1 0 0,1 1-1 0 0,0 0 0 0 0,0 0 1 0 0,-1 0-1 0 0,1 0 1 0 0,0 0-1 0 0,0 0 1 0 0,-1 0-1 0 0,1 0 1 0 0,0 0-1 0 0,0 1 1 0 0,-1-1-1 0 0,1 0 0 0 0,0 1 1 0 0,0-1-1 0 0,0 1 1 0 0,0-1-1 0 0,-2 2 1 0 0,-21 16-27 0 0,17-12 31 0 0,5-5-6 0 0,-1 2 3 0 0,0 0 0 0 0,-1 1-1 0 0,1-1 1 0 0,0 0 0 0 0,0 1 0 0 0,-3 6 0 0 0,5-9 0 0 0,-16 31 14 0 0,14-21-5 0 0,1 1-1 0 0,-3 20 1 0 0,2 18 526 0 0,4 66 0 0 0,1-36-141 0 0,-1 104 284 0 0,44 315 1 0 0,-39-464-704 0 0,15 92 552 0 0,9 214 1 0 0,-28-277-486 0 0,-1-29 4 0 0,-4 48 1 0 0,2-24 198 0 0,0-57 3 0 0,1 0-140 0 0,0-1-94 0 0,0-1 1 0 0,0 0-1 0 0,1 0 1 0 0,-1 1-1 0 0,0-1 1 0 0,0 0-1 0 0,0 0 1 0 0,0 1-1 0 0,0-1 1 0 0,0 0-1 0 0,0 0 1 0 0,0 1-1 0 0,0-1 1 0 0,0 0-1 0 0,0 0 1 0 0,0 1-1 0 0,0-1 1 0 0,0 0-1 0 0,0 0 1 0 0,-1 0-1 0 0,1 1 1 0 0,0-1-1 0 0,0 0 1 0 0,0 0-1 0 0,0 1 1 0 0,0-1-1 0 0,-1 0 1 0 0,1 0-1 0 0,0 0 1 0 0,0 0-1 0 0,0 1 1 0 0,0-1-1 0 0,-1 0 1 0 0,1 0-1 0 0,0 0 1 0 0,-11 0-29 0 0,9 0 39 0 0,-33-11-46 0 0,-8 5 4 0 0,1 2-1 0 0,-60 1 1 0 0,97 3 9 0 0,0 1 1 0 0,1-1-1 0 0,-1 1 1 0 0,1 0-1 0 0,-1 0 0 0 0,1 1 1 0 0,0-1-1 0 0,-1 1 1 0 0,1 0-1 0 0,-7 5 1 0 0,0-2 10 0 0,8-3-5 0 0,0 0-1 0 0,0 0 0 0 0,0 1 1 0 0,0-1-1 0 0,0 0 0 0 0,0 1 1 0 0,1 0-1 0 0,-1 0 0 0 0,1 0 1 0 0,0 0-1 0 0,-3 3 0 0 0,3-3-5 0 0,1-1 21 0 0,-11 27 21 0 0,7 11-75 0 0,5-38 30 0 0,4 34 24 0 0,-3 5-15 0 0,-1-39 14 0 0,1 32-2 0 0,10 18-14 0 0,-11-51 39 0 0,60 9-22 0 0,-50-10-24 0 0,-8 0 32 0 0,2 0-42 0 0,10 0 32 0 0,-11 0-19 0 0,0 0 38 0 0,10 0-56 0 0,-10 0 37 0 0,0 0-23 0 0,8 0 24 0 0,-8 0-39 0 0,0 0 40 0 0,27 0-195 0 0,-50 13 162 0 0,-69 9 152 0 0,-53 13-119 0 0,140-34-25 0 0,0-1-5 0 0,-19 6 22 0 0,19 0-35 0 0,3-4 25 0 0,-1-1-2 0 0,11 5 7 0 0,9 3 40 0 0,-18-8-58 0 0,12 5 1 0 0,27 5 46 0 0,-38-11-35 0 0,17-2 17 0 0,438-16 10 0 0,-226 5-17 0 0,104 10-122 0 0,-237 3-78 0 0,-65-3 28 0 0,-32 3 107 0 0,-18-4-163 0 0,-411-18-80 0 0,301 20 238 0 0,-234 1 44 0 0,192 2-10 0 0,160-1 37 0 0,-14 1 1 0 0,4 0-2 0 0,15-1 17 0 0,280 9-16 0 0,97 8-254 0 0,660 118 0 0 0,-977-124 61 0 0,66 11-499 0 0,-110-17 484 0 0,-13-2 69 0 0,-9-1-11 0 0,-246-11-73 0 0,190 4 203 0 0,-936-65-89 0 0,878 64 88 0 0,-71-7-7 0 0,188 13 16 0 0,-9 0 3 0 0,0-1 4 0 0,30-1-1 0 0,313 12 32 0 0,-280-8-45 0 0,-45-2 2 0 0,17 2-22 0 0,-17-1 28 0 0,-7-1-3 0 0,-14 2-9 0 0,10-2 14 0 0,-162 5-5 0 0,-34 3 0 0 0,198-7 11 0 0,0-3-2 0 0,14-1-1 0 0,13-3 0 0 0,309-16 28 0 0,-264 21-31 0 0,834 17 12 0 0,-3 65-34 0 0,72 59-711 0 0,-770-109 202 0 0,-184-28 501 0 0,-1 0-34 0 0,0-1 1 0 0,0-1-1 0 0,29 0 0 0 0,-40-1 23 0 0,-34-13-8 0 0,0 1 0 0 0,-1 2 0 0 0,1 1 0 0 0,-37-5 0 0 0,-5-1 31 0 0,-1316-282-1 0 0,1374 295 28 0 0,-33-10 5 0 0,35 8-6 0 0,10 3-13 0 0,7 1 9 0 0,58 3-9 0 0,104 19 1 0 0,-72-7 2 0 0,1084 164-67 0 0,-605-89-621 0 0,-561-88 680 0 0,283 36-218 0 0,-286-38 217 0 0,-1 0 1 0 0,1 0-1 0 0,13-3 0 0 0,-22 3 14 0 0,0-1 0 0 0,0 1 0 0 0,0-1 1 0 0,0 1-1 0 0,0-1 0 0 0,0 1 0 0 0,0-1 0 0 0,-1 1 0 0 0,1 0 0 0 0,0-1 0 0 0,0 1 0 0 0,0-1 0 0 0,-1 1 0 0 0,1 0 0 0 0,0-1 1 0 0,0 1-1 0 0,-1-1 0 0 0,1 1 0 0 0,0 0 0 0 0,-1-1 0 0 0,1 1 0 0 0,0 0 0 0 0,-1-1 0 0 0,-6-3 0 0 0,0 1 1 0 0,0 0-1 0 0,-1 0 0 0 0,1 0 0 0 0,-1 1 1 0 0,1 0-1 0 0,-11-1 0 0 0,-7-2 1 0 0,-406-78 33 0 0,-5 29-31 0 0,364 46-1 0 0,-600-48 30 0 0,644 56-7 0 0,19 2 0 0 0,21 2-32 0 0,46 5-42 0 0,80 3 0 0 0,-75-8 43 0 0,1360 104-66 0 0,-1397-106 84 0 0,38-2 1 0 0,-54-3-50 0 0,-18-2 22 0 0,-18-3-10 0 0,-391-57-52 0 0,277 47 75 0 0,-2133-230 54 0 0,2196 242-41 0 0,-262-28 73 0 0,326 29-63 0 0,6 0-5 0 0,9 2 5 0 0,24-4-11 0 0,1 1 0 0 0,0 1-1 0 0,0 1 1 0 0,42 1 0 0 0,-17 0-14 0 0,885-35 24 0 0,-862 37-19 0 0,-69 1 0 0 0,840-15-23 0 0,-2 40 0 0 0,-744-18 18 0 0,231 10-128 0 0,-317-19 111 0 0,-21-1 10 0 0,-25-3 0 0 0,-433-34-17 0 0,-5 20 22 0 0,221 10 13 0 0,-1412-45 16 0 0,944 46 95 0 0,717 10-117 0 0,0-1 1 0 0,0 0-1 0 0,0 0 1 0 0,-1 0 0 0 0,1 0-1 0 0,0 0 1 0 0,0 0-1 0 0,0 0 1 0 0,-1 0-1 0 0,1 0 1 0 0,0 0-1 0 0,0 0 1 0 0,0 0-1 0 0,0 0 1 0 0,-1 0-1 0 0,1 0 1 0 0,0 0-1 0 0,0 0 1 0 0,0 0 0 0 0,-1 0-1 0 0,1 0 1 0 0,0 0-1 0 0,0 0 1 0 0,0-1-1 0 0,0 1 1 0 0,-1 0-1 0 0,1 0 1 0 0,0 0-1 0 0,0 0 1 0 0,0 0-1 0 0,0 0 1 0 0,0-1-1 0 0,-1 1 1 0 0,1 0-1 0 0,0 0 1 0 0,0 0 0 0 0,0 0-1 0 0,0-1 1 0 0,0 1-1 0 0,0 0 1 0 0,0 0-1 0 0,0 0 1 0 0,0 0-1 0 0,0-1 1 0 0,0 1-1 0 0,0 0 1 0 0,0 0-1 0 0,0 0 1 0 0,0-1-1 0 0,0 1 1 0 0,8-6 6 0 0,22-3-5 0 0,1 2-1 0 0,53-4 1 0 0,-38 5-5 0 0,664-56-9 0 0,-583 54 11 0 0,686-30 25 0 0,1169 93 0 0 0,-1936-51-43 0 0,-1 1-70 0 0,-1-2 0 0 0,56-4 0 0 0,-119-8-48 0 0,-1 4 100 0 0,0 1-1 0 0,0 1 1 0 0,-23-2 0 0 0,-4 1 0 0 0,-909-67-151 0 0,661 56 119 0 0,-1726-53-15 0 0,1909 67 89 0 0,-147-8 89 0 0,259 9-94 0 0,0 0 0 0 0,-1 0 1 0 0,1 0-1 0 0,0 0 0 0 0,0 0 0 0 0,0 0 1 0 0,0 0-1 0 0,-1 0 0 0 0,1 0 1 0 0,0 0-1 0 0,0 0 0 0 0,0 0 0 0 0,0 0 1 0 0,-1 0-1 0 0,1 0 0 0 0,0 0 0 0 0,0 0 1 0 0,0 0-1 0 0,0 0 0 0 0,-1 0 1 0 0,1 0-1 0 0,0 0 0 0 0,0 0 0 0 0,0 0 1 0 0,0 0-1 0 0,0 0 0 0 0,-1-1 0 0 0,1 1 1 0 0,0 0-1 0 0,0 0 0 0 0,0 0 1 0 0,0 0-1 0 0,0 0 0 0 0,0 0 0 0 0,-1-1 1 0 0,1 1-1 0 0,0 0 0 0 0,0 0 0 0 0,0 0 1 0 0,0 0-1 0 0,0 0 0 0 0,0-1 1 0 0,0 1-1 0 0,0 0 0 0 0,0 0 0 0 0,0 0 1 0 0,0 0-1 0 0,0-1 0 0 0,0 1 0 0 0,0 0 1 0 0,0 0-1 0 0,0 0 0 0 0,0-1 1 0 0,0 1-1 0 0,0 0 0 0 0,0 0 0 0 0,0 0 1 0 0,0 0-1 0 0,0 0 0 0 0,0-1 0 0 0,0 1 1 0 0,1 0-1 0 0,-1 0 0 0 0,0 0 1 0 0,0 0-1 0 0,0 0 0 0 0,0-1 0 0 0,0 1 1 0 0,11-6 4 0 0,45-12 2 0 0,2 3-1 0 0,86-10 1 0 0,-91 16-5 0 0,695-100-41 0 0,1506-22 0 0 0,-2187 132-123 0 0,134-4-697 0 0,-198 3 769 0 0,-14-9-95 0 0,4 6 148 0 0,-1 1 0 0 0,0 0-1 0 0,0 0 1 0 0,-14 0-1 0 0,1-1-18 0 0,-847-68-761 0 0,-1173 47 552 0 0,1428 51 89 0 0,583-25 168 0 0,-14 1 23 0 0,41-3-5 0 0,18-6 3 0 0,160-29 111 0 0,-120 26-111 0 0,1246-168 241 0 0,-865 143-33 0 0,441 24 0 0 0,-667 20-191 0 0,150 4 1 0 0,-357-14-29 0 0,24-1 8 0 0,-20-1-10 0 0,-15-2-5 0 0,-12-1-21 0 0,0 1 1 0 0,-1 1-1 0 0,-22 0 0 0 0,1-1-1 0 0,-2560-124-435 0 0,1568 192 614 0 0,1016-62-150 0 0,-96 13 50 0 0,112-14-15 0 0,6-2-22 0 0,228-32-36 0 0,-138 22 18 0 0,1353-126 17 0 0,7 138 58 0 0,-1337 6-59 0 0,146 12-67 0 0,-260-19 47 0 0,-342-10-18 0 0,163 2 16 0 0,-359-13 2 0 0,-444-12-8 0 0,751 28 52 0 0,-381-1 269 0 0,4 52-83 0 0,575-42-163 0 0,-50 14 0 0 0,74-13-42 0 0,6-5-17 0 0,0 0-1 0 0,0 0 1 0 0,0 1-1 0 0,0-1 1 0 0,0 0-1 0 0,0 0 1 0 0,0 0-1 0 0,0 0 1 0 0,0 0 0 0 0,0 0-1 0 0,0 0 1 0 0,0 1-1 0 0,0-1 1 0 0,0 0-1 0 0,0 0 1 0 0,0 0 0 0 0,0 0-1 0 0,0 0 1 0 0,0 0-1 0 0,1 0 1 0 0,-1 1-1 0 0,0-1 1 0 0,0 0 0 0 0,0 0-1 0 0,0 0 1 0 0,0 0-1 0 0,0 0 1 0 0,0 0-1 0 0,0 0 1 0 0,0 0 0 0 0,0 0-1 0 0,1 0 1 0 0,-1 0-1 0 0,0 0 1 0 0,0 1-1 0 0,0-1 1 0 0,0 0 0 0 0,0 0-1 0 0,0 0 1 0 0,1 0-1 0 0,-1 0 1 0 0,0 0-1 0 0,0 0 1 0 0,0 0-1 0 0,0 0 1 0 0,0 0 0 0 0,0 0-1 0 0,0 0 1 0 0,1-1-1 0 0,63 1 22 0 0,109-15 1 0 0,-123 9-21 0 0,659-76 297 0 0,524-55 438 0 0,101 37-326 0 0,-1322 100-403 0 0,2-1 4 0 0,0 0 1 0 0,-1-1-1 0 0,25-5 1 0 0,-37 6-15 0 0,-15-8 35 0 0,3 5-30 0 0,-1 1 0 0 0,0 0-1 0 0,0 1 1 0 0,0 0 0 0 0,-23 0 0 0 0,-1-1 2 0 0,-523-35 29 0 0,-3 21-41 0 0,470 14 13 0 0,-1104 3-24 0 0,828 29-60 0 0,346-26 88 0 0,-41 9 1 0 0,61-11-4 0 0,6-1 5 0 0,37-2 5 0 0,65-12 0 0 0,-22 2-23 0 0,-67 10 8 0 0,1404-147 13 0 0,9 120 4 0 0,-1429 29-19 0 0,114 5-25 0 0,137 25 1 0 0,-249-29 15 0 0,-21 13 7 0 0,11-12 1 0 0,0 1 0 0 0,-1-1 1 0 0,0-1-1 0 0,1 1 0 0 0,-15-1 0 0 0,-1 2-5 0 0,-465 24-162 0 0,-5-37 100 0 0,472 9 64 0 0,-1014-64-49 0 0,100 4 15 0 0,887 58 43 0 0,13 1 3 0 0,-1 1 0 0 0,-54 6 1 0 0,88-5 0 0 0,7 0-2 0 0,510-35-11 0 0,-287 22 20 0 0,20 0-90 0 0,332-29-2732 0 0,-573 41 2740 0 0,130-20-1246 0 0,-116 17 694 0 0,-1-2 1 0 0,0 0-1 0 0,0-1 0 0 0,29-15 0 0 0,-44 19-111 0 0,1 0 0 0 0,-1-1 0 0 0,0 0 0 0 0,8-8 0 0 0,1-3-1758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21.69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1421 363 1036 0 0,'-2'-2'1027'0'0,"-5"-9"-158"0"0,1 0 0 0 0,0 0 1 0 0,1-1-1 0 0,0 0 0 0 0,1 1 1 0 0,0-2-1 0 0,1 1 0 0 0,-3-16 1 0 0,2-7-82 0 0,-1-65 1 0 0,6 97-780 0 0,-1-1 0 0 0,1 1-1 0 0,0-1 1 0 0,0 1 0 0 0,0 0 0 0 0,1-1 0 0 0,-1 1 0 0 0,1 0 0 0 0,0 0 0 0 0,0 0 0 0 0,0 0 0 0 0,0 0 0 0 0,1 1 0 0 0,-1-1 0 0 0,1 1 0 0 0,-1-1-1 0 0,7-3 1 0 0,-8 5-9 0 0,0 0 22 0 0,5-3-11 0 0,0-2-14 0 0,12-7 743 0 0,-5-8 975 0 0,-11 21-1716 0 0,0 1 1 0 0,-1-1-1 0 0,0 1 1 0 0,1 0 0 0 0,-1 0-1 0 0,1 0 1 0 0,-1 0-1 0 0,0 0 1 0 0,0 0-1 0 0,1 0 1 0 0,-1 0 0 0 0,0 0-1 0 0,0 1 1 0 0,0-1-1 0 0,0 0 1 0 0,-1 1-1 0 0,1-1 1 0 0,0 1 0 0 0,0-1-1 0 0,0 3 1 0 0,5 8-5 0 0,5 5 36 0 0,-1 0 0 0 0,13 31 0 0 0,-5-9-48 0 0,-10-18 12 0 0,0 0 0 0 0,-1 1 0 0 0,5 29 1 0 0,6 17-7 0 0,5 11 1 0 0,11 35 23 0 0,-6-45-17 0 0,68 126 0 0 0,64 51 1498 0 0,-136-213-1253 0 0,2-1-1 0 0,2-1 1 0 0,1-2-1 0 0,38 31 1 0 0,-10-15-202 0 0,66 58-109 0 0,-32-7 187 0 0,-90-95-108 0 0,0 1 1 0 0,0-1-1 0 0,0 1 1 0 0,0 0-1 0 0,0-1 1 0 0,0 1-1 0 0,0 0 1 0 0,0-1-1 0 0,-1 1 1 0 0,1 0-1 0 0,-1 0 1 0 0,1 3-1 0 0,-1-4-7 0 0,0 0 0 0 0,0-1 0 0 0,0 1-1 0 0,0-1 1 0 0,0 1 0 0 0,0 0 0 0 0,0-1 0 0 0,0 1 0 0 0,0-1-1 0 0,0 1 1 0 0,-1-1 0 0 0,1 1 0 0 0,0-1 0 0 0,-1 1 0 0 0,1-1-1 0 0,0 1 1 0 0,-1-1 0 0 0,1 1 0 0 0,0-1 0 0 0,-1 1 0 0 0,1-1-1 0 0,-1 0 1 0 0,1 1 0 0 0,-1-1 0 0 0,1 0 0 0 0,-1 1 0 0 0,1-1-1 0 0,-1 0 1 0 0,1 0 0 0 0,-1 1 0 0 0,1-1 0 0 0,-1 0 0 0 0,1 0-1 0 0,-1 0 1 0 0,0 0 0 0 0,1 0 0 0 0,-1 0 0 0 0,1 0 0 0 0,-1 0-1 0 0,0 0 1 0 0,1 0 0 0 0,-1 0 0 0 0,1 0 0 0 0,-1 0 0 0 0,1 0-1 0 0,-2-1 1 0 0,-18-3-84 0 0,0-1 0 0 0,0 0 0 0 0,0-2-1 0 0,1 0 1 0 0,-20-11 0 0 0,-94-57-729 0 0,100 55 651 0 0,-40-24-23 0 0,3-4 0 0 0,1-3 0 0 0,3-2 0 0 0,2-4 1 0 0,2-2-1 0 0,4-3 0 0 0,2-2 0 0 0,-66-98 0 0 0,111 145 182 0 0,1 0 0 0 0,0 0 0 0 0,2-1-1 0 0,0-1 1 0 0,-6-21 0 0 0,11 32 1 0 0,1 0 0 0 0,1-1 0 0 0,-1 1 0 0 0,2-1 0 0 0,-1 1-1 0 0,1-1 1 0 0,0 1 0 0 0,1-1 0 0 0,0 1 0 0 0,0-1 0 0 0,1 1 0 0 0,0 0 0 0 0,0 0-1 0 0,6-12 1 0 0,-1 6 3 0 0,0 0-1 0 0,1 0 0 0 0,1 0 1 0 0,0 1-1 0 0,16-18 0 0 0,-17 25 0 0 0,-6 4-5 0 0,0 0-1 0 0,0 0 0 0 0,0 0 0 0 0,0 0 1 0 0,0 1-1 0 0,1-1 0 0 0,-1 1 0 0 0,1-1 1 0 0,-1 1-1 0 0,1 0 0 0 0,0 0 0 0 0,-1 0 1 0 0,1 0-1 0 0,0 1 0 0 0,0-1 0 0 0,-1 1 1 0 0,1 0-1 0 0,0-1 0 0 0,0 1 0 0 0,0 1 1 0 0,0-1-1 0 0,-1 0 0 0 0,1 1 1 0 0,0-1-1 0 0,0 1 0 0 0,3 1 0 0 0,1 2-3 0 0,-1 0-1 0 0,1 0 1 0 0,-1 1 0 0 0,0-1-1 0 0,0 1 1 0 0,-1 1-1 0 0,7 6 1 0 0,-2-1 11 0 0,189 215-14 0 0,-16-16 82 0 0,68 40 44 0 0,124 132-178 0 0,-106-67 43 0 0,-256-299 82 0 0,25 23-1 0 0,-33-32-7 0 0,-11-6-30 0 0,-12-8 3 0 0,-47-45-261 0 0,-106-112-1 0 0,111 103-61 0 0,-520-541-444 0 0,566 586 736 0 0,-67-80-53 0 0,72 84 52 0 0,1-1 0 0 0,0 1 0 0 0,1-1 1 0 0,0-1-1 0 0,1 1 0 0 0,-5-16 0 0 0,11 28 2 0 0,-1-1 1 0 0,1 1 0 0 0,0 0-1 0 0,0-1 1 0 0,-1 1 0 0 0,1-1-1 0 0,0 1 1 0 0,0-1 0 0 0,0 1-1 0 0,1-1 1 0 0,-1 1 0 0 0,0-1-1 0 0,1 1 1 0 0,-1-1 0 0 0,1 1-1 0 0,-1 0 1 0 0,1-1-1 0 0,-1 1 1 0 0,1 0 0 0 0,0-1-1 0 0,0 1 1 0 0,0 0 0 0 0,0 0-1 0 0,0 0 1 0 0,0 0 0 0 0,0 0-1 0 0,0 0 1 0 0,0 0 0 0 0,0 0-1 0 0,0 0 1 0 0,1 0 0 0 0,-1 1-1 0 0,0-1 1 0 0,1 0 0 0 0,-1 1-1 0 0,1-1 1 0 0,-1 1-1 0 0,0 0 1 0 0,1-1 0 0 0,-1 1-1 0 0,3 0 1 0 0,3-1-24 0 0,0 0 0 0 0,1 0-1 0 0,-1 1 1 0 0,0 0 0 0 0,1 1 0 0 0,12 2-1 0 0,3 3 19 0 0,0 2 0 0 0,0 0 0 0 0,-1 2-1 0 0,-1 0 1 0 0,0 1 0 0 0,25 18 0 0 0,7 10 75 0 0,50 46 0 0 0,-2 9-39 0 0,-4 5 0 0 0,-5 4 0 0 0,79 115 0 0 0,19 57-25 0 0,-187-271 8 0 0,-2-2-9 0 0,0-1 0 0 0,0 0 1 0 0,-1 0-1 0 0,1 0 0 0 0,0 1 0 0 0,-1-1 0 0 0,1 0 0 0 0,-1 1 1 0 0,1-1-1 0 0,-1 1 0 0 0,0-1 0 0 0,1 0 0 0 0,-1 1 1 0 0,0-1-1 0 0,0 1 0 0 0,0-1 0 0 0,0 1 0 0 0,0 1 0 0 0,-1-2 9 0 0,-1 0-2 0 0,2-1-10 0 0,-1 1 1 0 0,0-1-1 0 0,0 0 1 0 0,1 1-1 0 0,-1-1 1 0 0,0 0-1 0 0,0 0 1 0 0,0 0-1 0 0,1 0 1 0 0,-1 0-1 0 0,0 0 1 0 0,0 0-1 0 0,0 0 1 0 0,0 0-1 0 0,1 0 1 0 0,-1 0-1 0 0,0 0 1 0 0,0-1-1 0 0,1 1 1 0 0,-1 0-1 0 0,0 0 1 0 0,0-1-1 0 0,1 1 1 0 0,-1-1-1 0 0,0 1 1 0 0,1-1-1 0 0,-1 1 1 0 0,0-1-1 0 0,0 0 1 0 0,-1 0 1 0 0,-11-9 7 0 0,0 1-1 0 0,1-2 1 0 0,0 1 0 0 0,0-2-1 0 0,-11-15 1 0 0,3 6-28 0 0,-78-88 31 0 0,5-3 0 0 0,-139-222 0 0 0,85 87-309 0 0,140 233 227 0 0,7 14 69 0 0,0 0 0 0 0,0 0 0 0 0,0 0 0 0 0,0 0 0 0 0,0 0 0 0 0,0-1 0 0 0,0 1 0 0 0,0 0 1 0 0,0 0-1 0 0,1 0 0 0 0,-1 0 0 0 0,0 0 0 0 0,0 0 0 0 0,0 0 0 0 0,0 0 0 0 0,0 0 0 0 0,0 0 0 0 0,0 0 0 0 0,0 0 1 0 0,0-1-1 0 0,0 1 0 0 0,0 0 0 0 0,0 0 0 0 0,0 0 0 0 0,0 0 0 0 0,0 0 0 0 0,1 0 0 0 0,-1 0 0 0 0,0 0 1 0 0,0 0-1 0 0,0 0 0 0 0,0 0 0 0 0,0 0 0 0 0,0 0 0 0 0,0 0 0 0 0,0 0 0 0 0,0 0 0 0 0,0 0 0 0 0,1 0 0 0 0,-1 0 1 0 0,0 0-1 0 0,0 0 0 0 0,0 0 0 0 0,0 0 0 0 0,0 0 0 0 0,0 0 0 0 0,0 0 0 0 0,0 0 0 0 0,0 0 0 0 0,0 0 1 0 0,0 0-1 0 0,1 0 0 0 0,-1 0 0 0 0,0 1 0 0 0,0-1 0 0 0,0 0 0 0 0,0 0 0 0 0,0 0 0 0 0,0 0 0 0 0,0 0 0 0 0,0 0 1 0 0,0 0-1 0 0,2 2 7 0 0,1 0 1 0 0,-1 0 0 0 0,0 0 0 0 0,0 0 0 0 0,0 0-1 0 0,0 0 1 0 0,1 4 0 0 0,323 494 285 0 0,-223-361-345 0 0,175 180 0 0 0,219 177 286 0 0,-436-437-27 0 0,-62-59-204 0 0,1 0 0 0 0,0-1-1 0 0,0 1 1 0 0,0 0 0 0 0,-1 0 0 0 0,1 0-1 0 0,0-1 1 0 0,0 1 0 0 0,-1 0 0 0 0,1 0-1 0 0,0 0 1 0 0,-1 0 0 0 0,1 0-1 0 0,0 0 1 0 0,0-1 0 0 0,-1 1 0 0 0,1 0-1 0 0,0 0 1 0 0,-1 0 0 0 0,1 0 0 0 0,0 0-1 0 0,-1 0 1 0 0,1 0 0 0 0,0 0 0 0 0,-1 1-1 0 0,1-1 1 0 0,-1 0 0 0 0,1 0-1 0 0,-1 0 0 0 0,1 0 0 0 0,-1 0 0 0 0,1 0 0 0 0,-1 1 0 0 0,1-1 0 0 0,-1 0 0 0 0,0 0 0 0 0,1-1 0 0 0,-1 1 0 0 0,1 0 0 0 0,-1 0 0 0 0,1 0 0 0 0,-1 0 0 0 0,1 0 0 0 0,-1-1 0 0 0,1 1 0 0 0,-1 0 0 0 0,1 0 0 0 0,-1-1 0 0 0,1 1 0 0 0,-1 0 0 0 0,0-1 1 0 0,-56-46-53 0 0,-62-64 1 0 0,81 73 47 0 0,37 36-1 0 0,-3-4-43 0 0,15 12 49 0 0,0-1 0 0 0,-1 2 0 0 0,1-1 0 0 0,-1 2 0 0 0,0-1 0 0 0,13 14 0 0 0,8 6 39 0 0,44 39-69 0 0,5 3 0 0 0,-79-69 29 0 0,-1 0 1 0 0,1 1 0 0 0,0-1 0 0 0,-1 0 0 0 0,1 1 0 0 0,0-1 0 0 0,-1 1 0 0 0,1-1 0 0 0,-1 1 0 0 0,1-1 0 0 0,-1 1 0 0 0,1-1 0 0 0,-1 1 0 0 0,1 0 0 0 0,-1-1 0 0 0,0 1 0 0 0,1-1 0 0 0,-1 1 0 0 0,0 0 0 0 0,1 0 0 0 0,-1-1 0 0 0,0 1 0 0 0,0 0 0 0 0,0-1 0 0 0,0 1 0 0 0,0 0 0 0 0,0 0 0 0 0,0-1 0 0 0,0 1 0 0 0,0 0 0 0 0,0 0 0 0 0,0-1 0 0 0,0 1 0 0 0,-1 1 0 0 0,0-2 1 0 0,0 1 0 0 0,0-1 1 0 0,0 0-1 0 0,0 0 0 0 0,0 1 1 0 0,0-1-1 0 0,0 0 0 0 0,0 0 1 0 0,0 0-1 0 0,0 0 0 0 0,0 0 1 0 0,0 0-1 0 0,0-1 0 0 0,0 1 1 0 0,-2-1-1 0 0,-39-16 53 0 0,29 11-56 0 0,-1 0 0 0 0,-1 0 0 0 0,1 1 1 0 0,-18-3-1 0 0,-43-10-8 0 0,73 18 6 0 0,-12-3 1 0 0,13 3 1 0 0,1 0-1 0 0,0 0 1 0 0,-1 0-1 0 0,1 0 1 0 0,0 0-1 0 0,-1 1 1 0 0,1-1-1 0 0,0 0 1 0 0,-1 0-1 0 0,1 0 1 0 0,0 0-1 0 0,-1 0 0 0 0,1 1 1 0 0,0-1-1 0 0,-1 0 1 0 0,1 0-1 0 0,0 0 1 0 0,0 1-1 0 0,-1-1 1 0 0,1 0-1 0 0,0 1 1 0 0,0-1-1 0 0,-1 0 1 0 0,1 0-1 0 0,0 1 1 0 0,0-1-1 0 0,0 0 1 0 0,0 1-1 0 0,0-1 1 0 0,-1 0-1 0 0,1 1 1 0 0,0-1-1 0 0,0 1 1 0 0,0-1-1 0 0,0 0 1 0 0,0 1-1 0 0,0-1 1 0 0,0 0-1 0 0,0 1 1 0 0,0-1-1 0 0,0 0 1 0 0,0 1-1 0 0,1-1 0 0 0,-1 0 1 0 0,0 1-1 0 0,0-1 1 0 0,0 0-1 0 0,1 1 1 0 0,-1 1-18 0 0,0-2 17 0 0,1 0 1 0 0,-1 1-1 0 0,0-1 1 0 0,1 0-1 0 0,-1 0 1 0 0,0 0-1 0 0,1 1 0 0 0,-1-1 1 0 0,0 0-1 0 0,0 1 1 0 0,1-1-1 0 0,-1 0 1 0 0,0 0-1 0 0,0 1 1 0 0,0-1-1 0 0,0 0 1 0 0,1 1-1 0 0,-1-1 0 0 0,0 0 1 0 0,0 1-1 0 0,0-1 1 0 0,0 0-1 0 0,0 1 1 0 0,0-1-1 0 0,0 1 1 0 0,0-1-1 0 0,0 0 1 0 0,0 1-1 0 0,0-1 0 0 0,0 0 1 0 0,0 1-1 0 0,0-1 1 0 0,0 0-1 0 0,0 1 1 0 0,-1-1-1 0 0,1 0 1 0 0,0 1-1 0 0,0-1 1 0 0,0 0-1 0 0,-1 1 0 0 0,1-1 1 0 0,0 0-1 0 0,0 0 1 0 0,0 1-1 0 0,-1-1 1 0 0,1 0-1 0 0,0 0 1 0 0,-1 1-1 0 0,1-1 1 0 0,0 0-1 0 0,-1 0 0 0 0,1 0 1 0 0,0 0-1 0 0,-1 1 1 0 0,1-1-1 0 0,0 0 1 0 0,-1 0-1 0 0,1 0 1 0 0,0 0-1 0 0,-1 0 1 0 0,1 0-1 0 0,0 0 0 0 0,-1 0 1 0 0,1 0-1 0 0,0 0 1 0 0,-1 0-1 0 0,0 0 1 0 0,-26-1 37 0 0,-192-49 18 0 0,132 26-63 0 0,-3 1-10 0 0,-1114-305-152 0 0,1172 318 169 0 0,-3 0-3 0 0,1-1 0 0 0,0-2 0 0 0,-54-29 1 0 0,86 41 1 0 0,1 0 0 0 0,-1 1 0 0 0,1-1 1 0 0,-1 0-1 0 0,1 0 0 0 0,0 0 1 0 0,-1-1-1 0 0,1 1 0 0 0,0 0 1 0 0,0 0-1 0 0,0-1 0 0 0,0 1 0 0 0,0-1 1 0 0,0 1-1 0 0,0-1 0 0 0,0 1 1 0 0,1-1-1 0 0,-1 1 0 0 0,0-1 1 0 0,1 0-1 0 0,-1-1 0 0 0,2 1 4 0 0,-1 1-1 0 0,1-1 1 0 0,-1 1-1 0 0,1-1 1 0 0,-1 1 0 0 0,1-1-1 0 0,0 1 1 0 0,0-1-1 0 0,0 1 1 0 0,0 0-1 0 0,0 0 1 0 0,0-1 0 0 0,0 1-1 0 0,0 0 1 0 0,0 0-1 0 0,1 0 1 0 0,-1 0-1 0 0,0 0 1 0 0,1 0-1 0 0,-1 1 1 0 0,1-1 0 0 0,2-1-1 0 0,14-5 9 0 0,1 1 0 0 0,0 1 1 0 0,1 0-1 0 0,-1 2 0 0 0,33-3 0 0 0,600-18-41 0 0,-353 22 33 0 0,-297 1-2 0 0,22 1 10 0 0,1-1-1 0 0,23-5 1 0 0,-48 6-11 0 0,1 0 1 0 0,-1 0-1 0 0,0 0 1 0 0,1 0-1 0 0,-1 0 1 0 0,0 0-1 0 0,1 0 1 0 0,-1 0 0 0 0,0 0-1 0 0,1 0 1 0 0,-1 0-1 0 0,0 0 1 0 0,1-1-1 0 0,-1 1 1 0 0,0 0-1 0 0,1 0 1 0 0,-1 0-1 0 0,0 0 1 0 0,1 0-1 0 0,-1-1 1 0 0,0 1-1 0 0,0 0 1 0 0,1 0-1 0 0,-1-1 1 0 0,0 1-1 0 0,0 0 1 0 0,0 0-1 0 0,1-1 1 0 0,-1 1-1 0 0,0 0 1 0 0,0-1-1 0 0,0 1 1 0 0,0 0-1 0 0,0-1 1 0 0,1 1 0 0 0,-1 0-1 0 0,0-1 1 0 0,0 1-1 0 0,0 0 1 0 0,0-1-1 0 0,0 1 1 0 0,0 0-1 0 0,0-1 1 0 0,0 1-1 0 0,0 0 1 0 0,0-1-1 0 0,-1 1 1 0 0,1 0-1 0 0,0-1 1 0 0,0 1-1 0 0,0 0 1 0 0,0-1-1 0 0,0 1 1 0 0,-1 0-1 0 0,1 0 1 0 0,0-1-1 0 0,0 1 1 0 0,0 0-1 0 0,-1 0 1 0 0,1-1-1 0 0,-1 1 1 0 0,-16-13-51 0 0,-38-10-35 0 0,-1 2 0 0 0,-114-26-1 0 0,106 32 70 0 0,-1323-244-69 0 0,684 187 65 0 0,500 54 38 0 0,182 15-12 0 0,18 1 0 0 0,13-1 3 0 0,281-22-31 0 0,-177 19 29 0 0,1189-27-19 0 0,-1292 33 13 0 0,11 0-4 0 0,0 0 1 0 0,0-1-1 0 0,26-6 0 0 0,-45 6 4 0 0,-5 0 1 0 0,0-1-1 0 0,0 1 1 0 0,0 0-1 0 0,0 0 0 0 0,0-1 1 0 0,0 1-1 0 0,0 0 1 0 0,0 1-1 0 0,0-1 0 0 0,-1 0 1 0 0,-3 0-1 0 0,-77-14-33 0 0,-100-5-1 0 0,124 15 13 0 0,-753-51-38 0 0,749 54 46 0 0,58 2 9 0 0,7 0 4 0 0,18 1 4 0 0,66 1-13 0 0,759 19 37 0 0,-823-21-24 0 0,1 0-1 0 0,-1-1 0 0 0,-1-1 0 0 0,29-7 0 0 0,-50 9-3 0 0,1 0 0 0 0,-1 0 0 0 0,0 0-1 0 0,1 0 1 0 0,-1 0 0 0 0,0 0 0 0 0,1 0-1 0 0,-1 0 1 0 0,0 0 0 0 0,0 0-1 0 0,1 0 1 0 0,-1 0 0 0 0,0 0 0 0 0,1-1-1 0 0,-1 1 1 0 0,0 0 0 0 0,1 0-1 0 0,-1 0 1 0 0,0-1 0 0 0,0 1 0 0 0,1 0-1 0 0,-1 0 1 0 0,0 0 0 0 0,0-1-1 0 0,0 1 1 0 0,1 0 0 0 0,-1-1 0 0 0,0 1-1 0 0,0 0 1 0 0,0-1 0 0 0,0 1 0 0 0,0 0-1 0 0,0 0 1 0 0,0-1 0 0 0,0 1-1 0 0,1 0 1 0 0,-1-1 0 0 0,0 1 0 0 0,0 0-1 0 0,0-1 1 0 0,0 1 0 0 0,-1 0-1 0 0,1-1 1 0 0,0 1 0 0 0,0 0 0 0 0,0-1-1 0 0,0 1 1 0 0,0 0 0 0 0,0-1 0 0 0,0 1-1 0 0,-1 0 1 0 0,1 0 0 0 0,0-1-1 0 0,0 1 1 0 0,0 0 0 0 0,-1-1 0 0 0,1 1-1 0 0,0 0 1 0 0,0 0 0 0 0,-1 0-1 0 0,1-1 1 0 0,-19-11-13 0 0,-43-8 7 0 0,-2 3-1 0 0,1 3 1 0 0,-67-7 0 0 0,56 9-1 0 0,-59-6-21 0 0,-61-12 55 0 0,178 28-59 0 0,39 5 30 0 0,61 4 21 0 0,1-4-1 0 0,160-16 1 0 0,-240 13-20 0 0,0-1 0 0 0,-1 1 0 0 0,1-1 0 0 0,0 0-1 0 0,0 0 1 0 0,0-1 0 0 0,-1 1 0 0 0,1-1 0 0 0,0 0 0 0 0,-1 0-1 0 0,0-1 1 0 0,1 1 0 0 0,-1-1 0 0 0,6-6 0 0 0,-9 8-4 0 0,-1 0 0 0 0,1 0 0 0 0,-1 0 0 0 0,0 0 0 0 0,0-1 0 0 0,1 1 0 0 0,-1 0 0 0 0,0 0 0 0 0,0 0 0 0 0,0 0 0 0 0,0-1-1 0 0,0 1 1 0 0,-1 0 0 0 0,1 0 0 0 0,0 0 0 0 0,0 0 0 0 0,-1 0 0 0 0,1-1 0 0 0,-1 1 0 0 0,1 0 0 0 0,-1 0 0 0 0,1 0 0 0 0,-1 0 0 0 0,0 0 0 0 0,1 0 0 0 0,-1 0 0 0 0,-1-1 0 0 0,-22-22-20 0 0,5 12 24 0 0,-1-1-1 0 0,0 2 1 0 0,0 1 0 0 0,-1 1 0 0 0,-41-13-1 0 0,1-1-2 0 0,22 9-40 0 0,-50-12 0 0 0,86 25 90 0 0,41 5-52 0 0,-29-3 6 0 0,-1 0-1 0 0,1 0 1 0 0,0-1-1 0 0,11 0 1 0 0,-17 0-40 0 0,4-1 61 0 0,-1 1 0 0 0,1-1 1 0 0,-1-1-1 0 0,10-2 0 0 0,-13 3-117 0 0,-1 0 0 0 0,1 0 0 0 0,-1-1 0 0 0,1 1-1 0 0,-1-1 1 0 0,0 1 0 0 0,0-1 0 0 0,0 0 0 0 0,0 0 0 0 0,0 0 0 0 0,0 0 0 0 0,-1 0 0 0 0,1 0 0 0 0,0 0-1 0 0,1-5 1 0 0,12-46-6102 0 0,-12 41 4188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22.51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1 241 388 0 0,'0'0'1123'0'0,"16"-34"4095"0"0,-15 33-5059 0 0,-1 0-126 0 0,1 0 0 0 0,0 0 0 0 0,-1 0 0 0 0,1 0 0 0 0,0 0-1 0 0,0 0 1 0 0,0 0 0 0 0,-1 0 0 0 0,1 1 0 0 0,0-1 0 0 0,0 0 0 0 0,0 0 0 0 0,0 1 0 0 0,0-1 0 0 0,2 0 0 0 0,11-9 2368 0 0,-5-23-2017 0 0,-14-15-50 0 0,4 47-302 0 0,-2-30 22 0 0,0-19-167 0 0,4 48 110 0 0,1 1 0 0 0,0-1-1 0 0,0 1 1 0 0,0 0 0 0 0,0 0 0 0 0,0 0-1 0 0,1 0 1 0 0,-1 0 0 0 0,0 0 0 0 0,0 0 0 0 0,3 0-1 0 0,2 0-9 0 0,-2-1 8 0 0,-1 2-1 0 0,1-1 1 0 0,0 0-1 0 0,0 1 1 0 0,0 0-1 0 0,-1 0 0 0 0,9 2 1 0 0,-11-2-290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29.75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17 264 1132 0 0,'6'-11'3308'0'0,"-6"9"-3030"0"0,1 0-1 0 0,-1 1 0 0 0,1-1 1 0 0,0 0-1 0 0,0 0 0 0 0,-1 0 1 0 0,2 1-1 0 0,-1-1 0 0 0,2-2 1 0 0,-2 3-237 0 0,-1 1 0 0 0,1-1-1 0 0,-1 1 1 0 0,1 0 0 0 0,-1-1 0 0 0,1 1 0 0 0,0 0 0 0 0,-1-1 0 0 0,1 1 0 0 0,0 0 0 0 0,-1 0 0 0 0,1-1 0 0 0,-1 1 0 0 0,1 0 0 0 0,0 0 0 0 0,0 0 0 0 0,-1 0-1 0 0,1 0 1 0 0,0 0 0 0 0,0 0 0 0 0,2 2-14 0 0,1-1-1 0 0,-1 0 0 0 0,0 1 1 0 0,0 0-1 0 0,0 0 1 0 0,0 0-1 0 0,0 0 1 0 0,0 0-1 0 0,3 5 0 0 0,5 3 22 0 0,0 2 0 0 0,-1-1 0 0 0,-1 1 0 0 0,0 1 0 0 0,-1 0 0 0 0,0 0 0 0 0,-1 1 0 0 0,9 21 0 0 0,-9-18-16 0 0,1 0-1 0 0,1-1 0 0 0,1 0 0 0 0,0 0 1 0 0,1-1-1 0 0,1 0 0 0 0,24 23 0 0 0,-29-33-16 0 0,0 0 0 0 0,0 0 0 0 0,1 0 0 0 0,0-1 0 0 0,0 0 0 0 0,13 4 0 0 0,-15-5 1 0 0,-4-3-18 0 0,20 9 384 0 0,-2-3 661 0 0,-18-5-748 0 0,-1-2-347 0 0,-1 1 36 0 0,1 0 0 0 0,0-1 0 0 0,-1 1 0 0 0,1 0 0 0 0,-1 0 0 0 0,1 0 0 0 0,-1-1 0 0 0,1 1 0 0 0,0 0 0 0 0,-1 0 0 0 0,1 0 0 0 0,0 0 0 0 0,-1 0 0 0 0,1 0 0 0 0,0 1 0 0 0,0 1 11 0 0,0 0 1 0 0,1 1 0 0 0,-1-1-1 0 0,0 0 1 0 0,1 1 0 0 0,-1-1-1 0 0,1 0 1 0 0,0 0 0 0 0,0 0-1 0 0,0 0 1 0 0,4 2 0 0 0,-5-3 28 0 0,9 9-26 0 0,7 7 5 0 0,0-2-1 0 0,2 0 1 0 0,0-1 0 0 0,0 0-1 0 0,29 13 1 0 0,-25-8 476 0 0,-22-18-383 0 0,-12-2-91 0 0,0-1 0 0 0,1 0 0 0 0,-1-1 0 0 0,0-1 0 0 0,1 1 0 0 0,0-2-1 0 0,0 1 1 0 0,0-1 0 0 0,-10-8 0 0 0,-1 2-4 0 0,5 2 8 0 0,1-1-1 0 0,0-1 1 0 0,0 0 0 0 0,2-1-1 0 0,-1 0 1 0 0,-12-16 0 0 0,-63-88-7 0 0,69 88 6 0 0,1-1 0 0 0,2 0 0 0 0,1-2 0 0 0,-15-40 0 0 0,-11-62-38 0 0,38 125 28 0 0,1-1 0 0 0,-1 1 0 0 0,0 0 0 0 0,-7-9-1 0 0,9 14 7 0 0,-12-19-24 0 0,-2 1 0 0 0,-22-25 0 0 0,37 45 21 0 0,-15-18-21 0 0,14 17 16 0 0,5 6 9 0 0,-2-3 3 0 0,30 35 3 0 0,98 107 15 0 0,-87-93-10 0 0,9 12-37 0 0,73 116 0 0 0,23 78 67 0 0,-114-196-29 0 0,218 338 42 0 0,27-17-61 0 0,-117-164-4 0 0,103 197 28 0 0,-245-383-30 0 0,-1 1-1 0 0,-2 1 1 0 0,-1 0 0 0 0,-2 1 0 0 0,-1 0 0 0 0,9 43-1 0 0,-20-72 11 0 0,-1 0 1 0 0,1 0-1 0 0,-1-1 0 0 0,0 1 0 0 0,0 0 0 0 0,-1 0 0 0 0,1 0 0 0 0,-1 0 0 0 0,-3 8 0 0 0,3-10 1 0 0,0 0 0 0 0,0-1 0 0 0,0 1 0 0 0,-1-1 0 0 0,1 1 0 0 0,-1-1 0 0 0,0 0 0 0 0,0 0 0 0 0,0 0 0 0 0,0 0 0 0 0,0 0 0 0 0,0 0 0 0 0,-1 0 0 0 0,1-1 0 0 0,-1 1 0 0 0,1-1 0 0 0,-4 2 0 0 0,-9 3 3 0 0,-1-2 1 0 0,1 1-1 0 0,-1-2 1 0 0,0 0-1 0 0,0-1 1 0 0,0-1-1 0 0,-32-1 0 0 0,-112-18-28 0 0,158 17 20 0 0,-104-17-6 0 0,-178-54 0 0 0,237 52-4 0 0,38 13 7 0 0,9 7 5 0 0,-1-1-1 0 0,1 1 1 0 0,-1 0 0 0 0,1 0-1 0 0,0-1 1 0 0,-1 1-1 0 0,1 0 1 0 0,0-1 0 0 0,-1 1-1 0 0,1 0 1 0 0,0-1 0 0 0,0 1-1 0 0,-1 0 1 0 0,1-1 0 0 0,0 1-1 0 0,0-1 1 0 0,0 1-1 0 0,0 0 1 0 0,0-1 0 0 0,-1 1-1 0 0,1-1 1 0 0,0 1 0 0 0,0-1-1 0 0,0 1 1 0 0,0-1 0 0 0,0 1-1 0 0,0 0 1 0 0,0-1 0 0 0,0 1-1 0 0,1-1 1 0 0,-1 1-1 0 0,0-1 1 0 0,0 1 0 0 0,0 0-1 0 0,0-1 1 0 0,1 1 0 0 0,-1-1-1 0 0,0 1 1 0 0,0 0 0 0 0,0-1-1 0 0,1 1 1 0 0,-1 0-1 0 0,0-1 1 0 0,1 1 0 0 0,-1 0-1 0 0,0-1 1 0 0,1 1 0 0 0,-1 0-1 0 0,1 0 1 0 0,-1-1 0 0 0,0 1-1 0 0,1 0 1 0 0,-1 0-1 0 0,1 0 1 0 0,7-4-6 0 0,1 1 1 0 0,-1 0-1 0 0,1 0 1 0 0,0 1-1 0 0,0 0 1 0 0,0 0-1 0 0,0 1 1 0 0,18 0-1 0 0,-12 1 5 0 0,382-4-28 0 0,-136 6-29 0 0,-201-1 88 0 0,28-1-85 0 0,-77-1 44 0 0,1 0-1 0 0,-1-1 0 0 0,0 0 0 0 0,1-1 0 0 0,13-4 1 0 0,-25 6 9 0 0,0 1 1 0 0,1 0 0 0 0,-1 0-1 0 0,0 0 1 0 0,0-1 0 0 0,1 1-1 0 0,-1 0 1 0 0,0 0 0 0 0,1-1-1 0 0,-1 1 1 0 0,0 0 0 0 0,0 0-1 0 0,1-1 1 0 0,-1 1 0 0 0,0 0-1 0 0,0-1 1 0 0,0 1 0 0 0,0 0-1 0 0,0-1 1 0 0,1 1 0 0 0,-1-1-1 0 0,0 1 1 0 0,0 0 0 0 0,0-1-1 0 0,0 1 1 0 0,0 0 0 0 0,0-1-1 0 0,0 1 1 0 0,0-1-1 0 0,0 1 1 0 0,0 0 0 0 0,0-1-1 0 0,-1 1 1 0 0,1 0 0 0 0,0-1-1 0 0,0 1 1 0 0,0 0 0 0 0,0-1-1 0 0,-1 1 1 0 0,1 0 0 0 0,0-1-1 0 0,0 1 1 0 0,0 0 0 0 0,-1-1-1 0 0,1 1 1 0 0,-1 0 0 0 0,-12-14-29 0 0,-4 4 27 0 0,0 0-1 0 0,-1 1 1 0 0,-33-12-1 0 0,-62-13-20 0 0,61 19 17 0 0,-609-144 47 0 0,138 38-32 0 0,483 111 0 0 0,14 4 2 0 0,1 0-1 0 0,-48-21 1 0 0,73 27-10 0 0,-1 0 1 0 0,1 0-1 0 0,0 0 0 0 0,-1-1 0 0 0,1 1 1 0 0,0 0-1 0 0,-1 0 0 0 0,1 0 0 0 0,0 0 1 0 0,-1-1-1 0 0,1 1 0 0 0,0 0 1 0 0,-1 0-1 0 0,1-1 0 0 0,0 1 0 0 0,0 0 1 0 0,-1-1-1 0 0,1 1 0 0 0,0 0 1 0 0,0-1-1 0 0,0 1 0 0 0,-1 0 0 0 0,1-1 1 0 0,0 1-1 0 0,0 0 0 0 0,0-1 0 0 0,0 1 1 0 0,0-1-1 0 0,0 1 0 0 0,0 0 1 0 0,0-1-1 0 0,0 1 0 0 0,0-1 0 0 0,0 1 1 0 0,0 0-1 0 0,0-1 0 0 0,0 1 1 0 0,0 0-1 0 0,0-1 0 0 0,0 1 0 0 0,0-1 1 0 0,1 1-1 0 0,-1 0 0 0 0,0-1 0 0 0,0 1 1 0 0,0 0-1 0 0,1-1 0 0 0,-1 1 1 0 0,0 0-1 0 0,1-1 0 0 0,16-10 3 0 0,16 2-8 0 0,0 2 1 0 0,0 1-1 0 0,0 2 1 0 0,51-1-1 0 0,-15 1-1 0 0,410-3 36 0 0,-267 10-13 0 0,-132-8 31 0 0,-80 5-48 0 0,1 0 0 0 0,0 0 0 0 0,0 0 0 0 0,0 0 0 0 0,0-1 0 0 0,0 1 0 0 0,-1 0 0 0 0,1 0 0 0 0,0-1 0 0 0,0 1 0 0 0,0 0 0 0 0,-1-1 0 0 0,1 1 0 0 0,0-1 1 0 0,0 1-1 0 0,-1-1 0 0 0,1 0 0 0 0,0 1 0 0 0,-1-1 0 0 0,1 1 0 0 0,-1-1 0 0 0,1 0 0 0 0,-1 0 0 0 0,1 1 0 0 0,0-2 0 0 0,-1 1 0 0 0,0-1 1 0 0,0 1-1 0 0,0 0 0 0 0,0-1 0 0 0,0 1 1 0 0,0 0-1 0 0,-1-1 0 0 0,1 1 0 0 0,0 0 1 0 0,0-1-1 0 0,-1 1 0 0 0,1 0 0 0 0,-1 0 0 0 0,-1-2 1 0 0,-1-4 0 0 0,-1 1 0 0 0,-1 0 1 0 0,1 0-1 0 0,-8-7 1 0 0,-31-26 4 0 0,-59-43 0 0 0,68 56-6 0 0,5 1-53 0 0,28 24 66 0 0,4 0-15 0 0,1 1 0 0 0,0 0-1 0 0,-1 0 1 0 0,1 1 0 0 0,-1-1 0 0 0,1 1 0 0 0,4 1 0 0 0,99 29 10 0 0,-33-8-5 0 0,77 30-26 0 0,-70-22 21 0 0,-20-6 57 0 0,-60-25-60 0 0,15 20-17 0 0,-15-19 38 0 0,2 3-19 0 0,0-1 0 0 0,0 1 0 0 0,1-1 1 0 0,-1 0-1 0 0,6 5 0 0 0,-8-8-1 0 0,14 16 53 0 0,0-1-1 0 0,-1 2 1 0 0,0 0-1 0 0,12 22 0 0 0,15 19 114 0 0,-8-18-65 0 0,-3 3 1 0 0,27 47-1 0 0,-49-75-90 0 0,-1 0 0 0 0,0 0 0 0 0,-1 0 1 0 0,0 1-1 0 0,-2 0 0 0 0,0 0 0 0 0,0 0 0 0 0,-2 1 1 0 0,0-1-1 0 0,0 26 0 0 0,-3-30-4 0 0,-1 0 0 0 0,0 0 0 0 0,-1 0-1 0 0,0-1 1 0 0,-1 1 0 0 0,-8 17 0 0 0,-38 62-142 0 0,19-40-12 0 0,25-41 152 0 0,0 1 1 0 0,-15 18-1 0 0,20-28-16 0 0,-3 9 2 0 0,3-9 16 0 0,1-1 0 0 0,-1 1 0 0 0,1 0 0 0 0,-1 0 0 0 0,1 0 0 0 0,-1-1 0 0 0,1 1 0 0 0,0 0 0 0 0,-1 0 0 0 0,1 0 0 0 0,0 0 0 0 0,0 0 0 0 0,0 0 0 0 0,0 0-1 0 0,0 0 1 0 0,0-1 0 0 0,0 1 0 0 0,0 0 0 0 0,0 0 0 0 0,1 1 0 0 0,1 2 3 0 0,0-1 0 0 0,0 0 0 0 0,0 0 1 0 0,1 0-1 0 0,0 0 0 0 0,-1 0 0 0 0,1 0 0 0 0,0-1 0 0 0,0 1 0 0 0,1-1 0 0 0,-1 0 0 0 0,0 0 1 0 0,1 0-1 0 0,-1 0 0 0 0,1-1 0 0 0,6 3 0 0 0,-7-3-9 0 0,-1 0-13 0 0,14 0 22 0 0,-12-1 5 0 0,1 0-1 0 0,-1 0 1 0 0,1-1-1 0 0,-1 0 1 0 0,7-1 0 0 0,-3 0-8 0 0,-5 2 22 0 0,-1-3-47 0 0,-2 3 23 0 0,0 0-1 0 0,0 0 0 0 0,0 0 1 0 0,0 0-1 0 0,1-1 0 0 0,-1 1 1 0 0,0 0-1 0 0,0 0 0 0 0,0 0 1 0 0,0 0-1 0 0,0-1 0 0 0,0 1 1 0 0,1 0-1 0 0,-1 0 0 0 0,0 0 1 0 0,0-1-1 0 0,0 1 0 0 0,0 0 1 0 0,0 0-1 0 0,0 0 1 0 0,0-1-1 0 0,0 1 0 0 0,0 0 1 0 0,0 0-1 0 0,0 0 0 0 0,0-1 1 0 0,0 1-1 0 0,0 0 0 0 0,0 0 1 0 0,0 0-1 0 0,0-1 0 0 0,0 1 1 0 0,0 0-1 0 0,0 0 0 0 0,-1 0 1 0 0,1-1-1 0 0,0 1 0 0 0,0 0 1 0 0,0 0-1 0 0,0-1 0 0 0,-9-2-6 0 0,1-1-1 0 0,-1 1 0 0 0,1 0 0 0 0,-1 1 0 0 0,-16-3 0 0 0,-54-3 92 0 0,37 5-19 0 0,-503-68 115 0 0,136 15-114 0 0,373 51-70 0 0,18 4-17 0 0,15 0 57 0 0,7 1-19 0 0,348 25 111 0 0,-255-15-162 0 0,422 53-217 0 0,-511-61 245 0 0,-5-2 5 0 0,-1 0 0 0 0,1 0 1 0 0,0 1-1 0 0,-1-1 0 0 0,0 1 0 0 0,1-1 1 0 0,-1 1-1 0 0,1 0 0 0 0,-1 0 0 0 0,0 0 1 0 0,3 2-1 0 0,-4-2-31 0 0,-168 10 204 0 0,17-5-247 0 0,-292 53 0 0 0,411-53 87 0 0,1 2 0 0 0,-1 1 0 0 0,2 1 0 0 0,-1 1 0 0 0,2 2 0 0 0,-34 20 0 0 0,62-33-10 0 0,-1 0 0 0 0,1 1 0 0 0,-1-1 0 0 0,1 1 0 0 0,-1-1-1 0 0,1 0 1 0 0,-1 1 0 0 0,1-1 0 0 0,0 1 0 0 0,-1-1 0 0 0,1 1 0 0 0,0 0 0 0 0,-1-1 0 0 0,1 1-1 0 0,0-1 1 0 0,0 1 0 0 0,-1 0 0 0 0,1-1 0 0 0,0 1 0 0 0,0-1 0 0 0,0 1 0 0 0,0 0 0 0 0,0-1-1 0 0,0 1 1 0 0,0 0 0 0 0,0-1 0 0 0,0 1 0 0 0,0-1 0 0 0,0 1 0 0 0,1 0 0 0 0,-1-1 0 0 0,0 1-1 0 0,0-1 1 0 0,1 1 0 0 0,-1 0 0 0 0,0-1 0 0 0,1 1 0 0 0,-1-1 0 0 0,0 1 0 0 0,1-1 0 0 0,-1 1-1 0 0,1-1 1 0 0,-1 1 0 0 0,1-1 0 0 0,-1 0 0 0 0,1 1 0 0 0,0-1 0 0 0,2 3 10 0 0,0-1 0 0 0,0 0 0 0 0,0 0 1 0 0,0 0-1 0 0,1 0 0 0 0,5 2 0 0 0,18 3 10 0 0,0-1 0 0 0,1-2 0 0 0,0 0 0 0 0,31-1-1 0 0,112-10 35 0 0,-103 1-30 0 0,128-30 1 0 0,-164 27-17 0 0,-1-1 1 0 0,0-1 0 0 0,-1-1 0 0 0,0-2 0 0 0,-1-1 0 0 0,31-21-1 0 0,-50 28 8 0 0,0 1-1 0 0,0-2 0 0 0,0 1 0 0 0,-1-1 0 0 0,0 0 0 0 0,-1-1 1 0 0,0 0-1 0 0,12-22 0 0 0,-19 31-19 0 0,-1 0 1 0 0,0 0-1 0 0,1 0 1 0 0,-1 0-1 0 0,0 1 1 0 0,0-1-1 0 0,0 0 0 0 0,1 0 1 0 0,-1 0-1 0 0,0 0 1 0 0,-1 0-1 0 0,1 0 1 0 0,0 0-1 0 0,0 0 1 0 0,0 0-1 0 0,0 0 1 0 0,-1 0-1 0 0,1 1 0 0 0,0-1 1 0 0,-1 0-1 0 0,1 0 1 0 0,-1 0-1 0 0,1 0 1 0 0,-1 1-1 0 0,1-1 1 0 0,-1 0-1 0 0,0 1 1 0 0,0-2-1 0 0,-1 1 0 0 0,1 0 0 0 0,0 0 0 0 0,0 0 0 0 0,-1 0 1 0 0,1 1-1 0 0,0-1 0 0 0,-1 0 0 0 0,1 1 0 0 0,-1-1 0 0 0,1 1 0 0 0,-1-1 0 0 0,1 1 0 0 0,-1 0 1 0 0,1 0-1 0 0,-1 0 0 0 0,1-1 0 0 0,-1 2 0 0 0,-2-1 0 0 0,-5 2-6 0 0,0 1 0 0 0,0 0 0 0 0,0 0 0 0 0,1 1 0 0 0,-1 0 0 0 0,1 0 0 0 0,0 1 0 0 0,0 0 0 0 0,-11 10 0 0 0,-10 10-34 0 0,-26 31 0 0 0,22-21 18 0 0,26-29 36 0 0,1 1 0 0 0,0-1 1 0 0,1 1-1 0 0,0 1 0 0 0,0-1 1 0 0,0 1-1 0 0,-5 13 0 0 0,10-20-16 0 0,-1-1-1 0 0,1 1 0 0 0,0-1 1 0 0,0 1-1 0 0,0 0 0 0 0,0-1 1 0 0,0 1-1 0 0,0 0 0 0 0,-1-1 1 0 0,2 1-1 0 0,-1-1 0 0 0,0 1 1 0 0,0 0-1 0 0,0-1 0 0 0,0 1 1 0 0,0 0-1 0 0,0-1 0 0 0,1 1 1 0 0,-1-1-1 0 0,0 1 0 0 0,0-1 1 0 0,1 1-1 0 0,-1-1 0 0 0,0 1 1 0 0,1-1-1 0 0,0 2 0 0 0,17 6-477 0 0,18-5-517 0 0,-35-3 964 0 0,12 0-461 0 0,0-1-1 0 0,0-1 1 0 0,0 0 0 0 0,0-1 0 0 0,0-1 0 0 0,-1 0 0 0 0,20-8-1 0 0,-8 0 194 0 0,-1-1 1 0 0,36-25-1 0 0,35-36 849 0 0,-64 48-32 0 0,0 2 0 0 0,2 1 0 0 0,1 2 0 0 0,54-28 0 0 0,-53 36-30 0 0,0 1 0 0 0,62-12 0 0 0,-33 14-317 0 0,-60 10-150 0 0,4 2-10 0 0,13-1 47 0 0,-19-1-55 0 0,-1 0 0 0 0,1 0 0 0 0,-1 0 1 0 0,1 0-1 0 0,-1 0 0 0 0,1 0 0 0 0,-1 0 0 0 0,1 1 0 0 0,-1-1 0 0 0,1 0 0 0 0,-1 0 1 0 0,0 1-1 0 0,1-1 0 0 0,-1 0 0 0 0,1 1 0 0 0,-1-1 0 0 0,0 0 0 0 0,1 1 0 0 0,-1-1 0 0 0,0 0 1 0 0,1 1-1 0 0,-1-1 0 0 0,0 1 0 0 0,0-1 0 0 0,1 1 0 0 0,-1-1 0 0 0,0 1 0 0 0,0-1 1 0 0,0 1-1 0 0,0-1 0 0 0,1 1 0 0 0,-1-1 0 0 0,0 1 0 0 0,0-1 0 0 0,0 1 0 0 0,0-1 1 0 0,0 1-1 0 0,0-1 0 0 0,-1 1 0 0 0,1-1 0 0 0,0 1 0 0 0,0-1 0 0 0,0 1 0 0 0,0-1 1 0 0,0 0-1 0 0,-1 2 0 0 0,-10 16 15 0 0,-12 10-60 0 0,-2-2 1 0 0,-1-1 0 0 0,-41 32-1 0 0,44-40 25 0 0,11-8 40 0 0,0 0-1 0 0,0-1 1 0 0,-1 0-1 0 0,0-1 1 0 0,-15 6-1 0 0,26-12 32 0 0,1-1-47 0 0,1 0 0 0 0,-1 1-1 0 0,1-1 1 0 0,0 0 0 0 0,-1 0-1 0 0,1 0 1 0 0,-1 1 0 0 0,1-1-1 0 0,-1 0 1 0 0,1 0 0 0 0,-1 0-1 0 0,1 0 1 0 0,-1 0 0 0 0,1 0 0 0 0,-1 0-1 0 0,1 0 1 0 0,-1 0 0 0 0,1-1-1 0 0,-1 1 1 0 0,1 0 0 0 0,-1 0-1 0 0,1 0 1 0 0,-1 0 0 0 0,1-1-1 0 0,-1 1 1 0 0,1 0 0 0 0,-1-1-1 0 0,1 1 1 0 0,0 0 0 0 0,-1-1-1 0 0,1 1 1 0 0,0 0 0 0 0,-1-1-1 0 0,1 1 1 0 0,0-1 0 0 0,-1 1-1 0 0,1 0 1 0 0,0-1 0 0 0,-1 0-1 0 0,1 0 4 0 0,0 1 0 0 0,-1 0 0 0 0,1-1-1 0 0,-1 1 1 0 0,1-1 0 0 0,-1 1 0 0 0,1-1-1 0 0,0 0 1 0 0,0 1 0 0 0,-1-1 0 0 0,1 1-1 0 0,0-1 1 0 0,0 1 0 0 0,-1-1-1 0 0,1 0 1 0 0,0 1 0 0 0,0-1 0 0 0,0 0-1 0 0,0 1 1 0 0,0-1 0 0 0,0 0 0 0 0,0 1-1 0 0,0-2 1 0 0,1 0 2 0 0,-1-1 0 0 0,0 0-1 0 0,0 1 1 0 0,1-1 0 0 0,-1 1-1 0 0,1-1 1 0 0,0 1 0 0 0,2-5 0 0 0,19-9-4 0 0,-20 15-23 0 0,8 8-97 0 0,-9-4 117 0 0,0 1-1 0 0,0-1 1 0 0,0 1 0 0 0,-1-1 0 0 0,1 1 0 0 0,-1 0 0 0 0,0-1 0 0 0,0 1 0 0 0,-1 0-1 0 0,1-1 1 0 0,0 1 0 0 0,-1-1 0 0 0,0 1 0 0 0,-1 3 0 0 0,-23 57 130 0 0,17-45-132 0 0,-49 108 274 0 0,27-63-91 0 0,-31 96-1 0 0,28-28-104 0 0,14-53-48 0 0,9-26 2578 0 0,9-55-2584 0 0,0-1 0 0 0,1 1-1 0 0,0-1 1 0 0,-1 0 0 0 0,1 0 0 0 0,0 1 0 0 0,0-1 0 0 0,1 0 0 0 0,-1 1 0 0 0,1-5 0 0 0,0 2 14 0 0,20-140 68 0 0,-2 26-245 0 0,-18 106 123 0 0,25-161-76 0 0,-24 161 55 0 0,-2 12 26 0 0,0-1-1 0 0,1 0 1 0 0,-1 1-1 0 0,0-1 0 0 0,1 0 1 0 0,-1 1-1 0 0,1-1 1 0 0,-1 0-1 0 0,1 1 1 0 0,0-1-1 0 0,0 1 0 0 0,0-1 1 0 0,-1 1-1 0 0,1-1 1 0 0,1 1-1 0 0,-1 0 1 0 0,2-2-1 0 0,-3 3 10 0 0,1 0 0 0 0,-1 0 0 0 0,1 0 1 0 0,-1 0-1 0 0,1 0 0 0 0,-1 0 0 0 0,0 1 0 0 0,1-1 0 0 0,-1 0 1 0 0,1 0-1 0 0,-1 1 0 0 0,1-1 0 0 0,-1 0 0 0 0,0 0 0 0 0,1 1 0 0 0,-1-1 1 0 0,0 1-1 0 0,1-1 0 0 0,-1 0 0 0 0,0 1 0 0 0,0-1 0 0 0,1 0 0 0 0,-1 1 1 0 0,0-1-1 0 0,0 1 0 0 0,0-1 0 0 0,1 1 0 0 0,-1-1 0 0 0,0 1 1 0 0,0-1-1 0 0,0 1 0 0 0,6 18-30 0 0,-3-5 57 0 0,-1 1 0 0 0,-1 0 0 0 0,0-1 0 0 0,-3 26 0 0 0,-10 59 146 0 0,10-92-165 0 0,-56 265 333 0 0,23-122-350 0 0,7-40 1744 0 0,30-179-1278 0 0,3 20-601 0 0,20-83 1 0 0,25-47-804 0 0,-8 35 545 0 0,-37 121 348 0 0,11-37-117 0 0,32-83 0 0 0,-36 120 103 0 0,-11 22 64 0 0,-1 1 0 0 0,1-1 1 0 0,-1 0-1 0 0,1 1 0 0 0,0-1 0 0 0,-1 1 1 0 0,1-1-1 0 0,-1 1 0 0 0,1-1 0 0 0,0 1 1 0 0,0-1-1 0 0,-1 1 0 0 0,1 0 0 0 0,0-1 0 0 0,0 1 1 0 0,-1 0-1 0 0,1 0 0 0 0,0-1 0 0 0,0 1 1 0 0,0 0-1 0 0,0 0 0 0 0,-1 0 0 0 0,1 0 1 0 0,0 0-1 0 0,0 0 0 0 0,1 1 0 0 0,-1-1 3 0 0,1 1-1 0 0,-1 0 0 0 0,0 0 1 0 0,0 0-1 0 0,0 0 0 0 0,0 0 1 0 0,0 0-1 0 0,-1 0 0 0 0,1 0 1 0 0,0 0-1 0 0,0 0 0 0 0,-1 0 0 0 0,1 0 1 0 0,0 1-1 0 0,-1-1 0 0 0,1 0 1 0 0,-1 1-1 0 0,0-1 0 0 0,1 0 1 0 0,-1 3-1 0 0,4 28-43 0 0,-4-30 41 0 0,1 53 57 0 0,-3 0-1 0 0,-2 0 1 0 0,-22 106 0 0 0,-8-22 67 0 0,31-128-53 0 0,0 5 26 0 0,3-16-86 0 0,0 0 0 0 0,0 0-1 0 0,0 0 1 0 0,0 0 0 0 0,0 0 0 0 0,0 0-1 0 0,0 0 1 0 0,0 0 0 0 0,0 0-1 0 0,1 0 1 0 0,-1 0 0 0 0,0-1 0 0 0,0 1-1 0 0,0 0 1 0 0,0 0 0 0 0,0 0 0 0 0,0 0-1 0 0,0 0 1 0 0,0 0 0 0 0,1 0-1 0 0,-1 0 1 0 0,0 0 0 0 0,0 0 0 0 0,0 0-1 0 0,0 0 1 0 0,0 0 0 0 0,0 0 0 0 0,0 1-1 0 0,1-1 1 0 0,-1 0 0 0 0,0 0-1 0 0,0 0 1 0 0,0 0 0 0 0,0 0 0 0 0,0 0-1 0 0,0 0 1 0 0,0 0 0 0 0,0 0-1 0 0,0 0 1 0 0,1 0 0 0 0,-1 0 0 0 0,0 0-1 0 0,0 1 1 0 0,0-1 0 0 0,0 0 0 0 0,0 0-1 0 0,0 0 1 0 0,0 0 0 0 0,0 0-1 0 0,0 0 1 0 0,0 0 0 0 0,0 0 0 0 0,0 1-1 0 0,0-1 1 0 0,0 0 0 0 0,3-5 1 0 0,0 0 1 0 0,0 1-1 0 0,0-2 1 0 0,-1 1-1 0 0,0 0 1 0 0,0 0-1 0 0,2-10 0 0 0,0 2-9 0 0,6-19 1 0 0,14-42-74 0 0,42-87 1 0 0,-55 145-40 0 0,-7 15 50 0 0,-1 8 56 0 0,-3-1 11 0 0,0-1 1 0 0,0 1-1 0 0,-1-1 0 0 0,0 1 0 0 0,0-1 0 0 0,-1 0 0 0 0,1 1 0 0 0,-1-1 0 0 0,-4 9 0 0 0,-4 11 1 0 0,-17 52 523 0 0,-70 140-1 0 0,73-168-471 0 0,-19 38 45 0 0,5 2 1 0 0,-45 151-1 0 0,79-229-52 0 0,-1 7 371 0 0,5-18-393 0 0,0 0-1 0 0,0 0 0 0 0,0-1 0 0 0,0 1 1 0 0,0 0-1 0 0,0 0 0 0 0,1 0 0 0 0,-1 0 1 0 0,0 0-1 0 0,0 0 0 0 0,0-1 0 0 0,0 1 1 0 0,0 0-1 0 0,1 0 0 0 0,-1 0 0 0 0,0 0 1 0 0,0 0-1 0 0,0 0 0 0 0,0 0 0 0 0,0 0 1 0 0,1 0-1 0 0,-1 0 0 0 0,0 0 0 0 0,0 0 0 0 0,0 0 1 0 0,0 0-1 0 0,1 0 0 0 0,-1 0 0 0 0,0 0 1 0 0,0 0-1 0 0,0 0 0 0 0,0 0 0 0 0,1 0 1 0 0,-1 0-1 0 0,0 0 0 0 0,0 0 0 0 0,0 0 1 0 0,0 0-1 0 0,0 1 0 0 0,1-1 0 0 0,-1 0 1 0 0,0 0-1 0 0,0 0 0 0 0,0 0 0 0 0,0 0 1 0 0,0 0-1 0 0,0 0 0 0 0,0 1 0 0 0,0-1 1 0 0,1 0-1 0 0,-1 0 0 0 0,0 0 0 0 0,0 0 1 0 0,0 0-1 0 0,0 1 0 0 0,0-1 0 0 0,0 0 1 0 0,0 0-1 0 0,0 0 0 0 0,0 0 0 0 0,0 1 0 0 0,0-1 1 0 0,0 0-1 0 0,0 0 0 0 0,0 0 0 0 0,0 0 1 0 0,0 1-1 0 0,0-1 0 0 0,0 0 0 0 0,1-1 29 0 0,0 1-43 0 0,0-1 0 0 0,0 0 0 0 0,0 0 0 0 0,0 0 1 0 0,0 0-1 0 0,0 0 0 0 0,0 0 0 0 0,0 0 0 0 0,-1 0 0 0 0,1 0 0 0 0,0 0 0 0 0,-1 0 0 0 0,1-1 0 0 0,0-1 0 0 0,4-7 36 0 0,1 3-16 0 0,1-2-240 0 0,-7 8 207 0 0,-1 1 0 0 0,1 0 0 0 0,0 0 1 0 0,-1-1-1 0 0,1 1 0 0 0,-1 0 0 0 0,1 0 0 0 0,0 0 1 0 0,-1 0-1 0 0,1-1 0 0 0,-1 1 0 0 0,1 0 0 0 0,-1 0 0 0 0,1 0 1 0 0,0 0-1 0 0,-1 0 0 0 0,1 0 0 0 0,-1 0 0 0 0,1 0 0 0 0,-1 0 1 0 0,1 0-1 0 0,0 0 0 0 0,-1 1 0 0 0,1-1 0 0 0,-1 0 0 0 0,1 0 1 0 0,0 0-1 0 0,-1 0 0 0 0,0 1 0 0 0,-26 4 10 0 0,-1-1 0 0 0,0-2-1 0 0,-41-1 1 0 0,-88-12 9 0 0,118 8-4 0 0,-389-40-7 0 0,401 40-10 0 0,42 6-4 0 0,44 4 14 0 0,241 18-14 0 0,-200-12-1 0 0,98 26 1 0 0,-119-13-62 0 0,-78-26 70 0 0,0 1 0 0 0,-1-1 0 0 0,1 0-1 0 0,-1 0 1 0 0,1 0 0 0 0,0 0 0 0 0,-1 0 0 0 0,1 1 0 0 0,-1-1-1 0 0,1 0 1 0 0,-1 1 0 0 0,1-1 0 0 0,-1 0 0 0 0,1 1 0 0 0,-1-1-1 0 0,1 1 1 0 0,-1-1 0 0 0,1 0 0 0 0,-1 1 0 0 0,0-1 0 0 0,1 1-1 0 0,-1-1 1 0 0,0 1 0 0 0,1 0 0 0 0,-1-1 0 0 0,0 1 0 0 0,0-1-1 0 0,1 1 1 0 0,-1 0 0 0 0,0-1 0 0 0,0 1 0 0 0,0-1 0 0 0,0 1-1 0 0,0 0 1 0 0,0-1 0 0 0,0 1 0 0 0,0 0 0 0 0,0-1 0 0 0,0 1-1 0 0,0-1 1 0 0,-1 1 0 0 0,1 0 0 0 0,0-1 0 0 0,0 1 0 0 0,0-1-1 0 0,-1 1 1 0 0,1-1 0 0 0,0 1 0 0 0,-1-1 0 0 0,1 1 0 0 0,-1-1-1 0 0,1 1 1 0 0,-3 2 0 0 0,1-1-1 0 0,0 0 1 0 0,0 0 0 0 0,-1-1-1 0 0,1 1 1 0 0,-1 0-1 0 0,-4 2 1 0 0,-16 2-25 0 0,-1 0 0 0 0,1-1 0 0 0,-1-1 1 0 0,-42 1-1 0 0,4 0 1 0 0,32-3 23 0 0,-10 2 2 0 0,36-3 8 0 0,-13 0-72 0 0,15 2 19 0 0,7 2 30 0 0,0-4 12 0 0,-1 0 0 0 0,0 0 0 0 0,0-1 1 0 0,0 0-1 0 0,0 1 0 0 0,1-1 1 0 0,-1-1-1 0 0,0 1 0 0 0,5-1 0 0 0,-3 0 1 0 0,84 0-1 0 0,90-12 0 0 0,-150 11-10 0 0,-27 2 6 0 0,15-2-91 0 0,-17 3 96 0 0,1-1 2 0 0,-1 0 0 0 0,0 0 0 0 0,0 0 0 0 0,0 0 0 0 0,0 0 0 0 0,0 0 0 0 0,1 0 0 0 0,-1 0 0 0 0,0 0 0 0 0,0 0 0 0 0,0-1 0 0 0,0 1 0 0 0,0-1 0 0 0,0 1 0 0 0,0-1 0 0 0,0 1 0 0 0,0-1 0 0 0,0 1 0 0 0,0-1 0 0 0,0 0 0 0 0,0 1 0 0 0,0-1 0 0 0,0 0 0 0 0,-1 0 0 0 0,1 0 0 0 0,0 0 0 0 0,-1 0 0 0 0,1 0 0 0 0,0 0 0 0 0,0-1 0 0 0,2-3-21 0 0,0 0 0 0 0,-1 0-1 0 0,1 0 1 0 0,-1 0 0 0 0,0-1 0 0 0,0 1-1 0 0,-1-1 1 0 0,0 1 0 0 0,0-1-1 0 0,0 0 1 0 0,-1 1 0 0 0,1-1 0 0 0,-1 0-1 0 0,-1 0 1 0 0,1 1 0 0 0,-2-7-1 0 0,0 4-9 0 0,0 1 1 0 0,0-1-1 0 0,-1 1 0 0 0,0-1 0 0 0,0 1 0 0 0,-1 0 0 0 0,0 1 1 0 0,0-1-1 0 0,-1 1 0 0 0,0 0 0 0 0,-8-10 0 0 0,-167-136 12 0 0,104 91 49 0 0,18 16-15 0 0,-43-38 22 0 0,85 68-42 0 0,1-1-1 0 0,0 0 1 0 0,-23-34-1 0 0,35 47 3 0 0,1-1 1 0 0,0 1-1 0 0,0-1 0 0 0,1 1 1 0 0,-1-1-1 0 0,1 1 1 0 0,0-1-1 0 0,0 0 0 0 0,0 0 1 0 0,0 0-1 0 0,1 1 0 0 0,-1-1 1 0 0,1 0-1 0 0,0 0 0 0 0,0 0 1 0 0,1 0-1 0 0,-1 0 0 0 0,1 0 1 0 0,0 0-1 0 0,1-4 1 0 0,0 4-1 0 0,1-1 1 0 0,-1 1 0 0 0,1 0-1 0 0,-1 0 1 0 0,1 0 0 0 0,1 0 0 0 0,-1 0-1 0 0,0 1 1 0 0,1-1 0 0 0,0 1-1 0 0,0 0 1 0 0,0 0 0 0 0,0 0 0 0 0,0 1-1 0 0,8-4 1 0 0,5-1-17 0 0,2 0 0 0 0,-1 1 0 0 0,0 1 0 0 0,1 0 0 0 0,0 2-1 0 0,0 0 1 0 0,37 0 0 0 0,-32 3 4 0 0,1 1-1 0 0,-1 2 1 0 0,-1 0-1 0 0,1 2 1 0 0,44 14-1 0 0,-64-18 9 0 0,0 0 0 0 0,0 1 0 0 0,0-1-1 0 0,0 1 1 0 0,0 0 0 0 0,-1 0 0 0 0,1 1 0 0 0,-1-1 0 0 0,0 1 0 0 0,1-1 0 0 0,-1 1-1 0 0,3 4 1 0 0,-6-7 7 0 0,0 0-1 0 0,1 1 0 0 0,-1-1 0 0 0,0 1 1 0 0,1-1-1 0 0,-1 1 0 0 0,0-1 1 0 0,0 1-1 0 0,0 0 0 0 0,1-1 1 0 0,-1 1-1 0 0,0-1 0 0 0,0 1 1 0 0,0-1-1 0 0,0 1 0 0 0,0 0 0 0 0,0-1 1 0 0,0 1-1 0 0,0-1 0 0 0,0 1 1 0 0,0-1-1 0 0,-1 1 0 0 0,1 0 1 0 0,-1 2 0 0 0,-1-1 0 0 0,1 1 1 0 0,-1-1-1 0 0,1 0 0 0 0,-1 1 0 0 0,0-1 1 0 0,0 0-1 0 0,0 0 0 0 0,0 0 1 0 0,0 0-1 0 0,-1-1 0 0 0,1 1 1 0 0,0-1-1 0 0,-1 1 0 0 0,1-1 0 0 0,-1 0 1 0 0,0 0-1 0 0,1 0 0 0 0,-1 0 1 0 0,-3 1-1 0 0,-6 2 18 0 0,-20 9-13 0 0,0-2 1 0 0,-1-1-1 0 0,-36 6 0 0 0,34-8-25 0 0,0 1-1 0 0,-57 23 0 0 0,90-31 23 0 0,1-1 0 0 0,0 1-1 0 0,-1 0 1 0 0,1 0 0 0 0,-1 0 0 0 0,1 0 0 0 0,0 0 0 0 0,0 0-1 0 0,0 0 1 0 0,0 0 0 0 0,0 1 0 0 0,-2 1 0 0 0,4 5 17 0 0,12-3-7 0 0,28-4-2 0 0,-1-1-1 0 0,63-8 0 0 0,-2-1-43 0 0,-81 7 6 0 0,-15 1 16 0 0,0 0 0 0 0,0 0 0 0 0,0 1-1 0 0,0 0 1 0 0,0 0 0 0 0,1 0 0 0 0,-1 0-1 0 0,7 3 1 0 0,-11-3 12 0 0,-1 0 0 0 0,0 0 0 0 0,1 0 0 0 0,-1 0 0 0 0,0 0 0 0 0,1 0 0 0 0,-1 0 0 0 0,0 0 0 0 0,0 1 0 0 0,1-1 0 0 0,-1 0 0 0 0,0 0 0 0 0,0 0 0 0 0,1 0 0 0 0,-1 1 0 0 0,0-1 0 0 0,0 0 0 0 0,1 0 0 0 0,-1 1 0 0 0,0-1 0 0 0,0 0 0 0 0,0 0 0 0 0,0 1 0 0 0,1-1 0 0 0,-1 0 0 0 0,0 1 0 0 0,0-1 0 0 0,0 0 0 0 0,0 1 0 0 0,0-1 0 0 0,0 0 0 0 0,0 1 0 0 0,0-1 0 0 0,0 0 0 0 0,0 0 0 0 0,0 1 0 0 0,0-1 0 0 0,0 0 0 0 0,0 1 0 0 0,0-1 0 0 0,0 0 0 0 0,0 1 0 0 0,-1-1 0 0 0,1 0 0 0 0,0 1 0 0 0,0-1 0 0 0,0 0 0 0 0,0 0 0 0 0,-1 1 0 0 0,1-1 0 0 0,0 0 0 0 0,0 0 0 0 0,-1 1 0 0 0,-11 7 1 0 0,12-8-1 0 0,-22 11-77 0 0,-1-1 0 0 0,0-1 0 0 0,-1-1 0 0 0,-37 7 0 0 0,-103 8-712 0 0,30-15-1034 0 0,-224-14-1 0 0,33-30-4123 0 0,225 20 1830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1.87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505 550 540 0 0,'-45'-16'3746'0'0,"-12"-5"-156"0"0,34 14-2217 0 0,19 6-1236 0 0,0 0 1 0 0,1 0-1 0 0,-1 0 1 0 0,1 0 0 0 0,0-1-1 0 0,-1 1 1 0 0,1-1-1 0 0,0 0 1 0 0,-4-3-1 0 0,6 4-116 0 0,-1 0-1 0 0,1 0 1 0 0,0 0-1 0 0,0-1 1 0 0,0 1-1 0 0,0 0 1 0 0,1 0-1 0 0,-1-1 1 0 0,0 1-1 0 0,1-1 1 0 0,-1 1-1 0 0,0-1 0 0 0,1 1 1 0 0,0-1-1 0 0,-1 1 1 0 0,1-1-1 0 0,0-2 1 0 0,0 0-6 0 0,0 0 1 0 0,0 0-1 0 0,1 0 0 0 0,-1-1 1 0 0,1 1-1 0 0,2-6 1 0 0,3-6-22 0 0,1 1 1 0 0,12-22 0 0 0,-16 31 23 0 0,117-178-207 0 0,-61 99 163 0 0,-34 51-70 0 0,-25 33 119 0 0,-1 2-28 0 0,-80 77 240 0 0,18-16-114 0 0,-8-1 417 0 0,-3-2 0 0 0,-132 78-1 0 0,199-133-351 0 0,0 0 0 0 0,0 0 0 0 0,-1-1 0 0 0,1 0 0 0 0,-1 0 0 0 0,1-1 0 0 0,-10 2 0 0 0,17-3-180 0 0,-1-1 1 0 0,1 0-1 0 0,0 0 1 0 0,0 0-1 0 0,-1 0 1 0 0,1 0-1 0 0,0 0 1 0 0,-1 0-1 0 0,1 0 1 0 0,0 0-1 0 0,-1 0 1 0 0,1-1-1 0 0,0 1 1 0 0,0 0-1 0 0,-1 0 1 0 0,1 0-1 0 0,0 0 1 0 0,0 0-1 0 0,-1 0 1 0 0,1-1-1 0 0,0 1 1 0 0,0 0-1 0 0,-1 0 1 0 0,1 0-1 0 0,0-1 1 0 0,0 1 0 0 0,0 0-1 0 0,-1 0 1 0 0,1-1-1 0 0,0 1 1 0 0,0 0-1 0 0,0 0 1 0 0,0-1-1 0 0,0 1 1 0 0,-1 0-1 0 0,1-1 1 0 0,0 1-1 0 0,0 0 1 0 0,0 0-1 0 0,0-1 1 0 0,0 1-1 0 0,0 0 1 0 0,0-1-1 0 0,2-10 52 0 0,2 5-42 0 0,-1-1 0 0 0,1 1-1 0 0,1 0 1 0 0,-1 0-1 0 0,1 1 1 0 0,0-1-1 0 0,9-7 1 0 0,45-33-34 0 0,-36 28 17 0 0,113-76-26 0 0,18-14 16 0 0,-150 105 2 0 0,-1 0-1 0 0,1 0 1 0 0,-1 0-1 0 0,0 0 1 0 0,0 0-1 0 0,0-1 1 0 0,0 1 0 0 0,0-1-1 0 0,-1 0 1 0 0,1 0-1 0 0,-1 0 1 0 0,0 0-1 0 0,2-6 1 0 0,-4 9 8 0 0,-1 0 0 0 0,1 0 1 0 0,0 1-1 0 0,-1-1 0 0 0,1 1 1 0 0,-1-1-1 0 0,1 0 1 0 0,-1 1-1 0 0,1-1 0 0 0,-1 1 1 0 0,1-1-1 0 0,-1 1 0 0 0,1-1 1 0 0,-1 1-1 0 0,1-1 0 0 0,-1 1 1 0 0,0-1-1 0 0,1 1 0 0 0,-1 0 1 0 0,0-1-1 0 0,0 1 1 0 0,1 0-1 0 0,-1 0 0 0 0,0 0 1 0 0,0 0-1 0 0,1-1 0 0 0,-1 1 1 0 0,0 0-1 0 0,0 0 0 0 0,-1 1 1 0 0,-25-3-2 0 0,-46 6 27 0 0,0 3 1 0 0,-76 19 0 0 0,38-7 23 0 0,107-18-32 0 0,6-3-21 0 0,-1 1 0 0 0,1-1 0 0 0,0 1 0 0 0,-1 0 0 0 0,1 0 0 0 0,0 0 0 0 0,0 0 0 0 0,0 0 0 0 0,0 0 0 0 0,0 0 1 0 0,0 1-1 0 0,0-1 0 0 0,3 1 0 0 0,514-93-91 0 0,-474 88 128 0 0,72-5-53 0 0,-114 10-2 0 0,-5 1 2 0 0,1 0 18 0 0,-1 1 1 0 0,0-1-1 0 0,0 0 1 0 0,0 0-1 0 0,0 0 0 0 0,0 0 1 0 0,0 0-1 0 0,0 0 0 0 0,0-1 1 0 0,0 1-1 0 0,-3 0 1 0 0,4-1 0 0 0,-30 7-6 0 0,-58 5-1 0 0,27-5 1 0 0,17-1 11 0 0,-66 12-29 0 0,94-14 34 0 0,1 0-1 0 0,-1 2 1 0 0,1 0-1 0 0,-23 12 1 0 0,37-17-7 0 0,-1 0 1 0 0,1 1-1 0 0,0-1 0 0 0,0 1 1 0 0,-1 0-1 0 0,1 0 1 0 0,0-1-1 0 0,1 1 1 0 0,-1 1-1 0 0,0-1 1 0 0,0 0-1 0 0,1 0 0 0 0,0 0 1 0 0,-1 1-1 0 0,1-1 1 0 0,0 1-1 0 0,-1 3 1 0 0,1-4-1 0 0,1 0 0 0 0,0 0 0 0 0,0 0 0 0 0,0 0 0 0 0,1 0 0 0 0,-1 0 0 0 0,0 0 0 0 0,1-1 0 0 0,-1 1 0 0 0,1 0 0 0 0,-1 0 0 0 0,1 0 0 0 0,0-1 0 0 0,0 1 0 0 0,0 0 0 0 0,0-1 0 0 0,0 1 0 0 0,0-1 0 0 0,1 1 0 0 0,-1-1 0 0 0,0 1 0 0 0,1-1 0 0 0,-1 0 0 0 0,1 0 0 0 0,2 2 0 0 0,8 5 4 0 0,1-1-1 0 0,-1 0 1 0 0,2-1 0 0 0,-1 0-1 0 0,28 7 1 0 0,76 12 8 0 0,-78-18-8 0 0,15 3-11 0 0,82 17 23 0 0,-112-20-22 0 0,0 0 0 0 0,0 2 1 0 0,31 15-1 0 0,-53-23 4 0 0,0 0 0 0 0,0 0 0 0 0,0 0 1 0 0,-1 0-1 0 0,1 0 0 0 0,0 1 0 0 0,-1-1 0 0 0,1 0 1 0 0,-1 1-1 0 0,1-1 0 0 0,-1 1 0 0 0,0 0 1 0 0,0-1-1 0 0,0 1 0 0 0,0 0 0 0 0,0 0 0 0 0,0 0 1 0 0,0 0-1 0 0,0 0 0 0 0,0 3 0 0 0,-1-2 1 0 0,0 0-1 0 0,0 0 1 0 0,0 0-1 0 0,-1 0 1 0 0,1 0-1 0 0,-1 0 0 0 0,0 0 1 0 0,0 0-1 0 0,0-1 1 0 0,0 1-1 0 0,0 0 1 0 0,-3 4-1 0 0,-5 6-2 0 0,0-1 1 0 0,0-1-1 0 0,-1 0 0 0 0,-16 15 0 0 0,25-26 2 0 0,-53 47-44 0 0,-3-2 0 0 0,-94 58 0 0 0,-136 58-42 0 0,268-151 85 0 0,-16 8 3 0 0,11-6 6 0 0,-45 29 0 0 0,69-41-6 0 0,0 0-1 0 0,-1 0 0 0 0,1 1 0 0 0,0-1 1 0 0,0 0-1 0 0,-1 0 0 0 0,1 0 1 0 0,0 1-1 0 0,-1-1 0 0 0,1 0 1 0 0,0 0-1 0 0,0 1 0 0 0,-1-1 0 0 0,1 0 1 0 0,0 1-1 0 0,0-1 0 0 0,0 0 1 0 0,-1 1-1 0 0,1-1 0 0 0,0 0 0 0 0,0 1 1 0 0,0-1-1 0 0,0 0 0 0 0,0 1 1 0 0,0-1-1 0 0,0 0 0 0 0,0 1 0 0 0,0-1 1 0 0,0 0-1 0 0,0 1 0 0 0,0-1 1 0 0,0 1-1 0 0,0-1 0 0 0,12 6 11 0 0,17-2-10 0 0,256-18 362 0 0,1 0-76 0 0,-283 14-284 0 0,173 5 141 0 0,-172-5-131 0 0,-5 2-15 0 0,0-1-1 0 0,1 1 1 0 0,-1-1-1 0 0,0 0 1 0 0,0 1-1 0 0,0-1 1 0 0,0 0-1 0 0,0 0 1 0 0,0 0-1 0 0,-1 0 1 0 0,1 0-1 0 0,0 0 1 0 0,0 0-1 0 0,-1 0 1 0 0,1-1-1 0 0,-1 1 1 0 0,1 0-1 0 0,0-1 1 0 0,-1 1-1 0 0,1-1 1 0 0,-1 0 0 0 0,-3 1-1 0 0,-46 10-14 0 0,42-9 9 0 0,-138 25-18 0 0,-276 56 14 0 0,382-71 43 0 0,38-10 20 0 0,6-2-63 0 0,19 2 8 0 0,-1-1 1 0 0,1-2-1 0 0,34-3 0 0 0,6-1 0 0 0,246 15-17 0 0,-308-10 20 0 0,1 0 0 0 0,-1 0-1 0 0,1-1 1 0 0,-1 1 0 0 0,1 1 0 0 0,-1-1 0 0 0,1 0-1 0 0,-1 0 1 0 0,1 0 0 0 0,-1 0 0 0 0,1 0 0 0 0,-1 0-1 0 0,1 0 1 0 0,-1 1 0 0 0,0-1 0 0 0,1 0 0 0 0,-1 0-1 0 0,1 1 1 0 0,-1-1 0 0 0,0 0 0 0 0,1 1 0 0 0,-1-1-1 0 0,0 0 1 0 0,1 1 0 0 0,-1-1 0 0 0,0 1 0 0 0,1-1-1 0 0,-1 0 1 0 0,0 1 0 0 0,0 0 0 0 0,-6 11-14 0 0,-20 8-9 0 0,-162 89 21 0 0,57-35 62 0 0,111-60 4 0 0,19-14-62 0 0,1 1 0 0 0,-1-1 1 0 0,1 1-1 0 0,-1-1 0 0 0,1 1 1 0 0,-1-1-1 0 0,1 1 0 0 0,-1 0 1 0 0,1-1-1 0 0,0 1 0 0 0,0 0 1 0 0,-1-1-1 0 0,1 1 0 0 0,0 0 1 0 0,0-1-1 0 0,-1 1 0 0 0,1 0 1 0 0,0-1-1 0 0,0 1 0 0 0,0 0 1 0 0,0-1-1 0 0,0 1 0 0 0,1 1 1 0 0,1 0-1 0 0,1-1 1 0 0,0 0 0 0 0,1 0 0 0 0,-1 0-1 0 0,0 0 1 0 0,0-1 0 0 0,0 1 0 0 0,1-1-1 0 0,4 1 1 0 0,151 11 12 0 0,-139-11-20 0 0,-18-2 4 0 0,0 1 0 0 0,0 0-1 0 0,0 0 1 0 0,0 0 0 0 0,0 0-1 0 0,0 0 1 0 0,0 0 0 0 0,0 0-1 0 0,0 1 1 0 0,0-1 0 0 0,0 1 0 0 0,0-1-1 0 0,0 1 1 0 0,0 0 0 0 0,0 0-1 0 0,-1 0 1 0 0,1 0 0 0 0,0 0-1 0 0,-1 0 1 0 0,3 2 0 0 0,-7 0 1 0 0,0-1 1 0 0,0 0 0 0 0,-1 0 0 0 0,1 0-1 0 0,0-1 1 0 0,-1 1 0 0 0,1-1 0 0 0,-6 1-1 0 0,-60 17-6 0 0,-99 14 0 0 0,158-33 13 0 0,6 1-4 0 0,0-1 0 0 0,0 1 0 0 0,0 0 0 0 0,0 0 0 0 0,0 0 0 0 0,1 0 0 0 0,-8 4 0 0 0,9-4 35 0 0,5-1-30 0 0,77-2-4 0 0,-77 2 1 0 0,0 0-2 0 0,-2 0-2 0 0,24-1 8 0 0,-23 1-6 0 0,-6-1-1 0 0,-24-1 2 0 0,-111-9 25 0 0,84 6 33 0 0,52 5-61 0 0,-8-9 19 0 0,15 5-23 0 0,0 1 1 0 0,0-1-1 0 0,1 1 1 0 0,-1 0-1 0 0,1 0 1 0 0,-1 0-1 0 0,11-3 1 0 0,43-16-31 0 0,-38 15 24 0 0,181-63-85 0 0,-188 64-139 0 0,-47 6-2947 0 0,-33 9-3245 0 0,48-9 3228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5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38 118 1176 0 0,'0'0'5473'0'0,"-5"-9"-2964"0"0,5-8-1504 0 0,0 15-516 0 0,2-10 369 0 0,0-26 977 0 0,-2 37-1397 0 0,0-19 59 0 0,-3 25-502 0 0,0 0 1 0 0,1 0-1 0 0,0 1 1 0 0,-1-1-1 0 0,1 0 0 0 0,-1 10 1 0 0,-6 12 92 0 0,4-10-9 0 0,5-14 31 0 0,1-15-87 0 0,2-9-49 0 0,1 0 0 0 0,12-35 1 0 0,-15 55-7 0 0,-2 1-107 0 0,0 0 116 0 0,1 0 0 0 0,-1 1 0 0 0,1-1 0 0 0,-1 0 0 0 0,0 1 1 0 0,1-1-1 0 0,-1 0 0 0 0,0 1 0 0 0,1-1 0 0 0,-1 1 0 0 0,1-1 0 0 0,-1 1 1 0 0,1-1-1 0 0,-1 1 0 0 0,1-1 0 0 0,0 1 0 0 0,-1 0 0 0 0,1-1 0 0 0,0 1 1 0 0,-1 0-1 0 0,1-1 0 0 0,0 2 0 0 0,-6 18-980 0 0,5-17 797 0 0,-8 34-5657 0 0,8-27 1565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6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0 104 520 0 0,'0'0'1427'0'0,"4"-42"8390"0"0,-4 41-9805 0 0,0 0-1 0 0,1 0 0 0 0,0 0 1 0 0,-1 0-1 0 0,1 1 0 0 0,-1-1 0 0 0,1 0 1 0 0,0 0-1 0 0,0 0 0 0 0,0 0 1 0 0,-1 1-1 0 0,1-1 0 0 0,0 0 1 0 0,0 1-1 0 0,0-1 0 0 0,0 1 0 0 0,0-1 1 0 0,0 1-1 0 0,0-1 0 0 0,0 1 1 0 0,0 0-1 0 0,0-1 0 0 0,0 1 0 0 0,2 0 1 0 0,-2 0-19 0 0,1-1 41 0 0,17-5-54 0 0,-3 1 190 0 0,-16 5-140 0 0,1 0 0 0 0,-1 0-1 0 0,1 0 1 0 0,-1 0 0 0 0,0 0 0 0 0,1-1 0 0 0,-1 1 0 0 0,1 0 0 0 0,-1 0 0 0 0,1 0 0 0 0,-1-1 0 0 0,0 1 0 0 0,1 0-1 0 0,-1 0 1 0 0,0-1 0 0 0,1 1 0 0 0,-1 0 0 0 0,0-1 0 0 0,1 1 0 0 0,-1-1 0 0 0,0 1 0 0 0,0 0 0 0 0,1-1-1 0 0,-1 1 1 0 0,0-1 0 0 0,0 1 0 0 0,0 0 0 0 0,1-1 0 0 0,-1 1 0 0 0,0-1 0 0 0,0 1 0 0 0,0-1 0 0 0,0 1-1 0 0,0-1 1 0 0,0 1 0 0 0,0-1 0 0 0,0 1 0 0 0,0-1 0 0 0,0 1 0 0 0,-1 0 0 0 0,1-1 0 0 0,0 1 0 0 0,0-1-1 0 0,0 1 1 0 0,0-1 0 0 0,-1 1 0 0 0,1 0 0 0 0,0-1 0 0 0,0 1 0 0 0,-1-1 0 0 0,1 1 0 0 0,-1-1 0 0 0,0 0-12 0 0,1 1-15 0 0,-1-1 0 0 0,1 1 0 0 0,0-1 0 0 0,-1 1 0 0 0,1 0 0 0 0,0-1 0 0 0,-1 1 0 0 0,1-1 1 0 0,-1 1-1 0 0,1 0 0 0 0,-1-1 0 0 0,1 1 0 0 0,-1 0 0 0 0,1 0 0 0 0,-1-1 0 0 0,1 1 0 0 0,-1 0 0 0 0,1 0 1 0 0,-1 0-1 0 0,1 0 0 0 0,-2-1 0 0 0,-4-1 88 0 0,14-2-70 0 0,-6 4-5 0 0,1 0-24 0 0,10 1 18 0 0,-10-1-20 0 0,-1 1-9 0 0,7 0-77 0 0,-10 2 68 0 0,-18 2-533 0 0,-8 3-2373 0 0,24-7 2478 0 0,-1 1-146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7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7 1308 0 0,'-14'-4'3344'0'0,"11"3"-3030"0"0,-1 0-1 0 0,1 1 1 0 0,-1-1-1 0 0,0 1 0 0 0,1 0 1 0 0,-1 0-1 0 0,0 0 1 0 0,1 1-1 0 0,-1-1 0 0 0,0 1 1 0 0,1 0-1 0 0,-1 0 1 0 0,1 0-1 0 0,-1 0 1 0 0,1 1-1 0 0,0-1 0 0 0,-6 5 1 0 0,0 0-38 0 0,1 0 0 0 0,0 1 1 0 0,1 0-1 0 0,-1 0 0 0 0,-8 13 1 0 0,-45 58 276 0 0,4 3 1 0 0,3 3-1 0 0,-50 107 1 0 0,97-178-459 0 0,1 1 0 0 0,1 0 0 0 0,1 0 1 0 0,0 0-1 0 0,0 0 0 0 0,-1 21 0 0 0,4-31-27 0 0,1 0 0 0 0,0 1 0 0 0,0-1 0 0 0,1 0 0 0 0,-1 0 0 0 0,1 0-1 0 0,0 0 1 0 0,0 0 0 0 0,0 0 0 0 0,1 0 0 0 0,3 7 0 0 0,-3-9-34 0 0,0 0 1 0 0,0 1-1 0 0,0-1 1 0 0,0 0-1 0 0,0 0 1 0 0,0 0-1 0 0,1 0 0 0 0,-1 0 1 0 0,1-1-1 0 0,0 1 1 0 0,-1-1-1 0 0,1 1 0 0 0,0-1 1 0 0,0 0-1 0 0,0 0 1 0 0,0-1-1 0 0,0 1 0 0 0,3 0 1 0 0,2 0-12 0 0,0-1 0 0 0,0 0 0 0 0,0 0 0 0 0,-1-1 0 0 0,1 0 1 0 0,0-1-1 0 0,0 1 0 0 0,-1-1 0 0 0,1-1 0 0 0,-1 0 0 0 0,1 0 0 0 0,-1 0 0 0 0,0-1 0 0 0,-1 0 1 0 0,12-8-1 0 0,-3 1-10 0 0,0-1 0 0 0,-1-1-1 0 0,0-1 1 0 0,-1 0 0 0 0,14-20 0 0 0,-15 18-4 0 0,-1 0-1 0 0,-1-1 1 0 0,0 0-1 0 0,-2-1 1 0 0,0 0-1 0 0,-1-1 1 0 0,0 1-1 0 0,-2-1 1 0 0,0 0-1 0 0,-1-1 1 0 0,-1 1-1 0 0,-1-1 1 0 0,-1 0-1 0 0,-1 1 1 0 0,0-1-1 0 0,-6-35 1 0 0,4 48-9 0 0,0-1 0 0 0,-1 1 0 0 0,1-1 0 0 0,-1 1 0 0 0,-1 0 0 0 0,0 0 0 0 0,0 1 0 0 0,0-1 0 0 0,-7-7 0 0 0,8 10-5 0 0,0 0 1 0 0,-1 1 0 0 0,0-1-1 0 0,1 1 1 0 0,-1 0-1 0 0,0 0 1 0 0,-1 1 0 0 0,1-1-1 0 0,0 1 1 0 0,-1 0-1 0 0,1 0 1 0 0,-1 0-1 0 0,0 1 1 0 0,1-1 0 0 0,-7 0-1 0 0,7 2 3 0 0,0 0 0 0 0,1 0-1 0 0,-1 0 1 0 0,0 1 0 0 0,0-1 0 0 0,0 1-1 0 0,0 0 1 0 0,0 0 0 0 0,1 0-1 0 0,-1 1 1 0 0,0-1 0 0 0,1 1 0 0 0,-1 0-1 0 0,1 0 1 0 0,0 0 0 0 0,-1 0 0 0 0,1 1-1 0 0,0-1 1 0 0,0 1 0 0 0,1 0-1 0 0,-1 0 1 0 0,1 0 0 0 0,-1 0 0 0 0,-3 7-1 0 0,4-6 1 0 0,-1 1-1 0 0,1 0 0 0 0,-1 0 0 0 0,2 0 0 0 0,-1 0 0 0 0,0 1 1 0 0,1-1-1 0 0,0 0 0 0 0,0 1 0 0 0,1-1 0 0 0,-1 1 1 0 0,1-1-1 0 0,0 1 0 0 0,1-1 0 0 0,-1 1 0 0 0,3 8 1 0 0,-1-8 2 0 0,1 0 0 0 0,-1 0 0 0 0,1 0 1 0 0,1 0-1 0 0,-1 0 0 0 0,1-1 0 0 0,0 1 1 0 0,0-1-1 0 0,1 0 0 0 0,-1 0 0 0 0,1-1 1 0 0,0 1-1 0 0,9 5 0 0 0,4 1 3 0 0,1 0-1 0 0,38 14 1 0 0,-31-14 0 0 0,25 15 0 0 0,-43-22-3 0 0,-1 0 1 0 0,-1 1-1 0 0,1 0 1 0 0,-1 0-1 0 0,1 1 0 0 0,-2 0 1 0 0,11 12-1 0 0,3 12 2 0 0,17 37 1 0 0,-27-48 8 0 0,1-1 0 0 0,0 0 0 0 0,2 0 1 0 0,0-1-1 0 0,0 0 0 0 0,28 26 1 0 0,-22-28-272 0 0,0-1 0 0 0,1-1 0 0 0,1 0 0 0 0,0-2 0 0 0,1 0 0 0 0,24 9 0 0 0,-25-13-1668 0 0,0-1 1 0 0,1-1-1 0 0,41 6 0 0 0,-27-8-2959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140 160 2636 0 0,'-27'66'12890'0'0,"3"15"-8367"0"0,-18 100-6056 0 0,23-95 2746 0 0,12-67-1130 0 0,6-15-49 0 0,-1 0 0 0 0,1-1-1 0 0,0 1 1 0 0,0 0 0 0 0,0 0 0 0 0,0 4 0 0 0,-7-33 25 0 0,6 9-48 0 0,0-1 0 0 0,2 0 0 0 0,0 1 0 0 0,1-1 0 0 0,4-17 0 0 0,20-81-69 0 0,-19 92 28 0 0,1-8-6 0 0,3 1 1 0 0,0 0 0 0 0,2 0-1 0 0,1 1 1 0 0,18-29-1 0 0,-25 48 24 0 0,0 0-1 0 0,1 0 1 0 0,1 0 0 0 0,-1 1-1 0 0,2 0 1 0 0,-1 1-1 0 0,1 0 1 0 0,1 0-1 0 0,-1 0 1 0 0,1 2-1 0 0,0-1 1 0 0,1 1 0 0 0,0 1-1 0 0,0 0 1 0 0,0 0-1 0 0,16-4 1 0 0,-23 8 7 0 0,0 1 1 0 0,0-1-1 0 0,0 1 0 0 0,0-1 1 0 0,0 1-1 0 0,0 1 0 0 0,0-1 1 0 0,0 0-1 0 0,0 1 1 0 0,0 0-1 0 0,0 0 0 0 0,0 0 1 0 0,-1 1-1 0 0,1-1 0 0 0,0 1 1 0 0,0 0-1 0 0,-1 0 1 0 0,1 0-1 0 0,-1 0 0 0 0,0 1 1 0 0,0-1-1 0 0,0 1 0 0 0,0 0 1 0 0,0 0-1 0 0,-1 0 0 0 0,1 0 1 0 0,-1 0-1 0 0,1 1 1 0 0,2 5-1 0 0,-2-2 6 0 0,0 0 0 0 0,0 0 0 0 0,-1 0-1 0 0,0 0 1 0 0,0 0 0 0 0,0 0 0 0 0,-1 1 0 0 0,0-1 0 0 0,-1 0-1 0 0,0 1 1 0 0,0-1 0 0 0,0 1 0 0 0,-1-1 0 0 0,0 0 0 0 0,-3 13-1 0 0,-2-6 9 0 0,0 0-1 0 0,0 0 0 0 0,-2 0 1 0 0,0-1-1 0 0,0 0 0 0 0,-1-1 1 0 0,0 0-1 0 0,-1 0 0 0 0,-1-1 0 0 0,0 0 1 0 0,0-1-1 0 0,-15 10 0 0 0,17-13 2 0 0,0-1-1 0 0,0 0 1 0 0,-1 0 0 0 0,0-1-1 0 0,0-1 1 0 0,0 0-1 0 0,-1 0 1 0 0,0-1-1 0 0,1 0 1 0 0,-1-1 0 0 0,0 0-1 0 0,0-1 1 0 0,0 0-1 0 0,0 0 1 0 0,0-1-1 0 0,-1-1 1 0 0,-16-3-1 0 0,26 4-10 0 0,0-1 0 0 0,0 1 0 0 0,0-1 0 0 0,0 1 0 0 0,0-1 0 0 0,0 0 0 0 0,0 0 0 0 0,1 0 0 0 0,-1 0 0 0 0,0 0 0 0 0,1 0 0 0 0,-1 0 0 0 0,0 0 0 0 0,1-1 0 0 0,0 1 0 0 0,-1-1 0 0 0,1 1 0 0 0,0-1-1 0 0,0 0 1 0 0,-1 1 0 0 0,1-1 0 0 0,1 0 0 0 0,-1 0 0 0 0,0 0 0 0 0,0 1 0 0 0,1-1 0 0 0,-1 0 0 0 0,1 0 0 0 0,-1 0 0 0 0,1 0 0 0 0,0 0 0 0 0,0 0 0 0 0,0 0 0 0 0,0 0 0 0 0,0 0 0 0 0,1 0 0 0 0,0-4-1 0 0,-1 5 1 0 0,1 0-1 0 0,0 0 1 0 0,-1 0-1 0 0,1 0 1 0 0,0 0-1 0 0,0 1 1 0 0,-1-1-1 0 0,1 0 0 0 0,0 0 1 0 0,0 0-1 0 0,0 1 1 0 0,0-1-1 0 0,0 0 1 0 0,0 1-1 0 0,0-1 0 0 0,0 1 1 0 0,0-1-1 0 0,1 1 1 0 0,-1 0-1 0 0,1-1 1 0 0,22-1-25 0 0,-9 3 17 0 0,0 2-1 0 0,1 0 1 0 0,-1 0-1 0 0,-1 1 1 0 0,1 1-1 0 0,20 10 1 0 0,83 49-21 0 0,-107-57 24 0 0,305 205 53 0 0,-109-67-2397 0 0,11-17-6533 0 0,-146-93 2857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8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196 128 188 0 0,'0'-1'440'0'0,"-11"-59"5537"0"0,10 54-5545 0 0,1 1 0 0 0,-1-1 1 0 0,1 1-1 0 0,0-1 1 0 0,1 0-1 0 0,0 1 0 0 0,-1-1 1 0 0,4-7-1 0 0,-4 12-351 0 0,0 1 0 0 0,0-1 0 0 0,0 1 0 0 0,0-1-1 0 0,1 1 1 0 0,-1 0 0 0 0,0-1 0 0 0,0 1 0 0 0,1-1-1 0 0,-1 1 1 0 0,0-1 0 0 0,0 1 0 0 0,1 0 0 0 0,-1-1 0 0 0,0 1-1 0 0,1 0 1 0 0,-1 0 0 0 0,1-1 0 0 0,-1 1 0 0 0,0 0-1 0 0,2-1 1 0 0,4 7 503 0 0,0 17 38 0 0,-6 8-276 0 0,-2 1 0 0 0,-1-1-1 0 0,-2 1 1 0 0,-8 31 0 0 0,2-11-185 0 0,-107 478-1324 0 0,94-458-1234 0 0,4-27-2299 0 0,8-24-14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9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59 244 496 0 0,'4'-13'596'0'0,"1"-1"-1"0"0,0 1 1 0 0,1 0-1 0 0,1 0 0 0 0,0 0 1 0 0,0 1-1 0 0,1 0 1 0 0,1 1-1 0 0,0 0 1 0 0,0 0-1 0 0,1 1 1 0 0,1 0-1 0 0,0 1 1 0 0,16-12-1 0 0,-12 13-403 0 0,-1 0 0 0 0,1 1-1 0 0,0 0 1 0 0,0 1 0 0 0,1 1-1 0 0,0 1 1 0 0,0 0 0 0 0,0 1-1 0 0,1 0 1 0 0,-1 1-1 0 0,0 1 1 0 0,22 2 0 0 0,-15 0-47 0 0,-1 2-1 0 0,1 0 1 0 0,0 2 0 0 0,-1 0 0 0 0,0 2 0 0 0,34 15-1 0 0,-40-15-96 0 0,0 1-1 0 0,-1 1 0 0 0,0 0 0 0 0,0 1 0 0 0,-1 1 0 0 0,0 0 1 0 0,-1 1-1 0 0,-1 0 0 0 0,14 17 0 0 0,-23-25-39 0 0,0 0 0 0 0,0 0 0 0 0,-1 0 0 0 0,0 0 0 0 0,1 0 0 0 0,-1 0-1 0 0,-1 1 1 0 0,1-1 0 0 0,-1 1 0 0 0,1 0 0 0 0,-1-1 0 0 0,-1 1 0 0 0,1 0 0 0 0,-1 0-1 0 0,1-1 1 0 0,-1 1 0 0 0,-1 0 0 0 0,1 0 0 0 0,-1-1 0 0 0,0 1 0 0 0,0 0 0 0 0,-1 4-1 0 0,-1-2 6 0 0,-1 0 0 0 0,1-1 0 0 0,-1 1 0 0 0,0-1 0 0 0,-1 0 0 0 0,0 0 0 0 0,0-1 0 0 0,0 1 0 0 0,0-1 0 0 0,-1 0 0 0 0,0 0 0 0 0,0-1 0 0 0,-9 6 0 0 0,-7 2 144 0 0,-1-1 0 0 0,0-1 1 0 0,-1-1-1 0 0,0-1 0 0 0,-1-1 0 0 0,-40 6 1 0 0,-157 8 546 0 0,171-18-646 0 0,11-2-91 0 0,14 0-328 0 0,-41 5 0 0 0,60-4-8 0 0,0-1-1 0 0,1 1 1 0 0,-1 0 0 0 0,0 0-1 0 0,1 1 1 0 0,0 0 0 0 0,0 0-1 0 0,0 0 1 0 0,0 1-1 0 0,0 0 1 0 0,-5 4 0 0 0,0 5-2961 0 0,5 1-1380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9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1 732 0 0,'3'0'633'0'0,"-1"1"0"0"0,1 0 1 0 0,-1-1-1 0 0,0 1 0 0 0,0 0 0 0 0,1 1 0 0 0,-1-1 1 0 0,0 0-1 0 0,0 1 0 0 0,0-1 0 0 0,0 1 0 0 0,-1 0 0 0 0,1-1 1 0 0,0 1-1 0 0,-1 0 0 0 0,1 0 0 0 0,-1 0 0 0 0,2 3 1 0 0,-3-4-471 0 0,0 1 0 0 0,-1-1 0 0 0,1 1 0 0 0,0-1 0 0 0,-1 1 1 0 0,0-1-1 0 0,1 0 0 0 0,-1 1 0 0 0,0-1 0 0 0,1 0 1 0 0,-1 1-1 0 0,0-1 0 0 0,0 0 0 0 0,0 0 0 0 0,0 0 1 0 0,-2 2-1 0 0,1-1 184 0 0,-32 34 1260 0 0,-55 46 0 0 0,47-46-1236 0 0,-37 42 0 0 0,68-65-1224 0 0,1-1 1 0 0,0 2 0 0 0,1 0-1 0 0,0 0 1 0 0,1 0 0 0 0,0 1 0 0 0,-9 27-1 0 0,14-29-3395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3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673 150 1124 0 0,'3'-5'741'0'0,"-1"-1"0"0"0,0 0 0 0 0,0 1 0 0 0,-1-1 0 0 0,1 0 0 0 0,-1 0 0 0 0,0-12 1 0 0,-1 16-576 0 0,0 0 0 0 0,0 0 0 0 0,0 1 0 0 0,0-1 0 0 0,-1 0 0 0 0,1 0 1 0 0,-1 0-1 0 0,1 0 0 0 0,-1 0 0 0 0,0 1 0 0 0,0-1 0 0 0,0 0 1 0 0,1 0-1 0 0,-2 1 0 0 0,1-1 0 0 0,0 1 0 0 0,0-1 0 0 0,0 1 0 0 0,-1 0 1 0 0,1-1-1 0 0,-1 1 0 0 0,1 0 0 0 0,-1 0 0 0 0,1 0 0 0 0,-1 0 0 0 0,0 0 1 0 0,0 0-1 0 0,1 0 0 0 0,-3 0 0 0 0,-6-1 184 0 0,0 0-1 0 0,0 1 1 0 0,0 0 0 0 0,0 0-1 0 0,0 1 1 0 0,0 0 0 0 0,-1 1-1 0 0,1 0 1 0 0,0 1 0 0 0,0 0 0 0 0,1 1-1 0 0,-1 0 1 0 0,-12 5 0 0 0,-12 7 117 0 0,0 2 1 0 0,-39 25 0 0 0,38-18-315 0 0,0 2-1 0 0,1 1 0 0 0,2 1 1 0 0,1 2-1 0 0,1 1 0 0 0,2 1 1 0 0,-25 37-1 0 0,41-50-112 0 0,0-1-1 0 0,1 2 1 0 0,1 0 0 0 0,1 0-1 0 0,-9 26 1 0 0,15-36-27 0 0,1 1 0 0 0,-1-1-1 0 0,2 0 1 0 0,-1 0 0 0 0,1 1 0 0 0,1-1-1 0 0,0 1 1 0 0,1-1 0 0 0,0 1 0 0 0,0-1 0 0 0,1 0-1 0 0,0 1 1 0 0,5 12 0 0 0,-4-17-7 0 0,0 1 0 0 0,0-1 0 0 0,1 1 1 0 0,0-1-1 0 0,0 0 0 0 0,1-1 0 0 0,-1 1 0 0 0,1-1 0 0 0,1 0 1 0 0,-1 0-1 0 0,8 5 0 0 0,-4-4 2 0 0,1 0-1 0 0,0 0 1 0 0,0-1 0 0 0,0-1-1 0 0,1 0 1 0 0,18 5 0 0 0,-11-5 0 0 0,0-1 0 0 0,0-1 0 0 0,0 0-1 0 0,0-2 1 0 0,1 0 0 0 0,-1 0 0 0 0,0-2 0 0 0,31-7 0 0 0,-29 4-7 0 0,-1-2-1 0 0,0 0 1 0 0,0-2-1 0 0,-1 0 1 0 0,0-1-1 0 0,-1 0 1 0 0,0-2 0 0 0,0 0-1 0 0,-1 0 1 0 0,-1-2-1 0 0,0 0 1 0 0,-1-1-1 0 0,-1 0 1 0 0,0-1-1 0 0,-1 0 1 0 0,-1-1-1 0 0,0-1 1 0 0,-1 0 0 0 0,7-20-1 0 0,-9 21-2 0 0,-2 0 0 0 0,0-1 0 0 0,-1 0 0 0 0,-1 0 0 0 0,-1 0 0 0 0,0 0 0 0 0,-1 0 0 0 0,-1-1 0 0 0,-1 1 0 0 0,-1-1 0 0 0,0 1 0 0 0,-1-1 0 0 0,-1 1 0 0 0,-1 0-1 0 0,-1 0 1 0 0,0 0 0 0 0,-1 1 0 0 0,-1 0 0 0 0,-1 0 0 0 0,0 1 0 0 0,-12-18 0 0 0,12 23 1 0 0,-1 0-1 0 0,0 1 1 0 0,0 0 0 0 0,-1 0-1 0 0,-1 1 1 0 0,1 1-1 0 0,-1 0 1 0 0,-1 0 0 0 0,1 1-1 0 0,-1 1 1 0 0,-1-1-1 0 0,1 2 1 0 0,-1 0 0 0 0,0 1-1 0 0,0 0 1 0 0,0 1-1 0 0,-1 0 1 0 0,1 1 0 0 0,-26-1-1 0 0,26 3 1 0 0,0 0-1 0 0,0 1 0 0 0,1 1 1 0 0,-1 0-1 0 0,0 1 0 0 0,1 0 1 0 0,0 1-1 0 0,-1 0 0 0 0,2 1 1 0 0,-1 0-1 0 0,0 1 0 0 0,1 0 1 0 0,0 1-1 0 0,1 0 0 0 0,-1 1 1 0 0,1 0-1 0 0,1 1 0 0 0,0 0 1 0 0,0 0-1 0 0,1 1 0 0 0,-10 14 1 0 0,14-18 1 0 0,0 1 1 0 0,0 0-1 0 0,1 0 1 0 0,-1 1-1 0 0,2-1 1 0 0,-1 1 0 0 0,1 0-1 0 0,0-1 1 0 0,1 1-1 0 0,0 0 1 0 0,0 0 0 0 0,1 0-1 0 0,-1 0 1 0 0,2 0-1 0 0,-1 0 1 0 0,1 0-1 0 0,1 0 1 0 0,-1-1 0 0 0,1 1-1 0 0,1 0 1 0 0,-1-1-1 0 0,1 1 1 0 0,1-1 0 0 0,-1 0-1 0 0,1 0 1 0 0,0 0-1 0 0,1-1 1 0 0,0 1 0 0 0,0-1-1 0 0,0 0 1 0 0,1-1-1 0 0,7 7 1 0 0,11 8 4 0 0,2-2-1 0 0,-1-1 1 0 0,47 22 0 0 0,-48-28-14 0 0,0 2 0 0 0,-1 1 1 0 0,-1 1-1 0 0,0 0 0 0 0,31 30 1 0 0,-30-16 23 0 0,0 1 1 0 0,-2 1 0 0 0,-2 1 0 0 0,28 59 0 0 0,18 30-786 0 0,-27-63-2641 0 0,-7-21-3615 0 0,-16-22 499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0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16 372 0 0,'23'-15'16301'0'0,"-27"31"-15336"0"0,-4 2-504 0 0,-2 1 0 0 0,0-1-1 0 0,-1-1 1 0 0,-17 23 0 0 0,-11 15-197 0 0,-11 34-2103 0 0,19-29-3504 0 0,29-56 4783 0 0,-4 10-3517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277 163 684 0 0,'1'-13'1666'0'0,"0"1"-1"0"0,1 0 1 0 0,0 0-1 0 0,1 0 1 0 0,1 0 0 0 0,8-20-1 0 0,3-9 2491 0 0,-14 40-4050 0 0,0 0 0 0 0,-1 0 0 0 0,1 1 0 0 0,-1-1 0 0 0,0 0 0 0 0,1 0 0 0 0,-1 0 0 0 0,0 0 0 0 0,1 0 0 0 0,-1 0 0 0 0,0 0 0 0 0,0 0 0 0 0,0 0 0 0 0,0 1 0 0 0,0-1 0 0 0,0-2 0 0 0,-10 7 1240 0 0,-16 23-466 0 0,3 4-649 0 0,3 2 0 0 0,0 0 0 0 0,2 1 0 0 0,2 1 0 0 0,-14 42 0 0 0,-46 189 54 0 0,76-264-281 0 0,-48 196-127 0 0,47-195 11 0 0,0 3-613 0 0,-1-1 1 0 0,1 1 0 0 0,-1-1 0 0 0,0 1 0 0 0,0-1 0 0 0,-4 6 0 0 0,-12-44-13770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1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1 225 2068 0 0,'7'-15'902'0'0,"1"0"-1"0"0,1 0 0 0 0,0 1 1 0 0,1 0-1 0 0,1 1 1 0 0,0 0-1 0 0,1 1 1 0 0,23-20-1 0 0,-21 22-501 0 0,1 0 1 0 0,-1 1-1 0 0,1 1 1 0 0,1 0-1 0 0,-1 1 1 0 0,1 1-1 0 0,1 1 0 0 0,-1 0 1 0 0,1 1-1 0 0,0 0 1 0 0,0 2-1 0 0,0 0 0 0 0,32 0 1 0 0,-27 3-138 0 0,-1 1 0 0 0,0 1 1 0 0,0 1-1 0 0,0 0 0 0 0,0 2 1 0 0,23 9-1 0 0,-33-10-185 0 0,0 0 0 0 0,0 0 1 0 0,0 1-1 0 0,-1 0 0 0 0,0 1 1 0 0,0 0-1 0 0,-1 1 0 0 0,0 0 1 0 0,0 1-1 0 0,0 0 0 0 0,-1 0 0 0 0,8 13 1 0 0,-13-18-52 0 0,-1 0 1 0 0,0-1-1 0 0,-1 1 1 0 0,1 0-1 0 0,-1 0 1 0 0,1 0-1 0 0,-1 0 0 0 0,0 1 1 0 0,-1-1-1 0 0,1 0 1 0 0,-1 0-1 0 0,0 1 1 0 0,0-1-1 0 0,0 0 1 0 0,-1 7-1 0 0,-1-4-3 0 0,0-1 0 0 0,0 0 0 0 0,0 0-1 0 0,-1 0 1 0 0,0 0 0 0 0,0 0 0 0 0,-1-1 0 0 0,1 1-1 0 0,-7 6 1 0 0,-1 0 0 0 0,-1 0 1 0 0,-1-1-1 0 0,0 0 0 0 0,0-1 0 0 0,0-1 1 0 0,-2 0-1 0 0,-18 9 0 0 0,-2-3 7 0 0,0-1 0 0 0,-1-1 0 0 0,-60 12 0 0 0,69-20-5 0 0,1-1 0 0 0,-1-1 0 0 0,0-1 0 0 0,-1-2 0 0 0,-50-6 0 0 0,36-3 65 0 0,40 8-83 0 0,0 0 0 0 0,-1 0 0 0 0,1 0 0 0 0,0 0 0 0 0,-1-1 0 0 0,1 1 1 0 0,0-1-1 0 0,0 1 0 0 0,0-1 0 0 0,0 0 0 0 0,0 1 0 0 0,1-1 0 0 0,-3-3 0 0 0,3 3 7 0 0,1 2-14 0 0,1-1 0 0 0,-1 1 1 0 0,1-1-1 0 0,-1 1 0 0 0,1-1 0 0 0,-1 1 1 0 0,1 0-1 0 0,-1-1 0 0 0,1 1 0 0 0,0 0 1 0 0,-1-1-1 0 0,1 1 0 0 0,-1 0 0 0 0,1 0 1 0 0,0-1-1 0 0,-1 1 0 0 0,2 0 1 0 0,7 3 21 0 0,0 0 0 0 0,-1 0 0 0 0,1 1 0 0 0,-1 0 0 0 0,0 1 0 0 0,0-1 0 0 0,-1 2 0 0 0,11 7 0 0 0,56 59 366 0 0,-51-49-304 0 0,105 117 228 0 0,44 41-99 0 0,-163-172-191 0 0,1-1 0 0 0,0 0 0 0 0,0-1-1 0 0,1 0 1 0 0,0-1 0 0 0,0 0 0 0 0,1-1 0 0 0,-1 0-1 0 0,18 4 1 0 0,-19-6-222 0 0,1-2 0 0 0,-1 1-1 0 0,1-1 1 0 0,0-1 0 0 0,0 0-1 0 0,-1-1 1 0 0,1 0 0 0 0,0 0 0 0 0,-1-1-1 0 0,1 0 1 0 0,14-6 0 0 0,-5 0-1846 0 0,36-18 0 0 0,-9-5-4744 0 0,-29 17 986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75 2340 0 0,'0'-3'596'0'0,"-1"-1"-1"0"0,1 1 1 0 0,0 0-1 0 0,-1 0 1 0 0,0-1-1 0 0,1 1 1 0 0,-1 0 0 0 0,-1 0-1 0 0,1 0 1 0 0,-2-3-1 0 0,1 3-273 0 0,0 0-1 0 0,0 0 0 0 0,0 0 1 0 0,-1 1-1 0 0,1-1 0 0 0,-1 1 1 0 0,0-1-1 0 0,0 1 0 0 0,0 0 1 0 0,0 0-1 0 0,0 1 0 0 0,0-1 1 0 0,-6-2-1 0 0,8 4-275 0 0,0-1 0 0 0,-1 1 0 0 0,1 0 1 0 0,0 0-1 0 0,-1-1 0 0 0,1 1 0 0 0,-1 0 0 0 0,1 0 1 0 0,-1 0-1 0 0,1 0 0 0 0,0 1 0 0 0,-1-1 0 0 0,1 0 0 0 0,-1 1 1 0 0,1-1-1 0 0,-2 1 0 0 0,-2 1 83 0 0,-5 0 12 0 0,0 1 0 0 0,0 0 0 0 0,1 0-1 0 0,-1 1 1 0 0,1 1 0 0 0,-11 6 0 0 0,-48 36 285 0 0,64-44-404 0 0,-47 37 148 0 0,2 3-1 0 0,2 1 1 0 0,1 3-1 0 0,3 1 1 0 0,-60 88 0 0 0,101-133-167 0 0,-37 62 70 0 0,37-59-67 0 0,-1 0 1 0 0,0 0-1 0 0,1 0 1 0 0,0 0-1 0 0,1 1 0 0 0,-1-1 1 0 0,1 1-1 0 0,1-1 1 0 0,-1 9-1 0 0,1-12-4 0 0,1 0-1 0 0,0 0 1 0 0,-1 0-1 0 0,1 0 1 0 0,0-1-1 0 0,0 1 0 0 0,1 0 1 0 0,-1-1-1 0 0,1 1 1 0 0,-1-1-1 0 0,1 1 1 0 0,0-1-1 0 0,0 0 1 0 0,0 1-1 0 0,0-1 1 0 0,0 0-1 0 0,0-1 1 0 0,1 1-1 0 0,-1 0 1 0 0,1-1-1 0 0,-1 1 0 0 0,1-1 1 0 0,0 0-1 0 0,-1 1 1 0 0,7 0-1 0 0,2 2 4 0 0,1-1 0 0 0,-1-1 0 0 0,1 0 0 0 0,0 0 0 0 0,13-1 0 0 0,0-1 2 0 0,0-1 0 0 0,-1-1 0 0 0,0-1 0 0 0,1-1 0 0 0,-1-2 0 0 0,0 0 0 0 0,-1-1 0 0 0,0-2 0 0 0,0 0 0 0 0,-1-1 0 0 0,29-18 0 0 0,-27 12-8 0 0,-2 0-1 0 0,0-2 0 0 0,-1 0 1 0 0,0-1-1 0 0,-2-1 0 0 0,0-1 1 0 0,-1-1-1 0 0,-2-1 0 0 0,24-40 1 0 0,12-40-5 0 0,-47 91 1 0 0,-1 0 0 0 0,0 0 0 0 0,0 0 1 0 0,-1 0-1 0 0,-1 0 0 0 0,2-24 0 0 0,-4 36 3 0 0,0-1 0 0 0,1 1 0 0 0,-1-1-1 0 0,0 1 1 0 0,0-1 0 0 0,0 0 0 0 0,0 1-1 0 0,0-1 1 0 0,0 1 0 0 0,-1-1 0 0 0,1 1-1 0 0,0-1 1 0 0,0 0 0 0 0,0 1 0 0 0,0-1 0 0 0,-1 1-1 0 0,1-1 1 0 0,0 1 0 0 0,-1-1 0 0 0,1 1-1 0 0,0-1 1 0 0,-1 1 0 0 0,1-1 0 0 0,0 1-1 0 0,-1 0 1 0 0,1-1 0 0 0,-1 1 0 0 0,1 0-1 0 0,-1-1 1 0 0,1 1 0 0 0,-1-1 0 0 0,0 2 1 0 0,0-1 0 0 0,-1 0 0 0 0,1 0 0 0 0,0 0 0 0 0,0 1 0 0 0,0-1 0 0 0,0 0 0 0 0,0 1-1 0 0,0-1 1 0 0,0 1 0 0 0,0-1 0 0 0,0 1 0 0 0,0-1 0 0 0,-1 2 0 0 0,-28 29 1 0 0,7 0 5 0 0,1 0 0 0 0,-22 47 0 0 0,35-61 5 0 0,2-1 0 0 0,0 2 0 0 0,1-1 0 0 0,1 1 0 0 0,1 0 0 0 0,0 0 0 0 0,-1 19 0 0 0,4-28-8 0 0,1 0-1 0 0,1-1 1 0 0,-1 1 0 0 0,1-1 0 0 0,1 1 0 0 0,-1-1 0 0 0,1 0 0 0 0,1 1 0 0 0,0-1 0 0 0,0 0 0 0 0,0-1 0 0 0,5 9 0 0 0,-4-11 2 0 0,-1 0 0 0 0,1-1-1 0 0,-1 1 1 0 0,1-1 0 0 0,1 1 0 0 0,-1-1 0 0 0,0 0-1 0 0,1-1 1 0 0,0 1 0 0 0,0-1 0 0 0,0 0 0 0 0,0 0 0 0 0,1-1-1 0 0,-1 1 1 0 0,1-1 0 0 0,0 0 0 0 0,11 2 0 0 0,-5-2 3 0 0,0-1 1 0 0,0 1 0 0 0,0-2 0 0 0,0 0 0 0 0,0 0-1 0 0,0-1 1 0 0,0-1 0 0 0,0 0 0 0 0,0 0-1 0 0,-1-1 1 0 0,1-1 0 0 0,-1 0 0 0 0,0 0 0 0 0,0-1-1 0 0,0-1 1 0 0,0 0 0 0 0,-1 0 0 0 0,0-1 0 0 0,0 0-1 0 0,-1-1 1 0 0,16-17 0 0 0,-9 8-12 0 0,-2-1 0 0 0,0-1 0 0 0,-1 0 0 0 0,-1-1 0 0 0,-1 0 0 0 0,16-43 0 0 0,-20 44-1 0 0,-1 0 1 0 0,-1-1-1 0 0,0 0 0 0 0,-2 0 0 0 0,0 0 1 0 0,-1 0-1 0 0,-2 0 0 0 0,-1-26 0 0 0,1 45 3 0 0,-5-26-26 0 0,5 26 26 0 0,0-1 0 0 0,-1 1 0 0 0,1 0 0 0 0,0 0 1 0 0,-1 0-1 0 0,0-1 0 0 0,1 1 0 0 0,-1 0 0 0 0,1 0 0 0 0,-1 0 0 0 0,0 0 0 0 0,0 0 0 0 0,0 0 0 0 0,0 0 1 0 0,0 1-1 0 0,0-1 0 0 0,0 0 0 0 0,0 0 0 0 0,0 1 0 0 0,-1-1 0 0 0,-1 0 0 0 0,1 0 0 0 0,-1 1 0 0 0,0 0-1 0 0,0-1 1 0 0,1 1 0 0 0,-1 0 0 0 0,0 0 0 0 0,0 1-1 0 0,1-1 1 0 0,-1 1 0 0 0,0-1 0 0 0,1 1 0 0 0,-1 0-1 0 0,1 0 1 0 0,-1 0 0 0 0,-2 1 0 0 0,0 1 1 0 0,1 0-1 0 0,0 0 1 0 0,-1 0 0 0 0,1 1 0 0 0,0 0 0 0 0,1-1 0 0 0,-1 1-1 0 0,-4 6 1 0 0,5-5 1 0 0,0-1 0 0 0,0 1 0 0 0,0 0 0 0 0,0 0 0 0 0,1 0-1 0 0,0 0 1 0 0,0 0 0 0 0,0 1 0 0 0,1-1 0 0 0,-1 1 0 0 0,1-1-1 0 0,1 1 1 0 0,-1-1 0 0 0,1 1 0 0 0,0-1 0 0 0,0 1 0 0 0,2 9 0 0 0,0-11 2 0 0,0 1 0 0 0,0-1 1 0 0,0 0-1 0 0,0 0 0 0 0,1-1 1 0 0,0 1-1 0 0,0 0 0 0 0,0-1 1 0 0,0 0-1 0 0,0 0 0 0 0,1 0 1 0 0,-1 0-1 0 0,1 0 1 0 0,0-1-1 0 0,0 1 0 0 0,0-1 1 0 0,0 0-1 0 0,0 0 0 0 0,6 1 1 0 0,5 2-1 0 0,0 0 1 0 0,0-2 0 0 0,1 0 0 0 0,18 1-1 0 0,-16-2-1 0 0,-1-1 0 0 0,0 0 1 0 0,1-2-1 0 0,-1 0 0 0 0,0-1 0 0 0,1-1 0 0 0,-1 0 0 0 0,0-1 0 0 0,-1-1 0 0 0,1-1 0 0 0,-1 0 1 0 0,0-2-1 0 0,0 1 0 0 0,-1-2 0 0 0,0 0 0 0 0,-1-1 0 0 0,14-12 0 0 0,-14 9-8 0 0,-1 0 0 0 0,16-21 0 0 0,-24 27-3 0 0,0 0 0 0 0,-1 0 0 0 0,0 0 0 0 0,0 0 0 0 0,-1-1 0 0 0,0 1 1 0 0,4-16-1 0 0,-6 23 8 0 0,-1-1 1 0 0,0 0 0 0 0,0 1-1 0 0,1-1 1 0 0,-1 0 0 0 0,0 0-1 0 0,0 1 1 0 0,0-1 0 0 0,0 0-1 0 0,0 1 1 0 0,0-1 0 0 0,0 0-1 0 0,0 0 1 0 0,0 1 0 0 0,0-1-1 0 0,0 0 1 0 0,-1 0 0 0 0,1 1-1 0 0,0-1 1 0 0,0 0 0 0 0,-1 1 0 0 0,1-1-1 0 0,0 0 1 0 0,-1 1 0 0 0,1-1-1 0 0,-1 1 1 0 0,1-1 0 0 0,-1 1-1 0 0,0-2 1 0 0,0 2-1 0 0,0 0 1 0 0,-1 0-1 0 0,1 0 0 0 0,0 0 1 0 0,0 0-1 0 0,0 0 0 0 0,0 0 1 0 0,-1 1-1 0 0,1-1 0 0 0,0 0 1 0 0,0 0-1 0 0,0 1 0 0 0,0-1 0 0 0,0 1 1 0 0,-2 1-1 0 0,-5 2-3 0 0,0 1 0 0 0,0 1 0 0 0,-9 8 1 0 0,-126 133 36 0 0,116-115-16 0 0,1 1 1 0 0,-40 68 0 0 0,60-90-7 0 0,0 2 0 0 0,0-1 1 0 0,1 1-1 0 0,1-1 0 0 0,0 1 0 0 0,0 1 1 0 0,-2 24-1 0 0,6-33-7 0 0,0 0 0 0 0,0-1-1 0 0,0 1 1 0 0,0 0 0 0 0,1-1 0 0 0,-1 1-1 0 0,1-1 1 0 0,1 1 0 0 0,-1-1 0 0 0,1 1-1 0 0,-1-1 1 0 0,1 0 0 0 0,1 1 0 0 0,-1-1-1 0 0,0 0 1 0 0,1-1 0 0 0,0 1 0 0 0,0 0-1 0 0,0-1 1 0 0,0 1 0 0 0,1-1 0 0 0,-1 0-1 0 0,1 0 1 0 0,0-1 0 0 0,0 1 0 0 0,5 2-1 0 0,3 0 3 0 0,0 0-1 0 0,0-1 1 0 0,1-1 0 0 0,0 0-1 0 0,0 0 1 0 0,0-1-1 0 0,0-1 1 0 0,0 0-1 0 0,0-1 1 0 0,0 0 0 0 0,22-4-1 0 0,-4-1 17 0 0,0-1 0 0 0,-1-2-1 0 0,50-19 1 0 0,-55 17-17 0 0,0-2 0 0 0,-1 0 0 0 0,-1-2 0 0 0,0-1 0 0 0,-1 0 0 0 0,36-34 0 0 0,-44 34-10 0 0,0 1-1 0 0,0-2 1 0 0,-1 0 0 0 0,-1 0 0 0 0,-1-1-1 0 0,0-1 1 0 0,-2 0 0 0 0,0 0 0 0 0,11-31 0 0 0,-18 42 3 0 0,-1 0 0 0 0,1 1 1 0 0,-1-1-1 0 0,0 0 0 0 0,-1-13 1 0 0,0 18 0 0 0,0 0-1 0 0,0 0 1 0 0,0 0 0 0 0,0 0 0 0 0,-1 0 0 0 0,1 0 0 0 0,-1 0 0 0 0,1 1 0 0 0,-1-1 0 0 0,0 0 0 0 0,0 0 0 0 0,0 0 0 0 0,0 1 0 0 0,0-1 0 0 0,0 1 0 0 0,0-1 0 0 0,0 1 0 0 0,-1-1 0 0 0,1 1 0 0 0,-1 0 0 0 0,1-1 0 0 0,-1 1 0 0 0,-2-2 0 0 0,2 3 1 0 0,1 0 0 0 0,0-1 0 0 0,-1 1 0 0 0,1 0 0 0 0,0 0 0 0 0,-1 0 0 0 0,1 0 0 0 0,0 0 0 0 0,-1 1 0 0 0,1-1 0 0 0,0 0 0 0 0,-1 1 0 0 0,1-1 0 0 0,0 0 0 0 0,-1 1 0 0 0,-1 1 0 0 0,0-1 1 0 0,-5 2 36 0 0,1 0 0 0 0,0 0 1 0 0,0 1-1 0 0,0 0 0 0 0,0 0 1 0 0,1 1-1 0 0,0-1 1 0 0,-6 7-1 0 0,-7 7 271 0 0,-16 22 0 0 0,32-37-280 0 0,-21 26 264 0 0,2 1 0 0 0,-29 49 0 0 0,42-64-235 0 0,2 0 0 0 0,0 0 0 0 0,1 0 0 0 0,0 1 0 0 0,2 0 0 0 0,-1 0 0 0 0,2 1-1 0 0,-2 19 1 0 0,5-28-42 0 0,0-1 0 0 0,0 1 0 0 0,1-1 0 0 0,0 1 0 0 0,0-1 0 0 0,1 1-1 0 0,0-1 1 0 0,0 0 0 0 0,1 0 0 0 0,-1 0 0 0 0,2 0 0 0 0,3 6-1 0 0,-1-4 8 0 0,0-1 0 0 0,1 1 0 0 0,-1-2 0 0 0,2 1 0 0 0,-1-1-1 0 0,1 0 1 0 0,16 11 0 0 0,-2-6-168 0 0,0 0-1 0 0,0-2 1 0 0,1 0 0 0 0,0-1-1 0 0,1-2 1 0 0,37 8 0 0 0,-9-6-1639 0 0,102 5 0 0 0,-17-17-3956 0 0,-36-8-1428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3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61 892 0 0,'4'-43'5356'0'0,"-6"25"372"0"0,-45 221-2267 0 0,6-21-2650 0 0,-10 4-315 0 0,-79 191 0 0 0,126-368-481 0 0,0 2 16 0 0,0-1 0 0 0,-1 0 0 0 0,0 0 0 0 0,-1 0 0 0 0,0-1 0 0 0,-10 12 0 0 0,16-20-29 0 0,0-1 0 0 0,-1 0 0 0 0,1 1 0 0 0,0-1-1 0 0,-1 0 1 0 0,1 1 0 0 0,-1-1 0 0 0,1 0 0 0 0,-1 0 0 0 0,1 0-1 0 0,-1 1 1 0 0,1-1 0 0 0,0 0 0 0 0,-1 0 0 0 0,1 0 0 0 0,-1 0-1 0 0,1 0 1 0 0,-1 0 0 0 0,1 0 0 0 0,-1 0 0 0 0,1 0-1 0 0,-1 0 1 0 0,1 0 0 0 0,-1 0 0 0 0,1 0 0 0 0,-1 0 0 0 0,1 0-1 0 0,-1-1 1 0 0,1 1 0 0 0,-1 0 0 0 0,1 0 0 0 0,-1 0 0 0 0,1-1-1 0 0,0 1 1 0 0,-1 0 0 0 0,1-1 0 0 0,-1 1 0 0 0,1 0 0 0 0,0-1-1 0 0,-1 0 1 0 0,0 0 0 0 0,0-1 0 0 0,-1 1-1 0 0,1-1 1 0 0,1 1-1 0 0,-1-1 1 0 0,0 0 0 0 0,0 0-1 0 0,1 1 1 0 0,-2-4 0 0 0,-1-18 1 0 0,1-1 0 0 0,0 1 0 0 0,2-1 1 0 0,1 0-1 0 0,0 1 0 0 0,2-1 0 0 0,1 1 0 0 0,7-26 1 0 0,-7 35-12 0 0,0 1 1 0 0,1 0 0 0 0,0 0 0 0 0,1 1-1 0 0,0 0 1 0 0,1 0 0 0 0,0 0-1 0 0,1 1 1 0 0,1 0 0 0 0,-1 0 0 0 0,2 1-1 0 0,0 0 1 0 0,0 1 0 0 0,0 0 0 0 0,14-9-1 0 0,-13 12 5 0 0,1 1-1 0 0,0 0 1 0 0,0 1-1 0 0,0 0 1 0 0,0 1-1 0 0,1 0 0 0 0,-1 1 1 0 0,1 0-1 0 0,-1 1 1 0 0,1 1-1 0 0,0 0 1 0 0,0 1-1 0 0,-1 0 1 0 0,1 1-1 0 0,-1 0 1 0 0,17 5-1 0 0,-7 0 6 0 0,0 0 0 0 0,0 2 0 0 0,-1 0 0 0 0,-1 1 1 0 0,0 1-1 0 0,0 1 0 0 0,-1 1 0 0 0,21 19 0 0 0,-31-25 4 0 0,-1 1-1 0 0,0 1 1 0 0,0 0 0 0 0,-1 0-1 0 0,0 0 1 0 0,0 1-1 0 0,-1 0 1 0 0,-1 0 0 0 0,1 1-1 0 0,-2-1 1 0 0,7 20 0 0 0,-10-23 8 0 0,1-1 1 0 0,-1 1 0 0 0,-1 0-1 0 0,1-1 1 0 0,-1 1 0 0 0,0 0-1 0 0,0 0 1 0 0,-1-1 0 0 0,0 1 0 0 0,0 0-1 0 0,-1-1 1 0 0,0 1 0 0 0,0-1-1 0 0,0 0 1 0 0,-1 1 0 0 0,0-1-1 0 0,0-1 1 0 0,-1 1 0 0 0,1 0-1 0 0,-1-1 1 0 0,-7 8 0 0 0,4-6 25 0 0,0 0 1 0 0,0 0 0 0 0,-1-1 0 0 0,0 0-1 0 0,0 0 1 0 0,-1-1 0 0 0,1 0 0 0 0,-1-1-1 0 0,0 0 1 0 0,-1 0 0 0 0,-15 4 0 0 0,10-5-12 0 0,1-1 1 0 0,0 0-1 0 0,-1-1 1 0 0,1-1-1 0 0,-1 0 1 0 0,1-1-1 0 0,-18-3 1 0 0,-12-6 1 0 0,1-2 1 0 0,1-2-1 0 0,0-1 1 0 0,-45-25-1 0 0,51 24-263 0 0,0-1-1 0 0,2-3 0 0 0,-36-25 0 0 0,69 45 168 0 0,1-1-1 0 0,-1 1 1 0 0,1 0 0 0 0,0 0-1 0 0,-1-1 1 0 0,1 1 0 0 0,-1 0-1 0 0,1-1 1 0 0,0 1-1 0 0,-1 0 1 0 0,1-1 0 0 0,0 1-1 0 0,0-1 1 0 0,-1 1 0 0 0,1-1-1 0 0,0 1 1 0 0,0-1 0 0 0,-1 1-1 0 0,1-1 1 0 0,0 1 0 0 0,0 0-1 0 0,0-1 1 0 0,0 1 0 0 0,0-1-1 0 0,0 1 1 0 0,0-1 0 0 0,0 0-1 0 0,0 1 1 0 0,0-1-1 0 0,0 1 1 0 0,0-1 0 0 0,0 1-1 0 0,1 0 1 0 0,-1-1 0 0 0,0 1-1 0 0,0-1 1 0 0,0 1 0 0 0,1-1-1 0 0,-1 1 1 0 0,0-1 0 0 0,0 1-1 0 0,1 0 1 0 0,-1-1 0 0 0,0 1-1 0 0,1 0 1 0 0,-1-1 0 0 0,1 1-1 0 0,-1 0 1 0 0,0-1-1 0 0,1 1 1 0 0,-1 0 0 0 0,1 0-1 0 0,-1-1 1 0 0,1 1 0 0 0,-1 0-1 0 0,1 0 1 0 0,-1 0 0 0 0,1 0-1 0 0,-1 0 1 0 0,1 0 0 0 0,-1 0-1 0 0,1 0 1 0 0,-1 0 0 0 0,1 0-1 0 0,61-3-6512 0 0,-35 3 2031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29 2008 0 0,'2'-6'6993'0'0,"-3"6"-6850"0"0,-8 3 351 0 0,0 1 0 0 0,0 1 0 0 0,0-1 1 0 0,1 2-1 0 0,-1-1 0 0 0,1 1 0 0 0,0 0 1 0 0,1 1-1 0 0,-1 0 0 0 0,2 0 0 0 0,-7 8 1 0 0,1-1-322 0 0,2 0 1 0 0,0 1-1 0 0,0 0 1 0 0,2 1 0 0 0,-11 23-1 0 0,17-32-154 0 0,-1 0-1 0 0,1 1 1 0 0,0-1 0 0 0,1 0-1 0 0,0 1 1 0 0,0-1 0 0 0,0 1-1 0 0,1-1 1 0 0,0 1-1 0 0,1 0 1 0 0,0-1 0 0 0,0 0-1 0 0,0 1 1 0 0,1-1 0 0 0,0 0-1 0 0,1 1 1 0 0,0-1-1 0 0,0 0 1 0 0,0-1 0 0 0,1 1-1 0 0,0-1 1 0 0,0 1 0 0 0,0-1-1 0 0,1 0 1 0 0,0-1 0 0 0,0 1-1 0 0,1-1 1 0 0,-1 0-1 0 0,1 0 1 0 0,0-1 0 0 0,1 0-1 0 0,-1 0 1 0 0,1 0 0 0 0,11 4-1 0 0,-8-4-11 0 0,-1 0 0 0 0,0-1 0 0 0,1-1 0 0 0,-1 1 0 0 0,1-1 0 0 0,0-1 0 0 0,-1 0 0 0 0,1 0 0 0 0,0-1 0 0 0,0-1 0 0 0,0 1 0 0 0,0-1 0 0 0,-1-1 0 0 0,1 0 0 0 0,0 0 0 0 0,-1-1 0 0 0,0 0 0 0 0,1-1 0 0 0,-1 0 0 0 0,-1 0 0 0 0,1-1 0 0 0,0 0 0 0 0,-1-1 0 0 0,0 0 0 0 0,-1 0-1 0 0,1-1 1 0 0,-1 1 0 0 0,0-2 0 0 0,-1 1 0 0 0,0-1 0 0 0,0 0 0 0 0,-1 0 0 0 0,0-1 0 0 0,7-15 0 0 0,-6 11-5 0 0,-2 0 0 0 0,1 0 0 0 0,-2-1 0 0 0,0 1 0 0 0,-1-1-1 0 0,0 0 1 0 0,-1 0 0 0 0,0 0 0 0 0,-1 0 0 0 0,-3-23 0 0 0,2 30-5 0 0,0 0 0 0 0,-1 0 1 0 0,0 1-1 0 0,0-1 0 0 0,0 0 0 0 0,-1 1 1 0 0,0-1-1 0 0,0 1 0 0 0,-1 0 1 0 0,1 0-1 0 0,-1 0 0 0 0,-1 1 0 0 0,1-1 1 0 0,-1 1-1 0 0,0 0 0 0 0,0 0 1 0 0,-1 1-1 0 0,1-1 0 0 0,-1 1 0 0 0,0 0 1 0 0,0 1-1 0 0,-12-6 0 0 0,7 6 2 0 0,-1 0-1 0 0,0 0 1 0 0,0 1-1 0 0,0 0 0 0 0,0 1 1 0 0,0 1-1 0 0,0 0 1 0 0,0 0-1 0 0,0 1 1 0 0,0 1-1 0 0,0 0 1 0 0,1 1-1 0 0,-19 6 1 0 0,21-7 2 0 0,1 2 0 0 0,-1-1 0 0 0,1 1 0 0 0,0 0 0 0 0,0 1 0 0 0,0 0 0 0 0,1 0 0 0 0,0 1 0 0 0,0 0 0 0 0,0 0 0 0 0,1 0 0 0 0,0 1 0 0 0,0 0 0 0 0,0 0 0 0 0,1 1 0 0 0,0 0 0 0 0,1 0 0 0 0,-6 12 0 0 0,9-17-1 0 0,0 1 1 0 0,0-1-1 0 0,0 1 0 0 0,0-1 0 0 0,1 1 0 0 0,0-1 0 0 0,-1 1 1 0 0,1-1-1 0 0,1 1 0 0 0,-1-1 0 0 0,0 1 0 0 0,1-1 0 0 0,0 1 0 0 0,0-1 1 0 0,0 1-1 0 0,1 3 0 0 0,1-3-2 0 0,-1 1-1 0 0,1-1 1 0 0,0 0 0 0 0,0 0-1 0 0,1 0 1 0 0,-1 0 0 0 0,1-1-1 0 0,0 1 1 0 0,0-1 0 0 0,5 3-1 0 0,2 2-67 0 0,1-2-1 0 0,0 0 1 0 0,1 0-1 0 0,0-1 1 0 0,-1-1-1 0 0,2 0 1 0 0,18 3 0 0 0,-9-4-144 0 0,-1-1 1 0 0,1-1 0 0 0,0-1 0 0 0,0-1 0 0 0,-1-1 0 0 0,1-1 0 0 0,-1 0 0 0 0,0-2 0 0 0,0-1 0 0 0,0-1 0 0 0,-1-1 0 0 0,30-15 0 0 0,-25 10 175 0 0,-1-2 0 0 0,0-1-1 0 0,-2-1 1 0 0,0-1 0 0 0,-1-1 0 0 0,0-1 0 0 0,-2-1 0 0 0,-1-1 0 0 0,22-31 0 0 0,-33 38 391 0 0,-8 15-330 0 0,0 0 1 0 0,0 0 0 0 0,-1 0 0 0 0,1 0-1 0 0,0-1 1 0 0,0 1 0 0 0,0 0 0 0 0,-1 0-1 0 0,1 0 1 0 0,0 0 0 0 0,0 0 0 0 0,-1 0-1 0 0,1 0 1 0 0,0 0 0 0 0,0 0 0 0 0,0 0-1 0 0,-1 0 1 0 0,1 0 0 0 0,0 0 0 0 0,0 0-1 0 0,-1 0 1 0 0,1 0 0 0 0,0 1 0 0 0,0-1-1 0 0,0 0 1 0 0,-1 0 0 0 0,1 0 0 0 0,0 0-1 0 0,0 0 1 0 0,0 0 0 0 0,0 1 0 0 0,-1-1-1 0 0,1 0 1 0 0,0 0 0 0 0,0 1 0 0 0,-4 1 153 0 0,0 1 0 0 0,0 1 1 0 0,0-1-1 0 0,1 0 1 0 0,-5 6-1 0 0,4-2-62 0 0,-74 112 923 0 0,70-106-1008 0 0,1 1 0 0 0,1 1-1 0 0,0-1 1 0 0,1 1-1 0 0,1 0 1 0 0,0 0-1 0 0,-1 17 1 0 0,4-29-51 0 0,1 1 1 0 0,-1-1-1 0 0,1 1 1 0 0,0-1-1 0 0,0 0 1 0 0,1 1-1 0 0,-1-1 1 0 0,1 1-1 0 0,0-1 1 0 0,-1 0-1 0 0,2 1 1 0 0,-1-1-1 0 0,0 0 1 0 0,1 0-1 0 0,-1 0 1 0 0,1 0-1 0 0,0 0 1 0 0,0 0-1 0 0,0 0 1 0 0,0-1-1 0 0,1 1 1 0 0,-1-1-1 0 0,1 1 1 0 0,-1-1-1 0 0,1 0 1 0 0,0 0-1 0 0,0 0 1 0 0,0-1-1 0 0,0 1 1 0 0,4 1-1 0 0,-1-1-141 0 0,-1-1 0 0 0,1 1 0 0 0,0-1 1 0 0,0-1-1 0 0,0 1 0 0 0,0-1 0 0 0,-1 0 0 0 0,1 0 0 0 0,0-1 0 0 0,0 1 0 0 0,0-1 0 0 0,0-1 0 0 0,-1 1 0 0 0,1-1 0 0 0,-1 0 0 0 0,1 0 0 0 0,5-4 0 0 0,9-6-102 0 0,-2 0 0 0 0,1-2 0 0 0,-2 0 0 0 0,0-1 0 0 0,0-1 0 0 0,-2 0 0 0 0,0-1 0 0 0,14-22 0 0 0,0-3 908 0 0,-3-2 1 0 0,33-72-1 0 0,-53 101-67 0 0,-13 21 70 0 0,-12 25-32 0 0,10-11-484 0 0,1-1-1 0 0,1 1 1 0 0,1 1-1 0 0,-6 37 1 0 0,11-49-201 0 0,0 0 1 0 0,0 1 0 0 0,1-1-1 0 0,0 0 1 0 0,1 1-1 0 0,0-1 1 0 0,0 0 0 0 0,1 1-1 0 0,0-1 1 0 0,0 0-1 0 0,1 0 1 0 0,1 0 0 0 0,5 9-1 0 0,-7-14-147 0 0,0-1-1 0 0,0 0 0 0 0,1 0 0 0 0,0 0 1 0 0,0 0-1 0 0,0 0 0 0 0,0-1 0 0 0,0 1 1 0 0,0-1-1 0 0,1 0 0 0 0,-1 0 0 0 0,1 0 1 0 0,-1-1-1 0 0,6 3 0 0 0,-4-3-434 0 0,0 0 0 0 0,-1 0 1 0 0,1 0-1 0 0,0 0 0 0 0,0-1 0 0 0,0 0 0 0 0,5 0 1 0 0,10-3-2884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38 175 1236 0 0,'49'-66'9379'0'0,"-49"65"-9323"0"0,0 1 0 0 0,0 0 0 0 0,0-1 0 0 0,1 1 0 0 0,-1-1 0 0 0,0 1-1 0 0,0 0 1 0 0,1-1 0 0 0,-1 1 0 0 0,0 0 0 0 0,1-1 0 0 0,-1 1 0 0 0,0 0 0 0 0,1 0 0 0 0,-1-1 0 0 0,1 1 0 0 0,-1 0 0 0 0,0 0 0 0 0,1 0-1 0 0,-1-1 1 0 0,1 1 0 0 0,-1 0 0 0 0,1 0 0 0 0,-1 0 0 0 0,1 0 0 0 0,-1 0 0 0 0,1 0 0 0 0,-1 0 0 0 0,0 0 0 0 0,1 0 0 0 0,-1 0 0 0 0,1 0-1 0 0,-1 0 1 0 0,1 0 0 0 0,-1 0 0 0 0,1 1 0 0 0,-1-1 0 0 0,0 0 0 0 0,1 0 0 0 0,-1 0 0 0 0,1 1 0 0 0,-1-1 0 0 0,0 0 0 0 0,1 1 0 0 0,9 14 1229 0 0,-8-8-1088 0 0,-1 0 0 0 0,0 0-1 0 0,-1 1 1 0 0,1-1-1 0 0,-1 0 1 0 0,-1 0 0 0 0,0 1-1 0 0,-1 8 1 0 0,-18 59 258 0 0,14-59-357 0 0,1 4-20 0 0,-2 0-1 0 0,-1 0 1 0 0,0-1-1 0 0,-2 0 1 0 0,-16 25 0 0 0,26-44-74 0 0,-1 1 0 0 0,1 0 1 0 0,0-1-1 0 0,-1 1 0 0 0,0-1 1 0 0,1 1-1 0 0,-1-1 1 0 0,1 1-1 0 0,-1-1 0 0 0,0 1 1 0 0,1-1-1 0 0,-1 0 0 0 0,0 1 1 0 0,1-1-1 0 0,-1 0 0 0 0,0 0 1 0 0,1 1-1 0 0,-1-1 1 0 0,0 0-1 0 0,0 0 0 0 0,1 0 1 0 0,-1 0-1 0 0,0 0 0 0 0,0 0 1 0 0,0 0-1 0 0,1 0 1 0 0,-1 0-1 0 0,0 0 0 0 0,1-1 1 0 0,-2 1-1 0 0,1 0-7 0 0,0-2 6 0 0,1 0 0 0 0,-1 1 0 0 0,1-1 0 0 0,0 0 0 0 0,-1 0 1 0 0,1 1-1 0 0,0-1 0 0 0,0 0 0 0 0,0 1 0 0 0,0-1 0 0 0,1 0 0 0 0,-1 0 1 0 0,0 1-1 0 0,2-4 0 0 0,6-23-7 0 0,2 1 1 0 0,1 0 0 0 0,2 0-1 0 0,0 1 1 0 0,2 1-1 0 0,0 0 1 0 0,2 1-1 0 0,1 1 1 0 0,0 0 0 0 0,2 1-1 0 0,1 2 1 0 0,39-32-1 0 0,-49 45-8 0 0,-1 0-1 0 0,1 0 0 0 0,1 1 1 0 0,-1 1-1 0 0,1 0 0 0 0,0 1 1 0 0,0 0-1 0 0,0 0 1 0 0,14-1-1 0 0,-22 5 13 0 0,0-1 1 0 0,1 0-1 0 0,-1 1 0 0 0,0 0 1 0 0,0 0-1 0 0,1 1 0 0 0,-1-1 0 0 0,0 1 1 0 0,1 0-1 0 0,-1 0 0 0 0,0 0 1 0 0,0 0-1 0 0,0 1 0 0 0,0 0 1 0 0,0 0-1 0 0,0 0 0 0 0,-1 0 1 0 0,1 0-1 0 0,-1 1 0 0 0,1 0 1 0 0,-1 0-1 0 0,0 0 0 0 0,0 0 1 0 0,0 0-1 0 0,0 0 0 0 0,-1 1 1 0 0,0-1-1 0 0,1 1 0 0 0,2 7 1 0 0,-4-7 8 0 0,1 1 0 0 0,-1 0 1 0 0,0-1-1 0 0,0 1 1 0 0,-1 0-1 0 0,0 0 0 0 0,1 0 1 0 0,-2-1-1 0 0,1 1 0 0 0,0 0 1 0 0,-1 0-1 0 0,0-1 1 0 0,0 1-1 0 0,-1 0 0 0 0,-1 5 1 0 0,-6 9 8 0 0,1 1 0 0 0,-15 20 0 0 0,12-20-8 0 0,-22 34 22 0 0,22-39-490 0 0,1 1 1 0 0,1 1-1 0 0,0 0 1 0 0,1 0-1 0 0,-9 30 1 0 0,16-44 167 0 0,0 0-1 0 0,1 0 1 0 0,0 0 0 0 0,-1 0 0 0 0,1-1 0 0 0,0 1 0 0 0,0 0-1 0 0,2 5 1 0 0,7 10-4669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1015 1976 0 0,'5'-9'740'0'0,"1"0"0"0"0,-2 0 0 0 0,1-1 0 0 0,-1 1 0 0 0,0-1 0 0 0,-1 0 0 0 0,0 0 0 0 0,-1 0 0 0 0,0-1 0 0 0,0-11 0 0 0,-1 18-612 0 0,-1 0 0 0 0,0 1 0 0 0,0-1 0 0 0,-1 0 0 0 0,1 0 0 0 0,-1 0 0 0 0,0 1 0 0 0,0-1 0 0 0,0 0-1 0 0,0 1 1 0 0,-1-1 0 0 0,0 1 0 0 0,1-1 0 0 0,-1 1 0 0 0,0 0 0 0 0,-1 0 0 0 0,1 0 0 0 0,-1 0-1 0 0,1 0 1 0 0,-1 1 0 0 0,0-1 0 0 0,0 1 0 0 0,0-1 0 0 0,0 1 0 0 0,0 0 0 0 0,-1 0 0 0 0,1 1 0 0 0,0-1-1 0 0,-1 1 1 0 0,-7-3 0 0 0,-1 2 16 0 0,0-1 0 0 0,0 2-1 0 0,0 0 1 0 0,-1 0 0 0 0,1 1-1 0 0,0 1 1 0 0,0 0-1 0 0,-1 0 1 0 0,1 2 0 0 0,0-1-1 0 0,0 1 1 0 0,1 1 0 0 0,-20 9-1 0 0,17-7-80 0 0,-1 2 0 0 0,1-1-1 0 0,0 2 1 0 0,1 0-1 0 0,0 1 1 0 0,0 0 0 0 0,1 1-1 0 0,1 0 1 0 0,0 1-1 0 0,-10 13 1 0 0,14-14-38 0 0,0 0-1 0 0,0 1 1 0 0,1 0 0 0 0,0 0-1 0 0,1 0 1 0 0,1 1 0 0 0,0-1 0 0 0,-4 27-1 0 0,7-34-16 0 0,0 1 0 0 0,1-1 0 0 0,0 1 0 0 0,0-1 0 0 0,0 1 0 0 0,0-1-1 0 0,1 1 1 0 0,0-1 0 0 0,0 1 0 0 0,1-1 0 0 0,0 0 0 0 0,-1 0 0 0 0,2 1 0 0 0,-1-1-1 0 0,1-1 1 0 0,-1 1 0 0 0,1 0 0 0 0,1-1 0 0 0,-1 1 0 0 0,1-1 0 0 0,-1 0-1 0 0,1 0 1 0 0,8 6 0 0 0,-5-6 0 0 0,0 1 1 0 0,0-1-1 0 0,1 0 0 0 0,-1-1 0 0 0,1 0 0 0 0,0 0 0 0 0,0-1 0 0 0,0 0 1 0 0,1 0-1 0 0,10 1 0 0 0,-6-3-1 0 0,0 0-1 0 0,0 0 1 0 0,0-1 0 0 0,-1-1 0 0 0,1 0 0 0 0,14-4 0 0 0,0-3 5 0 0,0-1 1 0 0,0-1 0 0 0,-1-2 0 0 0,-1 0-1 0 0,32-24 1 0 0,-21 12-46 0 0,-2-3-1 0 0,-1 0 1 0 0,-1-3-1 0 0,-2 0 1 0 0,49-65-1 0 0,-49 53-111 0 0,-2-1-1 0 0,-2-2 0 0 0,-2 0 1 0 0,26-75-1 0 0,-37 84 89 0 0,-2 0 0 0 0,-2-1 1 0 0,-1 0-1 0 0,4-66 0 0 0,-11 80 40 0 0,-1 1 0 0 0,-1-1-1 0 0,-1 0 1 0 0,-1 0 0 0 0,-1 1 0 0 0,-1-1 0 0 0,-1 1-1 0 0,-16-40 1 0 0,18 56 14 0 0,1 1 1 0 0,0-1-1 0 0,-1 1 0 0 0,0 0 1 0 0,-1 0-1 0 0,1 1 0 0 0,-1-1 1 0 0,0 1-1 0 0,-1 0 0 0 0,1 0 0 0 0,-8-4 1 0 0,10 7 8 0 0,0 1 0 0 0,0-1 0 0 0,0 1 0 0 0,0-1 0 0 0,0 1 1 0 0,0 0-1 0 0,0 0 0 0 0,-1 1 0 0 0,1-1 0 0 0,0 1 0 0 0,-1 0 0 0 0,1-1 1 0 0,0 1-1 0 0,-1 1 0 0 0,1-1 0 0 0,0 0 0 0 0,-1 1 0 0 0,1 0 0 0 0,0 0 0 0 0,0 0 1 0 0,-1 0-1 0 0,1 0 0 0 0,0 1 0 0 0,0-1 0 0 0,1 1 0 0 0,-5 2 0 0 0,-3 4 37 0 0,1 1-1 0 0,-1-1 1 0 0,2 2-1 0 0,-1-1 1 0 0,1 1-1 0 0,1 0 0 0 0,0 1 1 0 0,0 0-1 0 0,1 0 1 0 0,-7 18-1 0 0,-4 14 47 0 0,-17 67 0 0 0,33-105-83 0 0,-25 97 87 0 0,5 0-1 0 0,4 1 1 0 0,-4 160-1 0 0,20-235-360 0 0,2 0-1 0 0,1 0 1 0 0,1 0 0 0 0,1-1-1 0 0,13 45 1 0 0,-14-61-261 0 0,1 0 0 0 0,0-1-1 0 0,1 1 1 0 0,1-1 0 0 0,-1 0 0 0 0,1 0 0 0 0,1 0 0 0 0,0-1 0 0 0,0 0-1 0 0,1 0 1 0 0,0-1 0 0 0,1 0 0 0 0,0-1 0 0 0,0 0 0 0 0,0 0 0 0 0,13 6 0 0 0,4 0-3654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6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327 241 1912 0 0,'7'-23'2496'0'0,"6"-36"-1"0"0,-11 51-2074 0 0,-1 0 0 0 0,-1 0 0 0 0,0 0 0 0 0,0 0 0 0 0,0-1 0 0 0,-1 1 0 0 0,0 0 0 0 0,-3-9 0 0 0,4 15-322 0 0,-1 0 0 0 0,0-1-1 0 0,0 1 1 0 0,0 0 0 0 0,0 0-1 0 0,0 1 1 0 0,0-1 0 0 0,0 0 0 0 0,0 0-1 0 0,-1 0 1 0 0,1 1 0 0 0,-1-1-1 0 0,1 1 1 0 0,-1-1 0 0 0,0 1-1 0 0,0 0 1 0 0,1-1 0 0 0,-1 1 0 0 0,0 0-1 0 0,-4-1 1 0 0,3 1 16 0 0,0 0-1 0 0,-1 1 1 0 0,0-1 0 0 0,1 1-1 0 0,-1 0 1 0 0,1 0-1 0 0,-1 0 1 0 0,1 1 0 0 0,-1-1-1 0 0,1 1 1 0 0,-6 1 0 0 0,-3 3 109 0 0,0 0 0 0 0,0 0 1 0 0,0 1-1 0 0,1 0 0 0 0,-19 15 1 0 0,13-7-71 0 0,0 0 0 0 0,2 1 1 0 0,-1 1-1 0 0,2 0 0 0 0,-24 35 1 0 0,29-37-112 0 0,2 0 0 0 0,-1 0 0 0 0,2 0 0 0 0,0 1 0 0 0,1 0 0 0 0,0 0 0 0 0,1 1 0 0 0,-4 30 0 0 0,8-42-35 0 0,0 1 1 0 0,-1 0 0 0 0,2 0-1 0 0,-1 0 1 0 0,0 0 0 0 0,1 0-1 0 0,0-1 1 0 0,0 1 0 0 0,1 0 0 0 0,-1 0-1 0 0,1-1 1 0 0,0 1 0 0 0,0-1-1 0 0,1 0 1 0 0,-1 0 0 0 0,1 0 0 0 0,0 0-1 0 0,0 0 1 0 0,0 0 0 0 0,0-1-1 0 0,1 1 1 0 0,0-1 0 0 0,0 0 0 0 0,-1 0-1 0 0,7 3 1 0 0,-4-3-5 0 0,0 0-1 0 0,0-1 1 0 0,0 0 0 0 0,0 0-1 0 0,0 0 1 0 0,0-1 0 0 0,0 0-1 0 0,1 0 1 0 0,-1-1 0 0 0,0 0-1 0 0,1 0 1 0 0,-1 0 0 0 0,0-1-1 0 0,0 0 1 0 0,1 0 0 0 0,-1 0 0 0 0,0-1-1 0 0,0 0 1 0 0,8-3 0 0 0,-1-2-5 0 0,0 0 0 0 0,-1-1 0 0 0,0 0 0 0 0,0-1 0 0 0,-1-1 0 0 0,0 1 0 0 0,0-2 0 0 0,10-12 0 0 0,7-14-35 0 0,30-50-1 0 0,-24 34-25 0 0,-28 40-1 0 0,-13 16 28 0 0,3-1 35 0 0,1 1 0 0 0,0 0 0 0 0,0 0 0 0 0,0 0 0 0 0,1 0 0 0 0,-3 4 0 0 0,2-2 9 0 0,-12 23 30 0 0,0 1 0 0 0,-12 38-1 0 0,24-60-31 0 0,1 1 0 0 0,0 0 0 0 0,0-1-1 0 0,1 1 1 0 0,0 0 0 0 0,0 0 0 0 0,1 0 0 0 0,0 0-1 0 0,0-1 1 0 0,1 1 0 0 0,0 0 0 0 0,0 0-1 0 0,1 0 1 0 0,0-1 0 0 0,3 8 0 0 0,-3-11-1 0 0,0-1 0 0 0,-1 0 0 0 0,2 1 0 0 0,-1-1 0 0 0,0 0 0 0 0,0-1 0 0 0,1 1 0 0 0,0 0 0 0 0,0-1 0 0 0,-1 1 0 0 0,1-1 1 0 0,1 0-1 0 0,-1 0 0 0 0,0 0 0 0 0,4 2 0 0 0,-1-2 0 0 0,0 0 0 0 0,-1-1 0 0 0,1 1 1 0 0,0-1-1 0 0,0-1 0 0 0,0 1 0 0 0,0-1 0 0 0,11 0 0 0 0,-3-2 2 0 0,0-1 0 0 0,0 1 0 0 0,-1-2-1 0 0,1 0 1 0 0,-1-1 0 0 0,0 0 0 0 0,17-10-1 0 0,-7 0-7 0 0,-1 0-1 0 0,0-1 0 0 0,-2-1 1 0 0,0-1-1 0 0,-1-1 1 0 0,0-1-1 0 0,-2 0 0 0 0,0-1 1 0 0,-2-1-1 0 0,0-1 0 0 0,-2 0 1 0 0,0-1-1 0 0,-1 0 1 0 0,-2-1-1 0 0,9-30 0 0 0,-17 48-6 0 0,-1-1-1 0 0,0 1 0 0 0,0-1 0 0 0,0 1 1 0 0,-1-1-1 0 0,0 0 0 0 0,-1 1 1 0 0,0-1-1 0 0,0 1 0 0 0,0-1 0 0 0,-5-11 1 0 0,5 15 8 0 0,0 1 0 0 0,-1 0 1 0 0,0 0-1 0 0,1 0 0 0 0,-1 0 1 0 0,0 0-1 0 0,0 0 0 0 0,0 1 0 0 0,-1-1 1 0 0,1 1-1 0 0,-1-1 0 0 0,1 1 1 0 0,-1 0-1 0 0,0 0 0 0 0,0 0 1 0 0,0 0-1 0 0,0 1 0 0 0,0-1 1 0 0,0 1-1 0 0,-1 0 0 0 0,1 0 0 0 0,0 0 1 0 0,-1 0-1 0 0,1 0 0 0 0,-1 1 1 0 0,1 0-1 0 0,-1-1 0 0 0,1 1 1 0 0,-5 1-1 0 0,2 0 24 0 0,0 0 0 0 0,0 0 0 0 0,0 0 1 0 0,1 1-1 0 0,-1 0 0 0 0,0 0 0 0 0,1 0 0 0 0,-1 1 1 0 0,1 0-1 0 0,0 0 0 0 0,0 1 0 0 0,0-1 0 0 0,0 1 0 0 0,-6 6 1 0 0,9-8-17 0 0,1 1 1 0 0,-1-1-1 0 0,0 0 1 0 0,1 0-1 0 0,-1 1 1 0 0,1-1-1 0 0,0 1 1 0 0,-1-1 0 0 0,1 1-1 0 0,1 0 1 0 0,-1-1-1 0 0,0 1 1 0 0,1 0-1 0 0,-1 0 1 0 0,1-1-1 0 0,0 1 1 0 0,0 0-1 0 0,0 0 1 0 0,0 0 0 0 0,0-1-1 0 0,1 1 1 0 0,-1 0-1 0 0,1 0 1 0 0,0-1-1 0 0,-1 1 1 0 0,1 0-1 0 0,1-1 1 0 0,-1 1-1 0 0,0-1 1 0 0,1 0 0 0 0,-1 1-1 0 0,1-1 1 0 0,0 0-1 0 0,0 0 1 0 0,2 2-1 0 0,4 5 5 0 0,2 0 0 0 0,-1-1-1 0 0,1-1 1 0 0,1 0-1 0 0,-1 0 1 0 0,1-1 0 0 0,0 0-1 0 0,1-1 1 0 0,-1 0 0 0 0,1-1-1 0 0,0 0 1 0 0,18 2-1 0 0,-4-1-1 0 0,0-1 1 0 0,0-2-1 0 0,0-1 0 0 0,53-3 0 0 0,-56-2-8 0 0,1 0 0 0 0,-1-1 0 0 0,0-2 0 0 0,0 0 0 0 0,0-1 0 0 0,23-13 0 0 0,-6 0-18 0 0,-2-2-1 0 0,47-36 0 0 0,-84 59 14 0 0,-1 0 0 0 0,0 0 0 0 0,0 0 0 0 0,0 0-1 0 0,1 0 1 0 0,-1 0 0 0 0,0 0 0 0 0,0 0 0 0 0,0 0 0 0 0,1 0-1 0 0,-1-1 1 0 0,0 1 0 0 0,0 0 0 0 0,0 0 0 0 0,0 0-1 0 0,0 0 1 0 0,1 0 0 0 0,-1 0 0 0 0,0-1 0 0 0,0 1-1 0 0,0 0 1 0 0,0 0 0 0 0,0 0 0 0 0,0 0 0 0 0,0-1 0 0 0,0 1-1 0 0,1 0 1 0 0,-1 0 0 0 0,0 0 0 0 0,0-1 0 0 0,0 1-1 0 0,0 0 1 0 0,0 0 0 0 0,0 0 0 0 0,0-1 0 0 0,0 1 0 0 0,0 0-1 0 0,0 0 1 0 0,0 0 0 0 0,0 0 0 0 0,0-1 0 0 0,-1 1-1 0 0,1 0 1 0 0,0 0 0 0 0,-12 4-22 0 0,-21 17 79 0 0,2 2 1 0 0,1 1 0 0 0,-34 33-1 0 0,50-42-15 0 0,0 0 0 0 0,2 1 0 0 0,-1 0 0 0 0,2 1 0 0 0,0 0 0 0 0,1 1 0 0 0,1 0 0 0 0,-7 20 0 0 0,14-33-36 0 0,0 0 1 0 0,1 0-1 0 0,-1 0 0 0 0,1 0 0 0 0,1 0 1 0 0,-1 0-1 0 0,1 0 0 0 0,-1 0 0 0 0,2 0 1 0 0,-1 0-1 0 0,0 0 0 0 0,1 0 0 0 0,0 0 1 0 0,0 0-1 0 0,1 0 0 0 0,-1 0 0 0 0,1 0 1 0 0,0 0-1 0 0,1-1 0 0 0,-1 1 0 0 0,1-1 1 0 0,-1 1-1 0 0,1-1 0 0 0,1 0 1 0 0,-1 0-1 0 0,1-1 0 0 0,-1 1 0 0 0,1-1 1 0 0,0 0-1 0 0,0 0 0 0 0,0 0 0 0 0,1 0 1 0 0,-1-1-1 0 0,1 1 0 0 0,6 1 0 0 0,1 1 7 0 0,0-1 0 0 0,1 0-1 0 0,0 0 1 0 0,0-2-1 0 0,0 0 1 0 0,0 0-1 0 0,1-1 1 0 0,16-1 0 0 0,-10-1-3 0 0,1-2 1 0 0,-1 0-1 0 0,-1-1 1 0 0,38-13-1 0 0,-22 3 1 0 0,0-2 0 0 0,-1-1 0 0 0,0-2 0 0 0,-2-1-1 0 0,40-33 1 0 0,-19 8-20 0 0,-2-2 0 0 0,-2-2 0 0 0,-2-3 1 0 0,44-63-1 0 0,-82 105-28 0 0,-9 10 38 0 0,0 0-1 0 0,0 0 0 0 0,0 0 1 0 0,0 0-1 0 0,0 0 0 0 0,0 0 1 0 0,0 0-1 0 0,0 0 0 0 0,0 0 1 0 0,0 0-1 0 0,0 0 0 0 0,0 0 0 0 0,0 0 1 0 0,0 0-1 0 0,0 0 0 0 0,0 0 1 0 0,0 0-1 0 0,0 0 0 0 0,0 0 1 0 0,0 0-1 0 0,0 0 0 0 0,0 0 1 0 0,0 0-1 0 0,0 0 0 0 0,0 0 1 0 0,0 0-1 0 0,0 0 0 0 0,0 0 1 0 0,1 0-1 0 0,-1 0 0 0 0,0 0 1 0 0,0 0-1 0 0,0 0 0 0 0,0 0 1 0 0,0 0-1 0 0,0 0 0 0 0,0 0 1 0 0,0 0-1 0 0,0 0 0 0 0,0 0 0 0 0,0 0 1 0 0,0 0-1 0 0,0 0 0 0 0,-9 21-35 0 0,-1-1 32 0 0,7-8 15 0 0,-1-1 0 0 0,2 0 1 0 0,-1 1-1 0 0,1-1 0 0 0,1 1 0 0 0,0 0 1 0 0,1 0-1 0 0,0-1 0 0 0,1 1 0 0 0,0 0 1 0 0,1 0-1 0 0,6 19 0 0 0,-6-22-5 0 0,2-1 1 0 0,-1 0-1 0 0,1 0 0 0 0,0 0 0 0 0,1 0 0 0 0,0-1 1 0 0,0 0-1 0 0,0 0 0 0 0,1 0 0 0 0,0-1 0 0 0,1 1 1 0 0,0-2-1 0 0,-1 1 0 0 0,2-1 0 0 0,-1 0 0 0 0,1 0 1 0 0,10 5-1 0 0,-9-6 0 0 0,0-1 0 0 0,0 0 0 0 0,0 0 0 0 0,1 0 0 0 0,-1-2 0 0 0,1 1 0 0 0,-1-1 0 0 0,1 0 0 0 0,-1-1 0 0 0,1 0-1 0 0,15-2 1 0 0,-11-1 1 0 0,-1 0-1 0 0,0-1 0 0 0,0 0 1 0 0,0-1-1 0 0,-1-1 0 0 0,0 0 1 0 0,16-10-1 0 0,5-8 3 0 0,-2 0 0 0 0,-1-3 0 0 0,0 0 0 0 0,39-49 0 0 0,-8 1-104 0 0,-60 74 78 0 0,-4 2-8 0 0,1 1 24 0 0,0 0 0 0 0,0-1 0 0 0,-1 1 1 0 0,1 0-1 0 0,0 0 0 0 0,0 0 0 0 0,1 1 0 0 0,-1-1 1 0 0,-1 3-1 0 0,-1 0 3 0 0,-223 313 1982 0 0,23 18-492 0 0,-13 22-428 0 0,95-182-561 0 0,90-135-375 0 0,-1-2 1 0 0,-51 46 0 0 0,63-67-83 0 0,0-1 1 0 0,0-1-1 0 0,-2-1 1 0 0,0-1-1 0 0,-48 22 1 0 0,53-30-29 0 0,0 0 0 0 0,0-1 0 0 0,-1 0 0 0 0,1-2 0 0 0,-1 0 0 0 0,0-1 0 0 0,0-1 0 0 0,0-1 0 0 0,-29-3 0 0 0,37 2-10 0 0,0-1 0 0 0,-1 0 0 0 0,1-1 0 0 0,0 0 0 0 0,1-1-1 0 0,-1 0 1 0 0,0-1 0 0 0,1 0 0 0 0,0 0 0 0 0,0-2 0 0 0,-10-7 0 0 0,15 10-2 0 0,1 0 1 0 0,-1-1 0 0 0,1 0 0 0 0,0 0 0 0 0,0 0 0 0 0,0 0 0 0 0,1-1 0 0 0,0 1 0 0 0,0-1 0 0 0,0 0 0 0 0,0 0 0 0 0,1 0 0 0 0,0 0 0 0 0,1 0-1 0 0,-1-1 1 0 0,1 1 0 0 0,0-1 0 0 0,1 1 0 0 0,0 0 0 0 0,0-1 0 0 0,1-8 0 0 0,2-1 3 0 0,0 1 0 0 0,1-1 0 0 0,1 0 0 0 0,0 1-1 0 0,1 0 1 0 0,1 0 0 0 0,0 1 0 0 0,1-1 0 0 0,1 2 0 0 0,0-1 0 0 0,1 1 0 0 0,0 1 0 0 0,24-23-1 0 0,-8 11-215 0 0,1 2 0 0 0,2 0 1 0 0,0 2-1 0 0,1 1 0 0 0,46-21 0 0 0,-9 11-1117 0 0,1 2 1 0 0,92-22-1 0 0,147-18-7426 0 0,-258 57 6368 0 0,37-6-4385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7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652 35 2364 0 0,'33'-34'7426'0'0,"-42"62"-4907"0"0,-187 363 2803 0 0,162-329-4993 0 0,25-45-262 0 0,-203 413 982 0 0,196-388-1000 0 0,-29 62 320 0 0,60-125-311 0 0,-6 8-40 0 0,14-28-14 0 0,1 1 1 0 0,1 1-1 0 0,48-55 0 0 0,-63 83-10 0 0,0 1 0 0 0,0 0 0 0 0,1 0 0 0 0,1 1-1 0 0,-1 1 1 0 0,2 0 0 0 0,-1 1 0 0 0,1 0 0 0 0,0 1-1 0 0,0 0 1 0 0,1 1 0 0 0,-1 1 0 0 0,1 0 0 0 0,0 1 0 0 0,28-3-1 0 0,-34 5 9 0 0,0 1 0 0 0,0 0-1 0 0,0 1 1 0 0,0 0 0 0 0,0 0-1 0 0,0 1 1 0 0,0-1-1 0 0,0 2 1 0 0,0-1 0 0 0,-1 1-1 0 0,1 1 1 0 0,-1-1-1 0 0,0 1 1 0 0,0 0 0 0 0,0 1-1 0 0,-1 0 1 0 0,1 0-1 0 0,-1 0 1 0 0,-1 1 0 0 0,10 10-1 0 0,-9-7 36 0 0,1 1 0 0 0,-1 0 1 0 0,-1 0-1 0 0,1 0 0 0 0,-2 1 0 0 0,0 0 0 0 0,0 0 0 0 0,-1 0 0 0 0,0 0 0 0 0,-1 0 1 0 0,0 1-1 0 0,-1-1 0 0 0,0 23 0 0 0,-2-11 32 0 0,-1-1 0 0 0,0 0 1 0 0,-2 1-1 0 0,-1-1 0 0 0,-1 0 1 0 0,0-1-1 0 0,-2 1 0 0 0,0-2 1 0 0,-22 39-1 0 0,24-50-12 0 0,0 0 1 0 0,0-1-1 0 0,-1 0 0 0 0,-1 0 1 0 0,1 0-1 0 0,-1-1 0 0 0,-1 0 0 0 0,1 0 1 0 0,-18 9-1 0 0,18-12-27 0 0,0 0-1 0 0,-1-1 1 0 0,1 0-1 0 0,-1-1 1 0 0,0 1-1 0 0,1-2 1 0 0,-1 1 0 0 0,0-1-1 0 0,0-1 1 0 0,0 0-1 0 0,0 0 1 0 0,0 0-1 0 0,-10-3 1 0 0,-6-2-18 0 0,1-1 0 0 0,0-1 1 0 0,1-2-1 0 0,-1 0 0 0 0,1-1 0 0 0,1-1 1 0 0,0-2-1 0 0,-23-16 0 0 0,-3-7-4 0 0,2-2-1 0 0,-52-53 1 0 0,88 81-36 0 0,5 5-90 0 0,-1 0 0 0 0,1-1 1 0 0,-1 1-1 0 0,2-1 0 0 0,-1-1 1 0 0,1 1-1 0 0,-4-8 0 0 0,8 14 65 0 0,-1-1 0 0 0,1 1 0 0 0,0-1 0 0 0,0 1 0 0 0,0 0-1 0 0,0-1 1 0 0,0 1 0 0 0,0-1 0 0 0,0 1 0 0 0,0-1 0 0 0,0 1 0 0 0,0-1-1 0 0,0 1 1 0 0,0 0 0 0 0,0-1 0 0 0,0 1 0 0 0,0-1 0 0 0,0 1 0 0 0,0-1-1 0 0,1 1 1 0 0,-1-1 0 0 0,0 1 0 0 0,0 0 0 0 0,0-1 0 0 0,1 1 0 0 0,-1 0-1 0 0,0-1 1 0 0,1 1 0 0 0,-1 0 0 0 0,0-1 0 0 0,1 1 0 0 0,-1 0 0 0 0,0-1 0 0 0,1 1-1 0 0,-1 0 1 0 0,1-1 0 0 0,21-2-2346 0 0,80 14-4923 0 0,-89-9 5686 0 0,23 3-3522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8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151 614 2056 0 0,'81'-72'12195'0'0,"-97"88"-10829"0"0,-25 36-438 0 0,3 1-1 0 0,-59 111 1 0 0,88-147-867 0 0,1 1 1 0 0,-6 19-1 0 0,12-30-39 0 0,0 0 0 0 0,1 0 0 0 0,-1 0 0 0 0,1 0 0 0 0,1 0 1 0 0,-1 0-1 0 0,1 1 0 0 0,2 11 0 0 0,-2-17-17 0 0,1 1 0 0 0,-1-1 0 0 0,1 0 0 0 0,0 1 1 0 0,0-1-1 0 0,0 0 0 0 0,1 1 0 0 0,-1-1 0 0 0,0 0 0 0 0,1 0 0 0 0,-1 0 0 0 0,1 0 0 0 0,0-1 1 0 0,0 1-1 0 0,0 0 0 0 0,0-1 0 0 0,0 1 0 0 0,0-1 0 0 0,0 1 0 0 0,0-1 0 0 0,0 0 0 0 0,1 0 1 0 0,-1 0-1 0 0,0 0 0 0 0,1-1 0 0 0,-1 1 0 0 0,1-1 0 0 0,-1 1 0 0 0,1-1 0 0 0,-1 0 0 0 0,1 0 1 0 0,3 0-1 0 0,3 0 1 0 0,-1-1 0 0 0,1 0 1 0 0,0 0-1 0 0,-1-1 1 0 0,0 0-1 0 0,1-1 0 0 0,-1 0 1 0 0,10-4-1 0 0,3-5-23 0 0,-2 0 1 0 0,0-2-1 0 0,0 0 0 0 0,-1-1 0 0 0,-1 0 0 0 0,-1-2 1 0 0,0 0-1 0 0,13-19 0 0 0,13-22-156 0 0,43-79 0 0 0,-68 109 138 0 0,-10 17 9 0 0,1-1 0 0 0,-2 0 0 0 0,0 0 0 0 0,0 0 0 0 0,5-19 0 0 0,-11 29 0 0 0,0 2 26 0 0,0 0-1 0 0,0 0 1 0 0,0 0-1 0 0,0 1 1 0 0,0-1 0 0 0,0 0-1 0 0,0 0 1 0 0,0 0-1 0 0,0 0 1 0 0,0 0 0 0 0,0 0-1 0 0,-1 0 1 0 0,1 0-1 0 0,0 0 1 0 0,0 0 0 0 0,0 0-1 0 0,0 0 1 0 0,0 0-1 0 0,0 0 1 0 0,0 0 0 0 0,0 1-1 0 0,-1-1 1 0 0,1 0-1 0 0,0 0 1 0 0,0 0-1 0 0,0 0 1 0 0,0 0 0 0 0,0 0-1 0 0,0 0 1 0 0,0-1-1 0 0,-1 1 1 0 0,1 0 0 0 0,0 0-1 0 0,0 0 1 0 0,0 0-1 0 0,0 0 1 0 0,0 0 0 0 0,0 0-1 0 0,0 0 1 0 0,0 0-1 0 0,-1 0 1 0 0,1 0 0 0 0,0 0-1 0 0,0 0 1 0 0,0 0-1 0 0,0 0 1 0 0,0-1 0 0 0,0 1-1 0 0,0 0 1 0 0,0 0-1 0 0,0 0 1 0 0,0 0 0 0 0,0 0-1 0 0,0 0 1 0 0,0 0-1 0 0,0 0 1 0 0,0-1 0 0 0,0 1-1 0 0,0 0 1 0 0,0 0-1 0 0,0 0 1 0 0,0 0 0 0 0,0 0-1 0 0,0 0 1 0 0,-11 13 47 0 0,-8 20 115 0 0,9-10-99 0 0,1-1 0 0 0,1 1 0 0 0,1 0 0 0 0,0 1-1 0 0,2 0 1 0 0,-3 39 0 0 0,7-55-54 0 0,1 1-1 0 0,0-1 0 0 0,1 1 1 0 0,-1-1-1 0 0,2 0 0 0 0,-1 1 0 0 0,1-1 1 0 0,0 0-1 0 0,1 0 0 0 0,0 0 1 0 0,0 0-1 0 0,1 0 0 0 0,0-1 0 0 0,0 1 1 0 0,0-1-1 0 0,1 0 0 0 0,0-1 1 0 0,1 1-1 0 0,0-1 0 0 0,0 0 1 0 0,0 0-1 0 0,9 6 0 0 0,-5-6-49 0 0,-1-1-1 0 0,0 1 0 0 0,1-2 1 0 0,0 1-1 0 0,0-2 1 0 0,1 1-1 0 0,-1-1 1 0 0,0-1-1 0 0,1 0 0 0 0,0 0 1 0 0,14 0-1 0 0,-11-2-180 0 0,1-1-1 0 0,0-1 0 0 0,-1 0 0 0 0,1-1 0 0 0,-1 0 0 0 0,0-1 1 0 0,22-9-1 0 0,-8-1-200 0 0,-1 0 1 0 0,-1-2 0 0 0,0 0-1 0 0,-1-2 1 0 0,-1-1-1 0 0,-1-1 1 0 0,31-34 0 0 0,-7 0-11 0 0,-2-3 0 0 0,-3-1 0 0 0,60-108 1 0 0,-58 79 478 0 0,-3-3 1 0 0,35-112 0 0 0,-48 123 748 0 0,-25 68-437 0 0,-7 9 150 0 0,-9 17 208 0 0,-11 31 150 0 0,1 1 1 0 0,-26 81-1 0 0,22-54-146 0 0,-129 371 1989 0 0,153-436-2654 0 0,1 0-1 0 0,0 0 1 0 0,0 0 0 0 0,1 0-1 0 0,0 0 1 0 0,1 0 0 0 0,0 12-1 0 0,0-18-163 0 0,1-1 0 0 0,-1 1 0 0 0,1-1 0 0 0,-1 1 0 0 0,1-1 0 0 0,0 1-1 0 0,0-1 1 0 0,0 1 0 0 0,0-1 0 0 0,0 0 0 0 0,1 1 0 0 0,-1-1 0 0 0,1 0-1 0 0,-1 0 1 0 0,1 0 0 0 0,0 0 0 0 0,0 0 0 0 0,0-1 0 0 0,0 1 0 0 0,0-1 0 0 0,0 1-1 0 0,0-1 1 0 0,1 0 0 0 0,-1 1 0 0 0,0-1 0 0 0,1 0 0 0 0,-1-1 0 0 0,1 1-1 0 0,4 1 1 0 0,-1-2-686 0 0,0 1 1 0 0,0-1-1 0 0,-1 0 0 0 0,1 0 0 0 0,0 0 0 0 0,0-1 1 0 0,-1 0-1 0 0,1 0 0 0 0,-1 0 0 0 0,1-1 1 0 0,6-3-1 0 0,13-6-4690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8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196 100 1928 0 0,'-56'-26'3232'0'0,"-78"-38"5857"0"0,134 64-9052 0 0,-1 0-1 0 0,1 0 1 0 0,0 0-1 0 0,0 0 1 0 0,0 0-1 0 0,-1 0 1 0 0,1 0-1 0 0,0 0 1 0 0,0-1-1 0 0,0 1 1 0 0,-1 0-1 0 0,1 0 1 0 0,0 0 0 0 0,0 0-1 0 0,0 0 1 0 0,0 0-1 0 0,-1 0 1 0 0,1-1-1 0 0,0 1 1 0 0,0 0-1 0 0,0 0 1 0 0,0 0-1 0 0,0 0 1 0 0,-1-1-1 0 0,1 1 1 0 0,0 0-1 0 0,0 0 1 0 0,0 0-1 0 0,0-1 1 0 0,0 1-1 0 0,0 0 1 0 0,0 0-1 0 0,0 0 1 0 0,0-1-1 0 0,0 1 1 0 0,0 0-1 0 0,0 0 1 0 0,0-1-1 0 0,0 1 1 0 0,0 0-1 0 0,0 0 1 0 0,0 0-1 0 0,0-1 1 0 0,11-2 724 0 0,19 3-423 0 0,-29 0-316 0 0,57 6 335 0 0,68 14 1 0 0,-62-8-254 0 0,393 82-98 0 0,-154-22-6228 0 0,-259-61 4334 0 0,-19-5-1257 0 0,-2 0-998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49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8 115 52 0 0,'-2'-6'786'0'0,"0"0"-1"0"0,1 0 1 0 0,0 0-1 0 0,0-1 0 0 0,1 1 1 0 0,0 0-1 0 0,1-13 1 0 0,-1 16-619 0 0,1 0 0 0 0,0 0 0 0 0,-1 0 0 0 0,1 0 1 0 0,1 1-1 0 0,-1-1 0 0 0,0 0 0 0 0,1 1 0 0 0,-1-1 0 0 0,1 1 0 0 0,0-1 0 0 0,0 1 1 0 0,0 0-1 0 0,0 0 0 0 0,0 0 0 0 0,0 0 0 0 0,5-3 0 0 0,-6 4-116 0 0,1 0 0 0 0,0 1 0 0 0,0-1 0 0 0,0 1 0 0 0,-1-1 0 0 0,1 1 0 0 0,0 0-1 0 0,0-1 1 0 0,0 1 0 0 0,0 0 0 0 0,0 0 0 0 0,0 0 0 0 0,0 1 0 0 0,0-1 0 0 0,0 0 0 0 0,0 1 0 0 0,-1-1-1 0 0,3 2 1 0 0,31 14 459 0 0,-33-15-464 0 0,9 6 54 0 0,-1 0 0 0 0,0 1 0 0 0,0 0 0 0 0,-1 1 0 0 0,0 0 0 0 0,0 0-1 0 0,-1 1 1 0 0,0 0 0 0 0,-1 0 0 0 0,0 1 0 0 0,8 18 0 0 0,-5-8-21 0 0,-1 0 0 0 0,-1 1 0 0 0,-1 0-1 0 0,-1 0 1 0 0,5 35 0 0 0,-9-39-27 0 0,0 0-1 0 0,-2 0 1 0 0,0 0-1 0 0,-1 0 0 0 0,-1 0 1 0 0,0 0-1 0 0,-2 0 1 0 0,-5 18-1 0 0,7-29-35 0 0,0 0-1 0 0,0-1 0 0 0,-1 1 1 0 0,0 0-1 0 0,-1-1 0 0 0,0 0 1 0 0,1 0-1 0 0,-2 0 0 0 0,1 0 1 0 0,-1-1-1 0 0,0 1 0 0 0,0-1 1 0 0,0 0-1 0 0,-1-1 0 0 0,0 1 1 0 0,0-1-1 0 0,0 0 0 0 0,0-1 1 0 0,-1 0-1 0 0,1 0 1 0 0,-1 0-1 0 0,-11 3 0 0 0,16-6-14 0 0,-1 1 0 0 0,0 0 0 0 0,0-1 0 0 0,0 1 0 0 0,0-1 0 0 0,0 0-1 0 0,0 0 1 0 0,0 0 0 0 0,1-1 0 0 0,-1 1 0 0 0,0-1 0 0 0,0 1 0 0 0,0-1 0 0 0,0 0 0 0 0,1 0 0 0 0,-1 0-1 0 0,-5-3 1 0 0,6 2-5 0 0,0 0 0 0 0,0 0 1 0 0,0-1-1 0 0,0 1 0 0 0,1 0 0 0 0,-1-1 0 0 0,0 1 0 0 0,1-1 0 0 0,0 1 0 0 0,-1-1 0 0 0,1 1 0 0 0,0-1 0 0 0,1 0 0 0 0,-2-5 0 0 0,0-3-9 0 0,2 1-1 0 0,-1-1 1 0 0,1 0-1 0 0,1 0 1 0 0,0 1 0 0 0,0-1-1 0 0,6-19 1 0 0,-1 11 10 0 0,1 0 0 0 0,1 1 0 0 0,1 0 0 0 0,0 1 0 0 0,1-1 0 0 0,1 2 0 0 0,1 0 0 0 0,0 0 0 0 0,1 1 0 0 0,1 0 0 0 0,0 2 0 0 0,1-1 0 0 0,1 2 0 0 0,0 0 0 0 0,0 1 0 0 0,1 0 0 0 0,1 2 0 0 0,-1 0 0 0 0,27-9 0 0 0,-33 15 45 0 0,0 0 0 0 0,1 2 0 0 0,-1-1 0 0 0,0 1 0 0 0,1 1 0 0 0,-1 0 1 0 0,0 1-1 0 0,1 0 0 0 0,-1 1 0 0 0,0 0 0 0 0,0 0 0 0 0,0 2 1 0 0,0-1-1 0 0,0 1 0 0 0,-1 1 0 0 0,0 0 0 0 0,0 0 0 0 0,0 1 1 0 0,0 0-1 0 0,8 8 0 0 0,-8-7-3 0 0,-1 1 0 0 0,0 0 0 0 0,0 1 0 0 0,-1 0 1 0 0,0 0-1 0 0,-1 0 0 0 0,0 1 0 0 0,0 1 0 0 0,-1-1 0 0 0,0 1 1 0 0,-1 0-1 0 0,0 0 0 0 0,-1 0 0 0 0,0 1 0 0 0,-1-1 1 0 0,0 1-1 0 0,-1 0 0 0 0,1 20 0 0 0,-4-2-275 0 0,-1-1 0 0 0,-2 1 0 0 0,-1-1 0 0 0,-1 0 0 0 0,-17 48 1 0 0,23-77 127 0 0,-7 25-1337 0 0,7-9-4035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0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253 605 1172 0 0,'11'-16'2589'0'0,"-8"11"-1769"0"0,0 1 0 0 0,0-1 0 0 0,0 0 0 0 0,-1 0 0 0 0,1 0 0 0 0,-1-1 0 0 0,0 1 1 0 0,-1 0-1 0 0,2-7 0 0 0,-24 24 1239 0 0,5 4-1472 0 0,0 0-1 0 0,0 1 1 0 0,2 0 0 0 0,-21 33 0 0 0,30-42-546 0 0,0 0 0 0 0,0 1-1 0 0,1 0 1 0 0,1 0 0 0 0,-1 0 0 0 0,2 0-1 0 0,-1 1 1 0 0,1-1 0 0 0,1 1 0 0 0,-1-1-1 0 0,2 1 1 0 0,-1 0 0 0 0,2 15 0 0 0,0-19-29 0 0,0 0 0 0 0,1-1 0 0 0,-1 1 1 0 0,1-1-1 0 0,0 0 0 0 0,1 1 0 0 0,-1-1 0 0 0,1 0 1 0 0,0 0-1 0 0,0-1 0 0 0,0 1 0 0 0,1-1 1 0 0,0 1-1 0 0,0-1 0 0 0,0 0 0 0 0,7 5 0 0 0,-4-4 0 0 0,0-1-1 0 0,1 0 0 0 0,-1 0 0 0 0,1-1 0 0 0,0 1 0 0 0,0-2 0 0 0,0 1 0 0 0,0-1 0 0 0,1-1 0 0 0,13 2 0 0 0,-11-2-3 0 0,-1-1-1 0 0,1-1 1 0 0,0 1-1 0 0,-1-1 1 0 0,1-1 0 0 0,0 0-1 0 0,-1-1 1 0 0,14-5-1 0 0,-18 6-3 0 0,1-1 0 0 0,0 0 0 0 0,-1-1-1 0 0,0 0 1 0 0,0 0 0 0 0,0 0 0 0 0,-1 0 0 0 0,1-1-1 0 0,-1 0 1 0 0,0 0 0 0 0,0-1 0 0 0,5-8-1 0 0,-5 7-4 0 0,-1 0 0 0 0,-1-1 0 0 0,0 1 0 0 0,0-1 0 0 0,0 0 1 0 0,-1 1-1 0 0,0-1 0 0 0,0 0 0 0 0,-1-1 0 0 0,0 1 0 0 0,-1 0 0 0 0,0-9 0 0 0,-1 5-2 0 0,-1 0-1 0 0,0-1 1 0 0,0 1 0 0 0,-1 0 0 0 0,-1 1 0 0 0,0-1 0 0 0,-9-16 0 0 0,4 11-1 0 0,-1 0 1 0 0,0 1 0 0 0,-1 1 0 0 0,-1 0-1 0 0,-1 0 1 0 0,0 1 0 0 0,-1 1 0 0 0,0 0-1 0 0,-1 1 1 0 0,-21-13 0 0 0,21 16-6 0 0,-1 0 1 0 0,0 2-1 0 0,-1 0 1 0 0,1 1-1 0 0,-1 0 1 0 0,-25-4-1 0 0,34 9 5 0 0,-1 0 0 0 0,1 0 0 0 0,-1 0 0 0 0,1 1 0 0 0,0 0 0 0 0,-1 1-1 0 0,1 0 1 0 0,-1 0 0 0 0,1 0 0 0 0,0 1 0 0 0,0 1 0 0 0,0 0-1 0 0,0 0 1 0 0,0 0 0 0 0,-11 7 0 0 0,16-8-2 0 0,1-1 1 0 0,-1 1-1 0 0,1 0 0 0 0,0 0 0 0 0,-1 0 1 0 0,1 0-1 0 0,0 0 0 0 0,0 1 1 0 0,1-1-1 0 0,-1 1 0 0 0,0-1 1 0 0,1 1-1 0 0,-1-1 0 0 0,1 1 0 0 0,0 0 1 0 0,0 0-1 0 0,0-1 0 0 0,0 1 1 0 0,1 0-1 0 0,-1 0 0 0 0,1 0 1 0 0,0 0-1 0 0,-1 0 0 0 0,1 0 1 0 0,1 0-1 0 0,-1 0 0 0 0,0 0 0 0 0,1 0 1 0 0,-1 0-1 0 0,1 0 0 0 0,0 0 1 0 0,0 0-1 0 0,0-1 0 0 0,1 1 1 0 0,-1 0-1 0 0,0-1 0 0 0,4 4 0 0 0,2 5-143 0 0,0-1-1 0 0,1-1 1 0 0,1 1-1 0 0,0-1 1 0 0,0-1-1 0 0,1 1 1 0 0,17 10-1 0 0,-3-5-283 0 0,0 0 1 0 0,1-2-1 0 0,0-1 0 0 0,1-1 0 0 0,42 10 0 0 0,-23-10-217 0 0,1-2 0 0 0,71 4 0 0 0,-88-11 553 0 0,0-1 1 0 0,0-2-1 0 0,0-1 0 0 0,0-1 0 0 0,-1-2 1 0 0,1-1-1 0 0,-1-1 0 0 0,-1-1 0 0 0,1-1 1 0 0,-2-2-1 0 0,1 0 0 0 0,-2-2 1 0 0,0-1-1 0 0,0-1 0 0 0,-2-1 0 0 0,0-1 1 0 0,-1-1-1 0 0,-1-1 0 0 0,0-1 0 0 0,-2-1 1 0 0,19-27-1 0 0,-6 2 695 0 0,-2-2 0 0 0,-2-1 0 0 0,-3-2 0 0 0,-1 0 0 0 0,27-95 0 0 0,-45 107 380 0 0,-6 38-841 0 0,-6 6 27 0 0,0 1-1 0 0,0 0 1 0 0,1 0 0 0 0,-1 1-1 0 0,1 0 1 0 0,0 0 0 0 0,1 0 0 0 0,-1 0-1 0 0,1 1 1 0 0,-4 9 0 0 0,-2 0 36 0 0,-44 74 317 0 0,4 1 0 0 0,3 3-1 0 0,-33 100 1 0 0,69-161-445 0 0,2-1 0 0 0,1 2 0 0 0,-6 51 0 0 0,13-72-56 0 0,0-1-1 0 0,1 1 0 0 0,0-1 0 0 0,1 1 1 0 0,0-1-1 0 0,1 1 0 0 0,1-1 0 0 0,0 0 0 0 0,0 0 1 0 0,2 0-1 0 0,-1 0 0 0 0,12 20 0 0 0,-12-26-44 0 0,0-1-1 0 0,0 1 0 0 0,1-1 1 0 0,0 1-1 0 0,0-1 0 0 0,1-1 0 0 0,0 1 1 0 0,-1-1-1 0 0,1 0 0 0 0,1 0 1 0 0,-1-1-1 0 0,0 0 0 0 0,1 0 0 0 0,0 0 1 0 0,0-1-1 0 0,-1 0 0 0 0,1 0 1 0 0,1-1-1 0 0,-1 0 0 0 0,0 0 1 0 0,0-1-1 0 0,0 1 0 0 0,13-3 0 0 0,-11 1-421 0 0,0 0 0 0 0,-1-1 0 0 0,1 0 0 0 0,0 0 0 0 0,-1-1 0 0 0,1-1 0 0 0,-1 1 0 0 0,0-1 0 0 0,0 0 0 0 0,-1-1 0 0 0,1 0 0 0 0,-1 0 0 0 0,0-1 0 0 0,0 0 0 0 0,-1 0 0 0 0,1-1 0 0 0,-2 1 0 0 0,10-15 0 0 0,1-9-2695 0 0,-2-2-964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0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291 133 2276 0 0,'-83'-43'6147'0'0,"-116"-43"0"0"0,191 83-5162 0 0,17 6-873 0 0,0 0-1 0 0,0 0 1 0 0,0 0-1 0 0,1-2 1 0 0,-1 1-1 0 0,12 0 0 0 0,12 2-11 0 0,299 45-1512 0 0,-110-24-5470 0 0,-141-17 1145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1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332 190 788 0 0,'-5'0'2328'0'0,"0"0"-1870"0"0,-8 0 1178 0 0,0 0 1 0 0,0 1-1 0 0,-14 2 1 0 0,27-3-1613 0 0,0 0 1 0 0,-1 0-1 0 0,1 1 1 0 0,0-1-1 0 0,-1 0 1 0 0,1 0-1 0 0,0 0 1 0 0,-1 0-1 0 0,1 0 1 0 0,0 0-1 0 0,-1 1 1 0 0,1-1-1 0 0,0 0 1 0 0,-1 0-1 0 0,1 0 1 0 0,0 1-1 0 0,0-1 1 0 0,-1 0-1 0 0,1 0 1 0 0,0 1-1 0 0,0-1 1 0 0,0 0-1 0 0,-1 0 1 0 0,1 1-1 0 0,0-1 0 0 0,0 0 1 0 0,0 1-1 0 0,0-1 1 0 0,0 0-1 0 0,0 1 1 0 0,0-1-1 0 0,-1 0 1 0 0,1 1-1 0 0,0-1 1 0 0,0 1-1 0 0,0-1 1 0 0,0 0-1 0 0,0 1 1 0 0,1-1-1 0 0,-1 0 1 0 0,0 1-1 0 0,0-1 1 0 0,0 0-1 0 0,0 1 1 0 0,0-1-1 0 0,1 1-1 0 0,0 0 0 0 0,-1 0 0 0 0,1-1-1 0 0,0 1 1 0 0,-1 0 0 0 0,1-1-1 0 0,0 1 1 0 0,0-1 0 0 0,0 1-1 0 0,-1-1 1 0 0,1 1 0 0 0,0-1 0 0 0,0 1-1 0 0,0-1 1 0 0,0 0 0 0 0,0 0-1 0 0,0 1 1 0 0,0-1 0 0 0,1 0-1 0 0,15 1 20 0 0,0-1 0 0 0,0 0 0 0 0,0-1 0 0 0,-1-1 0 0 0,1 0 0 0 0,-1-2 0 0 0,27-7 0 0 0,-39 9-39 0 0,1 0-1 0 0,0 0 1 0 0,-1 0-1 0 0,1 0 1 0 0,-1-1-1 0 0,0 0 1 0 0,0 1-1 0 0,0-2 1 0 0,0 1-1 0 0,0 0 1 0 0,-1-1-1 0 0,1 0 1 0 0,-1 1-1 0 0,0-1 1 0 0,0-1-1 0 0,-1 1 1 0 0,1 0-1 0 0,-1-1 1 0 0,0 1-1 0 0,0-1 1 0 0,-1 0-1 0 0,1 1 1 0 0,-1-1-1 0 0,0 0 1 0 0,0 0-1 0 0,0 0 1 0 0,-1 0-1 0 0,0 0 1 0 0,0 0-1 0 0,-1-9 1 0 0,1 11-4 0 0,-1 0 0 0 0,1 0 1 0 0,0 0-1 0 0,-1 0 1 0 0,0 0-1 0 0,0 0 0 0 0,0 0 1 0 0,0 0-1 0 0,0 0 0 0 0,-1 1 1 0 0,1-1-1 0 0,-1 0 0 0 0,0 1 1 0 0,0-1-1 0 0,0 1 0 0 0,0 0 1 0 0,0-1-1 0 0,0 1 0 0 0,-1 0 1 0 0,1 0-1 0 0,-1 1 1 0 0,1-1-1 0 0,-4-1 0 0 0,2 1-1 0 0,0 1 0 0 0,-1 0 0 0 0,1 0-1 0 0,0 1 1 0 0,0-1 0 0 0,0 1 0 0 0,-1 0-1 0 0,1 0 1 0 0,0 0 0 0 0,0 1 0 0 0,0 0 0 0 0,-1-1-1 0 0,1 1 1 0 0,0 1 0 0 0,0-1 0 0 0,-7 4-1 0 0,-8 5-2 0 0,1 0 0 0 0,0 1-1 0 0,-29 23 1 0 0,-45 48 17 0 0,63-52 21 0 0,1 0-1 0 0,2 2 1 0 0,-44 68 0 0 0,64-90-33 0 0,0 1 0 0 0,1-1 0 0 0,0 2 0 0 0,1-1 0 0 0,0 0 0 0 0,1 1 1 0 0,0-1-1 0 0,-2 17 0 0 0,5-24-39 0 0,0-1 0 0 0,0 1 0 0 0,0-1 0 0 0,0 1 0 0 0,0-1 0 0 0,1 1 0 0 0,-1-1 0 0 0,1 1 1 0 0,0-1-1 0 0,0 0 0 0 0,1 1 0 0 0,-1-1 0 0 0,1 0 0 0 0,-1 0 0 0 0,1 0 0 0 0,0 0 0 0 0,0 0 0 0 0,0 0 0 0 0,1 0 1 0 0,-1-1-1 0 0,1 1 0 0 0,-1-1 0 0 0,1 0 0 0 0,0 0 0 0 0,0 0 0 0 0,0 0 0 0 0,0 0 0 0 0,0 0 0 0 0,1-1 0 0 0,-1 0 1 0 0,7 2-1 0 0,2 0-646 0 0,-1 0 1 0 0,1-1 0 0 0,0-1 0 0 0,1 0-1 0 0,-1 0 1 0 0,0-1 0 0 0,0-1-1 0 0,21-3 1 0 0,1-2-1691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0 415 372 0 0,'10'-15'1828'0'0,"22"-28"2134"0"0,-30 41-3753 0 0,1-1 1 0 0,-1 1 0 0 0,0 0 0 0 0,1 0-1 0 0,-1 0 1 0 0,1 0 0 0 0,0 1-1 0 0,0-1 1 0 0,0 1 0 0 0,0 0-1 0 0,0-1 1 0 0,0 1 0 0 0,4-1 0 0 0,-3 2-83 0 0,0 0 1 0 0,1 0 0 0 0,-1 1 0 0 0,0-1-1 0 0,0 1 1 0 0,0 0 0 0 0,0 0 0 0 0,0 0 0 0 0,0 1-1 0 0,0-1 1 0 0,0 1 0 0 0,-1 0 0 0 0,1 0-1 0 0,-1 0 1 0 0,1 0 0 0 0,-1 1 0 0 0,4 3 0 0 0,3 3 109 0 0,0 1 0 0 0,-1 0 0 0 0,14 20 0 0 0,-12-13-142 0 0,-1-1 0 0 0,-1 1 0 0 0,-1 1 0 0 0,0 0 0 0 0,-2 0 0 0 0,8 32 0 0 0,-11-37-70 0 0,0 0-1 0 0,-1 0 1 0 0,-1 0-1 0 0,0 0 0 0 0,-1 0 1 0 0,0 1-1 0 0,-1-1 1 0 0,-1 0-1 0 0,0 0 0 0 0,-6 21 1 0 0,6-29-18 0 0,0-1 0 0 0,0 0 0 0 0,0 0 0 0 0,0 0 0 0 0,-1 0 0 0 0,0 0 0 0 0,1 0 0 0 0,-1 0 0 0 0,-1-1-1 0 0,1 0 1 0 0,-1 1 0 0 0,1-1 0 0 0,-1 0 0 0 0,0-1 0 0 0,0 1 0 0 0,-7 3 0 0 0,9-5-1 0 0,-1-1 0 0 0,0 1 0 0 0,1 0 0 0 0,-1-1 0 0 0,0 1 0 0 0,0-1 0 0 0,1 0 0 0 0,-1 0 0 0 0,0 0 1 0 0,0 0-1 0 0,0 0 0 0 0,1-1 0 0 0,-1 1 0 0 0,0-1 0 0 0,0 0 0 0 0,1 1 0 0 0,-1-1 0 0 0,1-1 0 0 0,-1 1 0 0 0,1 0 0 0 0,-1-1 0 0 0,1 1 0 0 0,0-1 0 0 0,-1 0 0 0 0,1 0 0 0 0,0 1 0 0 0,0-1 0 0 0,-2-4 0 0 0,0 1 0 0 0,1 1 0 0 0,0-1-1 0 0,0 0 1 0 0,0 0 0 0 0,1-1-1 0 0,-1 1 1 0 0,1-1 0 0 0,1 1-1 0 0,-1-1 1 0 0,1 1 0 0 0,0-1-1 0 0,0 0 1 0 0,1 0 0 0 0,-1 1-1 0 0,1-1 1 0 0,1 0 0 0 0,-1 0-1 0 0,1 1 1 0 0,0-1 0 0 0,0 0 0 0 0,1 1-1 0 0,-1-1 1 0 0,4-5 0 0 0,0-2-25 0 0,1 0 1 0 0,0 1-1 0 0,1 0 1 0 0,1 1 0 0 0,-1-1-1 0 0,2 1 1 0 0,0 1-1 0 0,16-17 1 0 0,-5 11 4 0 0,0 1 0 0 0,1 0 0 0 0,1 1 1 0 0,0 2-1 0 0,0 0 0 0 0,1 1 0 0 0,1 2 0 0 0,0 0 1 0 0,0 1-1 0 0,1 2 0 0 0,0 0 0 0 0,0 2 0 0 0,47-3 1 0 0,-70 7 10 0 0,1 0 1 0 0,-1 0 0 0 0,1 1-1 0 0,-1-1 1 0 0,1 0 0 0 0,-1 1-1 0 0,1-1 1 0 0,-1 1 0 0 0,0 0-1 0 0,1 0 1 0 0,-1 0 0 0 0,0 0 0 0 0,1 0-1 0 0,3 4 1 0 0,-6-4 4 0 0,1 0 0 0 0,0 0 0 0 0,-1 0-1 0 0,1 0 1 0 0,0 0 0 0 0,-1 0 0 0 0,0 0 0 0 0,1 1 0 0 0,-1-1 0 0 0,0 0 0 0 0,1 0-1 0 0,-1 1 1 0 0,0-1 0 0 0,0 0 0 0 0,0 0 0 0 0,0 1 0 0 0,0-1 0 0 0,0 0 0 0 0,-1 0-1 0 0,1 1 1 0 0,0-1 0 0 0,-1 0 0 0 0,1 0 0 0 0,-1 0 0 0 0,1 1 0 0 0,-1-1 0 0 0,1 0 0 0 0,-1 0-1 0 0,0 0 1 0 0,0 0 0 0 0,1 0 0 0 0,-2 1 0 0 0,-14 18 61 0 0,-1-1 0 0 0,0-1 0 0 0,-40 31 0 0 0,-5 7 44 0 0,48-42-83 0 0,-3 3 9 0 0,-25 30 0 0 0,38-43-29 0 0,1 1-1 0 0,0 0 1 0 0,0 0-1 0 0,0 0 1 0 0,1 0-1 0 0,-1 0 1 0 0,1 0-1 0 0,0 1 1 0 0,1-1 0 0 0,0 1-1 0 0,-1-1 1 0 0,1 9-1 0 0,1-11 0 0 0,0-1 0 0 0,0 1 0 0 0,1-1 1 0 0,-1 1-1 0 0,1-1 0 0 0,-1 0 0 0 0,1 1 0 0 0,0-1 0 0 0,0 0 0 0 0,0 1 0 0 0,0-1 0 0 0,1 0 0 0 0,-1 0 0 0 0,1 0 0 0 0,2 3 0 0 0,0-1 1 0 0,0-1 0 0 0,0 0 0 0 0,0 0 0 0 0,0 0 0 0 0,0 0 0 0 0,1-1 0 0 0,6 3 0 0 0,2 0-26 0 0,0 0 0 0 0,1-2-1 0 0,0 1 1 0 0,24 1 0 0 0,-12-3-290 0 0,0-1 1 0 0,1-1-1 0 0,-1-2 0 0 0,1-1 0 0 0,-1 0 1 0 0,0-2-1 0 0,0-1 0 0 0,36-14 0 0 0,-31 7-263 0 0,-1-1 1 0 0,0-1-1 0 0,-1-1 0 0 0,-1-2 0 0 0,0-1 0 0 0,32-29 0 0 0,-30 21 239 0 0,-2-2 0 0 0,-1 0-1 0 0,-1-2 1 0 0,-2-1-1 0 0,21-36 1 0 0,-26 35 871 0 0,-1 0 0 0 0,-2-1-1 0 0,-2-1 1 0 0,-1 0 0 0 0,11-50 0 0 0,-19 61 559 0 0,3-42-1 0 0,-7 57-868 0 0,-1-1-1 0 0,0 1 0 0 0,-1 0 1 0 0,0 0-1 0 0,0 0 1 0 0,-1-1-1 0 0,-4-12 0 0 0,6 22-198 0 0,0 0 0 0 0,-1-1 0 0 0,1 1 0 0 0,0 0 0 0 0,-1-1 0 0 0,1 1 0 0 0,0 0 0 0 0,-1-1 0 0 0,1 1 0 0 0,0 0 0 0 0,-1 0 0 0 0,1-1 0 0 0,0 1 0 0 0,-1 0 0 0 0,1 0 0 0 0,-1 0 0 0 0,1 0 0 0 0,-1 0 0 0 0,1-1 0 0 0,0 1 0 0 0,-1 0 0 0 0,1 0 0 0 0,-1 0 0 0 0,1 0 0 0 0,-1 0 0 0 0,1 0 0 0 0,0 0 0 0 0,-1 0 0 0 0,1 1 0 0 0,-1-1 0 0 0,1 0 0 0 0,-1 0 0 0 0,1 0 0 0 0,0 0-1 0 0,-1 0 1 0 0,1 1 0 0 0,-1-1 0 0 0,1 0 0 0 0,0 0 0 0 0,-1 1 0 0 0,1-1 0 0 0,0 0 0 0 0,-1 1 0 0 0,1-1 0 0 0,0 0 0 0 0,-1 1 0 0 0,-14 16 450 0 0,-4 21 363 0 0,1 1 0 0 0,2 0 1 0 0,-15 56-1 0 0,-20 125 181 0 0,30-110-693 0 0,-10 214 0 0 0,30-309-351 0 0,0-2-376 0 0,0 1 0 0 0,1 0 0 0 0,1-1 0 0 0,0 1 1 0 0,1-1-1 0 0,0 0 0 0 0,1 1 0 0 0,5 13 0 0 0,3-12-1776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91 120 636 0 0,'-12'-10'1596'0'0,"-2"-1"617"0"0,0-1 0 0 0,1 0 0 0 0,-21-26 0 0 0,34 38-2159 0 0,-1-1 0 0 0,1 1 0 0 0,-1-1 0 0 0,1 0 0 0 0,0 1 0 0 0,0-1 0 0 0,-1 0 0 0 0,1 0 0 0 0,0 1 0 0 0,0-1 1 0 0,0 0-1 0 0,0 0 0 0 0,0 1 0 0 0,0-1 0 0 0,0 0 0 0 0,0 1 0 0 0,0-1 0 0 0,0 0 0 0 0,0 0 0 0 0,0 1 0 0 0,1-1 0 0 0,-1 0 1 0 0,0 0-1 0 0,0 1 0 0 0,1-1 0 0 0,-1 0 0 0 0,0 1 0 0 0,1-1 0 0 0,-1 1 0 0 0,1-1 0 0 0,-1 1 0 0 0,1-1 0 0 0,-1 0 0 0 0,1 1 1 0 0,0 0-1 0 0,-1-1 0 0 0,1 1 0 0 0,-1-1 0 0 0,1 1 0 0 0,0 0 0 0 0,-1-1 0 0 0,1 1 0 0 0,0 0 0 0 0,0 0 0 0 0,-1-1 0 0 0,2 1 0 0 0,4-2 46 0 0,-1 1 0 0 0,1-1 0 0 0,-1 1-1 0 0,10-1 1 0 0,25 1 123 0 0,0 1 0 0 0,50 7 0 0 0,78 20-149 0 0,-154-25-83 0 0,99 20-419 0 0,107 16-431 0 0,-218-38 865 0 0,0 1 1 0 0,1-1-1 0 0,-1 0 1 0 0,1 1-1 0 0,-1-1 1 0 0,0 1 0 0 0,1 0-1 0 0,-1 0 1 0 0,0 0-1 0 0,0 0 1 0 0,1 0 0 0 0,-1 0-1 0 0,0 0 1 0 0,0 1-1 0 0,3 3 1 0 0,-4-3 29 0 0,-1 0 0 0 0,0 1 0 0 0,1-1 0 0 0,-1 1 0 0 0,0-1 0 0 0,0 1 0 0 0,-1-1 0 0 0,1 1 0 0 0,0-1 0 0 0,-1 0 0 0 0,0 1 0 0 0,1-1 0 0 0,-1 0 0 0 0,-2 5 0 0 0,1-1 31 0 0,-35 150 785 0 0,30-115-705 0 0,-2-1 1 0 0,-1 0-1 0 0,-2-1 1 0 0,-20 42-1 0 0,16-56 174 0 0,16-24-305 0 0,-1 0 0 0 0,0-1 0 0 0,1 1 1 0 0,-1 0-1 0 0,0-1 0 0 0,0 1 1 0 0,0-1-1 0 0,0 1 0 0 0,1-1 1 0 0,-1 1-1 0 0,0-1 0 0 0,0 0 1 0 0,0 1-1 0 0,0-1 0 0 0,0 0 0 0 0,0 0 1 0 0,0 0-1 0 0,0 0 0 0 0,0 0 1 0 0,0 0-1 0 0,0 0 0 0 0,0 0 1 0 0,0 0-1 0 0,-1 0 0 0 0,1-1-11 0 0,1 1 1 0 0,-1-1-1 0 0,1 1 0 0 0,-1-1 1 0 0,1 1-1 0 0,0-1 0 0 0,-1 1 0 0 0,1-1 1 0 0,0 1-1 0 0,-1-1 0 0 0,1 1 1 0 0,0-1-1 0 0,0 0 0 0 0,-1 1 1 0 0,1-1-1 0 0,0 1 0 0 0,0-1 0 0 0,0 0 1 0 0,0 1-1 0 0,0-1 0 0 0,0 1 1 0 0,0-1-1 0 0,0 0 0 0 0,0 1 0 0 0,0-1 1 0 0,1-1-1 0 0,2-16 64 0 0,-3 17-63 0 0,3-8 3 0 0,1-1 0 0 0,-1 1 0 0 0,1 0 0 0 0,1 0 0 0 0,0 1 0 0 0,0 0 0 0 0,1-1 0 0 0,0 2 0 0 0,0-1 0 0 0,1 1 0 0 0,0 0 1 0 0,0 0-1 0 0,0 1 0 0 0,1 0 0 0 0,9-6 0 0 0,-7 6-9 0 0,0 0-1 0 0,1 1 1 0 0,-1 0 0 0 0,1 1 0 0 0,0 0 0 0 0,0 0-1 0 0,0 1 1 0 0,0 1 0 0 0,1 0 0 0 0,-1 0 0 0 0,1 1-1 0 0,18 1 1 0 0,-16 2-11 0 0,1 0 0 0 0,-1 1 0 0 0,0 1 0 0 0,0 0-1 0 0,18 8 1 0 0,63 36-64 0 0,-76-36 76 0 0,0-1 0 0 0,0-2-1 0 0,2 0 1 0 0,-1-1-1 0 0,1 0 1 0 0,0-2-1 0 0,23 4 1 0 0,-41-10 0 0 0,0 0-1 0 0,0 0 1 0 0,0 0-1 0 0,0 0 1 0 0,0 0 0 0 0,1 0-1 0 0,-1-1 1 0 0,0 0 0 0 0,-1 0-1 0 0,1 0 1 0 0,0 0 0 0 0,0 0-1 0 0,0 0 1 0 0,0-1 0 0 0,-1 1-1 0 0,1-1 1 0 0,-1 0 0 0 0,1 0-1 0 0,-1 0 1 0 0,3-3 0 0 0,-2 1-5 0 0,0 0 0 0 0,0 0 0 0 0,0 0 0 0 0,0-1 0 0 0,-1 0 0 0 0,0 1 1 0 0,0-1-1 0 0,0 0 0 0 0,-1 0 0 0 0,0 0 0 0 0,2-8 0 0 0,-2 6-3 0 0,-1 1 0 0 0,0-1 0 0 0,0 1 0 0 0,0 0 1 0 0,-1-1-1 0 0,1 1 0 0 0,-2-1 0 0 0,1 1 0 0 0,-3-8 0 0 0,2 10 4 0 0,1 1-1 0 0,0 0 1 0 0,-1 0 0 0 0,0 0 0 0 0,1 0 0 0 0,-1 0-1 0 0,-1 0 1 0 0,1 0 0 0 0,0 1 0 0 0,-1-1-1 0 0,1 1 1 0 0,-1 0 0 0 0,0-1 0 0 0,1 1 0 0 0,-1 0-1 0 0,-6-2 1 0 0,6 1 3 0 0,-1 1-1 0 0,-15 1 7 0 0,12 1 5 0 0,0 1-1 0 0,0 1 1 0 0,0-1 0 0 0,0 1 0 0 0,1 0-1 0 0,-1 1 1 0 0,1-1 0 0 0,-1 1 0 0 0,1 1-1 0 0,0-1 1 0 0,0 1 0 0 0,0 0 0 0 0,1 0 0 0 0,-1 1-1 0 0,1 0 1 0 0,0 0 0 0 0,0 0 0 0 0,1 0-1 0 0,-1 1 1 0 0,1 0 0 0 0,1 0 0 0 0,-1 0-1 0 0,-3 10 1 0 0,3-9-6 0 0,0 1 0 0 0,1 0 0 0 0,0 0 1 0 0,1 0-1 0 0,0 0 0 0 0,0 0 0 0 0,1 1 0 0 0,0-1 0 0 0,0 0 0 0 0,1 1 0 0 0,0-1 0 0 0,0 1 0 0 0,1-1 0 0 0,0 0 0 0 0,1 1 1 0 0,0-1-1 0 0,0 0 0 0 0,1 0 0 0 0,6 15 0 0 0,-1-12-195 0 0,-1 0-1 0 0,2-1 1 0 0,-1 0 0 0 0,2-1 0 0 0,-1 1-1 0 0,1-2 1 0 0,0 1 0 0 0,1-2 0 0 0,0 1-1 0 0,17 7 1 0 0,-10-6-973 0 0,0 0 0 0 0,1-2-1 0 0,0 0 1 0 0,0-1 0 0 0,1-1 0 0 0,24 3-1 0 0,-9-4-3227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94 111 1932 0 0,'-1'-4'478'0'0,"0"1"1"0"0,0 0-1 0 0,0-1 0 0 0,0 1 0 0 0,0 0 0 0 0,-1 0 1 0 0,1 0-1 0 0,-1 0 0 0 0,0 0 0 0 0,0 1 0 0 0,0-1 1 0 0,0 0-1 0 0,-1 1 0 0 0,1 0 0 0 0,-1-1 1 0 0,1 1-1 0 0,-1 0 0 0 0,0 0 0 0 0,-3-1 0 0 0,4 2 45 0 0,-13 6 984 0 0,13-2-1419 0 0,1-1-1 0 0,-1 1 1 0 0,1 0-1 0 0,0 0 1 0 0,0 0 0 0 0,0 0-1 0 0,0 0 1 0 0,0 0 0 0 0,1 0-1 0 0,0 0 1 0 0,-1 0-1 0 0,1 0 1 0 0,0 0 0 0 0,0 0-1 0 0,1 0 1 0 0,-1 1 0 0 0,1-1-1 0 0,-1 0 1 0 0,1 0-1 0 0,0 0 1 0 0,0-1 0 0 0,0 1-1 0 0,1 0 1 0 0,-1 0 0 0 0,1 0-1 0 0,-1-1 1 0 0,1 1-1 0 0,0-1 1 0 0,0 1 0 0 0,0-1-1 0 0,5 4 1 0 0,1 1-43 0 0,0 0 1 0 0,0 0-1 0 0,1-1 0 0 0,0-1 0 0 0,0 1 1 0 0,0-1-1 0 0,1-1 0 0 0,11 5 1 0 0,-19-9-41 0 0,0 1 0 0 0,1-1 0 0 0,-1 0 1 0 0,0 1-1 0 0,0-1 0 0 0,1 0 0 0 0,-1 0 1 0 0,0-1-1 0 0,0 1 0 0 0,1 0 0 0 0,-1-1 1 0 0,0 1-1 0 0,0-1 0 0 0,1 0 0 0 0,-1 0 1 0 0,0 0-1 0 0,0 0 0 0 0,0 0 0 0 0,0 0 1 0 0,-1 0-1 0 0,1-1 0 0 0,0 1 0 0 0,0-1 1 0 0,-1 1-1 0 0,1-1 0 0 0,-1 0 0 0 0,1 0 1 0 0,-1 0-1 0 0,0 0 0 0 0,0 0 0 0 0,0 0 1 0 0,2-3-1 0 0,0-2 7 0 0,1-1 0 0 0,-1 0 1 0 0,0 0-1 0 0,-1 0 0 0 0,0 0 0 0 0,0 0 1 0 0,0-12-1 0 0,-1 13-16 0 0,-1 1-1 0 0,0-1 1 0 0,-1 0 0 0 0,0 1 0 0 0,0-1-1 0 0,0 0 1 0 0,-5-11 0 0 0,5 16 3 0 0,1 0 0 0 0,-1-1 0 0 0,0 1 1 0 0,-1 0-1 0 0,1 0 0 0 0,0 1 0 0 0,0-1 1 0 0,-1 0-1 0 0,1 0 0 0 0,-1 1 0 0 0,0-1 1 0 0,1 1-1 0 0,-1-1 0 0 0,0 1 0 0 0,0 0 1 0 0,0-1-1 0 0,0 1 0 0 0,0 0 0 0 0,0 0 1 0 0,0 1-1 0 0,-1-1 0 0 0,1 0 0 0 0,0 1 1 0 0,0-1-1 0 0,0 1 0 0 0,-1 0 0 0 0,1 0 1 0 0,-5 0-1 0 0,1 0 27 0 0,0 1 1 0 0,0 0-1 0 0,0 0 0 0 0,0 1 1 0 0,0 0-1 0 0,1 0 0 0 0,-1 0 1 0 0,0 1-1 0 0,1-1 1 0 0,0 1-1 0 0,0 1 0 0 0,0-1 1 0 0,0 1-1 0 0,0 0 0 0 0,0 0 1 0 0,1 0-1 0 0,0 1 0 0 0,0-1 1 0 0,0 1-1 0 0,1 0 1 0 0,-6 9-1 0 0,1 2 93 0 0,1 0 1 0 0,1 0-1 0 0,0 0 1 0 0,1 1-1 0 0,0 0 1 0 0,2 0-1 0 0,0 0 1 0 0,1 1-1 0 0,0-1 1 0 0,2 19-1 0 0,2-6-915 0 0,1 0-1 0 0,1 1 1 0 0,2-2-1 0 0,18 57 1 0 0,-10-53-7722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4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94 1548 0 0,'5'-17'3216'0'0,"0"11"-2638"0"0,0-1 0 0 0,0 1 0 0 0,1 0-1 0 0,0 0 1 0 0,0 1 0 0 0,0-1 0 0 0,0 1-1 0 0,1 1 1 0 0,0-1 0 0 0,0 1 0 0 0,1 0-1 0 0,-1 1 1 0 0,1 0 0 0 0,8-3 0 0 0,-14 6 119 0 0,4 1 462 0 0,-5-2-1100 0 0,-1 1 0 0 0,1 0 0 0 0,-1 0 0 0 0,1 0 0 0 0,0 0 0 0 0,-1 0 0 0 0,1 0-1 0 0,0 0 1 0 0,-1 0 0 0 0,1 0 0 0 0,-1 0 0 0 0,1 0 0 0 0,0 1 0 0 0,-1-1 0 0 0,1 0 0 0 0,-1 0-1 0 0,1 1 1 0 0,-1-1 0 0 0,1 0 0 0 0,-1 1 0 0 0,2 0 0 0 0,1 8 492 0 0,0 1 0 0 0,-1 0 0 0 0,0 1-1 0 0,0-1 1 0 0,-1 0 0 0 0,-1 0 0 0 0,0 1 0 0 0,0-1 0 0 0,-1 0 0 0 0,0 1 0 0 0,-4 14 0 0 0,-5 16 611 0 0,-21 56 0 0 0,27-86-980 0 0,-118 311 1551 0 0,107-282-1624 0 0,7-19 575 0 0,-1 1 0 0 0,-11 20-1 0 0,19-41-632 0 0,1-1-1 0 0,0 1 0 0 0,0-1 0 0 0,0 1 0 0 0,-1-1 0 0 0,1 1 0 0 0,0-1 0 0 0,0 1 1 0 0,-1-1-1 0 0,1 1 0 0 0,-1-1 0 0 0,1 0 0 0 0,0 1 0 0 0,-1-1 0 0 0,1 0 0 0 0,-1 1 1 0 0,1-1-1 0 0,-1 0 0 0 0,1 1 0 0 0,-1-1 0 0 0,1 0 0 0 0,-1 0 0 0 0,1 0 0 0 0,-1 0 1 0 0,1 1-1 0 0,-2-1 0 0 0,2-1-30 0 0,-1 1 1 0 0,1 0 0 0 0,0-1-1 0 0,-1 1 1 0 0,1-1-1 0 0,-1 1 1 0 0,1-1 0 0 0,0 0-1 0 0,-1 1 1 0 0,1-1 0 0 0,0 1-1 0 0,0-1 1 0 0,-1 1-1 0 0,1-1 1 0 0,0 0 0 0 0,0 1-1 0 0,0-1 1 0 0,0 0-1 0 0,-1-33 50 0 0,15-20-139 0 0,2 0 1 0 0,3 1 0 0 0,2 1 0 0 0,2 1-1 0 0,32-50 1 0 0,-32 62 48 0 0,2 1 0 0 0,30-36 0 0 0,-41 58 16 0 0,1 0 0 0 0,0 1 1 0 0,1 1-1 0 0,0 0 0 0 0,1 1 1 0 0,29-16-1 0 0,-41 26-11 0 0,1 0 0 0 0,0 0 0 0 0,1 1 0 0 0,-1 0 0 0 0,0 0 0 0 0,1 1 0 0 0,-1-1 0 0 0,0 2 0 0 0,1-1 0 0 0,0 0 0 0 0,-1 1 0 0 0,12 2 0 0 0,-14-2 6 0 0,1 1 0 0 0,0 1 0 0 0,0-1-1 0 0,-1 1 1 0 0,1 0 0 0 0,-1 0 0 0 0,0 0 0 0 0,1 0 0 0 0,-1 1 0 0 0,0 0 0 0 0,-1 0 0 0 0,1 0-1 0 0,0 0 1 0 0,-1 1 0 0 0,1-1 0 0 0,-1 1 0 0 0,5 7 0 0 0,-1 2 40 0 0,0 1 0 0 0,0 1-1 0 0,-1-1 1 0 0,-1 1 0 0 0,-1 0 0 0 0,0 0 0 0 0,-1 1 0 0 0,0-1 0 0 0,-1 1 0 0 0,0 21-1 0 0,-3 0 26 0 0,0 1-1 0 0,-3 0 0 0 0,-9 43 0 0 0,11-69-46 0 0,-23 91 36 0 0,22-92-23 0 0,-1 0-1 0 0,0-1 1 0 0,-1 0-1 0 0,0 0 1 0 0,0 0-1 0 0,-1 0 0 0 0,-9 10 1 0 0,1-10 46 0 0,14-9-66 0 0,0-1-1 0 0,-1 0 0 0 0,1 0 0 0 0,-1 0 0 0 0,1 0 1 0 0,0 0-1 0 0,-1 0 0 0 0,1 0 0 0 0,-1 0 1 0 0,1 0-1 0 0,0-1 0 0 0,-1 1 0 0 0,1 0 1 0 0,0 0-1 0 0,-1 0 0 0 0,1 0 0 0 0,-1 0 0 0 0,1-1 1 0 0,0 1-1 0 0,-1 0 0 0 0,1 0 0 0 0,0-1 1 0 0,-1 1-1 0 0,1 0 0 0 0,-1-2-1 0 0,0 0 0 0 0,0 1-1 0 0,0-1 1 0 0,0 0 0 0 0,1 0 0 0 0,-1 0 0 0 0,1 1-1 0 0,-1-1 1 0 0,1 0 0 0 0,0 0 0 0 0,-1 0-1 0 0,1 0 1 0 0,1-2 0 0 0,-1-14-48 0 0,2 0-1 0 0,0 0 1 0 0,2 0 0 0 0,8-28 0 0 0,29-66-145 0 0,-22 68-69 0 0,43-75 0 0 0,-52 102 220 0 0,1 1 0 0 0,1 1 0 0 0,0 0 0 0 0,1 0 0 0 0,1 1 0 0 0,0 1 0 0 0,21-16 0 0 0,-27 24 24 0 0,1-1 0 0 0,-1 1 0 0 0,1 1 0 0 0,0 0-1 0 0,1 0 1 0 0,-1 0 0 0 0,1 1 0 0 0,-1 1-1 0 0,1 0 1 0 0,16-2 0 0 0,-22 4 21 0 0,1 0 1 0 0,0 0-1 0 0,0 1 1 0 0,0-1-1 0 0,0 1 1 0 0,0 0-1 0 0,-1 0 0 0 0,1 1 1 0 0,0-1-1 0 0,-1 1 1 0 0,1 0-1 0 0,-1 1 1 0 0,0-1-1 0 0,0 1 1 0 0,1-1-1 0 0,-2 1 0 0 0,1 1 1 0 0,0-1-1 0 0,-1 0 1 0 0,1 1-1 0 0,-1 0 1 0 0,0-1-1 0 0,3 7 0 0 0,-1 0 19 0 0,0 0-1 0 0,0 0 1 0 0,-1 0-1 0 0,-1 1 1 0 0,0 0-1 0 0,0-1 1 0 0,-1 1-1 0 0,-1 0 1 0 0,1 1-1 0 0,-2-1 0 0 0,0 0 1 0 0,-2 20-1 0 0,-3 11 58 0 0,-22 81 0 0 0,24-112-77 0 0,-11 42 8 0 0,-17 76-9 0 0,30-126 0 0 0,1 0-1 0 0,-1 1 1 0 0,1-1 0 0 0,0 0 0 0 0,0 1 0 0 0,0-1 0 0 0,0 1 0 0 0,1-1-1 0 0,-1 0 1 0 0,1 0 0 0 0,0 1 0 0 0,0-1 0 0 0,0 0 0 0 0,1 0-1 0 0,-1 0 1 0 0,1 0 0 0 0,-1 0 0 0 0,1 0 0 0 0,0 0 0 0 0,0 0 0 0 0,4 4-1 0 0,-2-5 2 0 0,0 1 0 0 0,0-1-1 0 0,0 1 1 0 0,0-1-1 0 0,0 0 1 0 0,1-1-1 0 0,-1 1 1 0 0,1-1-1 0 0,-1 1 1 0 0,1-2-1 0 0,-1 1 1 0 0,1 0-1 0 0,0-1 1 0 0,-1 0 0 0 0,8 0-1 0 0,7-2-87 0 0,0-1 1 0 0,1 0-1 0 0,-1-2 0 0 0,0 0 1 0 0,-1-1-1 0 0,0-1 0 0 0,0 0 1 0 0,0-2-1 0 0,-1 0 0 0 0,0-1 1 0 0,16-12-1 0 0,5-7-312 0 0,-2-1 0 0 0,-1-2-1 0 0,44-50 1 0 0,-54 53 108 0 0,38-55-1 0 0,-57 75 224 0 0,0-1-1 0 0,-1 1 1 0 0,0-1-1 0 0,-1-1 1 0 0,0 1 0 0 0,0 0-1 0 0,-1-1 1 0 0,-1 0-1 0 0,0 0 1 0 0,2-18-1 0 0,-4 28 65 0 0,-1 0 0 0 0,1 1 0 0 0,0-1-1 0 0,0 0 1 0 0,-1 1 0 0 0,1-1 0 0 0,0 0 0 0 0,-1 1-1 0 0,1-1 1 0 0,0 1 0 0 0,-1-1 0 0 0,1 1-1 0 0,-1-1 1 0 0,1 1 0 0 0,-1-1 0 0 0,1 1-1 0 0,-1-1 1 0 0,0 1 0 0 0,1-1 0 0 0,-1 1 0 0 0,0 0-1 0 0,1 0 1 0 0,-1-1 0 0 0,0 1 0 0 0,1 0-1 0 0,-1 0 1 0 0,0 0 0 0 0,1 0 0 0 0,-1-1-1 0 0,0 1 1 0 0,1 0 0 0 0,-1 0 0 0 0,0 0-1 0 0,0 1 1 0 0,-25 1-23 0 0,13 1 27 0 0,0 2 0 0 0,0-1 0 0 0,1 2 1 0 0,-1 0-1 0 0,1 0 0 0 0,1 1 0 0 0,-1 0 0 0 0,1 1 0 0 0,-10 10 0 0 0,4-3 19 0 0,0 1-1 0 0,1 1 1 0 0,1 1-1 0 0,-18 27 1 0 0,26-34-17 0 0,1-1 1 0 0,0 1-1 0 0,1 0 0 0 0,0 0 1 0 0,1 0-1 0 0,0 1 1 0 0,1 0-1 0 0,-4 20 0 0 0,7-25-3 0 0,-1 0-1 0 0,1 0 1 0 0,0-1 0 0 0,1 1-1 0 0,-1 0 1 0 0,2 0-1 0 0,-1 0 1 0 0,1 0-1 0 0,-1-1 1 0 0,2 1 0 0 0,-1-1-1 0 0,1 1 1 0 0,0-1-1 0 0,0 0 1 0 0,1 0 0 0 0,8 10-1 0 0,-1-4-415 0 0,1-1 0 0 0,0 1-1 0 0,1-2 1 0 0,0 0 0 0 0,1 0-1 0 0,0-2 1 0 0,0 1 0 0 0,1-2-1 0 0,0 0 1 0 0,1-1 0 0 0,-1 0 0 0 0,26 5-1 0 0,-8-4-1621 0 0,0-2 0 0 0,0 0-1 0 0,1-3 1 0 0,-1-1 0 0 0,44-4-1 0 0,-12-3-4480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4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82 1404 0 0,'16'-81'11515'0'0,"-16"86"-11192"0"0,0-1 1 0 0,-1 1 0 0 0,1-1 0 0 0,-1 1 0 0 0,0 0 0 0 0,0-1 0 0 0,-1 1 0 0 0,-2 5 0 0 0,1-1 49 0 0,-89 266 3747 0 0,-69 129-2207 0 0,48-143-1394 0 0,-60 127-3086 0 0,154-351-303 0 0,1-3-3152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5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2260 0 0,'3'-9'635'0'0,"2"-6"391"0"0,0 1-1 0 0,1 0 1 0 0,0 1-1 0 0,16-25 1 0 0,-20 35-903 0 0,1-1 0 0 0,-1 1 0 0 0,1 0 0 0 0,0 0 1 0 0,0 0-1 0 0,1 1 0 0 0,-1-1 0 0 0,1 1 0 0 0,-1 0 0 0 0,1 0 0 0 0,0 0 1 0 0,-1 0-1 0 0,1 1 0 0 0,0-1 0 0 0,0 1 0 0 0,0 0 0 0 0,0 0 0 0 0,1 1 0 0 0,-1-1 1 0 0,0 1-1 0 0,0 0 0 0 0,7 0 0 0 0,2 2 15 0 0,0 1 0 0 0,0 0 1 0 0,0 0-1 0 0,0 1 0 0 0,-1 1 0 0 0,0 0 1 0 0,0 1-1 0 0,0 0 0 0 0,0 1 0 0 0,12 10 0 0 0,0 2 135 0 0,-1 0 0 0 0,-1 1 0 0 0,29 34 0 0 0,-48-50-141 0 0,1 0-1 0 0,-1 1 1 0 0,0-1-1 0 0,0 1 0 0 0,0 0 1 0 0,0 0-1 0 0,-1 0 1 0 0,0 0-1 0 0,0 0 1 0 0,0 1-1 0 0,-1-1 1 0 0,0 1-1 0 0,1 6 1 0 0,-2-8-70 0 0,0-1 1 0 0,-1 0 0 0 0,1 0-1 0 0,-1 0 1 0 0,0 1 0 0 0,1-1-1 0 0,-1 0 1 0 0,-1 0 0 0 0,1 0-1 0 0,0 0 1 0 0,-1 0 0 0 0,1-1 0 0 0,-1 1-1 0 0,0 0 1 0 0,0-1 0 0 0,0 1-1 0 0,0-1 1 0 0,-1 0 0 0 0,1 0-1 0 0,-1 0 1 0 0,1 0 0 0 0,-1 0-1 0 0,0 0 1 0 0,-3 1 0 0 0,-9 5 40 0 0,0-1 0 0 0,-1-1 1 0 0,0 0-1 0 0,-1-1 0 0 0,1-1 1 0 0,-34 4-1 0 0,15-4-348 0 0,0-3-1 0 0,-44-3 1 0 0,64-2-1059 0 0,12-3-1780 0 0,3 6 2688 0 0,1 0 0 0 0,0 0-1 0 0,-1 0 1 0 0,1 0 0 0 0,0-1 0 0 0,0 1-1 0 0,0 1 1 0 0,0-1 0 0 0,0 0-1 0 0,0 0 1 0 0,0 0 0 0 0,0 0-1 0 0,1 0 1 0 0,12-7-4126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5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26 2132 0 0,'38'-26'8862'0'0,"-41"27"-8629"0"0,0-1 0 0 0,1 1 0 0 0,-1-1 1 0 0,1 1-1 0 0,-1 0 0 0 0,1 0 0 0 0,-1 0 1 0 0,1 0-1 0 0,0 1 0 0 0,-1-1 0 0 0,1 1 1 0 0,-3 2-1 0 0,-25 25 995 0 0,22-22-855 0 0,-13 15 192 0 0,1 0 0 0 0,1 2 0 0 0,-27 43-1 0 0,38-53-486 0 0,0 0 0 0 0,1 0-1 0 0,1 1 1 0 0,0 0-1 0 0,1 1 1 0 0,0-1-1 0 0,2 1 1 0 0,-4 26-1 0 0,7-38-67 0 0,0-1-1 0 0,0 0 1 0 0,0 1 0 0 0,0-1-1 0 0,0 0 1 0 0,1 1-1 0 0,-1-1 1 0 0,1 0-1 0 0,0 0 1 0 0,0 1-1 0 0,1-1 1 0 0,-1 0 0 0 0,0 0-1 0 0,1 0 1 0 0,0 0-1 0 0,0-1 1 0 0,0 1-1 0 0,0 0 1 0 0,0-1 0 0 0,0 1-1 0 0,1-1 1 0 0,-1 0-1 0 0,1 0 1 0 0,-1 0-1 0 0,1 0 1 0 0,0 0-1 0 0,0-1 1 0 0,0 1 0 0 0,0-1-1 0 0,0 0 1 0 0,0 0-1 0 0,1 0 1 0 0,-1 0-1 0 0,6 1 1 0 0,-1-1-3 0 0,-1-1 1 0 0,0 1-1 0 0,1-1 1 0 0,-1-1-1 0 0,0 1 1 0 0,1-1-1 0 0,-1 0 1 0 0,0-1-1 0 0,0 0 1 0 0,0 0 0 0 0,0 0-1 0 0,0-1 1 0 0,0 0-1 0 0,0-1 1 0 0,5-3-1 0 0,0-3 0 0 0,-1 0 1 0 0,0-1-1 0 0,0-1 0 0 0,-1 1 0 0 0,-1-2 1 0 0,0 1-1 0 0,-1-1 0 0 0,0 0 0 0 0,-1-1 0 0 0,-1 0 1 0 0,0 0-1 0 0,-1-1 0 0 0,7-25 0 0 0,-11 35-5 0 0,0 0-1 0 0,0 0 0 0 0,-1 0 0 0 0,1 0 0 0 0,-1 0 0 0 0,0 0 0 0 0,0 0 1 0 0,-1 0-1 0 0,1 0 0 0 0,-1 0 0 0 0,0 0 0 0 0,-1 0 0 0 0,1 0 0 0 0,-1 0 1 0 0,0 0-1 0 0,0 1 0 0 0,0-1 0 0 0,-1 1 0 0 0,0 0 0 0 0,0-1 0 0 0,0 1 1 0 0,0 1-1 0 0,0-1 0 0 0,-1 0 0 0 0,0 1 0 0 0,0 0 0 0 0,0-1 0 0 0,0 2 0 0 0,0-1 1 0 0,-1 0-1 0 0,1 1 0 0 0,-1 0 0 0 0,1 0 0 0 0,-1 0 0 0 0,0 1 0 0 0,0-1 1 0 0,-6 0-1 0 0,-17-2-12 0 0,19 6 6 0 0,2 0-2 0 0,1-2-214 0 0,1 1-1 0 0,-1 0 1 0 0,0 0 0 0 0,1 0-1 0 0,-1 1 1 0 0,1 0-1 0 0,0 0 1 0 0,-10 6 0 0 0,11-6-549 0 0,1 0-1 0 0,-1 1 1 0 0,1 0 0 0 0,0 0 0 0 0,-1 0-1 0 0,-3 6 1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5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55 2308 0 0,'86'-55'14562'0'0,"-83"59"-13634"0"0,-3-4-907 0 0,1 0 0 0 0,-1 0 1 0 0,0 0-1 0 0,0 1 0 0 0,0-1 1 0 0,1 0-1 0 0,-1 0 0 0 0,0 0 1 0 0,0 0-1 0 0,0 0 0 0 0,1 1 1 0 0,-1-1-1 0 0,0 0 0 0 0,0 0 1 0 0,0 0-1 0 0,0 1 0 0 0,0-1 1 0 0,0 0-1 0 0,1 0 0 0 0,-1 0 1 0 0,0 1-1 0 0,0-1 0 0 0,0 0 1 0 0,0 0-1 0 0,0 1 0 0 0,0-1 1 0 0,0 0-1 0 0,0 0 0 0 0,0 1 1 0 0,0-1-1 0 0,0 0 0 0 0,0 0 1 0 0,0 1-1 0 0,0-1 0 0 0,0 0 1 0 0,0 0-1 0 0,-1 1 0 0 0,-11 41 744 0 0,-2 1 0 0 0,-2-2 0 0 0,-36 67-1 0 0,44-93-690 0 0,-5 11-399 0 0,-24 47 779 0 0,11-29-6562 0 0,17-39 3077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6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1 201 688 0 0,'3'-27'2399'0'0,"2"-10"1386"0"0,17-71-1 0 0,-21 107-4107 0 0,5-17 1543 0 0,0 10-2294 0 0,18 6-7001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2080 0 0,'5'11'4671'0'0,"0"7"-2678"0"0,1-1 1 0 0,-2 1-1 0 0,2 23 1 0 0,-2-7-629 0 0,-3 0-1 0 0,-2 49 1 0 0,0-67-1197 0 0,-1 0-1 0 0,0 1 1 0 0,-1-1-1 0 0,-1 0 1 0 0,0-1-1 0 0,-2 1 1 0 0,1-1 0 0 0,-2 0-1 0 0,0 0 1 0 0,-1-1-1 0 0,-10 15 1 0 0,17-28-154 0 0,0 0 0 0 0,0 0 0 0 0,0 0-1 0 0,0 0 1 0 0,0 0 0 0 0,0 0 0 0 0,-1 0 0 0 0,1 0 0 0 0,0-1 0 0 0,-1 1-1 0 0,1 0 1 0 0,0-1 0 0 0,-1 0 0 0 0,-2 1 0 0 0,3 0-20 0 0,1-1 8 0 0,-1 0-1 0 0,1 0 1 0 0,0-1 0 0 0,0 1 0 0 0,-1 0-1 0 0,1 0 1 0 0,0 0 0 0 0,0 0 0 0 0,-1 0-1 0 0,1 0 1 0 0,0 0 0 0 0,0 0 0 0 0,0-1-1 0 0,-1 1 1 0 0,1 0 0 0 0,0 0 0 0 0,0 0-1 0 0,0-1 1 0 0,0 1 0 0 0,-1 0 0 0 0,1 0-1 0 0,0 0 1 0 0,0-1 0 0 0,0 1 0 0 0,0 0-1 0 0,0 0 1 0 0,0-1 0 0 0,0 1 0 0 0,-1 0-1 0 0,1 0 1 0 0,0-1 0 0 0,0 1 0 0 0,0 0-1 0 0,0 0 1 0 0,0-1 0 0 0,0 1 0 0 0,0 0-1 0 0,0 0 1 0 0,1-1 0 0 0,-1 1 0 0 0,0 0-1 0 0,0 0 1 0 0,0-1 0 0 0,0 1 0 0 0,0 0-1 0 0,3-14 4 0 0,-3 14 2 0 0,9-17 5 0 0,0 1 0 0 0,1 0 0 0 0,1 1 0 0 0,0 0 0 0 0,21-20 0 0 0,-18 19-20 0 0,16-18-8 0 0,2 2 1 0 0,63-50-1 0 0,-78 69 8 0 0,1 1 0 0 0,0 1 0 0 0,0 0 0 0 0,2 2 0 0 0,-1 0 0 0 0,1 1 0 0 0,0 1 0 0 0,23-5 0 0 0,-39 11 9 0 0,1 0-1 0 0,-1 0 1 0 0,1 1-1 0 0,-1 0 1 0 0,1-1-1 0 0,0 2 0 0 0,-1-1 1 0 0,1 0-1 0 0,-1 1 1 0 0,1 0-1 0 0,-1 0 1 0 0,0 0-1 0 0,1 1 1 0 0,-1-1-1 0 0,0 1 1 0 0,0 0-1 0 0,0 0 1 0 0,0 1-1 0 0,6 4 1 0 0,-6-3 4 0 0,0 1 0 0 0,0-1 0 0 0,0 1 0 0 0,-1 0 0 0 0,0 0 0 0 0,0 0 0 0 0,0 1 0 0 0,0-1 0 0 0,-1 1 0 0 0,0-1 0 0 0,0 1 0 0 0,-1 0 0 0 0,1 0 1 0 0,0 8-1 0 0,-1 9-2 0 0,-1 1 1 0 0,-1 0 0 0 0,-1 0 0 0 0,-1-1 0 0 0,-1 1 0 0 0,-7 23-1 0 0,-4 31-2915 0 0,14-75 2202 0 0,1-1 0 0 0,0 1 1 0 0,0 0-1 0 0,0 0 0 0 0,0-1 0 0 0,0 1 0 0 0,1 0 0 0 0,-1 0 1 0 0,1-1-1 0 0,0 4 0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243 170 848 0 0,'87'-170'14133'0'0,"-88"181"-13583"0"0,-1 0-1 0 0,0-1 0 0 0,0 0 1 0 0,-2 1-1 0 0,1-1 0 0 0,-1 0 0 0 0,-7 12 1 0 0,-3 11 88 0 0,-122 281 1995 0 0,15-36-2054 0 0,114-260-1390 0 0,0 0 1 0 0,-5 29-1 0 0,8-4-2937 0 0,5-38 2645 0 0,-1 0-1 0 0,1 0 1 0 0,0 0 0 0 0,0 1 0 0 0,0-2 0 0 0,3 7 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7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323 135 196 0 0,'33'-60'6837'0'0,"-30"53"-6162"0"0,0 1 0 0 0,0-1 0 0 0,-1 1 1 0 0,0-1-1 0 0,-1 0 0 0 0,0 0 0 0 0,1-9 0 0 0,-2 15-621 0 0,-1 0-1 0 0,1 0 0 0 0,-1 1 0 0 0,0-1 0 0 0,1 0 0 0 0,-1 0 0 0 0,0 1 1 0 0,1-1-1 0 0,-1 1 0 0 0,0-1 0 0 0,0 1 0 0 0,1-1 0 0 0,-1 1 0 0 0,0-1 1 0 0,0 1-1 0 0,0 0 0 0 0,0-1 0 0 0,0 1 0 0 0,1 0 0 0 0,-1 0 1 0 0,0-1-1 0 0,0 1 0 0 0,0 0 0 0 0,0 0 0 0 0,0 0 0 0 0,0 0 0 0 0,0 0 1 0 0,0 1-1 0 0,0-1 0 0 0,-1 0 0 0 0,-5 2 23 0 0,-1 0 1 0 0,1 0-1 0 0,0 1 1 0 0,0 0-1 0 0,0 0 1 0 0,0 0-1 0 0,0 1 0 0 0,1 0 1 0 0,0 1-1 0 0,0-1 1 0 0,0 1-1 0 0,0 0 1 0 0,-7 9-1 0 0,11-11-63 0 0,-1 0 0 0 0,0 0 1 0 0,1 1-1 0 0,0-1 0 0 0,0 1 0 0 0,0-1 1 0 0,0 1-1 0 0,1 0 0 0 0,-1 0 0 0 0,1 0 1 0 0,0 0-1 0 0,0 0 0 0 0,0 0 0 0 0,1 0 1 0 0,-1 1-1 0 0,1-1 0 0 0,0 0 0 0 0,0 0 1 0 0,1 0-1 0 0,-1 0 0 0 0,1 0 0 0 0,0 1 0 0 0,0-1 1 0 0,0 0-1 0 0,1-1 0 0 0,3 8 0 0 0,5 4 218 0 0,1 0 0 0 0,0-1 0 0 0,1-1 0 0 0,0 0 0 0 0,1-1 0 0 0,0 0 0 0 0,20 13 0 0 0,-12-9 453 0 0,-1 1 1 0 0,29 32-1 0 0,-43-42-549 0 0,-3-4 58 0 0,-1-1 0 0 0,1 1 0 0 0,-1 0 0 0 0,0 0 0 0 0,0 0 0 0 0,0 0 0 0 0,0 0 0 0 0,-1 0 0 0 0,1 1 0 0 0,-1-1-1 0 0,0 0 1 0 0,1 5 0 0 0,-2-7-155 0 0,0-1 0 0 0,0 1 0 0 0,0 0-1 0 0,-1 0 1 0 0,1-1 0 0 0,0 1 0 0 0,0 0 0 0 0,-1-1-1 0 0,1 1 1 0 0,0 0 0 0 0,-1-1 0 0 0,1 1 0 0 0,-1-1-1 0 0,1 1 1 0 0,-1 0 0 0 0,1-1 0 0 0,-1 1-1 0 0,1-1 1 0 0,-1 1 0 0 0,1-1 0 0 0,-1 0 0 0 0,0 1-1 0 0,1-1 1 0 0,-1 0 0 0 0,0 1 0 0 0,1-1-1 0 0,-2 1 1 0 0,-21 5 279 0 0,20-5-268 0 0,-16 2 25 0 0,1-1 0 0 0,-1 0 0 0 0,1-2 0 0 0,-1 0 0 0 0,0-1 1 0 0,-33-6-1 0 0,14-1-1724 0 0,-1-2-1 0 0,-41-16 1 0 0,28 4-2280 0 0,20 3-1467 0 0,7 0-1917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100 153 288 0 0,'-14'-16'2400'0'0,"-2"-1"683"0"0,0 0 0 0 0,1-2 0 0 0,-22-36 0 0 0,36 54-3031 0 0,1 1 0 0 0,0-1-1 0 0,0 1 1 0 0,-1-1 0 0 0,1 0 0 0 0,0 1-1 0 0,0-1 1 0 0,0 0 0 0 0,0 1 0 0 0,0-1 0 0 0,0 0-1 0 0,0 1 1 0 0,0-1 0 0 0,0 0 0 0 0,0 0-1 0 0,1 1 1 0 0,-1-1 0 0 0,0 1 0 0 0,0-1-1 0 0,1 0 1 0 0,-1 1 0 0 0,0-1 0 0 0,1 1-1 0 0,-1-1 1 0 0,0 0 0 0 0,1 1 0 0 0,-1-1 0 0 0,1 1-1 0 0,-1-1 1 0 0,1 1 0 0 0,-1 0 0 0 0,1-1-1 0 0,0 1 1 0 0,-1 0 0 0 0,1-1 0 0 0,-1 1-1 0 0,1 0 1 0 0,0-1 0 0 0,0 1 0 0 0,3-1 22 0 0,-1-1 0 0 0,1 1 0 0 0,-1 0 1 0 0,1 1-1 0 0,-1-1 0 0 0,5 0 0 0 0,24 1 99 0 0,-1 1 1 0 0,0 2-1 0 0,32 6 0 0 0,93 27-2197 0 0,-74-16-884 0 0,-26-7-1459 0 0,-1 1-2233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3:57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0 104 488 0 0,'50'-39'9991'0'0,"1"4"-4697"0"0,-9 6-2810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507 346 540 0 0,'1'-61'7808'0'0,"-2"35"-5891"0"0,1 26-1891 0 0,0 0 0 0 0,1-1 0 0 0,-1 1 0 0 0,0 0 1 0 0,0-1-1 0 0,0 1 0 0 0,0-1 0 0 0,0 1 0 0 0,0 0 0 0 0,0-1 0 0 0,0 1 1 0 0,0 0-1 0 0,0-1 0 0 0,-1 1 0 0 0,1-1 0 0 0,0 1 0 0 0,0 0 0 0 0,0-1 0 0 0,0 1 1 0 0,-1 0-1 0 0,1-1 0 0 0,0 1 0 0 0,0 0 0 0 0,0-1 0 0 0,-1 1 0 0 0,1 0 0 0 0,0 0 1 0 0,-1-1-1 0 0,1 1 0 0 0,0 0 0 0 0,0 0 0 0 0,-1 0 0 0 0,1-1 0 0 0,-1 1 1 0 0,1 0-1 0 0,0 0 0 0 0,-1 0 0 0 0,1 0 0 0 0,0 0 0 0 0,-1 0 0 0 0,1 0 0 0 0,0-1 1 0 0,-1 1-1 0 0,1 0 0 0 0,-1 1 0 0 0,1-1 0 0 0,0 0 0 0 0,-1 0 0 0 0,1 0 0 0 0,-1 0 1 0 0,1 0-1 0 0,0 0 0 0 0,-1 0 0 0 0,1 0 0 0 0,0 1 0 0 0,-1-1 0 0 0,1 0 1 0 0,0 0-1 0 0,-1 0 0 0 0,1 1 0 0 0,0-1 0 0 0,-1 1 0 0 0,-19 17 185 0 0,-20 31 445 0 0,3 2 0 0 0,-43 79 0 0 0,-49 119 139 0 0,87-157-450 0 0,-41 124 1 0 0,67-165-256 0 0,3 1 0 0 0,2 0 0 0 0,2 1-1 0 0,-2 65 1 0 0,10-100-69 0 0,2 0 0 0 0,0 0 0 0 0,1 0 0 0 0,0 0 0 0 0,2 0 0 0 0,0 0 0 0 0,1-1-1 0 0,1 1 1 0 0,0-1 0 0 0,9 16 0 0 0,-10-24-9 0 0,1 0-1 0 0,-1 0 1 0 0,1-1 0 0 0,1 0-1 0 0,-1 0 1 0 0,1-1-1 0 0,1 0 1 0 0,-1 0 0 0 0,1 0-1 0 0,1-1 1 0 0,-1 0 0 0 0,1-1-1 0 0,0 0 1 0 0,0 0-1 0 0,0-1 1 0 0,1 0 0 0 0,0-1-1 0 0,-1 0 1 0 0,12 1 0 0 0,-5-2 1 0 0,0 0 1 0 0,1-2 0 0 0,-1 0-1 0 0,0-1 1 0 0,1 0 0 0 0,-1-1-1 0 0,0-1 1 0 0,0-1 0 0 0,30-11-1 0 0,-16 3-1 0 0,0-1 1 0 0,-1-2-1 0 0,-1-1 0 0 0,28-20 0 0 0,-26 13-22 0 0,0-2 1 0 0,-2-1-1 0 0,-1-1 0 0 0,-1-2 1 0 0,-1 0-1 0 0,-2-2 0 0 0,-1 0 1 0 0,-1-2-1 0 0,-2 0 0 0 0,25-60 1 0 0,-21 34-22 0 0,-2-2-1 0 0,-4 0 1 0 0,-2-1 0 0 0,-2 0 0 0 0,7-108 0 0 0,-18 120 1 0 0,-1 0 1 0 0,-3-1-1 0 0,-2 1 1 0 0,-2 0 0 0 0,-19-77-1 0 0,16 98 11 0 0,0 1 0 0 0,-2 0 0 0 0,-1 1 0 0 0,-22-36 0 0 0,23 45 7 0 0,-2 1 1 0 0,1 0 0 0 0,-2 1-1 0 0,0 0 1 0 0,-1 1 0 0 0,-32-24-1 0 0,37 32 7 0 0,0 0-1 0 0,-1 1 1 0 0,1 0-1 0 0,-1 1 1 0 0,-1 0-1 0 0,1 1 1 0 0,-1 0-1 0 0,1 1 1 0 0,-1 0-1 0 0,0 1 1 0 0,0 0-1 0 0,0 1 1 0 0,-1 0-1 0 0,1 1 1 0 0,0 0-1 0 0,-15 3 1 0 0,13-1 10 0 0,1 2 0 0 0,-1 0 0 0 0,0 0-1 0 0,1 1 1 0 0,0 1 0 0 0,0 0 0 0 0,1 0 0 0 0,0 2 0 0 0,0-1 0 0 0,0 2 0 0 0,1-1 0 0 0,0 2 0 0 0,-15 17 0 0 0,16-16-169 0 0,0 1 0 0 0,1 0-1 0 0,1 0 1 0 0,0 1 0 0 0,1 0 0 0 0,0 0 0 0 0,1 1-1 0 0,0 0 1 0 0,2 0 0 0 0,-6 22 0 0 0,7-16-799 0 0,1 0 1 0 0,0 0-1 0 0,2 0 1 0 0,0 0-1 0 0,1 0 1 0 0,1-1-1 0 0,7 29 1 0 0,2-3-3144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 65 2080 0 0,'-1'-65'8723'0'0,"-10"87"-6723"0"0,-62 232 2359 0 0,31-95-3404 0 0,-203 882 988 0 0,150-631-2114 0 0,81-375-1764 0 0,7-36-717 0 0,6 1 2462 0 0,0-1 1 0 0,-1 0-1 0 0,1 0 0 0 0,0 0 1 0 0,0 0-1 0 0,0 0 1 0 0,0 0-1 0 0,0-1 1 0 0,0 1-1 0 0,0 0 0 0 0,0 0 1 0 0,0-1-1 0 0,1 1 1 0 0,-1 0-1 0 0,1-1 1 0 0,-1 1-1 0 0,0-3 0 0 0,-6-35-4216 0 0,6 34 3784 0 0,-3-30-3835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4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0 225 232 0 0,'9'-21'1075'0'0,"0"1"0"0"0,1 0 0 0 0,0 0 1 0 0,2 1-1 0 0,0 1 0 0 0,18-20 0 0 0,-24 32-870 0 0,0-1 0 0 0,0 1 0 0 0,1 1 0 0 0,0-1 0 0 0,1 1 1 0 0,-1 0-1 0 0,1 1 0 0 0,0 0 0 0 0,0 0 0 0 0,0 1 0 0 0,0 0 0 0 0,1 0 0 0 0,-1 1 0 0 0,1 0 1 0 0,0 0-1 0 0,-1 1 0 0 0,1 0 0 0 0,12 1 0 0 0,0 2-2 0 0,0 0-1 0 0,0 2 0 0 0,0 0 1 0 0,0 2-1 0 0,-1 0 1 0 0,0 1-1 0 0,37 19 1 0 0,-35-14-97 0 0,0 1 1 0 0,-1 0 0 0 0,-1 2-1 0 0,0 1 1 0 0,-1 0 0 0 0,25 27-1 0 0,-39-38-37 0 0,-1 0 0 0 0,0 1 0 0 0,0-1-1 0 0,0 1 1 0 0,-1 0 0 0 0,1 0 0 0 0,-2 0-1 0 0,1 0 1 0 0,0 0 0 0 0,-1 1 0 0 0,-1-1-1 0 0,1 1 1 0 0,-1 0 0 0 0,0-1 0 0 0,0 1-1 0 0,-1 0 1 0 0,0 0 0 0 0,0-1 0 0 0,0 1-1 0 0,-1 0 1 0 0,0 0 0 0 0,-1-1 0 0 0,1 1-1 0 0,-1-1 1 0 0,-1 1 0 0 0,1-1 0 0 0,-1 0-1 0 0,0 0 1 0 0,0 0 0 0 0,-1 0 0 0 0,0-1-1 0 0,-8 10 1 0 0,3-6 21 0 0,0 1 0 0 0,-1-2 0 0 0,0 1 0 0 0,0-1 0 0 0,-1-1 0 0 0,0 0 0 0 0,-1-1 0 0 0,-21 10 0 0 0,24-13-169 0 0,1 0-1 0 0,-1 0 1 0 0,0-1 0 0 0,0 0 0 0 0,0 0 0 0 0,0-1 0 0 0,0 0 0 0 0,0-1 0 0 0,0 0 0 0 0,0 0 0 0 0,0-1 0 0 0,0 0 0 0 0,-15-4 0 0 0,22 5-148 0 0,0-1 1 0 0,0 0-1 0 0,1 0 1 0 0,-1 1-1 0 0,0-1 1 0 0,0 0 0 0 0,1-1-1 0 0,-1 1 1 0 0,1 0-1 0 0,-1 0 1 0 0,1-1-1 0 0,-3-2 1 0 0,3 3-56 0 0,1 0 0 0 0,-1 0 1 0 0,1 0-1 0 0,-1 0 1 0 0,1-1-1 0 0,0 1 0 0 0,-1 0 1 0 0,1 0-1 0 0,0 0 1 0 0,0-1-1 0 0,0 1 1 0 0,0 0-1 0 0,0 0 0 0 0,0-1 1 0 0,0 1-1 0 0,0 0 1 0 0,1 0-1 0 0,-1 0 0 0 0,0 0 1 0 0,1-1-1 0 0,-1 1 1 0 0,2-2-1 0 0,3-8-3886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4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42 932 0 0,'12'-4'2141'0'0,"-10"2"-1535"0"0,1 1-1 0 0,-1 0 1 0 0,0 0 0 0 0,1 0-1 0 0,-1 1 1 0 0,0-1 0 0 0,1 1-1 0 0,-1-1 1 0 0,1 1 0 0 0,-1 0-1 0 0,1 0 1 0 0,-1 0 0 0 0,0 0-1 0 0,1 0 1 0 0,3 1 0 0 0,-5 1-428 0 0,1 0-1 0 0,0 1 1 0 0,0-1 0 0 0,-1 1-1 0 0,1 0 1 0 0,-1-1 0 0 0,0 1-1 0 0,1 0 1 0 0,0 4 0 0 0,2 2 143 0 0,-1-2-255 0 0,0-2 0 0 0,0 1 0 0 0,1 0 0 0 0,0 0 0 0 0,0-1 0 0 0,1 0 0 0 0,0 0 1 0 0,-1 0-1 0 0,2-1 0 0 0,-1 0 0 0 0,0 0 0 0 0,1 0 0 0 0,0 0 0 0 0,0-1 0 0 0,0 0 0 0 0,0 0 0 0 0,1-1 0 0 0,-1 1 0 0 0,1-2 0 0 0,-1 1 0 0 0,1-1 0 0 0,10 2 1 0 0,-15-3-64 0 0,0 0 0 0 0,0-1 0 0 0,-1 1 0 0 0,1 0 0 0 0,0-1 0 0 0,0 1 0 0 0,-1-1 0 0 0,1 1 0 0 0,0-1 1 0 0,-1 0-1 0 0,1 1 0 0 0,0-1 0 0 0,-1 0 0 0 0,1 0 0 0 0,-1 0 0 0 0,0 0 0 0 0,1-1 0 0 0,-1 1 0 0 0,0 0 1 0 0,0-1-1 0 0,0 1 0 0 0,0-1 0 0 0,0 1 0 0 0,0-1 0 0 0,0 1 0 0 0,0-1 0 0 0,0 1 0 0 0,-1-1 0 0 0,1 0 1 0 0,-1 0-1 0 0,1 1 0 0 0,-1-1 0 0 0,0 0 0 0 0,0 0 0 0 0,1 1 0 0 0,-1-1 0 0 0,-1 0 0 0 0,1-3 0 0 0,0 0-15 0 0,-1-1-1 0 0,1 1 0 0 0,-1-1 0 0 0,0 1 0 0 0,-1-1 0 0 0,1 1 0 0 0,-1-1 0 0 0,0 1 0 0 0,0 0 0 0 0,-6-9 0 0 0,5 10 6 0 0,1 1 0 0 0,-1 0 0 0 0,0 0 1 0 0,0 0-1 0 0,0 0 0 0 0,-1 0 0 0 0,1 0 0 0 0,0 1 0 0 0,-1 0 0 0 0,0 0 0 0 0,0 0 0 0 0,1 0 1 0 0,-1 0-1 0 0,0 1 0 0 0,-1 0 0 0 0,1 0 0 0 0,0 0 0 0 0,0 0 0 0 0,0 0 0 0 0,-1 1 0 0 0,1 0 0 0 0,0 0 1 0 0,0 0-1 0 0,-7 2 0 0 0,0 0 6 0 0,1 1-1 0 0,-1 0 1 0 0,1 1 0 0 0,0 1 0 0 0,0-1 0 0 0,0 1 0 0 0,1 1 0 0 0,-14 10-1 0 0,11-7 15 0 0,1 0-1 0 0,1 1 1 0 0,-1 0-1 0 0,2 1 0 0 0,-1-1 1 0 0,1 2-1 0 0,1 0 0 0 0,-13 23 1 0 0,19-29-8 0 0,0-1 1 0 0,0 0 0 0 0,0 1 0 0 0,0-1 0 0 0,1 1-1 0 0,0-1 1 0 0,0 1 0 0 0,1 0 0 0 0,-1-1-1 0 0,1 1 1 0 0,1 6 0 0 0,0-8-1 0 0,0 1 0 0 0,0-1 0 0 0,1 0 1 0 0,-1 0-1 0 0,1 0 0 0 0,0 0 0 0 0,0 0 0 0 0,0 0 0 0 0,0 0 0 0 0,1-1 1 0 0,0 1-1 0 0,0-1 0 0 0,0 0 0 0 0,0 0 0 0 0,0 0 0 0 0,5 3 1 0 0,3 1-186 0 0,0 0 0 0 0,0 0 0 0 0,1-1 1 0 0,0-1-1 0 0,1 0 0 0 0,-1-1 0 0 0,1 0 1 0 0,-1-1-1 0 0,1-1 0 0 0,0 0 0 0 0,24 1 1 0 0,-14-2-858 0 0,1-2 1 0 0,0-1-1 0 0,-1 0 1 0 0,1-2 0 0 0,38-11-1 0 0,-24 2-1506 0 0,-2-4-580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147 120 624 0 0,'6'-19'2881'0'0,"-1"0"0"0"0,0-1 0 0 0,2-32 0 0 0,-6 52-2822 0 0,-1-1 0 0 0,0 1 0 0 0,0 0 1 0 0,0 0-1 0 0,0-1 0 0 0,0 1 0 0 0,0 0 1 0 0,0-1-1 0 0,0 1 0 0 0,0 0 0 0 0,0-1 1 0 0,0 1-1 0 0,0 0 0 0 0,0-1 0 0 0,0 1 1 0 0,0 0-1 0 0,0-1 0 0 0,0 1 0 0 0,0 0 0 0 0,-1-1 1 0 0,1 1-1 0 0,0 0 0 0 0,0 0 0 0 0,0-1 1 0 0,0 1-1 0 0,-1 0 0 0 0,1 0 0 0 0,0-1 1 0 0,-1 1-1 0 0,-6 5 443 0 0,-6 15-54 0 0,2 12 81 0 0,2 0 1 0 0,1 1 0 0 0,-7 58 0 0 0,4-24-324 0 0,2-8-61 0 0,5-30-58 0 0,-1 0 1 0 0,-2 0 0 0 0,-10 30 0 0 0,16-57-75 0 0,1 0 0 0 0,-1-1 0 0 0,0 1-1 0 0,0 0 1 0 0,0-1 0 0 0,0 1 0 0 0,0 0 0 0 0,0-1 0 0 0,-1 1 0 0 0,1-1 0 0 0,0 0 0 0 0,-1 1 0 0 0,1-1 0 0 0,-1 0 0 0 0,0 0 0 0 0,1 0 0 0 0,-3 1 0 0 0,3-2-8 0 0,1 0-1 0 0,-1 0 1 0 0,1 1 0 0 0,-1-1-1 0 0,0 0 1 0 0,1 0 0 0 0,-1 0-1 0 0,1 0 1 0 0,-1 0 0 0 0,1 0-1 0 0,-1-1 1 0 0,0 1 0 0 0,1 0-1 0 0,-1 0 1 0 0,1 0 0 0 0,-1 0-1 0 0,1-1 1 0 0,-1 1 0 0 0,1 0-1 0 0,-1-1 1 0 0,1 1 0 0 0,-1-1-1 0 0,-1 0-2 0 0,1 0-1 0 0,0 0 0 0 0,1-1 0 0 0,-1 1 0 0 0,0 0 0 0 0,0-1 1 0 0,0 1-1 0 0,1-1 0 0 0,-1 1 0 0 0,1-1 0 0 0,-1 1 0 0 0,1-2 1 0 0,-2-9 5 0 0,0 0 0 0 0,1 1 0 0 0,1-1 1 0 0,0 0-1 0 0,1 0 0 0 0,0 1 0 0 0,1-1 1 0 0,4-19-1 0 0,1 8-25 0 0,1 0 0 0 0,1 0-1 0 0,13-25 1 0 0,-14 32 3 0 0,2 1-1 0 0,0 0 0 0 0,0 1 0 0 0,2 0 1 0 0,-1 1-1 0 0,2 0 0 0 0,0 1 0 0 0,0 0 0 0 0,16-9 1 0 0,-17 12 5 0 0,0 2 0 0 0,0 0 0 0 0,1 0 0 0 0,0 1 0 0 0,0 1 0 0 0,0 0 0 0 0,1 1 0 0 0,0 1 0 0 0,0 0 0 0 0,0 0 0 0 0,25 0 0 0 0,-34 3 42 0 0,0 0-1 0 0,-1 0 1 0 0,1 1-1 0 0,0-1 1 0 0,-1 1 0 0 0,1 0-1 0 0,0 0 1 0 0,-1 1 0 0 0,1 0-1 0 0,-1 0 1 0 0,0 0 0 0 0,0 0-1 0 0,1 0 1 0 0,-1 1-1 0 0,-1 0 1 0 0,1 0 0 0 0,0 0-1 0 0,-1 0 1 0 0,1 0 0 0 0,-1 1-1 0 0,4 6 1 0 0,-4-5 99 0 0,0 0 0 0 0,-1 1 0 0 0,0-1 0 0 0,0 1 0 0 0,0 0 0 0 0,0-1 0 0 0,-1 1 0 0 0,0 0 0 0 0,0 0 0 0 0,-1 0 0 0 0,0 0 0 0 0,0 0 0 0 0,0 0 0 0 0,-1 0 0 0 0,1 0 0 0 0,-4 10 0 0 0,-7 23 375 0 0,5-19-353 0 0,1 0 0 0 0,1 0 1 0 0,0 1-1 0 0,0 22 1 0 0,4-42-143 0 0,0 1 1 0 0,0 0 0 0 0,0 0-1 0 0,0-1 1 0 0,1 1-1 0 0,-1 0 1 0 0,0-1 0 0 0,1 1-1 0 0,0-1 1 0 0,-1 1-1 0 0,1 0 1 0 0,0-1 0 0 0,0 1-1 0 0,-1-1 1 0 0,1 0 0 0 0,0 1-1 0 0,1-1 1 0 0,-1 0-1 0 0,0 0 1 0 0,0 1 0 0 0,3 1-1 0 0,-1-2-51 0 0,0 1 0 0 0,0-1 0 0 0,1 0-1 0 0,-1 1 1 0 0,0-1 0 0 0,0-1 0 0 0,1 1 0 0 0,-1 0 0 0 0,1-1-1 0 0,4 0 1 0 0,6 0-604 0 0,1-1 1 0 0,0-1-1 0 0,28-6 0 0 0,38-14-2914 0 0,-32 6 852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62 416 2624 0 0,'-3'0'4687'0'0,"-53"5"2005"0"0,53-5-6356 0 0,18-3-220 0 0,16-10-273 0 0,-1-1 0 0 0,-1-2-1 0 0,0-1 1 0 0,-1-2 0 0 0,-1 0 0 0 0,-1-2-1 0 0,-1-1 1 0 0,-1-1 0 0 0,0-1-1 0 0,-2-1 1 0 0,-1-1 0 0 0,-1-1-1 0 0,22-38 1 0 0,-40 60 116 0 0,0 1 0 0 0,1-1 0 0 0,-1 0 0 0 0,-1 1-1 0 0,1-1 1 0 0,-1 0 0 0 0,0 0 0 0 0,0 0 0 0 0,0 0 0 0 0,-1 0 0 0 0,1 0 0 0 0,-2-7-1 0 0,1 11 41 0 0,0 0 0 0 0,-1 0 0 0 0,1 0 0 0 0,-1 0 0 0 0,1 0 0 0 0,-1 1 0 0 0,1-1-1 0 0,-1 0 1 0 0,0 0 0 0 0,1 0 0 0 0,-1 1 0 0 0,0-1 0 0 0,0 0 0 0 0,0 1 0 0 0,1-1-1 0 0,-1 1 1 0 0,0-1 0 0 0,0 1 0 0 0,0-1 0 0 0,0 1 0 0 0,0 0 0 0 0,0 0 0 0 0,0-1-1 0 0,0 1 1 0 0,0 0 0 0 0,0 0 0 0 0,0 0 0 0 0,0 0 0 0 0,0 0 0 0 0,0 0 0 0 0,0 0-1 0 0,0 0 1 0 0,0 0 0 0 0,0 1 0 0 0,0-1 0 0 0,0 0 0 0 0,-2 2 0 0 0,-3-1-1 0 0,-1 2 0 0 0,1-1 1 0 0,-12 7-1 0 0,11-5 2 0 0,1 1 0 0 0,-1 0 0 0 0,1 0 0 0 0,0 0 0 0 0,0 0 0 0 0,0 1 0 0 0,1 0 0 0 0,0 1 0 0 0,0-1 0 0 0,0 1 0 0 0,1 0 0 0 0,0 0 1 0 0,1 0-1 0 0,-1 0 0 0 0,1 1 0 0 0,1-1 0 0 0,0 1 0 0 0,-3 12 0 0 0,5-16 8 0 0,0 1 0 0 0,0 0 0 0 0,0-1 0 0 0,1 1 0 0 0,0-1 0 0 0,-1 1 0 0 0,2-1 0 0 0,-1 0 0 0 0,0 1 0 0 0,1-1 0 0 0,0 0 0 0 0,0 0 0 0 0,0 0 0 0 0,0 0 0 0 0,1 0 0 0 0,0-1 0 0 0,0 1 0 0 0,0-1 0 0 0,5 5 0 0 0,7 6 110 0 0,1 0 0 0 0,35 21 0 0 0,-30-21-24 0 0,3 2-1 0 0,1 0-19 0 0,25 22 1 0 0,-44-33-57 0 0,-1 0 0 0 0,1 0 0 0 0,-1 1 0 0 0,0 0 0 0 0,-1 0 0 0 0,1 0 0 0 0,-1 1 0 0 0,0-1 0 0 0,4 11 1 0 0,-7-15 2 0 0,-1 0 1 0 0,1-1 0 0 0,-1 1-1 0 0,0 0 1 0 0,0-1 0 0 0,0 1-1 0 0,1 0 1 0 0,-1 0 0 0 0,-1 0-1 0 0,1-1 1 0 0,0 1 0 0 0,0 0-1 0 0,-1-1 1 0 0,1 1 0 0 0,-1 0-1 0 0,1-1 1 0 0,-1 1 0 0 0,-1 1-1 0 0,0 1 17 0 0,0-1 0 0 0,-1 0-1 0 0,1 0 1 0 0,-1 0 0 0 0,0 0 0 0 0,0 0-1 0 0,-5 4 1 0 0,-3 0 43 0 0,1-1-1 0 0,-1 0 1 0 0,0-1 0 0 0,-15 6-1 0 0,10-6 26 0 0,0-1-1 0 0,0 0 1 0 0,-1-1-1 0 0,1 0 1 0 0,-1-1-1 0 0,0-1 1 0 0,-29-3-1 0 0,35 2-79 0 0,0-2-1 0 0,1 1 0 0 0,-1-2 1 0 0,1 1-1 0 0,-1-2 0 0 0,1 1 1 0 0,0-1-1 0 0,1-1 0 0 0,-1 0 1 0 0,1 0-1 0 0,-1-1 0 0 0,2 0 1 0 0,-10-7-1 0 0,16 10-147 0 0,-1 1-1 0 0,1-1 0 0 0,0 0 1 0 0,0 1-1 0 0,0-1 1 0 0,0 0-1 0 0,0 0 1 0 0,0 0-1 0 0,1-1 1 0 0,-1 1-1 0 0,1 0 0 0 0,0 0 1 0 0,0-1-1 0 0,1 1 1 0 0,-1-1-1 0 0,1 1 1 0 0,-1-1-1 0 0,1 1 1 0 0,0-1-1 0 0,1-4 0 0 0,-1 4-430 0 0,1 0 0 0 0,0 0 0 0 0,0 0 0 0 0,1 0 0 0 0,-1 0 0 0 0,1 0 0 0 0,0 1 0 0 0,0-1 0 0 0,0 0 0 0 0,6-5 0 0 0,6-7-3402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6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183 153 2100 0 0,'43'17'9322'0'0,"-41"-16"-8480"0"0,-1 0-613 0 0,1 0-1 0 0,-1 0 0 0 0,1 0 0 0 0,0 0 0 0 0,0 0 0 0 0,0 0 0 0 0,-1 0 0 0 0,1 0 0 0 0,0 0 1 0 0,4 0-1 0 0,7 4 295 0 0,-6-1-424 0 0,1-1 0 0 0,0 0-1 0 0,0-1 1 0 0,0 0-1 0 0,1 0 1 0 0,-1 0 0 0 0,0-1-1 0 0,1 0 1 0 0,16-1-1 0 0,-22-1-92 0 0,1 1 0 0 0,0 0-1 0 0,-1-1 1 0 0,1 0 0 0 0,0 0-1 0 0,-1 0 1 0 0,1 0-1 0 0,-1-1 1 0 0,0 1 0 0 0,1-1-1 0 0,-1 0 1 0 0,0 0-1 0 0,0 0 1 0 0,0 0 0 0 0,0-1-1 0 0,0 1 1 0 0,-1-1-1 0 0,1 0 1 0 0,-1 0 0 0 0,0 1-1 0 0,0-2 1 0 0,0 1-1 0 0,0 0 1 0 0,0 0 0 0 0,-1-1-1 0 0,1 1 1 0 0,-1 0-1 0 0,0-1 1 0 0,1-4 0 0 0,0 2-18 0 0,-1 1 0 0 0,0-1 0 0 0,0 0 0 0 0,0 0 0 0 0,-1 0 0 0 0,0 0 0 0 0,0 0 0 0 0,-1 1 1 0 0,1-1-1 0 0,-1 0 0 0 0,0 0 0 0 0,-1 0 0 0 0,0 1 0 0 0,0-1 0 0 0,0 1 0 0 0,0-1 0 0 0,-4-5 0 0 0,4 9 5 0 0,0 0-1 0 0,1 0 0 0 0,-1 0 1 0 0,0 0-1 0 0,-1 0 0 0 0,1 0 0 0 0,0 0 1 0 0,0 1-1 0 0,-1-1 0 0 0,1 1 0 0 0,-1 0 1 0 0,1 0-1 0 0,-1 0 0 0 0,0 0 0 0 0,1 0 1 0 0,-5-1-1 0 0,1 2 0 0 0,1 0 1 0 0,0-1-1 0 0,0 2 1 0 0,-1-1-1 0 0,1 1 1 0 0,0-1-1 0 0,0 1 0 0 0,-7 3 1 0 0,-3 1-3 0 0,0 1 0 0 0,1 1 0 0 0,0 1 0 0 0,-25 17-1 0 0,18-9 24 0 0,0 1 0 0 0,2 1-1 0 0,0 1 1 0 0,1 0-1 0 0,0 2 1 0 0,2 0-1 0 0,1 1 1 0 0,0 0-1 0 0,2 1 1 0 0,1 1-1 0 0,0 0 1 0 0,2 0-1 0 0,-11 38 1 0 0,19-53-3 0 0,1 0 1 0 0,-1 0-1 0 0,2-1 1 0 0,-1 1 0 0 0,1 0-1 0 0,0 0 1 0 0,1 0-1 0 0,0 0 1 0 0,3 10-1 0 0,-3-15-4 0 0,0 1 0 0 0,1-1 1 0 0,-1 1-1 0 0,1-1 0 0 0,0 0 0 0 0,0 0 0 0 0,1 0 0 0 0,-1 0 0 0 0,1 0 1 0 0,0 0-1 0 0,0-1 0 0 0,0 1 0 0 0,1-1 0 0 0,-1 0 0 0 0,1 0 0 0 0,0 0 0 0 0,0-1 1 0 0,0 1-1 0 0,4 1 0 0 0,7 2-143 0 0,-1-2-1 0 0,1 0 1 0 0,0 0 0 0 0,0-2 0 0 0,0 0 0 0 0,0 0 0 0 0,0-2-1 0 0,1 1 1 0 0,-1-2 0 0 0,0 0 0 0 0,16-4 0 0 0,8-3-807 0 0,-1-1 0 0 0,1-2-1 0 0,36-17 1 0 0,34-23-3644 0 0,-56 19 612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7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253 169 1724 0 0,'72'-150'11260'0'0,"-70"147"-11174"0"0,3-10 1170 0 0,-6 10-618 0 0,-5 8-393 0 0,-5 9 99 0 0,0 1 1 0 0,0 0 0 0 0,1 1-1 0 0,-9 20 1 0 0,6-11-57 0 0,-38 71 299 0 0,4 1 0 0 0,5 2-1 0 0,-53 184 1 0 0,94-279-582 0 0,-3 13 54 0 0,-4 31 1 0 0,7-45-53 0 0,1 0 0 0 0,-1 0 0 0 0,1 0 0 0 0,0 1-1 0 0,0-1 1 0 0,1 0 0 0 0,-1 0 0 0 0,1 0 0 0 0,-1 0 0 0 0,1 0 0 0 0,0 0 0 0 0,0 0 0 0 0,0 0 0 0 0,1 0 0 0 0,-1 0 0 0 0,1-1 0 0 0,2 4 0 0 0,-3-5-76 0 0,0 0 0 0 0,0 0 0 0 0,1 0 0 0 0,-1 0 0 0 0,1-1 0 0 0,-1 1 0 0 0,1 0 0 0 0,-1-1 0 0 0,1 1 0 0 0,-1-1 0 0 0,1 0 0 0 0,-1 1 0 0 0,1-1 0 0 0,-1 0 0 0 0,1 0 0 0 0,0 0 0 0 0,2-1 0 0 0,27-6-1565 0 0,-17 1-5 0 0,1 0-1 0 0,-2-2 1 0 0,1 1-1 0 0,-1-2 1 0 0,19-14-1 0 0,-10 5-3059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7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59 224 0 0,'-63'-17'5814'0'0,"1"1"-587"0"0,-65-9-1 0 0,125 24-4771 0 0,19 7-134 0 0,0-2-207 0 0,1-2 1 0 0,33 2-1 0 0,-9-2-197 0 0,198 20-3030 0 0,-81-9-3608 0 0,-105-9 1432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140 329 1696 0 0,'-69'-16'10489'0'0,"1"0"-4059"0"0,65 15-5485 0 0,7 2-805 0 0,100 9-592 0 0,178-4 1 0 0,-264-6-82 0 0,-1-1 0 0 0,1-1 0 0 0,0 0-1 0 0,-1-1 1 0 0,28-9 0 0 0,-39 9 369 0 0,0 1 0 0 0,0-1 1 0 0,0 0-1 0 0,0-1 0 0 0,0 1 0 0 0,-1-1 0 0 0,0-1 0 0 0,0 1 1 0 0,0-1-1 0 0,0 1 0 0 0,0-1 0 0 0,-1-1 0 0 0,0 1 0 0 0,0-1 1 0 0,-1 1-1 0 0,1-1 0 0 0,3-11 0 0 0,-1-1 354 0 0,0-1 1 0 0,-2 0-1 0 0,0 0 0 0 0,1-24 0 0 0,1-5 1507 0 0,-5 39-1410 0 0,3-14 210 0 0,2 19-254 0 0,4 11 55 0 0,0 4-108 0 0,-1 1 1 0 0,0 0 0 0 0,-1 0 0 0 0,0 1 0 0 0,-1 0 0 0 0,0 0 0 0 0,-1 1 0 0 0,-1 0 0 0 0,4 15 0 0 0,-6-18-159 0 0,-1 1 1 0 0,0-1 0 0 0,-1 1-1 0 0,-1-1 1 0 0,0 1 0 0 0,0 0-1 0 0,-1-1 1 0 0,0 1 0 0 0,-1 0-1 0 0,-1-1 1 0 0,0 0-1 0 0,-4 12 1 0 0,-4 2-214 0 0,0-1 0 0 0,-2-1 0 0 0,0 0 0 0 0,-2-1-1 0 0,-27 33 1 0 0,5-14-2116 0 0,-70 61-1 0 0,47-53-2044 0 0,-2-5-2185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17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4496 0 0,'21'7'3725'0'0,"-2"-4"-901"0"0,-7-1-616 0 0,2 0 977 0 0,3 3-657 0 0,0-5-2456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128 881 600 0 0,'-6'0'479'0'0,"0"1"-1"0"0,-1 1 1 0 0,2-1-1 0 0,-1 1 1 0 0,0 0-1 0 0,0 0 1 0 0,0 1-1 0 0,1 0 1 0 0,0 0-1 0 0,-8 5 1 0 0,4 0 530 0 0,1 0 1 0 0,-1 1-1 0 0,1 0 1 0 0,-8 13 0 0 0,15-21-684 0 0,-4 8 3093 0 0,102-92-3081 0 0,-4-4 0 0 0,83-100 0 0 0,-75 67-370 0 0,325-353-208 0 0,-423 470 234 0 0,-1 1-1 0 0,1 0 0 0 0,-1 0 0 0 0,1 0 1 0 0,0 0-1 0 0,0 0 0 0 0,0 1 0 0 0,0-1 1 0 0,0 1-1 0 0,0 0 0 0 0,0-1 0 0 0,6 0 1 0 0,-8 2 4 0 0,0 0 0 0 0,0 0 1 0 0,0 0-1 0 0,-1 0 0 0 0,1 1 1 0 0,0-1-1 0 0,0 0 0 0 0,0 0 1 0 0,0 0-1 0 0,0 1 1 0 0,0-1-1 0 0,-1 1 0 0 0,1-1 1 0 0,0 0-1 0 0,0 1 0 0 0,-1-1 1 0 0,1 1-1 0 0,0 0 0 0 0,0 0 1 0 0,1 1 1 0 0,-1 0 0 0 0,0-1 1 0 0,0 1-1 0 0,0 0 1 0 0,0 0-1 0 0,-1 0 0 0 0,1 0 1 0 0,0 0-1 0 0,-1 0 1 0 0,0 0-1 0 0,1 3 0 0 0,1 15-3 0 0,-2-1 0 0 0,0 0 0 0 0,-5 39 0 0 0,-17 58 30 0 0,21-113-26 0 0,-79 322 156 0 0,53-218-41 0 0,16-66-148 0 0,2 1-1 0 0,2 1 1 0 0,-2 69 0 0 0,9-108-173 0 0,0 0 1 0 0,0 0-1 0 0,0-1 1 0 0,1 1-1 0 0,-1 0 1 0 0,1-1-1 0 0,0 1 1 0 0,0 0-1 0 0,0-1 1 0 0,1 1-1 0 0,-1-1 1 0 0,1 0-1 0 0,3 6 1 0 0,1-10-2268 0 0,-6 1 2411 0 0,0 0 1 0 0,1 0 0 0 0,-1 0 0 0 0,0 0-1 0 0,0 0 1 0 0,0 0 0 0 0,1 0-1 0 0,-1 0 1 0 0,0 0 0 0 0,0-1 0 0 0,0 1-1 0 0,1 0 1 0 0,-1 0 0 0 0,0 0-1 0 0,0 0 1 0 0,0-1 0 0 0,0 1 0 0 0,1 0-1 0 0,-1 0 1 0 0,0 0 0 0 0,0-1-1 0 0,0 1 1 0 0,0 0 0 0 0,0 0-1 0 0,0 0 1 0 0,0-1 0 0 0,0 1 0 0 0,0 0-1 0 0,0 0 1 0 0,0-1 0 0 0,1-12-2515 0 0,-2-2-685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0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232 133 36 0 0,'-217'-119'10950'0'0,"202"112"-10448"0"0,15 5 100 0 0,6 1-245 0 0,17-1-146 0 0,30 1-183 0 0,342 28-368 0 0,-133 7-5942 0 0,-192-25 2622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97 371 2716 0 0,'-88'73'8782'0'0,"88"-73"-8735"0"0,-1 0 0 0 0,1 1 0 0 0,-1-1 0 0 0,1 0 0 0 0,-1 1 0 0 0,1-1 0 0 0,-1 1 0 0 0,1-1 0 0 0,-1 0 0 0 0,1 1 0 0 0,-1-1 0 0 0,1 1 0 0 0,0-1 0 0 0,-1 1 0 0 0,1 0 0 0 0,0-1 0 0 0,-1 1 0 0 0,1-1 0 0 0,0 1 0 0 0,0-1 0 0 0,0 1 0 0 0,-1 0 0 0 0,1-1 0 0 0,0 1 0 0 0,0 0 0 0 0,0-1 0 0 0,0 2 0 0 0,1-2-7 0 0,0 1 0 0 0,-1-1 0 0 0,1 1 0 0 0,0-1 0 0 0,-1 0 1 0 0,1 1-1 0 0,0-1 0 0 0,0 0 0 0 0,-1 0 0 0 0,1 0 0 0 0,0 1 0 0 0,0-1 0 0 0,0 0 0 0 0,0 0 0 0 0,-1 0 0 0 0,1 0 0 0 0,1-1 1 0 0,38-4 454 0 0,-10-7-384 0 0,1 0-1 0 0,-2-2 0 0 0,0-2 0 0 0,0 0 0 0 0,-2-2 1 0 0,49-40-1 0 0,-25 12-140 0 0,-3-1 0 0 0,56-72 0 0 0,-100 115 26 0 0,2-3-7 0 0,0 0-1 0 0,-1 0 1 0 0,0-1-1 0 0,0 1 0 0 0,0-1 1 0 0,-1 0-1 0 0,6-16 1 0 0,-10 24 7 0 0,0-1 0 0 0,1 0 0 0 0,-1 1 0 0 0,0-1 0 0 0,0 1 0 0 0,0-1 0 0 0,0 0 0 0 0,0 1 0 0 0,0-1 0 0 0,0 1 0 0 0,0-1 1 0 0,0 0-1 0 0,-1 1 0 0 0,1-1 0 0 0,0 1 0 0 0,0-1 0 0 0,0 0 0 0 0,-1 1 0 0 0,1-1 0 0 0,0 1 0 0 0,-1-1 0 0 0,1 1 0 0 0,0-1 0 0 0,-1 1 0 0 0,1-1 1 0 0,-1 1-1 0 0,1-1 0 0 0,0 1 0 0 0,-1 0 0 0 0,1-1 0 0 0,-2 1 0 0 0,1-1 0 0 0,-1 1 1 0 0,1-1-1 0 0,-1 1 0 0 0,0 0 1 0 0,1 0-1 0 0,-1 0 0 0 0,1 0 1 0 0,-1 0-1 0 0,0 0 0 0 0,1 1 1 0 0,-4 0-1 0 0,-3 1 1 0 0,0 1-1 0 0,1 0 1 0 0,-13 7-1 0 0,7-3 13 0 0,-1 2-1 0 0,1 0 1 0 0,0 0 0 0 0,1 1-1 0 0,-20 20 1 0 0,30-27-4 0 0,-1 0 1 0 0,1 0 0 0 0,-1 0 0 0 0,1 1-1 0 0,0-1 1 0 0,0 1 0 0 0,1-1 0 0 0,-1 1-1 0 0,1-1 1 0 0,-1 1 0 0 0,1 0-1 0 0,0 0 1 0 0,1-1 0 0 0,-1 1 0 0 0,1 0-1 0 0,-1 0 1 0 0,1 0 0 0 0,0 0-1 0 0,1 0 1 0 0,-1 0 0 0 0,1 0 0 0 0,0 0-1 0 0,-1-1 1 0 0,2 1 0 0 0,-1 0 0 0 0,0 0-1 0 0,1-1 1 0 0,3 6 0 0 0,8 10 3 0 0,2 0 1 0 0,0-2-1 0 0,1 0 1 0 0,1 0-1 0 0,35 26 0 0 0,6 7-53 0 0,-55-48 55 0 0,2 3-15 0 0,0 0-1 0 0,0-1 1 0 0,0 2-1 0 0,-1-1 1 0 0,1 0 0 0 0,5 11-1 0 0,-9-14 27 0 0,-1 0-1 0 0,1 0 1 0 0,-1-1-1 0 0,1 1 1 0 0,-1 0 0 0 0,0 0-1 0 0,0 0 1 0 0,0 0-1 0 0,0 0 1 0 0,0 0-1 0 0,0-1 1 0 0,0 1-1 0 0,-1 0 1 0 0,1 0 0 0 0,-1 0-1 0 0,1 0 1 0 0,-1-1-1 0 0,0 1 1 0 0,1 0-1 0 0,-1-1 1 0 0,0 1 0 0 0,0 0-1 0 0,0-1 1 0 0,0 1-1 0 0,-1-1 1 0 0,1 0-1 0 0,0 1 1 0 0,-1-1-1 0 0,-2 2 1 0 0,-3 2 92 0 0,0 0-1 0 0,0 0 1 0 0,-1-1 0 0 0,1-1-1 0 0,-1 1 1 0 0,0-1 0 0 0,0 0-1 0 0,0-1 1 0 0,0 0 0 0 0,-1 0-1 0 0,1-1 1 0 0,0 0-1 0 0,-1 0 1 0 0,1-1 0 0 0,-10-1-1 0 0,-10 0-2 0 0,0-2-1 0 0,1-1 0 0 0,-35-10 1 0 0,25 6-60 0 0,23 5-281 0 0,0 0-1 0 0,0-1 0 0 0,-21-9 1 0 0,35 13 135 0 0,-1 0-1 0 0,0 0 1 0 0,1 0 0 0 0,-1-1 0 0 0,1 1-1 0 0,0 0 1 0 0,-1 0 0 0 0,1-1 0 0 0,-1 1 0 0 0,1 0-1 0 0,-1-1 1 0 0,1 1 0 0 0,0-1 0 0 0,-1 1-1 0 0,1-1 1 0 0,0 1 0 0 0,-1 0 0 0 0,1-1-1 0 0,0 1 1 0 0,0-1 0 0 0,-1 1 0 0 0,1-1-1 0 0,0 0 1 0 0,0 1 0 0 0,0-1 0 0 0,0 1 0 0 0,0-1-1 0 0,0 1 1 0 0,0-1 0 0 0,0 1 0 0 0,0-1-1 0 0,0 1 1 0 0,0-1 0 0 0,0 0 0 0 0,1-1-388 0 0,0 1 1 0 0,0-1-1 0 0,-1 1 1 0 0,1-1 0 0 0,0 1-1 0 0,1 0 1 0 0,-1-1 0 0 0,0 1-1 0 0,0 0 1 0 0,3-2-1 0 0,10-7-5152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152 106 312 0 0,'3'-1'2452'0'0,"3"-1"-2111"0"0,10-2 5641 0 0,-15 4-5890 0 0,-1 0 0 0 0,1 0-1 0 0,-1 1 1 0 0,1-1 0 0 0,-1 0 0 0 0,0 1-1 0 0,1-1 1 0 0,-1 0 0 0 0,1 1-1 0 0,-1-1 1 0 0,0 0 0 0 0,0 1 0 0 0,1-1-1 0 0,-1 1 1 0 0,0-1 0 0 0,0 1 0 0 0,1-1-1 0 0,-1 0 1 0 0,0 1 0 0 0,0-1-1 0 0,0 1 1 0 0,0-1 0 0 0,0 1 0 0 0,1-1-1 0 0,-1 1 1 0 0,0-1 0 0 0,0 1 0 0 0,0-1-1 0 0,-1 1 1 0 0,1-1 0 0 0,0 1 0 0 0,0-1-1 0 0,0 1 1 0 0,0-1 0 0 0,0 1-1 0 0,-1 0 1 0 0,0 3-56 0 0,1-1-1 0 0,0 1 1 0 0,0 0-1 0 0,0-1 1 0 0,0 1-1 0 0,0-1 1 0 0,1 1-1 0 0,-1-1 1 0 0,1 1-1 0 0,0-1 1 0 0,0 1-1 0 0,0-1 1 0 0,1 1-1 0 0,-1-1 1 0 0,1 0-1 0 0,0 0 1 0 0,0 0-1 0 0,0 0 1 0 0,0 0 0 0 0,0 0-1 0 0,1-1 1 0 0,0 1-1 0 0,-1-1 1 0 0,1 1-1 0 0,0-1 1 0 0,0 0-1 0 0,0 0 1 0 0,0 0-1 0 0,0-1 1 0 0,1 1-1 0 0,-1-1 1 0 0,5 2-1 0 0,-3-2-18 0 0,-1 1-1 0 0,1-1 0 0 0,-1 0 1 0 0,1 0-1 0 0,0-1 0 0 0,-1 1 1 0 0,1-1-1 0 0,0 0 0 0 0,-1-1 1 0 0,1 1-1 0 0,0-1 0 0 0,-1 0 1 0 0,1 0-1 0 0,-1 0 0 0 0,1 0 1 0 0,-1-1-1 0 0,0 0 0 0 0,1 0 1 0 0,-1 0-1 0 0,0 0 0 0 0,0-1 1 0 0,0 0-1 0 0,-1 0 0 0 0,1 0 1 0 0,-1 0-1 0 0,0 0 0 0 0,1-1 1 0 0,-1 1-1 0 0,-1-1 0 0 0,1 0 1 0 0,-1 0-1 0 0,1 0 0 0 0,2-8 1 0 0,-1 4-30 0 0,-1 0 0 0 0,-1 0 0 0 0,1-1 1 0 0,-1 1-1 0 0,-1-1 0 0 0,0 1 1 0 0,0-1-1 0 0,0 0 0 0 0,-2-12 0 0 0,1 18 10 0 0,0 1 0 0 0,-1 0 0 0 0,1-1 0 0 0,-1 1 0 0 0,1 0 0 0 0,-1 0-1 0 0,0 0 1 0 0,0 0 0 0 0,0 0 0 0 0,0-1 0 0 0,0 2 0 0 0,0-1 0 0 0,-1 0 0 0 0,1 0 0 0 0,-1 0-1 0 0,1 1 1 0 0,-1-1 0 0 0,0 0 0 0 0,0 1 0 0 0,1 0 0 0 0,-1-1 0 0 0,0 1 0 0 0,0 0-1 0 0,0 0 1 0 0,-1 0 0 0 0,1 0 0 0 0,0 0 0 0 0,0 1 0 0 0,0-1 0 0 0,-1 1 0 0 0,1-1-1 0 0,0 1 1 0 0,0 0 0 0 0,-1 0 0 0 0,1 0 0 0 0,0 0 0 0 0,-1 0 0 0 0,1 1 0 0 0,0-1-1 0 0,-3 2 1 0 0,-13 1 31 0 0,1 1 0 0 0,0 1-1 0 0,1 1 1 0 0,-1 0 0 0 0,1 2 0 0 0,0-1-1 0 0,1 2 1 0 0,0 0 0 0 0,-19 15-1 0 0,18-12 17 0 0,1 2 1 0 0,0-1-1 0 0,1 2 0 0 0,0 0 0 0 0,2 1 0 0 0,-1 0 0 0 0,-17 33 0 0 0,27-44-35 0 0,0 1-1 0 0,1-1 1 0 0,0 1-1 0 0,0 0 1 0 0,0-1-1 0 0,1 1 0 0 0,0 0 1 0 0,0 0-1 0 0,0 0 1 0 0,1 0-1 0 0,0 0 1 0 0,0 0-1 0 0,1 8 1 0 0,0-10-1 0 0,0-1 0 0 0,0 1 0 0 0,1 0 0 0 0,-1 0 0 0 0,1-1 0 0 0,0 1 0 0 0,0-1 0 0 0,0 1 1 0 0,0-1-1 0 0,1 0 0 0 0,-1 0 0 0 0,1 0 0 0 0,0 0 0 0 0,0 0 0 0 0,0-1 0 0 0,0 1 1 0 0,1-1-1 0 0,-1 0 0 0 0,0 0 0 0 0,8 3 0 0 0,3 0-163 0 0,0 0 1 0 0,1 0-1 0 0,0-2 0 0 0,0 0 1 0 0,0 0-1 0 0,0-1 0 0 0,0-1 1 0 0,24-2-1 0 0,-17 0-1002 0 0,0-2-1 0 0,-1 0 1 0 0,1-1 0 0 0,-1-2-1 0 0,29-10 1 0 0,-5-4-2975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1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294 108 2128 0 0,'5'-19'2574'0'0,"-2"-1"-1"0"0,1 1 0 0 0,-1-31 1 0 0,-20 65-1695 0 0,-10 29-439 0 0,2 1-1 0 0,-32 86 1 0 0,32-72-266 0 0,-82 231 489 0 0,93-238-839 0 0,2 0 0 0 0,2 1 0 0 0,-5 94 0 0 0,16-90-1883 0 0,7-22-3257 0 0,-3-22 342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1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162 135 2548 0 0,'-72'-59'6425'0'0,"-18"-16"87"0"0,106 77-6205 0 0,-12-2-259 0 0,280 31-261 0 0,-95-6-3068 0 0,-43-6-2421 0 0,-85-12 1462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2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563 151 120 0 0,'-17'-33'7654'0'0,"-6"-19"-2087"0"0,-1 0-2076 0 0,24 51-3467 0 0,-1 0 0 0 0,0 0 0 0 0,0 0 0 0 0,1 0-1 0 0,-1 0 1 0 0,0 0 0 0 0,0 0 0 0 0,0 1 0 0 0,0-1 0 0 0,0 0-1 0 0,0 1 1 0 0,0-1 0 0 0,-1 1 0 0 0,1-1 0 0 0,0 1 0 0 0,0-1-1 0 0,0 1 1 0 0,0 0 0 0 0,-1-1 0 0 0,1 1 0 0 0,0 0 0 0 0,0 0 0 0 0,-1 0-1 0 0,1 0 1 0 0,0 0 0 0 0,0 0 0 0 0,-1 1 0 0 0,1-1 0 0 0,0 0-1 0 0,0 1 1 0 0,-2 0 0 0 0,-6 2-5 0 0,1 0 1 0 0,0 1-1 0 0,-11 6 1 0 0,10-6 55 0 0,-19 12-28 0 0,1 0-1 0 0,0 2 0 0 0,1 1 1 0 0,2 1-1 0 0,0 1 1 0 0,-28 30-1 0 0,24-18-27 0 0,1 1 0 0 0,1 1-1 0 0,2 1 1 0 0,-21 43 0 0 0,35-59-7 0 0,0 1 1 0 0,2 0-1 0 0,-8 29 1 0 0,14-42-8 0 0,0 1 0 0 0,1-1-1 0 0,0 0 1 0 0,0 1 0 0 0,0-1 0 0 0,1 1 0 0 0,1-1 0 0 0,-1 1-1 0 0,1-1 1 0 0,1 0 0 0 0,0 1 0 0 0,3 8 0 0 0,-3-13-3 0 0,0 0 1 0 0,1 0 0 0 0,-1 0-1 0 0,1-1 1 0 0,0 1-1 0 0,0-1 1 0 0,1 0 0 0 0,-1 0-1 0 0,1 0 1 0 0,-1 0-1 0 0,1 0 1 0 0,0-1 0 0 0,0 0-1 0 0,0 0 1 0 0,1 0 0 0 0,-1 0-1 0 0,0-1 1 0 0,1 1-1 0 0,-1-1 1 0 0,1 0 0 0 0,-1-1-1 0 0,10 1 1 0 0,-1 0 1 0 0,1 0 1 0 0,-1-1-1 0 0,1-1 1 0 0,-1 0-1 0 0,0-1 1 0 0,23-7-1 0 0,-17 4 9 0 0,-1-2 0 0 0,-1 0 0 0 0,0-1-1 0 0,30-19 1 0 0,-39 22-11 0 0,0-1 0 0 0,-1 0 1 0 0,0 0-1 0 0,0-1 0 0 0,0 1 0 0 0,-1-2 0 0 0,0 1 0 0 0,0-1 0 0 0,0 0 0 0 0,-1 0 0 0 0,6-14 0 0 0,-9 19-1 0 0,-1-1-1 0 0,0 0 0 0 0,0 1 0 0 0,0-1 0 0 0,0 0 1 0 0,-1 1-1 0 0,1-1 0 0 0,-1 0 0 0 0,0 0 0 0 0,0 0 1 0 0,0 0-1 0 0,-1 1 0 0 0,0-1 0 0 0,1 0 0 0 0,-3-7 1 0 0,0 5-1 0 0,-1 0 1 0 0,1 1 0 0 0,-1-1 0 0 0,0 1-1 0 0,0-1 1 0 0,0 1 0 0 0,-1 0 0 0 0,0 1-1 0 0,-6-6 1 0 0,10 9-5 0 0,-17-19-62 0 0,18 20 65 0 0,-1 0 1 0 0,1 0-1 0 0,0-1 1 0 0,0 1-1 0 0,0 0 1 0 0,0 0-1 0 0,0-1 1 0 0,0 1-1 0 0,0 0 1 0 0,0 0-1 0 0,0-1 1 0 0,0 1-1 0 0,0 0 1 0 0,0-1-1 0 0,0 1 1 0 0,0 0-1 0 0,0 0 1 0 0,0-1-1 0 0,0 1 1 0 0,1 0-1 0 0,-1 0 1 0 0,0-1-1 0 0,0 1 1 0 0,0 0-1 0 0,0 0 1 0 0,0 0-1 0 0,1-1 1 0 0,-1 1-1 0 0,0 0 1 0 0,15-5 14 0 0,70-3-29 0 0,0 4 0 0 0,109 8 1 0 0,-190-4 10 0 0,1 1 0 0 0,-1-1 0 0 0,0 1 0 0 0,1 0 1 0 0,-1 0-1 0 0,0 0 0 0 0,0 1 0 0 0,0-1 0 0 0,0 1 1 0 0,0 0-1 0 0,0 0 0 0 0,0 1 0 0 0,6 4 0 0 0,-8-4 7 0 0,1-1 0 0 0,-1 1 0 0 0,0 0 0 0 0,0-1 0 0 0,-1 1 0 0 0,1 0-1 0 0,-1 0 1 0 0,1 0 0 0 0,-1 0 0 0 0,0 0 0 0 0,0 0 0 0 0,0 1 0 0 0,-1-1 0 0 0,1 0 0 0 0,-1 1-1 0 0,0-1 1 0 0,0 0 0 0 0,0 7 0 0 0,-4 18 123 0 0,-1 1 0 0 0,-1-1 0 0 0,-2 0-1 0 0,-12 31 1 0 0,9-29-1208 0 0,1 1 0 0 0,-11 62 0 0 0,20-69-5617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2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25 2404 0 0,'-3'-22'6316'0'0,"3"22"-6264"0"0,0 0 0 0 0,0 0 0 0 0,0-1 0 0 0,0 1 0 0 0,-1 0 0 0 0,1 0 0 0 0,0 0 0 0 0,0 0 0 0 0,0 0 0 0 0,0 0 0 0 0,0-1 0 0 0,-1 1 0 0 0,1 0 0 0 0,0 0 0 0 0,0 0 0 0 0,0 0 0 0 0,0 0 0 0 0,-1 0 0 0 0,1 0 0 0 0,0 0 0 0 0,0 0 0 0 0,0 0 0 0 0,0 0 0 0 0,-1 0 0 0 0,1 0 0 0 0,0 0 0 0 0,0 0 0 0 0,0 0 0 0 0,0 0 0 0 0,-1 0 0 0 0,1 0 0 0 0,0 0 0 0 0,0 0 0 0 0,0 0 0 0 0,0 0 0 0 0,-1 1 0 0 0,1-1 0 0 0,0 0 0 0 0,0 0 0 0 0,0 0 0 0 0,0 0 0 0 0,0 0 0 0 0,0 0 0 0 0,-1 0 0 0 0,1 1 0 0 0,0-1 0 0 0,0 0 0 0 0,0 0 0 0 0,0 0 0 0 0,-19 34 195 0 0,13-23 42 0 0,-13 26-367 0 0,-91 182 1029 0 0,82-156-2529 0 0,-30 101-1 0 0,52-133-2653 0 0,6-19 1296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3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223 141 180 0 0,'15'-18'3156'0'0,"-1"0"1"0"0,14-25-1 0 0,7-11 1248 0 0,-31 46-3690 0 0,-12 9-299 0 0,-11 9-171 0 0,9-3-225 0 0,1 0 0 0 0,0 1-1 0 0,1 0 1 0 0,-1 0 0 0 0,2 1 0 0 0,-1 0-1 0 0,1 1 1 0 0,1 0 0 0 0,0 0-1 0 0,0 0 1 0 0,1 0 0 0 0,0 1 0 0 0,0 0-1 0 0,2 0 1 0 0,-1 0 0 0 0,1 1 0 0 0,1-1-1 0 0,0 1 1 0 0,1 0 0 0 0,0-1 0 0 0,1 1-1 0 0,0 0 1 0 0,0 0 0 0 0,2-1 0 0 0,-1 1-1 0 0,2-1 1 0 0,3 13 0 0 0,9 17 13 0 0,37 67 0 0 0,-31-66-28 0 0,-20-40 30 0 0,0 0-1 0 0,1 0 0 0 0,-2 1 0 0 0,1-1 0 0 0,0 0 0 0 0,0 1 0 0 0,-1-1 0 0 0,1 0 0 0 0,-1 1 0 0 0,0-1 0 0 0,0 1 0 0 0,0-1 0 0 0,0 1 0 0 0,0-1 0 0 0,0 1 0 0 0,-1-1 0 0 0,1 0 0 0 0,-1 1 0 0 0,0-1 0 0 0,1 0 0 0 0,-1 1 0 0 0,0-1 0 0 0,-1 0 1 0 0,1 0-1 0 0,0 0 0 0 0,0 0 0 0 0,-1 0 0 0 0,0 0 0 0 0,-2 2 0 0 0,0 1 16 0 0,-1-2 0 0 0,-1 1 1 0 0,1 0-1 0 0,0-1 0 0 0,-1 0 1 0 0,0-1-1 0 0,0 1 0 0 0,0-1 0 0 0,0 0 1 0 0,-9 2-1 0 0,4-2-346 0 0,0-1 0 0 0,0 0-1 0 0,0 0 1 0 0,0-1 0 0 0,-20-2 0 0 0,20 0-1073 0 0,0 0-1 0 0,0-1 1 0 0,1 0 0 0 0,-1-1-1 0 0,-18-8 1 0 0,2-3-3774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92 700 0 0,'5'-21'6356'0'0,"13"-37"0"0"0,-17 57-6318 0 0,-1 1 1 0 0,1-1-1 0 0,0 0 0 0 0,-1 0 1 0 0,1 0-1 0 0,0 0 0 0 0,0 0 1 0 0,0 1-1 0 0,-1-1 0 0 0,1 0 1 0 0,0 1-1 0 0,0-1 0 0 0,0 1 1 0 0,0-1-1 0 0,0 1 0 0 0,0-1 1 0 0,1 1-1 0 0,-1 0 1 0 0,0-1-1 0 0,0 1 0 0 0,0 0 1 0 0,0 0-1 0 0,0 0 0 0 0,0 0 1 0 0,0 0-1 0 0,2 0 0 0 0,1 1-1020 0 0,-1-1 1 0 0,0 1-1 0 0,1-1 0 0 0,-1 1 0 0 0,0 0 0 0 0,6 2 0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4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470 427 1636 0 0,'4'-4'805'0'0,"3"-4"309"0"0,-1 1 1 0 0,1-1 0 0 0,-1 0 0 0 0,0-1 0 0 0,-1 1 0 0 0,0-1 0 0 0,0 0 0 0 0,-1 0 0 0 0,4-13 0 0 0,-8 21-1081 0 0,1 0 0 0 0,-1 0-1 0 0,0 0 1 0 0,0 0 0 0 0,0 0 0 0 0,0 0 0 0 0,1 0 0 0 0,-2 0 0 0 0,1 0-1 0 0,0 0 1 0 0,0 0 0 0 0,0 0 0 0 0,0-1 0 0 0,-1 1 0 0 0,1 0 0 0 0,0 0-1 0 0,-1 0 1 0 0,1 0 0 0 0,-1 0 0 0 0,1 1 0 0 0,-1-1 0 0 0,1 0 0 0 0,-1 0-1 0 0,0 0 1 0 0,1 0 0 0 0,-1 1 0 0 0,0-1 0 0 0,0 0 0 0 0,0 0 0 0 0,0 1-1 0 0,0-1 1 0 0,1 1 0 0 0,-1-1 0 0 0,0 1 0 0 0,0-1 0 0 0,-2 1 0 0 0,-1-1-7 0 0,0 0 1 0 0,0 0-1 0 0,0 1 1 0 0,0 0-1 0 0,0 0 1 0 0,-8 0-1 0 0,-1 2 7 0 0,1 1 0 0 0,-1 0 1 0 0,1 1-1 0 0,0 0 0 0 0,0 0 0 0 0,-17 11 0 0 0,-64 42 64 0 0,85-52-89 0 0,-28 19-3 0 0,2 2-1 0 0,-58 55 1 0 0,79-68 0 0 0,1 0-1 0 0,1 1 0 0 0,0 1 1 0 0,1-1-1 0 0,0 2 0 0 0,1-1 0 0 0,1 1 1 0 0,0 1-1 0 0,-7 25 0 0 0,13-35-37 0 0,0-1-1 0 0,1 1 0 0 0,0-1 0 0 0,1 1 0 0 0,-1 0 0 0 0,1-1 1 0 0,0 1-1 0 0,1 0 0 0 0,0-1 0 0 0,0 1 0 0 0,0-1 1 0 0,1 1-1 0 0,0-1 0 0 0,0 1 0 0 0,0-1 0 0 0,5 6 0 0 0,-3-5-113 0 0,1 0-1 0 0,-1-1 0 0 0,2 1 0 0 0,-1-1 0 0 0,1 0 0 0 0,0-1 0 0 0,0 0 0 0 0,1 0 0 0 0,-1 0 0 0 0,1 0 0 0 0,0-1 0 0 0,13 5 0 0 0,4 1-270 0 0,0-2 0 0 0,0-1 0 0 0,1-1 1 0 0,0-1-1 0 0,0-1 0 0 0,0-2 0 0 0,0 0 0 0 0,1-1 0 0 0,44-6 0 0 0,-31 1 127 0 0,0-3 0 0 0,0-1 0 0 0,-1-2 0 0 0,0-2 1 0 0,56-24-1 0 0,-64 21 578 0 0,-1 0 0 0 0,0-2 0 0 0,-1-1 0 0 0,-1-1 0 0 0,-1-2 0 0 0,-1 0 0 0 0,-1-2 0 0 0,0 0 0 0 0,-2-2 0 0 0,-1 0 0 0 0,29-46 0 0 0,-43 57 67 0 0,0 1 0 0 0,0-1 0 0 0,4-18 0 0 0,-9 28-273 0 0,-1-1-1 0 0,0 1 1 0 0,0 0 0 0 0,0-1-1 0 0,0 1 1 0 0,-1 0 0 0 0,0-1-1 0 0,0 1 1 0 0,0-1 0 0 0,-1 1-1 0 0,1 0 1 0 0,-1-1 0 0 0,0 1 0 0 0,0 0-1 0 0,-4-8 1 0 0,5 11-69 0 0,-1 0 0 0 0,0 0 0 0 0,1 0 0 0 0,-1 0 0 0 0,0 0 0 0 0,0 0 0 0 0,0 0 0 0 0,0 0 0 0 0,0 1 0 0 0,0-1 0 0 0,0 0 0 0 0,0 0 0 0 0,0 1 0 0 0,0-1 0 0 0,0 1 0 0 0,-1-1 0 0 0,1 1 0 0 0,0 0 0 0 0,0-1 0 0 0,-3 1 0 0 0,1 0 7 0 0,0 0 0 0 0,-1 0 0 0 0,1 0-1 0 0,-1 0 1 0 0,1 1 0 0 0,0-1 0 0 0,-6 3 0 0 0,-5 2 27 0 0,1 1-1 0 0,-22 12 1 0 0,32-16-40 0 0,-28 16 15 0 0,1 2 0 0 0,0 1 0 0 0,2 2 0 0 0,-31 30 0 0 0,46-40-18 0 0,0 2 0 0 0,0-1 0 0 0,2 2 0 0 0,0-1-1 0 0,0 2 1 0 0,2-1 0 0 0,0 1 0 0 0,1 1 0 0 0,-10 30 0 0 0,17-45 0 0 0,0 1-1 0 0,0 0 1 0 0,0 0-1 0 0,1 0 1 0 0,-1 0-1 0 0,1 0 1 0 0,0 0-1 0 0,0 0 1 0 0,1 0 0 0 0,-1 0-1 0 0,1 0 1 0 0,0 0-1 0 0,0 0 1 0 0,0 0-1 0 0,0-1 1 0 0,1 1-1 0 0,0 0 1 0 0,-1-1 0 0 0,1 1-1 0 0,0-1 1 0 0,1 0-1 0 0,-1 1 1 0 0,1-1-1 0 0,-1 0 1 0 0,1-1 0 0 0,0 1-1 0 0,0 0 1 0 0,0-1-1 0 0,1 0 1 0 0,-1 1-1 0 0,1-1 1 0 0,4 2-1 0 0,2 0-18 0 0,0 0 0 0 0,0-1 0 0 0,0 0 0 0 0,0 0 0 0 0,0-1-1 0 0,1-1 1 0 0,-1 0 0 0 0,1 0 0 0 0,-1-1 0 0 0,1 0-1 0 0,14-3 1 0 0,-12 1-11 0 0,-1-1-1 0 0,0 0 1 0 0,0-1 0 0 0,0-1-1 0 0,-1 0 1 0 0,1 0-1 0 0,-1-1 1 0 0,0 0-1 0 0,-1-1 1 0 0,1-1-1 0 0,-1 0 1 0 0,-1 0 0 0 0,0 0-1 0 0,15-19 1 0 0,2-7 205 0 0,-1-1 0 0 0,-3-1 0 0 0,20-41 0 0 0,-25 45 297 0 0,2-7-78 0 0,-18 37-350 0 0,-5 12-16 0 0,-23 49-24 0 0,18-41-1 0 0,0 1 0 0 0,1 0 0 0 0,1 0-1 0 0,1 1 1 0 0,0 0 0 0 0,2 0 0 0 0,-3 29-1 0 0,6-42-19 0 0,1-1-1 0 0,0 0 1 0 0,1 1-1 0 0,0-1 1 0 0,0 0-1 0 0,0 0 1 0 0,1 0 0 0 0,0 0-1 0 0,0 0 1 0 0,0 0-1 0 0,1 0 1 0 0,0-1-1 0 0,0 1 1 0 0,0-1-1 0 0,1 0 1 0 0,0 0-1 0 0,0 0 1 0 0,0 0-1 0 0,6 5 1 0 0,-3-5-143 0 0,0 0 1 0 0,0 0 0 0 0,1-1-1 0 0,-1 0 1 0 0,1 0-1 0 0,0-1 1 0 0,0 0 0 0 0,1 0-1 0 0,-1-1 1 0 0,0 0 0 0 0,1-1-1 0 0,0 1 1 0 0,12-1 0 0 0,-9-1-94 0 0,-1 0 1 0 0,0-1 0 0 0,0-1-1 0 0,0 1 1 0 0,0-2 0 0 0,0 1 0 0 0,0-2-1 0 0,-1 1 1 0 0,1-2 0 0 0,10-5-1 0 0,-7 2 42 0 0,0-1 0 0 0,0-1-1 0 0,-1 0 1 0 0,0-1 0 0 0,-1 0-1 0 0,12-14 1 0 0,6-14 29 0 0,-1 0 1 0 0,-2-2-1 0 0,35-72 0 0 0,177-443 5310 0 0,-234 545-4925 0 0,-4 9-142 0 0,0-1 0 0 0,0 1 0 0 0,0-1 0 0 0,0 1 0 0 0,-1-1 0 0 0,1 0 0 0 0,-1 1 0 0 0,1-5 0 0 0,-18 15 86 0 0,5 4-115 0 0,0 0 0 0 0,1 1-1 0 0,1 0 1 0 0,-11 17 0 0 0,14-21-21 0 0,-36 55 146 0 0,-60 117 0 0 0,82-136-140 0 0,2 2 0 0 0,2 0 1 0 0,-19 82-1 0 0,32-112-14 0 0,2-1 1 0 0,0 1 0 0 0,1-1-1 0 0,0 1 1 0 0,2 0 0 0 0,0 0-1 0 0,1-1 1 0 0,6 30 0 0 0,-5-38-5 0 0,-1-1 0 0 0,1 1 0 0 0,0-1 0 0 0,0 0 0 0 0,0 0 0 0 0,1 0 0 0 0,1-1 0 0 0,-1 1 0 0 0,1-1 0 0 0,0 0 0 0 0,0 0 0 0 0,1-1 1 0 0,-1 0-1 0 0,1 0 0 0 0,1 0 0 0 0,-1 0 0 0 0,1-1 0 0 0,-1 0 0 0 0,1-1 0 0 0,12 5 0 0 0,-7-4-7 0 0,-1-1 1 0 0,1 0-1 0 0,0-1 1 0 0,0 0-1 0 0,0-1 1 0 0,1 0-1 0 0,-1-1 1 0 0,0 0-1 0 0,0-1 0 0 0,14-3 1 0 0,-9 1-2 0 0,0-2 0 0 0,0 0-1 0 0,-1-1 1 0 0,0-1 0 0 0,0 0 0 0 0,21-14 0 0 0,-6 0-7 0 0,-1-2 0 0 0,-1 0 1 0 0,-2-2-1 0 0,0-1 0 0 0,-2-2 0 0 0,23-31 1 0 0,0-4 169 0 0,-3-1 0 0 0,-3-3 0 0 0,-3-2 0 0 0,-3-1 0 0 0,31-87 0 0 0,-66 156-142 0 0,-1-1 0 0 0,1 1 0 0 0,-1 0 0 0 0,1-1 0 0 0,-1 1 0 0 0,0-1-1 0 0,1 1 1 0 0,-1-1 0 0 0,0 1 0 0 0,0-1 0 0 0,0 1 0 0 0,0 0 0 0 0,0-1 0 0 0,-1 1-1 0 0,1-1 1 0 0,0 1 0 0 0,-1-2 0 0 0,0 2-11 0 0,1 1 1 0 0,-1-1-1 0 0,0 1 0 0 0,1 0 0 0 0,-1-1 1 0 0,0 1-1 0 0,1-1 0 0 0,-1 1 1 0 0,0 0-1 0 0,1 0 0 0 0,-1-1 0 0 0,0 1 1 0 0,0 0-1 0 0,0 0 0 0 0,1 0 1 0 0,-1 0-1 0 0,0 0 0 0 0,0 0 0 0 0,1 0 1 0 0,-1 0-1 0 0,0 0 0 0 0,0 0 1 0 0,1 1-1 0 0,-1-1 0 0 0,0 0 0 0 0,0 0 1 0 0,1 1-1 0 0,-1-1 0 0 0,0 0 1 0 0,0 1-1 0 0,-9 4 21 0 0,1-1 0 0 0,0 2 0 0 0,0-1 0 0 0,1 1 0 0 0,-15 13 0 0 0,-34 38 83 0 0,54-54-104 0 0,-41 46 87 0 0,-70 100 0 0 0,94-117-72 0 0,1 1-1 0 0,2 0 1 0 0,1 1 0 0 0,-20 63 0 0 0,32-85-3 0 0,1 1-1 0 0,1 0 1 0 0,0-1-1 0 0,0 1 1 0 0,1 0-1 0 0,1 0 1 0 0,1 0-1 0 0,2 21 0 0 0,-2-27-65 0 0,1 0-1 0 0,0-1 0 0 0,0 1 0 0 0,1-1 0 0 0,-1 1 0 0 0,1-1 0 0 0,1 0 0 0 0,-1 0 0 0 0,1 0 0 0 0,0-1 0 0 0,0 1 1 0 0,1-1-1 0 0,0 0 0 0 0,0 0 0 0 0,0-1 0 0 0,0 1 0 0 0,11 6 0 0 0,-4-5-380 0 0,0 0 0 0 0,0 0-1 0 0,0-1 1 0 0,1-1 0 0 0,-1 0 0 0 0,15 2 0 0 0,-11-3-1343 0 0,1-1 0 0 0,22 0 1 0 0,2-3-3267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5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95 2336 0 0,'-1'-22'4437'0'0,"1"21"-4289"0"0,0 0 1 0 0,0 0-1 0 0,0 1 0 0 0,0-1 1 0 0,0 0-1 0 0,0 0 0 0 0,-1 1 1 0 0,1-1-1 0 0,0 0 0 0 0,0 0 1 0 0,-1 1-1 0 0,1-1 0 0 0,0 0 1 0 0,-1 0-1 0 0,1 1 0 0 0,-1-1 1 0 0,1 1-1 0 0,-1-1 0 0 0,1 0 1 0 0,-1 1-1 0 0,1-1 0 0 0,-1 1 1 0 0,0-1-1 0 0,1 1 0 0 0,-1 0 1 0 0,0-1-1 0 0,1 1 0 0 0,-1 0 1 0 0,-1-1-1 0 0,0 1-80 0 0,0 0-1 0 0,0 0 1 0 0,0 0-1 0 0,0 1 1 0 0,0-1 0 0 0,0 1-1 0 0,0 0 1 0 0,0-1-1 0 0,0 1 1 0 0,0 0-1 0 0,1 0 1 0 0,-1 0 0 0 0,0 0-1 0 0,0 0 1 0 0,1 0-1 0 0,-1 1 1 0 0,1-1 0 0 0,-1 1-1 0 0,1-1 1 0 0,0 1-1 0 0,0-1 1 0 0,-1 1-1 0 0,1 0 1 0 0,0 0 0 0 0,0-1-1 0 0,1 1 1 0 0,-1 0-1 0 0,0 0 1 0 0,0 0 0 0 0,0 2-1 0 0,1-1-41 0 0,-1-1 0 0 0,1 1 0 0 0,0 0 1 0 0,0-1-1 0 0,0 1 0 0 0,0-1 0 0 0,0 1 0 0 0,0 0 0 0 0,1-1 0 0 0,-1 1 0 0 0,1-1 0 0 0,-1 1 1 0 0,1-1-1 0 0,0 1 0 0 0,0-1 0 0 0,0 0 0 0 0,1 0 0 0 0,-1 1 0 0 0,1-1 0 0 0,-1 0 0 0 0,1 0 0 0 0,3 4 1 0 0,-1-4 1 0 0,-1 1 1 0 0,1 0-1 0 0,0-1 1 0 0,0 1-1 0 0,0-1 1 0 0,0 0 0 0 0,0 0-1 0 0,1-1 1 0 0,-1 1-1 0 0,1-1 1 0 0,-1 0-1 0 0,1 0 1 0 0,-1-1-1 0 0,1 1 1 0 0,-1-1 0 0 0,1 0-1 0 0,0 0 1 0 0,-1-1-1 0 0,9-1 1 0 0,-9 1-17 0 0,0-1 0 0 0,0 1 0 0 0,0-1 0 0 0,0 0 1 0 0,-1 0-1 0 0,1 0 0 0 0,-1-1 0 0 0,1 1 0 0 0,-1-1 0 0 0,0 0 0 0 0,0 0 1 0 0,0 0-1 0 0,0 0 0 0 0,-1-1 0 0 0,0 1 0 0 0,1-1 0 0 0,-1 1 1 0 0,0-1-1 0 0,0 0 0 0 0,-1 0 0 0 0,1 0 0 0 0,0-4 0 0 0,-1 4-8 0 0,0 0-1 0 0,0 0 0 0 0,0 0 1 0 0,0 0-1 0 0,-1 0 0 0 0,0 0 1 0 0,1 0-1 0 0,-2 0 0 0 0,1 0 0 0 0,0-1 1 0 0,-1 1-1 0 0,0 0 0 0 0,0 0 1 0 0,0 0-1 0 0,0 1 0 0 0,-3-5 1 0 0,3 5-6 0 0,-1 1 0 0 0,0 0 1 0 0,0-1-1 0 0,0 1 0 0 0,0 0 1 0 0,0 0-1 0 0,0 0 0 0 0,0 1 1 0 0,-1-1-1 0 0,1 0 0 0 0,-1 1 0 0 0,1 0 1 0 0,-1-1-1 0 0,0 1 0 0 0,0 0 1 0 0,1 0-1 0 0,-1 1 0 0 0,0-1 1 0 0,0 1-1 0 0,0-1 0 0 0,0 1 1 0 0,0 0-1 0 0,-4 0 0 0 0,-7 1-10 0 0,0 1 0 0 0,0 0 0 0 0,0 0 0 0 0,1 2 0 0 0,-1 0 0 0 0,1 0 0 0 0,0 1 0 0 0,-23 12 0 0 0,3 2 11 0 0,1 1 1 0 0,-29 24-1 0 0,38-26 3 0 0,1 1-1 0 0,1 0 0 0 0,-35 42 0 0 0,51-54 3 0 0,-1 0 1 0 0,1 0-1 0 0,0 1 0 0 0,1 0 0 0 0,-1 0 0 0 0,1 0 0 0 0,1 1 0 0 0,0-1 1 0 0,0 1-1 0 0,1-1 0 0 0,0 1 0 0 0,0 0 0 0 0,1 0 0 0 0,0 0 0 0 0,1 0 1 0 0,0 11-1 0 0,2-13-83 0 0,0 0 1 0 0,0 0 0 0 0,0 0-1 0 0,1 0 1 0 0,0-1 0 0 0,1 1-1 0 0,-1-1 1 0 0,1 0 0 0 0,0 0-1 0 0,1 0 1 0 0,-1 0 0 0 0,1-1-1 0 0,0 0 1 0 0,1 0 0 0 0,-1 0-1 0 0,1 0 1 0 0,0-1 0 0 0,0 0 0 0 0,0 0-1 0 0,12 4 1 0 0,1 1-1045 0 0,1-1-1 0 0,0-1 1 0 0,1-1 0 0 0,0-1-1 0 0,37 5 1 0 0,-8-4-2839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390 666 1880 0 0,'1'-2'282'0'0,"0"-1"0"0"0,0 1 0 0 0,-1-1 1 0 0,1 0-1 0 0,0 1 0 0 0,-1-1 0 0 0,0 0 0 0 0,1 1 0 0 0,-1-1 0 0 0,0 0 0 0 0,-1 1 0 0 0,1-1 0 0 0,0 0 1 0 0,-1 1-1 0 0,1-1 0 0 0,-1 1 0 0 0,0-1 0 0 0,0 0 0 0 0,0 1 0 0 0,0 0 0 0 0,-1-1 0 0 0,-1-2 0 0 0,1 3-159 0 0,0 0-1 0 0,0 0 0 0 0,-1 0 1 0 0,1 1-1 0 0,-1-1 0 0 0,1 1 0 0 0,-1-1 1 0 0,1 1-1 0 0,-1 0 0 0 0,0 0 1 0 0,0 0-1 0 0,1 0 0 0 0,-1 1 0 0 0,0-1 1 0 0,0 1-1 0 0,0-1 0 0 0,0 1 0 0 0,0 0 1 0 0,0 0-1 0 0,-4 1 0 0 0,-6 1 42 0 0,-1 1 0 0 0,1 0-1 0 0,-1 1 1 0 0,1 0 0 0 0,0 1 0 0 0,1 0-1 0 0,-1 1 1 0 0,-17 12 0 0 0,10-5-48 0 0,1 1 1 0 0,0 1 0 0 0,1 1 0 0 0,-17 18-1 0 0,25-23-60 0 0,1 0 1 0 0,0 1-1 0 0,0 0 0 0 0,1 1 0 0 0,-12 25 0 0 0,18-33-36 0 0,0-1 0 0 0,0 1-1 0 0,1-1 1 0 0,-1 1-1 0 0,1 0 1 0 0,0 0-1 0 0,1-1 1 0 0,-1 1-1 0 0,1 0 1 0 0,0 0 0 0 0,0 0-1 0 0,0 0 1 0 0,1 0-1 0 0,0-1 1 0 0,0 1-1 0 0,0 0 1 0 0,0 0-1 0 0,1-1 1 0 0,-1 1-1 0 0,1-1 1 0 0,4 7 0 0 0,-3-7-11 0 0,0-1 0 0 0,0 0 1 0 0,1 0-1 0 0,-1 0 1 0 0,1 0-1 0 0,-1-1 1 0 0,1 1-1 0 0,0-1 0 0 0,0 0 1 0 0,0 0-1 0 0,0 0 1 0 0,0-1-1 0 0,0 0 1 0 0,0 1-1 0 0,1-1 0 0 0,-1-1 1 0 0,0 1-1 0 0,1-1 1 0 0,-1 1-1 0 0,1-1 0 0 0,7-1 1 0 0,1 0 2 0 0,-1-1 0 0 0,1-1 0 0 0,-1 1 1 0 0,0-2-1 0 0,0 0 0 0 0,16-7 0 0 0,0-3-5 0 0,-2-2-1 0 0,1 0 0 0 0,-2-2 0 0 0,0 0 1 0 0,38-39-1 0 0,98-122-11 0 0,-156 172 7 0 0,78-96-103 0 0,-5-4 0 0 0,68-121 0 0 0,-131 202 99 0 0,-6 12 92 0 0,-1-1 1 0 0,0 0-1 0 0,0 0 0 0 0,-2 0 0 0 0,0-1 0 0 0,7-28 1 0 0,-13 43-84 0 0,0 0 0 0 0,0 1 0 0 0,0-1 0 0 0,0 0 0 0 0,0 0 0 0 0,0 1 0 0 0,0-1 0 0 0,0 0 0 0 0,0 1 0 0 0,0-1 0 0 0,0 0 0 0 0,-1 0 0 0 0,1 1 1 0 0,0-1-1 0 0,0 0 0 0 0,-1 1 0 0 0,1-1 0 0 0,0 1 0 0 0,-1-1 0 0 0,1 0 0 0 0,-1 1 0 0 0,1-1 0 0 0,-1 1 0 0 0,1-1 0 0 0,-1 1 0 0 0,1-1 0 0 0,-1 1 0 0 0,1 0 0 0 0,-1-1 0 0 0,0 1 1 0 0,1 0-1 0 0,-1-1 0 0 0,0 1 0 0 0,1 0 0 0 0,-1 0 0 0 0,0-1 0 0 0,1 1 0 0 0,-1 0 0 0 0,0 0 0 0 0,0 0 0 0 0,1 0 0 0 0,-2 0 0 0 0,-1 0 26 0 0,-1 0 0 0 0,1 1 0 0 0,-1-1 0 0 0,1 1 0 0 0,-1 0-1 0 0,1 0 1 0 0,0 0 0 0 0,-4 2 0 0 0,-10 6 159 0 0,0 1 0 0 0,1 0 0 0 0,0 1 0 0 0,0 1 0 0 0,-19 19 0 0 0,2 4 236 0 0,-30 39 0 0 0,28-29-236 0 0,2 2-1 0 0,2 1 1 0 0,2 1-1 0 0,-22 55 0 0 0,36-69-129 0 0,2-1-1 0 0,2 1 1 0 0,1 1-1 0 0,1 0 0 0 0,2 1 1 0 0,2-1-1 0 0,-1 49 0 0 0,6-71-182 0 0,1 1 0 0 0,0-1 0 0 0,1 0-1 0 0,1 0 1 0 0,0 0 0 0 0,1 0-1 0 0,5 14 1 0 0,-5-19-441 0 0,0-1-1 0 0,1 0 1 0 0,0 0 0 0 0,9 13-1 0 0,-8-15-513 0 0,0 1 0 0 0,0-1 0 0 0,1-1 0 0 0,-1 1 0 0 0,13 7-1 0 0,8 2-4750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6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96 416 0 0,'4'-15'2870'0'0,"-1"0"-1"0"0,0 0 1 0 0,1-22-1 0 0,-4 36-2846 0 0,0 1-1 0 0,-1-1 0 0 0,1 1 1 0 0,0-1-1 0 0,0 0 0 0 0,0 1 1 0 0,0-1-1 0 0,0 1 0 0 0,-1-1 0 0 0,1 1 1 0 0,0-1-1 0 0,0 1 0 0 0,-1-1 1 0 0,1 1-1 0 0,0-1 0 0 0,-1 1 1 0 0,1 0-1 0 0,0-1 0 0 0,-1 1 1 0 0,1-1-1 0 0,-1 1 0 0 0,1 0 0 0 0,-1-1 1 0 0,1 1-1 0 0,-1 0 0 0 0,1 0 1 0 0,-1-1-1 0 0,1 1 0 0 0,-1 0 1 0 0,1 0-1 0 0,-1 0 0 0 0,1 0 1 0 0,-1 0-1 0 0,0 0 0 0 0,1 0 0 0 0,-1 0 1 0 0,1 0-1 0 0,-1 0 0 0 0,1 0 1 0 0,-1 0-1 0 0,1 0 0 0 0,-1 0 1 0 0,0 1-1 0 0,-25 6 54 0 0,24-6-33 0 0,-33 16 11 0 0,1 2-1 0 0,1 1 0 0 0,0 1 1 0 0,-49 43-1 0 0,58-44-28 0 0,-38 41 0 0 0,53-51-22 0 0,1 1 0 0 0,0-1 0 0 0,0 2 0 0 0,1-1 0 0 0,0 1 0 0 0,-7 21 0 0 0,12-31 2 0 0,2 0 1 0 0,-1 1-1 0 0,0-1 1 0 0,0 0-1 0 0,1 0 0 0 0,-1 1 1 0 0,1-1-1 0 0,0 0 1 0 0,0 1-1 0 0,0-1 1 0 0,0 1-1 0 0,0-1 1 0 0,0 0-1 0 0,0 1 1 0 0,1-1-1 0 0,0 0 1 0 0,-1 1-1 0 0,1-1 1 0 0,0 0-1 0 0,0 0 1 0 0,0 0-1 0 0,0 0 1 0 0,0 0-1 0 0,1 0 1 0 0,-1 0-1 0 0,1 0 1 0 0,-1 0-1 0 0,1 0 1 0 0,0-1-1 0 0,3 3 1 0 0,-2-2 1 0 0,1 0 0 0 0,0 0 0 0 0,0-1 0 0 0,0 1 0 0 0,0-1 0 0 0,0 0 0 0 0,0-1 0 0 0,0 1 0 0 0,0-1 0 0 0,0 1 0 0 0,0-1 1 0 0,0 0-1 0 0,0-1 0 0 0,1 1 0 0 0,-1-1 0 0 0,0 0 0 0 0,4-1 0 0 0,4-2-8 0 0,0-1 1 0 0,-1 0-1 0 0,0-1 1 0 0,0 0 0 0 0,0 0-1 0 0,-1-1 1 0 0,0-1-1 0 0,0 0 1 0 0,15-16-1 0 0,4-8 11 0 0,36-54 0 0 0,-42 54-12 0 0,84-124 807 0 0,-107 156-806 0 0,0 0 1 0 0,0-1-1 0 0,0 1 0 0 0,0 0 1 0 0,0 0-1 0 0,0-1 1 0 0,1 1-1 0 0,-1 0 0 0 0,0-1 1 0 0,0 1-1 0 0,0 0 0 0 0,1 0 1 0 0,-1 0-1 0 0,0-1 0 0 0,0 1 1 0 0,1 0-1 0 0,-1 0 1 0 0,0 0-1 0 0,0 0 0 0 0,1-1 1 0 0,-1 1-1 0 0,0 0 0 0 0,1 0 1 0 0,-1 0-1 0 0,0 0 1 0 0,1 0-1 0 0,-1 0 0 0 0,0 0 1 0 0,1 0-1 0 0,-1 0 0 0 0,0 0 1 0 0,0 0-1 0 0,1 0 0 0 0,-1 0 1 0 0,0 0-1 0 0,1 0 1 0 0,-1 0-1 0 0,0 0 0 0 0,1 1 1 0 0,-1-1-1 0 0,0 0 0 0 0,0 0 1 0 0,1 0-1 0 0,-1 0 0 0 0,0 1 1 0 0,0-1-1 0 0,1 0 1 0 0,-1 0-1 0 0,0 0 0 0 0,0 1 1 0 0,0-1-1 0 0,1 0 0 0 0,-1 0 1 0 0,0 1-1 0 0,0-1 0 0 0,0 1 1 0 0,4 17-12 0 0,-13 60-56 0 0,-2 49 243 0 0,11-115-271 0 0,0 1 1 0 0,1-1-1 0 0,1 1 0 0 0,0-1 0 0 0,1 1 1 0 0,0-1-1 0 0,9 22 0 0 0,-10-30-172 0 0,0 0 0 0 0,1 1 0 0 0,-1-1 0 0 0,1-1 0 0 0,0 1 0 0 0,0 0 0 0 0,1-1 0 0 0,6 7 0 0 0,-7-8-362 0 0,-1 0 0 0 0,1-1 0 0 0,0 1 0 0 0,-1-1 1 0 0,1 1-1 0 0,0-1 0 0 0,6 2 0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6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1944 0 0,'49'-94'8814'0'0,"-49"93"-8772"0"0,1 0 0 0 0,0 0 0 0 0,0 0 0 0 0,-1 0 0 0 0,1 0 0 0 0,0 0 1 0 0,0 0-1 0 0,0 0 0 0 0,0 1 0 0 0,0-1 0 0 0,0 0 0 0 0,0 1 0 0 0,0-1 0 0 0,0 1 1 0 0,0-1-1 0 0,1 1 0 0 0,-1 0 0 0 0,0-1 0 0 0,0 1 0 0 0,0 0 0 0 0,0 0 1 0 0,1 0-1 0 0,-1 0 0 0 0,0 0 0 0 0,0 0 0 0 0,1 0 0 0 0,-1 0 0 0 0,0 1 0 0 0,0-1 1 0 0,0 0-1 0 0,0 1 0 0 0,1-1 0 0 0,-1 1 0 0 0,0-1 0 0 0,0 1 0 0 0,0-1 0 0 0,0 1 1 0 0,1 1-1 0 0,3 1-7 0 0,-1 0 1 0 0,0 0-1 0 0,0 1 1 0 0,0 0-1 0 0,0-1 1 0 0,0 2 0 0 0,2 3-1 0 0,1 3 1 0 0,-1 1 0 0 0,0 0-1 0 0,-1 0 1 0 0,0 0 0 0 0,-1 1 0 0 0,0-1 0 0 0,-1 1-1 0 0,1 14 1 0 0,-1-4 22 0 0,-2 0 0 0 0,0 0 0 0 0,-5 41 0 0 0,3-53 38 0 0,-1 0 0 0 0,-1 0 0 0 0,-6 17 0 0 0,8-24 21 0 0,-1 0-1 0 0,1 0 1 0 0,-1 0-1 0 0,0 0 1 0 0,-1 0-1 0 0,1-1 1 0 0,-1 1-1 0 0,0-1 1 0 0,0 1-1 0 0,0-1 1 0 0,-5 4-1 0 0,8-6-93 0 0,-1 0-1 0 0,0-1 1 0 0,0 1-1 0 0,0-1 1 0 0,0 1-1 0 0,0 0 1 0 0,1-1-1 0 0,-1 0 1 0 0,0 1 0 0 0,0-1-1 0 0,0 1 1 0 0,0-1-1 0 0,-1 0 1 0 0,1 0-1 0 0,0 0 1 0 0,0 0-1 0 0,0 0 1 0 0,0 0-1 0 0,0 0 1 0 0,0 0-1 0 0,0 0 1 0 0,0 0-1 0 0,0 0 1 0 0,0-1-1 0 0,0 1 1 0 0,0 0-1 0 0,0-1 1 0 0,0 1-1 0 0,0-1 1 0 0,0 1-1 0 0,0-1 1 0 0,0 0-1 0 0,0 1 1 0 0,1-1-1 0 0,-1 0 1 0 0,0 1-1 0 0,0-1 1 0 0,1 0-1 0 0,-1 0 1 0 0,0 0-1 0 0,1 0 1 0 0,-1 0-1 0 0,1 0 1 0 0,-1 1-1 0 0,1-1 1 0 0,0 0-1 0 0,-1-1 1 0 0,1 1 0 0 0,0 0-1 0 0,0-2 1 0 0,-2-4 3 0 0,1 1 1 0 0,0-1 0 0 0,0 0 0 0 0,0 0 0 0 0,1 0 0 0 0,1-11 0 0 0,2 5-17 0 0,0-1 1 0 0,1 1-1 0 0,0 0 0 0 0,1 0 0 0 0,0 0 0 0 0,1 1 1 0 0,1 0-1 0 0,0 0 0 0 0,0 1 0 0 0,1-1 0 0 0,1 2 1 0 0,0-1-1 0 0,0 1 0 0 0,17-13 0 0 0,-15 14-15 0 0,-1 0-1 0 0,1 1 1 0 0,0 1-1 0 0,1 0 1 0 0,0 1-1 0 0,0 0 1 0 0,0 0-1 0 0,1 2 1 0 0,0-1-1 0 0,0 2 1 0 0,0 0-1 0 0,0 0 1 0 0,0 1-1 0 0,1 1 1 0 0,13 0 0 0 0,-23 1 2 0 0,1 0 1 0 0,0 1-1 0 0,0 0 1 0 0,0-1 0 0 0,-1 2-1 0 0,1-1 1 0 0,-1 1-1 0 0,1-1 1 0 0,-1 1 0 0 0,1 0-1 0 0,-1 1 1 0 0,0-1-1 0 0,0 1 1 0 0,0 0 0 0 0,0 0-1 0 0,-1 0 1 0 0,1 0-1 0 0,-1 1 1 0 0,0 0 0 0 0,0-1-1 0 0,0 1 1 0 0,0 0-1 0 0,3 8 1 0 0,-2-3 6 0 0,-1-1 0 0 0,0 1 0 0 0,-1-1 0 0 0,0 1 0 0 0,-1 0 0 0 0,0 0 0 0 0,0-1 0 0 0,0 1 0 0 0,-1 0 0 0 0,-1 0 0 0 0,0 0 0 0 0,-2 10 0 0 0,-13 48 31 0 0,11-52-288 0 0,0 1 0 0 0,2 0 0 0 0,0 0-1 0 0,0 0 1 0 0,2 0 0 0 0,0 26 0 0 0,1-40-90 0 0,0 0 0 0 0,1 0 0 0 0,-1 0-1 0 0,1 1 1 0 0,-1-1 0 0 0,1-1-1 0 0,0 1 1 0 0,0 0 0 0 0,0 0 0 0 0,0 0-1 0 0,0 0 1 0 0,0-1 0 0 0,1 1 0 0 0,-1 0-1 0 0,0-1 1 0 0,1 1 0 0 0,0-1 0 0 0,-1 0-1 0 0,4 3 1 0 0,10 5-5069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7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316 262 380 0 0,'-1'-15'6509'0'0,"-1"13"-6238"0"0,1 1 0 0 0,-1 0 0 0 0,1 0 0 0 0,-1 0 0 0 0,1 0 0 0 0,-1 0-1 0 0,0 0 1 0 0,0 0 0 0 0,1 1 0 0 0,-1-1 0 0 0,0 1 0 0 0,0-1 0 0 0,0 1 0 0 0,0 0 0 0 0,0-1 0 0 0,1 1 0 0 0,-5 0 0 0 0,1 1-12 0 0,0 0-1 0 0,1 0 0 0 0,-1 0 1 0 0,0 0-1 0 0,0 1 1 0 0,-7 4-1 0 0,-3 2 67 0 0,0 1 0 0 0,1 0 0 0 0,-14 13 0 0 0,10-7-87 0 0,1 0-1 0 0,1 2 1 0 0,0 0-1 0 0,1 1 1 0 0,1 0-1 0 0,1 1 0 0 0,-16 30 1 0 0,24-38-181 0 0,0-1 1 0 0,1 1 0 0 0,1-1-1 0 0,0 1 1 0 0,0 0-1 0 0,1 0 1 0 0,-2 18-1 0 0,4-21-23 0 0,0-1-1 0 0,1 0 1 0 0,0 0-1 0 0,0 0 0 0 0,0 1 1 0 0,1-1-1 0 0,0-1 1 0 0,0 1-1 0 0,1 0 0 0 0,0 0 1 0 0,0-1-1 0 0,7 12 1 0 0,-5-12-14 0 0,0 0 1 0 0,0 0 0 0 0,1-1-1 0 0,-1 1 1 0 0,1-1-1 0 0,0 0 1 0 0,0-1 0 0 0,1 1-1 0 0,0-1 1 0 0,0 0 0 0 0,0-1-1 0 0,0 0 1 0 0,0 0-1 0 0,0-1 1 0 0,1 1 0 0 0,-1-2-1 0 0,1 1 1 0 0,0-1 0 0 0,12 1-1 0 0,-10-2-2 0 0,1 0 0 0 0,-1-1 0 0 0,0 0-1 0 0,0-1 1 0 0,0 0 0 0 0,0 0 0 0 0,0-1 0 0 0,0 0-1 0 0,-1-1 1 0 0,1 0 0 0 0,-1-1 0 0 0,0 0-1 0 0,0 0 1 0 0,10-9 0 0 0,-5 2-9 0 0,-1-1 0 0 0,0 0 0 0 0,-1-1 0 0 0,-1 0 1 0 0,0-1-1 0 0,-1-1 0 0 0,12-22 0 0 0,-12 18-8 0 0,-1-1 0 0 0,-1-1 0 0 0,-1 0 1 0 0,0 0-1 0 0,4-33 0 0 0,-10 46-5 0 0,0-1 0 0 0,0 1 0 0 0,-1-1-1 0 0,0 1 1 0 0,-1 0 0 0 0,0-1 0 0 0,0 1 0 0 0,-1 0 0 0 0,0 0 0 0 0,-1 0-1 0 0,-5-12 1 0 0,6 17 2 0 0,0 0 1 0 0,0 0-1 0 0,-1 0 0 0 0,0 0 0 0 0,0 1 0 0 0,0-1 0 0 0,0 1 1 0 0,0 0-1 0 0,-1-1 0 0 0,0 2 0 0 0,1-1 0 0 0,-1 0 1 0 0,0 1-1 0 0,0 0 0 0 0,-1-1 0 0 0,1 2 0 0 0,0-1 0 0 0,-1 0 1 0 0,1 1-1 0 0,-1 0 0 0 0,1 0 0 0 0,-1 0 0 0 0,0 1 1 0 0,-5-1-1 0 0,-1 2 0 0 0,1 0 1 0 0,-1 0-1 0 0,0 1 1 0 0,1 0-1 0 0,0 0 1 0 0,-1 2-1 0 0,1-1 1 0 0,0 1-1 0 0,1 1 1 0 0,-1-1-1 0 0,1 2 1 0 0,-13 8-1 0 0,17-10 4 0 0,-1-1-1 0 0,2 1 0 0 0,-1 0 1 0 0,0 0-1 0 0,1 1 0 0 0,0-1 1 0 0,0 1-1 0 0,0 0 0 0 0,1 0 0 0 0,-1 0 1 0 0,1 1-1 0 0,0-1 0 0 0,1 1 1 0 0,-1 0-1 0 0,1-1 0 0 0,0 1 1 0 0,1 0-1 0 0,0 0 0 0 0,0 0 0 0 0,0 1 1 0 0,0-1-1 0 0,1 11 0 0 0,1-12-19 0 0,0 0 0 0 0,0 0 0 0 0,1-1 0 0 0,-1 1 0 0 0,1-1-1 0 0,0 1 1 0 0,0-1 0 0 0,1 1 0 0 0,-1-1 0 0 0,1 0 0 0 0,0 0-1 0 0,6 7 1 0 0,-2-5-66 0 0,-1-1-1 0 0,1 1 0 0 0,0-1 0 0 0,0-1 1 0 0,0 1-1 0 0,16 6 0 0 0,-7-5-93 0 0,1 0-1 0 0,-1-2 0 0 0,1 0 1 0 0,0 0-1 0 0,0-2 0 0 0,32 2 1 0 0,-23-6 28 0 0,-1 0 0 0 0,1-1 0 0 0,-1-2 0 0 0,0 0 1 0 0,-1-2-1 0 0,1-1 0 0 0,-2 0 0 0 0,1-2 0 0 0,-1-1 0 0 0,0-1 1 0 0,-1-1-1 0 0,38-29 0 0 0,-23 12 112 0 0,-1-2 0 0 0,-2-1 1 0 0,-1-2-1 0 0,-2-1 0 0 0,53-80 1 0 0,-15-2 1775 0 0,-100 171-1168 0 0,3 2 1 0 0,2 1 0 0 0,-26 78 0 0 0,33-80-307 0 0,-84 242 905 0 0,-64 311 1 0 0,103-358-954 0 0,43-183-126 0 0,-48 106-1 0 0,64-162-54 0 0,0 0 0 0 0,0 0 0 0 0,-1-1 0 0 0,-1 0 1 0 0,0 0-1 0 0,0-1 0 0 0,-14 14 0 0 0,19-20-27 0 0,-1 0 1 0 0,0 0-1 0 0,0 0 1 0 0,0 0-1 0 0,0 0 1 0 0,0-1-1 0 0,-1 0 0 0 0,1 1 1 0 0,0-1-1 0 0,-1 0 1 0 0,1 0-1 0 0,-1-1 1 0 0,1 1-1 0 0,-1-1 1 0 0,1 0-1 0 0,-1 0 0 0 0,1 0 1 0 0,-1 0-1 0 0,1-1 1 0 0,-1 1-1 0 0,1-1 1 0 0,-1 0-1 0 0,1 0 1 0 0,0 0-1 0 0,-1 0 0 0 0,1-1 1 0 0,-5-3-1 0 0,-2-1-3 0 0,0-2-1 0 0,0 1 0 0 0,1-1 0 0 0,1-1 0 0 0,-1 1 1 0 0,2-2-1 0 0,-1 1 0 0 0,1-1 0 0 0,0 0 0 0 0,1 0 0 0 0,0-1 1 0 0,1 0-1 0 0,0 0 0 0 0,-3-13 0 0 0,-1-5-90 0 0,1 0 0 0 0,1-1 0 0 0,1 0 0 0 0,-1-43 0 0 0,5 40-7 0 0,3-1-1 0 0,0 1 1 0 0,2 0-1 0 0,2 0 1 0 0,1 1 0 0 0,18-58-1 0 0,-9 50 10 0 0,1 0 1 0 0,2 2-1 0 0,2 0 0 0 0,44-64 0 0 0,-25 52 26 0 0,2 1 0 0 0,2 2-1 0 0,2 2 1 0 0,2 2 0 0 0,1 2 0 0 0,3 3-1 0 0,66-40 1 0 0,-78 55-12 0 0,76-34 0 0 0,-102 52 53 0 0,1 0 0 0 0,0 0 0 0 0,0 1 0 0 0,0 1 0 0 0,0 1 0 0 0,1 0 0 0 0,-1 0 0 0 0,1 2-1 0 0,27 1 1 0 0,-37 0 22 0 0,-1 0-1 0 0,1 0 0 0 0,0 1 0 0 0,-1-1 0 0 0,1 1 1 0 0,-1 0-1 0 0,0 0 0 0 0,0 0 0 0 0,1 0 0 0 0,-1 1 1 0 0,-1 0-1 0 0,1 0 0 0 0,0 0 0 0 0,-1 0 0 0 0,0 1 1 0 0,1-1-1 0 0,-1 1 0 0 0,-1 0 0 0 0,1 0 0 0 0,0 0 1 0 0,-1 0-1 0 0,0 0 0 0 0,0 1 0 0 0,0-1 0 0 0,-1 1 1 0 0,1-1-1 0 0,-1 1 0 0 0,0-1 0 0 0,0 1 0 0 0,-1 0 1 0 0,0 0-1 0 0,1-1 0 0 0,-2 1 0 0 0,1 0 0 0 0,0 0 1 0 0,-1-1-1 0 0,0 1 0 0 0,0 0 0 0 0,0-1 0 0 0,-1 1 1 0 0,0-1-1 0 0,1 1 0 0 0,-5 5 0 0 0,-1 1 18 0 0,-1 0 0 0 0,-1 0-1 0 0,0-1 1 0 0,0 0 0 0 0,-1-1-1 0 0,0 0 1 0 0,-1 0 0 0 0,1-1 0 0 0,-2 0-1 0 0,-23 11 1 0 0,3-4 13 0 0,0-1-1 0 0,0-2 1 0 0,-39 9-1 0 0,22-12-635 0 0,47-9 430 0 0,0 1-1 0 0,0-1 1 0 0,0 0-1 0 0,0 0 1 0 0,0 0-1 0 0,0 0 1 0 0,0 0-1 0 0,0 0 0 0 0,-1 0 1 0 0,1-1-1 0 0,0 1 1 0 0,0-1-1 0 0,0 0 1 0 0,1 1-1 0 0,-1-1 1 0 0,0 0-1 0 0,0 0 0 0 0,0 0 1 0 0,0-1-1 0 0,-2-1 1 0 0,3 2 1 0 0,1 0 0 0 0,0 0 0 0 0,-1 0 1 0 0,1 0-1 0 0,0 0 0 0 0,0 0 0 0 0,-1 0 0 0 0,1-1 1 0 0,0 1-1 0 0,0 0 0 0 0,0 0 0 0 0,0 0 0 0 0,1 0 1 0 0,-1 0-1 0 0,0 0 0 0 0,0 0 0 0 0,1 0 0 0 0,-1 0 1 0 0,0 0-1 0 0,2-1 0 0 0,12-22-3417 0 0,-11 19 2227 0 0,12-18-3492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8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25 143 1772 0 0,'45'-22'5543'0'0,"-20"11"-3144"0"0,-24 11-2342 0 0,0-1 0 0 0,0 1 0 0 0,0-1 0 0 0,0 1 0 0 0,0 0 0 0 0,0-1 0 0 0,-1 1 0 0 0,1 0 0 0 0,0 0 0 0 0,1 0 0 0 0,-1 0 0 0 0,0 0 0 0 0,0 0 1 0 0,0 0-1 0 0,0 0 0 0 0,0 0 0 0 0,0 0 0 0 0,0 0 0 0 0,-1 1 0 0 0,1-1 0 0 0,0 0 0 0 0,0 1 0 0 0,0-1 0 0 0,0 1 0 0 0,0-1 0 0 0,0 1 0 0 0,0-1 1 0 0,-1 1-1 0 0,1 0 0 0 0,0-1 0 0 0,0 1 0 0 0,-1 0 0 0 0,1 0 0 0 0,1 1 0 0 0,1 4 129 0 0,0-1 0 0 0,-1 1-1 0 0,1-1 1 0 0,2 12 0 0 0,2 3 80 0 0,-4-15-149 0 0,0 1 0 0 0,1 0 0 0 0,0-1 0 0 0,0 0 0 0 0,0 0 0 0 0,1 0 0 0 0,0 0 0 0 0,0-1 0 0 0,0 0 0 0 0,0 0 0 0 0,12 6 0 0 0,-14-8-78 0 0,0 0 0 0 0,1-1 0 0 0,-1 1 0 0 0,1-1 0 0 0,0 0 0 0 0,-1 0 0 0 0,1 0 0 0 0,0-1 0 0 0,-1 1 0 0 0,1-1 0 0 0,0 0 0 0 0,-1 0 0 0 0,1 0 0 0 0,0-1 0 0 0,0 1 0 0 0,-1-1 0 0 0,1 0 0 0 0,0 0 0 0 0,-1 0 0 0 0,1-1 0 0 0,-1 1 0 0 0,6-4 0 0 0,-3 0-20 0 0,0 0-1 0 0,0 0 0 0 0,-1 0 0 0 0,0-1 0 0 0,0 1 0 0 0,0-1 0 0 0,-1-1 0 0 0,0 1 0 0 0,0 0 0 0 0,-1-1 1 0 0,1 0-1 0 0,1-8 0 0 0,0 3-12 0 0,-1-1 0 0 0,-1 1 0 0 0,0-1 0 0 0,-1 0 0 0 0,0 0 0 0 0,-1-15 0 0 0,0 26-8 0 0,-1 0-1 0 0,0 0 1 0 0,0 0-1 0 0,-1 0 1 0 0,1 0-1 0 0,0 0 1 0 0,-1 0-1 0 0,1 0 0 0 0,-1 0 1 0 0,1 0-1 0 0,-1 0 1 0 0,0 1-1 0 0,0-1 1 0 0,0 0-1 0 0,0 0 1 0 0,0 1-1 0 0,0-1 1 0 0,-1 1-1 0 0,1-1 0 0 0,0 1 1 0 0,-1-1-1 0 0,-1 0 1 0 0,0 0-2 0 0,1 1 0 0 0,-1 0 1 0 0,0 0-1 0 0,1 0 0 0 0,-1 1 1 0 0,0-1-1 0 0,0 1 0 0 0,0-1 1 0 0,0 1-1 0 0,0 0 0 0 0,0 0 1 0 0,1 0-1 0 0,-6 1 0 0 0,-5 2-4 0 0,-1 0 0 0 0,0 1 0 0 0,1 1-1 0 0,-25 11 1 0 0,17-5 8 0 0,1 0 0 0 0,0 1-1 0 0,1 2 1 0 0,-34 30 0 0 0,42-34 4 0 0,1 0 0 0 0,0 1-1 0 0,1 1 1 0 0,0-1 0 0 0,1 2 0 0 0,0-1 0 0 0,1 1 0 0 0,1 0 0 0 0,-6 15-1 0 0,10-23 8 0 0,1 0-1 0 0,0 0 1 0 0,-1 0-1 0 0,2-1 0 0 0,-1 1 1 0 0,0 0-1 0 0,1 0 1 0 0,0 0-1 0 0,0 0 0 0 0,1 0 1 0 0,0 0-1 0 0,-1 0 1 0 0,1 0-1 0 0,1 0 0 0 0,-1-1 1 0 0,4 8-1 0 0,-2-6-41 0 0,1-1-1 0 0,-1 1 0 0 0,1-1 0 0 0,0 0 1 0 0,1-1-1 0 0,-1 1 0 0 0,1-1 0 0 0,0 0 1 0 0,0 0-1 0 0,0 0 0 0 0,9 4 1 0 0,2 0-340 0 0,0-1 0 0 0,1-1 0 0 0,0-1 1 0 0,0 0-1 0 0,0-1 0 0 0,0 0 1 0 0,1-2-1 0 0,25 1 0 0 0,-13-3-173 0 0,-1-2-1 0 0,1-2 0 0 0,-1 0 1 0 0,0-2-1 0 0,0-1 1 0 0,0-1-1 0 0,-1-2 1 0 0,-1-1-1 0 0,1-1 0 0 0,32-20 1 0 0,-14 5 1240 0 0,61-48 0 0 0,31-43 4709 0 0,-129 110-4945 0 0,-8 5-365 0 0,1 1 1 0 0,0-1-1 0 0,1 1 1 0 0,-1 0-1 0 0,0 0 0 0 0,1 0 1 0 0,-1 0-1 0 0,1 1 0 0 0,-1-1 1 0 0,1 0-1 0 0,0 1 1 0 0,0 0-1 0 0,4-2 0 0 0,-10 17 88 0 0,-4 1-126 0 0,0 0 0 0 0,-2-1-1 0 0,0 1 1 0 0,-19 23 0 0 0,3-6-10 0 0,-119 184 447 0 0,135-202-4 0 0,13-19-78 0 0,20-27-166 0 0,-16 24-241 0 0,155-153 28 0 0,-137 139-54 0 0,0 1 1 0 0,2 1 0 0 0,1 2-1 0 0,53-27 1 0 0,-77 43 8 0 0,1-1 0 0 0,0 1 1 0 0,0 0-1 0 0,0 1 0 0 0,0-1 1 0 0,0 1-1 0 0,0 1 0 0 0,1-1 1 0 0,-1 1-1 0 0,9 0 0 0 0,-13 1 12 0 0,0-1-1 0 0,0 1 0 0 0,0-1 1 0 0,0 1-1 0 0,0 0 1 0 0,0-1-1 0 0,0 1 0 0 0,0 0 1 0 0,0 0-1 0 0,-1 1 1 0 0,1-1-1 0 0,0 0 1 0 0,-1 0-1 0 0,1 1 0 0 0,-1-1 1 0 0,1 1-1 0 0,-1-1 1 0 0,0 1-1 0 0,0 0 0 0 0,0 0 1 0 0,0-1-1 0 0,0 1 1 0 0,0 0-1 0 0,0 0 0 0 0,0 0 1 0 0,-1 0-1 0 0,1 0 1 0 0,-1 0-1 0 0,0 0 0 0 0,1 0 1 0 0,-1 0-1 0 0,0 0 1 0 0,0 0-1 0 0,-1 3 0 0 0,0 10-86 0 0,-1 0-1 0 0,-1-1 0 0 0,0 1 0 0 0,-1-1 1 0 0,0 0-1 0 0,-1 0 0 0 0,-9 16 0 0 0,-6 19-2720 0 0,7 0-3456 0 0,11-34 2067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9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15 394 2196 0 0,'0'0'6258'0'0,"-8"-6"-4022"0"0,7 7-2160 0 0,1-1 1 0 0,-1 1 0 0 0,1 0-1 0 0,-1-1 1 0 0,1 1 0 0 0,-1 0-1 0 0,1-1 1 0 0,0 1 0 0 0,-1 0-1 0 0,1-1 1 0 0,0 1 0 0 0,-1 0-1 0 0,1 0 1 0 0,0-1 0 0 0,0 1-1 0 0,0 0 1 0 0,0 0 0 0 0,0-1-1 0 0,0 1 1 0 0,0 0 0 0 0,0 0-1 0 0,0 0 1 0 0,0-1 0 0 0,0 1-1 0 0,0 0 1 0 0,0 0 0 0 0,1-1-1 0 0,-1 1 1 0 0,0 0 0 0 0,1 0-1 0 0,0 0 1 0 0,0 0 6 0 0,0 0 0 0 0,1 1 0 0 0,-1-1 1 0 0,1-1-1 0 0,0 1 0 0 0,-1 0 0 0 0,1 0 0 0 0,0 0 0 0 0,0-1 0 0 0,-1 1 0 0 0,1-1 0 0 0,0 0 1 0 0,2 1-1 0 0,4 0 27 0 0,1-1 1 0 0,0 1 0 0 0,0-2-1 0 0,0 1 1 0 0,10-3 0 0 0,-3-1-71 0 0,0-2 1 0 0,0 0-1 0 0,-1 0 0 0 0,0-2 1 0 0,0 0-1 0 0,-1 0 1 0 0,0-1-1 0 0,0-1 0 0 0,-1-1 1 0 0,-1 0-1 0 0,1 0 1 0 0,-2-1-1 0 0,12-15 0 0 0,-11 11-49 0 0,0 0 0 0 0,-1-1 0 0 0,-1 0 0 0 0,-1-1 0 0 0,0 0 0 0 0,-1 0 0 0 0,-1 0-1 0 0,-1-1 1 0 0,0-1 0 0 0,4-33 0 0 0,-10 50 0 0 0,0 0 0 0 0,0 0 1 0 0,0 0-1 0 0,0 0 0 0 0,-1 1 0 0 0,1-1 0 0 0,-1 0 0 0 0,0 0 0 0 0,0 0 1 0 0,-1-3-1 0 0,1 5 6 0 0,1-1 0 0 0,-1 1-1 0 0,0 0 1 0 0,0 0 0 0 0,1 0 0 0 0,-1 0 0 0 0,0 0 0 0 0,0 0 0 0 0,0 0 0 0 0,0 0 0 0 0,0 1 0 0 0,0-1 0 0 0,0 0 0 0 0,0 0 0 0 0,-1 1-1 0 0,1-1 1 0 0,0 1 0 0 0,0-1 0 0 0,-1 1 0 0 0,1 0 0 0 0,0-1 0 0 0,0 1 0 0 0,-1 0 0 0 0,1 0 0 0 0,0 0 0 0 0,-1 0 0 0 0,1 0-1 0 0,-2 0 1 0 0,-3 1 2 0 0,1 0 0 0 0,0 0 0 0 0,1 0-1 0 0,-1 0 1 0 0,0 1 0 0 0,0 0 0 0 0,1 0 0 0 0,-1 0-1 0 0,1 1 1 0 0,-1 0 0 0 0,1 0 0 0 0,0 0-1 0 0,0 0 1 0 0,0 0 0 0 0,1 1 0 0 0,-1 0-1 0 0,1-1 1 0 0,0 1 0 0 0,0 1 0 0 0,0-1-1 0 0,1 0 1 0 0,-1 1 0 0 0,1-1 0 0 0,0 1 0 0 0,0 0-1 0 0,-1 6 1 0 0,1-1 4 0 0,0 0-1 0 0,1 0 0 0 0,0 1 1 0 0,0-1-1 0 0,1 1 1 0 0,1-1-1 0 0,0 0 1 0 0,0 1-1 0 0,1-1 0 0 0,4 15 1 0 0,6 8-3 0 0,27 58 0 0 0,-24-63 14 0 0,-3 1 0 0 0,12 36 0 0 0,-24-62-9 0 0,1 0 1 0 0,0 0-1 0 0,-1-1 1 0 0,0 1-1 0 0,1 0 0 0 0,-1 0 1 0 0,0 0-1 0 0,0 0 1 0 0,-1 0-1 0 0,1-1 1 0 0,-1 1-1 0 0,1 0 1 0 0,-1 0-1 0 0,0-1 1 0 0,0 1-1 0 0,0 0 0 0 0,0-1 1 0 0,-3 5-1 0 0,1-3 5 0 0,0-1 0 0 0,0 0 0 0 0,0-1 0 0 0,0 1 0 0 0,0 0 0 0 0,0-1 0 0 0,-1 1 0 0 0,0-1 0 0 0,1 0 0 0 0,-1-1 0 0 0,-7 4 0 0 0,2-2 0 0 0,0-1 0 0 0,0 0 0 0 0,0 0 0 0 0,0-1 0 0 0,-1 0 0 0 0,1-1 0 0 0,0 0 0 0 0,-1 0 0 0 0,1-1 1 0 0,0 0-1 0 0,-10-3 0 0 0,15 3-188 0 0,0-1 1 0 0,0 1-1 0 0,0-1 1 0 0,1 0 0 0 0,-1 0-1 0 0,0 0 1 0 0,1 0-1 0 0,-6-5 1 0 0,8 6-82 0 0,0 0 0 0 0,0 0 0 0 0,1 0 0 0 0,-1 0 0 0 0,0 0 0 0 0,0 0 0 0 0,0-1 0 0 0,1 1 0 0 0,-1 0 0 0 0,1 0 0 0 0,-1-1 0 0 0,1 1 0 0 0,-1 0 0 0 0,1-1 0 0 0,0 1 0 0 0,-1 0 0 0 0,1-1 0 0 0,0 1 0 0 0,0-1 0 0 0,0 1 0 0 0,0 0 0 0 0,1-1 0 0 0,-1 1 0 0 0,0 0 0 0 0,0-1 0 0 0,1 1 0 0 0,-1 0 0 0 0,2-3 0 0 0,5-8-3858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2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272 606 468 0 0,'17'-12'10241'0'0,"-12"32"-9316"0"0,-5-17-813 0 0,1-1 0 0 0,-1 1-1 0 0,0 0 1 0 0,1-1-1 0 0,0 1 1 0 0,-1-1 0 0 0,1 1-1 0 0,0-1 1 0 0,1 1-1 0 0,-1-1 1 0 0,0 1 0 0 0,1-1-1 0 0,-1 0 1 0 0,1 0-1 0 0,-1 0 1 0 0,1 0 0 0 0,0 0-1 0 0,0 0 1 0 0,0-1-1 0 0,0 1 1 0 0,0 0 0 0 0,1-1-1 0 0,-1 0 1 0 0,0 1-1 0 0,4 0 1 0 0,-3-1-71 0 0,0 0 0 0 0,1 0 0 0 0,-1 0 0 0 0,0-1 0 0 0,0 0 0 0 0,1 1 0 0 0,-1-1-1 0 0,0 0 1 0 0,0 0 0 0 0,1-1 0 0 0,-1 1 0 0 0,0-1 0 0 0,0 0 0 0 0,1 0 0 0 0,-1 0 0 0 0,0 0 0 0 0,0 0 0 0 0,0-1 0 0 0,0 1 0 0 0,0-1 0 0 0,-1 0-1 0 0,1 0 1 0 0,0 0 0 0 0,2-3 0 0 0,2-2-21 0 0,0-1-1 0 0,-1 1 0 0 0,0-1 0 0 0,0 0 1 0 0,-1-1-1 0 0,0 1 0 0 0,5-13 0 0 0,-7 15-18 0 0,18-46-7 0 0,-20 48 1 0 0,0 0 1 0 0,0 0-1 0 0,0-1 0 0 0,0 1 0 0 0,-1 0 1 0 0,1-1-1 0 0,-1 1 0 0 0,0 0 1 0 0,-1-1-1 0 0,0-5 0 0 0,1 9 2 0 0,-1 0 0 0 0,0 0 1 0 0,1 0-1 0 0,-1 0 0 0 0,0 0 0 0 0,0 0 0 0 0,0 0 0 0 0,0 0 0 0 0,1 0 1 0 0,-1 0-1 0 0,0 1 0 0 0,0-1 0 0 0,-1 0 0 0 0,1 1 0 0 0,0-1 1 0 0,0 1-1 0 0,0-1 0 0 0,0 1 0 0 0,0-1 0 0 0,-1 1 0 0 0,1 0 0 0 0,0 0 1 0 0,0 0-1 0 0,-1-1 0 0 0,1 1 0 0 0,0 0 0 0 0,-3 1 0 0 0,-35 3-54 0 0,17 2 31 0 0,0 0 0 0 0,0 2 1 0 0,1 0-1 0 0,0 1 0 0 0,-26 16 1 0 0,13-3 20 0 0,0 0 0 0 0,-35 32 1 0 0,48-36 0 0 0,1 1 1 0 0,-19 22 0 0 0,33-33 12 0 0,0-1 0 0 0,1 1 0 0 0,-1 1 0 0 0,2-1 0 0 0,-1 1 1 0 0,1-1-1 0 0,0 1 0 0 0,1 1 0 0 0,-4 12 0 0 0,7-18-1 0 0,-1-1-1 0 0,1 0 1 0 0,0 0-1 0 0,-1 1 1 0 0,1-1 0 0 0,1 0-1 0 0,-1 1 1 0 0,0-1-1 0 0,1 0 1 0 0,0 1 0 0 0,0-1-1 0 0,0 0 1 0 0,0 0-1 0 0,0 0 1 0 0,1 0 0 0 0,-1 0-1 0 0,4 4 1 0 0,-2-3 0 0 0,0 0 0 0 0,1 0 0 0 0,0-1 1 0 0,0 1-1 0 0,0-1 0 0 0,0 0 0 0 0,0-1 0 0 0,1 1 0 0 0,-1-1 1 0 0,8 3-1 0 0,3 1-115 0 0,0-2 0 0 0,0 0 0 0 0,1-1 0 0 0,-1 0 0 0 0,1-2 0 0 0,23 1 0 0 0,-14-3-339 0 0,1-1-1 0 0,0-1 1 0 0,0-1-1 0 0,-1-1 1 0 0,39-13-1 0 0,-27 4-221 0 0,-1-2-1 0 0,-1-1 1 0 0,35-22 0 0 0,14-18-1154 0 0,144-128 1 0 0,-1-36 1509 0 0,-188 177 1489 0 0,-1-2 0 0 0,-3-2 0 0 0,39-68 0 0 0,-71 110-995 0 0,0 1-34 0 0,0 1-1 0 0,0-1 0 0 0,-1 0 0 0 0,0 0 0 0 0,0 0 0 0 0,0 0 0 0 0,0 0 0 0 0,-1 0 0 0 0,0 0 0 0 0,0-1 0 0 0,0-7 0 0 0,-3 13-130 0 0,1 0-1 0 0,-1 0 0 0 0,0 0 1 0 0,0 0-1 0 0,0 0 0 0 0,1 0 0 0 0,-1 1 1 0 0,0-1-1 0 0,0 1 0 0 0,1-1 1 0 0,-1 1-1 0 0,0 0 0 0 0,-1 1 0 0 0,-9 4 142 0 0,1 2 0 0 0,0-1-1 0 0,1 1 1 0 0,0 1 0 0 0,0 0-1 0 0,-14 17 1 0 0,-47 67 834 0 0,69-90-963 0 0,-75 109 832 0 0,6 3 0 0 0,4 2 1 0 0,-55 138-1 0 0,119-246-837 0 0,-1-1-1 0 0,1 1 0 0 0,1-1 0 0 0,0 1 0 0 0,0 0 1 0 0,1 0-1 0 0,0 0 0 0 0,0 13 0 0 0,1-19-132 0 0,1 1-1 0 0,-1-1 0 0 0,1 0 1 0 0,0 0-1 0 0,0-1 0 0 0,0 1 0 0 0,0 0 1 0 0,0 0-1 0 0,1 0 0 0 0,-1-1 1 0 0,1 1-1 0 0,0-1 0 0 0,0 1 1 0 0,0-1-1 0 0,0 0 0 0 0,0 1 0 0 0,0-1 1 0 0,1 0-1 0 0,-1-1 0 0 0,0 1 1 0 0,1 0-1 0 0,0-1 0 0 0,-1 1 1 0 0,1-1-1 0 0,0 0 0 0 0,0 0 0 0 0,0 0 1 0 0,3 1-1 0 0,0-1-843 0 0,0 0 0 0 0,0 0 0 0 0,0 0 0 0 0,1-1 0 0 0,-1 1 1 0 0,0-1-1 0 0,9-2 0 0 0,9-1-4104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0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263 162 1572 0 0,'-71'-42'4226'0'0,"-74"-50"5959"0"0,122 80-8809 0 0,1-1 570 0 0,22 13-1937 0 0,0 0 1 0 0,0 0 0 0 0,0 0-1 0 0,0 0 1 0 0,0 0-1 0 0,0 0 1 0 0,0 0 0 0 0,0 0-1 0 0,-1 0 1 0 0,1 0 0 0 0,0 0-1 0 0,0 0 1 0 0,0 0 0 0 0,0 0-1 0 0,0 0 1 0 0,0 0-1 0 0,0 0 1 0 0,0-1 0 0 0,0 1-1 0 0,0 0 1 0 0,0 0 0 0 0,0 0-1 0 0,0 0 1 0 0,0 0-1 0 0,0 0 1 0 0,0 0 0 0 0,0 0-1 0 0,0 0 1 0 0,0 0 0 0 0,0 0-1 0 0,0 0 1 0 0,0 0 0 0 0,0 0-1 0 0,0-1 1 0 0,0 1-1 0 0,0 0 1 0 0,0 0 0 0 0,0 0-1 0 0,0 0 1 0 0,0 0 0 0 0,0 0-1 0 0,0 0 1 0 0,0 0-1 0 0,0 0 1 0 0,0 0 0 0 0,0 0-1 0 0,0 0 1 0 0,0 0 0 0 0,0 0-1 0 0,0 0 1 0 0,1-1 0 0 0,-1 1-1 0 0,0 0 1 0 0,0 0-1 0 0,0 0 1 0 0,0 0 0 0 0,0 0-1 0 0,0 0 1 0 0,0 0 0 0 0,0 0-1 0 0,0 0 1 0 0,0 0-1 0 0,0 0 1 0 0,0 0 0 0 0,0 0-1 0 0,1 0 1 0 0,12 1 137 0 0,53 9 204 0 0,83 26 0 0 0,-62-14-269 0 0,207 64-1605 0 0,-185-52-1784 0 0,1-1-3857 0 0,-78-24 681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2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55 1684 0 0,'1'-2'2322'0'0,"25"-51"12303"0"0,-32 78-13981 0 0,-1-1 0 0 0,-1 0-1 0 0,-18 36 1 0 0,-2 6-325 0 0,17-35-230 0 0,-2 1-7 0 0,2 0 0 0 0,-12 57 0 0 0,23-87-89 0 0,-1-1 0 0 0,1 0 1 0 0,0 0-1 0 0,-1 0 0 0 0,1 0 0 0 0,0 0 0 0 0,0 0 1 0 0,0 1-1 0 0,0-1 0 0 0,0 0 0 0 0,1 0 0 0 0,-1 0 1 0 0,0 0-1 0 0,0 0 0 0 0,1 1 0 0 0,-1-1 0 0 0,1 0 1 0 0,-1 0-1 0 0,1 0 0 0 0,-1 0 0 0 0,1 0 0 0 0,-1 0 1 0 0,1 0-1 0 0,0-1 0 0 0,0 1 0 0 0,0 0 0 0 0,0 1 1 0 0,1-2-69 0 0,0 1 1 0 0,0-1-1 0 0,0 1 1 0 0,-1-1 0 0 0,1 0-1 0 0,0 0 1 0 0,0 0 0 0 0,0 0-1 0 0,-1 0 1 0 0,1 0-1 0 0,0 0 1 0 0,0-1 0 0 0,0 1-1 0 0,-1-1 1 0 0,3 0 0 0 0,7-3-674 0 0,0-1 0 0 0,-1 0 0 0 0,1 0 1 0 0,12-10-1 0 0,-3 0-1584 0 0,-1-1 0 0 0,-1-1 0 0 0,21-24 0 0 0,-12 12-2677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2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124 123 788 0 0,'-2'-8'1128'0'0,"-2"1"-1"0"0,1 1 1 0 0,-1-1-1 0 0,0 0 1 0 0,0 1-1 0 0,-6-6 1 0 0,-33-30 2997 0 0,14 15-2732 0 0,24 27-1221 0 0,-7 1-765 0 0,12 0 333 0 0,-1 0 1 0 0,1 0-1 0 0,-1 0 1 0 0,1-1-1 0 0,0 1 1 0 0,-1 0-1 0 0,1 0 0 0 0,0 0 1 0 0,0 0-1 0 0,0 0 1 0 0,-1 0-1 0 0,1 0 1 0 0,0 0-1 0 0,0-1 0 0 0,1 3 1 0 0,-1 5-2845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2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1 232 0 0,'0'0'9354'0'0,"0"0"-9230"0"0,1 0 0 0 0,-1 0 0 0 0,0 0 0 0 0,1 1 0 0 0,-1-1 0 0 0,1 0 0 0 0,-1 0 0 0 0,0 1 0 0 0,1-1 0 0 0,-1 0 0 0 0,1 1 0 0 0,-1-1 0 0 0,0 1 0 0 0,0-1 0 0 0,1 0 0 0 0,-1 1 0 0 0,0-1 0 0 0,0 1 0 0 0,1-1 0 0 0,-1 1 0 0 0,0-1 0 0 0,0 1 0 0 0,0 0 0 0 0,-7 24 1979 0 0,-8 47 0 0 0,-1 84-313 0 0,12-109-1361 0 0,-9 110 202 0 0,-84 733 1055 0 0,-11-328-785 0 0,102-524-762 0 0,6-37-125 0 0,-1 1 1 0 0,1 0-1 0 0,0-1 0 0 0,0 1 0 0 0,0 0 0 0 0,0-1 0 0 0,1 1 1 0 0,-1 0-1 0 0,0-1 0 0 0,1 1 0 0 0,-1-1 0 0 0,1 1 0 0 0,-1-1 1 0 0,1 1-1 0 0,0-1 0 0 0,0 1 0 0 0,-1-1 0 0 0,3 3 0 0 0,-1-3-6 0 0,-1-1-1 0 0,0 1 0 0 0,0-1 0 0 0,1 0 0 0 0,-1 0 0 0 0,0 1 1 0 0,0-1-1 0 0,1 0 0 0 0,-1 0 0 0 0,0 0 0 0 0,1-1 1 0 0,-1 1-1 0 0,0 0 0 0 0,0 0 0 0 0,1-1 0 0 0,0 1 0 0 0,1-1 6 0 0,5-1-8 0 0,0-1 0 0 0,0 0 0 0 0,0-1 0 0 0,0 0 0 0 0,-1 0 0 0 0,0 0 0 0 0,0-1-1 0 0,0 0 1 0 0,0 0 0 0 0,11-13 0 0 0,-6 7-4 0 0,26-23 12 0 0,-2-2-1 0 0,59-77 1 0 0,-72 82-5 0 0,-2-1 0 0 0,-1 0 1 0 0,-2-2-1 0 0,22-56 0 0 0,-34 74-13 0 0,-1 0 0 0 0,-1 0 0 0 0,0-1 0 0 0,-1 1-1 0 0,-1-1 1 0 0,0 0 0 0 0,-1 0 0 0 0,-1 0 0 0 0,-1 0 0 0 0,0 0 0 0 0,-2 0-1 0 0,0 0 1 0 0,0 1 0 0 0,-1-1 0 0 0,-2 1 0 0 0,1 0 0 0 0,-2 1 0 0 0,0-1-1 0 0,-1 1 1 0 0,-11-16 0 0 0,4 9 0 0 0,-1 1 0 0 0,0 1 0 0 0,-2 1 1 0 0,-1 0-1 0 0,0 1 0 0 0,-1 2 0 0 0,-39-27 0 0 0,-13 1-5 0 0,-84-38-1 0 0,76 42-49 0 0,79 37 21 0 0,-1 0 1 0 0,1 1-1 0 0,-1-1 1 0 0,1 0-1 0 0,0 0 0 0 0,-1 0 1 0 0,1 0-1 0 0,0 0 1 0 0,0 0-1 0 0,0 0 0 0 0,-1 0 1 0 0,1 0-1 0 0,0 0 0 0 0,1-1 1 0 0,-1 1-1 0 0,0 0 1 0 0,0-1-1 0 0,0-1 0 0 0,1 2-24 0 0,0-1 0 0 0,0 1-1 0 0,0 0 1 0 0,0 0-1 0 0,0 0 1 0 0,0 0 0 0 0,0 0-1 0 0,1 0 1 0 0,-1 0-1 0 0,0 0 1 0 0,1 0 0 0 0,-1 0-1 0 0,1 0 1 0 0,-1 0-1 0 0,1 0 1 0 0,-1 0 0 0 0,1 0-1 0 0,0 0 1 0 0,0 1-1 0 0,0-2 1 0 0,5-3-376 0 0,1 0 1 0 0,-1 0 0 0 0,1 1-1 0 0,0-1 1 0 0,13-4-1 0 0,103-40-6473 0 0,-100 41 4877 0 0,39-13-4572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315 171 684 0 0,'-47'-16'4345'0'0,"29"9"-2274"0"0,1 1 0 0 0,-34-7 0 0 0,49 12-1775 0 0,-1 2-8 0 0,2 0-226 0 0,0-1 0 0 0,0 0 0 0 0,0 1 0 0 0,0-1 0 0 0,0 1 0 0 0,1-1 0 0 0,-1 1 0 0 0,0 0 0 0 0,0-1-1 0 0,0 1 1 0 0,1 0 0 0 0,-1 0 0 0 0,0 0 0 0 0,1-1 0 0 0,-1 1 0 0 0,0 0 0 0 0,1 0 0 0 0,-1 0 0 0 0,1 0-1 0 0,0 0 1 0 0,-1 0 0 0 0,1 0 0 0 0,0 0 0 0 0,-1 0 0 0 0,1 0 0 0 0,0 2 0 0 0,0-2 21 0 0,0 1 1 0 0,0 0 0 0 0,1 0-1 0 0,-1-1 1 0 0,1 1-1 0 0,-1 0 1 0 0,1 0-1 0 0,-1-1 1 0 0,1 1 0 0 0,0-1-1 0 0,0 1 1 0 0,0-1-1 0 0,0 1 1 0 0,0-1 0 0 0,0 1-1 0 0,2 1 1 0 0,1 0 11 0 0,-1-1 0 0 0,1 1 0 0 0,-1-1 0 0 0,1 0 1 0 0,0 0-1 0 0,0 0 0 0 0,0 0 0 0 0,0-1 0 0 0,0 0 1 0 0,1 0-1 0 0,-1 0 0 0 0,0 0 0 0 0,1-1 0 0 0,-1 1 1 0 0,5-1-1 0 0,1 0-19 0 0,-1-1 1 0 0,0 0 0 0 0,0 0-1 0 0,0-1 1 0 0,17-5 0 0 0,-23 6-69 0 0,1-1 0 0 0,-1 0 1 0 0,1 0-1 0 0,-1-1 1 0 0,0 1-1 0 0,0-1 1 0 0,0 0-1 0 0,0 1 0 0 0,0-1 1 0 0,-1 0-1 0 0,1-1 1 0 0,-1 1-1 0 0,0 0 1 0 0,0-1-1 0 0,0 0 1 0 0,0 1-1 0 0,-1-1 0 0 0,1 0 1 0 0,-1 0-1 0 0,0 1 1 0 0,0-1-1 0 0,0 0 1 0 0,-1 0-1 0 0,0 0 0 0 0,1 0 1 0 0,-1 0-1 0 0,-2-8 1 0 0,2 8-13 0 0,0-1 0 0 0,0 1 0 0 0,-1 0-1 0 0,0-1 1 0 0,0 1 0 0 0,0 0 0 0 0,0 0 0 0 0,-1 0 0 0 0,1 0 0 0 0,-1 0 0 0 0,0 0 0 0 0,0 0 0 0 0,-1 1 0 0 0,1-1-1 0 0,-1 1 1 0 0,0 0 0 0 0,0-1 0 0 0,0 1 0 0 0,0 1 0 0 0,0-1 0 0 0,-1 0 0 0 0,0 1 0 0 0,1 0 0 0 0,-1-1 0 0 0,-6-1 0 0 0,7 3 4 0 0,-1 1 1 0 0,1 0 0 0 0,-1 0 0 0 0,1 0-1 0 0,-1 0 1 0 0,1 0 0 0 0,0 1 0 0 0,-1 0-1 0 0,1 0 1 0 0,-1 0 0 0 0,1 0 0 0 0,0 0-1 0 0,0 0 1 0 0,0 1 0 0 0,0 0 0 0 0,-4 2 0 0 0,-5 4 9 0 0,1 0 1 0 0,-16 15 0 0 0,7-3-10 0 0,2 0 0 0 0,0 1 0 0 0,1 1-1 0 0,1 1 1 0 0,1 1 0 0 0,1 0 0 0 0,1 0 0 0 0,1 1 0 0 0,2 1 0 0 0,0 0 0 0 0,2 1 0 0 0,1-1-1 0 0,1 1 1 0 0,-4 36 0 0 0,10-56 8 0 0,0 0-1 0 0,0-1 1 0 0,0 1-1 0 0,1 0 0 0 0,0-1 1 0 0,0 1-1 0 0,0 0 1 0 0,1-1-1 0 0,0 1 1 0 0,1-1-1 0 0,-1 0 0 0 0,1 0 1 0 0,5 7-1 0 0,-5-8 1 0 0,0-1-1 0 0,1 0 0 0 0,0 0 1 0 0,0 0-1 0 0,0 0 1 0 0,0-1-1 0 0,1 0 0 0 0,-1 0 1 0 0,1 0-1 0 0,0 0 1 0 0,0-1-1 0 0,0 1 0 0 0,0-1 1 0 0,0-1-1 0 0,1 1 1 0 0,7 1-1 0 0,3-1 2 0 0,0 0 0 0 0,0 0 0 0 0,0-2 0 0 0,0 0 0 0 0,0-1 0 0 0,0 0 0 0 0,0-2 0 0 0,-1 0-1 0 0,22-7 1 0 0,-15 3-1 0 0,-2-1-1 0 0,1-2 0 0 0,-2 0 0 0 0,1-1 0 0 0,-1-1 0 0 0,18-15 0 0 0,2-6-3 0 0,-2-2 1 0 0,-1-2-1 0 0,-2-1 0 0 0,-2-2 0 0 0,31-49 0 0 0,-24 28 23 0 0,29-39 390 0 0,-68 100-416 0 0,0-1-1 0 0,0 1 1 0 0,0 0 0 0 0,0 0 0 0 0,0 0 0 0 0,0 0 0 0 0,0-1 0 0 0,0 1 0 0 0,0 0-1 0 0,0 0 1 0 0,0 0 0 0 0,0 0 0 0 0,1 0 0 0 0,-1 0 0 0 0,0-1 0 0 0,0 1-1 0 0,0 0 1 0 0,0 0 0 0 0,0 0 0 0 0,0 0 0 0 0,0 0 0 0 0,0 0 0 0 0,1 0 0 0 0,-1 0-1 0 0,0-1 1 0 0,0 1 0 0 0,0 0 0 0 0,0 0 0 0 0,0 0 0 0 0,1 0 0 0 0,-1 0 0 0 0,0 0-1 0 0,0 0 1 0 0,0 0 0 0 0,0 0 0 0 0,1 0 0 0 0,-1 0 0 0 0,0 0 0 0 0,0 0 0 0 0,0 0-1 0 0,0 0 1 0 0,0 0 0 0 0,1 0 0 0 0,-1 0 0 0 0,0 0 0 0 0,0 0 0 0 0,0 1 0 0 0,0-1-1 0 0,0 0 1 0 0,1 0 0 0 0,-1 0 0 0 0,0 0 0 0 0,0 0 0 0 0,0 0 0 0 0,0 0 0 0 0,0 0-1 0 0,0 1 1 0 0,0-1 0 0 0,0 0 0 0 0,1 0 0 0 0,-1 0 0 0 0,0 0 0 0 0,0 0 0 0 0,0 0-1 0 0,0 1 1 0 0,0-1 0 0 0,1 18 47 0 0,-6 21 5 0 0,-4 3-9 0 0,-17 102 62 0 0,24-119-59 0 0,0-1 1 0 0,1 1 0 0 0,5 47 0 0 0,-3-67-35 0 0,0 0 1 0 0,0 0-1 0 0,0 0 1 0 0,1 0-1 0 0,-1 0 1 0 0,1 0-1 0 0,1-1 1 0 0,-1 1-1 0 0,1-1 0 0 0,-1 1 1 0 0,1-1-1 0 0,5 5 1 0 0,-6-7-10 0 0,0 1 1 0 0,0-1 0 0 0,1-1-1 0 0,-1 1 1 0 0,1 0-1 0 0,-1-1 1 0 0,1 1-1 0 0,0-1 1 0 0,0 0 0 0 0,0 0-1 0 0,-1 0 1 0 0,1 0-1 0 0,0 0 1 0 0,0-1 0 0 0,0 1-1 0 0,0-1 1 0 0,0 0-1 0 0,1 0 1 0 0,-1 0 0 0 0,0 0-1 0 0,3-1 1 0 0,-1 0-6 0 0,0-1 1 0 0,0 1 0 0 0,-1-1-1 0 0,1 0 1 0 0,0 0 0 0 0,-1-1-1 0 0,1 1 1 0 0,-1-1 0 0 0,0 0-1 0 0,0 0 1 0 0,0-1 0 0 0,0 1-1 0 0,3-5 1 0 0,5-7 1 0 0,0 0-1 0 0,11-19 1 0 0,-13 18-2 0 0,43-79-12 0 0,-36 63 4 0 0,1 0 0 0 0,24-31-1 0 0,-35 55-9 0 0,2 1-5 0 0,-8 7 22 0 0,0-1 0 0 0,0 1 0 0 0,0 0 0 0 0,0-1 0 0 0,0 1 0 0 0,-1 0 0 0 0,1 0 0 0 0,0-1 0 0 0,0 1 0 0 0,0 0 0 0 0,0 0 0 0 0,0 0 0 0 0,0 0 0 0 0,0 0 0 0 0,0 1-1 0 0,0-1 1 0 0,0 0 0 0 0,1 1 0 0 0,0-1-3 0 0,1 1 1 0 0,0 0-1 0 0,0 0 0 0 0,-1 1 1 0 0,1-1-1 0 0,0 1 0 0 0,0-1 1 0 0,-1 1-1 0 0,1 0 0 0 0,-1 0 1 0 0,0 0-1 0 0,1 0 0 0 0,-1 1 1 0 0,0-1-1 0 0,3 5 0 0 0,-3-4-1 0 0,22 27-35 0 0,-16-18 43 0 0,1 0 1 0 0,1-1 0 0 0,0-1 0 0 0,0 0-1 0 0,1 0 1 0 0,0 0 0 0 0,25 14 0 0 0,-29-20-1 0 0,1 0 1 0 0,0-1-1 0 0,0 0 1 0 0,0 0 0 0 0,1-1-1 0 0,-1 0 1 0 0,1 0-1 0 0,-1-1 1 0 0,1 0 0 0 0,-1-1-1 0 0,15 0 1 0 0,-18-1-5 0 0,-1 0 1 0 0,1 0 0 0 0,-1 0 0 0 0,0 0 0 0 0,1-1-1 0 0,-1 0 1 0 0,0 0 0 0 0,0 0 0 0 0,0 0-1 0 0,0 0 1 0 0,0-1 0 0 0,-1 0 0 0 0,1 0-1 0 0,-1 0 1 0 0,0 0 0 0 0,0 0 0 0 0,0-1-1 0 0,0 0 1 0 0,0 1 0 0 0,-1-1 0 0 0,0 0 0 0 0,0 0-1 0 0,3-8 1 0 0,-2 5 4 0 0,-1 1-1 0 0,0-2 1 0 0,0 1-1 0 0,0 0 1 0 0,0-10-1 0 0,-2 14-7 0 0,0-1 0 0 0,0 1-1 0 0,0 0 1 0 0,-1-1 0 0 0,1 1-1 0 0,-1 0 1 0 0,1 0 0 0 0,-1 0-1 0 0,0-1 1 0 0,-1 1 0 0 0,1 0-1 0 0,0 0 1 0 0,-3-4 0 0 0,3 6 1 0 0,0 1 0 0 0,0-1 0 0 0,0 0 0 0 0,0 0 0 0 0,0 0 0 0 0,0 1 0 0 0,0-1 0 0 0,0 0-1 0 0,-1 1 1 0 0,1-1 0 0 0,0 1 0 0 0,0-1 0 0 0,-1 1 0 0 0,1 0 0 0 0,0-1 0 0 0,0 1 0 0 0,-1 0 0 0 0,1 0 0 0 0,0 0 0 0 0,-1 0 0 0 0,1 0 0 0 0,0 0 0 0 0,-2 1 0 0 0,-29 9-53 0 0,16-1 42 0 0,1 1 0 0 0,0 0 0 0 0,1 1 0 0 0,1 1 0 0 0,-1 1 0 0 0,-16 20 0 0 0,14-15 9 0 0,0 1 0 0 0,1 1 0 0 0,-22 37 0 0 0,32-48 8 0 0,1-1 0 0 0,0 1 0 0 0,0 0 1 0 0,1 0-1 0 0,0 1 0 0 0,1-1 0 0 0,0 1 0 0 0,0-1 1 0 0,1 1-1 0 0,0 0 0 0 0,1-1 0 0 0,0 15 0 0 0,1-20 2 0 0,0 0 0 0 0,0 0-1 0 0,0 0 1 0 0,0 0 0 0 0,1-1 0 0 0,-1 1-1 0 0,1-1 1 0 0,0 1 0 0 0,0-1-1 0 0,0 1 1 0 0,1-1 0 0 0,-1 0-1 0 0,1 0 1 0 0,5 4 0 0 0,-3-2 1 0 0,1-2 1 0 0,-1 1-1 0 0,1-1 1 0 0,0 1-1 0 0,0-2 1 0 0,1 1 0 0 0,-1-1-1 0 0,7 2 1 0 0,6 0 2 0 0,-1-1 1 0 0,0-1 0 0 0,1 0-1 0 0,0-1 1 0 0,25-3 0 0 0,-19-1-11 0 0,0-1 0 0 0,0-1 0 0 0,-1-1 0 0 0,0-2 0 0 0,0 0 1 0 0,-1-1-1 0 0,0-1 0 0 0,-1-2 0 0 0,0 0 0 0 0,0-1 0 0 0,-2-1 0 0 0,1-1 1 0 0,-2-1-1 0 0,0-1 0 0 0,-1 0 0 0 0,-1-1 0 0 0,-1-1 0 0 0,0-1 0 0 0,-1-1 1 0 0,13-24-1 0 0,-24 37 0 0 0,-1 0 0 0 0,1 0 0 0 0,-2-1 0 0 0,1 1 0 0 0,-1-1 0 0 0,1-11 0 0 0,-2 17 0 0 0,-1 0 1 0 0,1 0-1 0 0,-1 0 1 0 0,0 0 0 0 0,0 0-1 0 0,-1 0 1 0 0,1-1-1 0 0,-1 1 1 0 0,1 0-1 0 0,-1 0 1 0 0,0 1 0 0 0,0-1-1 0 0,0 0 1 0 0,0 0-1 0 0,-1 0 1 0 0,1 1-1 0 0,-1-1 1 0 0,0 1 0 0 0,0-1-1 0 0,-4-4 1 0 0,5 6-3 0 0,-1 0 1 0 0,0-1 0 0 0,-1 1 0 0 0,1 0 0 0 0,0 0-1 0 0,0 0 1 0 0,0 1 0 0 0,-1-1 0 0 0,1 0-1 0 0,0 1 1 0 0,-1 0 0 0 0,1-1 0 0 0,0 1-1 0 0,-1 0 1 0 0,1 0 0 0 0,-1 0 0 0 0,1 1-1 0 0,0-1 1 0 0,-1 1 0 0 0,1-1 0 0 0,0 1-1 0 0,-1 0 1 0 0,1-1 0 0 0,0 1 0 0 0,0 0 0 0 0,0 1-1 0 0,0-1 1 0 0,0 0 0 0 0,0 1 0 0 0,0-1-1 0 0,0 1 1 0 0,0-1 0 0 0,1 1 0 0 0,-3 3-1 0 0,1-3 1 0 0,1 1 0 0 0,0-1 0 0 0,0 1 0 0 0,0-1 0 0 0,1 1 0 0 0,-1 0 0 0 0,1 0 0 0 0,-1 0 0 0 0,1 0 0 0 0,0 0 1 0 0,0 0-1 0 0,0 0 0 0 0,0 0 0 0 0,1 0 0 0 0,-1 0 0 0 0,1 1 0 0 0,0-1 0 0 0,0 0 0 0 0,0 0 0 0 0,0 0 0 0 0,1 1 0 0 0,-1-1 0 0 0,1 0 0 0 0,2 6 0 0 0,1-4 0 0 0,0 1 0 0 0,0-1 0 0 0,0 0 0 0 0,1 0 1 0 0,0 0-1 0 0,0-1 0 0 0,1 0 0 0 0,-1 0 0 0 0,1 0 1 0 0,0-1-1 0 0,-1 0 0 0 0,2 0 0 0 0,-1 0 0 0 0,0-1 0 0 0,1 1 1 0 0,-1-2-1 0 0,1 1 0 0 0,8 0 0 0 0,0 1-127 0 0,0-2 0 0 0,0 1-1 0 0,1-2 1 0 0,-1 0 0 0 0,0-1-1 0 0,0-1 1 0 0,16-3 0 0 0,-19 2-63 0 0,0-1 1 0 0,0 0-1 0 0,-1-1 1 0 0,1 0-1 0 0,-1-1 1 0 0,-1 0-1 0 0,19-13 1 0 0,-22 13 132 0 0,0 0 1 0 0,0 0 0 0 0,0-1 0 0 0,-1 0 0 0 0,0 0 0 0 0,0 0-1 0 0,-1-1 1 0 0,0 0 0 0 0,0 0 0 0 0,5-14 0 0 0,-10 22 56 0 0,1-1 0 0 0,-1 1 1 0 0,0-1-1 0 0,0 0 0 0 0,0 1 0 0 0,1-1 1 0 0,-1 1-1 0 0,0-1 0 0 0,0 0 0 0 0,0 1 1 0 0,0-1-1 0 0,0 0 0 0 0,0 1 1 0 0,0-1-1 0 0,0 1 0 0 0,0-1 0 0 0,0 0 1 0 0,-1 0-1 0 0,-7 0 28 0 0,-12 12 159 0 0,6 3 24 0 0,0 1 0 0 0,1 0 0 0 0,1 0 0 0 0,-12 21 1 0 0,-34 72 379 0 0,47-86-502 0 0,0 1-1 0 0,2 0 1 0 0,1 1-1 0 0,0 0 0 0 0,-7 49 1 0 0,15-70-76 0 0,-1 0 0 0 0,1 1 0 0 0,0-1 1 0 0,0 0-1 0 0,0 1 0 0 0,0-1 0 0 0,1 0 0 0 0,-1 0 0 0 0,1 1 1 0 0,0-1-1 0 0,0 0 0 0 0,0 0 0 0 0,0 0 0 0 0,1 0 0 0 0,-1 0 1 0 0,1 0-1 0 0,-1 0 0 0 0,1-1 0 0 0,0 1 0 0 0,0 0 0 0 0,1-1 1 0 0,-1 0-1 0 0,0 1 0 0 0,1-1 0 0 0,0 0 0 0 0,-1 0 0 0 0,1 0 1 0 0,0-1-1 0 0,0 1 0 0 0,0-1 0 0 0,0 0 0 0 0,4 2 0 0 0,1-1-7 0 0,0-1 1 0 0,0 1-1 0 0,0-2 0 0 0,0 1 0 0 0,0-1 0 0 0,0 0 0 0 0,0-1 0 0 0,0 1 0 0 0,-1-2 1 0 0,1 1-1 0 0,0-1 0 0 0,11-4 0 0 0,5-5-55 0 0,0 0-1 0 0,-2-1 1 0 0,1-1 0 0 0,-1-1-1 0 0,-1-2 1 0 0,33-29 0 0 0,-6-3-189 0 0,57-72 1 0 0,25-50 103 0 0,-119 159 96 0 0,-11 17 49 0 0,-16 31 79 0 0,9-21-42 0 0,-15 38 71 0 0,-15 41 5 0 0,33-82-89 0 0,0 1-1 0 0,1-1 0 0 0,1 1 1 0 0,-2 28-1 0 0,4-39-25 0 0,0-1 1 0 0,0 0-1 0 0,0 1 1 0 0,0-1 0 0 0,0 0-1 0 0,1 0 1 0 0,-1 1-1 0 0,1-1 1 0 0,0 0-1 0 0,-1 0 1 0 0,1 1-1 0 0,0-1 1 0 0,0 0-1 0 0,1 0 1 0 0,-1 0-1 0 0,0 0 1 0 0,1-1-1 0 0,-1 1 1 0 0,1 0-1 0 0,-1-1 1 0 0,1 1-1 0 0,0 0 1 0 0,0-1-1 0 0,0 0 1 0 0,0 0-1 0 0,0 1 1 0 0,0-1-1 0 0,0 0 1 0 0,0 0-1 0 0,0-1 1 0 0,0 1-1 0 0,1 0 1 0 0,-1-1-1 0 0,0 0 1 0 0,0 1-1 0 0,4-1 1 0 0,3-1-7 0 0,-1 0 0 0 0,1 0 0 0 0,-1-1 0 0 0,1 0 0 0 0,-1-1 0 0 0,0 1 0 0 0,0-2 0 0 0,0 1 0 0 0,0-1 0 0 0,-1 0 0 0 0,1-1 0 0 0,-1 0 0 0 0,0 0 0 0 0,-1-1 0 0 0,9-7 0 0 0,12-15 49 0 0,-1-1-1 0 0,26-40 0 0 0,-8 12 366 0 0,-38 49-295 0 0,5-6 164 0 0,-10 13-178 0 0,-4 9-75 0 0,-91 145 1293 0 0,34-58-653 0 0,-125 221 1177 0 0,-158 251 839 0 0,298-501-2477 0 0,-4-1 0 0 0,-98 99 1 0 0,119-137-146 0 0,-1-1 0 0 0,-2-1 1 0 0,0-2-1 0 0,-2-1 0 0 0,0-1 1 0 0,-2-2-1 0 0,-59 24 0 0 0,83-39-35 0 0,0 0 0 0 0,-1-1 0 0 0,1-1-1 0 0,0 0 1 0 0,-1-1 0 0 0,1 0 0 0 0,-18-1-1 0 0,26 0-21 0 0,0 0 0 0 0,1 0 0 0 0,-1 0 0 0 0,0-1 0 0 0,1 1 0 0 0,-1-1 0 0 0,0 0 0 0 0,1 0 0 0 0,-1 0 0 0 0,1 0-1 0 0,-1-1 1 0 0,1 1 0 0 0,-1-1 0 0 0,1 1 0 0 0,0-1 0 0 0,0 0 0 0 0,0 0 0 0 0,0 0 0 0 0,0 0 0 0 0,0 0 0 0 0,1 0-1 0 0,-1 0 1 0 0,1-1 0 0 0,-1 1 0 0 0,1 0 0 0 0,0-1 0 0 0,0 0 0 0 0,0 1 0 0 0,0-1 0 0 0,0 0 0 0 0,1 1 0 0 0,-1-1 0 0 0,1 0-1 0 0,0 1 1 0 0,0-1 0 0 0,0-4 0 0 0,1-4-25 0 0,0-1-1 0 0,1 1 1 0 0,0 0-1 0 0,0-1 1 0 0,2 1-1 0 0,7-19 1 0 0,37-63-590 0 0,-9 30-147 0 0,4 2-1 0 0,2 2 1 0 0,2 2 0 0 0,3 2 0 0 0,94-79-1 0 0,80-44-2850 0 0,8 13-3578 0 0,-168 120 4294 0 0,5-2-2960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5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85 860 2072 0 0,'-84'36'11147'0'0,"114"-63"-10222"0"0,54-26-453 0 0,135-96-3 0 0,-186 123-449 0 0,0-2 0 0 0,-3-1 1 0 0,0-1-1 0 0,33-44 1 0 0,-29 24-40 0 0,-2-1 0 0 0,-2-1 0 0 0,-3-2 0 0 0,-2-1 0 0 0,28-88 0 0 0,-29 70-40 0 0,-24 72 57 0 0,-11 22 34 0 0,10-17-29 0 0,-119 320 367 0 0,22 8 131 0 0,34-110-103 0 0,47-165-294 0 0,-110 358 424 0 0,-20-7-135 0 0,138-386-345 0 0,7-15 12 0 0,0 1-1 0 0,-1-1 1 0 0,0 0-1 0 0,-1 0 1 0 0,1 0-1 0 0,-1 0 0 0 0,-1 0 1 0 0,1-1-1 0 0,-8 8 1 0 0,12-14-56 0 0,-1 1 1 0 0,0-1 0 0 0,0 0-1 0 0,1 1 1 0 0,-1-1 0 0 0,0 0-1 0 0,0 1 1 0 0,0-1 0 0 0,1 0-1 0 0,-1 0 1 0 0,0 0 0 0 0,0 1-1 0 0,0-1 1 0 0,0 0 0 0 0,1 0-1 0 0,-1-1 1 0 0,0 1-1 0 0,0 0 1 0 0,0 0 0 0 0,0 0-1 0 0,1 0 1 0 0,-1-1 0 0 0,0 1-1 0 0,0 0 1 0 0,1-1 0 0 0,-1 1-1 0 0,0-1 1 0 0,0 1 0 0 0,1-1-1 0 0,-1 1 1 0 0,0-1 0 0 0,1 1-1 0 0,-1-1 1 0 0,1 1 0 0 0,-1-1-1 0 0,1 0 1 0 0,-1 0 0 0 0,-17-28 30 0 0,11 9-28 0 0,0 0 1 0 0,2 0 0 0 0,0-1 0 0 0,1 1-1 0 0,-2-34 1 0 0,5-106-6 0 0,5 94-27 0 0,3 0-1 0 0,2 1 0 0 0,3 0 1 0 0,38-113-1 0 0,-33 132 10 0 0,1 1 0 0 0,3 1-1 0 0,1 1 1 0 0,2 2 0 0 0,2 0-1 0 0,2 1 1 0 0,42-46 0 0 0,-46 60 8 0 0,2 2 0 0 0,0 0 0 0 0,2 2 0 0 0,40-25 0 0 0,-48 35 4 0 0,1 0-1 0 0,0 2 0 0 0,1 1 1 0 0,0 0-1 0 0,0 2 1 0 0,1 0-1 0 0,36-5 1 0 0,-47 11 4 0 0,0 1 0 0 0,0 0 1 0 0,0 1-1 0 0,0 0 1 0 0,-1 1-1 0 0,1 0 1 0 0,0 0-1 0 0,-1 2 0 0 0,1-1 1 0 0,-1 2-1 0 0,0-1 1 0 0,0 2-1 0 0,-1-1 1 0 0,1 1-1 0 0,17 14 0 0 0,-19-12 3 0 0,0-1-1 0 0,0 1 0 0 0,-1 1 0 0 0,0-1 0 0 0,-1 1 0 0 0,0 1 0 0 0,0-1 0 0 0,-1 1 0 0 0,0 1 1 0 0,0-1-1 0 0,-1 1 0 0 0,-1 0 0 0 0,0 0 0 0 0,0 0 0 0 0,-1 0 0 0 0,1 15 0 0 0,-3-17 10 0 0,0 0 0 0 0,-1 0 0 0 0,-1 1 0 0 0,0-1 0 0 0,0 0 0 0 0,0 0 0 0 0,-1 0 0 0 0,-1 0 0 0 0,1 0 0 0 0,-2 0 0 0 0,-6 13 0 0 0,4-11 9 0 0,-1 0-1 0 0,-1 0 0 0 0,1-1 0 0 0,-2 0 1 0 0,1-1-1 0 0,-1 0 0 0 0,-19 15 0 0 0,12-13 3 0 0,0-1 0 0 0,0 0 0 0 0,0-1 0 0 0,-2-1 1 0 0,1 0-1 0 0,-1-2 0 0 0,0 0 0 0 0,0 0 0 0 0,0-2 0 0 0,-1-1 0 0 0,-28 3 0 0 0,36-6-10 0 0,0-1-1 0 0,0 0 1 0 0,0 0 0 0 0,0-1-1 0 0,1-1 1 0 0,-13-3-1 0 0,19 4-17 0 0,-1 0-1 0 0,1 0 0 0 0,0 0 0 0 0,0 0 0 0 0,-1-1 1 0 0,2 1-1 0 0,-6-5 0 0 0,7 5-10 0 0,1 1-1 0 0,-1-1 1 0 0,1 0-1 0 0,0 1 1 0 0,0-1-1 0 0,-1 0 1 0 0,1 0 0 0 0,0 1-1 0 0,1-1 1 0 0,-1 0-1 0 0,0 0 1 0 0,0 0-1 0 0,1 0 1 0 0,0 0-1 0 0,-1 0 1 0 0,1-1-1 0 0,0-1 1 0 0,0 1-137 0 0,0 0-1 0 0,1 0 1 0 0,0 0 0 0 0,-1 0-1 0 0,1 0 1 0 0,0 1 0 0 0,0-1-1 0 0,1 0 1 0 0,-1 0 0 0 0,1 1-1 0 0,-1-1 1 0 0,1 1 0 0 0,0-1-1 0 0,0 1 1 0 0,0 0 0 0 0,0 0 0 0 0,4-4-1 0 0,5-2-1387 0 0,-1 1 0 0 0,21-12 0 0 0,-25 16 575 0 0,13-8-2277 0 0,3 2-1042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6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90 2020 0 0,'3'-5'1422'0'0,"0"1"-1"0"0,0-1 1 0 0,0 0-1 0 0,-1 0 1 0 0,0 0-1 0 0,0 0 1 0 0,0 0-1 0 0,2-11 1294 0 0,-4 15-2670 0 0,-1 1 0 0 0,1 0 0 0 0,-1-1 0 0 0,1 1 0 0 0,0 0 0 0 0,-1-1 0 0 0,1 1-1 0 0,-1 0 1 0 0,1 0 0 0 0,-1-1 0 0 0,1 1 0 0 0,-1 0 0 0 0,1 0 0 0 0,-1 0 0 0 0,1 0-1 0 0,-1 0 1 0 0,1 0 0 0 0,-1 0 0 0 0,1 0 0 0 0,-1 0 0 0 0,1 0 0 0 0,-1 0 0 0 0,1 0-1 0 0,-1 0 1 0 0,0 0 0 0 0,-17 16 206 0 0,1 0 1 0 0,0 1-1 0 0,1 1 0 0 0,1 0 0 0 0,-15 25 1 0 0,14-17-176 0 0,0 1 1 0 0,2 1 0 0 0,-18 47-1 0 0,28-65-53 0 0,0 1 0 0 0,2 0 0 0 0,-1 0 0 0 0,1 0 1 0 0,1 1-1 0 0,-1 19 0 0 0,2-28-13 0 0,0 1 0 0 0,1 0 0 0 0,-1-1 0 0 0,1 1 1 0 0,0-1-1 0 0,0 1 0 0 0,0-1 0 0 0,1 1 0 0 0,-1-1 1 0 0,1 0-1 0 0,0 1 0 0 0,0-1 0 0 0,0 0 0 0 0,0 0 1 0 0,0 0-1 0 0,1-1 0 0 0,-1 1 0 0 0,1-1 0 0 0,0 1 0 0 0,0-1 1 0 0,0 0-1 0 0,0 0 0 0 0,0 0 0 0 0,5 2 0 0 0,-1-1-4 0 0,1 0 0 0 0,-1-1 0 0 0,1 0 0 0 0,0 0 0 0 0,0 0 0 0 0,0-1-1 0 0,0-1 1 0 0,0 1 0 0 0,1-1 0 0 0,-1 0 0 0 0,0-1 0 0 0,0 0 0 0 0,0-1-1 0 0,0 1 1 0 0,0-1 0 0 0,-1-1 0 0 0,1 0 0 0 0,0 0 0 0 0,-1 0 0 0 0,0-1-1 0 0,11-7 1 0 0,-5 2-9 0 0,0 0-1 0 0,-1-1 0 0 0,0-1 0 0 0,0 0 1 0 0,-1 0-1 0 0,0-1 0 0 0,-2-1 0 0 0,1 0 1 0 0,15-28-1 0 0,-15 20-6 0 0,0 0 1 0 0,-2-1-1 0 0,0 0 1 0 0,6-31-1 0 0,-12 43 9 0 0,0-1-1 0 0,-1 1 1 0 0,0-1-1 0 0,-1 0 1 0 0,0 1-1 0 0,-1-1 0 0 0,0 0 1 0 0,0 1-1 0 0,-1-1 1 0 0,0 1-1 0 0,-8-18 1 0 0,10 25 1 0 0,-1 0 0 0 0,-1 1 0 0 0,1-1 0 0 0,0 1 0 0 0,0-1 0 0 0,-1 1 0 0 0,0 0 0 0 0,1-1 0 0 0,-1 1 0 0 0,0 0 0 0 0,0 0 0 0 0,0 0 0 0 0,0 1 0 0 0,-1-1 0 0 0,1 0 0 0 0,0 1 0 0 0,-1-1 0 0 0,1 1 0 0 0,-1 0 0 0 0,1 0 0 0 0,-1 0 0 0 0,0 0 0 0 0,0 0 0 0 0,1 1 0 0 0,-1-1 0 0 0,0 1 0 0 0,0 0 0 0 0,-5 0 0 0 0,1 1-211 0 0,1 1 0 0 0,-1 0 0 0 0,0 1 0 0 0,1-1 0 0 0,0 1 0 0 0,-1 0 0 0 0,1 1 0 0 0,0 0 0 0 0,1 0 0 0 0,-1 0 0 0 0,1 1 0 0 0,-1-1 0 0 0,1 1 0 0 0,1 0 0 0 0,-1 1 1 0 0,1-1-1 0 0,0 1 0 0 0,0 0 0 0 0,1 0 0 0 0,-1 0 0 0 0,1 1 0 0 0,-2 6 0 0 0,3-8-12 0 0,0 0 1 0 0,1 0-1 0 0,-1 0 1 0 0,1 0-1 0 0,0 0 1 0 0,1 0 0 0 0,-1 0-1 0 0,1 0 1 0 0,0 0-1 0 0,0 1 1 0 0,1-1-1 0 0,-1 0 1 0 0,1 0-1 0 0,0 0 1 0 0,1 0-1 0 0,-1 0 1 0 0,1 0-1 0 0,0-1 1 0 0,0 1-1 0 0,0 0 1 0 0,1-1-1 0 0,0 0 1 0 0,0 1-1 0 0,0-1 1 0 0,0 0 0 0 0,1 0-1 0 0,-1-1 1 0 0,1 1-1 0 0,0-1 1 0 0,0 0-1 0 0,7 4 1 0 0,7 3-4933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6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19 133 908 0 0,'47'-91'14208'0'0,"-27"50"-9382"0"0,-20 44-4759 0 0,0 0-1 0 0,0 0 0 0 0,-1 0 0 0 0,1-1 0 0 0,-1 1 1 0 0,1 0-1 0 0,-1 0 0 0 0,0 0 0 0 0,-2 4 0 0 0,1 0 43 0 0,-16 51 216 0 0,3-12-220 0 0,2 0-1 0 0,2 1 0 0 0,-7 68 0 0 0,17-112-338 0 0,1 0-1 0 0,-1 0 0 0 0,1 0 1 0 0,0 1-1 0 0,0-1 1 0 0,1 0-1 0 0,-1 0 0 0 0,0 0 1 0 0,1 1-1 0 0,0-1 1 0 0,0 0-1 0 0,0 0 0 0 0,0 0 1 0 0,0 0-1 0 0,4 5 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6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62 976 0 0,'-17'-14'2256'0'0,"0"2"-552"0"0,-4 4-435 0 0,-1-1-257 0 0,3 2-176 0 0,-3 0-176 0 0,3 4-144 0 0,4 1-116 0 0,-3 2-100 0 0,5 2-92 0 0,2 1-312 0 0,3 2-368 0 0,3 4-772 0 0,-1 6-4669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7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2028 0 0,'3'7'1638'0'0,"0"-1"0"0"0,-1 1 0 0 0,0 0-1 0 0,2 12 1 0 0,0 32 2016 0 0,-11 52-1727 0 0,6-95-1684 0 0,-29 180 1132 0 0,27-182-1206 0 0,2-10-141 0 0,5-15-45 0 0,14-17 17 0 0,2 0-1 0 0,43-58 0 0 0,-50 79-2 0 0,0 0-1 0 0,1 0 1 0 0,1 1 0 0 0,0 1-1 0 0,1 0 1 0 0,0 1 0 0 0,30-16 0 0 0,-42 26 0 0 0,1-1 0 0 0,0 1 0 0 0,0 0 1 0 0,0 0-1 0 0,1 0 0 0 0,-1 1 0 0 0,0 0 1 0 0,1 0-1 0 0,-1 0 0 0 0,1 1 0 0 0,-1-1 1 0 0,1 1-1 0 0,-1 1 0 0 0,0-1 0 0 0,1 1 1 0 0,-1 0-1 0 0,1 0 0 0 0,-1 1 0 0 0,0-1 1 0 0,0 1-1 0 0,0 0 0 0 0,0 1 0 0 0,0-1 1 0 0,0 1-1 0 0,-1 0 0 0 0,1 0 1 0 0,-1 0-1 0 0,0 1 0 0 0,0 0 0 0 0,0 0 1 0 0,0 0-1 0 0,-1 0 0 0 0,1 0 0 0 0,-1 1 1 0 0,0-1-1 0 0,0 1 0 0 0,-1 0 0 0 0,0 0 1 0 0,0 0-1 0 0,0 0 0 0 0,0 0 0 0 0,1 8 1 0 0,-1 4 41 0 0,-1 1 0 0 0,0-1 1 0 0,-1 1-1 0 0,-3 21 1 0 0,1-19-731 0 0,1-1 0 0 0,2 35 0 0 0,0-51 282 0 0,-1 0 1 0 0,1 1-1 0 0,-1-1 1 0 0,1 0-1 0 0,0 0 1 0 0,3 5-1 0 0,9 6-5079 0 0,-2-8 666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283 143 1244 0 0,'20'-53'5332'0'0,"-14"37"-3384"0"0,-1 1 0 0 0,2 0 0 0 0,10-19 1 0 0,-12 25-834 0 0,-8 8-266 0 0,-11 15-112 0 0,-164 322 2089 0 0,160-300-2666 0 0,-58 129 254 0 0,63-132-339 0 0,2 0 1 0 0,1 1-1 0 0,-7 40 1 0 0,16-72-89 0 0,1 1 0 0 0,0 0 0 0 0,-1-1 0 0 0,1 1 0 0 0,0 0 0 0 0,0 0 0 0 0,0-1 1 0 0,1 1-1 0 0,-1 0 0 0 0,0-1 0 0 0,1 1 0 0 0,0-1 0 0 0,0 1 0 0 0,0 0 0 0 0,0-1 0 0 0,0 0 0 0 0,0 1 0 0 0,1-1 0 0 0,-1 0 1 0 0,1 1-1 0 0,0-1 0 0 0,-1 0 0 0 0,1 0 0 0 0,0-1 0 0 0,0 1 0 0 0,0 0 0 0 0,0 0 0 0 0,1-1 0 0 0,-1 0 0 0 0,0 1 0 0 0,1-1 1 0 0,-1 0-1 0 0,1 0 0 0 0,-1 0 0 0 0,1 0 0 0 0,0-1 0 0 0,-1 1 0 0 0,4-1 0 0 0,4 2-605 0 0,0-1 1 0 0,0-1-1 0 0,-1 0 0 0 0,1-1 1 0 0,0 1-1 0 0,0-2 0 0 0,-1 0 1 0 0,1 0-1 0 0,13-5 0 0 0,5-6-4020 0 0,-2 0-2411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7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66 36 0 0,'-134'-65'14391'0'0,"133"64"-13800"0"0,4 1-392 0 0,28 2-1954 0 0,54 10-1 0 0,-19-2-3606 0 0,-30-6 1422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8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470 398 996 0 0,'9'-25'11867'0'0,"-9"25"-11772"0"0,0 0 0 0 0,0-1 1 0 0,0 1-1 0 0,-1-1 0 0 0,1 1 1 0 0,0-1-1 0 0,0 1 0 0 0,0 0 1 0 0,0-1-1 0 0,0 1 0 0 0,-1 0 1 0 0,1-1-1 0 0,0 1 1 0 0,0 0-1 0 0,-1-1 0 0 0,1 1 1 0 0,0 0-1 0 0,0-1 0 0 0,-1 1 1 0 0,1 0-1 0 0,0-1 0 0 0,-1 1 1 0 0,1 0-1 0 0,0 0 0 0 0,-1 0 1 0 0,1-1-1 0 0,-1 1 1 0 0,1 0-1 0 0,0 0 0 0 0,-1 0 1 0 0,1 0-1 0 0,-1 0 0 0 0,0 0 1 0 0,-17 5 1461 0 0,-22 22-552 0 0,34-22-621 0 0,-26 19 194 0 0,2 0 0 0 0,-53 57 0 0 0,69-66-523 0 0,2 1 0 0 0,0 0 0 0 0,0 1 0 0 0,2 0 0 0 0,0 1 0 0 0,1 0 0 0 0,-10 30 0 0 0,18-45-42 0 0,-1 0-1 0 0,2 0 0 0 0,-1 0 0 0 0,0 0 1 0 0,1 1-1 0 0,-1-1 0 0 0,1 0 1 0 0,0 1-1 0 0,0-1 0 0 0,0 0 1 0 0,1 0-1 0 0,-1 1 0 0 0,1-1 0 0 0,0 0 1 0 0,0 0-1 0 0,0 0 0 0 0,0 0 1 0 0,0 0-1 0 0,1 0 0 0 0,-1 0 0 0 0,1 0 1 0 0,0 0-1 0 0,0-1 0 0 0,0 1 1 0 0,0 0-1 0 0,0-1 0 0 0,1 0 1 0 0,-1 0-1 0 0,5 4 0 0 0,-2-4-3 0 0,0 1 0 0 0,0-1 0 0 0,0 0 0 0 0,0 0 0 0 0,0 0 1 0 0,0-1-1 0 0,1 0 0 0 0,-1 0 0 0 0,1 0 0 0 0,-1 0 0 0 0,0-1 0 0 0,1 0 0 0 0,-1 0 0 0 0,1-1 0 0 0,-1 0 0 0 0,1 1 0 0 0,6-4 0 0 0,0 0-8 0 0,1-1 0 0 0,-1-1 0 0 0,0 0-1 0 0,-1 0 1 0 0,1-1 0 0 0,-1-1-1 0 0,-1 0 1 0 0,1-1 0 0 0,-1 0 0 0 0,-1 0-1 0 0,0-1 1 0 0,0 0 0 0 0,7-12 0 0 0,-3 3-1 0 0,-1 0 0 0 0,-1 0 0 0 0,-1-1 0 0 0,-1-1 0 0 0,0 0 0 0 0,10-42 1 0 0,-17 54-6 0 0,0 1 1 0 0,-1-1 0 0 0,0 1-1 0 0,-1-1 1 0 0,0 0 0 0 0,0 1-1 0 0,-1-1 1 0 0,0 0 0 0 0,0 1-1 0 0,-1-1 1 0 0,-5-14 0 0 0,6 19 1 0 0,-1 1 1 0 0,0-1 0 0 0,0 0 0 0 0,0 1 0 0 0,0 0-1 0 0,-1-1 1 0 0,1 1 0 0 0,-1 0 0 0 0,0 0-1 0 0,0 1 1 0 0,0-1 0 0 0,0 1 0 0 0,0-1 0 0 0,-1 1-1 0 0,1 0 1 0 0,-1 0 0 0 0,0 0 0 0 0,1 1-1 0 0,-1-1 1 0 0,0 1 0 0 0,0 0 0 0 0,0 0 0 0 0,0 0-1 0 0,0 1 1 0 0,0 0 0 0 0,-7-1 0 0 0,2 2-4 0 0,1 0 1 0 0,0 0-1 0 0,0 1 1 0 0,-1 0-1 0 0,1 0 1 0 0,1 1 0 0 0,-1 0-1 0 0,0 0 1 0 0,1 0-1 0 0,-13 9 1 0 0,18-10 5 0 0,-1 0 0 0 0,0 0 0 0 0,1 0 0 0 0,-1 0 0 0 0,1 1 1 0 0,0-1-1 0 0,0 1 0 0 0,0 0 0 0 0,0 0 0 0 0,0 0 0 0 0,0-1 0 0 0,-1 7 0 0 0,2-7 1 0 0,1 1-1 0 0,-1-1 1 0 0,1 1-1 0 0,0-1 1 0 0,0 1-1 0 0,0-1 0 0 0,0 1 1 0 0,0-1-1 0 0,0 1 1 0 0,1-1-1 0 0,0 0 0 0 0,-1 1 1 0 0,1-1-1 0 0,0 1 1 0 0,0-1-1 0 0,0 0 0 0 0,0 0 1 0 0,0 0-1 0 0,3 3 1 0 0,0 0-32 0 0,1 1 0 0 0,0-1 0 0 0,0-1 0 0 0,0 1-1 0 0,1-1 1 0 0,-1 1 0 0 0,1-2 0 0 0,0 1 0 0 0,0-1 0 0 0,1 0 0 0 0,-1 0 0 0 0,13 3 0 0 0,1 0-148 0 0,1-1 0 0 0,41 5-1 0 0,-37-8 100 0 0,0-1 0 0 0,-1-2 0 0 0,1 0 0 0 0,0-1-1 0 0,-1-2 1 0 0,1-1 0 0 0,-1 0 0 0 0,-1-2 0 0 0,1-1-1 0 0,43-20 1 0 0,-35 11 53 0 0,-1-2 1 0 0,-1-1-1 0 0,-1-1 0 0 0,0-1 0 0 0,-2-2 1 0 0,45-49-1 0 0,48-76-36 0 0,-59 72 60 0 0,-52 65 11 0 0,12-12-16 0 0,-20 23 10 0 0,-1 5 20 0 0,-10 41 166 0 0,-2 1 0 0 0,-26 62 1 0 0,18-51 99 0 0,-80 202 968 0 0,-169 316 0 0 0,87-261-667 0 0,133-241-340 0 0,-4-3 1 0 0,-67 72 0 0 0,88-110 63 0 0,-1-1 1 0 0,-40 29-1 0 0,57-48-83 0 0,-1-1 1 0 0,0 0-1 0 0,0-2 0 0 0,-1 0 1 0 0,-1-1-1 0 0,1 0 0 0 0,-23 4 1 0 0,37-11-174 0 0,0 0 0 0 0,0 0 0 0 0,0 0 0 0 0,-1-1 0 0 0,1 1 0 0 0,0-1 0 0 0,0-1 1 0 0,-1 1-1 0 0,1 0 0 0 0,0-1 0 0 0,0 0 0 0 0,0 0 0 0 0,0 0 0 0 0,0-1 0 0 0,0 1 0 0 0,0-1 0 0 0,0 0 0 0 0,0 0 0 0 0,1 0 1 0 0,-1 0-1 0 0,-3-4 0 0 0,4 2-29 0 0,0 1 1 0 0,0-1-1 0 0,0 0 1 0 0,1 0-1 0 0,0 0 1 0 0,0 0-1 0 0,0 0 1 0 0,0 0-1 0 0,0-1 1 0 0,1 1-1 0 0,0-1 1 0 0,0 1-1 0 0,0-1 1 0 0,0 1-1 0 0,1-1 1 0 0,0 0-1 0 0,0 1 1 0 0,0-1-1 0 0,1-6 1 0 0,3-8-21 0 0,0 0 0 0 0,1 1 0 0 0,1-1 0 0 0,0 1 0 0 0,2 0 1 0 0,0 1-1 0 0,1-1 0 0 0,0 2 0 0 0,1-1 0 0 0,2 1 0 0 0,19-22 0 0 0,-2 6-32 0 0,2 1 0 0 0,2 1 0 0 0,0 2 0 0 0,40-25 0 0 0,-11 14-53 0 0,1 3-1 0 0,83-35 1 0 0,144-35-1343 0 0,31 27-2828 0 0,-212 61-68 0 0,-1 3-3531 0 0,-55 9-529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99 164 0 0,'5'-5'1106'0'0,"-1"-1"0"0"0,1 1 1 0 0,-1-1-1 0 0,0 0 0 0 0,0 0 0 0 0,-1 0 0 0 0,0-1 1 0 0,0 1-1 0 0,0-1 0 0 0,-1 0 0 0 0,0 0 0 0 0,2-10 1 0 0,-4 15-779 0 0,-4 0 55 0 0,4 2-375 0 0,0 0-1 0 0,0-1 1 0 0,0 1-1 0 0,0 0 0 0 0,-1 0 1 0 0,1 0-1 0 0,0-1 0 0 0,0 1 1 0 0,0 0-1 0 0,-1 0 1 0 0,1 0-1 0 0,0 0 0 0 0,0 0 1 0 0,0-1-1 0 0,-1 1 1 0 0,1 0-1 0 0,0 0 0 0 0,0 0 1 0 0,-1 0-1 0 0,1 0 0 0 0,0 0 1 0 0,0 0-1 0 0,-1 0 1 0 0,1 0-1 0 0,0 0 0 0 0,0 0 1 0 0,-1 0-1 0 0,1 0 0 0 0,0 0 1 0 0,0 0-1 0 0,-1 0 1 0 0,1 0-1 0 0,0 0 0 0 0,0 1 1 0 0,-1-1-1 0 0,1 0 0 0 0,-7 2 44 0 0,0 1 0 0 0,0 0 0 0 0,0 1 0 0 0,1-1-1 0 0,-1 1 1 0 0,1 0 0 0 0,-11 10 0 0 0,-42 42 104 0 0,43-39-109 0 0,-281 336 513 0 0,293-348-550 0 0,-24 31 37 0 0,-99 139 150 0 0,111-150-170 0 0,2 0 0 0 0,0 1 0 0 0,2 0 1 0 0,1 1-1 0 0,-10 36 0 0 0,19-56-15 0 0,1 1-1 0 0,0-1 1 0 0,0 0-1 0 0,0 1 1 0 0,1-1-1 0 0,0 1 0 0 0,0-1 1 0 0,1 0-1 0 0,0 1 1 0 0,0-1-1 0 0,1 0 1 0 0,3 12-1 0 0,-3-16-2 0 0,0 1 0 0 0,0 0-1 0 0,0-1 1 0 0,0 1 0 0 0,1-1-1 0 0,0 0 1 0 0,-1 0 0 0 0,1 0-1 0 0,0 0 1 0 0,0 0 0 0 0,0-1-1 0 0,1 1 1 0 0,-1-1 0 0 0,1 0-1 0 0,-1 0 1 0 0,1 0 0 0 0,0-1-1 0 0,0 1 1 0 0,0-1 0 0 0,0 0-1 0 0,0 0 1 0 0,0 0 0 0 0,6 0-1 0 0,-3 0 10 0 0,-1-1 0 0 0,0 0 1 0 0,1 0-1 0 0,-1-1 0 0 0,0 1 0 0 0,0-1 0 0 0,1-1 0 0 0,-1 1 0 0 0,0-1 0 0 0,0 0 0 0 0,-1-1 0 0 0,1 1 0 0 0,8-6 1 0 0,-6 3-7 0 0,0-1 1 0 0,-1 0-1 0 0,0-1 1 0 0,0 0-1 0 0,0 0 1 0 0,-1 0-1 0 0,11-17 1 0 0,-3 0-16 0 0,-1-2 0 0 0,-1 0 0 0 0,-1 0 1 0 0,14-55-1 0 0,-14 40-10 0 0,15-61 185 0 0,-25 100-171 0 0,-1-1 0 0 0,1 1 1 0 0,0 0-1 0 0,0 0 0 0 0,0 0 1 0 0,0 0-1 0 0,0 0 0 0 0,0 0 1 0 0,0 0-1 0 0,1 0 0 0 0,-1 1 1 0 0,0-1-1 0 0,1 0 0 0 0,0 1 1 0 0,-1 0-1 0 0,1-1 0 0 0,2 0 1 0 0,0-1-1 0 0,0 1 0 0 0,0 0 1 0 0,0 1-1 0 0,1-1 0 0 0,-1 1 1 0 0,1 0-1 0 0,-1 0 0 0 0,5-1 1 0 0,5 1-2 0 0,1 1 0 0 0,-1 0 0 0 0,0 1 1 0 0,23 4-1 0 0,-22-2-9 0 0,-1 0 1 0 0,0 1-1 0 0,0 0 0 0 0,-1 1 1 0 0,1 1-1 0 0,21 12 0 0 0,-32-16 37 0 0,1 0 0 0 0,0 1 1 0 0,-1-1-1 0 0,0 1 0 0 0,1 0 0 0 0,-1 0 0 0 0,0 0 0 0 0,-1 0 0 0 0,1 1 0 0 0,0-1 0 0 0,-1 1 0 0 0,0 0 1 0 0,0 0-1 0 0,0-1 0 0 0,0 1 0 0 0,-1 1 0 0 0,1-1 0 0 0,-1 0 0 0 0,0 0 0 0 0,0 0 0 0 0,-1 1 0 0 0,1-1 1 0 0,-1 0-1 0 0,0 1 0 0 0,0-1 0 0 0,-1 7 0 0 0,-4 10 263 0 0,-1-1 1 0 0,-1 1-1 0 0,-1-1 0 0 0,-19 36 1 0 0,15-34-338 0 0,2 1 1 0 0,0 0 0 0 0,-6 26 0 0 0,15-48-75 0 0,1 1-1 0 0,0 0 1 0 0,-1-1 0 0 0,1 1-1 0 0,0 0 1 0 0,0-1 0 0 0,0 1-1 0 0,0 0 1 0 0,0-1 0 0 0,1 1-1 0 0,-1 0 1 0 0,0-1 0 0 0,1 1 0 0 0,-1 0-1 0 0,1-1 1 0 0,0 1 0 0 0,-1-1-1 0 0,1 1 1 0 0,0-1 0 0 0,0 1-1 0 0,0-1 1 0 0,0 0 0 0 0,0 1 0 0 0,1-1-1 0 0,-1 0 1 0 0,0 0 0 0 0,2 1-1 0 0,1 1-735 0 0,0-1 0 0 0,0 0 0 0 0,0 0 0 0 0,0 0 0 0 0,0-1 0 0 0,1 0 0 0 0,-1 1 0 0 0,0-1 0 0 0,6 0 0 0 0,12 2-4602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3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91 3268 0 0,'89'-85'14292'0'0,"-79"79"-13563"0"0,-4 10 103 0 0,-5 14-20 0 0,-8 3-526 0 0,-1-1 1 0 0,0 0-1 0 0,-2 0 0 0 0,0 0 0 0 0,-22 28 1 0 0,3-1-83 0 0,8-14-172 0 0,-21 37-778 0 0,39-64 73 0 0,0 1 1 0 0,0-1-1 0 0,1 1 1 0 0,-1 0-1 0 0,2 0 1 0 0,-1 0 0 0 0,1 0-1 0 0,-1 9 1 0 0,6-3-4774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217 107 1832 0 0,'3'-4'782'0'0,"4"-6"1228"0"0,0 1 1 0 0,10-18-1 0 0,-16 25-1795 0 0,0 0 0 0 0,0 0 1 0 0,0 0-1 0 0,0 0 0 0 0,-1 0 0 0 0,1 0 0 0 0,-1 0 1 0 0,1 0-1 0 0,-1 0 0 0 0,0 0 0 0 0,1-1 1 0 0,-1 1-1 0 0,0 0 0 0 0,-1 0 0 0 0,1 0 1 0 0,0-1-1 0 0,-1 1 0 0 0,1 0 0 0 0,-1 0 0 0 0,1 0 1 0 0,-2-2-1 0 0,1 3-168 0 0,0 0 0 0 0,1 0 0 0 0,-1 1 0 0 0,0-1 0 0 0,0 0 0 0 0,0 1 0 0 0,0-1 0 0 0,0 1 0 0 0,1-1-1 0 0,-1 1 1 0 0,0 0 0 0 0,0-1 0 0 0,0 1 0 0 0,0 0 0 0 0,0-1 0 0 0,0 1 0 0 0,-1 0 0 0 0,1 0 0 0 0,0 0 0 0 0,0 0 0 0 0,0 0 0 0 0,-1 1 0 0 0,-24 4 254 0 0,19-3-256 0 0,0 1 0 0 0,0 0-1 0 0,0 0 1 0 0,1 1 0 0 0,-1 0-1 0 0,1 0 1 0 0,0 1 0 0 0,0 0-1 0 0,0 0 1 0 0,1 0 0 0 0,0 0-1 0 0,0 1 1 0 0,-5 6 0 0 0,8-8-36 0 0,0 0 0 0 0,0 0 0 0 0,0-1 0 0 0,0 1 0 0 0,0 0 1 0 0,1 0-1 0 0,0 1 0 0 0,0-1 0 0 0,0 0 0 0 0,1 0 0 0 0,-1 1 1 0 0,1-1-1 0 0,0 0 0 0 0,0 0 0 0 0,0 1 0 0 0,1-1 1 0 0,-1 0-1 0 0,1 1 0 0 0,0-1 0 0 0,1 0 0 0 0,-1 0 0 0 0,1 0 1 0 0,3 6-1 0 0,3 3 6 0 0,1 0 0 0 0,0 0 1 0 0,1-1-1 0 0,12 11 0 0 0,-10-11 332 0 0,0 1-1 0 0,18 28 1 0 0,-29-40-244 0 0,0 1-1 0 0,1 0 1 0 0,-1 0 0 0 0,-1 0 0 0 0,1 0 0 0 0,0 0-1 0 0,0 0 1 0 0,-1 0 0 0 0,1 1 0 0 0,-1-1 0 0 0,0 0-1 0 0,1 0 1 0 0,-1 0 0 0 0,0 1 0 0 0,-1-1 0 0 0,1 0-1 0 0,0 0 1 0 0,0 0 0 0 0,-1 0 0 0 0,-1 4 0 0 0,1-3-24 0 0,-1 0 0 0 0,0-1 0 0 0,1 1 0 0 0,-1-1 1 0 0,-1 1-1 0 0,1-1 0 0 0,0 0 0 0 0,0 0 0 0 0,-1 0 1 0 0,1 0-1 0 0,-1 0 0 0 0,-5 3 0 0 0,0-2-103 0 0,1 1-1 0 0,-1-2 1 0 0,0 1-1 0 0,1-1 1 0 0,-1 0-1 0 0,-1 0 1 0 0,1-1-1 0 0,0 0 1 0 0,0-1-1 0 0,-10 0 1 0 0,13 0-367 0 0,0-1-1 0 0,0-1 1 0 0,0 1 0 0 0,0-1 0 0 0,0 0-1 0 0,0 0 1 0 0,0 0 0 0 0,-7-5 0 0 0,-16-17-6208 0 0,9 6-519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0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92 416 0 0,'2'-17'2680'0'0,"0"3"-704"0"0,-1 0-367 0 0,-1 4-333 0 0,4 1 544 0 0,-3-8-840 0 0,-1 7-828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0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462 301 1660 0 0,'13'-25'3321'0'0,"12"-33"-1"0"0,-19 40-2248 0 0,0-1 0 0 0,-2 0 0 0 0,0 0 0 0 0,3-38 0 0 0,-7 50-817 0 0,0 0-1 0 0,0-1 1 0 0,-1 1-1 0 0,-2-13 1 0 0,2 18-215 0 0,1 0 1 0 0,-1 1-1 0 0,1-1 1 0 0,-1 0-1 0 0,0 0 1 0 0,1 0-1 0 0,-1 0 0 0 0,0 0 1 0 0,-1 1-1 0 0,1-1 1 0 0,0 0-1 0 0,0 1 1 0 0,-1-1-1 0 0,1 1 1 0 0,0 0-1 0 0,-1-1 1 0 0,0 1-1 0 0,1 0 1 0 0,-1 0-1 0 0,-2-2 0 0 0,1 3-21 0 0,1-1 0 0 0,-1 1-1 0 0,1 0 1 0 0,-1 0-1 0 0,1 0 1 0 0,-1 0-1 0 0,0 0 1 0 0,1 0 0 0 0,-1 1-1 0 0,1-1 1 0 0,0 1-1 0 0,-1 0 1 0 0,1 0-1 0 0,-4 1 1 0 0,-30 19 72 0 0,34-20-83 0 0,-48 34 65 0 0,1 2 0 0 0,1 2 0 0 0,3 2 0 0 0,1 3 0 0 0,-60 76 0 0 0,88-99-54 0 0,-24 42 0 0 0,37-57-14 0 0,0 0 0 0 0,0 0 0 0 0,0 0 1 0 0,1 0-1 0 0,0 1 0 0 0,0-1 0 0 0,1 1 0 0 0,0-1 0 0 0,0 1 1 0 0,0 0-1 0 0,1-1 0 0 0,1 13 0 0 0,-1-17-4 0 0,1 1 1 0 0,0-1-1 0 0,-1 0 0 0 0,1 0 0 0 0,0 1 0 0 0,0-1 0 0 0,0 0 0 0 0,0 0 1 0 0,1 0-1 0 0,-1 0 0 0 0,1 0 0 0 0,-1 0 0 0 0,1 0 0 0 0,0-1 1 0 0,-1 1-1 0 0,1-1 0 0 0,3 3 0 0 0,-1-2-1 0 0,0 0 1 0 0,1 0-1 0 0,-1 0 1 0 0,1 0-1 0 0,0-1 1 0 0,-1 1-1 0 0,1-1 0 0 0,6 0 1 0 0,3 0-1 0 0,1 0-1 0 0,-1-1 1 0 0,1-1 0 0 0,26-5 0 0 0,-25 2-2 0 0,0 0 1 0 0,-1-1-1 0 0,1-1 1 0 0,-1-1-1 0 0,-1 0 1 0 0,1 0 0 0 0,-1-2-1 0 0,18-13 1 0 0,7-10 37 0 0,47-50 0 0 0,-33 31 301 0 0,-24 20 226 0 0,-20 21-401 0 0,-1 1 1 0 0,1 0-1 0 0,15-11 0 0 0,-22 19-108 0 0,-2 9-25 0 0,-1 0 0 0 0,0 0 0 0 0,-1-1-1 0 0,0 1 1 0 0,0 0 0 0 0,-5 11 0 0 0,-24 45 45 0 0,25-53-62 0 0,-10 22-452 0 0,2 0 0 0 0,-17 59 0 0 0,31-91 295 0 0,0 0 1 0 0,0 0-1 0 0,0 0 1 0 0,0 0-1 0 0,0 0 1 0 0,0-1 0 0 0,0 1-1 0 0,1 0 1 0 0,-1 0-1 0 0,0 0 1 0 0,0 0 0 0 0,1 0-1 0 0,-1 0 1 0 0,1 0-1 0 0,-1 0 1 0 0,0 0-1 0 0,1-1 1 0 0,0 1 0 0 0,-1 0-1 0 0,1 0 1 0 0,-1-1-1 0 0,1 1 1 0 0,0 0-1 0 0,0-1 1 0 0,-1 1 0 0 0,1-1-1 0 0,0 1 1 0 0,0-1-1 0 0,0 1 1 0 0,0-1 0 0 0,0 1-1 0 0,0-1 1 0 0,-1 0-1 0 0,1 0 1 0 0,0 1-1 0 0,0-1 1 0 0,0 0 0 0 0,0 0-1 0 0,0 0 1 0 0,0 0-1 0 0,0 0 1 0 0,0 0-1 0 0,2-1 1 0 0,-1 1-396 0 0,1-1 1 0 0,-1 1-1 0 0,1-1 1 0 0,-1 0-1 0 0,0 0 0 0 0,1 0 1 0 0,3-3-1 0 0,-4 3 13 0 0,12-7-3228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1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1932 0 0,'31'-43'6026'0'0,"52"-54"-1"0"0,-82 96-5989 0 0,-1 0-1 0 0,1 1 1 0 0,0-1 0 0 0,-1 0-1 0 0,1 1 1 0 0,0-1 0 0 0,0 0-1 0 0,0 1 1 0 0,0-1-1 0 0,0 1 1 0 0,0 0 0 0 0,0-1-1 0 0,-1 1 1 0 0,1 0-1 0 0,0 0 1 0 0,0-1 0 0 0,0 1-1 0 0,0 0 1 0 0,0 0-1 0 0,1 0 1 0 0,-1 0 0 0 0,0 0-1 0 0,0 0 1 0 0,1 1-1 0 0,0-1 6 0 0,-1 1-1 0 0,1 0 1 0 0,0 0-1 0 0,-1 0 1 0 0,1 0-1 0 0,-1 0 1 0 0,1 1-1 0 0,-1-1 1 0 0,0 0-1 0 0,0 1 1 0 0,1-1-1 0 0,0 3 0 0 0,2 2 106 0 0,-1 0 0 0 0,1 0-1 0 0,-2 0 1 0 0,1 0-1 0 0,3 14 1 0 0,-3 2 107 0 0,-1-1 1 0 0,0 1 0 0 0,-2 0-1 0 0,-1 0 1 0 0,-1 0-1 0 0,0 0 1 0 0,-2-1-1 0 0,-9 33 1 0 0,8-38 608 0 0,2-4 130 0 0,10-25-604 0 0,5-8-346 0 0,0 0 0 0 0,2 0 0 0 0,1 2 0 0 0,30-34 0 0 0,-15 24-65 0 0,0 2 1 0 0,38-27-1 0 0,-63 50 6 0 0,1 1-1 0 0,0-1 1 0 0,0 1-1 0 0,0 0 1 0 0,0 0 0 0 0,1 1-1 0 0,-1 0 1 0 0,8-2-1 0 0,-13 4 15 0 0,1-1-1 0 0,-1 1 0 0 0,1 0 1 0 0,-1 0-1 0 0,1 0 0 0 0,0 0 1 0 0,-1 1-1 0 0,1-1 0 0 0,-1 0 1 0 0,1 0-1 0 0,-1 1 0 0 0,1-1 1 0 0,-1 1-1 0 0,0 0 0 0 0,1-1 1 0 0,2 3-1 0 0,-3-2 5 0 0,0 0-1 0 0,0 1 1 0 0,0-1 0 0 0,1 1-1 0 0,-1 0 1 0 0,0-1 0 0 0,-1 1-1 0 0,1 0 1 0 0,0-1 0 0 0,0 1-1 0 0,-1 0 1 0 0,1 0 0 0 0,-1 0-1 0 0,0-1 1 0 0,1 1 0 0 0,-1 0-1 0 0,0 3 1 0 0,0 7 9 0 0,0 0 0 0 0,-1 0 1 0 0,0 1-1 0 0,-1-1 0 0 0,-6 21 0 0 0,-24 55 18 0 0,6-21-19 0 0,25-63-3 0 0,1-3-13 0 0,0 0 0 0 0,-1 0 0 0 0,1 0 1 0 0,0-1-1 0 0,0 1 0 0 0,0 0 0 0 0,0 0 0 0 0,0 0 1 0 0,0 0-1 0 0,0 0 0 0 0,0 0 0 0 0,0 0 0 0 0,0 0 1 0 0,0-1-1 0 0,1 1 0 0 0,-1 0 0 0 0,0 0 0 0 0,1 0 1 0 0,-1 0-1 0 0,1-1 0 0 0,-1 1 0 0 0,0 0 0 0 0,1 0 1 0 0,0-1-1 0 0,-1 1 0 0 0,1 0 0 0 0,-1-1 0 0 0,1 1 0 0 0,0 0 1 0 0,0-1-1 0 0,-1 1 0 0 0,1-1 0 0 0,0 0 0 0 0,0 1 1 0 0,0-1-1 0 0,-1 1 0 0 0,1-1 0 0 0,0 0 0 0 0,0 0 1 0 0,0 0-1 0 0,0 1 0 0 0,0-1 0 0 0,0 0 0 0 0,-1 0 1 0 0,1 0-1 0 0,0 0 0 0 0,0 0 0 0 0,0-1 0 0 0,0 1 0 0 0,1 0 1 0 0,1-1-38 0 0,10 1-480 0 0,1 0 0 0 0,-1-2 0 0 0,0 0-1 0 0,0 0 1 0 0,25-8 0 0 0,63-30-4507 0 0,-63 23 1612 0 0,12-3-3027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1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64 80 0 0,'5'-12'3644'0'0,"0"-1"0"0"0,1 1 0 0 0,8-14 1623 0 0,-15 37-4806 0 0,0 1 0 0 0,-1-1-1 0 0,0 1 1 0 0,-1-1-1 0 0,0 0 1 0 0,-9 20-1 0 0,-36 66 71 0 0,27-58-230 0 0,-20 43 49 0 0,-15 28-3105 0 0,45-91-1374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2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2432 0 0,'11'-19'4789'0'0,"17"-39"-1"0"0,-9 18-2192 0 0,-18 39-2667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2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1652 0 0,'6'14'4817'0'0,"-2"-5"-3868"0"0,-1 0 0 0 0,0 0 0 0 0,-1 1 0 0 0,0-1 0 0 0,-1 0-1 0 0,0 1 1 0 0,0 18 0 0 0,-7 70 1739 0 0,-3-40-1424 0 0,-23 79 0 0 0,24-116-163 0 0,3-13-758 0 0,5-8-327 0 0,0 0-1 0 0,0 0 1 0 0,0 0 0 0 0,-1 0-1 0 0,1 0 1 0 0,0 0 0 0 0,0 0-1 0 0,0 0 1 0 0,0 0 0 0 0,-1 0 0 0 0,1 0-1 0 0,0 0 1 0 0,0 0 0 0 0,0 0-1 0 0,0 0 1 0 0,0 0 0 0 0,-1 0-1 0 0,1-1 1 0 0,0 1 0 0 0,0 0-1 0 0,0 0 1 0 0,0 0 0 0 0,0 0-1 0 0,0 0 1 0 0,-1 0 0 0 0,1 0-1 0 0,0 0 1 0 0,0 0 0 0 0,0-1-1 0 0,0 1 1 0 0,0 0 0 0 0,0 0-1 0 0,0 0 1 0 0,0 0 0 0 0,0 0 0 0 0,-1 0-1 0 0,1-1 1 0 0,0 1 0 0 0,0 0-1 0 0,0 0 1 0 0,0 0 0 0 0,0 0-1 0 0,0 0 1 0 0,0-1 0 0 0,0 1-1 0 0,1-3-4 0 0,-1-1-1 0 0,1 1 1 0 0,-1 0 0 0 0,1 0-1 0 0,0-1 1 0 0,0 1-1 0 0,0 0 1 0 0,1 0 0 0 0,-1 0-1 0 0,1 0 1 0 0,3-5-1 0 0,0 0 13 0 0,7-12-28 0 0,0 1 1 0 0,1 0 0 0 0,1 1-1 0 0,1 0 1 0 0,1 2 0 0 0,0-1-1 0 0,1 2 1 0 0,0 0 0 0 0,1 1 0 0 0,1 1-1 0 0,0 1 1 0 0,1 1 0 0 0,1 0-1 0 0,21-7 1 0 0,12 2-102 0 0,-52 15 103 0 0,0 0 0 0 0,0 1 0 0 0,0-1 0 0 0,1 1 0 0 0,-1-1 0 0 0,0 1 1 0 0,0 0-1 0 0,1 0 0 0 0,-1-1 0 0 0,0 2 0 0 0,0-1 0 0 0,1 0 0 0 0,1 1 0 0 0,2 0-1 0 0,-4-1 4 0 0,0 1-1 0 0,0-1 1 0 0,0 0-1 0 0,1 0 0 0 0,-1 1 1 0 0,0 0-1 0 0,0-1 1 0 0,0 1-1 0 0,-1 0 1 0 0,1 0-1 0 0,0 0 0 0 0,0 0 1 0 0,0 0-1 0 0,-1 0 1 0 0,1 0-1 0 0,0 1 1 0 0,-1-1-1 0 0,1 1 0 0 0,2 3 1 0 0,-3-3 2 0 0,0 0 0 0 0,0 1 0 0 0,0 0 0 0 0,0-1 0 0 0,-1 1 0 0 0,1 0 0 0 0,-1-1 0 0 0,1 1 1 0 0,-1 0-1 0 0,0-1 0 0 0,0 1 0 0 0,0 0 0 0 0,-1 3 0 0 0,-1 7 9 0 0,-1 0 0 0 0,-1 1 0 0 0,0-2 0 0 0,-11 22-1 0 0,15-33-10 0 0,-41 81 73 0 0,22-46-1590 0 0,-28 75 0 0 0,42-75-4733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235 276 96 0 0,'7'-16'1425'0'0,"93"-220"12627"0"0,-89 212-12548 0 0,-16 43-429 0 0,-100 256 1565 0 0,-121 369-433 0 0,212-573-2115 0 0,13-64-82 0 0,0 0 1 0 0,1 1 0 0 0,0-1-1 0 0,0 0 1 0 0,1 0-1 0 0,0 1 1 0 0,3 12-1 0 0,-3-19-11 0 0,-1 1-1 0 0,1 0 1 0 0,-1-1-1 0 0,1 1 1 0 0,0-1-1 0 0,0 1 1 0 0,0-1-1 0 0,0 1 1 0 0,0-1-1 0 0,0 1 1 0 0,1-1-1 0 0,-1 0 0 0 0,0 0 1 0 0,1 0-1 0 0,-1 0 1 0 0,0 0-1 0 0,1 0 1 0 0,0 0-1 0 0,-1 0 1 0 0,1 0-1 0 0,3 0 1 0 0,-2 0-75 0 0,1 0 1 0 0,-1-1 0 0 0,1 0-1 0 0,0 0 1 0 0,-1 0 0 0 0,1 0 0 0 0,-1-1-1 0 0,1 1 1 0 0,0-1 0 0 0,4-2-1 0 0,4-1-533 0 0,1-1 0 0 0,-1-1 0 0 0,0 0 0 0 0,21-15 0 0 0,-10 3-1510 0 0,27-25 0 0 0,-5-2-3694 0 0,-12 10-1000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3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37 556 0 0,'-46'-10'3669'0'0,"-107"-16"5542"0"0,150 26-8885 0 0,-3 3 165 0 0,2-1-273 0 0,12 3-56 0 0,152 43-573 0 0,-81-27-2521 0 0,-47-11-677 0 0,-1-2-1668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73 416 0 0,'-25'17'4578'0'0,"13"-9"-1924"0"0,0 0-1 0 0,-18 17 1 0 0,30-24-2583 0 0,-1-1 0 0 0,1 1 0 0 0,-1-1 0 0 0,1 1 0 0 0,-1-1 0 0 0,1 0 0 0 0,0 1 0 0 0,-1-1 0 0 0,1 1 0 0 0,0 0 0 0 0,-1-1 0 0 0,1 1 0 0 0,0-1 0 0 0,0 1 0 0 0,0-1 0 0 0,0 1 0 0 0,-1 0 0 0 0,1-1 0 0 0,0 1-1 0 0,0-1 1 0 0,0 1 0 0 0,0 0 0 0 0,0-1 0 0 0,0 1 0 0 0,0-1 0 0 0,1 1 0 0 0,-1 0 0 0 0,0-1 0 0 0,0 1 0 0 0,1 0 0 0 0,0 0 31 0 0,0 1 0 0 0,0-1 0 0 0,0 0 0 0 0,0 0 0 0 0,0 0 0 0 0,0 0 0 0 0,1 0 0 0 0,-1 0-1 0 0,0 0 1 0 0,1 0 0 0 0,1 0 0 0 0,3 2 70 0 0,-1-1 0 0 0,1 0 0 0 0,0 0 0 0 0,11 1 0 0 0,-12-2-148 0 0,0 0 0 0 0,-1-1 0 0 0,1 0 0 0 0,-1 0 0 0 0,1 0 1 0 0,-1-1-1 0 0,1 0 0 0 0,-1 0 0 0 0,1 0 0 0 0,-1 0 0 0 0,1 0 0 0 0,-1-1 0 0 0,0 0 0 0 0,0 0 0 0 0,0 0 0 0 0,0-1 0 0 0,0 1 0 0 0,0-1 0 0 0,-1 0 0 0 0,1 0 0 0 0,-1 0 0 0 0,0 0 0 0 0,0-1 0 0 0,0 1 0 0 0,0-1 1 0 0,-1 0-1 0 0,3-4 0 0 0,-2 2-25 0 0,0-1 0 0 0,-1 1 0 0 0,1-1 0 0 0,-2 1 0 0 0,1-1 1 0 0,-1 0-1 0 0,1 0 0 0 0,-2 0 0 0 0,1 1 0 0 0,-1-1 0 0 0,-1-11 1 0 0,1 17-1 0 0,0 1 0 0 0,0-1 1 0 0,-1 0-1 0 0,1 0 1 0 0,0 1-1 0 0,0-1 1 0 0,-1 0-1 0 0,1 0 0 0 0,-1 1 1 0 0,1-1-1 0 0,0 0 1 0 0,-1 1-1 0 0,1-1 0 0 0,-1 1 1 0 0,1-1-1 0 0,-1 1 1 0 0,0-1-1 0 0,1 1 1 0 0,-1-1-1 0 0,0 1 0 0 0,1-1 1 0 0,-1 1-1 0 0,-1-1 1 0 0,-13-2 14 0 0,9 3-12 0 0,0 0 0 0 0,-1 1 0 0 0,1 0 0 0 0,0 1 0 0 0,0-1 0 0 0,1 1-1 0 0,-1 1 1 0 0,0-1 0 0 0,1 1 0 0 0,-1 0 0 0 0,-4 3 0 0 0,-10 7 22 0 0,-27 24 0 0 0,33-24-6 0 0,-1 1 1 0 0,2 0-1 0 0,0 1 0 0 0,1 1 1 0 0,0 0-1 0 0,1 1 0 0 0,-14 27 1 0 0,19-31-10 0 0,1 0 1 0 0,0 0 0 0 0,1 1 0 0 0,0-1 0 0 0,1 1 0 0 0,0 0-1 0 0,1 0 1 0 0,1 0 0 0 0,0 0 0 0 0,1 0 0 0 0,2 21 0 0 0,-1-29 0 0 0,0-1 1 0 0,0 1 0 0 0,1 0-1 0 0,-1 0 1 0 0,1-1 0 0 0,1 1-1 0 0,-1-1 1 0 0,1 0 0 0 0,0 0 0 0 0,0 0-1 0 0,0 0 1 0 0,1 0 0 0 0,0-1-1 0 0,0 1 1 0 0,0-1 0 0 0,0 0-1 0 0,1 0 1 0 0,-1-1 0 0 0,1 1-1 0 0,0-1 1 0 0,0 0 0 0 0,0 0-1 0 0,1-1 1 0 0,-1 1 0 0 0,1-1-1 0 0,-1-1 1 0 0,1 1 0 0 0,0-1 0 0 0,0 0-1 0 0,6 1 1 0 0,4-1 5 0 0,0-1 0 0 0,0 0 0 0 0,-1-1 1 0 0,1 0-1 0 0,0-1 0 0 0,0-1 0 0 0,-1-1 0 0 0,0 0 1 0 0,0-1-1 0 0,17-8 0 0 0,-9 2-7 0 0,-1-2 1 0 0,0 0-1 0 0,-1-1 0 0 0,-1-1 0 0 0,0-1 1 0 0,-1-1-1 0 0,31-37 0 0 0,-30 31-16 0 0,-2-2 0 0 0,0 0-1 0 0,-2-1 1 0 0,-1-1-1 0 0,-1 0 1 0 0,12-36 0 0 0,-22 55-2 0 0,-1-1 1 0 0,-1 0 0 0 0,1 0 0 0 0,-1 0 0 0 0,-1 0-1 0 0,0 0 1 0 0,0 0 0 0 0,-1 0 0 0 0,0 0-1 0 0,-3-17 1 0 0,3 25 7 0 0,0 0 0 0 0,-1 0 0 0 0,1-1 0 0 0,-1 1 0 0 0,1 0-1 0 0,-1 0 1 0 0,1 0 0 0 0,-1 0 0 0 0,0 0 0 0 0,0 0 0 0 0,1 0 0 0 0,-1 0 0 0 0,0 0 0 0 0,0 0 0 0 0,0 1-1 0 0,0-1 1 0 0,0 0 0 0 0,0 0 0 0 0,0 1 0 0 0,0-1 0 0 0,0 1 0 0 0,0-1 0 0 0,-1 1 0 0 0,1-1 0 0 0,0 1 0 0 0,0 0-1 0 0,0 0 1 0 0,-1-1 0 0 0,1 1 0 0 0,0 0 0 0 0,0 0 0 0 0,-1 0 0 0 0,1 0 0 0 0,0 1 0 0 0,-2-1 0 0 0,1 1 3 0 0,0-1 0 0 0,0 1 0 0 0,0-1 0 0 0,0 1 0 0 0,1 0 0 0 0,-1 0 0 0 0,0 0 0 0 0,0 0 0 0 0,0 0 1 0 0,1 1-1 0 0,-1-1 0 0 0,1 0 0 0 0,-1 1 0 0 0,1-1 0 0 0,-1 1 0 0 0,1-1 0 0 0,0 1 0 0 0,0 0 1 0 0,0 0-1 0 0,-2 3 0 0 0,2-3 0 0 0,1 0 0 0 0,-1 1 0 0 0,0-1 0 0 0,1 0 1 0 0,0 0-1 0 0,0 1 0 0 0,-1-1 0 0 0,1 0 0 0 0,0 1 1 0 0,1-1-1 0 0,-1 0 0 0 0,0 0 0 0 0,1 1 0 0 0,-1-1 1 0 0,1 0-1 0 0,0 0 0 0 0,0 0 0 0 0,1 4 0 0 0,1-3 2 0 0,0 1 0 0 0,-1 0 0 0 0,1-1-1 0 0,0 1 1 0 0,1-1 0 0 0,-1 0 0 0 0,1 0 0 0 0,7 4-1 0 0,1 0 2 0 0,1 0-1 0 0,0-1 0 0 0,0-1 0 0 0,0 0 1 0 0,17 3-1 0 0,-6-3-39 0 0,0-1 0 0 0,1-1 1 0 0,0-1-1 0 0,45-2 0 0 0,-53-1 24 0 0,0-1-1 0 0,-1 0 1 0 0,1-2-1 0 0,-1 0 1 0 0,0 0-1 0 0,0-2 1 0 0,-1 0-1 0 0,18-10 1 0 0,-28 14 13 0 0,0-1 0 0 0,-1 0 1 0 0,1 0-1 0 0,-1 0 0 0 0,0 0 0 0 0,0-1 1 0 0,0 0-1 0 0,0 0 0 0 0,4-7 0 0 0,-7 10 14 0 0,-5 2-8 0 0,1-1-1 0 0,-1 1 1 0 0,1 0 0 0 0,-1 0 0 0 0,1 0 0 0 0,-1 1 0 0 0,1-1 0 0 0,0 1-1 0 0,0 0 1 0 0,0 0 0 0 0,-5 3 0 0 0,-34 31 147 0 0,31-25-113 0 0,-8 7 13 0 0,0 2 0 0 0,1 0 1 0 0,-22 32-1 0 0,33-43-44 0 0,2 0 1 0 0,-1 1-1 0 0,1 0 1 0 0,0 0-1 0 0,1 0 0 0 0,0 0 1 0 0,1 1-1 0 0,0-1 1 0 0,1 1-1 0 0,0 0 1 0 0,-1 13-1 0 0,3-20-32 0 0,0 0 0 0 0,1 1 1 0 0,-1-1-1 0 0,1 0 0 0 0,0 0 0 0 0,0 1 0 0 0,0-1 1 0 0,0 0-1 0 0,1 0 0 0 0,0 0 0 0 0,0-1 0 0 0,0 1 1 0 0,0 0-1 0 0,1-1 0 0 0,-1 1 0 0 0,1-1 0 0 0,0 0 0 0 0,0 0 1 0 0,0 0-1 0 0,0 0 0 0 0,0 0 0 0 0,1-1 0 0 0,0 1 1 0 0,-1-1-1 0 0,1 0 0 0 0,0 0 0 0 0,0-1 0 0 0,0 1 1 0 0,0-1-1 0 0,0 0 0 0 0,7 1 0 0 0,0 0-215 0 0,-1 0 1 0 0,0-2-1 0 0,0 1 0 0 0,0-1 0 0 0,1 0 0 0 0,-1-1 1 0 0,0-1-1 0 0,0 1 0 0 0,0-2 0 0 0,0 1 1 0 0,0-1-1 0 0,12-6 0 0 0,-2-2 17 0 0,-1-1-1 0 0,0 0 1 0 0,-1-1-1 0 0,0-1 1 0 0,-1-1-1 0 0,-1-1 1 0 0,-1 0 0 0 0,15-19-1 0 0,-2-2 1482 0 0,-2-2 0 0 0,40-77 1 0 0,-32 54 1550 0 0,-33 60-2507 0 0,-3 4-264 0 0,0-1 0 0 0,1 1 1 0 0,-1-1-1 0 0,1 1 0 0 0,0 0 0 0 0,0 0 0 0 0,-1 0 0 0 0,1 0 0 0 0,0 0 1 0 0,-1 3-1 0 0,0 0 52 0 0,-42 72 241 0 0,3 2 0 0 0,-38 107 0 0 0,77-181-475 0 0,0 0 0 0 0,1 1-1 0 0,0-1 1 0 0,0 0 0 0 0,0 1 0 0 0,0-1 0 0 0,1 0-1 0 0,0 1 1 0 0,0-1 0 0 0,2 8 0 0 0,-2-10-29 0 0,1-1 0 0 0,0 0 0 0 0,0 0 1 0 0,0 0-1 0 0,0 0 0 0 0,0 0 0 0 0,0 0 0 0 0,1 0 1 0 0,-1 0-1 0 0,1-1 0 0 0,-1 1 0 0 0,1 0 0 0 0,0-1 1 0 0,0 1-1 0 0,-1-1 0 0 0,1 0 0 0 0,0 0 0 0 0,0 1 1 0 0,0-1-1 0 0,0 0 0 0 0,1-1 0 0 0,-1 1 0 0 0,0 0 1 0 0,0-1-1 0 0,0 1 0 0 0,3-1 0 0 0,4 1-777 0 0,0 0-1 0 0,-1-1 1 0 0,1 0 0 0 0,-1-1 0 0 0,1 0-1 0 0,-1 0 1 0 0,1-1 0 0 0,15-5-1 0 0,7-3-3990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62 188 2732 0 0,'29'-46'6169'0'0,"32"-67"-1"0"0,-54 99-5008 0 0,-2-1 233 0 0,-14 22-295 0 0,-14 22-57 0 0,-4 17-506 0 0,2 2-1 0 0,3 0 1 0 0,-25 74-1 0 0,45-115-509 0 0,0-1 1 0 0,0 1-1 0 0,1 0 0 0 0,0-1 0 0 0,0 1 0 0 0,0 0 0 0 0,1 0 0 0 0,0 0 1 0 0,0 0-1 0 0,1-1 0 0 0,0 1 0 0 0,1 7 0 0 0,0-10-16 0 0,-1 0-1 0 0,1-1 1 0 0,-1 1 0 0 0,1 0-1 0 0,0-1 1 0 0,0 0 0 0 0,1 1-1 0 0,-1-1 1 0 0,1 0 0 0 0,-1 0-1 0 0,1 0 1 0 0,0-1 0 0 0,0 1-1 0 0,1-1 1 0 0,-1 1 0 0 0,0-1-1 0 0,1 0 1 0 0,-1 0 0 0 0,1-1-1 0 0,0 1 1 0 0,6 1 0 0 0,-3-1 7 0 0,0 0 1 0 0,0-1-1 0 0,0 0 1 0 0,0 0-1 0 0,1-1 1 0 0,-1 0-1 0 0,0 0 1 0 0,0 0-1 0 0,1-1 1 0 0,-1 0-1 0 0,12-4 1 0 0,-8 1-9 0 0,-1 0 0 0 0,-1 0 0 0 0,1-1 0 0 0,-1 0 0 0 0,1-1 0 0 0,-1 0 0 0 0,10-9 0 0 0,-2-2-7 0 0,-1 1 1 0 0,0-2-1 0 0,-1 0 0 0 0,-1-1 0 0 0,-1-1 0 0 0,18-32 0 0 0,-27 44-3 0 0,-1 0 0 0 0,1 0 0 0 0,-1 0 0 0 0,-1 0 0 0 0,0 0 0 0 0,0-1 0 0 0,0 1 0 0 0,-1-1-1 0 0,0 0 1 0 0,-1 1 0 0 0,0-1 0 0 0,0 1 0 0 0,-2-10 0 0 0,1 13 2 0 0,0 0-1 0 0,-1 0 0 0 0,1 1 1 0 0,-1-1-1 0 0,0 0 1 0 0,-1 1-1 0 0,1-1 0 0 0,-1 1 1 0 0,1 0-1 0 0,-1 0 1 0 0,-1 0-1 0 0,1 0 0 0 0,-1 0 1 0 0,1 1-1 0 0,-1-1 0 0 0,0 1 1 0 0,0 0-1 0 0,0 1 1 0 0,-1-1-1 0 0,1 1 0 0 0,-1-1 1 0 0,1 1-1 0 0,-7-1 0 0 0,1 0 1 0 0,-2 0 0 0 0,1 1 0 0 0,0 0 0 0 0,0 1 1 0 0,-1 0-1 0 0,1 1 0 0 0,0 0 0 0 0,-1 1 0 0 0,1 0 0 0 0,-12 3 0 0 0,15-2-257 0 0,0-1 1 0 0,0 2-1 0 0,1-1 1 0 0,-1 1-1 0 0,1 0 1 0 0,0 1-1 0 0,-1 0 1 0 0,2 0-1 0 0,-1 0 1 0 0,0 1-1 0 0,1 0 1 0 0,0 0-1 0 0,0 1 1 0 0,-10 11-1 0 0,15-15-33 0 0,0 0-1 0 0,0 0 1 0 0,0-1-1 0 0,0 1 0 0 0,1 0 1 0 0,-1 0-1 0 0,0 0 0 0 0,1 0 1 0 0,0 0-1 0 0,-1 0 0 0 0,1 0 1 0 0,0 0-1 0 0,0 0 1 0 0,0 2-1 0 0,0-2-250 0 0,0-1 1 0 0,1 1-1 0 0,-1-1 0 0 0,1 1 1 0 0,-1-1-1 0 0,1 1 0 0 0,0-1 0 0 0,-1 1 1 0 0,1-1-1 0 0,0 1 0 0 0,1 1 1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4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71 436 0 0,'24'-71'15237'0'0,"-16"91"-13868"0"0,-7-17-1265 0 0,3 62 1298 0 0,-3 66 0 0 0,-2-112-1202 0 0,-1 0-1 0 0,-1 0 1 0 0,0 0-1 0 0,-1 0 0 0 0,-1-1 1 0 0,-1 0-1 0 0,-1 0 0 0 0,-11 22 1 0 0,16-37-59 0 0,0 1 0 0 0,-1 0 0 0 0,1-1 0 0 0,-1 1 0 0 0,1-1 0 0 0,-1 0 1 0 0,0 0-1 0 0,-1 0 0 0 0,1 0 0 0 0,0-1 0 0 0,-1 1 0 0 0,0-1 0 0 0,1 0 1 0 0,-1 0-1 0 0,-8 3 0 0 0,12-5-124 0 0,-1 0 0 0 0,0 0-1 0 0,1 0 1 0 0,-1 0 0 0 0,0 0 0 0 0,1 0 0 0 0,-1 0 0 0 0,0 0 0 0 0,1 0-1 0 0,-1 0 1 0 0,0 0 0 0 0,1 0 0 0 0,-1-1 0 0 0,1 1 0 0 0,-1 0 0 0 0,0-1-1 0 0,1 1 1 0 0,-1 0 0 0 0,1-1 0 0 0,-1 1 0 0 0,1 0 0 0 0,-1-1 0 0 0,1 1-1 0 0,-1-1 1 0 0,1 1 0 0 0,-1-1 0 0 0,1 1 0 0 0,0-1 0 0 0,-1 0 0 0 0,1 0-1 0 0,-6-19 110 0 0,6 12-118 0 0,1 0 0 0 0,0 0-1 0 0,0 1 1 0 0,0-1 0 0 0,1 0 0 0 0,0 1-1 0 0,1-1 1 0 0,-1 1 0 0 0,1 0 0 0 0,8-14 0 0 0,2 1-24 0 0,0 0 1 0 0,21-23 0 0 0,-19 27 5 0 0,0 0 0 0 0,2 1 0 0 0,0 1 0 0 0,0 1 0 0 0,1 0-1 0 0,1 1 1 0 0,29-13 0 0 0,146-52-4922 0 0,-193 77 4886 0 0,32-13-3517 0 0,-14 3-2102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4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80 408 0 0,'-54'-16'3748'0'0,"13"4"-1075"0"0,0 0-393 0 0,10 2-332 0 0,2 3-324 0 0,7 0-332 0 0,-1-2-260 0 0,4 4-228 0 0,7 3 197 0 0,-3 4-1069 0 0,18 7-1793 0 0,2-2-495 0 0,6 0-1560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5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271 873 328 0 0,'-7'33'16348'0'0,"122"-126"-14146"0"0,-50 42-2048 0 0,99-99 1 0 0,-124 103-157 0 0,-2-1 0 0 0,57-96-1 0 0,38-120-47 0 0,-84 158-72 0 0,-49 104 100 0 0,-2 3-5 0 0,-5 6 26 0 0,0 0 0 0 0,1 1 1 0 0,0 0-1 0 0,0 0 0 0 0,0 0 0 0 0,1 1 0 0 0,-5 13 0 0 0,-5 5 3 0 0,-64 116 100 0 0,-68 176 0 0 0,-37 162 399 0 0,167-434-446 0 0,-177 530 649 0 0,40-109 59 0 0,141-441 92 0 0,13-27-825 0 0,-1 1 0 0 0,1 0 0 0 0,0 0 1 0 0,-1 0-1 0 0,1-1 0 0 0,-1 1 1 0 0,1 0-1 0 0,-1-1 0 0 0,1 1 1 0 0,-1 0-1 0 0,0-1 0 0 0,1 1 0 0 0,-1 0 1 0 0,0-1-1 0 0,0 1 0 0 0,1-1 1 0 0,-1 0-1 0 0,0 1 0 0 0,0-1 1 0 0,0 0-1 0 0,1 1 0 0 0,-1-1 0 0 0,0 0 1 0 0,0 0-1 0 0,0 0 0 0 0,0 0 1 0 0,0 1-1 0 0,0-1 0 0 0,0-1 1 0 0,1 1-1 0 0,-1 0 0 0 0,-1 0 0 0 0,-2-3-9 0 0,-1 0-1 0 0,1 0 0 0 0,1-1 1 0 0,-1 1-1 0 0,0-1 0 0 0,1 0 1 0 0,0 0-1 0 0,0 0 0 0 0,0-1 1 0 0,0 1-1 0 0,1-1 0 0 0,-1 1 1 0 0,1-1-1 0 0,0 0 0 0 0,-1-7 1 0 0,-3-10 3 0 0,0 1 1 0 0,-2-30 0 0 0,2-8 5 0 0,3 0 0 0 0,2-1 0 0 0,10-80 0 0 0,45-173-85 0 0,-38 244 21 0 0,3 1 0 0 0,2 1 0 0 0,3 1 0 0 0,37-69 0 0 0,-45 106 23 0 0,2 0-1 0 0,0 1 0 0 0,2 1 1 0 0,32-32-1 0 0,-35 41 9 0 0,2 1 1 0 0,0 1-1 0 0,0 1 1 0 0,2 1-1 0 0,0 1 1 0 0,37-18-1 0 0,-34 21-14 0 0,0 1 0 0 0,0 1 0 0 0,1 1-1 0 0,-1 1 1 0 0,2 1 0 0 0,-1 2 0 0 0,0 0 0 0 0,1 2-1 0 0,41 2 1 0 0,-50 1 1 0 0,1 0-1 0 0,-1 1 0 0 0,0 1 1 0 0,-1 0-1 0 0,1 1 1 0 0,-1 1-1 0 0,0 1 0 0 0,0 0 1 0 0,0 1-1 0 0,-1 1 1 0 0,-1 1-1 0 0,1 0 1 0 0,-2 0-1 0 0,1 1 0 0 0,13 16 1 0 0,-22-22 20 0 0,-1 0 1 0 0,0 1 0 0 0,0 0 0 0 0,0 0-1 0 0,-1 0 1 0 0,0 0 0 0 0,0 0 0 0 0,0 1-1 0 0,-1-1 1 0 0,0 1 0 0 0,0 0 0 0 0,-1-1-1 0 0,0 1 1 0 0,0 0 0 0 0,-1 0 0 0 0,1 0-1 0 0,-1 0 1 0 0,-1 0 0 0 0,0 0 0 0 0,0 0-1 0 0,0-1 1 0 0,0 1 0 0 0,-1 0-1 0 0,0-1 1 0 0,-1 1 0 0 0,0-1 0 0 0,0 1-1 0 0,0-1 1 0 0,-1 0 0 0 0,1 0 0 0 0,-1-1-1 0 0,-1 1 1 0 0,1-1 0 0 0,-1 0 0 0 0,0 0-1 0 0,0-1 1 0 0,-12 9 0 0 0,7-6 17 0 0,-2 1-1 0 0,1-2 1 0 0,-1 1 0 0 0,0-2 0 0 0,0 1 0 0 0,-1-2 0 0 0,1 0-1 0 0,-1 0 1 0 0,0-1 0 0 0,0-1 0 0 0,-21 2 0 0 0,30-4-65 0 0,1-1 1 0 0,-1 1 0 0 0,0-1-1 0 0,1 1 1 0 0,-1-1 0 0 0,1 0-1 0 0,-1-1 1 0 0,1 1-1 0 0,-1 0 1 0 0,1-1 0 0 0,0 0-1 0 0,0 0 1 0 0,0 0 0 0 0,-5-4-1 0 0,6 5-75 0 0,2 0 13 0 0,-1 1 0 0 0,0-1 0 0 0,0 0 0 0 0,1 1-1 0 0,-1-1 1 0 0,1 0 0 0 0,-1 0 0 0 0,0 1 0 0 0,1-1-1 0 0,-1 0 1 0 0,1 0 0 0 0,0 0 0 0 0,-1 1 0 0 0,1-1-1 0 0,0 0 1 0 0,-1 0 0 0 0,1 0 0 0 0,0 0 0 0 0,0 0-1 0 0,0 0 1 0 0,0 0 0 0 0,0 0 0 0 0,0 0 0 0 0,0 1-1 0 0,0-1 1 0 0,0 0 0 0 0,0 0 0 0 0,1 0 0 0 0,-1 0-1 0 0,0 0 1 0 0,1 0 0 0 0,-1 0 0 0 0,0 1 0 0 0,1-1-1 0 0,-1 0 1 0 0,1 0 0 0 0,-1 1 0 0 0,1-1 0 0 0,0 0-1 0 0,-1 0 1 0 0,1 1 0 0 0,0-1 0 0 0,0 0-1 0 0,4-3-764 0 0,-1 0-1 0 0,1 0 1 0 0,0 1-1 0 0,10-6 1 0 0,23-10-5146 0 0,-15 7 912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101 146 1408 0 0,'11'-6'2711'0'0,"-6"3"-1262"0"0,0 1-1 0 0,0-1 1 0 0,0 0 0 0 0,-1 0 0 0 0,1-1-1 0 0,6-6 1575 0 0,-33 32-1718 0 0,1 4-763 0 0,2 0 1 0 0,-26 47-1 0 0,38-59-487 0 0,0 1 1 0 0,1-1-1 0 0,0 1 0 0 0,2 0 0 0 0,0 0 1 0 0,0 1-1 0 0,-2 24 0 0 0,6-37-41 0 0,0 0-1 0 0,0 0 1 0 0,0 0 0 0 0,0-1-1 0 0,0 1 1 0 0,1 0-1 0 0,-1 0 1 0 0,1-1-1 0 0,0 1 1 0 0,0 0-1 0 0,0-1 1 0 0,0 1-1 0 0,0-1 1 0 0,1 1-1 0 0,-1-1 1 0 0,1 0-1 0 0,-1 1 1 0 0,1-1-1 0 0,0 0 1 0 0,0 0-1 0 0,0 0 1 0 0,3 2-1 0 0,-1-2 1 0 0,0 1 0 0 0,1-1 0 0 0,-1 0 0 0 0,1 0 0 0 0,-1-1-1 0 0,1 1 1 0 0,0-1 0 0 0,0 0 0 0 0,-1 0 0 0 0,1-1-1 0 0,0 0 1 0 0,5 0 0 0 0,1 0 7 0 0,-1-2-1 0 0,1 1 1 0 0,-1-2 0 0 0,0 1-1 0 0,0-1 1 0 0,0-1-1 0 0,0 0 1 0 0,0 0 0 0 0,-1-1-1 0 0,0 0 1 0 0,0-1 0 0 0,0 0-1 0 0,-1 0 1 0 0,0-1-1 0 0,0 0 1 0 0,0 0 0 0 0,6-9-1 0 0,2-3 32 0 0,0-1-1 0 0,-2-1 1 0 0,0 0 0 0 0,-1-1-1 0 0,-2 0 1 0 0,11-25-1 0 0,-19 38-27 0 0,0-1 0 0 0,0 1 0 0 0,0-1-1 0 0,-1 1 1 0 0,-1-1 0 0 0,1 0 0 0 0,-2 0-1 0 0,1 0 1 0 0,-3-15 0 0 0,2 20-20 0 0,-1 0-1 0 0,0 0 1 0 0,0 1 0 0 0,-1-1-1 0 0,0 0 1 0 0,1 1 0 0 0,-2-1 0 0 0,1 1-1 0 0,0 0 1 0 0,-1-1 0 0 0,0 1-1 0 0,0 0 1 0 0,0 1 0 0 0,0-1-1 0 0,-1 0 1 0 0,1 1 0 0 0,-1 0-1 0 0,0 0 1 0 0,0 0 0 0 0,-8-4 0 0 0,4 4 3 0 0,0-1 0 0 0,0 2 0 0 0,0-1 1 0 0,0 1-1 0 0,-1 0 0 0 0,1 1 1 0 0,-1 0-1 0 0,1 0 0 0 0,-1 1 0 0 0,1 0 1 0 0,-1 1-1 0 0,0 0 0 0 0,1 0 1 0 0,-14 4-1 0 0,16-4-55 0 0,0 1 0 0 0,-1 0 0 0 0,1 1 1 0 0,0-1-1 0 0,0 1 0 0 0,0 1 0 0 0,1-1 0 0 0,-1 1 1 0 0,1 0-1 0 0,0 0 0 0 0,0 0 0 0 0,0 1 0 0 0,0-1 1 0 0,1 1-1 0 0,0 1 0 0 0,0-1 0 0 0,0 0 0 0 0,1 1 1 0 0,-4 8-1 0 0,5-11-97 0 0,1 0 1 0 0,0 0-1 0 0,1 0 0 0 0,-1 0 1 0 0,0 0-1 0 0,1 0 1 0 0,0 0-1 0 0,0 0 1 0 0,0 0-1 0 0,0 1 0 0 0,0-1 1 0 0,0 0-1 0 0,1 0 1 0 0,-1 0-1 0 0,1 0 0 0 0,0 0 1 0 0,0 0-1 0 0,3 4 1 0 0,-1-2-107 0 0,0-1 0 0 0,0 0 0 0 0,0 0 0 0 0,1 0 0 0 0,-1 0 0 0 0,1-1 0 0 0,0 0 0 0 0,0 1 0 0 0,0-1 0 0 0,7 3 0 0 0,4 1-388 0 0,-1 0 0 0 0,1-1 1 0 0,1-1-1 0 0,-1 0 0 0 0,1-1 1 0 0,19 2-1 0 0,-16-4 398 0 0,-1-1-1 0 0,1 0 1 0 0,0-2 0 0 0,-1 0 0 0 0,1-1-1 0 0,-1-1 1 0 0,0-1 0 0 0,1-1-1 0 0,-2 0 1 0 0,21-9 0 0 0,-13 3 1170 0 0,0-2-1 0 0,0-1 1 0 0,-2 0-1 0 0,0-2 1 0 0,-1-1 0 0 0,24-22-1 0 0,25-21 4499 0 0,-69 59-4718 0 0,2 7-98 0 0,-4-6-602 0 0,0 0 0 0 0,0 0 1 0 0,0 1-1 0 0,1-1 0 0 0,-1 0 1 0 0,0 0-1 0 0,0 0 0 0 0,0 1 1 0 0,0-1-1 0 0,1 0 0 0 0,-1 0 1 0 0,0 1-1 0 0,0-1 0 0 0,0 0 0 0 0,0 0 1 0 0,0 1-1 0 0,0-1 0 0 0,0 0 1 0 0,0 1-1 0 0,0-1 0 0 0,0 0 1 0 0,0 0-1 0 0,0 1 0 0 0,0-1 1 0 0,0 0-1 0 0,0 1 0 0 0,0-1 1 0 0,0 0-1 0 0,0 0 0 0 0,0 1 1 0 0,0-1-1 0 0,-1 0 0 0 0,1 0 1 0 0,0 1-1 0 0,0-1 0 0 0,0 0 1 0 0,0 0-1 0 0,-1 1 0 0 0,-59 115 2269 0 0,33-66-1937 0 0,-25 63 1 0 0,51-110-352 0 0,-5 13-39 0 0,-7 29 1 0 0,12-41-147 0 0,1-1 0 0 0,-1 0 0 0 0,1 0-1 0 0,-1 1 1 0 0,1-1 0 0 0,0 0 0 0 0,0 0-1 0 0,0 1 1 0 0,1-1 0 0 0,-1 0 0 0 0,1 0 0 0 0,0 1-1 0 0,0-1 1 0 0,0 0 0 0 0,0 0 0 0 0,3 4 0 0 0,-3-6-178 0 0,0 0 1 0 0,0 0 0 0 0,0 0 0 0 0,0-1 0 0 0,0 1-1 0 0,1 0 1 0 0,-1-1 0 0 0,0 1 0 0 0,1-1 0 0 0,-1 1-1 0 0,0-1 1 0 0,1 1 0 0 0,-1-1 0 0 0,0 0 0 0 0,1 0-1 0 0,-1 0 1 0 0,0 0 0 0 0,1 0 0 0 0,-1 0 0 0 0,1 0 0 0 0,-1 0-1 0 0,0 0 1 0 0,1-1 0 0 0,-1 1 0 0 0,0-1 0 0 0,1 1-1 0 0,-1-1 1 0 0,0 1 0 0 0,2-2 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91 124 2180 0 0,'-1'-19'2116'0'0,"-3"3"-355"0"0,1 1-413 0 0,-2 3-136 0 0,-1-2-340 0 0,1 2-148 0 0,-3 0-196 0 0,2 3-56 0 0,0 3 192 0 0,-8-3-372 0 0,-7 12-932 0 0,9 6-2148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7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0 452 0 0,'7'35'6087'0'0,"5"24"-836"0"0,1 32-3000 0 0,-12-77-2055 0 0,-1-1-1 0 0,0 0 1 0 0,0 0-1 0 0,-1 1 1 0 0,-1-1-1 0 0,0 0 1 0 0,-1 0-1 0 0,-1 0 1 0 0,-5 13-1 0 0,5-19-84 0 0,0 0 1 0 0,0 0-1 0 0,-1-1 1 0 0,0 1-1 0 0,0-1 0 0 0,0 0 1 0 0,-1-1-1 0 0,0 0 0 0 0,0 0 1 0 0,-1 0-1 0 0,1 0 0 0 0,-9 3 1 0 0,4 0-6 0 0,10-8-99 0 0,0 1 1 0 0,1-1 0 0 0,-1 1 0 0 0,0-1 0 0 0,0 0 0 0 0,0 1 0 0 0,0-1 0 0 0,1 0-1 0 0,-1 1 1 0 0,0-1 0 0 0,0 0 0 0 0,0 0 0 0 0,0 0 0 0 0,0 0 0 0 0,-1 0-1 0 0,-1 0 14 0 0,0 0 39 0 0,-3 0 5 0 0,6 0-63 0 0,-1 0 0 0 0,0 0 0 0 0,1 0 0 0 0,-1 0 0 0 0,1 0 1 0 0,-1 0-1 0 0,1 0 0 0 0,-1 0 0 0 0,0 0 0 0 0,1 0 0 0 0,-1 0 0 0 0,1 0 0 0 0,-1 0 0 0 0,1 0 1 0 0,-1-1-1 0 0,0 1 0 0 0,1 0 0 0 0,-1 0 0 0 0,1-1 0 0 0,-1 1 0 0 0,1 0 0 0 0,-1-1 1 0 0,0 0-1 0 0,1-2 1 0 0,-1-1 1 0 0,1 0-1 0 0,-1 0 1 0 0,1 1-1 0 0,0-1 1 0 0,1 0-1 0 0,-1 0 1 0 0,1 1-1 0 0,-1-1 1 0 0,1 0-1 0 0,0 1 1 0 0,1-1-1 0 0,-1 1 1 0 0,0-1-1 0 0,1 1 1 0 0,3-6-1 0 0,7-10 10 0 0,21-27 0 0 0,-30 42-10 0 0,12-16-7 0 0,1 2 1 0 0,1 0 0 0 0,1 1 0 0 0,0 0-1 0 0,1 2 1 0 0,0 0 0 0 0,1 1-1 0 0,1 1 1 0 0,1 1 0 0 0,-1 1 0 0 0,2 1-1 0 0,24-7 1 0 0,-42 15-1 0 0,1 1 0 0 0,0 0-1 0 0,0 0 1 0 0,0 0 0 0 0,0 1 0 0 0,0 0 0 0 0,0 0-1 0 0,0 1 1 0 0,-1 0 0 0 0,1 0 0 0 0,0 0-1 0 0,0 1 1 0 0,0-1 0 0 0,-1 1 0 0 0,7 4 0 0 0,-9-5 3 0 0,0 1 0 0 0,0 0 0 0 0,-1 0 0 0 0,1 0 0 0 0,0 0 0 0 0,-1 0 0 0 0,1 1 0 0 0,-1-1 0 0 0,0 1 0 0 0,0 0 0 0 0,0-1 0 0 0,0 1 0 0 0,-1 0 0 0 0,1 0 0 0 0,-1 0 0 0 0,1 1 0 0 0,-1-1 0 0 0,0 0 1 0 0,-1 0-1 0 0,1 1 0 0 0,0-1 0 0 0,-1 0 0 0 0,0 1 0 0 0,0-1 0 0 0,0 0 0 0 0,0 1 0 0 0,-1 5 0 0 0,-2 9 78 0 0,-1-2 1 0 0,-1 1-1 0 0,-1 0 1 0 0,-12 26-1 0 0,-9 9-1049 0 0,-2-3-3920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7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163 276 312 0 0,'57'-260'15502'0'0,"-53"244"-14390"0"0,-6 24-392 0 0,-5 26 31 0 0,-36 237 2002 0 0,-21 101-815 0 0,24-199-1516 0 0,-24 117 226 0 0,63-289-657 0 0,1 1 1 0 0,-1 0-1 0 0,1 0 1 0 0,-1 0-1 0 0,1-1 1 0 0,0 1 0 0 0,0 0-1 0 0,0 0 1 0 0,0 0-1 0 0,0 0 1 0 0,0 0-1 0 0,0 0 1 0 0,1-1 0 0 0,-1 1-1 0 0,1 0 1 0 0,-1 0-1 0 0,1-1 1 0 0,0 1-1 0 0,0 0 1 0 0,0-1 0 0 0,0 1-1 0 0,0 0 1 0 0,0-1-1 0 0,0 1 1 0 0,0-1-1 0 0,0 0 1 0 0,3 2 0 0 0,-3-2-24 0 0,0-1 1 0 0,0 1-1 0 0,0-1 1 0 0,0 0 0 0 0,0 0-1 0 0,1 1 1 0 0,-1-1 0 0 0,0 0-1 0 0,0 0 1 0 0,0 0 0 0 0,0 0-1 0 0,0 0 1 0 0,0-1 0 0 0,0 1-1 0 0,1 0 1 0 0,-1 0 0 0 0,0-1-1 0 0,1 0 1 0 0,0 1-79 0 0,6-2-253 0 0,0-1 0 0 0,-1 1 0 0 0,0-1 0 0 0,0 0 0 0 0,1-1 0 0 0,-2 0 1 0 0,1 0-1 0 0,10-8 0 0 0,2-4-1569 0 0,23-24 0 0 0,15-27-5088 0 0,-28 30 358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7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18 1500 0 0,'-121'-17'8723'0'0,"106"17"-7482"0"0,21 4-241 0 0,24 6-351 0 0,119 20-1184 0 0,-47-9-4662 0 0,-48-12 220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47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43 5537 0 0,'-16'-5'3016'0'0,"6"2"-696"0"0,0-2 1132 0 0,-7-2-1111 0 0,1 0-849 0 0,4 0-584 0 0,3 2-804 0 0,-1 1-1080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0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256 109 244 0 0,'0'-2'2320'0'0,"-2"-8"-777"0"0,1 0 0 0 0,1 0 0 0 0,0 0 0 0 0,0 1 0 0 0,1-1 0 0 0,0 0 0 0 0,3-9 0 0 0,-2 8-429 0 0,-2 9-683 0 0,1-4 994 0 0,-2 22-549 0 0,-104 306 2200 0 0,34-117-2659 0 0,16-11-86 0 0,45-149-894 0 0,2-1 0 0 0,-3 65 0 0 0,11-108 502 0 0,0 43-1874 0 0,0-41 1579 0 0,1-1-1 0 0,-1 1 0 0 0,1 0 0 0 0,-1-1 0 0 0,1 1 1 0 0,0-1-1 0 0,0 1 0 0 0,0-1 0 0 0,0 1 0 0 0,1-1 0 0 0,-1 0 1 0 0,1 0-1 0 0,1 3 0 0 0,9-2-2899 0 0,8-17-4982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0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1 224 1264 0 0,'88'-213'15079'0'0,"-88"212"-15029"0"0,0 1 1 0 0,1-1 0 0 0,-1 1-1 0 0,0-1 1 0 0,0 1-1 0 0,0-1 1 0 0,0 1-1 0 0,0-1 1 0 0,1 1 0 0 0,-1-1-1 0 0,0 1 1 0 0,1 0-1 0 0,-1-1 1 0 0,0 1-1 0 0,1-1 1 0 0,-1 1 0 0 0,0 0-1 0 0,1-1 1 0 0,-1 1-1 0 0,0 0 1 0 0,1 0 0 0 0,-1-1-1 0 0,1 1 1 0 0,0-1-1 0 0,7 8 520 0 0,1 18 178 0 0,-5 6-353 0 0,-1 1 0 0 0,-2-1 1 0 0,-1 1-1 0 0,-6 53 0 0 0,2-49-267 0 0,-6 49 79 0 0,4-45 104 0 0,0 50 0 0 0,20-108-234 0 0,3-21-61 0 0,1 0 0 0 0,3 2-1 0 0,48-68 1 0 0,-50 80-31 0 0,2 1 0 0 0,0 1 1 0 0,2 1-1 0 0,0 1 0 0 0,1 1 0 0 0,28-17 0 0 0,-45 33 2 0 0,0 0 1 0 0,0 0-1 0 0,0 0 1 0 0,1 1-1 0 0,-1 1 1 0 0,1-1-1 0 0,0 1 1 0 0,0 0-1 0 0,0 1 1 0 0,13-2-1 0 0,-18 3 14 0 0,-1 1 0 0 0,1-1 1 0 0,0 0-1 0 0,0 1 0 0 0,0-1 0 0 0,-1 1 0 0 0,1 0 0 0 0,0 0 0 0 0,0 0 0 0 0,-1 0 0 0 0,1 0 1 0 0,-1 1-1 0 0,1-1 0 0 0,-1 1 0 0 0,0 0 0 0 0,0 0 0 0 0,0 0 0 0 0,0 0 0 0 0,0 0 0 0 0,0 0 0 0 0,0 0 1 0 0,0 0-1 0 0,-1 1 0 0 0,1-1 0 0 0,-1 1 0 0 0,0-1 0 0 0,0 1 0 0 0,0 0 0 0 0,0 0 0 0 0,0-1 0 0 0,-1 1 1 0 0,1 3-1 0 0,1 6-7 0 0,0-1 0 0 0,-1 0 1 0 0,-1 1-1 0 0,0-1 0 0 0,-1 0 0 0 0,-2 15 1 0 0,-19 67 338 0 0,16-72-804 0 0,1-1-1 0 0,0 1 1 0 0,2-1 0 0 0,0 1 0 0 0,0 30-1 0 0,3-49 189 0 0,1 1-1 0 0,-1 0 0 0 0,1-1 0 0 0,-1 1 0 0 0,1 0 0 0 0,0-1 0 0 0,0 1 0 0 0,0-1 1 0 0,0 1-1 0 0,1-1 0 0 0,-1 0 0 0 0,1 0 0 0 0,-1 1 0 0 0,3 1 0 0 0,-3-2-264 0 0,1-1-1 0 0,0 0 0 0 0,-1 1 0 0 0,1-1 1 0 0,0 0-1 0 0,0 0 0 0 0,0 0 0 0 0,0 0 1 0 0,0 0-1 0 0,0 0 0 0 0,3 0 0 0 0,13 1-5462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1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114 197 2792 0 0,'8'-11'2114'0'0,"-1"1"-1"0"0,0-1 1 0 0,-1 0-1 0 0,7-15 1 0 0,-13 25-2051 0 0,0 1 0 0 0,0 0 0 0 0,0-1 0 0 0,1 1 0 0 0,-1 0 0 0 0,0-1 0 0 0,0 1 0 0 0,0 0 0 0 0,0-1 0 0 0,0 1 0 0 0,0-1 0 0 0,0 1 0 0 0,0 0 0 0 0,0-1 1 0 0,0 1-1 0 0,0 0 0 0 0,0-1 0 0 0,0 1 0 0 0,0 0 0 0 0,0-1 0 0 0,0 1 0 0 0,0 0 0 0 0,-1-1 0 0 0,1 1 0 0 0,0 0 0 0 0,0-1 0 0 0,0 1 0 0 0,-1 0 0 0 0,1-1 0 0 0,0 1 0 0 0,0 0 0 0 0,-1 0 0 0 0,1-1 0 0 0,0 1 0 0 0,0 0 0 0 0,-1 0 0 0 0,1-1 1 0 0,0 1-1 0 0,-1 0 0 0 0,1 0 0 0 0,0 0 0 0 0,-1 0 0 0 0,1 0 0 0 0,0 0 0 0 0,-1-1 0 0 0,1 1 0 0 0,-1 0 0 0 0,0 0 32 0 0,-1 0 0 0 0,1 0 0 0 0,-1 0 0 0 0,1 0-1 0 0,0 0 1 0 0,-1 1 0 0 0,1-1 0 0 0,0 0 0 0 0,-1 1 0 0 0,1-1 0 0 0,0 1 0 0 0,-2 0 0 0 0,-5 5 99 0 0,1-1 1 0 0,-1 2 0 0 0,1-1 0 0 0,0 1 0 0 0,1 0-1 0 0,0 0 1 0 0,0 1 0 0 0,1-1 0 0 0,-6 12 0 0 0,1-1-81 0 0,0 1 0 0 0,2 1 1 0 0,-7 22-1 0 0,11-30-71 0 0,1-1-1 0 0,1 1 1 0 0,0 0 0 0 0,0 0-1 0 0,1 0 1 0 0,1 0-1 0 0,0 14 1 0 0,0-23-36 0 0,1-1 0 0 0,-1 1 0 0 0,0 0 0 0 0,1-1 0 0 0,0 1 0 0 0,-1-1 0 0 0,1 1 0 0 0,0-1 0 0 0,0 0 0 0 0,1 1 0 0 0,-1-1 0 0 0,0 0 0 0 0,1 0 0 0 0,0 0 0 0 0,-1 0 0 0 0,1 0 0 0 0,0 0 0 0 0,0 0 0 0 0,0 0 0 0 0,0-1 0 0 0,0 1 0 0 0,0-1 0 0 0,1 0 0 0 0,-1 1 0 0 0,0-1 0 0 0,1 0 0 0 0,-1 0 0 0 0,1-1 0 0 0,-1 1 0 0 0,1 0 0 0 0,-1-1 0 0 0,1 0 0 0 0,0 1 0 0 0,-1-1 0 0 0,1 0 0 0 0,-1 0 0 0 0,1-1 0 0 0,4 0 0 0 0,3 0-6 0 0,0-2 1 0 0,-1 1-1 0 0,1-1 1 0 0,-1-1-1 0 0,1 1 1 0 0,-1-2-1 0 0,0 1 1 0 0,-1-1-1 0 0,1-1 1 0 0,-1 1-1 0 0,0-2 1 0 0,0 1-1 0 0,-1-1 1 0 0,0 0-1 0 0,0 0 1 0 0,0-1-1 0 0,10-16 1 0 0,-7 8-5 0 0,-1 0 1 0 0,0 0-1 0 0,-1-1 1 0 0,-1 0 0 0 0,0 0-1 0 0,-2-1 1 0 0,0 0-1 0 0,5-34 1 0 0,-9 44-4 0 0,0 0-1 0 0,-1 0 1 0 0,-1 0-1 0 0,1 0 1 0 0,-1 0 0 0 0,0 0-1 0 0,-1 0 1 0 0,0 0 0 0 0,0 1-1 0 0,-1-1 1 0 0,-5-9 0 0 0,6 12 5 0 0,0 1 0 0 0,-1 0 0 0 0,0 0 0 0 0,0 0 0 0 0,0 0 0 0 0,0 1 1 0 0,-1-1-1 0 0,0 1 0 0 0,1 0 0 0 0,-1 0 0 0 0,0 0 0 0 0,0 0 0 0 0,-1 1 1 0 0,1 0-1 0 0,0-1 0 0 0,-1 2 0 0 0,0-1 0 0 0,1 0 0 0 0,-8 0 1 0 0,7 1-90 0 0,1 0 1 0 0,0 1-1 0 0,-1-1 1 0 0,1 1 0 0 0,-1 0-1 0 0,1 0 1 0 0,0 1-1 0 0,-1 0 1 0 0,1-1 0 0 0,0 1-1 0 0,0 1 1 0 0,-1-1-1 0 0,1 1 1 0 0,0-1 0 0 0,0 1-1 0 0,0 0 1 0 0,1 1-1 0 0,-1-1 1 0 0,0 1 0 0 0,1-1-1 0 0,-7 7 1 0 0,10-8-7 0 0,-1-1 1 0 0,1 1 0 0 0,0 0-1 0 0,-1-1 1 0 0,1 1-1 0 0,0 0 1 0 0,-1-1 0 0 0,1 1-1 0 0,0 0 1 0 0,0-1-1 0 0,-1 1 1 0 0,1 0 0 0 0,0 0-1 0 0,0-1 1 0 0,0 1 0 0 0,0 0-1 0 0,0 0 1 0 0,0-1-1 0 0,0 1 1 0 0,0 0 0 0 0,0-1-1 0 0,1 1 1 0 0,-1 0-1 0 0,0 0 1 0 0,0-1 0 0 0,1 1-1 0 0,-1 0 1 0 0,0-1-1 0 0,1 1 1 0 0,-1 0 0 0 0,1-1-1 0 0,-1 1 1 0 0,1-1 0 0 0,-1 1-1 0 0,1-1 1 0 0,-1 1-1 0 0,1-1 1 0 0,-1 1 0 0 0,2 0-1 0 0,1 1-713 0 0,-1-1-1 0 0,1 1 1 0 0,0-1-1 0 0,0 1 1 0 0,0-1 0 0 0,1 0-1 0 0,2 1 1 0 0,11 0-5080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1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200 184 276 0 0,'19'-30'5675'0'0,"0"0"0"0"0,24-59 1 0 0,-24 56-2538 0 0,-18 31-2745 0 0,-1 13 585 0 0,-9 28-74 0 0,-1 0 0 0 0,-1-1 0 0 0,-19 41-1 0 0,12-33-506 0 0,-45 116 447 0 0,-70 206 159 0 0,129-354-1027 0 0,-15 61-629 0 0,17-69 214 0 0,2 0 0 0 0,-1 0 0 0 0,0 0 0 0 0,1 1 0 0 0,0-1 0 0 0,1 0 0 0 0,0 0 0 0 0,-1 0 0 0 0,2 0 0 0 0,1 6 0 0 0,-3-11 89 0 0,22 9-9106 0 0,-21-10 9106 0 0,0-1 0 0 0,0 1 0 0 0,0 0-1 0 0,0-1 1 0 0,1 1 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2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164 260 2068 0 0,'-163'-86'16302'0'0,"177"82"-15806"0"0,2 2-350 0 0,-1 1 1 0 0,29 3-1 0 0,-3 0-30 0 0,133 0 108 0 0,246-10-159 0 0,-389 4-128 0 0,59-13 1 0 0,-81 15 54 0 0,0-1 1 0 0,-1 0-1 0 0,1-1 0 0 0,-1 1 1 0 0,0-2-1 0 0,0 1 1 0 0,0-1-1 0 0,0 0 1 0 0,-1-1-1 0 0,0 0 0 0 0,8-7 1 0 0,-14 11 6 0 0,1 0 1 0 0,0 0-1 0 0,-1 0 1 0 0,1-1-1 0 0,-1 1 1 0 0,0 0-1 0 0,1 0 1 0 0,-1-1-1 0 0,-1 1 1 0 0,1-1-1 0 0,0 1 1 0 0,0-1 0 0 0,-1 1-1 0 0,1-1 1 0 0,-1 1-1 0 0,0-1 1 0 0,0 0-1 0 0,0 1 1 0 0,0-1-1 0 0,0 1 1 0 0,-2-5-1 0 0,1 5 10 0 0,1 0 0 0 0,-1 1-1 0 0,0-1 1 0 0,0 0 0 0 0,0 1-1 0 0,-1-1 1 0 0,1 1 0 0 0,0 0-1 0 0,0-1 1 0 0,-1 1 0 0 0,1 0-1 0 0,-1 0 1 0 0,1 0 0 0 0,-1 0 0 0 0,0 0-1 0 0,1 0 1 0 0,-1 0 0 0 0,0 0-1 0 0,0 1 1 0 0,1-1 0 0 0,-1 1-1 0 0,0-1 1 0 0,0 1 0 0 0,0 0-1 0 0,0 0 1 0 0,0 0 0 0 0,0 0-1 0 0,-3 0 1 0 0,0 1 12 0 0,-1 0 0 0 0,1 0 0 0 0,0 1 0 0 0,-1-1 0 0 0,1 1 0 0 0,0 0 0 0 0,0 1 0 0 0,0-1 0 0 0,1 1 0 0 0,-1 0 0 0 0,0 0 0 0 0,1 0 0 0 0,0 1 0 0 0,0 0 0 0 0,-4 4 0 0 0,-7 8 83 0 0,2 1-1 0 0,-17 25 1 0 0,6-3 76 0 0,1 2-1 0 0,3 0 1 0 0,1 1 0 0 0,-17 58-1 0 0,-38 185 408 0 0,53-194-462 0 0,17-75-74 0 0,3-8 74 0 0,-1 1 1 0 0,-1-1-1 0 0,-5 13 1 0 0,8-19 12 0 0,-1-4-133 0 0,1 0-1 0 0,0 1 1 0 0,0-1-1 0 0,0 1 1 0 0,0-1-1 0 0,0 0 1 0 0,1 1-1 0 0,-1-1 1 0 0,0 0-1 0 0,1 1 0 0 0,-1-1 1 0 0,1 1-1 0 0,0-3 1 0 0,1 1-2 0 0,5-21-15 0 0,3 0 0 0 0,0 0 0 0 0,1 1 0 0 0,1 0 1 0 0,1 1-1 0 0,1 1 0 0 0,1 0 0 0 0,33-35 0 0 0,-34 41 3 0 0,1 1-1 0 0,0 1 0 0 0,1 0 1 0 0,1 1-1 0 0,0 1 0 0 0,0 0 1 0 0,2 2-1 0 0,-1 0 1 0 0,1 1-1 0 0,0 0 0 0 0,32-7 1 0 0,-46 14 4 0 0,-1 0 1 0 0,1 1 0 0 0,0-1-1 0 0,0 1 1 0 0,-1 0-1 0 0,1 0 1 0 0,0 0 0 0 0,0 1-1 0 0,-1 0 1 0 0,1 0 0 0 0,-1 0-1 0 0,1 0 1 0 0,-1 1-1 0 0,7 3 1 0 0,-8-3 7 0 0,0 0 0 0 0,0 0 0 0 0,0 0 0 0 0,-1 0 0 0 0,1 1 0 0 0,-1-1 0 0 0,0 1 0 0 0,1 0 1 0 0,-1 0-1 0 0,0 0 0 0 0,-1 0 0 0 0,1 0 0 0 0,0 0 0 0 0,-1 0 0 0 0,0 1 0 0 0,0-1 0 0 0,0 1 0 0 0,0-1 0 0 0,1 7 0 0 0,-1 4 38 0 0,-1 0 1 0 0,0 0-1 0 0,0 1 0 0 0,-2-1 1 0 0,0-1-1 0 0,0 1 0 0 0,-8 24 1 0 0,-43 93 182 0 0,10-25-98 0 0,42-105-123 0 0,1-1 0 0 0,0 1-1 0 0,0 0 1 0 0,0 0 0 0 0,-1 0-1 0 0,1 0 1 0 0,0-1 0 0 0,0 1 0 0 0,0 0-1 0 0,0 0 1 0 0,0 0 0 0 0,1 0-1 0 0,-1-1 1 0 0,0 1 0 0 0,0 0-1 0 0,0 0 1 0 0,1 0 0 0 0,-1-1-1 0 0,0 1 1 0 0,1 0 0 0 0,-1 0-1 0 0,1-1 1 0 0,-1 1 0 0 0,1 0-1 0 0,-1-1 1 0 0,1 1 0 0 0,-1-1-1 0 0,1 1 1 0 0,0-1 0 0 0,-1 1-1 0 0,1-1 1 0 0,0 1 0 0 0,0-1-1 0 0,-1 1 1 0 0,1-1 0 0 0,0 0-1 0 0,0 1 1 0 0,-1-1 0 0 0,1 0-1 0 0,0 0 1 0 0,0 0 0 0 0,0 0-1 0 0,1 1 1 0 0,3-1 3 0 0,0 1 0 0 0,0-1 1 0 0,0 0-1 0 0,0 0 0 0 0,7-1 0 0 0,17-4-30 0 0,0-2 1 0 0,0-1-1 0 0,-1-1 1 0 0,0-2-1 0 0,-1 0 0 0 0,46-28 1 0 0,-22 8-70 0 0,-2-3 1 0 0,62-54 0 0 0,-17-3-9 0 0,-81 76 84 0 0,0-1 0 0 0,-2 0 0 0 0,1-1 0 0 0,12-25 0 0 0,-22 37 6 0 0,-1 1 0 0 0,1 0-1 0 0,0-1 1 0 0,-1 1 0 0 0,2-8 0 0 0,-3 10 12 0 0,0 0 1 0 0,0 1 0 0 0,0-1-1 0 0,0 0 1 0 0,-1 0-1 0 0,1 1 1 0 0,0-1-1 0 0,-1 0 1 0 0,1 1 0 0 0,-1-1-1 0 0,1 0 1 0 0,-1 1-1 0 0,0-1 1 0 0,1 1 0 0 0,-1-1-1 0 0,0 1 1 0 0,-1-2-1 0 0,0 3 2 0 0,0-1-1 0 0,0 0 0 0 0,0 1 0 0 0,0-1 0 0 0,0 1 0 0 0,0 0 1 0 0,0-1-1 0 0,1 1 0 0 0,-1 0 0 0 0,0 0 0 0 0,0 1 0 0 0,0-1 1 0 0,0 0-1 0 0,0 0 0 0 0,-4 2 0 0 0,-1 1 3 0 0,-1-1 0 0 0,1 2 0 0 0,0-1 0 0 0,-1 1 0 0 0,1 0 0 0 0,1 0 0 0 0,-1 1-1 0 0,-6 6 1 0 0,-7 7 13 0 0,-18 21 0 0 0,27-27-13 0 0,1 1-1 0 0,1 0 1 0 0,0 0 0 0 0,1 1-1 0 0,-10 20 1 0 0,15-28 3 0 0,1 0 1 0 0,-1 0-1 0 0,1 0 0 0 0,0 1 1 0 0,1-1-1 0 0,0 0 1 0 0,0 1-1 0 0,0-1 0 0 0,1 1 1 0 0,0-1-1 0 0,0 0 0 0 0,0 1 1 0 0,1-1-1 0 0,0 1 0 0 0,1-1 1 0 0,1 7-1 0 0,-1-9-3 0 0,0 0 0 0 0,1 1 0 0 0,0-1 1 0 0,0 0-1 0 0,0 0 0 0 0,0-1 0 0 0,0 1 0 0 0,1-1 0 0 0,-1 0 0 0 0,1 1 0 0 0,0-2 0 0 0,0 1 0 0 0,0 0 1 0 0,1-1-1 0 0,-1 0 0 0 0,1 0 0 0 0,-1 0 0 0 0,1 0 0 0 0,-1-1 0 0 0,1 0 0 0 0,0 0 0 0 0,0 0 1 0 0,0 0-1 0 0,0-1 0 0 0,5 0 0 0 0,6 0-5 0 0,-1 0 0 0 0,1-2 1 0 0,-1 0-1 0 0,1 0 0 0 0,-1-2 1 0 0,24-8-1 0 0,-17 3-17 0 0,0-1 0 0 0,0-1 0 0 0,0-1 0 0 0,-2-1 0 0 0,0-1 0 0 0,0-1 0 0 0,-1 0 0 0 0,-1-2 0 0 0,-1 0 0 0 0,0-1 0 0 0,-1-1 0 0 0,-1 0 0 0 0,-1-1 0 0 0,20-37 0 0 0,-31 50 9 0 0,1-1 0 0 0,-1 0 0 0 0,-1 1 1 0 0,0-1-1 0 0,2-10 0 0 0,-4 15 5 0 0,1-1 0 0 0,-1 1 1 0 0,0-1-1 0 0,0 0 0 0 0,0 1 1 0 0,-1-1-1 0 0,1 1 0 0 0,-1-1 1 0 0,0 1-1 0 0,0-1 0 0 0,0 1 1 0 0,-1-1-1 0 0,-2-4 0 0 0,1 5 5 0 0,2 1-2 0 0,-1 1 1 0 0,1-1-1 0 0,-1 1 0 0 0,0-1 1 0 0,1 1-1 0 0,-1 0 1 0 0,0 0-1 0 0,0 0 0 0 0,0 0 1 0 0,0 0-1 0 0,0 0 1 0 0,0 0-1 0 0,0 1 0 0 0,0-1 1 0 0,0 1-1 0 0,-1-1 1 0 0,1 1-1 0 0,0 0 1 0 0,0 0-1 0 0,0 0 0 0 0,0 0 1 0 0,-1 0-1 0 0,1 1 1 0 0,0-1-1 0 0,0 1 0 0 0,0-1 1 0 0,0 1-1 0 0,0 0 1 0 0,0 0-1 0 0,-3 1 0 0 0,3-1 5 0 0,0-1-5 0 0,1 1 1 0 0,-1-1 0 0 0,0 1-1 0 0,0 0 1 0 0,0 0 0 0 0,1 0-1 0 0,-1 0 1 0 0,0 0 0 0 0,1 0-1 0 0,-1 1 1 0 0,1-1 0 0 0,-1 0 0 0 0,1 1-1 0 0,0-1 1 0 0,-1 1 0 0 0,1-1-1 0 0,0 1 1 0 0,0 0 0 0 0,-1 2-1 0 0,1-3 0 0 0,1 1 0 0 0,-1-1 0 0 0,0 0 0 0 0,1 1 0 0 0,-1-1 0 0 0,1 1 0 0 0,0-1 0 0 0,-1 1-1 0 0,1-1 1 0 0,0 1 0 0 0,0-1 0 0 0,0 1 0 0 0,0-1 0 0 0,0 1 0 0 0,0-1 0 0 0,0 1-1 0 0,1-1 1 0 0,-1 1 0 0 0,0-1 0 0 0,1 1 0 0 0,0-1 0 0 0,0 3 0 0 0,1-2-1 0 0,0 1 1 0 0,0-1-1 0 0,0 1 1 0 0,1-1-1 0 0,-1 0 1 0 0,0 0-1 0 0,1 0 1 0 0,0 0-1 0 0,-1 0 1 0 0,5 1-1 0 0,3 2 1 0 0,0 0-1 0 0,1-1 0 0 0,0-1 1 0 0,0 1-1 0 0,13 1 0 0 0,4-2 13 0 0,48-2-1 0 0,1 1 8 0 0,-74-1 7 0 0,0-1-2 0 0,7 0-8 0 0,-7 0 0 0 0,-28 24 44 0 0,-1-2 6 0 0,1 0 1 0 0,1 2-1 0 0,1 1 0 0 0,1 0 1 0 0,1 2-1 0 0,1 0 1 0 0,-28 55-1 0 0,46-79-85 0 0,1-1 0 0 0,0 1-1 0 0,-1 0 1 0 0,1 0 0 0 0,0 0 0 0 0,1 0-1 0 0,-1 1 1 0 0,1-1 0 0 0,-1 0 0 0 0,1 0-1 0 0,0 0 1 0 0,0 0 0 0 0,0 1-1 0 0,0-1 1 0 0,1 0 0 0 0,-1 0 0 0 0,1 0-1 0 0,0 0 1 0 0,0 0 0 0 0,3 5 0 0 0,-1-3-147 0 0,0-1 1 0 0,0 0 0 0 0,0 0 0 0 0,1-1 0 0 0,0 1-1 0 0,0-1 1 0 0,0 0 0 0 0,0 0 0 0 0,1 0 0 0 0,-1 0-1 0 0,1-1 1 0 0,5 3 0 0 0,9 3-1428 0 0,0-1 0 0 0,37 10-1 0 0,9-6-5514 0 0,-26-7 446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234 120 344 0 0,'-10'-18'3474'0'0,"-2"1"1"0"0,-1 1-1 0 0,0 0 1 0 0,-16-15-1 0 0,27 29-2914 0 0,-13 2 1281 0 0,11 3-1630 0 0,1 1 0 0 0,-1-1 1 0 0,1 1-1 0 0,0 0 1 0 0,1 0-1 0 0,-1 0 1 0 0,1 0-1 0 0,-4 7 0 0 0,-16 43 828 0 0,18-42-818 0 0,-18 44 324 0 0,2 2-1 0 0,-19 94 1 0 0,38-148-534 0 0,0 0 0 0 0,1 0 0 0 0,0 0 1 0 0,0 0-1 0 0,0 0 0 0 0,0 0 0 0 0,0 0 0 0 0,1 0 1 0 0,0 0-1 0 0,0 0 0 0 0,0 0 0 0 0,0 0 0 0 0,0-1 0 0 0,1 1 1 0 0,0 0-1 0 0,0-1 0 0 0,3 5 0 0 0,-3-6-30 0 0,0 1 0 0 0,1-1 0 0 0,-1 0 0 0 0,1 0 0 0 0,-1-1 0 0 0,1 1 0 0 0,0 0 0 0 0,0-1 0 0 0,0 0 0 0 0,0 1 0 0 0,0-1 0 0 0,0 0 0 0 0,0-1 0 0 0,1 1 0 0 0,-1-1 0 0 0,0 1 0 0 0,0-1 1 0 0,0 0-1 0 0,1 0 0 0 0,-1 0 0 0 0,0-1 0 0 0,4 0 0 0 0,4-1-89 0 0,-1-1 0 0 0,1 0 0 0 0,-1-1 0 0 0,0 0 0 0 0,0 0 1 0 0,0-1-1 0 0,-1-1 0 0 0,1 0 0 0 0,-1 0 0 0 0,11-10 0 0 0,8-9-174 0 0,41-46-1 0 0,8-27-21 0 0,-30 37 218 0 0,-43 55 69 0 0,4-5 86 0 0,-7 11-67 0 0,-1 0 0 0 0,0 0 0 0 0,0 0 0 0 0,1 0 0 0 0,-1 0 0 0 0,0 0 0 0 0,0 0 0 0 0,0 0 0 0 0,1 0 0 0 0,-1 0 0 0 0,0 0 1 0 0,0 0-1 0 0,1 0 0 0 0,-1 0 0 0 0,0 0 0 0 0,0 0 0 0 0,0 0 0 0 0,1 0 0 0 0,-1 0 0 0 0,0 0 0 0 0,0 0 0 0 0,0 1 0 0 0,1-1 0 0 0,-1 0 0 0 0,0 0 0 0 0,0 0 0 0 0,0 0 0 0 0,1 0 0 0 0,-1 1 1 0 0,0-1-1 0 0,0 0 0 0 0,0 0 0 0 0,0 0 0 0 0,0 1 0 0 0,0-1 0 0 0,0 0 0 0 0,1 0 0 0 0,-1 0 0 0 0,0 1 0 0 0,0-1 0 0 0,0 0 0 0 0,0 0 0 0 0,0 1 0 0 0,0-1 0 0 0,0 0 0 0 0,0 0 0 0 0,0 1 0 0 0,0-1 1 0 0,0 0-1 0 0,0 0 0 0 0,0 1 0 0 0,0 3 27 0 0,0 0 0 0 0,0 0 0 0 0,0 0 0 0 0,-1 0 0 0 0,1 0 0 0 0,-1 0 0 0 0,0 0 1 0 0,0 0-1 0 0,-3 6 0 0 0,-2 13 85 0 0,2-6-43 0 0,-1 9 27 0 0,-1 29-1 0 0,5-47-73 0 0,1-1 0 0 0,0 1-1 0 0,1 0 1 0 0,0-1-1 0 0,0 1 1 0 0,0-1 0 0 0,1 1-1 0 0,4 10 1 0 0,-4-14-19 0 0,0-1 0 0 0,-1 1 1 0 0,1-1-1 0 0,0 0 0 0 0,1 0 1 0 0,-1 0-1 0 0,1 0 0 0 0,-1 0 0 0 0,1 0 1 0 0,0-1-1 0 0,0 0 0 0 0,0 1 1 0 0,0-1-1 0 0,0 0 0 0 0,0 0 1 0 0,1-1-1 0 0,-1 1 0 0 0,1-1 0 0 0,0 1 1 0 0,-1-1-1 0 0,1 0 0 0 0,0-1 1 0 0,-1 1-1 0 0,1-1 0 0 0,0 1 0 0 0,0-1 1 0 0,0 0-1 0 0,-1-1 0 0 0,7 0 1 0 0,1-1 8 0 0,-1 0 1 0 0,1-1-1 0 0,0 0 0 0 0,-1-1 1 0 0,1 0-1 0 0,-1 0 1 0 0,0-1-1 0 0,17-12 1 0 0,-15 7-26 0 0,1 0 1 0 0,-2-1-1 0 0,1-1 1 0 0,-2 1-1 0 0,1-2 1 0 0,-2 0 0 0 0,15-24-1 0 0,-11 14-10 0 0,-1-1 1 0 0,-1-1-1 0 0,15-48 0 0 0,-23 62 12 0 0,-1 0 1 0 0,0 0-1 0 0,0 0 1 0 0,-1-1-1 0 0,0 1 1 0 0,-1-1-1 0 0,0 1 1 0 0,-4-18-1 0 0,4 27 3 0 0,0 0-1 0 0,-1 0 1 0 0,0 0 0 0 0,1 0-1 0 0,-1 0 1 0 0,0 0 0 0 0,0 1-1 0 0,0-1 1 0 0,0 0 0 0 0,0 1-1 0 0,0-1 1 0 0,-1 0 0 0 0,-1-1-1 0 0,2 3 6 0 0,1-1 0 0 0,-1 1-1 0 0,1-1 1 0 0,-1 1 0 0 0,0 0 0 0 0,1 0-1 0 0,-1-1 1 0 0,0 1 0 0 0,1 0 0 0 0,-1 0-1 0 0,0 0 1 0 0,1-1 0 0 0,-1 1 0 0 0,0 0-1 0 0,1 0 1 0 0,-1 0 0 0 0,0 0 0 0 0,1 0-1 0 0,-1 1 1 0 0,0-1 0 0 0,0 0-1 0 0,1 0 1 0 0,-1 0 0 0 0,0 1 0 0 0,1-1-1 0 0,-1 0 1 0 0,1 1 0 0 0,-1-1 0 0 0,0 0-1 0 0,1 1 1 0 0,-1-1 0 0 0,1 1 0 0 0,-1-1-1 0 0,1 1 1 0 0,-1-1 0 0 0,1 1 0 0 0,-1-1-1 0 0,1 1 1 0 0,-1 0 0 0 0,1 0-45 0 0,0 1 0 0 0,-1-1 1 0 0,1 1-1 0 0,0-1 0 0 0,0 0 0 0 0,-1 1 1 0 0,1-1-1 0 0,1 1 0 0 0,-1-1 1 0 0,0 0-1 0 0,0 1 0 0 0,0-1 0 0 0,1 1 1 0 0,-1-1-1 0 0,0 0 0 0 0,1 1 0 0 0,0-1 1 0 0,-1 0-1 0 0,1 0 0 0 0,0 1 0 0 0,-1-1 1 0 0,1 0-1 0 0,0 0 0 0 0,0 0 1 0 0,0 0-1 0 0,1 1 0 0 0,7 5-369 0 0,0 1-1 0 0,0-2 1 0 0,0 0 0 0 0,1 0 0 0 0,0 0-1 0 0,0-1 1 0 0,0-1 0 0 0,1 0-1 0 0,0 0 1 0 0,15 3 0 0 0,-4-3 4 0 0,1 0-1 0 0,-1-1 1 0 0,1-2 0 0 0,29-1-1 0 0,-45 0 585 0 0,0 0 0 0 0,1-1 0 0 0,-1-1 0 0 0,0 1 0 0 0,1-1 0 0 0,-1 0 0 0 0,0 0 0 0 0,0-1 0 0 0,0 0 0 0 0,-1-1 0 0 0,1 1 0 0 0,-1-1 0 0 0,0 0 0 0 0,0-1 0 0 0,9-8 1443 0 0,-29 16-1023 0 0,9 0-438 0 0,0 1-1 0 0,0 0 1 0 0,1 1 0 0 0,-1-1 0 0 0,1 1 0 0 0,0 0 0 0 0,1 0 0 0 0,-7 10 0 0 0,3-4 55 0 0,-6 7-50 0 0,2 0 0 0 0,0 1 0 0 0,1 0 0 0 0,1 0 0 0 0,0 1 0 0 0,2 1 0 0 0,-10 41 0 0 0,16-57-154 0 0,0-1 0 0 0,1 0 0 0 0,0 1 0 0 0,0-1 0 0 0,0 0 0 0 0,0 1 0 0 0,1-1 0 0 0,-1 1 0 0 0,1-1 0 0 0,0 0 0 0 0,1 0 0 0 0,-1 0 0 0 0,1 1 0 0 0,-1-1 0 0 0,1-1 0 0 0,1 1 0 0 0,3 5 1 0 0,-3-5 9 0 0,1 0 0 0 0,0 0 0 0 0,0 0 0 0 0,1-1 0 0 0,-1 0-1 0 0,1 0 1 0 0,0 0 0 0 0,0 0 0 0 0,0-1 0 0 0,0 0 0 0 0,0 0 0 0 0,7 2 0 0 0,2-1 11 0 0,-1-1 0 0 0,1 0-1 0 0,0-1 1 0 0,0 0 0 0 0,0-1-1 0 0,0-1 1 0 0,0 0-1 0 0,-1-1 1 0 0,1 0 0 0 0,15-6-1 0 0,-12 2-33 0 0,0-1 0 0 0,0 0 0 0 0,0-2 0 0 0,-1 0-1 0 0,-1 0 1 0 0,0-2 0 0 0,0 0 0 0 0,-1-1 0 0 0,0 0 0 0 0,14-17-1 0 0,-21 20 1 0 0,1 0 1 0 0,-2 0-1 0 0,1-1 0 0 0,-1 0 0 0 0,-1-1 0 0 0,0 1 0 0 0,5-17 0 0 0,-7 19 5 0 0,-1 0 0 0 0,-1 0 0 0 0,0 0-1 0 0,0 0 1 0 0,0 0 0 0 0,-1 0 0 0 0,0-1-1 0 0,-1 1 1 0 0,0 0 0 0 0,0 0 0 0 0,-3-12 0 0 0,1 14-5 0 0,1-1 1 0 0,-1 0 0 0 0,0 1 0 0 0,0 0 0 0 0,-1 0 0 0 0,0 0 0 0 0,0 0 0 0 0,0 0 0 0 0,-1 1 0 0 0,0 0 0 0 0,0 0 0 0 0,0 0 0 0 0,-7-4 0 0 0,4 3 16 0 0,-1 1 0 0 0,1 0 1 0 0,-2 0-1 0 0,1 1 0 0 0,0 0 0 0 0,-1 1 0 0 0,0 0 0 0 0,-17-3 1 0 0,16 4-23 0 0,1 1 1 0 0,-1 0 0 0 0,0 1 0 0 0,1 1 0 0 0,-1-1 0 0 0,1 2-1 0 0,-1-1 1 0 0,-14 5 0 0 0,18-4-40 0 0,0 1 0 0 0,0 0 1 0 0,1 0-1 0 0,-1 0 0 0 0,1 1 0 0 0,-1 0 0 0 0,1 0 1 0 0,0 0-1 0 0,1 1 0 0 0,-1 0 0 0 0,1 0 0 0 0,-6 8 0 0 0,8-10-123 0 0,1 0-1 0 0,0 0 1 0 0,0 0-1 0 0,0 0 0 0 0,1 1 1 0 0,-1-1-1 0 0,1 0 1 0 0,0 1-1 0 0,0-1 0 0 0,0 1 1 0 0,0-1-1 0 0,0 1 1 0 0,1 0-1 0 0,0-1 0 0 0,0 1 1 0 0,0 0-1 0 0,0 3 1 0 0,1-3-308 0 0,0 0 1 0 0,0-1-1 0 0,0 0 0 0 0,0 1 1 0 0,1-1-1 0 0,-1 0 1 0 0,3 4-1 0 0,-1-2-963 0 0,0-1 0 0 0,1 0 0 0 0,0 0 0 0 0,7 7 0 0 0,3 1-4938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98 2300 0 0,'3'-96'14726'0'0,"-3"94"-14230"0"0,5 11 534 0 0,7 19-475 0 0,-1 0 1 0 0,-1 1-1 0 0,-1 0 1 0 0,-2 0-1 0 0,-1 1 1 0 0,2 35-1 0 0,-4-33-264 0 0,5 63 8 0 0,-9-87-97 0 0,0 1-1 0 0,0-1 1 0 0,-1 1 0 0 0,0-1-1 0 0,-1 0 1 0 0,0 1 0 0 0,0-1-1 0 0,-6 13 1 0 0,7-20-130 0 0,0 1 0 0 0,0 0 1 0 0,0-1-1 0 0,0 1 0 0 0,0 0 0 0 0,0-1 1 0 0,0 0-1 0 0,0 1 0 0 0,-1-1 0 0 0,1 0 0 0 0,-1 1 1 0 0,1-1-1 0 0,-1 0 0 0 0,-2 1 0 0 0,3-1-43 0 0,0-1 0 0 0,0 0 0 0 0,0 1-1 0 0,-1-1 1 0 0,1 0 0 0 0,0 0 0 0 0,0 0-1 0 0,0 0 1 0 0,0 0 0 0 0,0 0-1 0 0,0 0 1 0 0,0-1 0 0 0,0 1 0 0 0,0 0-1 0 0,0-1 1 0 0,0 1 0 0 0,0 0 0 0 0,0-1-1 0 0,-1 0 1 0 0,-1-1-4 0 0,1 1 0 0 0,0-1 1 0 0,0 0-1 0 0,0 0 0 0 0,0 0 0 0 0,0 0 0 0 0,1-1 0 0 0,-1 1 0 0 0,0 0 1 0 0,1-1-1 0 0,0 1 0 0 0,0-1 0 0 0,0 1 0 0 0,0-1 0 0 0,0 0 0 0 0,0 1 1 0 0,0-6-1 0 0,0 0-31 0 0,0 1-1 0 0,1-1 1 0 0,0 1 0 0 0,1-1 0 0 0,0 1 0 0 0,0-1-1 0 0,0 1 1 0 0,1 0 0 0 0,0-1 0 0 0,0 1 0 0 0,1 0-1 0 0,5-10 1 0 0,-3 8 13 0 0,1 1 0 0 0,0 0 0 0 0,0 0 0 0 0,1 0 0 0 0,0 1 0 0 0,0-1 0 0 0,1 2 0 0 0,12-10 0 0 0,-4 6-405 0 0,0 1 0 0 0,0 1 0 0 0,0 0 1 0 0,1 1-1 0 0,0 1 0 0 0,1 0 0 0 0,-1 1 1 0 0,1 1-1 0 0,36-3 0 0 0,-9 7-2203 0 0,0 2-1 0 0,-1 2 0 0 0,0 2 1 0 0,57 15-1 0 0,-27-6-1032 0 0,-30-6-280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4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553 667 224 0 0,'2'-1'352'0'0,"-1"-1"1"0"0,0 1-1 0 0,0 0 1 0 0,0-1-1 0 0,0 1 1 0 0,0 0-1 0 0,-1-1 1 0 0,1 1-1 0 0,0-1 0 0 0,0 1 1 0 0,-1-1-1 0 0,1 1 1 0 0,-1-1-1 0 0,0 0 1 0 0,1 1-1 0 0,-1-1 1 0 0,0 0-1 0 0,0 1 0 0 0,0-1 1 0 0,0 0-1 0 0,-1-2 1 0 0,0 1 54 0 0,0-1 0 0 0,0 1 0 0 0,0 0 0 0 0,-1-1 0 0 0,0 1 0 0 0,1 0 1 0 0,-1 0-1 0 0,0 0 0 0 0,-5-4 0 0 0,-2-2 414 0 0,0 0-1 0 0,0 1 1 0 0,-1 0 0 0 0,-20-11-1 0 0,20 13-555 0 0,1 2 1 0 0,-1-1-1 0 0,1 1 0 0 0,-2 1 1 0 0,1 0-1 0 0,0 0 0 0 0,0 1 1 0 0,-1 0-1 0 0,1 1 0 0 0,-1 0 1 0 0,1 1-1 0 0,-1 0 0 0 0,0 0 0 0 0,-17 4 1 0 0,15-1-166 0 0,0 1 1 0 0,-1 0-1 0 0,2 1 0 0 0,-1 1 1 0 0,1 0-1 0 0,-1 0 0 0 0,2 1 1 0 0,-1 1-1 0 0,1 0 1 0 0,-19 18-1 0 0,12-9-6 0 0,1 1 0 0 0,0 1 0 0 0,2 1 0 0 0,0 0 0 0 0,-20 38-1 0 0,29-48-65 0 0,1 1 0 0 0,1 0 0 0 0,-1 0-1 0 0,2 0 1 0 0,-1 0 0 0 0,2 1 0 0 0,-1 0-1 0 0,2-1 1 0 0,-1 1 0 0 0,2 0-1 0 0,-1 0 1 0 0,2-1 0 0 0,0 1 0 0 0,2 14-1 0 0,-1-20-18 0 0,-1-1 0 0 0,1 1 0 0 0,0 0-1 0 0,0-1 1 0 0,1 0 0 0 0,0 0 0 0 0,0 0-1 0 0,0 0 1 0 0,0 0 0 0 0,1 0 0 0 0,0-1-1 0 0,0 1 1 0 0,0-1 0 0 0,0 0 0 0 0,6 3-1 0 0,-4-3-4 0 0,1 0-1 0 0,-1-1 0 0 0,1 0 0 0 0,0 0 0 0 0,0 0 0 0 0,1-1 0 0 0,-1 0 0 0 0,0-1 0 0 0,1 1 0 0 0,12-1 0 0 0,-6 0-82 0 0,0-2 0 0 0,1 0 0 0 0,-1-1 1 0 0,0 0-1 0 0,0-1 0 0 0,0-1 0 0 0,0 0 0 0 0,-1-1 1 0 0,1 0-1 0 0,-1-1 0 0 0,22-13 0 0 0,-12 2-216 0 0,-1-2 0 0 0,0 0 0 0 0,-1-1-1 0 0,-1-1 1 0 0,-1-1 0 0 0,-1 0 0 0 0,22-38 0 0 0,-2-6-296 0 0,49-113 0 0 0,75-293 885 0 0,-159 462-166 0 0,-1 6-68 0 0,0-1-1 0 0,-1 0 0 0 0,1 0 1 0 0,-1 1-1 0 0,0-1 0 0 0,0 0 0 0 0,-1 0 1 0 0,0 0-1 0 0,0 0 0 0 0,0-1 0 0 0,-1-4 1 0 0,-11 22 288 0 0,0 5-104 0 0,1 0 1 0 0,1 0-1 0 0,0 1 0 0 0,2 0 1 0 0,-8 23-1 0 0,8-21-84 0 0,-37 93 372 0 0,6 2 0 0 0,-35 162 0 0 0,70-257-758 0 0,1 0 0 0 0,0 1 0 0 0,1-1 0 0 0,2 1 0 0 0,0-1 0 0 0,3 26 0 0 0,-2-40-158 0 0,0 0-1 0 0,1 0 1 0 0,-1 0-1 0 0,1 0 1 0 0,0 0-1 0 0,1 0 1 0 0,-1-1-1 0 0,1 1 0 0 0,0-1 1 0 0,0 0-1 0 0,1 0 1 0 0,0 0-1 0 0,0 0 1 0 0,0-1-1 0 0,0 1 1 0 0,1-1-1 0 0,0 0 1 0 0,0 0-1 0 0,0-1 1 0 0,0 0-1 0 0,0 1 1 0 0,1-2-1 0 0,-1 1 0 0 0,1-1 1 0 0,6 2-1 0 0,8 1-3218 0 0,1-3-1414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5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394 252 640 0 0,'72'-95'8882'0'0,"-65"84"-7906"0"0,0 0 0 0 0,-1 0 0 0 0,-1 0 0 0 0,0-1 0 0 0,0 0 0 0 0,-1 0 0 0 0,3-17 0 0 0,-6 27-896 0 0,-1 1 1 0 0,0-1-1 0 0,1 1 1 0 0,-1-1-1 0 0,0 1 1 0 0,0-1-1 0 0,0 1 1 0 0,0-1-1 0 0,0 1 1 0 0,0-1-1 0 0,0 1 1 0 0,-1-1-1 0 0,1 1 1 0 0,0-1-1 0 0,-1 1 1 0 0,1-1-1 0 0,-1 1 1 0 0,0 0-1 0 0,1-1 1 0 0,-1 1-1 0 0,0 0 1 0 0,0-1-1 0 0,0 1 1 0 0,0 0-1 0 0,0 0 1 0 0,0 0-1 0 0,0 0 1 0 0,0 0-1 0 0,-1 0 1 0 0,1 0-1 0 0,0 0 1 0 0,0 1-1 0 0,-1-1 1 0 0,1 0-1 0 0,-1 1 1 0 0,1-1-1 0 0,-1 1 0 0 0,1 0 1 0 0,-1-1-1 0 0,1 1 1 0 0,-1 0-1 0 0,1 0 1 0 0,-3 0-1 0 0,-3 0 0 0 0,1 0 0 0 0,-1 1 0 0 0,1 0-1 0 0,-1 1 1 0 0,1-1 0 0 0,-1 1 0 0 0,1 0-1 0 0,0 1 1 0 0,-7 3 0 0 0,9-4-62 0 0,0 0 1 0 0,0 0 0 0 0,0 1-1 0 0,0 0 1 0 0,0 0 0 0 0,0 0 0 0 0,0 0-1 0 0,1 0 1 0 0,0 1 0 0 0,0-1-1 0 0,0 1 1 0 0,0 0 0 0 0,0 0-1 0 0,1 0 1 0 0,-1 0 0 0 0,1 1 0 0 0,1-1-1 0 0,-1 1 1 0 0,0-1 0 0 0,1 1-1 0 0,0-1 1 0 0,0 1 0 0 0,0 0-1 0 0,1 0 1 0 0,0 0 0 0 0,0-1 0 0 0,0 1-1 0 0,0 0 1 0 0,1 0 0 0 0,-1-1-1 0 0,1 1 1 0 0,1 0 0 0 0,-1-1-1 0 0,1 1 1 0 0,-1-1 0 0 0,1 1 0 0 0,1-1-1 0 0,-1 0 1 0 0,0 0 0 0 0,4 4-1 0 0,11 14 19 0 0,1-1-1 0 0,1-1 1 0 0,1 0-1 0 0,43 32 1 0 0,20 20 1055 0 0,-82-72-1038 0 0,-1 0 0 0 0,1 1 1 0 0,-1-1-1 0 0,0 1 1 0 0,1-1-1 0 0,-1 1 1 0 0,1-1-1 0 0,-1 1 1 0 0,0 0-1 0 0,0-1 1 0 0,1 1-1 0 0,-1-1 1 0 0,0 1-1 0 0,0 0 0 0 0,0-1 1 0 0,0 1-1 0 0,1-1 1 0 0,-1 1-1 0 0,0 0 1 0 0,0-1-1 0 0,0 1 1 0 0,0 0-1 0 0,-1-1 1 0 0,1 1-1 0 0,0 0 1 0 0,0-1-1 0 0,0 1 0 0 0,0-1 1 0 0,-1 1-1 0 0,1 0 1 0 0,0-1-1 0 0,-1 1 1 0 0,1-1-1 0 0,0 1 1 0 0,-1-1-1 0 0,1 1 1 0 0,0-1-1 0 0,-1 1 1 0 0,1-1-1 0 0,-1 1 0 0 0,1-1 1 0 0,-1 0-1 0 0,1 1 1 0 0,-1-1-1 0 0,0 0 1 0 0,1 1-1 0 0,-1-1 1 0 0,1 0-1 0 0,-1 0 1 0 0,0 0-1 0 0,0 1 0 0 0,-32 8 590 0 0,11-6-581 0 0,-1-2 0 0 0,0 0 0 0 0,0-2-1 0 0,1 0 1 0 0,-1-1 0 0 0,1-2 0 0 0,-42-11-1 0 0,22 2-1866 0 0,1-3 0 0 0,1 0-1 0 0,-44-27 1 0 0,68 34-574 0 0,-1-1 1 0 0,1-1-1 0 0,-14-12 1 0 0,-4-10-6179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7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627 22 896 0 0,'1'-21'7843'0'0,"-1"21"-7749"0"0,0 0 0 0 0,-1 0 0 0 0,1 0 0 0 0,0 0 0 0 0,0-1 1 0 0,-1 1-1 0 0,1 0 0 0 0,0 0 0 0 0,0 0 0 0 0,-1 0 0 0 0,1 0 1 0 0,0 0-1 0 0,-3 1 71 0 0,1-1 1 0 0,-1 1 0 0 0,1-1-1 0 0,-1 1 1 0 0,1 0 0 0 0,0 0-1 0 0,-1 0 1 0 0,1 1-1 0 0,-4 2 1 0 0,-340 253 1947 0 0,238-162-4035 0 0,4 3-3385 0 0,65-61 1208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8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66 557 284 0 0,'-12'11'5336'0'0,"-41"32"4344"0"0,350-363-9185 0 0,-168 180-462 0 0,-106 117-33 0 0,1 2 0 0 0,0 1-1 0 0,54-33 1 0 0,-70 48-3 0 0,1 1 0 0 0,0 0 0 0 0,0 0 0 0 0,1 0 0 0 0,-1 1 0 0 0,1 1 0 0 0,-1-1 0 0 0,1 2 0 0 0,0-1 0 0 0,17 1 0 0 0,-20 2-1 0 0,1-1 0 0 0,-1 2 1 0 0,0-1-1 0 0,1 1 0 0 0,-1 0 1 0 0,0 1-1 0 0,0 0 0 0 0,0 0 0 0 0,-1 0 1 0 0,1 1-1 0 0,-1 0 0 0 0,1 0 1 0 0,-1 0-1 0 0,9 10 0 0 0,-2-1-2 0 0,-2 1 0 0 0,12 15 0 0 0,17 20 23 0 0,-28-35 17 0 0,-12-13-29 0 0,-2-2-4 0 0,-1-2-2 0 0,0 0 1 0 0,0 0 0 0 0,0 0 0 0 0,0 0 0 0 0,-4-8-1 0 0,2 3 6 0 0,-3-8-1 0 0,-1 1-1 0 0,0 0 1 0 0,-2 0 0 0 0,1 1 0 0 0,-2 0-1 0 0,-13-12 1 0 0,23 25-5 0 0,0-1 1 0 0,0 1-1 0 0,0 0 0 0 0,-1 0 0 0 0,1 0 1 0 0,0 0-1 0 0,-1 0 0 0 0,1 1 1 0 0,-1-1-1 0 0,1 1 0 0 0,-1-1 0 0 0,1 1 1 0 0,-1 0-1 0 0,1 0 0 0 0,-1 0 0 0 0,1 0 1 0 0,-1 1-1 0 0,0-1 0 0 0,1 1 1 0 0,0-1-1 0 0,-1 1 0 0 0,1 0 0 0 0,-1 0 1 0 0,1 0-1 0 0,0 0 0 0 0,0 0 0 0 0,-1 1 1 0 0,1-1-1 0 0,0 1 0 0 0,-2 2 1 0 0,-7 5-8 0 0,0 1 0 0 0,1 0 0 0 0,1 0 0 0 0,-11 15 0 0 0,-19 26 19 0 0,2 1-1 0 0,3 2 0 0 0,2 1 1 0 0,-33 79-1 0 0,61-124 0 0 0,1-1-1 0 0,0 1 1 0 0,0 1-1 0 0,1-1 1 0 0,0 0 0 0 0,0 19-1 0 0,2-26-2 0 0,0 0-1 0 0,0 0 1 0 0,0 0-1 0 0,1 0 1 0 0,-1 0-1 0 0,1 0 1 0 0,0-1 0 0 0,0 1-1 0 0,0 0 1 0 0,0 0-1 0 0,0-1 1 0 0,1 1-1 0 0,-1-1 1 0 0,1 1-1 0 0,0-1 1 0 0,0 0-1 0 0,0 0 1 0 0,0 0-1 0 0,0 0 1 0 0,0 0 0 0 0,0 0-1 0 0,1 0 1 0 0,-1-1-1 0 0,1 1 1 0 0,-1-1-1 0 0,1 1 1 0 0,-1-1-1 0 0,5 1 1 0 0,3 1 2 0 0,0-1 0 0 0,-1-1 1 0 0,1 0-1 0 0,0 0 0 0 0,0 0 1 0 0,0-2-1 0 0,0 1 0 0 0,0-1 1 0 0,0-1-1 0 0,0 1 0 0 0,-1-2 1 0 0,1 1-1 0 0,12-6 0 0 0,-5 1-1 0 0,0-1-1 0 0,-1 0 0 0 0,0-1 1 0 0,0-1-1 0 0,-1-1 0 0 0,20-17 1 0 0,-16 10-6 0 0,-1-2 1 0 0,-1 0-1 0 0,21-31 0 0 0,37-72 539 0 0,-40 64 243 0 0,-35 58-778 0 0,0 1 0 0 0,0 0 0 0 0,0-1 0 0 0,0 1-1 0 0,0-1 1 0 0,0 1 0 0 0,1 0 0 0 0,-1-1 0 0 0,0 1 0 0 0,0 0 0 0 0,0-1 0 0 0,1 1 0 0 0,-1 0 0 0 0,0 0-1 0 0,1-1 1 0 0,-1 1 0 0 0,0 0 0 0 0,0 0 0 0 0,1-1 0 0 0,-1 1 0 0 0,0 0 0 0 0,1 0 0 0 0,-1 0 0 0 0,1 0-1 0 0,-1-1 1 0 0,0 1 0 0 0,1 0 0 0 0,0 11 38 0 0,-6 18-22 0 0,-26 74 140 0 0,27-86-136 0 0,1-1-1 0 0,0 1 0 0 0,2 0 1 0 0,0 24-1 0 0,1-37-25 0 0,0 0 1 0 0,1 0-1 0 0,0 1 0 0 0,0-1 0 0 0,0 0 1 0 0,0 0-1 0 0,1 0 0 0 0,-1 0 0 0 0,1 0 1 0 0,0 0-1 0 0,0-1 0 0 0,1 1 1 0 0,-1 0-1 0 0,1-1 0 0 0,3 4 0 0 0,0-2-101 0 0,-1 0-1 0 0,1-1 1 0 0,0 0-1 0 0,0 0 1 0 0,0-1-1 0 0,1 1 1 0 0,-1-1-1 0 0,11 3 1 0 0,-2-1-663 0 0,0-1-1 0 0,1-1 1 0 0,18 1 0 0 0,40-2-5662 0 0,-33-4 1133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9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158 966 2128 0 0,'-43'13'6357'0'0,"-57"25"0"0"0,98-38-5490 0 0,2 1-805 0 0,0-1 1 0 0,-1 0-1 0 0,1 0 1 0 0,0 0-1 0 0,-1 0 0 0 0,1 0 1 0 0,-1 0-1 0 0,1 0 1 0 0,0 0-1 0 0,-1 0 1 0 0,1 0-1 0 0,-1 0 1 0 0,1 0-1 0 0,0 0 0 0 0,-1 0 1 0 0,1 0-1 0 0,-1 0 1 0 0,1-1-1 0 0,0 1 1 0 0,-1 0-1 0 0,1 0 1 0 0,0 0-1 0 0,-1-1 0 0 0,1 1 1 0 0,0 0-1 0 0,-1 0 1 0 0,1-1-1 0 0,0 1 1 0 0,0 0-1 0 0,-1 0 1 0 0,1-1-1 0 0,0 1 0 0 0,0-1 1 0 0,0 1-1 0 0,-1 0 1 0 0,1-1-1 0 0,0 1 1 0 0,0 0-1 0 0,0-1 1 0 0,0 0-1 0 0,0 0 5 0 0,1 0 0 0 0,-1-1 0 0 0,1 1 0 0 0,0-1 0 0 0,0 1 0 0 0,-1 0 0 0 0,1 0 1 0 0,0 0-1 0 0,0-1 0 0 0,0 1 0 0 0,2-1 0 0 0,35-29 174 0 0,531-358 181 0 0,-532 363-427 0 0,-33 22-15 0 0,-6 3 3 0 0,-14 6-8 0 0,-24 13-1 0 0,-4 5-4 0 0,-61 35-30 0 0,90-48 50 0 0,0 0 0 0 0,0 1 0 0 0,2 1 0 0 0,-20 20 0 0 0,31-30 11 0 0,-1 1-1 0 0,1 0 0 0 0,0 0 0 0 0,0 0 0 0 0,0 0 0 0 0,0 0 0 0 0,1 0 0 0 0,-1 0 0 0 0,1 1 1 0 0,0-1-1 0 0,-1 1 0 0 0,2-1 0 0 0,-1 1 0 0 0,0-1 0 0 0,1 1 0 0 0,-1 0 0 0 0,1-1 1 0 0,0 1-1 0 0,1-1 0 0 0,0 7 0 0 0,1-4 2 0 0,0 0 0 0 0,0 0 0 0 0,1-1 0 0 0,0 1-1 0 0,0-1 1 0 0,0 1 0 0 0,1-1 0 0 0,0 0 0 0 0,0 0 0 0 0,0-1 0 0 0,7 6 0 0 0,19 16 9 0 0,2-2 0 0 0,0-1 0 0 0,37 18 0 0 0,-3 0-2 0 0,-58-36-5 0 0,15 11 34 0 0,-23-16-37 0 0,1 1 0 0 0,0 0 1 0 0,-1-1-1 0 0,1 1 0 0 0,-1 0 0 0 0,1 0 1 0 0,-1-1-1 0 0,1 1 0 0 0,-1 0 0 0 0,0 0 1 0 0,1 0-1 0 0,-1-1 0 0 0,0 1 0 0 0,0 0 0 0 0,1 0 1 0 0,-1 0-1 0 0,0 0 0 0 0,0 0 0 0 0,0 0 1 0 0,0 0-1 0 0,0 0 0 0 0,-1 0 0 0 0,1-1 1 0 0,0 3-1 0 0,-2-1 2 0 0,0-1 0 0 0,0 1 0 0 0,1-1 0 0 0,-1 0 0 0 0,0 1 0 0 0,0-1 0 0 0,-1 0 0 0 0,1 0-1 0 0,0 0 1 0 0,0 0 0 0 0,0-1 0 0 0,-1 1 0 0 0,1-1 0 0 0,0 1 0 0 0,-4-1 0 0 0,4 1 3 0 0,-44 5 18 0 0,-1-3 0 0 0,-54-2 0 0 0,72-1-21 0 0,26 0 7 0 0,4-1-19 0 0,12-3 7 0 0,-1 0 0 0 0,1 0-1 0 0,0 1 1 0 0,0 1 0 0 0,13-1 0 0 0,23-5-30 0 0,294-85-1454 0 0,-291 74 1117 0 0,0-3-1 0 0,-1-2 1 0 0,-1-1-1 0 0,61-44 1 0 0,-90 55 270 0 0,-1-2 1 0 0,-1-1-1 0 0,20-20 1 0 0,-33 30 80 0 0,0 0 0 0 0,-1 0 0 0 0,1 0 0 0 0,-1-1 1 0 0,-1 0-1 0 0,0 0 0 0 0,0 0 0 0 0,0 0 0 0 0,-1-1 0 0 0,0 1 0 0 0,-1-1 1 0 0,2-10-1 0 0,-3 16 15 0 0,-1 1 0 0 0,0-1 1 0 0,0 0-1 0 0,0 0 0 0 0,-1 0 1 0 0,1 0-1 0 0,-1 0 0 0 0,1 0 1 0 0,-1 0-1 0 0,0 0 0 0 0,0 0 1 0 0,-1 1-1 0 0,1-1 0 0 0,0 0 1 0 0,-1 1-1 0 0,1-1 0 0 0,-1 1 1 0 0,0 0-1 0 0,0-1 0 0 0,0 1 1 0 0,0 0-1 0 0,-1 0 0 0 0,1 0 1 0 0,0 0-1 0 0,-1 1 0 0 0,-4-4 1 0 0,5 5 1 0 0,1 0-1 0 0,0-1 1 0 0,-1 1 0 0 0,1 0 0 0 0,0-1 0 0 0,-1 1 0 0 0,1 0 0 0 0,0 0-1 0 0,-1 0 1 0 0,1 0 0 0 0,0 1 0 0 0,-1-1 0 0 0,1 0 0 0 0,0 0 0 0 0,-2 1-1 0 0,-2 1 3 0 0,-2-1 3 0 0,0 1 1 0 0,0 0-1 0 0,1 0 0 0 0,-1 0 0 0 0,1 1 0 0 0,-1 0 0 0 0,1 1 0 0 0,0-1 0 0 0,-8 8 0 0 0,-4 3 30 0 0,-24 24-1 0 0,26-21-11 0 0,0 0-1 0 0,1 1 0 0 0,1 1 0 0 0,1 0 0 0 0,1 1 0 0 0,0 0 0 0 0,-14 36 0 0 0,22-46-6 0 0,1 1 0 0 0,0-1-1 0 0,1 1 1 0 0,0 0 0 0 0,1 0-1 0 0,0 0 1 0 0,1 21-1 0 0,1-24 1 0 0,0 0 0 0 0,1 0 0 0 0,0 0 0 0 0,0 0 0 0 0,1 0 0 0 0,-1-1 0 0 0,2 1 0 0 0,-1-1 0 0 0,1 0 0 0 0,0 0 0 0 0,9 11 0 0 0,-7-12-6 0 0,-1 0-1 0 0,1-1 0 0 0,1 0 0 0 0,-1 0 0 0 0,1 0 0 0 0,0-1 0 0 0,0 0 0 0 0,0 0 0 0 0,1 0 0 0 0,-1-1 0 0 0,1-1 0 0 0,0 1 0 0 0,0-1 0 0 0,0 0 0 0 0,9 0 0 0 0,3 1-5 0 0,0-2 0 0 0,0-1-1 0 0,1 0 1 0 0,-1-1 0 0 0,20-4 0 0 0,-18 0-55 0 0,-1-1 1 0 0,0-1-1 0 0,0 0 1 0 0,0-2-1 0 0,-1 0 1 0 0,0-1-1 0 0,-1-2 1 0 0,0 1-1 0 0,-1-2 1 0 0,0-1-1 0 0,-1 0 1 0 0,21-23-1 0 0,-3-2-161 0 0,-1-1-1 0 0,-2-1 1 0 0,-3-1-1 0 0,30-56 0 0 0,-9 0 175 0 0,-4-1 0 0 0,-5-2 0 0 0,43-162 0 0 0,-75 231 347 0 0,13-43 415 0 0,-22 73-415 0 0,-1 3-276 0 0,0-1-1 0 0,0 0 1 0 0,0 0 0 0 0,0 1-1 0 0,0-1 1 0 0,0 1-1 0 0,0-1 1 0 0,0 1 0 0 0,0-1-1 0 0,0 1 1 0 0,0-1-1 0 0,0 1 1 0 0,0 0 0 0 0,0 0-1 0 0,1-1 1 0 0,-1 1-1 0 0,0 0 1 0 0,0 0 0 0 0,0 1-1 0 0,-13 22 367 0 0,9-13-162 0 0,-21 35 706 0 0,-33 85 0 0 0,-6 55 350 0 0,24-66-628 0 0,16-50-399 0 0,3 1 0 0 0,4 2-1 0 0,-19 142 1 0 0,37-210-249 0 0,-1 1 0 0 0,1-1 0 0 0,0 0 0 0 0,1 1 0 0 0,-1-1 0 0 0,1 0 0 0 0,0 0 0 0 0,0 0 0 0 0,1 1-1 0 0,0-1 1 0 0,0 0 0 0 0,0-1 0 0 0,0 1 0 0 0,1 0 0 0 0,-1-1 0 0 0,6 7 0 0 0,-5-7-71 0 0,1-1 1 0 0,-1 0-1 0 0,1-1 1 0 0,-1 1-1 0 0,1-1 1 0 0,0 1 0 0 0,0-1-1 0 0,0 0 1 0 0,0-1-1 0 0,1 1 1 0 0,-1-1-1 0 0,0 1 1 0 0,1-1-1 0 0,-1-1 1 0 0,0 1-1 0 0,1 0 1 0 0,-1-1 0 0 0,1 0-1 0 0,7-1 1 0 0,2-1-547 0 0,-1 0 0 0 0,1-1 0 0 0,-1 0 0 0 0,0-1 0 0 0,0 0 1 0 0,-1-1-1 0 0,1-1 0 0 0,-1 0 0 0 0,22-15 0 0 0,-21 11-989 0 0,0 0 0 0 0,-1 0 0 0 0,0-1 1 0 0,17-22-1 0 0,-12 9-3251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4:5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161 122 1172 0 0,'-152'-49'13913'0'0,"152"49"-13873"0"0,0 0 0 0 0,0 0 0 0 0,-1 0 1 0 0,1 0-1 0 0,0 0 0 0 0,-1 0 0 0 0,1 0 0 0 0,0 0 1 0 0,-1 0-1 0 0,1 0 0 0 0,0 0 0 0 0,-1 0 0 0 0,1 0 1 0 0,0 0-1 0 0,0-1 0 0 0,-1 1 0 0 0,1 0 1 0 0,0 0-1 0 0,0 0 0 0 0,-1-1 0 0 0,1 1 0 0 0,0 0 1 0 0,0 0-1 0 0,-1 0 0 0 0,1-1 0 0 0,0 1 0 0 0,0 0 1 0 0,0 0-1 0 0,0-1 0 0 0,-1 1 0 0 0,1 0 1 0 0,0-1-1 0 0,0 1 0 0 0,0 0 0 0 0,0-1 0 0 0,0 1 1 0 0,0 0-1 0 0,0-1 0 0 0,0 1 0 0 0,0 0 0 0 0,0 0 1 0 0,0-1-1 0 0,0 0 0 0 0,15-7 436 0 0,27-3-310 0 0,172-14-983 0 0,-69 15-3274 0 0,-66 5-454 0 0,-14 0-1094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524 145 1288 0 0,'7'-8'1152'0'0,"-1"0"-1"0"0,0-1 1 0 0,-1 1-1 0 0,0-1 1 0 0,0-1-1 0 0,-1 1 1 0 0,0 0 0 0 0,4-16-1 0 0,3-6 904 0 0,-10 31-2021 0 0,-1-1-1 0 0,0 1 1 0 0,1-1 0 0 0,-1 1-1 0 0,0-1 1 0 0,0 1-1 0 0,1-1 1 0 0,-1 1-1 0 0,0-1 1 0 0,0 0 0 0 0,0 1-1 0 0,0-1 1 0 0,0 1-1 0 0,0-1 1 0 0,0 1 0 0 0,0-1-1 0 0,0 0 1 0 0,0 1-1 0 0,0-1 1 0 0,0 1-1 0 0,0-1 1 0 0,0 1 0 0 0,-1-1-1 0 0,1 1 1 0 0,0-1-1 0 0,0 0 1 0 0,-1 1-1 0 0,1 0 1 0 0,0-1 0 0 0,-1 0-1 0 0,0 1-9 0 0,0-1 0 0 0,0 1 0 0 0,0 0 0 0 0,0 0 0 0 0,0 0 0 0 0,0 0 0 0 0,0 0-1 0 0,0 0 1 0 0,0 0 0 0 0,0 0 0 0 0,0 0 0 0 0,0 0 0 0 0,0 1 0 0 0,0-1 0 0 0,-1 1 0 0 0,-34 16 128 0 0,-2 11-74 0 0,2 1 0 0 0,-36 37 1 0 0,-59 75 28 0 0,-7 30-15 0 0,119-143-65 0 0,0 1-1 0 0,3 0 1 0 0,0 2 0 0 0,-16 45 0 0 0,28-67-15 0 0,2 1 0 0 0,-1 0 1 0 0,1 0-1 0 0,0 0 0 0 0,1 0 1 0 0,0 0-1 0 0,1 0 0 0 0,0 0 1 0 0,1 1-1 0 0,0-1 0 0 0,1 0 1 0 0,2 11-1 0 0,-1-13-5 0 0,-1-1 1 0 0,1 0-1 0 0,1 0 0 0 0,-1-1 1 0 0,1 1-1 0 0,0-1 0 0 0,0 0 1 0 0,1 0-1 0 0,0 0 0 0 0,0-1 1 0 0,1 1-1 0 0,-1-1 0 0 0,1 0 1 0 0,0-1-1 0 0,0 0 0 0 0,13 7 0 0 0,-6-4 4 0 0,1-2-1 0 0,-1 1 0 0 0,1-2 0 0 0,0 0 0 0 0,0 0 0 0 0,0-1 1 0 0,1-1-1 0 0,-1-1 0 0 0,1 0 0 0 0,-1 0 0 0 0,1-2 0 0 0,24-3 0 0 0,-32 3-10 0 0,0-1 0 0 0,0 0 0 0 0,0 0-1 0 0,0 0 1 0 0,0-1 0 0 0,-1 0-1 0 0,1 0 1 0 0,-1-1 0 0 0,0 0 0 0 0,0 0-1 0 0,0 0 1 0 0,0-1 0 0 0,-1 0-1 0 0,1 0 1 0 0,-1 0 0 0 0,-1-1-1 0 0,1 0 1 0 0,-1 0 0 0 0,0 0 0 0 0,0 0-1 0 0,-1-1 1 0 0,0 1 0 0 0,0-1-1 0 0,0 0 1 0 0,-1 0 0 0 0,3-13-1 0 0,-3 4 61 0 0,-1 0-1 0 0,0-1 1 0 0,-2 1-1 0 0,1 0 0 0 0,-2-1 1 0 0,0 1-1 0 0,-5-17 0 0 0,0-8 655 0 0,1-14-136 0 0,6 54-575 0 0,1 0-1 0 0,-1 0 1 0 0,0 0-1 0 0,1 0 0 0 0,-1 0 1 0 0,0 0-1 0 0,1 0 1 0 0,-1 0-1 0 0,1 1 0 0 0,0-1 1 0 0,-1 0-1 0 0,1 0 1 0 0,0 0-1 0 0,-1 0 0 0 0,1 1 1 0 0,0-1-1 0 0,0 0 1 0 0,0 1-1 0 0,0-1 0 0 0,0 1 1 0 0,0-1-1 0 0,0 1 1 0 0,0-1-1 0 0,0 1 1 0 0,0 0-1 0 0,0-1 0 0 0,1 1 1 0 0,30-6 0 0 0,-30 6 2 0 0,28-2 5 0 0,-1 2 1 0 0,1 0 0 0 0,-1 2-1 0 0,0 2 1 0 0,0 0 0 0 0,0 2-1 0 0,0 1 1 0 0,50 20 0 0 0,-76-26-12 0 0,1 1 1 0 0,-1-1-1 0 0,0 1 1 0 0,1 0-1 0 0,-1 0 1 0 0,0 0-1 0 0,0 1 1 0 0,0-1-1 0 0,0 1 1 0 0,-1-1-1 0 0,1 1 1 0 0,-1 0-1 0 0,1 0 1 0 0,-1 0-1 0 0,0 0 1 0 0,0 1-1 0 0,-1-1 1 0 0,1 0-1 0 0,1 4 1 0 0,-2-1 2 0 0,0-1 0 0 0,0 1 0 0 0,0-1 0 0 0,-1 1 1 0 0,0-1-1 0 0,0 1 0 0 0,0-1 0 0 0,-1 1 0 0 0,0-1 0 0 0,0 1 0 0 0,0-1 1 0 0,-3 7-1 0 0,-31 74 93 0 0,24-63-484 0 0,2 1 0 0 0,0-1 0 0 0,1 1 0 0 0,-6 34 0 0 0,14-56 130 0 0,0 0 1 0 0,0 0-1 0 0,0 0 0 0 0,0 0 1 0 0,0 0-1 0 0,0 0 0 0 0,0 0 1 0 0,1 0-1 0 0,-1 0 0 0 0,1 0 0 0 0,0 0 1 0 0,-1 0-1 0 0,3 3 0 0 0,-2-4-275 0 0,0 0-1 0 0,0 1 1 0 0,11 7-3742 0 0,-1-4-185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0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1316 0 0,'116'-111'15550'0'0,"-93"93"-13233"0"0,-23 18-2307 0 0,0 0 0 0 0,0-1 1 0 0,0 1-1 0 0,0 0 0 0 0,0 0 1 0 0,0 0-1 0 0,1 0 1 0 0,-1 0-1 0 0,0 0 0 0 0,0 0 1 0 0,0 0-1 0 0,0 0 0 0 0,0 0 1 0 0,0 0-1 0 0,0 0 0 0 0,0 0 1 0 0,1 0-1 0 0,-1 0 0 0 0,0 0 1 0 0,0 0-1 0 0,0 0 0 0 0,0 0 1 0 0,0 0-1 0 0,0 0 0 0 0,0 0 1 0 0,0 0-1 0 0,1 0 0 0 0,-1 0 1 0 0,0 0-1 0 0,0 0 1 0 0,0 0-1 0 0,0 0 0 0 0,0 0 1 0 0,0 0-1 0 0,0 0 0 0 0,0 0 1 0 0,0 1-1 0 0,1-1 0 0 0,-1 0 1 0 0,0 0-1 0 0,0 0 0 0 0,0 0 1 0 0,0 0-1 0 0,0 0 0 0 0,0 0 1 0 0,0 0-1 0 0,0 0 0 0 0,0 1 1 0 0,0-1-1 0 0,0 0 0 0 0,0 0 1 0 0,0 0-1 0 0,0 0 1 0 0,0 0-1 0 0,0 0 0 0 0,0 0 1 0 0,0 1-1 0 0,-6 15 221 0 0,-30 51-62 0 0,-20 42-293 0 0,50-95-1098 0 0,0 1-1 0 0,2-1 1 0 0,0 1-1 0 0,0 0 1 0 0,-2 29 0 0 0,7-31-2943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1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291 116 760 0 0,'2'-4'626'0'0,"0"0"0"0"0,0 1 0 0 0,0-1 0 0 0,0 0-1 0 0,-1 0 1 0 0,0 0 0 0 0,0 0 0 0 0,0 0 0 0 0,0-1 0 0 0,-1 1 0 0 0,0 0 0 0 0,0 0-1 0 0,0 0 1 0 0,0-1 0 0 0,0 1 0 0 0,-2-5 0 0 0,1 7-500 0 0,0-1 0 0 0,0 1 0 0 0,0 0 0 0 0,0-1 0 0 0,0 1 0 0 0,0 0 0 0 0,-1 0 0 0 0,1 0 0 0 0,-1 0 0 0 0,0 0 0 0 0,1 1 0 0 0,-1-1 0 0 0,0 0 0 0 0,0 1 0 0 0,0-1 0 0 0,0 1 0 0 0,0 0 0 0 0,-1-1 0 0 0,1 1 0 0 0,0 0 0 0 0,0 0 0 0 0,-1 1 0 0 0,1-1 0 0 0,-1 0 0 0 0,1 1 0 0 0,-1 0 0 0 0,1-1 0 0 0,-1 1 0 0 0,1 0 0 0 0,-4 1 0 0 0,0-1-74 0 0,-1 0 0 0 0,0 1-1 0 0,1 0 1 0 0,-1 0 0 0 0,1 1 0 0 0,-1 0-1 0 0,1 0 1 0 0,0 0 0 0 0,0 1 0 0 0,0 0-1 0 0,-9 6 1 0 0,12-7-44 0 0,1-1 1 0 0,0 1-1 0 0,-1 0 0 0 0,1 1 0 0 0,0-1 1 0 0,0 0-1 0 0,0 1 0 0 0,0-1 0 0 0,0 1 1 0 0,1-1-1 0 0,-1 1 0 0 0,1 0 0 0 0,0 0 1 0 0,0 0-1 0 0,0-1 0 0 0,0 1 0 0 0,0 0 0 0 0,0 0 1 0 0,1 1-1 0 0,0-1 0 0 0,0 0 0 0 0,-1 0 1 0 0,2 0-1 0 0,-1 0 0 0 0,0 0 0 0 0,1 0 1 0 0,-1 0-1 0 0,2 4 0 0 0,1 2 2 0 0,1 0 0 0 0,-1 0 1 0 0,2 0-1 0 0,-1-1 0 0 0,1 1 0 0 0,9 11 0 0 0,42 43 4 0 0,-37-44 35 0 0,24 32 1 0 0,-42-50 36 0 0,0 1 1 0 0,0-1-1 0 0,0 0 0 0 0,0 1 0 0 0,0 0 0 0 0,0-1 0 0 0,-1 1 1 0 0,1-1-1 0 0,0 1 0 0 0,-1 0 0 0 0,1-1 0 0 0,-1 1 1 0 0,1 0-1 0 0,-1 0 0 0 0,0-1 0 0 0,0 1 0 0 0,0 0 0 0 0,0 0 1 0 0,0 0-1 0 0,0-1 0 0 0,-1 1 0 0 0,1 0 0 0 0,-1 0 1 0 0,1-1-1 0 0,-1 1 0 0 0,1 0 0 0 0,-1-1 0 0 0,0 1 1 0 0,0-1-1 0 0,-2 3 0 0 0,0 0 9 0 0,0-1-1 0 0,-1 0 1 0 0,0-1-1 0 0,0 1 1 0 0,0-1 0 0 0,0 1-1 0 0,0-1 1 0 0,0 0-1 0 0,0-1 1 0 0,-9 3-1 0 0,2-1-34 0 0,1 0-1 0 0,-1-1 0 0 0,0 0 0 0 0,0-1 0 0 0,0-1 0 0 0,0 1 0 0 0,0-2 0 0 0,0 1 1 0 0,-12-4-1 0 0,16 3-502 0 0,-1-1 1 0 0,1 0-1 0 0,0-1 1 0 0,0 0-1 0 0,-12-7 1 0 0,13 7-813 0 0,0-1 1 0 0,1-1-1 0 0,-1 1 1 0 0,1-1-1 0 0,0 0 0 0 0,-8-10 1 0 0,1-3-5559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1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96 1060 0 0,'-5'-12'2548'0'0,"-1"2"-663"0"0,0-2-369 0 0,0 3-188 0 0,-2-1-224 0 0,1 0-252 0 0,0 3-176 0 0,2-2-156 0 0,0 2 240 0 0,-4-3-364 0 0,-6 10-2380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2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444 135 668 0 0,'10'-9'2127'0'0,"-2"-1"0"0"0,1 0 0 0 0,6-11 0 0 0,-12 17-1808 0 0,-1 0-1 0 0,0 0 1 0 0,0 0 0 0 0,0-1-1 0 0,0 1 1 0 0,-1-1 0 0 0,0 1 0 0 0,0-1-1 0 0,0 0 1 0 0,0 1 0 0 0,0-6 0 0 0,-2 9-296 0 0,1-1 1 0 0,0 1-1 0 0,0 0 1 0 0,-1 0 0 0 0,1 0-1 0 0,-1 0 1 0 0,1 0 0 0 0,-1 0-1 0 0,1 0 1 0 0,-1 0 0 0 0,1 0-1 0 0,-1 0 1 0 0,0 0-1 0 0,0 0 1 0 0,1 1 0 0 0,-1-1-1 0 0,0 0 1 0 0,0 0 0 0 0,0 1-1 0 0,0-1 1 0 0,0 1 0 0 0,0-1-1 0 0,0 1 1 0 0,0-1-1 0 0,0 1 1 0 0,0-1 0 0 0,0 1-1 0 0,-1 0 1 0 0,1 0 0 0 0,-1-1-1 0 0,-31-1 171 0 0,20 3-141 0 0,0 1-1 0 0,0 1 0 0 0,0 0 1 0 0,1 0-1 0 0,-1 1 0 0 0,1 1 1 0 0,-14 7-1 0 0,-1 2 91 0 0,-48 33-1 0 0,50-29-111 0 0,0 1 0 0 0,1 1 0 0 0,2 1 0 0 0,0 0 0 0 0,1 2 0 0 0,1 1 0 0 0,-25 37 0 0 0,42-54-19 0 0,-1-1 0 0 0,1 1 0 0 0,0-1 0 0 0,0 1-1 0 0,1 0 1 0 0,0 0 0 0 0,0 0 0 0 0,1 0 0 0 0,0 0-1 0 0,0 0 1 0 0,1 0 0 0 0,0 11 0 0 0,0-15-3 0 0,1 1 0 0 0,0-1-1 0 0,0 0 1 0 0,0 1 0 0 0,0-1 0 0 0,0 0 0 0 0,1 0 0 0 0,-1 0 0 0 0,1 0 0 0 0,0 0 0 0 0,0 0 0 0 0,0 0 0 0 0,0 0 0 0 0,1-1 0 0 0,-1 1 0 0 0,1-1 0 0 0,0 0 0 0 0,-1 0 0 0 0,1 0-1 0 0,0 0 1 0 0,0 0 0 0 0,0-1 0 0 0,0 1 0 0 0,1-1 0 0 0,-1 0 0 0 0,6 2 0 0 0,1-1-2 0 0,-1-1 1 0 0,1 1-1 0 0,0-2 0 0 0,-1 1 1 0 0,1-1-1 0 0,-1-1 1 0 0,1 0-1 0 0,0 0 0 0 0,-1-1 1 0 0,0 0-1 0 0,1-1 0 0 0,-1 0 1 0 0,0 0-1 0 0,0-1 0 0 0,-1 0 1 0 0,16-10-1 0 0,-4 1 11 0 0,0-1 1 0 0,-1-1-1 0 0,0-1 1 0 0,-2-1-1 0 0,24-27 0 0 0,16-28 389 0 0,-30 36 474 0 0,35-36 0 0 0,-60 70-854 0 0,7 9 52 0 0,-8-2-69 0 0,0 0 0 0 0,0 0 1 0 0,-1-1-1 0 0,0 1 1 0 0,1 0-1 0 0,-2 0 0 0 0,1 0 1 0 0,-1 0-1 0 0,0 5 0 0 0,-15 49 32 0 0,8-30-19 0 0,-6 18-33 0 0,-3 20-1465 0 0,12-24-3214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2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1992 0 0,'11'-8'1592'0'0,"5"-5"876"0"0,0 0 1 0 0,2 1-1 0 0,35-18 1 0 0,-49 29-2366 0 0,0 1 1 0 0,0-1-1 0 0,-1 1 1 0 0,1 0-1 0 0,0 0 0 0 0,0 0 1 0 0,0 0-1 0 0,-1 1 1 0 0,1 0-1 0 0,0 0 0 0 0,-1 0 1 0 0,1 0-1 0 0,0 0 1 0 0,-1 1-1 0 0,0-1 0 0 0,1 1 1 0 0,-1 0-1 0 0,0 0 1 0 0,0 0-1 0 0,5 5 0 0 0,-4-2-60 0 0,0 1-1 0 0,-1-1 0 0 0,0 1 1 0 0,0 0-1 0 0,0 0 0 0 0,0 0 1 0 0,-1 1-1 0 0,0-1 0 0 0,-1 1 1 0 0,1-1-1 0 0,-1 1 0 0 0,-1-1 1 0 0,1 1-1 0 0,-1-1 0 0 0,0 1 1 0 0,-1 0-1 0 0,1-1 0 0 0,-2 8 1 0 0,0-3-3 0 0,-1 0 1 0 0,1 0 0 0 0,-2 0 0 0 0,1 0-1 0 0,-2 0 1 0 0,1-1 0 0 0,-1 0-1 0 0,-1 0 1 0 0,-11 16 0 0 0,15-23-20 0 0,0-1 1 0 0,0 0 0 0 0,-1 0-1 0 0,1 0 1 0 0,0 0-1 0 0,-1 0 1 0 0,-4 2-1 0 0,6-3-14 0 0,0-1-1 0 0,0 1 1 0 0,0-1-1 0 0,0 0 0 0 0,0 1 1 0 0,0-1-1 0 0,0 0 1 0 0,0 0-1 0 0,0 0 1 0 0,0 0-1 0 0,0 0 0 0 0,0 0 1 0 0,0 0-1 0 0,0 0 1 0 0,0 0-1 0 0,0 0 0 0 0,0-1 1 0 0,0 1-1 0 0,1 0 1 0 0,-1 0-1 0 0,0-1 1 0 0,0 1-1 0 0,0-1 0 0 0,0 1 1 0 0,-1-2-1 0 0,2 1-2 0 0,-1 0 0 0 0,0 0-1 0 0,0 0 1 0 0,1 0 0 0 0,-1 0 0 0 0,1 0-1 0 0,-1 0 1 0 0,1 0 0 0 0,0-1 0 0 0,-1 1-1 0 0,1 0 1 0 0,0 0 0 0 0,0-1 0 0 0,0 1-1 0 0,0 0 1 0 0,0 0 0 0 0,0-1 0 0 0,0 1-1 0 0,0 0 1 0 0,1-2 0 0 0,6-25 4 0 0,-6 26-7 0 0,4-12 3 0 0,1 0 0 0 0,1 0 0 0 0,0 1 0 0 0,1 0 0 0 0,1 0 0 0 0,0 1 0 0 0,0 0 0 0 0,1 0 0 0 0,1 1 0 0 0,0 1 0 0 0,13-11 0 0 0,6-1 23 0 0,0 1 1 0 0,2 1 0 0 0,46-22 0 0 0,-58 32 74 0 0,2 1 0 0 0,-1 1-1 0 0,33-8 1 0 0,-47 14-78 0 0,0 1-1 0 0,0 0 1 0 0,0 0-1 0 0,0 0 1 0 0,0 1-1 0 0,0 0 1 0 0,0 1 0 0 0,0-1-1 0 0,0 1 1 0 0,0 1-1 0 0,0-1 1 0 0,0 1-1 0 0,-1 0 1 0 0,1 1-1 0 0,9 4 1 0 0,-13-5-6 0 0,1 1-1 0 0,-1-1 1 0 0,0 1-1 0 0,1 0 1 0 0,-1 0 0 0 0,-1 0-1 0 0,1 0 1 0 0,0 0-1 0 0,-1 1 1 0 0,1-1-1 0 0,-1 1 1 0 0,0-1 0 0 0,-1 1-1 0 0,4 8 1 0 0,-4-6 17 0 0,1 1 0 0 0,-1 0 0 0 0,0 0 0 0 0,-1 0 0 0 0,1 0 0 0 0,-2 0 0 0 0,1 0 0 0 0,-2 8 0 0 0,-4 10 71 0 0,0 0 0 0 0,-2-1-1 0 0,-19 43 1 0 0,23-59-101 0 0,-6 15 27 0 0,4-11-23 0 0,0 0 1 0 0,-4 17-1 0 0,10-28-56 0 0,-1 0 0 0 0,1-1 1 0 0,0 1-1 0 0,0 0 0 0 0,0 0 0 0 0,0 0 1 0 0,0-1-1 0 0,0 1 0 0 0,0 0 1 0 0,0 0-1 0 0,0 0 0 0 0,0 0 0 0 0,0-1 1 0 0,0 1-1 0 0,1 0 0 0 0,-1 0 0 0 0,0-1 1 0 0,1 1-1 0 0,-1 0 0 0 0,0 0 1 0 0,1-1-1 0 0,-1 1 0 0 0,1 0 0 0 0,-1-1 1 0 0,1 1-1 0 0,-1-1 0 0 0,1 1 0 0 0,0-1 1 0 0,-1 1-1 0 0,1-1 0 0 0,0 1 1 0 0,-1-1-1 0 0,1 1 0 0 0,0-1 0 0 0,0 0 1 0 0,-1 0-1 0 0,1 1 0 0 0,0-1 0 0 0,0 0 1 0 0,0 0-1 0 0,1 0 0 0 0,3 1-782 0 0,0-1-1 0 0,1 1 0 0 0,-1-1 1 0 0,10-2-1 0 0,-10 2 277 0 0,16-2-3570 0 0,2-1-1964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1097 1772 0 0,'-4'-9'11630'0'0,"15"-3"-11449"0"0,1-1 0 0 0,0 2 0 0 0,0-1-1 0 0,1 2 1 0 0,1 0 0 0 0,18-11 0 0 0,-5 2-87 0 0,325-202 195 0 0,-134 88-254 0 0,-105 59-45 0 0,154-90-44 0 0,-258 159 51 0 0,-8 4-6 0 0,-7 13 14 0 0,-3-3 0 0 0,0-1-1 0 0,-1 0 1 0 0,0 0-1 0 0,-21 11 1 0 0,3-2 12 0 0,-6 6 6 0 0,-55 39-16 0 0,77-52-6 0 0,-1 1 0 0 0,2 0 0 0 0,0 0 0 0 0,-16 21-1 0 0,25-29 0 0 0,-1 1 0 0 0,1-1-1 0 0,0 1 1 0 0,0 0-1 0 0,0 0 1 0 0,1 0 0 0 0,-1 0-1 0 0,1 0 1 0 0,0 0 0 0 0,0 1-1 0 0,0-1 1 0 0,1 0-1 0 0,-1 1 1 0 0,1-1 0 0 0,0 0-1 0 0,1 5 1 0 0,0-4 1 0 0,1 1 0 0 0,-1-1 0 0 0,1 0 0 0 0,0 0 0 0 0,0 1-1 0 0,1-2 1 0 0,0 1 0 0 0,0 0 0 0 0,0 0 0 0 0,0-1 0 0 0,5 5 0 0 0,9 7 7 0 0,1 0 1 0 0,1-1-1 0 0,0 0 0 0 0,36 19 1 0 0,-36-23-4 0 0,121 72 1181 0 0,-138-82-816 0 0,-5 3-171 0 0,3-4-195 0 0,0 0 1 0 0,0 0 0 0 0,0 1 0 0 0,0-1 0 0 0,0 0 0 0 0,0 1 0 0 0,0-1 0 0 0,0 0 0 0 0,0 1 0 0 0,-1-1 0 0 0,1 0 0 0 0,0 0-1 0 0,0 1 1 0 0,0-1 0 0 0,-1 0 0 0 0,1 0 0 0 0,0 1 0 0 0,0-1 0 0 0,0 0 0 0 0,-1 0 0 0 0,1 0 0 0 0,0 1 0 0 0,-1-1 0 0 0,1 0-1 0 0,0 0 1 0 0,0 0 0 0 0,-1 0 0 0 0,1 0 0 0 0,0 0 0 0 0,-1 0 0 0 0,0 1 0 0 0,-35 1 240 0 0,-1-1 0 0 0,-74-8 0 0 0,111 7-245 0 0,0 0 0 0 0,-1 0 0 0 0,1 0 0 0 0,0 0 0 0 0,0 0 0 0 0,0 0 1 0 0,-1 0-1 0 0,1 0 0 0 0,0 0 0 0 0,0 0 0 0 0,0 0 0 0 0,-1 0 0 0 0,1 0 0 0 0,0 0 1 0 0,0 0-1 0 0,0 0 0 0 0,-1 0 0 0 0,1 0 0 0 0,0 0 0 0 0,0 0 0 0 0,0 0 0 0 0,0 0 1 0 0,-1-1-1 0 0,1 1 0 0 0,0 0 0 0 0,0 0 0 0 0,0 0 0 0 0,0 0 0 0 0,-1 0 0 0 0,1-1 1 0 0,0 1-1 0 0,0 0 0 0 0,0 0 0 0 0,0 0 0 0 0,0 0 0 0 0,0-1 0 0 0,0 1 0 0 0,0 0 1 0 0,0 0-1 0 0,0 0 0 0 0,-1-1 0 0 0,1 1 0 0 0,0 0 0 0 0,0 0 0 0 0,0 0 0 0 0,0-1 1 0 0,1 1-1 0 0,9-9 7 0 0,24-8 3 0 0,-31 15-10 0 0,190-77-38 0 0,5-2-35 0 0,-156 61 59 0 0,-2-1-1 0 0,63-44 1 0 0,-99 62 10 0 0,1-1 1 0 0,-1 0-1 0 0,0 0 0 0 0,0 0 1 0 0,0 0-1 0 0,-1 0 0 0 0,1-1 1 0 0,-1 0-1 0 0,0 0 1 0 0,0 0-1 0 0,-1 0 0 0 0,4-9 1 0 0,-6 13 3 0 0,0 0 0 0 0,0 1 0 0 0,0-1 0 0 0,0 0 0 0 0,0 1 0 0 0,0-1-1 0 0,0 0 1 0 0,0 1 0 0 0,0-1 0 0 0,0 0 0 0 0,-1 1 0 0 0,1-1 0 0 0,0 1 0 0 0,-1-1 0 0 0,1 1 0 0 0,0-1 0 0 0,-1 0 0 0 0,1 1 0 0 0,0-1 0 0 0,-1 1 0 0 0,1 0 0 0 0,-1-1 0 0 0,1 1 0 0 0,-1-1 0 0 0,1 1 0 0 0,-1 0 0 0 0,1-1 0 0 0,-1 1 0 0 0,0 0 0 0 0,1-1 0 0 0,-1 1 0 0 0,1 0 0 0 0,-1 0 0 0 0,0 0 0 0 0,1 0 0 0 0,-1-1 0 0 0,-1 1 0 0 0,-21-2-8 0 0,18 3 7 0 0,0 0 1 0 0,0 0-1 0 0,0 0 1 0 0,0 1-1 0 0,0 0 1 0 0,0 0-1 0 0,1 0 1 0 0,-1 0-1 0 0,1 1 1 0 0,-8 5-1 0 0,-38 36 13 0 0,46-41-13 0 0,-5 6-3 0 0,0 1 0 0 0,1 0 0 0 0,0 0 1 0 0,0 0-1 0 0,1 1 0 0 0,1 0 0 0 0,0 0 1 0 0,0 1-1 0 0,1-1 0 0 0,1 1 0 0 0,0 1 1 0 0,-3 15-1 0 0,6-22 4 0 0,0 0 1 0 0,1 0-1 0 0,-1 0 0 0 0,1 0 1 0 0,0 0-1 0 0,1 0 0 0 0,0 0 1 0 0,0 0-1 0 0,0 0 1 0 0,0 0-1 0 0,1 0 0 0 0,0-1 1 0 0,0 1-1 0 0,1 0 0 0 0,0-1 1 0 0,0 0-1 0 0,0 0 0 0 0,0 0 1 0 0,1 0-1 0 0,0 0 0 0 0,0-1 1 0 0,0 1-1 0 0,1-1 1 0 0,-1 0-1 0 0,1 0 0 0 0,0-1 1 0 0,9 5-1 0 0,-1-1-18 0 0,0-1-1 0 0,1-1 1 0 0,-1-1-1 0 0,1 0 1 0 0,0 0-1 0 0,0-2 1 0 0,1 0 0 0 0,-1 0-1 0 0,23-1 1 0 0,10-3-595 0 0,72-11 1 0 0,-81 6 159 0 0,-1-1 0 0 0,0-2 0 0 0,-1-1-1 0 0,0-2 1 0 0,-1-2 0 0 0,0-1 0 0 0,-2-2 0 0 0,0-1-1 0 0,-1-2 1 0 0,-1-1 0 0 0,0-1 0 0 0,-2-1 0 0 0,26-30-1 0 0,-19 15 477 0 0,-1-2 1 0 0,-3-1-1 0 0,-1-2 0 0 0,-3-1 0 0 0,-1-1 0 0 0,-2-1 0 0 0,-3-1 0 0 0,29-90 0 0 0,-5-48 3665 0 0,-41 163-3071 0 0,-4 19-542 0 0,0-8 1073 0 0,-11 20-651 0 0,6-3-331 0 0,0 1-1 0 0,1-1 0 0 0,-1 1 1 0 0,1-1-1 0 0,0 1 1 0 0,1 0-1 0 0,-4 10 1 0 0,-4 10 296 0 0,-41 94 1122 0 0,-68 237 0 0 0,115-341-1542 0 0,-31 127 160 0 0,31-119-153 0 0,0-1-1 0 0,2 1 1 0 0,1 0-1 0 0,2 27 1 0 0,-1-47-19 0 0,1 1 0 0 0,-1-1 0 0 0,1 1 0 0 0,0-1 0 0 0,1 1 0 0 0,-1-1 0 0 0,1 0 0 0 0,0 0 0 0 0,0 0 0 0 0,0 0 1 0 0,0 0-1 0 0,1 0 0 0 0,-1 0 0 0 0,1-1 0 0 0,0 1 0 0 0,5 3 0 0 0,-5-4-10 0 0,0-1-1 0 0,1 0 1 0 0,-1 0 0 0 0,1 0-1 0 0,0-1 1 0 0,-1 1 0 0 0,1-1-1 0 0,0 0 1 0 0,0 0 0 0 0,0 0-1 0 0,0 0 1 0 0,0-1-1 0 0,0 1 1 0 0,0-1 0 0 0,0 0-1 0 0,0 0 1 0 0,0-1 0 0 0,8-1-1 0 0,1-2-54 0 0,1 0 0 0 0,0 0 0 0 0,-1-2 0 0 0,0 0 0 0 0,0 0 0 0 0,22-16 0 0 0,-11 5-705 0 0,-1-2-1 0 0,29-28 1 0 0,-33 27-800 0 0,25-31 0 0 0,-38 43 457 0 0,0-1 1 0 0,-1 1 0 0 0,0-1-1 0 0,0 0 1 0 0,-1 0 0 0 0,0 0-1 0 0,3-16 1 0 0,-4 1-4680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50 936 0 0,'-211'-41'13961'0'0,"155"32"-11157"0"0,53 9-2025 0 0,10 8-89 0 0,-1-6-618 0 0,0 0 0 0 0,0 0 1 0 0,0 0-1 0 0,0-1 0 0 0,0 1 0 0 0,1-2 1 0 0,-1 1-1 0 0,1-1 0 0 0,6 0 1 0 0,12 1 44 0 0,524 27 480 0 0,-509-30-1641 0 0,-5-8-3330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5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54 1904 0 0,'13'-53'16310'0'0,"-45"206"-14189"0"0,-1 9-1751 0 0,30-138-756 0 0,1-13-53 0 0,0 1 1 0 0,1 19-1 0 0,1-28-372 0 0,0 1 1 0 0,1-1-1 0 0,-1 1 0 0 0,1-1 1 0 0,0 1-1 0 0,0-1 0 0 0,2 5 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5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11 250 864 0 0,'2'-60'8096'0'0,"-11"-99"1"0"0,7 143-7388 0 0,1 2-1240 0 0,2 14 386 0 0,-1 0-1 0 0,1 0 1 0 0,-1 0-1 0 0,1 1 1 0 0,0-1-1 0 0,-1 0 1 0 0,1 0-1 0 0,-1 1 1 0 0,1-1-1 0 0,0 0 1 0 0,-1 1 0 0 0,1-1-1 0 0,-1 1 1 0 0,1-1-1 0 0,-1 1 1 0 0,0-1-1 0 0,1 1 1 0 0,-1-1-1 0 0,1 1 1 0 0,-1-1-1 0 0,0 1 1 0 0,1 0-1 0 0,13 10-5602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6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732 97 1420 0 0,'9'-8'4020'0'0,"4"-1"-1880"0"0,-5 5-1114 0 0,-1-1 0 0 0,0 0 0 0 0,0 0 0 0 0,0 0 1 0 0,0-1-1 0 0,-1 0 0 0 0,0 0 0 0 0,-1-1 0 0 0,1 0 0 0 0,-1 0 1 0 0,5-9 1202 0 0,-12 16-2198 0 0,0 1 1 0 0,-1 0-1 0 0,1-1 0 0 0,0 1 0 0 0,0 0 0 0 0,0 0 1 0 0,0 1-1 0 0,0-1 0 0 0,0 0 0 0 0,0 1 0 0 0,0-1 0 0 0,1 1 1 0 0,-1-1-1 0 0,-2 4 0 0 0,-21 27 329 0 0,-5 15 267 0 0,2 1 0 0 0,2 1 0 0 0,-23 63 0 0 0,-46 164 1647 0 0,73-209-1862 0 0,-31 110 635 0 0,8 3 0 0 0,7 1 0 0 0,-14 204 0 0 0,48-328-802 0 0,-12 81 258 0 0,15-132-470 0 0,0-1 0 0 0,0 1 0 0 0,-1-1 0 0 0,0 1 0 0 0,0-1 0 0 0,-1 1 0 0 0,1-1 0 0 0,-1 0 0 0 0,0 0 0 0 0,-1 0 0 0 0,1-1 0 0 0,-1 1 0 0 0,-8 6-1 0 0,9-8-39 0 0,0-1 0 0 0,0 0-1 0 0,-1 0 1 0 0,1 0-1 0 0,0-1 1 0 0,-1 1 0 0 0,0-1-1 0 0,1 0 1 0 0,-1 0-1 0 0,0 0 1 0 0,0 0 0 0 0,0-1-1 0 0,0 0 1 0 0,1 1-1 0 0,-1-2 1 0 0,0 1 0 0 0,0 0-1 0 0,0-1 1 0 0,0 1-1 0 0,1-1 1 0 0,-8-2 0 0 0,1-1-386 0 0,1 0 0 0 0,-1-1 0 0 0,0 0 0 0 0,1 0 0 0 0,0-1 0 0 0,0 0 0 0 0,1 0 0 0 0,0-1 0 0 0,0 0 0 0 0,0-1 0 0 0,1 0 0 0 0,0 0 0 0 0,-9-14 0 0 0,8 9-943 0 0,0-1 1 0 0,1 1 0 0 0,-8-23 0 0 0,10 20-1796 0 0,0-2 0 0 0,-5-29 0 0 0,6 8-6583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6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1 217 364 0 0,'20'-39'5583'0'0,"23"-40"2592"0"0,-38 71-7526 0 0,1 1 1 0 0,0-1 0 0 0,14-12-1 0 0,-12 14-515 0 0,0 0 1 0 0,1 0-1 0 0,-1 1 0 0 0,1 1 0 0 0,1-1 1 0 0,-1 2-1 0 0,0-1 0 0 0,1 1 0 0 0,0 0 1 0 0,0 1-1 0 0,12-1 0 0 0,18-1-979 0 0,60 3 0 0 0,-65 1-421 0 0,54 0-5204 0 0,-41 0-31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7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1009 2344 0 0,'0'0'2283'0'0,"3"23"4760"0"0,-3-18-6427 0 0,-1 0 0 0 0,1 0 0 0 0,0 0 0 0 0,0 0 0 0 0,0 0 0 0 0,3 8 0 0 0,-3-11-514 0 0,0 0 0 0 0,1 0 0 0 0,0 0 0 0 0,-1-1 0 0 0,1 1 0 0 0,0 0 0 0 0,0 0 0 0 0,0-1 0 0 0,0 1 0 0 0,0-1 0 0 0,0 1 0 0 0,0-1 0 0 0,1 1 0 0 0,-1-1 0 0 0,1 0 0 0 0,-1 0 0 0 0,1 1 0 0 0,-1-1 0 0 0,1 0 0 0 0,0 0 0 0 0,3 1 0 0 0,0 0-21 0 0,1-1 0 0 0,0 0 0 0 0,-1 0 0 0 0,1 0 0 0 0,0 0 0 0 0,0-1 0 0 0,0 0 0 0 0,-1 0 0 0 0,1-1 0 0 0,0 0 0 0 0,0 0 0 0 0,0 0 0 0 0,6-2 0 0 0,-3-1-36 0 0,-1 0-1 0 0,1 0 1 0 0,-1-1-1 0 0,0 1 1 0 0,0-2-1 0 0,0 1 1 0 0,9-11 0 0 0,2-4-39 0 0,0 0 1 0 0,-2-2 0 0 0,-1 0-1 0 0,22-39 1 0 0,16-39-12 0 0,-4-3 1 0 0,37-114-1 0 0,55-223-88 0 0,-138 426 87 0 0,3-7-20 0 0,0 0-54 0 0,-16 38 59 0 0,-231 616 779 0 0,195-471-611 0 0,40-137-136 0 0,1 0-1 0 0,1 0 1 0 0,1 1-1 0 0,2 39 1 0 0,1-55-136 0 0,1 0 1 0 0,-1 0-1 0 0,2-1 1 0 0,-1 1-1 0 0,1 0 1 0 0,1-1-1 0 0,-1 0 1 0 0,2 0-1 0 0,-1 0 1 0 0,1-1-1 0 0,1 1 0 0 0,-1-1 1 0 0,12 12-1 0 0,-13-16-49 0 0,0 0-1 0 0,1 0 0 0 0,-1-1 1 0 0,1 0-1 0 0,0 0 0 0 0,0 0 0 0 0,0 0 1 0 0,0-1-1 0 0,0 1 0 0 0,1-1 1 0 0,-1-1-1 0 0,1 1 0 0 0,-1-1 0 0 0,1 0 1 0 0,0 0-1 0 0,-1-1 0 0 0,1 0 1 0 0,0 0-1 0 0,-1 0 0 0 0,1 0 0 0 0,0-1 1 0 0,-1 0-1 0 0,1 0 0 0 0,0-1 1 0 0,5-2-1 0 0,6-3 32 0 0,0-1-1 0 0,0-1 1 0 0,-1-1 0 0 0,0 0 0 0 0,-1-1-1 0 0,0 0 1 0 0,0-2 0 0 0,-1 0 0 0 0,20-24-1 0 0,6-12 891 0 0,51-85-1 0 0,-53 69 1187 0 0,-21 34-217 0 0,24-32 527 0 0,-42 65-2197 0 0,0 1 0 0 0,0-1 0 0 0,0 1 1 0 0,0-1-1 0 0,0 1 0 0 0,0-1 0 0 0,0 0 0 0 0,-1 0 1 0 0,-1 3-1 0 0,-4 5 115 0 0,-9 20 38 0 0,1 1 0 0 0,1 0 0 0 0,2 1 0 0 0,1 0 0 0 0,2 1 0 0 0,1 0 0 0 0,1 1 1 0 0,-1 34-1 0 0,7-63-182 0 0,1 0 0 0 0,0 0 1 0 0,1 0-1 0 0,-1 0 0 0 0,1 0 0 0 0,0 0 1 0 0,1 0-1 0 0,-1-1 0 0 0,1 1 0 0 0,0 0 1 0 0,0-1-1 0 0,0 1 0 0 0,0-1 1 0 0,1 0-1 0 0,0 0 0 0 0,0 0 0 0 0,0 0 1 0 0,0 0-1 0 0,7 6 0 0 0,-6-8-4 0 0,0 1-1 0 0,-1-1 0 0 0,1 0 1 0 0,0 0-1 0 0,0-1 0 0 0,0 1 1 0 0,0-1-1 0 0,0 0 0 0 0,0 0 1 0 0,1 0-1 0 0,-1 0 0 0 0,0-1 1 0 0,0 0-1 0 0,1 1 1 0 0,-1-2-1 0 0,0 1 0 0 0,1 0 1 0 0,-1-1-1 0 0,0 0 0 0 0,0 0 1 0 0,0 0-1 0 0,0-1 0 0 0,6-2 1 0 0,3-2-14 0 0,0-1 1 0 0,-1-1-1 0 0,0 0 1 0 0,0-1-1 0 0,-1 0 1 0 0,0-1-1 0 0,0 0 1 0 0,-1 0-1 0 0,-1-2 0 0 0,0 1 1 0 0,0-1-1 0 0,-1 0 1 0 0,0 0-1 0 0,-1-1 1 0 0,-1 0-1 0 0,0-1 1 0 0,-1 1-1 0 0,0-1 1 0 0,4-26-1 0 0,-8 33-8 0 0,-1 0 0 0 0,0 0-1 0 0,0 0 1 0 0,-1 0 0 0 0,0 0 0 0 0,-1 0-1 0 0,1 0 1 0 0,-1 1 0 0 0,0-1-1 0 0,-1 0 1 0 0,0 1 0 0 0,0 0 0 0 0,0-1-1 0 0,-1 1 1 0 0,1 0 0 0 0,-1 1 0 0 0,-1-1-1 0 0,-6-6 1 0 0,-3-3-224 0 0,0 2-1 0 0,-1 0 1 0 0,-1 1-1 0 0,0 0 1 0 0,-23-12-1 0 0,15 11-1554 0 0,-53-20 0 0 0,7 10-6911 0 0,47 15 1775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7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206 148 2872 0 0,'-52'-24'5283'0'0,"-79"-52"-1"0"0,109 56-3632 0 0,22 19-1604 0 0,0 0 0 0 0,0 0-1 0 0,0 1 1 0 0,0-1 0 0 0,0 0 0 0 0,0 1 0 0 0,0-1 0 0 0,0 0 0 0 0,0 1 0 0 0,0-1 0 0 0,0 0 0 0 0,1 0-1 0 0,-1 1 1 0 0,0-1 0 0 0,0 1 0 0 0,1-1 0 0 0,-1 0 0 0 0,1 1 0 0 0,-1-1 0 0 0,0 1 0 0 0,2-2 32 0 0,-1 1-40 0 0,0 0 0 0 0,1 0-1 0 0,-1 0 1 0 0,1 0 0 0 0,-1 0-1 0 0,1 0 1 0 0,-1 0-1 0 0,1 1 1 0 0,-1-1 0 0 0,1 1-1 0 0,0-1 1 0 0,-1 1-1 0 0,1-1 1 0 0,0 1 0 0 0,2 0-1 0 0,32 0 171 0 0,-24 0-128 0 0,49 2-37 0 0,101 16-1 0 0,62 27-1937 0 0,-101-20-414 0 0,-23-6-1868 0 0,1 0-2142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8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62 1244 0 0,'-3'0'1846'0'0,"-24"-3"1910"0"0,24 3-2833 0 0,-3 0-344 0 0,3-1-221 0 0,0 1 0 0 0,0 0 0 0 0,0 0 1 0 0,0 0-1 0 0,0 1 0 0 0,0-1 0 0 0,1 1 0 0 0,-1-1 1 0 0,0 1-1 0 0,0 0 0 0 0,0 0 0 0 0,1 0 0 0 0,-5 3 1 0 0,6-3-314 0 0,1-1 0 0 0,-1 1 0 0 0,1 0 0 0 0,-1-1 0 0 0,1 1 0 0 0,0 0 0 0 0,-1-1 0 0 0,1 1 0 0 0,0 0 0 0 0,-1 0 0 0 0,1-1 0 0 0,0 1 0 0 0,0 0 0 0 0,0 0 0 0 0,0 0 0 0 0,0-1 0 0 0,0 1 0 0 0,0 0 0 0 0,0 0 0 0 0,0 0 0 0 0,0-1 0 0 0,0 1 0 0 0,0 0 0 0 0,0 0 0 0 0,1-1 0 0 0,-1 1 0 0 0,0 0 1 0 0,1 0-1 0 0,-1-1 0 0 0,0 1 0 0 0,2 1 0 0 0,11 16 272 0 0,-10-16-286 0 0,1 1 0 0 0,0-1 0 0 0,-1 0 0 0 0,1 0 0 0 0,0 0 0 0 0,0 0 0 0 0,0-1-1 0 0,0 0 1 0 0,0 0 0 0 0,0 0 0 0 0,0 0 0 0 0,1 0 0 0 0,-1-1 0 0 0,8 0 0 0 0,-3-1-14 0 0,0 1-1 0 0,0-1 1 0 0,0-1 0 0 0,0 0 0 0 0,12-4 0 0 0,-18 4-19 0 0,0 1 0 0 0,0-1 0 0 0,0 0 1 0 0,0-1-1 0 0,0 1 0 0 0,-1 0 0 0 0,1-1 0 0 0,-1 1 0 0 0,1-1 0 0 0,-1 0 0 0 0,0 0 0 0 0,0 0 1 0 0,0 0-1 0 0,-1 0 0 0 0,1-1 0 0 0,-1 1 0 0 0,0 0 0 0 0,1-1 0 0 0,-2 1 0 0 0,1-1 1 0 0,0 1-1 0 0,0-6 0 0 0,-1 7 1 0 0,0 1 0 0 0,0-1 1 0 0,-1 0-1 0 0,1 0 0 0 0,0 1 0 0 0,0-1 1 0 0,-1 1-1 0 0,1-1 0 0 0,-1 0 0 0 0,0 1 1 0 0,1-1-1 0 0,-1 1 0 0 0,0-1 0 0 0,0 1 1 0 0,0 0-1 0 0,0-1 0 0 0,0 1 0 0 0,0 0 1 0 0,-1 0-1 0 0,1 0 0 0 0,0-1 0 0 0,-1 1 1 0 0,1 1-1 0 0,0-1 0 0 0,-1 0 0 0 0,1 0 1 0 0,-1 0-1 0 0,-2 0 0 0 0,-2-1 0 0 0,0 0 0 0 0,0 0 0 0 0,0 1 0 0 0,0-1 0 0 0,-12 1 0 0 0,-2 1 25 0 0,1 1 0 0 0,-1 1 0 0 0,1 0 0 0 0,0 2 0 0 0,0 0-1 0 0,0 2 1 0 0,1 0 0 0 0,0 0 0 0 0,0 2 0 0 0,-20 11-1 0 0,4 1 180 0 0,2 0-1 0 0,0 3 0 0 0,1 0 0 0 0,-31 32 0 0 0,39-33 23 0 0,2 0-1 0 0,1 2 1 0 0,-26 37-1 0 0,39-50-153 0 0,0 0-1 0 0,1 1 1 0 0,0-1-1 0 0,1 1 0 0 0,0 0 1 0 0,1 1-1 0 0,0-1 0 0 0,1 1 1 0 0,1 0-1 0 0,-2 25 0 0 0,4-32-52 0 0,0 0-1 0 0,0 0 0 0 0,1-1 0 0 0,0 1 0 0 0,1 0 1 0 0,-1 0-1 0 0,1 0 0 0 0,0-1 0 0 0,0 1 0 0 0,1-1 1 0 0,0 1-1 0 0,0-1 0 0 0,0 0 0 0 0,4 5 0 0 0,-1-4 6 0 0,0 1 0 0 0,1-1 0 0 0,0 0 0 0 0,0-1 0 0 0,0 1 0 0 0,1-2 0 0 0,-1 1 0 0 0,14 5 0 0 0,5 0-360 0 0,1-1-1 0 0,0-2 0 0 0,0 0 0 0 0,57 5 0 0 0,32-5-2772 0 0,-35-12-2506 0 0,-24-3-590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9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547 101 748 0 0,'0'-4'489'0'0,"0"0"0"0"0,-1-1 0 0 0,0 1 0 0 0,0 0 1 0 0,0 0-1 0 0,-1 0 0 0 0,1 0 0 0 0,-1 0 0 0 0,0 0 0 0 0,0 0 0 0 0,-1 1 0 0 0,1-1 0 0 0,-1 1 0 0 0,1-1 0 0 0,-7-5 1 0 0,4 6-112 0 0,1-1 1 0 0,-1 1-1 0 0,0 0 1 0 0,-1 0-1 0 0,1 1 1 0 0,0-1-1 0 0,-1 1 1 0 0,0 0-1 0 0,1 1 1 0 0,-10-2-1 0 0,1 1 82 0 0,-1 1 0 0 0,1 0 1 0 0,-1 2-1 0 0,0-1 0 0 0,1 2 0 0 0,-1 0 0 0 0,1 1 1 0 0,-23 7-1 0 0,13-2-146 0 0,1 2 0 0 0,0 0 0 0 0,1 2 0 0 0,0 0 0 0 0,1 1 0 0 0,-19 17 0 0 0,29-22-256 0 0,0 1 1 0 0,1 1-1 0 0,0 0 0 0 0,1 0 0 0 0,0 1 1 0 0,1 0-1 0 0,0 1 0 0 0,0-1 0 0 0,2 2 1 0 0,-1-1-1 0 0,1 1 0 0 0,-4 16 0 0 0,8-23-68 0 0,0 0 0 0 0,1-1-1 0 0,0 1 1 0 0,1 0-1 0 0,-1-1 1 0 0,1 1 0 0 0,0 0-1 0 0,1 0 1 0 0,-1 0-1 0 0,1-1 1 0 0,0 1-1 0 0,1 0 1 0 0,-1-1 0 0 0,1 1-1 0 0,0-1 1 0 0,1 1-1 0 0,-1-1 1 0 0,1 0-1 0 0,0 0 1 0 0,0 0 0 0 0,1-1-1 0 0,-1 1 1 0 0,5 4-1 0 0,-2-4-171 0 0,0 0 0 0 0,1 0 0 0 0,-1-1 0 0 0,1 0 0 0 0,0 0 0 0 0,0 0 0 0 0,0-1 0 0 0,0 0 0 0 0,1-1-1 0 0,-1 1 1 0 0,1-2 0 0 0,-1 1 0 0 0,1-1 0 0 0,0 0 0 0 0,0 0 0 0 0,12-1 0 0 0,-7-1-26 0 0,-1-1 1 0 0,1 0 0 0 0,-1-1-1 0 0,0 0 1 0 0,1-1-1 0 0,-1 0 1 0 0,-1-1-1 0 0,1-1 1 0 0,-1 1-1 0 0,0-2 1 0 0,0 0 0 0 0,-1 0-1 0 0,0-1 1 0 0,0 0-1 0 0,0 0 1 0 0,-1-1-1 0 0,8-11 1 0 0,5-8 390 0 0,-1-1 1 0 0,-1 0-1 0 0,-2-2 1 0 0,27-61-1 0 0,-12 18 3159 0 0,-34 78-3175 0 0,1 0 0 0 0,-1-1 0 0 0,0 1 0 0 0,0-1 0 0 0,0 1 0 0 0,0-1 0 0 0,-3 5 1 0 0,-2 7 140 0 0,-16 58 364 0 0,-7 33-296 0 0,27-94-411 0 0,0-1 0 0 0,1 1 0 0 0,0-1 1 0 0,1 1-1 0 0,0 0 0 0 0,1 0 0 0 0,2 12 0 0 0,-2-20-185 0 0,0 0 0 0 0,0 0 0 0 0,1 0 0 0 0,-1 0 0 0 0,1 0 0 0 0,0 0 0 0 0,0-1 0 0 0,0 1-1 0 0,1-1 1 0 0,-1 1 0 0 0,1-1 0 0 0,0 0 0 0 0,-1 0 0 0 0,1 0 0 0 0,1-1 0 0 0,4 4 0 0 0,-4-3-833 0 0,2 0 1 0 0,-1 0 0 0 0,0-1 0 0 0,0 0 0 0 0,1 0 0 0 0,10 2-1 0 0,6 0-4864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333 113 1160 0 0,'2'-4'556'0'0,"-1"-1"0"0"0,0 1 1 0 0,0-1-1 0 0,-1 1 0 0 0,1 0 0 0 0,-1-1 0 0 0,0 1 1 0 0,0-1-1 0 0,-1 1 0 0 0,1-1 0 0 0,-1 1 0 0 0,0 0 1 0 0,0-1-1 0 0,0 1 0 0 0,-4-7 0 0 0,4 9-360 0 0,-1-1-1 0 0,1 1 0 0 0,-1 0 1 0 0,0-1-1 0 0,0 1 1 0 0,0 0-1 0 0,0 0 1 0 0,-1 0-1 0 0,1 0 0 0 0,-1 1 1 0 0,1-1-1 0 0,-1 0 1 0 0,1 1-1 0 0,-1 0 1 0 0,0 0-1 0 0,0 0 0 0 0,1 0 1 0 0,-1 0-1 0 0,0 0 1 0 0,0 1-1 0 0,0-1 0 0 0,0 1 1 0 0,0 0-1 0 0,-3 0 1 0 0,-5 1 78 0 0,1 0 0 0 0,-1 1 0 0 0,1 0 0 0 0,0 0 1 0 0,-1 1-1 0 0,1 1 0 0 0,1 0 0 0 0,-1 0 0 0 0,0 1 0 0 0,1 0 1 0 0,-15 11-1 0 0,10-6-141 0 0,1 1 0 0 0,1 0 0 0 0,0 0 0 0 0,0 2 0 0 0,1-1 0 0 0,-16 25 0 0 0,23-30-110 0 0,0-1-1 0 0,1 0 1 0 0,-1 1 0 0 0,2 0 0 0 0,-1 0-1 0 0,1 0 1 0 0,0 0 0 0 0,0 0 0 0 0,1 0 0 0 0,0 0-1 0 0,1 0 1 0 0,-1 1 0 0 0,1-1 0 0 0,2 14 0 0 0,-1-15-21 0 0,1-1 1 0 0,-1 1-1 0 0,1-1 1 0 0,0 1-1 0 0,1-1 1 0 0,-1 0 0 0 0,1 0-1 0 0,0 0 1 0 0,0-1-1 0 0,1 1 1 0 0,-1-1-1 0 0,1 1 1 0 0,0-1 0 0 0,0 0-1 0 0,1 0 1 0 0,-1-1-1 0 0,1 0 1 0 0,0 1 0 0 0,6 2-1 0 0,3 0-240 0 0,0 0 0 0 0,1 0 0 0 0,-1-2 0 0 0,1 0-1 0 0,0 0 1 0 0,1-2 0 0 0,-1 0 0 0 0,0 0 0 0 0,1-2 0 0 0,22-1 0 0 0,-13-1-558 0 0,-1-1 1 0 0,1-2-1 0 0,0 0 1 0 0,-1-1 0 0 0,40-17-1 0 0,-48 15-449 0 0,1 0 0 0 0,-1-1 0 0 0,-1-1 0 0 0,28-22 0 0 0,-9 0-2293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09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56 382 2536 0 0,'21'-97'4731'0'0,"12"-128"-1"0"0,-24 166-1172 0 0,-10 61-3106 0 0,-3 14-13 0 0,0 1 1 0 0,1 0 0 0 0,-2 25 0 0 0,0 3-48 0 0,-78 435 951 0 0,78-455-1290 0 0,3-18-43 0 0,0 1 0 0 0,0 0 0 0 0,0 14 0 0 0,14-33-14 0 0,18-25 9 0 0,-23 25-4 0 0,2 0 1 0 0,19-18 0 0 0,-20 22-9 0 0,0 0 1 0 0,0 1 0 0 0,1 0-1 0 0,0 1 1 0 0,0 0 0 0 0,17-6-1 0 0,-24 10 26 0 0,0 0-1 0 0,0 0 0 0 0,0 0 1 0 0,0 1-1 0 0,1-1 0 0 0,-1 1 1 0 0,0 0-1 0 0,0 0 0 0 0,1-1 1 0 0,-1 1-1 0 0,0 1 0 0 0,1-1 1 0 0,-1 0-1 0 0,0 0 0 0 0,0 1 1 0 0,1 0-1 0 0,-1-1 0 0 0,0 1 1 0 0,0 0-1 0 0,0 0 0 0 0,0 0 0 0 0,0 0 1 0 0,0 0-1 0 0,0 1 0 0 0,0-1 1 0 0,-1 1-1 0 0,1-1 0 0 0,0 1 1 0 0,-1 0-1 0 0,1-1 0 0 0,-1 1 1 0 0,0 0-1 0 0,1 0 0 0 0,-1 0 1 0 0,0 0-1 0 0,1 2 0 0 0,1 6 101 0 0,1-1-1 0 0,-2 0 1 0 0,1 1-1 0 0,-1-1 1 0 0,-1 1-1 0 0,1 15 1 0 0,-5 60 286 0 0,1-63-318 0 0,1 0 1 0 0,1 1-1 0 0,3 26 1 0 0,-3-47-67 0 0,1 1 1 0 0,-1-1-1 0 0,1 1 0 0 0,-1-1 0 0 0,1 0 1 0 0,0 1-1 0 0,0-1 0 0 0,0 0 1 0 0,3 4-1 0 0,-4-6-16 0 0,1 1-1 0 0,0 0 1 0 0,0 0 0 0 0,-1-1-1 0 0,1 1 1 0 0,0-1 0 0 0,0 1-1 0 0,0-1 1 0 0,-1 1 0 0 0,1-1-1 0 0,0 1 1 0 0,0-1 0 0 0,0 0 0 0 0,0 1-1 0 0,0-1 1 0 0,0 0 0 0 0,0 0-1 0 0,0 0 1 0 0,0 0 0 0 0,0 0-1 0 0,0 0 1 0 0,0 0 0 0 0,0 0-1 0 0,0 0 1 0 0,0 0 0 0 0,2-1-1 0 0,9-3-287 0 0,-1-1 0 0 0,1 0 0 0 0,-1-1 0 0 0,0 0 0 0 0,17-12 0 0 0,14-14-2958 0 0,-4 1-3305 0 0,-38 30 6416 0 0,29-23-8008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0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 48 1292 0 0,'-10'-7'1040'0'0,"0"1"0"0"0,0 1 0 0 0,0-1 0 0 0,-1 2 0 0 0,0-1 0 0 0,1 1 0 0 0,-2 1 0 0 0,-17-4 0 0 0,21 7-812 0 0,1-1-1 0 0,-1 1 1 0 0,1 0 0 0 0,0 1-1 0 0,-1 0 1 0 0,1 0-1 0 0,-1 1 1 0 0,1 0-1 0 0,0 0 1 0 0,0 0 0 0 0,0 1-1 0 0,0 0 1 0 0,0 1-1 0 0,-9 5 1 0 0,-1 4 14 0 0,0 0 0 0 0,1 0 0 0 0,1 2 0 0 0,0 0 1 0 0,1 1-1 0 0,1 0 0 0 0,0 1 0 0 0,-12 22 0 0 0,9-12-92 0 0,2 1 0 0 0,1 0 0 0 0,1 1 0 0 0,-16 58 1 0 0,25-73-118 0 0,1-1 0 0 0,0 1 0 0 0,1-1-1 0 0,0 1 1 0 0,1 0 0 0 0,1 0 0 0 0,0-1 0 0 0,1 1 0 0 0,5 21 0 0 0,-6-31-25 0 0,1 0 1 0 0,-1 1-1 0 0,1-1 0 0 0,-1 0 0 0 0,1 0 0 0 0,0 0 0 0 0,1 0 0 0 0,-1 0 0 0 0,1-1 0 0 0,0 1 0 0 0,0-1 0 0 0,0 1 0 0 0,0-1 0 0 0,0 0 0 0 0,1 0 0 0 0,-1-1 0 0 0,1 1 0 0 0,0-1 0 0 0,0 1 0 0 0,0-1 0 0 0,0 0 0 0 0,0-1 0 0 0,0 1 1 0 0,1-1-1 0 0,-1 0 0 0 0,1 0 0 0 0,-1 0 0 0 0,0-1 0 0 0,1 1 0 0 0,-1-1 0 0 0,1 0 0 0 0,7-1 0 0 0,-4-1-5 0 0,-1 1 1 0 0,1-1-1 0 0,0-1 0 0 0,0 0 1 0 0,-1 0-1 0 0,0 0 1 0 0,0-1-1 0 0,0 0 0 0 0,0 0 1 0 0,0-1-1 0 0,-1 0 1 0 0,1 0-1 0 0,-2 0 0 0 0,1-1 1 0 0,0 0-1 0 0,5-8 1 0 0,7-10 6 0 0,-2-1 0 0 0,-1 0 0 0 0,13-28 0 0 0,-8 7 995 0 0,15-51 1 0 0,-3 9 1142 0 0,-26 80-1931 0 0,-2 12 1 0 0,0 14-28 0 0,-5 97 366 0 0,0 8-245 0 0,2-109-410 0 0,0 1 0 0 0,2-1 0 0 0,0 0 0 0 0,0 1 0 0 0,1-2 0 0 0,8 18 0 0 0,-9-26-175 0 0,-1 1 0 0 0,2-1-1 0 0,-1 0 1 0 0,1 0 0 0 0,-1-1-1 0 0,1 1 1 0 0,0-1 0 0 0,1 0-1 0 0,-1 0 1 0 0,1 0 0 0 0,0 0-1 0 0,0-1 1 0 0,10 5 0 0 0,-4-3-1174 0 0,-1-1 1 0 0,1 0 0 0 0,0-1-1 0 0,0 0 1 0 0,0-1 0 0 0,17 2-1 0 0,1-2-4823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534 191 880 0 0,'22'-17'4017'0'0,"28"-31"-1"0"0,-45 42-3301 0 0,1 0 1 0 0,-1-1-1 0 0,0 0 0 0 0,-1 0 0 0 0,1 0 1 0 0,-1 0-1 0 0,-1-1 0 0 0,0 1 0 0 0,4-13 0 0 0,-6 17-519 0 0,-1 1-1 0 0,0 0 1 0 0,0-1-1 0 0,1 1 1 0 0,-2-1-1 0 0,1 1 1 0 0,0-1-1 0 0,0 1 1 0 0,-1-1-1 0 0,1 1 0 0 0,-1 0 1 0 0,-1-4-1 0 0,1 5-140 0 0,1 1 1 0 0,-1-1-1 0 0,1 0 0 0 0,-1 1 0 0 0,1-1 0 0 0,-1 1 0 0 0,0-1 0 0 0,1 1 0 0 0,-1-1 0 0 0,0 1 0 0 0,0-1 1 0 0,1 1-1 0 0,-1 0 0 0 0,0-1 0 0 0,0 1 0 0 0,0 0 0 0 0,0 0 0 0 0,1 0 0 0 0,-1 0 0 0 0,0 0 1 0 0,0 0-1 0 0,0 0 0 0 0,-1 0 0 0 0,-18 2 466 0 0,19-2-508 0 0,-10 2 195 0 0,1 0 1 0 0,0 1 0 0 0,0 1 0 0 0,0 0-1 0 0,0 0 1 0 0,-10 6 0 0 0,-53 37 699 0 0,59-37-707 0 0,-46 34 578 0 0,3 3 0 0 0,1 2 0 0 0,-87 101-1 0 0,123-127-546 0 0,2 1 0 0 0,-22 39 0 0 0,32-50-184 0 0,1 1 0 0 0,1 0 0 0 0,0 0 0 0 0,1 1 0 0 0,0-1 0 0 0,-3 28 0 0 0,7-37-25 0 0,0 0 0 0 0,1 0 0 0 0,0 0 0 0 0,0-1 0 0 0,0 1 0 0 0,1 0 0 0 0,0 0 0 0 0,0 0 0 0 0,0 0 0 0 0,0-1 0 0 0,1 1 0 0 0,-1-1 0 0 0,1 1-1 0 0,1-1 1 0 0,-1 1 0 0 0,4 4 0 0 0,-1-4 12 0 0,-1 0 0 0 0,1 0-1 0 0,0-1 1 0 0,0 0 0 0 0,0 0-1 0 0,0-1 1 0 0,1 1 0 0 0,-1-1-1 0 0,1 0 1 0 0,0 0-1 0 0,6 1 1 0 0,10 2-212 0 0,-1-1 0 0 0,1-1 0 0 0,-1-1 0 0 0,1 0 0 0 0,0-2 0 0 0,25-2 0 0 0,-17 0-1307 0 0,0-2 1 0 0,40-8-1 0 0,-28-1-2871 0 0,-1-3-3530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1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92 3332 0 0,'-161'-73'15638'0'0,"160"73"-15531"0"0,1-1-1 0 0,-1 1 1 0 0,0 0-1 0 0,1 0 0 0 0,-1 0 1 0 0,0-1-1 0 0,1 1 1 0 0,-1 0-1 0 0,1-1 0 0 0,-1 1 1 0 0,1 0-1 0 0,-1-1 0 0 0,0 1 1 0 0,1-1-1 0 0,0 1 1 0 0,-1 0-1 0 0,1-1 0 0 0,-1 0 1 0 0,1 1-1 0 0,0-1 1 0 0,-1 1-1 0 0,1-1 0 0 0,-1 0 1 0 0,2 0-70 0 0,-1 1 0 0 0,0-1 0 0 0,1 1 0 0 0,-1 0 0 0 0,1-1 0 0 0,-1 1 0 0 0,1-1 0 0 0,-1 1 0 0 0,1 0 0 0 0,0 0 0 0 0,-1-1 0 0 0,1 1 0 0 0,-1 0 0 0 0,1 0 0 0 0,-1 0 0 0 0,1-1 0 0 0,0 1 0 0 0,0 0 0 0 0,35-2 196 0 0,151 16 491 0 0,-64-4-2201 0 0,0-5-5447 0 0,-94-7 474 0 0,-15 0 521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707 115 1588 0 0,'6'-22'3353'0'0,"2"-7"1909"0"0,6-33 0 0 0,-13 60-4829 0 0,-7 2-322 0 0,-1 1 0 0 0,1 0 0 0 0,0 0 0 0 0,0 1 0 0 0,0-1 0 0 0,0 1 0 0 0,-9 5 0 0 0,-41 24 315 0 0,25-13-141 0 0,-57 31 685 0 0,-90 68 1 0 0,143-90-785 0 0,0 1 1 0 0,3 1 0 0 0,0 2-1 0 0,2 1 1 0 0,-29 40-1 0 0,44-51-115 0 0,1 1 0 0 0,1 0 0 0 0,0 1 0 0 0,2 1 0 0 0,-10 30 1 0 0,17-43-15 0 0,1 1 0 0 0,1-1 1 0 0,0 1-1 0 0,0-1 1 0 0,1 1-1 0 0,0 0 0 0 0,1-1 1 0 0,1 1-1 0 0,0 0 1 0 0,0 0-1 0 0,1-1 0 0 0,1 1 1 0 0,7 21-1 0 0,-3-18 2 0 0,0-1 0 0 0,1 1 0 0 0,1-1 0 0 0,1-1 0 0 0,0 0 0 0 0,0 0 0 0 0,1-1 0 0 0,1-1 0 0 0,0 1 0 0 0,0-2 0 0 0,1 0 0 0 0,1 0-1 0 0,0-1 1 0 0,0-1 0 0 0,0-1 0 0 0,1 0 0 0 0,0 0 0 0 0,1-2 0 0 0,0 0 0 0 0,-1 0 0 0 0,1-2 0 0 0,32 4 0 0 0,-42-7-38 0 0,-1 0 0 0 0,1 0 0 0 0,0 0 1 0 0,-1-1-1 0 0,1 0 0 0 0,-1 0 0 0 0,1 0 0 0 0,-1 0 0 0 0,0-1 1 0 0,0 0-1 0 0,1 0 0 0 0,-1-1 0 0 0,0 1 0 0 0,-1-1 1 0 0,10-7-1 0 0,-10 6-12 0 0,0 0 0 0 0,-1-1 0 0 0,1 0 0 0 0,-1 1 0 0 0,1-1 0 0 0,-1 0 0 0 0,-1-1 0 0 0,1 1 0 0 0,-1 0 0 0 0,0-1 0 0 0,0 1 0 0 0,-1-1 0 0 0,1 0 0 0 0,0-11 0 0 0,-1 4-14 0 0,-1-1 0 0 0,0 1 0 0 0,-1-1 0 0 0,-1 1 0 0 0,0-1 0 0 0,-1 1 0 0 0,0 0 0 0 0,-8-20 0 0 0,-7-12 66 0 0,-26-44 0 0 0,26 53 209 0 0,4 11 26 0 0,9 17-173 0 0,1 0-1 0 0,-1-1 1 0 0,2 1-1 0 0,-1-1 1 0 0,-2-11 0 0 0,6 19-115 0 0,0-1 0 0 0,0 0 0 0 0,0 0 0 0 0,0 1 0 0 0,0-1 0 0 0,1 0 0 0 0,-1 0 0 0 0,0 1 0 0 0,1-1 0 0 0,0 0 0 0 0,-1 1 0 0 0,1-1 0 0 0,0 1 0 0 0,0-1 0 0 0,0 1 0 0 0,0-1 0 0 0,0 1 0 0 0,0 0 0 0 0,0-1 0 0 0,0 1 0 0 0,1 0 0 0 0,-1 0 0 0 0,0 0 0 0 0,1 0 0 0 0,-1 0 0 0 0,1 0 0 0 0,-1 0 0 0 0,1 1 0 0 0,0-1 0 0 0,2 0 0 0 0,5-3 3 0 0,1 1 1 0 0,0 1-1 0 0,17-3 0 0 0,-27 5-10 0 0,23-3 1 0 0,0 1 0 0 0,0 1 0 0 0,0 1 0 0 0,0 1 1 0 0,0 1-1 0 0,37 8 0 0 0,-49-8-10 0 0,0 1 0 0 0,0 0 0 0 0,0 1 0 0 0,-1 0 0 0 0,0 1 0 0 0,0 0 0 0 0,0 0 0 0 0,0 1 0 0 0,-1 1 0 0 0,0-1-1 0 0,0 1 1 0 0,-1 1 0 0 0,0 0 0 0 0,0 0 0 0 0,10 16 0 0 0,-13-17 32 0 0,-1 1 0 0 0,-1 0 0 0 0,0 1 0 0 0,0-1 0 0 0,-1 0 0 0 0,1 1 0 0 0,-2 0 0 0 0,1-1 0 0 0,-1 1 0 0 0,-1 0 0 0 0,0 0 0 0 0,0 0 0 0 0,-2 11 0 0 0,-2 9 37 0 0,-2-1 1 0 0,-15 49-1 0 0,-38 69-135 0 0,56-143-444 0 0,2 1-1 0 0,-1 0 1 0 0,0 0 0 0 0,1 0 0 0 0,0 0 0 0 0,0 0 0 0 0,0 0-1 0 0,0 0 1 0 0,1 0 0 0 0,0 1 0 0 0,0 4 0 0 0,0-9 323 0 0,0 1 0 0 0,0 0 0 0 0,1-1 0 0 0,-1 1 0 0 0,0-1 0 0 0,0 1 0 0 0,1-1 0 0 0,-1 1 0 0 0,0-1 0 0 0,3 2-974 0 0,-2-1 974 0 0,-1-1 0 0 0,1 0 0 0 0,-1 1 0 0 0,2-1 0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2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28 3360 0 0,'-24'-23'14696'0'0,"23"19"-13880"0"0,-18 23 776 0 0,-21 24-939 0 0,-2-1 0 0 0,-58 46 0 0 0,-27 25-2333 0 0,103-89 435 0 0,-9 8-1818 0 0,13-11-3026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3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34 794 252 0 0,'0'2'3035'0'0,"-2"11"-512"0"0,-1-1 1 0 0,-7 19-1 0 0,5-17-1646 0 0,1 1 0 0 0,-4 23 0 0 0,7-35-781 0 0,1 1-1 0 0,-1 0 0 0 0,1 0 0 0 0,1 0 1 0 0,-1 0-1 0 0,0 0 0 0 0,1 0 0 0 0,0 0 1 0 0,0-1-1 0 0,0 1 0 0 0,0 0 1 0 0,1 0-1 0 0,-1-1 0 0 0,4 6 0 0 0,-2-6-57 0 0,0 1-1 0 0,0-1 1 0 0,0 0-1 0 0,1 0 1 0 0,-1 0-1 0 0,1-1 0 0 0,0 0 1 0 0,0 1-1 0 0,-1-1 1 0 0,2 0-1 0 0,-1-1 1 0 0,0 1-1 0 0,0-1 0 0 0,0 0 1 0 0,1 0-1 0 0,-1 0 1 0 0,1 0-1 0 0,-1-1 1 0 0,0 0-1 0 0,6 0 0 0 0,5 0-12 0 0,-1-1-1 0 0,0-1 1 0 0,0 0-1 0 0,0-1 1 0 0,15-5-1 0 0,-13 3-21 0 0,0-2 0 0 0,0 0 1 0 0,0 0-1 0 0,-1-2 0 0 0,0 0 0 0 0,-1 0 0 0 0,20-18 0 0 0,-15 9-2 0 0,-1 0 0 0 0,-1-1 0 0 0,-1 0 1 0 0,21-33-1 0 0,-8 1 1 0 0,-2 0 0 0 0,-3-2 0 0 0,31-96 0 0 0,-25 42 309 0 0,-6-2 0 0 0,13-121-1 0 0,-33 201 29 0 0,-3 11-141 0 0,-7 27 10 0 0,-7 28 208 0 0,-104 371 1720 0 0,93-319-1949 0 0,22-84-182 0 0,-19 70 78 0 0,3 0 1 0 0,-15 132-1 0 0,33-196-378 0 0,0 0 1 0 0,0-1 0 0 0,1 1-1 0 0,0-1 1 0 0,5 17-1 0 0,10 10-2919 0 0,-14-33 2224 0 0,1-1 0 0 0,-1 1-1 0 0,1-1 1 0 0,0 1 0 0 0,0-1 0 0 0,6 5-1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4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243 271 1536 0 0,'-72'-28'5946'0'0,"-79"-19"1"0"0,136 46-4990 0 0,11 4 23 0 0,4-2-947 0 0,1 0 0 0 0,-1 0 0 0 0,1-1-1 0 0,-1 1 1 0 0,1 0 0 0 0,0-1 0 0 0,-1 1-1 0 0,1-1 1 0 0,0 1 0 0 0,0-1 0 0 0,0 1-1 0 0,-1-1 1 0 0,1 0 0 0 0,0 1 0 0 0,0-1-1 0 0,0 0 1 0 0,0 1 0 0 0,0-1 0 0 0,-1 0-1 0 0,1 0 1 0 0,0 0 0 0 0,1 0-1 0 0,73 8 377 0 0,87-1-1 0 0,77-14-248 0 0,-195 5-138 0 0,69-14 1 0 0,-97 13-26 0 0,0-1 0 0 0,-1 0 0 0 0,1-2 1 0 0,-1 1-1 0 0,-1-2 0 0 0,1 0 1 0 0,23-16-1 0 0,-33 19-1 0 0,0 0 0 0 0,-1 0 1 0 0,1 0-1 0 0,-1-1 0 0 0,0 0 0 0 0,0 0 1 0 0,0 0-1 0 0,-1 0 0 0 0,6-10 0 0 0,-8 11 1 0 0,1 1 0 0 0,-1-1 0 0 0,0 0-1 0 0,0 1 1 0 0,0-1 0 0 0,-1 0 0 0 0,1 0-1 0 0,-1 0 1 0 0,0 1 0 0 0,0-1 0 0 0,0 0-1 0 0,-1 0 1 0 0,1 0 0 0 0,-1 1 0 0 0,0-1-1 0 0,-2-6 1 0 0,3 10 3 0 0,0-1 1 0 0,-1 0-1 0 0,1 1 0 0 0,0-1 0 0 0,0 0 0 0 0,-1 1 1 0 0,1-1-1 0 0,-1 0 0 0 0,1 1 0 0 0,-1-1 0 0 0,1 1 0 0 0,-1-1 1 0 0,1 1-1 0 0,-1-1 0 0 0,1 1 0 0 0,-1-1 0 0 0,1 1 1 0 0,-1 0-1 0 0,0-1 0 0 0,1 1 0 0 0,-1 0 0 0 0,0 0 0 0 0,1-1 1 0 0,-1 1-1 0 0,0 0 0 0 0,0 0 0 0 0,1 0 0 0 0,-1 0 1 0 0,0 0-1 0 0,1 0 0 0 0,-1 0 0 0 0,0 0 0 0 0,0 0 0 0 0,1 0 1 0 0,-1 0-1 0 0,0 0 0 0 0,1 1 0 0 0,-1-1 0 0 0,0 0 1 0 0,1 0-1 0 0,-1 1 0 0 0,0-1 0 0 0,1 1 0 0 0,-1-1 0 0 0,0 1 1 0 0,-3 1 9 0 0,1 1 1 0 0,0 0-1 0 0,-1 0 1 0 0,1 0 0 0 0,0 0-1 0 0,-2 4 1 0 0,-8 11 53 0 0,1 1-1 0 0,1 1 1 0 0,1 0 0 0 0,-12 35-1 0 0,-22 90 116 0 0,40-132-164 0 0,-18 82 102 0 0,4 1 0 0 0,5 1-1 0 0,-2 129 1 0 0,7-130 43 0 0,8-94-145 0 0,-2-4 0 0 0,0-1-16 0 0,-1 0 0 0 0,1-1 0 0 0,0 1-1 0 0,1-1 1 0 0,-1 1 0 0 0,1-1 0 0 0,-1 0 0 0 0,1 0-1 0 0,0 0 1 0 0,1 0 0 0 0,-1 0 0 0 0,0-4 0 0 0,-1-57-44 0 0,2 53 31 0 0,0 1 11 0 0,1 0 0 0 0,-1 1-1 0 0,2-1 1 0 0,-1 0-1 0 0,2 1 1 0 0,-1-1 0 0 0,2 1-1 0 0,-1 0 1 0 0,1 0 0 0 0,1 0-1 0 0,0 0 1 0 0,0 1-1 0 0,1 0 1 0 0,0 0 0 0 0,0 0-1 0 0,1 1 1 0 0,0 0 0 0 0,1 0-1 0 0,0 1 1 0 0,0 0-1 0 0,0 0 1 0 0,1 1 0 0 0,0 0-1 0 0,1 1 1 0 0,-1 0-1 0 0,1 0 1 0 0,0 1 0 0 0,18-6-1 0 0,-18 8 3 0 0,0 0-1 0 0,1 0 0 0 0,-1 1 0 0 0,1 0 0 0 0,0 0 1 0 0,-1 2-1 0 0,1-1 0 0 0,-1 1 0 0 0,1 1 0 0 0,-1 0 1 0 0,1 0-1 0 0,-1 1 0 0 0,16 7 0 0 0,-20-7 10 0 0,0 0 0 0 0,0 0 1 0 0,0 1-1 0 0,0 0 0 0 0,-1 0 0 0 0,0 1 0 0 0,0 0 0 0 0,0 0 0 0 0,0 0 0 0 0,-1 0 0 0 0,0 1 0 0 0,0-1 0 0 0,0 1 0 0 0,-1 0 0 0 0,0 0 1 0 0,0 0-1 0 0,-1 1 0 0 0,1-1 0 0 0,-1 1 0 0 0,-1 0 0 0 0,3 12 0 0 0,-3-7 18 0 0,-1 1 0 0 0,0-1 0 0 0,0 0 0 0 0,-1 1-1 0 0,-4 18 1 0 0,-20 60 89 0 0,6-26-62 0 0,18-63-52 0 0,0 1 1 0 0,1-1 0 0 0,-1 0-1 0 0,1 0 1 0 0,-1 1 0 0 0,1-1-1 0 0,0 0 1 0 0,0 0 0 0 0,0 1 0 0 0,1-1-1 0 0,-1 0 1 0 0,0 0 0 0 0,1 1-1 0 0,0-1 1 0 0,-1 0 0 0 0,1 0-1 0 0,0 0 1 0 0,0 0 0 0 0,0 0-1 0 0,0 0 1 0 0,0 0 0 0 0,1 0-1 0 0,-1 0 1 0 0,1-1 0 0 0,-1 1-1 0 0,3 1 1 0 0,-2-1-1 0 0,2 0-1 0 0,-1-1 0 0 0,0 1 1 0 0,0-1-1 0 0,0 0 0 0 0,1 0 1 0 0,-1 0-1 0 0,1 0 1 0 0,-1-1-1 0 0,1 1 0 0 0,-1-1 1 0 0,1 0-1 0 0,-1 0 1 0 0,1 0-1 0 0,-1-1 0 0 0,6-1 1 0 0,12-3-61 0 0,0 0 0 0 0,-1-2 0 0 0,0-1 1 0 0,0-1-1 0 0,-1 0 0 0 0,0-1 1 0 0,-1-1-1 0 0,0-1 0 0 0,-1-1 0 0 0,30-28 1 0 0,-22 17 26 0 0,-2-1 0 0 0,0-1 0 0 0,-2-2 0 0 0,-1 0 1 0 0,-1-1-1 0 0,15-32 0 0 0,-27 48 42 0 0,-1-1-1 0 0,0 0 1 0 0,-1-1-1 0 0,0 1 1 0 0,-1-1-1 0 0,-1 0 1 0 0,3-23 0 0 0,-6 35 9 0 0,-5 5-5 0 0,1-1 1 0 0,0 1-1 0 0,0 0 1 0 0,0 0-1 0 0,0 1 1 0 0,0-1-1 0 0,1 1 1 0 0,-1 0-1 0 0,1 0 0 0 0,-1 0 1 0 0,1 1-1 0 0,0-1 1 0 0,-3 6-1 0 0,-5 7 58 0 0,-16 31-1 0 0,20-33-39 0 0,-3 5 3 0 0,0 0-1 0 0,1 1 1 0 0,2 0 0 0 0,0 0 0 0 0,1 1 0 0 0,-5 29 0 0 0,10-43-22 0 0,1-1 1 0 0,0 1-1 0 0,0 0 1 0 0,0 0-1 0 0,1-1 1 0 0,0 1-1 0 0,0 0 1 0 0,0 0-1 0 0,1-1 1 0 0,4 10-1 0 0,-4-12-5 0 0,1 1 0 0 0,0 0-1 0 0,0-1 1 0 0,0 0 0 0 0,1 1 0 0 0,-1-1-1 0 0,1-1 1 0 0,0 1 0 0 0,0 0-1 0 0,1-1 1 0 0,-1 0 0 0 0,1 0 0 0 0,-1 0-1 0 0,10 3 1 0 0,5 1-6 0 0,-1-1 1 0 0,1-1-1 0 0,0 0 1 0 0,1-2-1 0 0,-1 0 1 0 0,1-1-1 0 0,-1-1 1 0 0,1-1-1 0 0,0 0 0 0 0,-1-2 1 0 0,1 0-1 0 0,-1-2 1 0 0,0 0-1 0 0,0-1 1 0 0,29-11-1 0 0,-31 10-8 0 0,1-2 0 0 0,-1 0 0 0 0,-1-1-1 0 0,1 0 1 0 0,-2-1 0 0 0,1-1 0 0 0,-2-1 0 0 0,1 0 0 0 0,-1-1-1 0 0,-1 0 1 0 0,-1-1 0 0 0,0 0 0 0 0,0-1 0 0 0,-2-1 0 0 0,0 0 0 0 0,11-24-1 0 0,-17 32 2 0 0,-1-1 0 0 0,0 0 1 0 0,-1 0-1 0 0,0-1 0 0 0,0 1 0 0 0,-1 0 0 0 0,0-1 0 0 0,-1-12 0 0 0,0 18 4 0 0,0 0-1 0 0,-1 0 1 0 0,0 0 0 0 0,1 0 0 0 0,-1 0-1 0 0,-1 0 1 0 0,1 0 0 0 0,-1 0-1 0 0,1 0 1 0 0,-1 0 0 0 0,0 1 0 0 0,-1-1-1 0 0,1 1 1 0 0,0 0 0 0 0,-1-1-1 0 0,0 1 1 0 0,0 0 0 0 0,0 1 0 0 0,0-1-1 0 0,-7-4 1 0 0,9 6 0 0 0,-1 0 0 0 0,0 0 0 0 0,1 1 0 0 0,-1-1 0 0 0,0 1 0 0 0,0-1 0 0 0,1 1 0 0 0,-1-1 0 0 0,0 1 1 0 0,0 0-1 0 0,0 0 0 0 0,1 0 0 0 0,-1 0 0 0 0,0 0 0 0 0,0 0 0 0 0,0 1 0 0 0,1-1 0 0 0,-1 0 0 0 0,0 1 0 0 0,0 0 0 0 0,1-1 0 0 0,-1 1 0 0 0,0 0 0 0 0,1 0 0 0 0,-4 2 0 0 0,4-2 2 0 0,0 0 0 0 0,0 0 0 0 0,1 0 0 0 0,-1 0 0 0 0,0 1 0 0 0,0-1 0 0 0,1 0 0 0 0,-1 1 0 0 0,0-1 0 0 0,1 0 0 0 0,-1 1 0 0 0,1-1 0 0 0,0 1 0 0 0,0-1 0 0 0,-1 1 0 0 0,1-1-1 0 0,0 1 1 0 0,0-1 0 0 0,0 1 0 0 0,0-1 0 0 0,1 1 0 0 0,-1-1 0 0 0,0 1 0 0 0,1-1 0 0 0,-1 0 0 0 0,1 1 0 0 0,-1-1 0 0 0,1 0 0 0 0,0 1 0 0 0,-1-1 0 0 0,1 0 0 0 0,0 0 0 0 0,0 1 0 0 0,0-1 0 0 0,0 0 0 0 0,0 0-1 0 0,0 0 1 0 0,0 0 0 0 0,2 1 0 0 0,6 5-6 0 0,0 0 0 0 0,1-1 1 0 0,-1 0-1 0 0,1-1 0 0 0,1 0 0 0 0,-1 0 0 0 0,1-1 0 0 0,20 5 0 0 0,9 0-46 0 0,43 3 1 0 0,-68-10 38 0 0,5 1-107 0 0,0 0 0 0 0,0-2 0 0 0,0-1 1 0 0,0 0-1 0 0,0-1 0 0 0,0-1 0 0 0,0-1 0 0 0,25-8 0 0 0,-39 10 105 0 0,-2 0-2 0 0,-6 1 8 0 0,-22 8 2 0 0,-7 12 99 0 0,1 0 0 0 0,2 2 0 0 0,0 1 1 0 0,-38 40-1 0 0,54-51-39 0 0,1 0 0 0 0,0 1 1 0 0,1 0-1 0 0,0 0 0 0 0,1 1 0 0 0,0 0 1 0 0,-8 21-1 0 0,16-32-37 0 0,-1 1 0 0 0,1 0 0 0 0,0 0-1 0 0,0 0 1 0 0,0 0 0 0 0,0 0 0 0 0,1 0 0 0 0,-1 0 0 0 0,1 0 0 0 0,0 0-1 0 0,1 0 1 0 0,-1 0 0 0 0,1 0 0 0 0,0 0 0 0 0,-1 0 0 0 0,2 0 0 0 0,-1 0 0 0 0,0 0-1 0 0,1-1 1 0 0,0 1 0 0 0,0 0 0 0 0,0-1 0 0 0,0 1 0 0 0,0-1 0 0 0,1 0 0 0 0,0 0-1 0 0,-1 0 1 0 0,1 0 0 0 0,0 0 0 0 0,1-1 0 0 0,-1 0 0 0 0,0 1 0 0 0,1-1-1 0 0,6 3 1 0 0,4 2-5 0 0,-1-2-1 0 0,1 1 0 0 0,1-2 0 0 0,-1 0 1 0 0,1 0-1 0 0,0-2 0 0 0,-1 0 1 0 0,1 0-1 0 0,0-1 0 0 0,25-3 0 0 0,-19 1-16 0 0,0-2 0 0 0,0 0 0 0 0,-1-2 0 0 0,1 0 0 0 0,-1-1 0 0 0,0-1 0 0 0,19-10 0 0 0,-21 7 0 0 0,0-1 0 0 0,-1-1-1 0 0,0 0 1 0 0,-1-2 0 0 0,0 1 0 0 0,-2-2 0 0 0,1 0-1 0 0,-2-1 1 0 0,0 0 0 0 0,-1-1 0 0 0,0 0 0 0 0,-2-1-1 0 0,0-1 1 0 0,-1 1 0 0 0,0-1 0 0 0,8-34 0 0 0,-16 50 23 0 0,0 0 1 0 0,0 0 0 0 0,0 0-1 0 0,-1 0 1 0 0,0 1 0 0 0,1-1-1 0 0,-1 0 1 0 0,0 0 0 0 0,0 0-1 0 0,-1 0 1 0 0,1 0 0 0 0,-1 0-1 0 0,1 0 1 0 0,-1 0 0 0 0,-2-4-1 0 0,2 5 12 0 0,0 1-1 0 0,0-1 0 0 0,-1 1 0 0 0,1 0 1 0 0,0 0-1 0 0,-1-1 0 0 0,1 1 0 0 0,-1 0 1 0 0,1 0-1 0 0,-1 0 0 0 0,0 1 0 0 0,1-1 1 0 0,-1 0-1 0 0,0 1 0 0 0,0-1 0 0 0,1 1 1 0 0,-1-1-1 0 0,0 1 0 0 0,0 0 1 0 0,0 0-1 0 0,0 0 0 0 0,1 0 0 0 0,-1 0 1 0 0,0 0-1 0 0,-2 1 0 0 0,-3 0 55 0 0,1 0 0 0 0,0 1 0 0 0,0 0 0 0 0,-1 0 0 0 0,1 0 0 0 0,1 1 0 0 0,-1 0 0 0 0,0 0 0 0 0,1 1 0 0 0,-1 0 0 0 0,1 0 0 0 0,-8 8 0 0 0,1-1 67 0 0,1 1 0 0 0,1 0 0 0 0,-17 26-1 0 0,22-29-99 0 0,0 0 0 0 0,0-1 0 0 0,1 2-1 0 0,0-1 1 0 0,1 0 0 0 0,0 1 0 0 0,1 0 0 0 0,-1 0-1 0 0,2 0 1 0 0,-1 15 0 0 0,2-19-36 0 0,0 0-1 0 0,0 0 1 0 0,1 0-1 0 0,0 0 1 0 0,0-1 0 0 0,1 1-1 0 0,0 0 1 0 0,0 0-1 0 0,0-1 1 0 0,1 1 0 0 0,-1-1-1 0 0,1 0 1 0 0,1 1-1 0 0,-1-2 1 0 0,1 1 0 0 0,-1 0-1 0 0,1-1 1 0 0,10 9-1 0 0,-1-4-217 0 0,0 1-1 0 0,1-2 0 0 0,1 0 0 0 0,-1-1 1 0 0,1 0-1 0 0,0-1 0 0 0,20 5 1 0 0,11 1-1759 0 0,57 6 0 0 0,-61-13-1785 0 0,55 0 0 0 0,-21-6-2812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5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89 160 1428 0 0,'-23'-15'3503'0'0,"19"13"-2901"0"0,0 0 0 0 0,1 0 1 0 0,-1-1-1 0 0,1 1 0 0 0,-1-1 1 0 0,-3-4-1 0 0,6 6-470 0 0,1 0 0 0 0,-1 1 1 0 0,1-1-1 0 0,-1 1 0 0 0,1-1 1 0 0,-1 1-1 0 0,0-1 0 0 0,1 1 0 0 0,-1 0 1 0 0,0-1-1 0 0,1 1 0 0 0,-1 0 1 0 0,0 0-1 0 0,-4 0 2045 0 0,10 6-1320 0 0,7 0-632 0 0,1 1 1 0 0,0-2-1 0 0,0 0 1 0 0,0 0-1 0 0,1-1 0 0 0,21 3 1 0 0,-24-5-155 0 0,17 5 46 0 0,26 5 123 0 0,112 12 0 0 0,-163-24-237 0 0,1 0 1 0 0,0 0-1 0 0,0 0 0 0 0,-1 0 1 0 0,1-1-1 0 0,0 1 0 0 0,-1-1 1 0 0,1 0-1 0 0,-1 0 0 0 0,1-1 1 0 0,-1 1-1 0 0,1-1 0 0 0,-1 1 1 0 0,0-1-1 0 0,0 0 0 0 0,4-4 1 0 0,-5 5-3 0 0,-1-1 0 0 0,1 0 0 0 0,-1 0 0 0 0,1 0 1 0 0,-1 0-1 0 0,0 0 0 0 0,0-1 0 0 0,0 1 0 0 0,0 0 0 0 0,0 0 0 0 0,-1-1 1 0 0,1 1-1 0 0,-1 0 0 0 0,0-1 0 0 0,1 1 0 0 0,-1-1 0 0 0,0 1 0 0 0,0-1 1 0 0,-1 1-1 0 0,1 0 0 0 0,0-1 0 0 0,-1 1 0 0 0,1 0 0 0 0,-1-1 0 0 0,-2-3 1 0 0,0-3 3 0 0,-1 1 1 0 0,0 0-1 0 0,0 1 1 0 0,0-1-1 0 0,-1 1 1 0 0,-1 0-1 0 0,1 0 1 0 0,-1 1-1 0 0,0-1 1 0 0,0 1-1 0 0,-1 0 1 0 0,0 1-1 0 0,-14-10 1 0 0,15 12 21 0 0,1 1 0 0 0,-1-1 0 0 0,0 1 1 0 0,0 0-1 0 0,0 0 0 0 0,0 1 0 0 0,0-1 0 0 0,0 1 1 0 0,0 1-1 0 0,0-1 0 0 0,0 1 0 0 0,0 0 0 0 0,-1 0 1 0 0,1 1-1 0 0,0 0 0 0 0,0 0 0 0 0,0 0 1 0 0,0 1-1 0 0,0 0 0 0 0,-9 4 0 0 0,0 3 91 0 0,-1 1 0 0 0,1 0-1 0 0,1 0 1 0 0,0 2-1 0 0,0 0 1 0 0,1 0 0 0 0,1 2-1 0 0,-21 26 1 0 0,18-18 90 0 0,0 1-1 0 0,2 0 0 0 0,0 1 1 0 0,2 0-1 0 0,-12 36 1 0 0,20-49-149 0 0,0-1 0 0 0,0 0 0 0 0,2 1 1 0 0,-1 0-1 0 0,1-1 0 0 0,1 1 0 0 0,0 0 0 0 0,0 0 1 0 0,3 14-1 0 0,-1-18-35 0 0,0 0 1 0 0,0 0-1 0 0,0 0 1 0 0,1-1-1 0 0,0 1 1 0 0,0-1-1 0 0,0 0 1 0 0,1 0-1 0 0,0 0 1 0 0,1 0-1 0 0,-1-1 1 0 0,1 1-1 0 0,0-1 1 0 0,0-1-1 0 0,9 7 1 0 0,2 0-162 0 0,1-1-1 0 0,0-1 1 0 0,0-1 0 0 0,1 0-1 0 0,0-1 1 0 0,1-1 0 0 0,0-1 0 0 0,22 4-1 0 0,-2-3-1913 0 0,1-2 1 0 0,79-1-1 0 0,-70-7-2162 0 0,-4-2-2084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6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88 2416 0 0,'-7'-29'3166'0'0,"-10"-29"5409"0"0,19 59-8039 0 0,4 4-297 0 0,-1 0 1 0 0,0 0 0 0 0,0 1-1 0 0,-1 0 1 0 0,0-1 0 0 0,6 12 0 0 0,22 45 350 0 0,-24-45-425 0 0,2 3-59 0 0,-1 1-1 0 0,-1 1 0 0 0,0 0 1 0 0,-2 0-1 0 0,-1 0 1 0 0,5 43-1 0 0,-9-57-74 0 0,-1 0 0 0 0,0 0 0 0 0,0 0 0 0 0,-1 0 0 0 0,0 0 0 0 0,0 0 1 0 0,-1-1-1 0 0,0 1 0 0 0,0 0 0 0 0,-1-1 0 0 0,0 0 0 0 0,0 1 0 0 0,-1-1 0 0 0,0 0 0 0 0,0-1 0 0 0,0 1 0 0 0,-1-1 0 0 0,0 0 0 0 0,-1 0 0 0 0,1 0 1 0 0,-1-1-1 0 0,0 1 0 0 0,-8 4 0 0 0,4-5 8 0 0,0 1 1 0 0,0-2-1 0 0,0 0 1 0 0,0 0-1 0 0,-1-1 1 0 0,0 0 0 0 0,0 0-1 0 0,0-1 1 0 0,0-1-1 0 0,0 0 1 0 0,-15-1-1 0 0,25 0-36 0 0,-1 1 0 0 0,1-1-1 0 0,-1 0 1 0 0,1 0 0 0 0,-1 0 0 0 0,1-1-1 0 0,-1 1 1 0 0,1 0 0 0 0,-1-1-1 0 0,1 1 1 0 0,0 0 0 0 0,-1-1-1 0 0,1 0 1 0 0,0 1 0 0 0,-1-1-1 0 0,1 0 1 0 0,0 0 0 0 0,0 0-1 0 0,-2-1 1 0 0,2 1-3 0 0,1 0 0 0 0,0 0 0 0 0,-1 1-1 0 0,1-1 1 0 0,0 0 0 0 0,0 0 0 0 0,0 0 0 0 0,0 0 0 0 0,0 0-1 0 0,0 0 1 0 0,0 0 0 0 0,0 0 0 0 0,0 0 0 0 0,0 0 0 0 0,0 0-1 0 0,0 0 1 0 0,1 1 0 0 0,-1-1 0 0 0,0 0 0 0 0,1 0 0 0 0,-1 0 0 0 0,1 0-1 0 0,2-5-8 0 0,1 1-1 0 0,0 0 1 0 0,0 0-1 0 0,0 0 1 0 0,0 0-1 0 0,9-6 1 0 0,190-120-404 0 0,-145 99 267 0 0,-3-3 1 0 0,77-62-1 0 0,-129 94 139 0 0,1 0 1 0 0,-1 0 0 0 0,0 0-1 0 0,0 0 1 0 0,0 0 0 0 0,0-1-1 0 0,0 1 1 0 0,-1-1-1 0 0,0 0 1 0 0,0 0 0 0 0,0 0-1 0 0,3-7 1 0 0,-5 11 7 0 0,0 0-1 0 0,0-1 1 0 0,0 1 0 0 0,0-1 0 0 0,-1 1-1 0 0,1 0 1 0 0,0-1 0 0 0,0 1 0 0 0,0 0-1 0 0,0-1 1 0 0,0 1 0 0 0,-1 0 0 0 0,1-1-1 0 0,0 1 1 0 0,0 0 0 0 0,0-1 0 0 0,-1 1-1 0 0,1 0 1 0 0,0-1 0 0 0,0 1 0 0 0,-1 0-1 0 0,1 0 1 0 0,0-1 0 0 0,-1 1 0 0 0,1 0-1 0 0,0 0 1 0 0,-1 0 0 0 0,1 0 0 0 0,-1-1-1 0 0,1 1 1 0 0,0 0 0 0 0,-1 0 0 0 0,1 0-1 0 0,0 0 1 0 0,-1 0 0 0 0,1 0 0 0 0,-1 0-1 0 0,1 0 1 0 0,0 0 0 0 0,-1 0 0 0 0,1 0-1 0 0,0 0 1 0 0,-1 0 0 0 0,1 1 0 0 0,-1-1-1 0 0,1 0 1 0 0,0 0 0 0 0,-1 0 0 0 0,-18 7 97 0 0,-2 7 77 0 0,1 1 0 0 0,1 1 1 0 0,0 1-1 0 0,2 0 0 0 0,0 1 0 0 0,0 1 1 0 0,2 1-1 0 0,0 0 0 0 0,2 1 1 0 0,0 1-1 0 0,1 0 0 0 0,1 1 1 0 0,-9 29-1 0 0,18-47-154 0 0,0 1 1 0 0,1-1-1 0 0,0 0 1 0 0,0 1-1 0 0,0-1 0 0 0,1 1 1 0 0,-1-1-1 0 0,1 0 1 0 0,1 1-1 0 0,-1-1 1 0 0,1 1-1 0 0,0-1 0 0 0,0 1 1 0 0,0-1-1 0 0,1 0 1 0 0,0 0-1 0 0,0 0 1 0 0,0 0-1 0 0,1 0 0 0 0,0 0 1 0 0,0-1-1 0 0,0 1 1 0 0,0-1-1 0 0,1 0 1 0 0,-1 0-1 0 0,1 0 0 0 0,0 0 1 0 0,1-1-1 0 0,-1 1 1 0 0,0-1-1 0 0,1 0 1 0 0,0 0-1 0 0,0-1 0 0 0,0 0 1 0 0,0 0-1 0 0,7 2 1 0 0,3 1-164 0 0,1-1 0 0 0,0 0 0 0 0,-1-2 0 0 0,2 0 0 0 0,-1 0 1 0 0,0-2-1 0 0,0 0 0 0 0,0-1 0 0 0,0 0 0 0 0,0-2 0 0 0,0 1 1 0 0,0-2-1 0 0,27-10 0 0 0,-25 7-160 0 0,0-1 0 0 0,-1-1 0 0 0,0-1 0 0 0,-1 0 0 0 0,0-2 0 0 0,0 1 0 0 0,-1-2 0 0 0,-1 0 0 0 0,0-1 0 0 0,-1 0 0 0 0,12-17 0 0 0,-9 9 175 0 0,-2 0-1 0 0,0 0 0 0 0,-2-2 1 0 0,0 1-1 0 0,13-41 0 0 0,-20 46 782 0 0,0-1 0 0 0,-1 1 0 0 0,-1-1 0 0 0,-1 0 0 0 0,0-19 0 0 0,-18 44 203 0 0,13-3-704 0 0,0 0 0 0 0,0 0 0 0 0,1 1 0 0 0,-1-1-1 0 0,1 1 1 0 0,0 0 0 0 0,0 0 0 0 0,0 0 0 0 0,0 0 0 0 0,-2 8 0 0 0,2-6 8 0 0,-9 22 114 0 0,1 0-1 0 0,1 1 1 0 0,2 0 0 0 0,0 0 0 0 0,3 1 0 0 0,0 0 0 0 0,1 35 0 0 0,3-58-265 0 0,1 1 1 0 0,0-1 0 0 0,0 0-1 0 0,1 0 1 0 0,0 0 0 0 0,0 0-1 0 0,4 9 1 0 0,-4-12-313 0 0,1 0 0 0 0,-1 0 0 0 0,0-1 0 0 0,1 1 0 0 0,0-1 0 0 0,0 1 0 0 0,0-1-1 0 0,0 0 1 0 0,1 0 0 0 0,-1-1 0 0 0,1 1 0 0 0,-1-1 0 0 0,5 3 0 0 0,-7-5 66 0 0,0 1 0 0 0,0-1 0 0 0,0 1-1 0 0,1-1 1 0 0,-1 0 0 0 0,0 1 0 0 0,0-1 0 0 0,0 0 0 0 0,0 0 0 0 0,0 0 0 0 0,1 0 0 0 0,1 0 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6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71 144 448 0 0,'0'-11'2054'0'0,"-1"-1"1"0"0,-1 1-1 0 0,1 1 0 0 0,-2-1 1 0 0,-6-20-1 0 0,6 22-1139 0 0,-1 0 0 0 0,0 1 1 0 0,-1 0-1 0 0,-5-8 0 0 0,10 16-902 0 0,0-1 0 0 0,0 1 1 0 0,0-1-1 0 0,0 1 0 0 0,-1 0 0 0 0,1-1 0 0 0,0 1 0 0 0,-1-1 0 0 0,1 1 0 0 0,0 0 0 0 0,-1-1 0 0 0,1 1 0 0 0,0 0 1 0 0,-1-1-1 0 0,1 1 0 0 0,-1 0 0 0 0,1 0 0 0 0,0-1 0 0 0,-1 1 0 0 0,1 0 0 0 0,-1 0 0 0 0,1 0 0 0 0,-1 0 1 0 0,1-1-1 0 0,-1 1 0 0 0,1 0 0 0 0,-1 0 0 0 0,1 0 0 0 0,-1 0 0 0 0,1 0 0 0 0,-1 0 0 0 0,1 0 0 0 0,-1 1 1 0 0,1-1-1 0 0,-1 0 0 0 0,1 0 0 0 0,0 0 0 0 0,-1 0 0 0 0,1 1 0 0 0,-1-1 0 0 0,1 0 0 0 0,-1 0 0 0 0,1 1 0 0 0,0-1 1 0 0,-1 0-1 0 0,1 1 0 0 0,0-1 0 0 0,-1 0 0 0 0,1 1 0 0 0,0-1 0 0 0,-1 0 0 0 0,1 1 0 0 0,0-1 0 0 0,0 1 1 0 0,-1 0-1 0 0,0 1-312 0 0,0 0 0 0 0,0 0 0 0 0,0 0 0 0 0,0 0 0 0 0,1 1 0 0 0,-1-1 0 0 0,1 0 1 0 0,-1 1-1 0 0,1-1 0 0 0,0 3 0 0 0,0 1-509 0 0,2 14-4588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6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70 1820 0 0,'1'-3'490'0'0,"-2"1"0"0"0,1-1 0 0 0,0 0 0 0 0,0 1 0 0 0,-1-1 0 0 0,1 1-1 0 0,-1-1 1 0 0,0 0 0 0 0,0 1 0 0 0,0-1 0 0 0,0 1 0 0 0,0 0 0 0 0,-1-1 0 0 0,1 1 0 0 0,-1 0-1 0 0,1 0 1 0 0,-1 0 0 0 0,0 0 0 0 0,-3-3 0 0 0,1 2-145 0 0,0 1 0 0 0,1 0-1 0 0,-1 0 1 0 0,0 0 0 0 0,0 1 0 0 0,0-1-1 0 0,-1 1 1 0 0,1 0 0 0 0,0 0-1 0 0,0 1 1 0 0,-6-1 0 0 0,-1 1-123 0 0,0 0 0 0 0,0 0 0 0 0,0 1 0 0 0,0 1 0 0 0,0 0 0 0 0,1 1 0 0 0,-1-1 1 0 0,1 2-1 0 0,-11 4 0 0 0,13-4-157 0 0,1 0 1 0 0,0 0-1 0 0,1 1 1 0 0,-1 0-1 0 0,1 0 1 0 0,0 0-1 0 0,0 1 1 0 0,0 0-1 0 0,1 0 1 0 0,0 1-1 0 0,-6 8 1 0 0,9-11-38 0 0,0 1 0 0 0,0-1-1 0 0,0 1 1 0 0,0-1 0 0 0,1 1 0 0 0,-1 0 0 0 0,1 0 0 0 0,1 0 0 0 0,-1 0 0 0 0,1 0 0 0 0,0 0 0 0 0,0-1 0 0 0,0 1 0 0 0,0 0 0 0 0,1 0 0 0 0,0 0 0 0 0,0 0 0 0 0,1 0 0 0 0,3 8 0 0 0,7 10 90 0 0,1 0 1 0 0,1-1-1 0 0,1 0 0 0 0,32 35 1 0 0,-24-31 822 0 0,32 50 0 0 0,-54-75-897 0 0,-1 1-1 0 0,1-1 1 0 0,-1 0 0 0 0,1 0 0 0 0,-1 0 0 0 0,0 0 0 0 0,0 1 0 0 0,1-1-1 0 0,-1 0 1 0 0,0 0 0 0 0,0 0 0 0 0,0 1 0 0 0,0-1 0 0 0,0 0 0 0 0,0 0 0 0 0,-1 1-1 0 0,1-1 1 0 0,0 0 0 0 0,-1 0 0 0 0,1 0 0 0 0,0 0 0 0 0,-1 1 0 0 0,0-1-1 0 0,1 0 1 0 0,-1 0 0 0 0,1 0 0 0 0,-1 0 0 0 0,0 0 0 0 0,0 0 0 0 0,0-1 0 0 0,0 1-1 0 0,0 0 1 0 0,0 0 0 0 0,0-1 0 0 0,0 1 0 0 0,0 0 0 0 0,0-1 0 0 0,0 1 0 0 0,0-1-1 0 0,-2 1 1 0 0,-4 3 6 0 0,0-2 0 0 0,0 1 0 0 0,-1-1 0 0 0,1 0-1 0 0,-8 1 1 0 0,2-1-259 0 0,0-1 0 0 0,0 0-1 0 0,0-1 1 0 0,-1-1 0 0 0,1 0-1 0 0,0-1 1 0 0,1 0 0 0 0,-1-1 0 0 0,0 0-1 0 0,-21-10 1 0 0,31 12-223 0 0,0-1-1 0 0,0 0 1 0 0,0 0-1 0 0,0 0 1 0 0,0 0-1 0 0,0-1 1 0 0,1 1-1 0 0,-1-1 1 0 0,1 1-1 0 0,-3-5 1 0 0,3 5-403 0 0,1 0 0 0 0,0-1 1 0 0,0 1-1 0 0,0 0 0 0 0,0-1 0 0 0,0 1 1 0 0,0-1-1 0 0,0-4 0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76 148 0 0,'97'-70'14411'0'0,"-83"64"-12135"0"0,-14 6-2231 0 0,0 0 0 0 0,0 0 0 0 0,0 0-1 0 0,0 0 1 0 0,0 0 0 0 0,0 0 0 0 0,1 0-1 0 0,-1 0 1 0 0,2 2 805 0 0,-2-2-805 0 0,0 0 0 0 0,0 0-1 0 0,0 0 1 0 0,0 0 0 0 0,0 0-1 0 0,0 0 1 0 0,0 0 0 0 0,0 1 0 0 0,0-1-1 0 0,0 0 1 0 0,0 0 0 0 0,0 0 0 0 0,0 0-1 0 0,0 0 1 0 0,0 0 0 0 0,0 1 0 0 0,0-1-1 0 0,-9 22 2203 0 0,7-18-2238 0 0,-109 235 5544 0 0,33-70-3920 0 0,34-78-1025 0 0,-72 167 379 0 0,114-253-1002 0 0,0-1 0 0 0,0 1 0 0 0,1 0 0 0 0,-1 0-1 0 0,1 0 1 0 0,0 0 0 0 0,1 0 0 0 0,-1 0 0 0 0,1 0 0 0 0,0 0 0 0 0,0 1 0 0 0,0-1-1 0 0,1 0 1 0 0,0 0 0 0 0,3 9 0 0 0,-4-14-20 0 0,1 1 0 0 0,-1 0 0 0 0,1-1 0 0 0,0 1 0 0 0,-1 0 0 0 0,1-1 0 0 0,0 1 0 0 0,0-1 0 0 0,-1 1 0 0 0,1-1 0 0 0,0 1 0 0 0,0-1 0 0 0,0 0 0 0 0,0 0 0 0 0,-1 1 0 0 0,1-1 0 0 0,0 0 0 0 0,0 0 0 0 0,2 0 0 0 0,-1 1-88 0 0,4 0-184 0 0,0 0-1 0 0,0 0 0 0 0,0 0 0 0 0,0-1 1 0 0,1 0-1 0 0,-1 0 0 0 0,0 0 1 0 0,9-2-1 0 0,49-14-2274 0 0,-46 11 1790 0 0,9-3-1965 0 0,45-20 0 0 0,-11-5-5472 0 0,-37 18 1654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17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242 128 1628 0 0,'-28'-12'2511'0'0,"-173"-76"13017"0"0,200 88-15477 0 0,0-1-1 0 0,1 1 1 0 0,-1 0-1 0 0,1 0 0 0 0,-1 0 1 0 0,1 0-1 0 0,-1-1 1 0 0,0 1-1 0 0,1 0 1 0 0,-1 0-1 0 0,1-1 1 0 0,-1 1-1 0 0,1 0 1 0 0,0-1-1 0 0,-1 1 1 0 0,1-1-1 0 0,-1 1 1 0 0,1-1-1 0 0,0 1 0 0 0,-1 0 1 0 0,1-1-1 0 0,0 1 1 0 0,-1-1-1 0 0,1 0 1 0 0,0 1-1 0 0,0-1 1 0 0,0 1-1 0 0,-1-1 1 0 0,1 1-1 0 0,0-1 1 0 0,0 1-1 0 0,0-2 1 0 0,1 1-16 0 0,0 0-1 0 0,0 1 1 0 0,0-1 0 0 0,0 0 0 0 0,0 1 0 0 0,0-1 0 0 0,0 0 0 0 0,0 1 0 0 0,0 0 0 0 0,0-1 0 0 0,0 1 0 0 0,0 0 0 0 0,1-1 0 0 0,0 1 0 0 0,45-5 180 0 0,27 6 75 0 0,120 16 0 0 0,-20 1-1713 0 0,-169-18 602 0 0,27 3-159 0 0,-23-2-2485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770 97 1812 0 0,'74'-56'9256'0'0,"-72"55"-8928"0"0,4-5 665 0 0,-5 6-948 0 0,-1 0-1 0 0,1-1 1 0 0,-1 1 0 0 0,1 0-1 0 0,-1 0 1 0 0,1-1 0 0 0,-1 1-1 0 0,1 0 1 0 0,-1-1 0 0 0,1 1-1 0 0,-1-1 1 0 0,1 1-1 0 0,-1-1 1 0 0,0 1 0 0 0,1 0-1 0 0,-1-1 1 0 0,0 1 0 0 0,1-1-1 0 0,-1 0 1 0 0,0 1-1 0 0,0-1 1 0 0,1 1 0 0 0,-1-1-1 0 0,0 1 1 0 0,0-1 0 0 0,0 0-1 0 0,0 1 1 0 0,0-1 0 0 0,0 1-1 0 0,0-1 1 0 0,0 0-1 0 0,0 1 1 0 0,0-1 0 0 0,0 0-1 0 0,-3-1-32 0 0,0 0-1 0 0,0 0 1 0 0,-1 0-1 0 0,1 1 1 0 0,0 0-1 0 0,-1-1 1 0 0,1 1-1 0 0,0 0 1 0 0,-1 0-1 0 0,0 1 1 0 0,1-1-1 0 0,-1 1 1 0 0,1 0 0 0 0,-1 0-1 0 0,-3 0 1 0 0,-8 1-2 0 0,-1 1 1 0 0,-19 4-1 0 0,-10 4 17 0 0,1 3-1 0 0,0 2 0 0 0,0 1 0 0 0,-61 34 1 0 0,96-45-15 0 0,-1 1 0 0 0,1 0 0 0 0,1 1-1 0 0,-1 0 1 0 0,1 0 0 0 0,0 0 0 0 0,0 1 0 0 0,-12 18 0 0 0,18-23 0 0 0,0 0 1 0 0,0 0-1 0 0,0 1 0 0 0,0-1 0 0 0,1 1 0 0 0,0-1 0 0 0,-1 1 1 0 0,1 0-1 0 0,0-1 0 0 0,1 1 0 0 0,-1 0 0 0 0,1 0 0 0 0,0 0 0 0 0,0 0 1 0 0,0 0-1 0 0,0-1 0 0 0,1 1 0 0 0,-1 0 0 0 0,1 0 0 0 0,0 0 1 0 0,0-1-1 0 0,0 1 0 0 0,1-1 0 0 0,-1 1 0 0 0,1-1 0 0 0,0 1 1 0 0,4 4-1 0 0,3 4 15 0 0,1-2 1 0 0,0 0 0 0 0,0 0-1 0 0,1 0 1 0 0,1-2-1 0 0,-1 1 1 0 0,1-2 0 0 0,16 9-1 0 0,111 43 196 0 0,-88-40 50 0 0,-51-19-260 0 0,0 0-1 0 0,-1 0 1 0 0,1 1-1 0 0,0-1 1 0 0,0 0-1 0 0,0 0 1 0 0,0 0-1 0 0,0 0 1 0 0,0 0-1 0 0,0 0 1 0 0,0 0-1 0 0,0 0 1 0 0,0 0-1 0 0,0 1 1 0 0,0-1-1 0 0,0 0 1 0 0,0 0-1 0 0,0 0 1 0 0,0 0-1 0 0,0 0 1 0 0,0 0-1 0 0,0 0 1 0 0,0 0-1 0 0,0 1 1 0 0,0-1-1 0 0,0 0 1 0 0,0 0-1 0 0,0 0 1 0 0,0 0-1 0 0,0 0 1 0 0,0 0-1 0 0,0 0 1 0 0,0 0-1 0 0,0 0 1 0 0,0 1-1 0 0,0-1 1 0 0,1 0-1 0 0,-1 0 1 0 0,0 0-1 0 0,0 0 1 0 0,0 0-1 0 0,0 0 1 0 0,0 0-1 0 0,0 0 1 0 0,-21 0 183 0 0,-44-3-215 0 0,46 1 102 0 0,-27 0 181 0 0,0 1 0 0 0,1 2 1 0 0,-1 3-1 0 0,-56 11 0 0 0,80-10-146 0 0,1 1 1 0 0,0 1-1 0 0,0 0 0 0 0,-28 16 1 0 0,36-16-56 0 0,1 1-1 0 0,0 0 1 0 0,0 1 0 0 0,1 0 0 0 0,0 0-1 0 0,1 2 1 0 0,-16 18 0 0 0,21-23-33 0 0,1 1 0 0 0,0-1-1 0 0,0 1 1 0 0,0 0 0 0 0,1 0 0 0 0,0 1 0 0 0,0-1 0 0 0,1 1-1 0 0,0-1 1 0 0,0 1 0 0 0,0 0 0 0 0,1 0 0 0 0,0 7-1 0 0,2-9-10 0 0,-1 0-1 0 0,1 0 0 0 0,0 0 0 0 0,0-1 1 0 0,0 1-1 0 0,1 0 0 0 0,0-1 0 0 0,0 0 1 0 0,1 1-1 0 0,-1-1 0 0 0,1 0 0 0 0,0 0 1 0 0,0 0-1 0 0,1-1 0 0 0,0 1 0 0 0,0-1 1 0 0,0 0-1 0 0,6 6 0 0 0,5 1 18 0 0,1 0 0 0 0,1-1 0 0 0,0-1 0 0 0,0 0 0 0 0,0-1 0 0 0,1-1 1 0 0,0-1-1 0 0,1 0 0 0 0,31 4 0 0 0,-17-5-609 0 0,1-1 1 0 0,-1-2 0 0 0,1-1 0 0 0,56-6-1 0 0,-66 2-1424 0 0,-1-2 0 0 0,1 0 0 0 0,24-10 0 0 0,-10 0-4603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2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320 138 2968 0 0,'-15'-30'5668'0'0,"0"-1"-1"0"0,-32-42 0 0 0,45 70-4745 0 0,1 3-878 0 0,1 0 0 0 0,-1 0 1 0 0,0 0-1 0 0,1 0 0 0 0,-1 0 0 0 0,1 0 0 0 0,-1 0 0 0 0,0 0 1 0 0,1 0-1 0 0,-1 1 0 0 0,1-1 0 0 0,-1 0 0 0 0,0 0 1 0 0,1 1-1 0 0,-1-1 0 0 0,1 0 0 0 0,-1 1 0 0 0,1-1 1 0 0,-1 0-1 0 0,1 1 0 0 0,0-1 0 0 0,-1 1 0 0 0,1-1 1 0 0,-1 1-1 0 0,1-1 0 0 0,0 1 0 0 0,-1-1 0 0 0,1 1 1 0 0,0 0-1 0 0,0-1 0 0 0,0 1 0 0 0,-1 0 0 0 0,1 2 42 0 0,0-1 0 0 0,0 1 0 0 0,0-1 0 0 0,0 0 0 0 0,0 1 0 0 0,0-1 0 0 0,1 1 0 0 0,1 4 0 0 0,2 5 100 0 0,1 0 0 0 0,8 15 0 0 0,14 17-70 0 0,1-1 0 0 0,3-2 1 0 0,65 70-1 0 0,-21-27 65 0 0,-34-39-17 0 0,-40-44-139 0 0,0-1 1 0 0,0 1-1 0 0,0 0 1 0 0,-1 0-1 0 0,1 0 1 0 0,0 0-1 0 0,-1 0 1 0 0,1 1 0 0 0,-1-1-1 0 0,1 0 1 0 0,-1 0-1 0 0,0 0 1 0 0,1 0-1 0 0,-1 0 1 0 0,0 1-1 0 0,0-1 1 0 0,0 0 0 0 0,0 0-1 0 0,0 0 1 0 0,0 1-1 0 0,0-1 1 0 0,0 0-1 0 0,-1 0 1 0 0,1 0-1 0 0,0 1 1 0 0,-1-1 0 0 0,1 0-1 0 0,-1 0 1 0 0,1 0-1 0 0,-1 0 1 0 0,1 0-1 0 0,-1 0 1 0 0,0 0-1 0 0,0 0 1 0 0,1 0 0 0 0,-1 0-1 0 0,-2 1 1 0 0,-2 3 77 0 0,0-1 0 0 0,0 0 0 0 0,-1 0-1 0 0,1 0 1 0 0,-9 3 0 0 0,-323 186 1588 0 0,314-181-1674 0 0,1 2 0 0 0,1 0 1 0 0,0 1-1 0 0,1 2 1 0 0,-28 28-1 0 0,47-44-106 0 0,0 1 1 0 0,-1-1-1 0 0,1 1 0 0 0,0-1 0 0 0,0 1 1 0 0,0 0-1 0 0,0 0 0 0 0,0-1 0 0 0,1 1 0 0 0,-1 0 1 0 0,0 0-1 0 0,1 0 0 0 0,0 0 0 0 0,-1 0 1 0 0,1 0-1 0 0,0 0 0 0 0,0 0 0 0 0,0 0 1 0 0,0 3-1 0 0,1-3-75 0 0,0-1 0 0 0,0 1-1 0 0,0-1 1 0 0,0 0 0 0 0,0 1 0 0 0,0-1 0 0 0,0 0 0 0 0,0 1 0 0 0,0-1 0 0 0,1 0-1 0 0,-1 0 1 0 0,1 0 0 0 0,-1 0 0 0 0,0 0 0 0 0,1 0 0 0 0,0-1 0 0 0,-1 1 0 0 0,1 0-1 0 0,-1-1 1 0 0,1 1 0 0 0,0-1 0 0 0,-1 0 0 0 0,1 0 0 0 0,2 1 0 0 0,6 0-1264 0 0,0-1 1 0 0,0 0 0 0 0,0 0-1 0 0,1-1 1 0 0,-1-1 0 0 0,0 0 0 0 0,11-3-1 0 0,8-3-6746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2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93 436 0 0,'51'-74'14633'0'0,"-50"73"-14497"0"0,-1 1 0 0 0,0-1 0 0 0,1 1-1 0 0,-1-1 1 0 0,0 1 0 0 0,1-1 0 0 0,-1 1 0 0 0,0-1 0 0 0,0 1 0 0 0,1-1 0 0 0,-1 0 0 0 0,0 1 0 0 0,0-1 0 0 0,0 1 0 0 0,0-1 0 0 0,0 0 0 0 0,0 1-1 0 0,0-1 1 0 0,0 1 0 0 0,0-1 0 0 0,0 0 0 0 0,0 1 0 0 0,0-1 0 0 0,-1 1 0 0 0,1-2 0 0 0,-1 2-31 0 0,1 0 1 0 0,-1-1-1 0 0,1 1 0 0 0,-1 0 1 0 0,1-1-1 0 0,-1 1 1 0 0,0 0-1 0 0,1 0 0 0 0,-1 0 1 0 0,1-1-1 0 0,-1 1 0 0 0,0 0 1 0 0,1 0-1 0 0,-1 0 0 0 0,0 0 1 0 0,1 0-1 0 0,-1 0 1 0 0,-1 1-1 0 0,-29 7 2019 0 0,14 1-1525 0 0,1 0-1 0 0,1 1 1 0 0,-1 1-1 0 0,1 0 1 0 0,1 1-1 0 0,0 1 1 0 0,-20 24 0 0 0,21-22-442 0 0,1 1 1 0 0,1 1-1 0 0,0 0 1 0 0,1 0 0 0 0,1 1-1 0 0,0 0 1 0 0,2 1 0 0 0,0 0-1 0 0,1 0 1 0 0,1 0 0 0 0,-5 35-1 0 0,9-43-119 0 0,1 1 0 0 0,0-1-1 0 0,0 1 1 0 0,1-1-1 0 0,1 0 1 0 0,0 1-1 0 0,0-1 1 0 0,1 0 0 0 0,1 0-1 0 0,0-1 1 0 0,0 1-1 0 0,1-1 1 0 0,0 0 0 0 0,8 11-1 0 0,-7-13-18 0 0,0-1 0 0 0,0 0 0 0 0,1-1-1 0 0,-1 1 1 0 0,1-1 0 0 0,1-1 0 0 0,-1 1 0 0 0,1-1 0 0 0,0-1-1 0 0,0 1 1 0 0,0-1 0 0 0,1-1 0 0 0,0 0 0 0 0,-1 0 0 0 0,1 0-1 0 0,0-1 1 0 0,19 1 0 0 0,-17-2-7 0 0,1-1-1 0 0,-1 0 1 0 0,1 0-1 0 0,-1-2 1 0 0,1 1-1 0 0,-1-2 1 0 0,1 1 0 0 0,-1-1-1 0 0,18-8 1 0 0,-14 4-5 0 0,-1-1 0 0 0,1-1 0 0 0,-2 1 0 0 0,1-2 0 0 0,-1 0 0 0 0,15-16 0 0 0,-11 9-7 0 0,0-2-1 0 0,-2 0 1 0 0,0-1 0 0 0,-2 0 0 0 0,0-1 0 0 0,-1 0 0 0 0,-1-1 0 0 0,-1-1 0 0 0,8-27-1 0 0,-14 37-12 0 0,-1 0-1 0 0,-1 0 0 0 0,0-1 0 0 0,-1 1 0 0 0,0 0 1 0 0,-1 0-1 0 0,0-1 0 0 0,-1 1 0 0 0,-1 0 1 0 0,0 0-1 0 0,-7-22 0 0 0,7 28-180 0 0,0 1-1 0 0,-1 0 1 0 0,1 0-1 0 0,-2 0 1 0 0,1 0 0 0 0,-1 0-1 0 0,1 1 1 0 0,-1-1 0 0 0,-1 1-1 0 0,1 0 1 0 0,-1 0 0 0 0,0 1-1 0 0,0-1 1 0 0,-1 1 0 0 0,1 0-1 0 0,-1 1 1 0 0,0-1-1 0 0,0 1 1 0 0,0 0 0 0 0,0 1-1 0 0,0-1 1 0 0,-1 1 0 0 0,1 1-1 0 0,-12-3 1 0 0,7 3-442 0 0,1 1 0 0 0,-1 0-1 0 0,1 0 1 0 0,-1 1 0 0 0,1 1 0 0 0,0 0 0 0 0,-1 0 0 0 0,-15 6-1 0 0,-2 3-4144 0 0,-45 24-1 0 0,30-11-2976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4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1 463 540 0 0,'10'6'7737'0'0,"-9"-5"-7551"0"0,1 0-1 0 0,-1 0 1 0 0,0 0 0 0 0,0 0 0 0 0,0 1 0 0 0,1-1 0 0 0,-1 0 0 0 0,0 1-1 0 0,-1-1 1 0 0,1 0 0 0 0,0 1 0 0 0,0-1 0 0 0,-1 1 0 0 0,1 0 0 0 0,0-1-1 0 0,-1 1 1 0 0,0-1 0 0 0,1 1 0 0 0,-1 0 0 0 0,0 2 0 0 0,0-3-174 0 0,0 1 218 0 0,3 14 578 0 0,-3-15-746 0 0,0-1 0 0 0,0 1 0 0 0,0-1 0 0 0,1 1 0 0 0,-1 0 0 0 0,0-1 0 0 0,0 1 1 0 0,0-1-1 0 0,1 1 0 0 0,-1 0 0 0 0,0-1 0 0 0,1 1 0 0 0,-1-1 0 0 0,1 1 0 0 0,-1-1 0 0 0,0 1 0 0 0,1-1 0 0 0,-1 0 1 0 0,1 1-1 0 0,-1-1 0 0 0,1 1 0 0 0,0-1 0 0 0,0 1 0 0 0,30-13 117 0 0,0-1-1 0 0,-1-1 1 0 0,-1-2 0 0 0,32-22-1 0 0,-30 19-136 0 0,-1 1-21 0 0,201-130 30 0 0,-188 117-57 0 0,-2-1-1 0 0,-2-2 1 0 0,44-49-1 0 0,-80 80 7 0 0,0 0-1 0 0,-1 0 0 0 0,1 0 0 0 0,-1 0 1 0 0,1 0-1 0 0,-1-1 0 0 0,0 1 0 0 0,-1-1 1 0 0,1 1-1 0 0,0-1 0 0 0,-1 0 0 0 0,0 0 1 0 0,0 0-1 0 0,1-8 0 0 0,-2 12 0 0 0,0-1 1 0 0,-1 0-1 0 0,1 0 0 0 0,0 0 1 0 0,-1 1-1 0 0,1-1 1 0 0,0 0-1 0 0,-1 1 0 0 0,1-1 1 0 0,-1 0-1 0 0,1 1 0 0 0,-1-1 1 0 0,0 0-1 0 0,1 1 0 0 0,-1-1 1 0 0,0 1-1 0 0,1-1 0 0 0,-1 1 1 0 0,0-1-1 0 0,1 1 0 0 0,-1 0 1 0 0,0-1-1 0 0,0 1 0 0 0,0 0 1 0 0,1 0-1 0 0,-1-1 0 0 0,0 1 1 0 0,0 0-1 0 0,0 0 0 0 0,0 0 1 0 0,1 0-1 0 0,-1 0 0 0 0,0 0 1 0 0,0 0-1 0 0,-1 1 0 0 0,-27 2-15 0 0,18 0 18 0 0,1 1-1 0 0,0 0 1 0 0,0 0-1 0 0,1 1 1 0 0,-1 0-1 0 0,1 1 1 0 0,0 0-1 0 0,0 0 1 0 0,1 1-1 0 0,0 0 1 0 0,-14 16 0 0 0,18-20 1 0 0,2 1-1 0 0,-1 0 1 0 0,0-1 0 0 0,1 1 0 0 0,-1 0 0 0 0,1 0 0 0 0,0 0 0 0 0,0 0 0 0 0,1 1 0 0 0,-1-1 0 0 0,1 0 0 0 0,0 1 0 0 0,0-1 0 0 0,1 1 0 0 0,-1 0 0 0 0,1-1 0 0 0,0 1 0 0 0,0-1-1 0 0,1 1 1 0 0,-1-1 0 0 0,1 1 0 0 0,0-1 0 0 0,0 1 0 0 0,1-1 0 0 0,-1 0 0 0 0,1 1 0 0 0,0-1 0 0 0,0 0 0 0 0,5 7 0 0 0,10 10 2 0 0,1-1 1 0 0,0-1-1 0 0,2 0 1 0 0,24 17-1 0 0,-17-14-9 0 0,39 41 1 0 0,-59-55 6 0 0,0 0 1 0 0,-1 0-1 0 0,0 0 1 0 0,0 0-1 0 0,8 17 1 0 0,-13-22 25 0 0,0-1 0 0 0,-1 0 0 0 0,1 1 0 0 0,0-1 0 0 0,-1 0 0 0 0,0 1 0 0 0,1-1 0 0 0,-1 0 0 0 0,0 1 0 0 0,0-1 0 0 0,0 1 0 0 0,-1-1 0 0 0,1 0 0 0 0,-1 1 0 0 0,1-1 0 0 0,-1 0 0 0 0,0 1 0 0 0,0-1 0 0 0,0 0 0 0 0,0 0-1 0 0,0 0 1 0 0,0 1 0 0 0,-1-1 0 0 0,1-1 0 0 0,-1 1 0 0 0,1 0 0 0 0,-1 0 0 0 0,0-1 0 0 0,0 1 0 0 0,-2 2 0 0 0,-6 2 72 0 0,0 1 0 0 0,0-2 0 0 0,-1 1-1 0 0,0-1 1 0 0,1-1 0 0 0,-2 0 0 0 0,1 0-1 0 0,0-1 1 0 0,-1-1 0 0 0,1 0 0 0 0,-1-1 0 0 0,0 0-1 0 0,-13 0 1 0 0,-19-3 5 0 0,0-2 0 0 0,-51-11-1 0 0,63 10-31 0 0,23 3-273 0 0,1 0 0 0 0,0 0 0 0 0,-1-1 0 0 0,-10-5 1 0 0,19 7 134 0 0,0 1 1 0 0,0 0-1 0 0,-1-1 1 0 0,1 1 0 0 0,0 0-1 0 0,0-1 1 0 0,0 1 0 0 0,-1 0-1 0 0,1-1 1 0 0,0 1-1 0 0,0 0 1 0 0,0-1 0 0 0,0 1-1 0 0,0-1 1 0 0,0 1-1 0 0,0 0 1 0 0,0-1 0 0 0,0 1-1 0 0,0-1 1 0 0,0 1-1 0 0,0 0 1 0 0,0-1 0 0 0,0 1-1 0 0,0-1 1 0 0,0 1 0 0 0,1 0-1 0 0,-1-1 1 0 0,0 1-1 0 0,0 0 1 0 0,0-1 0 0 0,1 1-1 0 0,-1 0 1 0 0,0-1-1 0 0,0 1 1 0 0,1 0 0 0 0,-1-1-1 0 0,0 1 1 0 0,1 0 0 0 0,-1 0-1 0 0,0 0 1 0 0,1-1-1 0 0,0 1 1 0 0,12-11-2529 0 0,2 3-1348 0 0,4-1-1902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5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40 1572 0 0,'4'-9'1953'0'0,"-4"8"-1661"0"0,1 0 1 0 0,-1 0 0 0 0,1 0-1 0 0,-1 0 1 0 0,1 0 0 0 0,-1 0-1 0 0,1 0 1 0 0,-1-1 0 0 0,0 1-1 0 0,0 0 1 0 0,0 0 0 0 0,0 0-1 0 0,1 0 1 0 0,-2-1-1 0 0,1 1 1 0 0,0 0 0 0 0,0 0-1 0 0,0 0 1 0 0,0 0 0 0 0,-1 0-1 0 0,1-1 1 0 0,-1 1 0 0 0,1 0-1 0 0,-2-3 852 0 0,-2 5-374 0 0,-2 1-544 0 0,0 0 0 0 0,1 1 0 0 0,-1-1 0 0 0,1 1-1 0 0,-1 1 1 0 0,1-1 0 0 0,0 1 0 0 0,0 0 0 0 0,0 0-1 0 0,1 0 1 0 0,-1 1 0 0 0,1-1 0 0 0,-4 7 0 0 0,-12 16 306 0 0,-18 31 0 0 0,37-58-520 0 0,-12 22 114 0 0,1 0 0 0 0,0 1 0 0 0,2 0 0 0 0,1 0 0 0 0,-10 37 1 0 0,17-51-109 0 0,0 1 1 0 0,0-1 0 0 0,1 0 0 0 0,0 1-1 0 0,1-1 1 0 0,0 1 0 0 0,1-1 0 0 0,-1 1-1 0 0,2-1 1 0 0,-1 1 0 0 0,2-1 0 0 0,-1 0 0 0 0,1 0-1 0 0,0 0 1 0 0,1 0 0 0 0,0 0 0 0 0,8 12-1 0 0,-8-16-18 0 0,-1-1 1 0 0,1 1-1 0 0,0-1 0 0 0,0 0 0 0 0,1 0 0 0 0,-1 0 1 0 0,1-1-1 0 0,0 1 0 0 0,0-1 0 0 0,0 0 0 0 0,0-1 1 0 0,1 1-1 0 0,-1-1 0 0 0,1 0 0 0 0,-1 0 0 0 0,1-1 0 0 0,0 0 1 0 0,0 0-1 0 0,0 0 0 0 0,-1-1 0 0 0,1 1 0 0 0,0-1 1 0 0,8-2-1 0 0,-4 1-1 0 0,0-1 1 0 0,1-1-1 0 0,-1 0 1 0 0,-1 0-1 0 0,1-1 1 0 0,0 0-1 0 0,-1-1 1 0 0,0 0-1 0 0,0 0 1 0 0,0-1-1 0 0,-1 0 1 0 0,10-9-1 0 0,0-3 5 0 0,-2 0 0 0 0,0 0 0 0 0,17-28-1 0 0,35-66 23 0 0,-47 75-21 0 0,-19 34-14 0 0,14-22 87 0 0,-13 22 54 0 0,-8 17 57 0 0,-43 88 255 0 0,-8 21-258 0 0,49-105-235 0 0,0 1 0 0 0,2 1 0 0 0,1-1 0 0 0,-5 35 0 0 0,9-47-211 0 0,0-1-1 0 0,0 0 1 0 0,0 1 0 0 0,1-1 0 0 0,0 0-1 0 0,0 1 1 0 0,0-1 0 0 0,1 0 0 0 0,0 0-1 0 0,5 11 1 0 0,-5-14-372 0 0,0 1 0 0 0,0-1 0 0 0,1 0 0 0 0,-1 1 0 0 0,1-1 0 0 0,0 0 0 0 0,0-1 0 0 0,0 1 0 0 0,0 0 0 0 0,0-1-1 0 0,6 3 1 0 0,9 3-5129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5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396 481 2476 0 0,'2'-6'631'0'0,"-1"-1"0"0"0,1 1 0 0 0,-1 0 0 0 0,0 0 0 0 0,0-1-1 0 0,-1 1 1 0 0,1-1 0 0 0,-2 1 0 0 0,1-1 0 0 0,-3-11 0 0 0,3 16-521 0 0,-1 0-1 0 0,0 0 1 0 0,0 0-1 0 0,0 0 1 0 0,0 0 0 0 0,0 0-1 0 0,0 0 1 0 0,0 0 0 0 0,-1 0-1 0 0,1 1 1 0 0,-1-1 0 0 0,1 0-1 0 0,-1 1 1 0 0,0 0 0 0 0,0-1-1 0 0,1 1 1 0 0,-1 0 0 0 0,0 0-1 0 0,0 0 1 0 0,0 0-1 0 0,0 0 1 0 0,0 0 0 0 0,-1 1-1 0 0,1-1 1 0 0,0 1 0 0 0,0-1-1 0 0,0 1 1 0 0,0 0 0 0 0,-1 0-1 0 0,1 0 1 0 0,0 0 0 0 0,0 0-1 0 0,-1 1 1 0 0,1-1 0 0 0,-2 1-1 0 0,-11 2 120 0 0,1 1 0 0 0,0 0 0 0 0,0 1 0 0 0,0 0 0 0 0,1 1 0 0 0,-1 1 0 0 0,1 0 0 0 0,-20 16 1 0 0,8-4-30 0 0,2 1 1 0 0,0 0 0 0 0,-24 30-1 0 0,38-40-158 0 0,0 1 0 0 0,2 0 0 0 0,-1 0 0 0 0,1 1 0 0 0,1 0 0 0 0,0 0 0 0 0,1 0 0 0 0,0 1 1 0 0,-4 16-2 0 0,8-25-41 0 0,0 1 0 0 0,0 0 0 0 0,1 0 0 0 0,-1 0 0 0 0,1 0 0 0 0,0 0-1 0 0,0 0 1 0 0,1 0 0 0 0,0 0 0 0 0,0 0 0 0 0,0 0 0 0 0,0 0 0 0 0,1-1 0 0 0,0 1-1 0 0,0-1 1 0 0,0 1 0 0 0,0-1 0 0 0,1 1 0 0 0,-1-1 0 0 0,1 0 0 0 0,0 0-1 0 0,1 0 1 0 0,-1-1 0 0 0,1 1 0 0 0,-1-1 0 0 0,1 0 0 0 0,8 5 0 0 0,-4-3-164 0 0,0 0 1 0 0,1-1 0 0 0,0 0 0 0 0,0 0 0 0 0,0-1 0 0 0,0 0 0 0 0,1-1 0 0 0,-1 0 0 0 0,1 0 0 0 0,-1-1-1 0 0,1 0 1 0 0,12-1 0 0 0,-9-1-61 0 0,1-1 1 0 0,-1 0-1 0 0,-1-1 0 0 0,1 0 0 0 0,0-1 0 0 0,-1 0 0 0 0,0-1 0 0 0,15-9 1 0 0,-4 0-29 0 0,0-1 0 0 0,-1-1 0 0 0,0-1 0 0 0,-2-1 1 0 0,0-1-1 0 0,-1-1 0 0 0,-1 0 0 0 0,18-26 0 0 0,-1-8 65 0 0,-2 0 0 0 0,-2-2 0 0 0,24-64 0 0 0,49-185 1971 0 0,-101 285-1375 0 0,-4 20-382 0 0,1 0 0 0 0,0 0 0 0 0,0 0-1 0 0,-1 0 1 0 0,1 0 0 0 0,0 0 0 0 0,-1 0 0 0 0,1 0 0 0 0,0 0 0 0 0,0 0-1 0 0,-1 0 1 0 0,1 0 0 0 0,0 0 0 0 0,0 0 0 0 0,-1 0 0 0 0,1 0-1 0 0,0 1 1 0 0,0-1 0 0 0,-1 0 0 0 0,1 0 0 0 0,0 0 0 0 0,0 0 0 0 0,0 1-1 0 0,-1-1 1 0 0,1 0 0 0 0,0 0 0 0 0,0 1 0 0 0,0-1 0 0 0,0 0 0 0 0,0 0-1 0 0,-1 1 1 0 0,1-1 0 0 0,0 0 0 0 0,-21 35 1018 0 0,-5 24 76 0 0,-32 107 0 0 0,1 68-340 0 0,26-22-505 0 0,17-94 112 0 0,13-117-381 0 0,1 0 1 0 0,0 0 0 0 0,0 0-1 0 0,-1 0 1 0 0,1 0 0 0 0,0 0-1 0 0,0 0 1 0 0,0 0 0 0 0,0 0-1 0 0,1 0 1 0 0,-1 0 0 0 0,0-1-1 0 0,0 1 1 0 0,0 0 0 0 0,1 0 0 0 0,0 1-1 0 0,-1-2-4 0 0,0 0 0 0 0,1 0 0 0 0,-1 1 0 0 0,0-1 0 0 0,1 0 0 0 0,-1-1 0 0 0,0 1 0 0 0,1 0 0 0 0,-1 0 0 0 0,0 0-1 0 0,1 0 1 0 0,-1 0 0 0 0,0 0 0 0 0,1 0 0 0 0,-1 0 0 0 0,0-1 0 0 0,1 1 0 0 0,-1 0 0 0 0,0 0 0 0 0,1 0 0 0 0,-1-1 0 0 0,0 1 0 0 0,0 0-1 0 0,0 0 1 0 0,1-1 0 0 0,-1 1 0 0 0,0-1 0 0 0,20-28 55 0 0,-1-13-36 0 0,65-120-12 0 0,-74 146-15 0 0,0 1 0 0 0,1 0 0 0 0,0 1-1 0 0,1 0 1 0 0,1 1 0 0 0,1 0 0 0 0,24-18 0 0 0,-35 28 7 0 0,1 1 1 0 0,-1 0-1 0 0,1 0 0 0 0,-1 0 1 0 0,1 0-1 0 0,0 1 0 0 0,0-1 1 0 0,0 1-1 0 0,0 0 0 0 0,0 0 1 0 0,0 0-1 0 0,0 1 0 0 0,0-1 1 0 0,0 1-1 0 0,0 0 0 0 0,0 1 1 0 0,0-1-1 0 0,0 0 0 0 0,0 1 1 0 0,0 0-1 0 0,0 0 0 0 0,0 0 1 0 0,0 1-1 0 0,0-1 0 0 0,0 1 1 0 0,-1 0-1 0 0,1 0 1 0 0,-1 0-1 0 0,1 1 0 0 0,-1-1 1 0 0,0 1-1 0 0,0 0 0 0 0,0 0 1 0 0,0 0-1 0 0,-1 0 0 0 0,1 0 1 0 0,-1 0-1 0 0,4 7 0 0 0,1 5 22 0 0,-1 0-1 0 0,-1 1 0 0 0,0-1 1 0 0,-1 1-1 0 0,-1 0 0 0 0,0 0 1 0 0,-1 0-1 0 0,0 24 1 0 0,-1-16-114 0 0,1 0 1 0 0,2-1 0 0 0,6 24 0 0 0,-7-36-355 0 0,1 0 0 0 0,0-1 0 0 0,0 1 0 0 0,1-1 0 0 0,1 0 0 0 0,0-1 1 0 0,8 11-1 0 0,-8-12-635 0 0,1-1 1 0 0,0-1 0 0 0,0 1 0 0 0,0-1 0 0 0,12 7 0 0 0,9 4-4036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6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1 605 1956 0 0,'2'0'5706'0'0,"-1"0"-5596"0"0,-1 0 0 0 0,0 0 0 0 0,1 0 1 0 0,-1 0-1 0 0,1 0 0 0 0,-1 0 0 0 0,1 0 0 0 0,-1 0 0 0 0,1 0 0 0 0,-1 0 0 0 0,1 0 1 0 0,-1 0-1 0 0,0 0 0 0 0,1 1 0 0 0,-1-1 0 0 0,1 0 0 0 0,-1 0 0 0 0,1 0 0 0 0,-1 1 1 0 0,0-1-1 0 0,1 0 0 0 0,-1 1 0 0 0,0-1 0 0 0,1 0 0 0 0,-1 1 0 0 0,0-1 0 0 0,1 0 1 0 0,-1 1-1 0 0,0-1 0 0 0,0 1 0 0 0,1-1 0 0 0,-1 0 0 0 0,0 1 0 0 0,0-1 0 0 0,0 1 1 0 0,0-1-1 0 0,0 1 0 0 0,0-1 0 0 0,1 0 0 0 0,-1 1 0 0 0,0-1 0 0 0,0 1 0 0 0,0-1 1 0 0,-1 1-1 0 0,1-1 0 0 0,0 1 0 0 0,0-1 0 0 0,0 1 0 0 0,0-1 0 0 0,0 1 0 0 0,0-1 1 0 0,-1 0-1 0 0,1 1 0 0 0,-1 12 717 0 0,1-6-558 0 0,1 0-1 0 0,-1-1 1 0 0,1 1 0 0 0,0 0-1 0 0,1-1 1 0 0,-1 1 0 0 0,1-1-1 0 0,1 1 1 0 0,4 10 0 0 0,-4-13-198 0 0,-1 0 1 0 0,1 0 0 0 0,0 0 0 0 0,0-1 0 0 0,1 1-1 0 0,-1-1 1 0 0,1 1 0 0 0,0-1 0 0 0,0 0 0 0 0,0-1-1 0 0,0 1 1 0 0,0-1 0 0 0,0 0 0 0 0,10 4 0 0 0,-7-4-40 0 0,1 1 1 0 0,-1-2 0 0 0,1 1 0 0 0,0-1-1 0 0,0 0 1 0 0,-1 0 0 0 0,1-1-1 0 0,0 0 1 0 0,0-1 0 0 0,0 0-1 0 0,-1 0 1 0 0,13-4 0 0 0,-9 2-21 0 0,-1-1 1 0 0,0-1-1 0 0,-1 0 1 0 0,1 0-1 0 0,-1-1 1 0 0,0 0-1 0 0,0 0 1 0 0,12-13-1 0 0,0-3-9 0 0,0 0 1 0 0,-2-2-1 0 0,-1 0 0 0 0,-1-2 1 0 0,18-32-1 0 0,56-143 1 0 0,-53 97-54 0 0,25-113 1 0 0,-63 217 48 0 0,0 0 1 0 0,-1 0-1 0 0,1 0 1 0 0,0 0-1 0 0,0 1 1 0 0,0-1-1 0 0,-1 0 1 0 0,1 0-1 0 0,0 0 1 0 0,0 0-1 0 0,0 0 1 0 0,-1 0-1 0 0,1 0 1 0 0,0 0-1 0 0,0 0 1 0 0,-1 0-1 0 0,1 0 1 0 0,0 0-1 0 0,0 0 1 0 0,0 0-1 0 0,-1 0 1 0 0,1-1-1 0 0,0 1 1 0 0,0 0-1 0 0,0 0 1 0 0,0 0-1 0 0,-1 0 1 0 0,1 0-1 0 0,0 0 1 0 0,0 0-1 0 0,0-1 1 0 0,0 1-1 0 0,-1 0 1 0 0,1 0-1 0 0,0 0 1 0 0,0 0-1 0 0,0-1 0 0 0,0 1 1 0 0,0 0-1 0 0,0 0 1 0 0,0 0-1 0 0,-1-1 1 0 0,1 1-1 0 0,0 0 1 0 0,0 0-1 0 0,0 0 1 0 0,0-1-1 0 0,0 1 1 0 0,0 0-1 0 0,0 0 1 0 0,0 0-1 0 0,0-1 1 0 0,0 1-1 0 0,0 0 1 0 0,0 0-1 0 0,0 0 1 0 0,1-1-1 0 0,-1 1 1 0 0,0 0-1 0 0,0 0 1 0 0,0 0-1 0 0,0-1 1 0 0,0 1-1 0 0,0 0 1 0 0,0 0-1 0 0,1 0 1 0 0,-1 0-1 0 0,0-1 1 0 0,-14 15 7 0 0,-16 38 277 0 0,3 1 0 0 0,-21 60 1 0 0,-28 119 170 0 0,66-196-392 0 0,1 1-1 0 0,3-1 0 0 0,1 1 0 0 0,-1 40 0 0 0,6-68-114 0 0,0-1 0 0 0,1 0 0 0 0,0 1 0 0 0,0-1 0 0 0,1 0 0 0 0,0 0 0 0 0,1 1 0 0 0,0-2 0 0 0,0 1 0 0 0,0 0-1 0 0,1-1 1 0 0,0 1 0 0 0,1-1 0 0 0,0 0 0 0 0,0 0 0 0 0,0-1 0 0 0,1 0 0 0 0,0 0 0 0 0,0 0 0 0 0,12 8 0 0 0,-11-10-234 0 0,0 1-1 0 0,1-2 1 0 0,-1 1 0 0 0,1-1-1 0 0,0 0 1 0 0,0-1 0 0 0,0 0 0 0 0,0 0-1 0 0,0-1 1 0 0,0 0 0 0 0,1 0 0 0 0,-1-1-1 0 0,15-1 1 0 0,-12 0-189 0 0,-1-1 0 0 0,1-1 0 0 0,0 1 1 0 0,-1-2-1 0 0,1 1 0 0 0,-1-2 0 0 0,0 1 0 0 0,16-11 0 0 0,-10 4-562 0 0,0-1 0 0 0,-1 0 0 0 0,0-1 0 0 0,13-15 0 0 0,5-11-2252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208 286 2452 0 0,'15'-36'1754'0'0,"-2"0"1"0"0,-1-2-1 0 0,-2 1 0 0 0,10-73 0 0 0,-20 109-1676 0 0,1 0 0 0 0,-1-1 0 0 0,0 1-1 0 0,0-1 1 0 0,0 1 0 0 0,0 0 0 0 0,0-1 0 0 0,0 1 0 0 0,0 0 0 0 0,-1-1-1 0 0,1 1 1 0 0,0 0 0 0 0,-1-1 0 0 0,1 1 0 0 0,-1 0 0 0 0,1 0-1 0 0,-1-1 1 0 0,0 1 0 0 0,-1-2 0 0 0,2 3-35 0 0,0 0 0 0 0,-1 0 0 0 0,1 0 0 0 0,0 0 1 0 0,-1-1-1 0 0,1 1 0 0 0,0 0 0 0 0,-1 0 0 0 0,1 0 0 0 0,0 0 0 0 0,-1 0 0 0 0,1 0 0 0 0,-1 0 1 0 0,1 0-1 0 0,0 0 0 0 0,-1 0 0 0 0,1 0 0 0 0,0 0 0 0 0,-1 1 0 0 0,1-1 0 0 0,0 0 1 0 0,-1 0-1 0 0,1 0 0 0 0,0 0 0 0 0,-1 1 0 0 0,-12 13 625 0 0,-9 25 289 0 0,2 2 0 0 0,2 1 0 0 0,-22 71 0 0 0,29-81-698 0 0,-32 105 706 0 0,-49 265 1 0 0,91-401-961 0 0,0 3 24 0 0,1 0-1 0 0,-1 0 1 0 0,1 1 0 0 0,0-1-1 0 0,0 0 1 0 0,0 0 0 0 0,0 0-1 0 0,2 5 1 0 0,-2-8-28 0 0,0-1 1 0 0,0 0 0 0 0,0 0-1 0 0,1 0 1 0 0,-1 0-1 0 0,0 1 1 0 0,0-1-1 0 0,1 0 1 0 0,-1 0 0 0 0,0 0-1 0 0,0 0 1 0 0,1 0-1 0 0,-1 0 1 0 0,0 0-1 0 0,1 0 1 0 0,-1 0-1 0 0,0 1 1 0 0,0-1 0 0 0,1 0-1 0 0,-1 0 1 0 0,0-1-1 0 0,1 1 1 0 0,-1 0-1 0 0,0 0 1 0 0,0 0 0 0 0,1 0-1 0 0,-1 0 1 0 0,0 0-1 0 0,0 0 1 0 0,1 0-1 0 0,-1 0 1 0 0,0-1 0 0 0,0 1-1 0 0,1 0 1 0 0,-1 0-1 0 0,0 0 1 0 0,0 0-1 0 0,0-1 1 0 0,1 1-1 0 0,-1-1 1 0 0,10-7 13 0 0,14-21 5 0 0,-1-2 0 0 0,20-34 0 0 0,-24 34-17 0 0,1 1 0 0 0,39-44 0 0 0,-40 55-32 0 0,34-29 1 0 0,-47 43 17 0 0,1 1 0 0 0,-1-1 1 0 0,1 1-1 0 0,0 1 0 0 0,0-1 0 0 0,1 1 1 0 0,-1 1-1 0 0,0-1 0 0 0,1 1 0 0 0,8-1 1 0 0,-13 3 8 0 0,0-1-1 0 0,1 1 1 0 0,-1 0 0 0 0,0 0 0 0 0,1 0 0 0 0,-1 0 0 0 0,0 1 0 0 0,1-1 0 0 0,-1 1 0 0 0,0 0 0 0 0,1 0 0 0 0,-1 0 0 0 0,0 1 0 0 0,0-1 0 0 0,0 1 0 0 0,0-1 0 0 0,0 1 0 0 0,4 4 0 0 0,-3-2 4 0 0,-1 0 0 0 0,0-1 0 0 0,0 2 0 0 0,-1-1 0 0 0,1 0 0 0 0,-1 0 0 0 0,0 1 0 0 0,0-1 0 0 0,0 1 0 0 0,0 0 0 0 0,1 7 0 0 0,-1 4 7 0 0,0 0 1 0 0,-1 1 0 0 0,0-1 0 0 0,-1 0-1 0 0,-1 1 1 0 0,-5 24 0 0 0,5-34 12 0 0,-2 7-164 0 0,0 1 1 0 0,2 0-1 0 0,-1 0 1 0 0,2 22-1 0 0,1-32-64 0 0,0 0 1 0 0,-1 0-1 0 0,2-1 0 0 0,-1 1 0 0 0,1-1 0 0 0,-1 1 0 0 0,1-1 1 0 0,0 0-1 0 0,1 1 0 0 0,-1-1 0 0 0,1 0 0 0 0,0 0 0 0 0,0-1 1 0 0,0 1-1 0 0,0-1 0 0 0,1 1 0 0 0,0-1 0 0 0,4 3 0 0 0,-1-1-691 0 0,1 0-1 0 0,-1 0 0 0 0,1-1 1 0 0,0 0-1 0 0,0 0 0 0 0,1-1 1 0 0,-1 0-1 0 0,1 0 0 0 0,15 2 1 0 0,1-3-4002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7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419 710 2128 0 0,'6'-11'840'0'0,"-1"-1"0"0"0,-1 0 0 0 0,1 0-1 0 0,-2 0 1 0 0,0 0 0 0 0,-1 0 0 0 0,2-26 0 0 0,-3 35-738 0 0,-1-1 0 0 0,0 1-1 0 0,0-1 1 0 0,-1 1 0 0 0,1 0 0 0 0,-1-1 0 0 0,1 1 0 0 0,-1 0 0 0 0,0-1 0 0 0,-1 1 0 0 0,1 0 0 0 0,0 0 0 0 0,-1 0 0 0 0,0 0 0 0 0,0 0 0 0 0,0 0 0 0 0,0 0 0 0 0,0 1-1 0 0,0-1 1 0 0,-1 1 0 0 0,1 0 0 0 0,-1-1 0 0 0,0 1 0 0 0,1 0 0 0 0,-1 0 0 0 0,0 1 0 0 0,0-1 0 0 0,-1 1 0 0 0,1-1 0 0 0,0 1 0 0 0,0 0 0 0 0,-1 0 0 0 0,-5 0-1 0 0,-3 0 25 0 0,1 0 0 0 0,-1 1-1 0 0,0 0 1 0 0,1 1 0 0 0,-1 0-1 0 0,1 1 1 0 0,0 1 0 0 0,0-1-1 0 0,0 2 1 0 0,-14 5 0 0 0,4 0 7 0 0,-1 2 0 0 0,1 0 0 0 0,-36 27 0 0 0,44-28-81 0 0,0 1 1 0 0,1 0-1 0 0,0 1 1 0 0,1 0-1 0 0,0 1 1 0 0,-11 18-1 0 0,18-26-30 0 0,1 1-1 0 0,0-1 1 0 0,0 1-1 0 0,0-1 1 0 0,1 1-1 0 0,0 0 1 0 0,0 0-1 0 0,0 0 1 0 0,1 0-1 0 0,0 0 1 0 0,0 0-1 0 0,0 0 1 0 0,1 0-1 0 0,0 1 1 0 0,0-1-1 0 0,1 0 1 0 0,0 0-1 0 0,0 0 1 0 0,3 11-1 0 0,-2-12-12 0 0,0-1 0 0 0,0 0 1 0 0,0 0-1 0 0,1 0 0 0 0,0 0 0 0 0,-1-1 0 0 0,1 1 1 0 0,0-1-1 0 0,1 1 0 0 0,-1-1 0 0 0,1 0 1 0 0,-1 0-1 0 0,1-1 0 0 0,0 1 0 0 0,0-1 0 0 0,0 0 1 0 0,0 0-1 0 0,1 0 0 0 0,-1 0 0 0 0,0-1 0 0 0,1 0 1 0 0,-1 0-1 0 0,1 0 0 0 0,0 0 0 0 0,-1-1 0 0 0,1 0 1 0 0,-1 0-1 0 0,1 0 0 0 0,0 0 0 0 0,6-2 0 0 0,2-1-4 0 0,0 0 0 0 0,0 0 0 0 0,-1-1 0 0 0,1-1 0 0 0,-1 0 0 0 0,0 0 0 0 0,-1-1 0 0 0,1-1 0 0 0,16-13 0 0 0,2-5-15 0 0,-1-2 0 0 0,39-45 0 0 0,41-69 1661 0 0,-94 123-1210 0 0,-15 18-437 0 0,0 0 0 0 0,0 0 0 0 0,0 0 0 0 0,0 0 0 0 0,0 0 0 0 0,0 0 0 0 0,0 0 0 0 0,0 0 1 0 0,0 0-1 0 0,0 0 0 0 0,0 0 0 0 0,0 0 0 0 0,0 0 0 0 0,0 0 0 0 0,0 0 0 0 0,0 1 0 0 0,0-1 1 0 0,0 0-1 0 0,0 0 0 0 0,0 0 0 0 0,0 0 0 0 0,0 0 0 0 0,0 0 0 0 0,0 0 0 0 0,0 0 0 0 0,0 0 1 0 0,0 0-1 0 0,0 0 0 0 0,0 0 0 0 0,0 0 0 0 0,0 0 0 0 0,0 0 0 0 0,0 0 0 0 0,0 0 0 0 0,0 0 1 0 0,0 0-1 0 0,0 0 0 0 0,0 0 0 0 0,0 0 0 0 0,0 0 0 0 0,1 0 0 0 0,-1 0 0 0 0,0 0 0 0 0,0 0 1 0 0,0 0-1 0 0,0 0 0 0 0,0 0 0 0 0,0 0 0 0 0,0 0 0 0 0,0 0 0 0 0,-6 14 120 0 0,-63 127 1135 0 0,60-119-1151 0 0,1 0-1 0 0,1 0 0 0 0,1 0 0 0 0,-5 41 1 0 0,10-57-88 0 0,1-1 0 0 0,0 1 0 0 0,0-1 0 0 0,0 0 0 0 0,1 1 0 0 0,0-1-1 0 0,0 0 1 0 0,0 1 0 0 0,0-1 0 0 0,1 0 0 0 0,0 0 0 0 0,0 0 0 0 0,1 0 0 0 0,3 6 0 0 0,-3-8-45 0 0,-1 0 0 0 0,0-1-1 0 0,1 1 1 0 0,0-1 0 0 0,-1 0 0 0 0,1 0-1 0 0,0 0 1 0 0,0 0 0 0 0,0 0 0 0 0,0-1-1 0 0,0 1 1 0 0,1-1 0 0 0,-1 0 0 0 0,0 0-1 0 0,1 0 1 0 0,-1-1 0 0 0,1 1 0 0 0,-1-1-1 0 0,0 1 1 0 0,1-1 0 0 0,-1 0 0 0 0,1-1-1 0 0,4 0 1 0 0,5-1-271 0 0,0-1 1 0 0,-1-1-1 0 0,0 0 0 0 0,0 0 1 0 0,0-1-1 0 0,0-1 0 0 0,-1 0 1 0 0,0-1-1 0 0,12-8 0 0 0,7-8-755 0 0,50-50-1 0 0,-39 29 649 0 0,-1-1 0 0 0,-3-2 1 0 0,-2-2-1 0 0,-2-1 0 0 0,49-102 0 0 0,-53 88 1256 0 0,-3-3 0 0 0,25-100 0 0 0,-22 48 2362 0 0,-29 111-2887 0 0,-1 7-25 0 0,-8 13 229 0 0,-8 20 223 0 0,-167 524 4225 0 0,179-538-4916 0 0,-6 16 105 0 0,2 0 1 0 0,-7 52-1 0 0,16-83-192 0 0,-1 1 0 0 0,1-1-1 0 0,0 1 1 0 0,1 0 0 0 0,-1-1 0 0 0,1 1-1 0 0,-1 0 1 0 0,1-1 0 0 0,0 1 0 0 0,0-1-1 0 0,1 0 1 0 0,-1 1 0 0 0,1-1 0 0 0,-1 0-1 0 0,1 0 1 0 0,0 0 0 0 0,0 0-1 0 0,1 0 1 0 0,-1 0 0 0 0,1-1 0 0 0,-1 1-1 0 0,1-1 1 0 0,0 1 0 0 0,0-1 0 0 0,0 0-1 0 0,0 0 1 0 0,0 0 0 0 0,0-1 0 0 0,1 1-1 0 0,-1-1 1 0 0,0 0 0 0 0,7 1-1 0 0,1 1-607 0 0,1 0 0 0 0,0-2-1 0 0,-1 1 1 0 0,1-2-1 0 0,0 1 1 0 0,0-2 0 0 0,0 1-1 0 0,21-6 1 0 0,-14 2-1719 0 0,1-1 1 0 0,-2-1 0 0 0,31-14-1 0 0,-16 3-4408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7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282 148 2368 0 0,'-266'-129'15918'0'0,"265"129"-15831"0"0,0 0 1 0 0,0-1-1 0 0,0 1 0 0 0,0-1 1 0 0,0 1-1 0 0,0-1 1 0 0,0 1-1 0 0,1-1 1 0 0,-1 0-1 0 0,0 1 0 0 0,0-1 1 0 0,0 0-1 0 0,1 0 1 0 0,-1 1-1 0 0,1-1 1 0 0,-1 0-1 0 0,0-2 0 0 0,1 3-55 0 0,0-1-1 0 0,0 1 0 0 0,1 0 0 0 0,-1-1 0 0 0,0 1 0 0 0,1 0 0 0 0,-1-1 0 0 0,1 1 0 0 0,-1 0 1 0 0,0-1-1 0 0,1 1 0 0 0,-1 0 0 0 0,1 0 0 0 0,-1 0 0 0 0,1-1 0 0 0,-1 1 0 0 0,1 0 0 0 0,-1 0 0 0 0,1 0 1 0 0,-1 0-1 0 0,1 0 0 0 0,-1 0 0 0 0,1 0 0 0 0,0 0 0 0 0,43 1 392 0 0,331 65-472 0 0,-333-57-333 0 0,13 3-681 0 0,35 7-1903 0 0,-28-11-4557 0 0,-44-7 850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7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27 660 0 0,'-31'3'3216'0'0,"4"1"-871"0"0,6-3-529 0 0,6-1 2324 0 0,34-3-3568 0 0,10-2-132 0 0,16 1-84 0 0,8 1-80 0 0,17-2-56 0 0,4 0-92 0 0,7 3-428 0 0,1 2-492 0 0,15-5-968 0 0,-17 3-1796 0 0,3 2-1801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8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16 1008 0 0,'-21'-7'968'0'0,"6"3"-1300"0"0,6-1-212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44 1680 0 0,'1'-3'1380'0'0,"7"-28"4889"0"0,-9 22-3179 0 0,-8 16-311 0 0,3 2-2602 0 0,1 1 1 0 0,0-1-1 0 0,1 1 1 0 0,0 0-1 0 0,-3 13 0 0 0,-1 0 33 0 0,-81 277 868 0 0,20 6-819 0 0,69-305-258 0 0,-14 69-366 0 0,-6 75 0 0 0,17-50-9026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9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1184 0 0,'5'-59'3787'0'0,"-3"22"-1252"0"0,2 0-1 0 0,11-47 1 0 0,-15 84-2495 0 0,0-1-1 0 0,0 0 1 0 0,1 0 0 0 0,-1 0-1 0 0,0 0 1 0 0,0 0 0 0 0,1 1-1 0 0,-1-1 1 0 0,1 0 0 0 0,-1 0-1 0 0,0 0 1 0 0,1 1 0 0 0,0-1-1 0 0,-1 0 1 0 0,1 1 0 0 0,-1-1-1 0 0,1 0 1 0 0,0 1 0 0 0,0-1-1 0 0,-1 1 1 0 0,1-1-1 0 0,0 1 1 0 0,0-1 0 0 0,-1 1-1 0 0,1 0 1 0 0,1-1 0 0 0,0 1 21 0 0,-1 0 0 0 0,1 0 1 0 0,-1 1-1 0 0,1-1 0 0 0,-1 0 0 0 0,1 1 1 0 0,-1-1-1 0 0,0 1 0 0 0,1 0 1 0 0,-1-1-1 0 0,0 1 0 0 0,1 0 1 0 0,-1 0-1 0 0,2 1 0 0 0,4 5 235 0 0,1 0-1 0 0,-1 0 1 0 0,10 14-1 0 0,29 48 402 0 0,-3 2-1 0 0,39 86 1 0 0,39 66-322 0 0,-114-211-406 0 0,1-1 1 0 0,1 0-1 0 0,18 18 0 0 0,-23-24-197 0 0,1-1 0 0 0,0 0 0 0 0,0 0 1 0 0,1-1-1 0 0,-1 1 0 0 0,1-1 0 0 0,0-1 1 0 0,0 1-1 0 0,0-1 0 0 0,7 2 0 0 0,-10-3-80 0 0,-1-1 0 0 0,1 0 0 0 0,0 0 0 0 0,0 0 0 0 0,0 0 0 0 0,0 0 0 0 0,-1-1-1 0 0,1 1 1 0 0,0-1 0 0 0,0 0 0 0 0,-1 0 0 0 0,1 0 0 0 0,0 0 0 0 0,-1 0 0 0 0,1 0 0 0 0,-1-1-1 0 0,1 1 1 0 0,-1-1 0 0 0,0 0 0 0 0,0 0 0 0 0,0 0 0 0 0,0 0 0 0 0,0 0 0 0 0,0 0 0 0 0,0 0-1 0 0,-1-1 1 0 0,1 1 0 0 0,-1 0 0 0 0,2-5 0 0 0,5-12-3628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29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66 411 64 0 0,'1'-120'5309'0'0,"-2"-115"4184"0"0,1 182-7353 0 0,0 51-1215 0 0,0 5-426 0 0,-7 192 2938 0 0,-21 103-2439 0 0,20-225-1085 0 0,-13 143 461 0 0,20-73-3073 0 0,1-138 1936 0 0,1 0-1 0 0,0 1 1 0 0,-1-1-1 0 0,2 0 1 0 0,-1 0-1 0 0,1-1 1 0 0,2 7-1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685 89 360 0 0,'9'-10'4343'0'0,"-7"7"-2896"0"0,1-1 1 0 0,-1 1 0 0 0,0-1-1 0 0,3-8 1 0 0,-4 11-1236 0 0,-1 0 0 0 0,1-1 0 0 0,-1 1 1 0 0,0-1-1 0 0,1 1 0 0 0,-1 0 1 0 0,0-1-1 0 0,0 1 0 0 0,0-1 0 0 0,0 1 1 0 0,0-1-1 0 0,-1 1 0 0 0,1 0 0 0 0,0-1 1 0 0,-1 1-1 0 0,1-1 0 0 0,-1 1 0 0 0,1 0 1 0 0,-1-1-1 0 0,0 1 0 0 0,1 0 0 0 0,-1 0 1 0 0,0 0-1 0 0,0 0 0 0 0,0-1 0 0 0,0 1 1 0 0,0 0-1 0 0,0 0 0 0 0,0 1 1 0 0,0-1-1 0 0,-3-1 0 0 0,0 0-102 0 0,-1 0 1 0 0,0 0-1 0 0,1 1 1 0 0,-1-1-1 0 0,0 1 1 0 0,0 1-1 0 0,0-1 1 0 0,0 1-1 0 0,0 0 1 0 0,0 0-1 0 0,0 0 0 0 0,0 0 1 0 0,0 1-1 0 0,0 0 1 0 0,1 0-1 0 0,-1 0 1 0 0,0 1-1 0 0,-7 3 1 0 0,-12 5 51 0 0,-1 2 1 0 0,-26 17-1 0 0,44-24-77 0 0,-41 23 123 0 0,3 3 1 0 0,0 2-1 0 0,2 1 1 0 0,2 3-1 0 0,1 1 1 0 0,2 2-1 0 0,-64 88 0 0 0,88-107-184 0 0,1 2 0 0 0,0-1-1 0 0,-16 45 1 0 0,26-58-19 0 0,0 0 0 0 0,1 0 0 0 0,-1 0 0 0 0,2 1 0 0 0,-1-1 0 0 0,1 0 0 0 0,1 1 0 0 0,0-1 0 0 0,0 1 0 0 0,1-1 0 0 0,0 1 0 0 0,1-1 0 0 0,4 16-1 0 0,-4-20 18 0 0,0 1-1 0 0,1-1 0 0 0,0 0 0 0 0,0 0 0 0 0,0 0 0 0 0,1-1 0 0 0,-1 1 0 0 0,1-1 0 0 0,0 0 0 0 0,1 0 0 0 0,-1 0 0 0 0,8 5 0 0 0,-4-4-28 0 0,0-1-1 0 0,1 1 0 0 0,0-2 1 0 0,-1 1-1 0 0,1-1 0 0 0,1 0 1 0 0,9 1-1 0 0,4-1-462 0 0,1-1-1 0 0,-1 0 0 0 0,1-2 1 0 0,-1-1-1 0 0,33-5 1 0 0,37-12-3582 0 0,-33 0-2498 0 0,-21 2-1069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0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753 189 1276 0 0,'0'-8'1148'0'0,"-1"0"-1"0"0,0 0 1 0 0,0 1 0 0 0,-1-1-1 0 0,0 1 1 0 0,0-1-1 0 0,0 1 1 0 0,-1 0 0 0 0,-5-10-1 0 0,3 9-417 0 0,0 1-1 0 0,0-1 0 0 0,-1 1 1 0 0,0 0-1 0 0,0 0 0 0 0,0 1 1 0 0,-13-11-1 0 0,13 13-596 0 0,1 0-1 0 0,-1 0 1 0 0,0 1-1 0 0,0-1 1 0 0,-1 1-1 0 0,1 0 1 0 0,-1 1-1 0 0,0 0 1 0 0,1 0 0 0 0,-1 0-1 0 0,0 1 1 0 0,0 0-1 0 0,0 0 1 0 0,0 1-1 0 0,0 0 1 0 0,0 0-1 0 0,0 1 1 0 0,0-1-1 0 0,0 1 1 0 0,0 1-1 0 0,0 0 1 0 0,1 0-1 0 0,-9 3 1 0 0,-11 9-70 0 0,0 1-1 0 0,1 1 1 0 0,0 1-1 0 0,2 1 1 0 0,0 2-1 0 0,-21 22 1 0 0,-2 8 84 0 0,-62 85 1 0 0,79-93-71 0 0,1 0 0 0 0,-23 51 0 0 0,42-75-55 0 0,1 1 1 0 0,1 0-1 0 0,0 0 0 0 0,1 1 0 0 0,2 0 1 0 0,0 0-1 0 0,1 0 0 0 0,-1 23 1 0 0,4-35-13 0 0,1 1 0 0 0,-1-1-1 0 0,1 0 1 0 0,1 0 0 0 0,-1 1 0 0 0,1-1 0 0 0,1 0 0 0 0,0 0 0 0 0,0-1 0 0 0,0 1 0 0 0,1-1 0 0 0,8 13-1 0 0,-7-14 8 0 0,-1-1-1 0 0,1 0 0 0 0,0-1 0 0 0,0 1 0 0 0,0-1 0 0 0,0 0 0 0 0,1-1 0 0 0,0 1 0 0 0,0-1 1 0 0,0 0-1 0 0,0 0 0 0 0,0-1 0 0 0,1 0 0 0 0,-1 0 0 0 0,1 0 0 0 0,8 0 0 0 0,-4 0 13 0 0,1-1 0 0 0,-1 0 0 0 0,1-1 0 0 0,-1 0-1 0 0,1-1 1 0 0,-1 0 0 0 0,1-1 0 0 0,-1 0 0 0 0,0-1-1 0 0,19-7 1 0 0,-23 7-26 0 0,0 0-1 0 0,-1-1 1 0 0,0 0 0 0 0,0 0-1 0 0,0 0 1 0 0,-1-1 0 0 0,1 0-1 0 0,-1 0 1 0 0,0 0 0 0 0,0-1-1 0 0,-1 0 1 0 0,0 0 0 0 0,0 0-1 0 0,0 0 1 0 0,-1-1 0 0 0,1 1-1 0 0,-2-1 1 0 0,3-8 0 0 0,-2 5-2 0 0,-1-1 1 0 0,-1 0 0 0 0,0 1-1 0 0,-1-1 1 0 0,0 0-1 0 0,0 1 1 0 0,-1-1-1 0 0,0 0 1 0 0,-6-17-1 0 0,4 9 24 0 0,0 0 0 0 0,-1-26-1 0 0,4 42-26 0 0,1 1 0 0 0,-1 0 0 0 0,0-1 0 0 0,1 1 0 0 0,-1 0 0 0 0,1-1 0 0 0,0 1 0 0 0,-1 0 0 0 0,1 0 0 0 0,0 0 0 0 0,0 0-1 0 0,1 0 1 0 0,-1 0 0 0 0,0 0 0 0 0,1 0 0 0 0,-1 0 0 0 0,4-2 0 0 0,-1 0 1 0 0,0 1 1 0 0,1 0-1 0 0,-1 1 0 0 0,1-1 1 0 0,-1 1-1 0 0,1-1 0 0 0,9-1 0 0 0,3-1-6 0 0,0 1-1 0 0,0 1 1 0 0,35-1 0 0 0,-40 3-2 0 0,0 2 1 0 0,0-1 0 0 0,0 1 0 0 0,1 1 0 0 0,-1 0 0 0 0,-1 1 0 0 0,1 0-1 0 0,17 7 1 0 0,-23-7 87 0 0,-1 0-1 0 0,1 0 0 0 0,-1 0 1 0 0,1 1-1 0 0,-1-1 0 0 0,0 2 1 0 0,0-1-1 0 0,-1 0 0 0 0,1 1 1 0 0,-1 0-1 0 0,0 0 0 0 0,0 0 1 0 0,-1 0-1 0 0,0 1 0 0 0,0-1 1 0 0,0 1-1 0 0,4 11 0 0 0,-4-5 155 0 0,0-1 1 0 0,-1 1-1 0 0,0 0 0 0 0,-1 1 0 0 0,-1-1 0 0 0,0 0 1 0 0,-1 14-1 0 0,-19 85 604 0 0,6-41-688 0 0,13-65-197 0 0,0-3-178 0 0,1 0 0 0 0,-1 1 1 0 0,1-1-1 0 0,-1 0 0 0 0,1 1 1 0 0,0-1-1 0 0,0 1 1 0 0,0-1-1 0 0,0 1 0 0 0,1-1 1 0 0,-1 0-1 0 0,1 1 0 0 0,-1-1 1 0 0,1 0-1 0 0,0 1 0 0 0,0-1 1 0 0,0 0-1 0 0,0 0 0 0 0,1 3 1 0 0,0-4-170 0 0,-1 0 0 0 0,0 0 0 0 0,1 0-1 0 0,-1 0 1 0 0,1 0 0 0 0,0 0 0 0 0,-1-1 0 0 0,1 1 0 0 0,0 0 0 0 0,-1-1 0 0 0,1 1 0 0 0,0-1 0 0 0,-1 0 0 0 0,1 1 0 0 0,3-1-1 0 0,28-1-7085 0 0,-11-1 341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97 376 2288 0 0,'4'-30'4827'0'0,"-3"25"-3341"0"0,0-1 1 0 0,-1 0-1 0 0,1 1 0 0 0,-1-1 1 0 0,0-6-1 0 0,-11 28-400 0 0,6-5-792 0 0,1 1 1 0 0,0 0-1 0 0,-3 17 0 0 0,-2 6 73 0 0,-38 162 590 0 0,40-156-828 0 0,2 1-1 0 0,1 76 1 0 0,4-110-105 0 0,1 1 0 0 0,0-1 0 0 0,0 0 1 0 0,1 0-1 0 0,0 1 0 0 0,0-1 0 0 0,1 0 0 0 0,0-1 0 0 0,0 1 1 0 0,6 8-1 0 0,-8-14-17 0 0,1 1 0 0 0,0-1 0 0 0,0 1 0 0 0,0-1 0 0 0,1 0 0 0 0,-1 0 0 0 0,0 0 0 0 0,1 0 0 0 0,-1 0 0 0 0,1-1 0 0 0,0 1 0 0 0,0-1 0 0 0,-1 1 0 0 0,1-1 0 0 0,0 0 0 0 0,0 0 0 0 0,0-1 0 0 0,0 1 0 0 0,0-1 0 0 0,0 1 0 0 0,1-1 0 0 0,-1 0 0 0 0,0 0 0 0 0,0 0 0 0 0,0 0 0 0 0,0-1 0 0 0,0 1 0 0 0,0-1 0 0 0,0 0 0 0 0,4-2 0 0 0,3 0-5 0 0,-1-1 0 0 0,1-1 0 0 0,-1 0 0 0 0,0 0 0 0 0,0-1 0 0 0,-1 0 0 0 0,1-1 0 0 0,-1 0 0 0 0,-1 0 1 0 0,13-15-1 0 0,4-9-1 0 0,32-54 0 0 0,-18 24 11 0 0,1 0-31 0 0,-39 61 19 0 0,0-1 0 0 0,0 1 0 0 0,1-1 0 0 0,-1 1 0 0 0,0-1 0 0 0,0 1 0 0 0,1-1 0 0 0,-1 1 0 0 0,0 0 0 0 0,0-1 0 0 0,1 1 0 0 0,-1-1-1 0 0,1 1 1 0 0,-1 0 0 0 0,0-1 0 0 0,1 1 0 0 0,-1 0 0 0 0,1-1 0 0 0,-1 1 0 0 0,1 0 0 0 0,-1-1 0 0 0,1 1 0 0 0,-1 0 0 0 0,1 0 0 0 0,-1 0 0 0 0,1 0 0 0 0,-1 0 0 0 0,1 0 0 0 0,0-1 0 0 0,-1 1-1 0 0,1 0 1 0 0,-1 1 0 0 0,1-1 0 0 0,-1 0 0 0 0,1 0 0 0 0,-1 0 0 0 0,1 0 0 0 0,-1 0 0 0 0,1 0 0 0 0,-1 1 0 0 0,1-1 0 0 0,-1 0 0 0 0,1 0 0 0 0,-1 1 0 0 0,1-1 0 0 0,-1 0 0 0 0,1 1-1 0 0,-1-1 1 0 0,0 1 0 0 0,1-1 0 0 0,-1 0 0 0 0,1 1 0 0 0,-1-1 0 0 0,0 1 0 0 0,0-1 0 0 0,1 1 0 0 0,-1-1 0 0 0,0 1 0 0 0,0-1 0 0 0,0 1 0 0 0,1-1 0 0 0,-1 1 0 0 0,0-1 0 0 0,0 2 0 0 0,10 35 44 0 0,-10-36-44 0 0,1 7 3 0 0,3 16 19 0 0,1 0-1 0 0,1 0 0 0 0,10 24 1 0 0,-14-41-13 0 0,1-1 0 0 0,0 0 0 0 0,1 0 0 0 0,-1 0 0 0 0,1 0 0 0 0,1 0 0 0 0,-1-1 0 0 0,1 0 0 0 0,-1 0 1 0 0,2 0-1 0 0,-1 0 0 0 0,0-1 0 0 0,1 0 0 0 0,0 0 0 0 0,10 5 0 0 0,-6-5 2 0 0,0 1-1 0 0,0-2 1 0 0,1 0 0 0 0,-1 0-1 0 0,1-1 1 0 0,0 0 0 0 0,0 0 0 0 0,0-2-1 0 0,0 1 1 0 0,0-1 0 0 0,0-1-1 0 0,0 0 1 0 0,15-4 0 0 0,-18 3-8 0 0,0 0 1 0 0,0-1-1 0 0,-1 0 1 0 0,1-1-1 0 0,-1 0 1 0 0,0 0 0 0 0,0 0-1 0 0,0-1 1 0 0,-1 0-1 0 0,1 0 1 0 0,-1-1-1 0 0,-1 0 1 0 0,1 0-1 0 0,-1 0 1 0 0,0-1 0 0 0,0 1-1 0 0,-1-1 1 0 0,6-12-1 0 0,-3 2-2 0 0,0 1 1 0 0,-2-2-1 0 0,0 1 0 0 0,-1 0 0 0 0,0-1 0 0 0,-1 0 1 0 0,-2 0-1 0 0,0-34 0 0 0,-3 19-3 0 0,-1-1-1 0 0,-2 0 1 0 0,-17-58 0 0 0,21 86-16 0 0,-9-15-45 0 0,9 20 41 0 0,-2 12 15 0 0,4-8 2 0 0,1 1 0 0 0,0-1-1 0 0,0 0 1 0 0,0 0 0 0 0,0-1 0 0 0,1 1-1 0 0,-1 0 1 0 0,1-1 0 0 0,-1 1-1 0 0,1-1 1 0 0,3 2 0 0 0,7 5-256 0 0,0-1-1 0 0,1-1 1 0 0,0 0-1 0 0,0-1 1 0 0,0-1 0 0 0,1 0-1 0 0,0 0 1 0 0,25 3 0 0 0,-13-5-784 0 0,1 0 0 0 0,-1-1 0 0 0,56-5 1 0 0,-64 1 373 0 0,1-1 0 0 0,-1 0 0 0 0,0-2 0 0 0,-1 0 0 0 0,1-1 0 0 0,28-14 0 0 0,-35 14 318 0 0,0-1-1 0 0,-1-1 1 0 0,0 1-1 0 0,-1-2 1 0 0,1 0 0 0 0,-2 0-1 0 0,1 0 1 0 0,-1-1-1 0 0,-1-1 1 0 0,11-16 0 0 0,-8 9 493 0 0,-1-1 0 0 0,-1-1 1 0 0,0 0-1 0 0,-2 0 1 0 0,10-42-1 0 0,-11 28 1189 0 0,-1-1-1 0 0,0-64 0 0 0,-4 98-1271 0 0,-1 0 0 0 0,0 1 0 0 0,0-1-1 0 0,0 0 1 0 0,0 1 0 0 0,0-1-1 0 0,0 0 1 0 0,0 1 0 0 0,0-1 0 0 0,-1 0-1 0 0,1 0 1 0 0,0 1 0 0 0,0-1 0 0 0,0 1-1 0 0,-1-1 1 0 0,1 0 0 0 0,0 1 0 0 0,-1-1-1 0 0,1 1 1 0 0,-1-1 0 0 0,0 0 0 0 0,1 1-33 0 0,-1 0 1 0 0,1 0 0 0 0,-1 0 0 0 0,1 0 0 0 0,-1 0 0 0 0,1 0 0 0 0,-1 0 0 0 0,1 1 0 0 0,0-1 0 0 0,-1 0 0 0 0,1 0 0 0 0,-1 0-1 0 0,1 1 1 0 0,0-1 0 0 0,-1 0 0 0 0,1 1 0 0 0,0-1 0 0 0,-1 0 0 0 0,1 1 0 0 0,0-1 0 0 0,-1 1 0 0 0,-15 26 587 0 0,-4 30 868 0 0,-20 90-1 0 0,19-64-725 0 0,-114 558 1920 0 0,134-640-2662 0 0,1 0 0 0 0,0 0 0 0 0,0-1 0 0 0,0 1-1 0 0,0 0 1 0 0,0 0 0 0 0,0 0 0 0 0,0 0 0 0 0,0 0 0 0 0,0 0 0 0 0,0 0 0 0 0,0 0 0 0 0,0 0 0 0 0,1-1 0 0 0,0 3 0 0 0,-1-3-10 0 0,0 0 0 0 0,0 0 1 0 0,1 0-1 0 0,-1 0 0 0 0,0 0 1 0 0,0 0-1 0 0,1 0 0 0 0,-1 0 0 0 0,0 0 1 0 0,0 0-1 0 0,1 0 0 0 0,-1 0 1 0 0,0 0-1 0 0,1 0 0 0 0,-1 0 0 0 0,0 0 1 0 0,0 0-1 0 0,1 0 0 0 0,-1 0 1 0 0,0-1-1 0 0,0 1 0 0 0,0 0 0 0 0,1 0 1 0 0,-1 0-1 0 0,0 0 0 0 0,0 0 1 0 0,1-1-1 0 0,-1 1 0 0 0,0 0 0 0 0,0 0 1 0 0,0-1-1 0 0,3-1 5 0 0,-1-1 0 0 0,0 1 0 0 0,0-1-1 0 0,0 0 1 0 0,0 0 0 0 0,3-6 0 0 0,17-50 35 0 0,-8 17-68 0 0,40-78 1 0 0,-48 109 21 0 0,0 1 0 0 0,1-1 0 0 0,0 1 0 0 0,1 1 0 0 0,0-1 0 0 0,1 1 0 0 0,0 1 0 0 0,0-1 0 0 0,1 2 0 0 0,0-1-1 0 0,18-10 1 0 0,-24 16 2 0 0,0 0-1 0 0,0 1 0 0 0,0-1 0 0 0,0 1 0 0 0,1-1 1 0 0,-1 1-1 0 0,0 1 0 0 0,1-1 0 0 0,-1 1 0 0 0,0-1 1 0 0,1 1-1 0 0,-1 0 0 0 0,1 1 0 0 0,-1-1 1 0 0,0 1-1 0 0,1 0 0 0 0,-1 0 0 0 0,0 0 0 0 0,0 0 1 0 0,0 1-1 0 0,0 0 0 0 0,0 0 0 0 0,0 0 0 0 0,0 0 1 0 0,0 1-1 0 0,-1-1 0 0 0,1 1 0 0 0,-1 0 0 0 0,0 0 1 0 0,0 0-1 0 0,0 1 0 0 0,0-1 0 0 0,-1 1 0 0 0,1-1 1 0 0,-1 1-1 0 0,0 0 0 0 0,0 0 0 0 0,0 0 0 0 0,-1 0 1 0 0,2 6-1 0 0,2 7 64 0 0,-2 1 0 0 0,0-1 1 0 0,-1 1-1 0 0,0 34 1 0 0,-13 72 283 0 0,6-83-206 0 0,1 80 1 0 0,4-117-132 0 0,0-1 1 0 0,0 0 0 0 0,1 0 0 0 0,0 1-1 0 0,0-1 1 0 0,0 0 0 0 0,0 0 0 0 0,0 0-1 0 0,0 0 1 0 0,1 0 0 0 0,-1 0 0 0 0,1 0-1 0 0,0-1 1 0 0,0 1 0 0 0,0-1 0 0 0,4 5-1 0 0,-2-4-1 0 0,0-1-1 0 0,0 1 1 0 0,0-1-1 0 0,0 1 1 0 0,0-1-1 0 0,0 0 1 0 0,1-1-1 0 0,-1 1 1 0 0,1-1-1 0 0,7 1 1 0 0,0 0 3 0 0,0-1 0 0 0,0-1 0 0 0,0 0 0 0 0,0 0 0 0 0,0-1 0 0 0,0-1 0 0 0,0 0 0 0 0,15-5 0 0 0,-6-1-13 0 0,0-1 0 0 0,0 0 0 0 0,-1-2 0 0 0,0 0 0 0 0,-1-2 1 0 0,-1 0-1 0 0,0-1 0 0 0,0 0 0 0 0,16-19 0 0 0,-7 3-5 0 0,-1 0 1 0 0,-1-2-1 0 0,-2-1 1 0 0,25-45 0 0 0,-40 64 7 0 0,0 0 0 0 0,-2 0 0 0 0,1 0 0 0 0,-2-1 1 0 0,0 0-1 0 0,6-28 0 0 0,-11 42-1 0 0,0 0 0 0 0,0 0 0 0 0,1 0-1 0 0,-1 0 1 0 0,0 0 0 0 0,0 0 0 0 0,0 0 0 0 0,0 0 0 0 0,0 0 0 0 0,0 0 0 0 0,0 0-1 0 0,-1 0 1 0 0,1 0 0 0 0,0 0 0 0 0,-1 0 0 0 0,1 0 0 0 0,0 0 0 0 0,-1 0 0 0 0,0-1-1 0 0,0 0-5 0 0,0 1 6 0 0,1 1 0 0 0,0-1 0 0 0,-1 1 0 0 0,1-1-1 0 0,-1 1 1 0 0,1-1 0 0 0,0 1 0 0 0,-1-1 0 0 0,1 1 0 0 0,-1 0 0 0 0,1-1 0 0 0,-1 1 0 0 0,0 0 0 0 0,1-1-1 0 0,-1 1 1 0 0,1 0 0 0 0,-1 0 0 0 0,1-1 0 0 0,-1 1 0 0 0,0 0 0 0 0,1 0 0 0 0,-1 0 0 0 0,0 0 0 0 0,1 0 0 0 0,-1 0-1 0 0,0 0 1 0 0,1 0 0 0 0,-1 0 0 0 0,1 0 0 0 0,-1 0 0 0 0,0 0 0 0 0,1 1 0 0 0,-1-1 0 0 0,1 0 0 0 0,-1 0 0 0 0,0 1-1 0 0,0 0 1 0 0,-21 10-8 0 0,9 0 13 0 0,0 0-1 0 0,1 0 1 0 0,0 1-1 0 0,1 1 1 0 0,1 0 0 0 0,-15 23-1 0 0,9-9 21 0 0,1 0-1 0 0,-17 48 1 0 0,26-61-11 0 0,2-1 0 0 0,0 1 1 0 0,1 0-1 0 0,0 0 1 0 0,1 1-1 0 0,0-1 0 0 0,1 1 1 0 0,2 26-1 0 0,0-35-5 0 0,0-1 0 0 0,0 0 0 0 0,0 0-1 0 0,1 1 1 0 0,-1-1 0 0 0,1 0 0 0 0,0 0 0 0 0,1-1-1 0 0,-1 1 1 0 0,1 0 0 0 0,0-1 0 0 0,0 0 0 0 0,1 1-1 0 0,-1-1 1 0 0,1-1 0 0 0,0 1 0 0 0,0 0 0 0 0,0-1-1 0 0,0 0 1 0 0,1 0 0 0 0,-1 0 0 0 0,1 0 0 0 0,0-1-1 0 0,0 0 1 0 0,0 0 0 0 0,8 2 0 0 0,1-1 1 0 0,1 0 0 0 0,-1-1-1 0 0,0-1 1 0 0,1 0 0 0 0,-1-1 0 0 0,1-1 0 0 0,-1 0 0 0 0,0-1 0 0 0,1 0-1 0 0,-1-1 1 0 0,0-1 0 0 0,-1 0 0 0 0,1-1 0 0 0,-1-1 0 0 0,0 0 0 0 0,24-15-1 0 0,-21 11-8 0 0,-1-1 0 0 0,0 0 0 0 0,-1-1 0 0 0,0-1 0 0 0,-1 0 0 0 0,0-1-1 0 0,-1 0 1 0 0,-1-1 0 0 0,0-1 0 0 0,-1 1 0 0 0,0-2 0 0 0,11-27 0 0 0,-18 36-4 0 0,-1 0 0 0 0,0 1 0 0 0,0-1 0 0 0,-1 0 0 0 0,0 0 0 0 0,0 0 0 0 0,-1 0 0 0 0,0 0 1 0 0,0 0-1 0 0,-1 0 0 0 0,0 0 0 0 0,0 0 0 0 0,-1 0 0 0 0,0 0 0 0 0,-1 1 0 0 0,1-1 0 0 0,-1 1 1 0 0,-1-1-1 0 0,0 1 0 0 0,0 0 0 0 0,0 1 0 0 0,-1-1 0 0 0,1 1 0 0 0,-2 0 0 0 0,1 0 0 0 0,-1 0 1 0 0,0 1-1 0 0,0-1 0 0 0,-10-5 0 0 0,16 10 3 0 0,-1 1-1 0 0,1 0 1 0 0,-1-1-1 0 0,1 1 1 0 0,0-1 0 0 0,-1 1-1 0 0,1 0 1 0 0,-1-1-1 0 0,1 1 1 0 0,-1 0 0 0 0,1 0-1 0 0,-1-1 1 0 0,1 1 0 0 0,-1 0-1 0 0,1 0 1 0 0,-1 0-1 0 0,1 0 1 0 0,-1 0 0 0 0,0 0-1 0 0,1 0 1 0 0,-1 0-1 0 0,1 0 1 0 0,-1 0 0 0 0,1 0-1 0 0,-1 0 1 0 0,1 0 0 0 0,-1 0-1 0 0,0 0 1 0 0,1 1-1 0 0,-1-1 1 0 0,1 0 0 0 0,-1 0-1 0 0,1 1 1 0 0,-1-1-1 0 0,1 0 1 0 0,0 1 0 0 0,-1-1-1 0 0,0 1 1 0 0,1-1 1 0 0,0 1 0 0 0,0-1 1 0 0,0 0-1 0 0,0 1 0 0 0,0-1 1 0 0,0 1-1 0 0,0-1 0 0 0,1 0 0 0 0,-1 1 1 0 0,0-1-1 0 0,0 0 0 0 0,0 1 0 0 0,0-1 1 0 0,1 0-1 0 0,-1 1 0 0 0,0-1 1 0 0,0 0-1 0 0,0 0 0 0 0,1 1 0 0 0,-1-1 1 0 0,0 0-1 0 0,1 0 0 0 0,-1 1 0 0 0,0-1 1 0 0,1 0-1 0 0,-1 0 0 0 0,0 0 0 0 0,1 1 1 0 0,-1-1-1 0 0,0 0 0 0 0,1 0 1 0 0,9 6-1 0 0,12 2-1 0 0,0-1-1 0 0,0 0 0 0 0,1-2 0 0 0,0 0 0 0 0,0-1 1 0 0,33 0-1 0 0,16 4-1 0 0,-49-6-2 0 0,-8-1-4 0 0,-1 1 1 0 0,17 4-1 0 0,-28-5 8 0 0,-1 0 0 0 0,0-1 1 0 0,1 1-1 0 0,-1 0 0 0 0,0 0 1 0 0,1 0-1 0 0,-1 0 0 0 0,0 1 1 0 0,0-1-1 0 0,0 1 0 0 0,0-1 1 0 0,0 1-1 0 0,0 0 0 0 0,-1-1 1 0 0,1 1-1 0 0,0 0 0 0 0,-1 0 1 0 0,3 4-1 0 0,-3-2 4 0 0,0-1-1 0 0,-1 1 1 0 0,1-1 0 0 0,-1 1 0 0 0,1 0 0 0 0,-1-1-1 0 0,0 1 1 0 0,-1-1 0 0 0,1 1 0 0 0,-1 0 0 0 0,1-1-1 0 0,-1 1 1 0 0,0-1 0 0 0,-2 5 0 0 0,-3 6 57 0 0,-15 27 0 0 0,14-26 24 0 0,-29 48 265 0 0,21-38-227 0 0,1 1-1 0 0,0 1 1 0 0,2 0 0 0 0,-14 47-1 0 0,26-72-107 0 0,-1-1 0 0 0,1 1 0 0 0,0 0 0 0 0,-1 0 0 0 0,1 0 0 0 0,0 0 0 0 0,0-1 0 0 0,0 1 0 0 0,1 0 0 0 0,-1 0 0 0 0,0 0 0 0 0,1 0 0 0 0,-1-1 0 0 0,1 1 0 0 0,0 0 0 0 0,-1-1 0 0 0,1 1 0 0 0,0 0 0 0 0,0-1 0 0 0,1 2 0 0 0,0 0 0 0 0,1-1 1 0 0,-1 0-1 0 0,0-1 1 0 0,1 1-1 0 0,-1 0 1 0 0,1-1-1 0 0,-1 1 1 0 0,1-1-1 0 0,0 0 0 0 0,-1 0 1 0 0,6 1-1 0 0,2 1 10 0 0,1-2-1 0 0,0 1 0 0 0,0-1 0 0 0,0-1 0 0 0,19-1 0 0 0,0-3-8 0 0,-1-1 0 0 0,-1-1 0 0 0,1-2-1 0 0,-1-1 1 0 0,0-1 0 0 0,-1-1 0 0 0,42-24-1 0 0,-24 7-4 0 0,-1-1 0 0 0,-1-2 0 0 0,52-49 0 0 0,-77 64-6 0 0,-1-1 0 0 0,-1-1 0 0 0,0 0 0 0 0,-1-1-1 0 0,-1-1 1 0 0,19-36 0 0 0,-31 53-1 0 0,-1 0-1 0 0,0 0 0 0 0,0 0 1 0 0,0 0-1 0 0,0-1 1 0 0,0 1-1 0 0,-1 0 1 0 0,1 0-1 0 0,-1-1 1 0 0,0 1-1 0 0,0 0 1 0 0,-1-6-1 0 0,0 9 0 0 0,1-1-1 0 0,0 0 1 0 0,-1 1-1 0 0,1-1 1 0 0,-1 1-1 0 0,1-1 1 0 0,-1 1-1 0 0,1-1 1 0 0,-1 1-1 0 0,0 0 1 0 0,1-1-1 0 0,-1 1 1 0 0,1 0-1 0 0,-1-1 1 0 0,0 1-1 0 0,1 0 1 0 0,-1 0-1 0 0,0-1 1 0 0,1 1 0 0 0,-1 0-1 0 0,0 0 1 0 0,0 0-1 0 0,1 0 1 0 0,-1 0-1 0 0,0 0 1 0 0,1 0-1 0 0,-1 0 1 0 0,0 0-1 0 0,-1 1 1 0 0,-17 2 106 0 0,7 2 54 0 0,0-1 0 0 0,1 2 1 0 0,0-1-1 0 0,0 1 0 0 0,0 1 0 0 0,-9 8 0 0 0,-55 50 877 0 0,53-45-699 0 0,2 2 0 0 0,1 0-1 0 0,-18 27 1 0 0,28-36-193 0 0,0 1-1 0 0,2 0 1 0 0,-1 1 0 0 0,2 0-1 0 0,0 0 1 0 0,1 0 0 0 0,-4 19 0 0 0,8-29-104 0 0,0 1 0 0 0,0-1 1 0 0,1 0-1 0 0,0 0 1 0 0,0 1-1 0 0,0-1 0 0 0,0 0 1 0 0,1 0-1 0 0,0 0 0 0 0,0 1 1 0 0,1-1-1 0 0,-1 0 1 0 0,1 0-1 0 0,0-1 0 0 0,5 9 1 0 0,-3-7-16 0 0,0-1 0 0 0,1 1 0 0 0,0-1 0 0 0,0 0 1 0 0,0 0-1 0 0,0-1 0 0 0,1 0 0 0 0,0 0 0 0 0,0 0 0 0 0,9 4 0 0 0,6 1-394 0 0,0-1 0 0 0,1-1 0 0 0,0-1 0 0 0,0-1 0 0 0,1 0 0 0 0,25 0 0 0 0,-16-2-2004 0 0,52-3 0 0 0,-5-10-6434 0 0,-23-1-1502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3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61 700 0 0,'25'-60'12469'0'0,"-24"62"-11737"0"0,1 5-464 0 0,-1 0 0 0 0,0 0 0 0 0,0 0 0 0 0,0 1 0 0 0,-1-1 0 0 0,-1 0 0 0 0,1 0-1 0 0,-1 0 1 0 0,0 0 0 0 0,-3 10 0 0 0,-1 11 224 0 0,-9 59 468 0 0,-4-1 0 0 0,-57 160-1 0 0,-90 156-259 0 0,145-358-630 0 0,-10 20-826 0 0,30-63 636 0 0,0-1 1 0 0,0 0-1 0 0,0 1 0 0 0,0-1 1 0 0,0 0-1 0 0,0 0 1 0 0,-8 4-2988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3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2356 0 0,'22'-75'5881'0'0,"-14"41"-2368"0"0,18-42 0 0 0,-25 74-2961 0 0,-1 2-516 0 0,0 0 0 0 0,0-1 0 0 0,0 1 0 0 0,0 0 0 0 0,0 0-1 0 0,1 0 1 0 0,-1-1 0 0 0,0 1 0 0 0,0 0 0 0 0,0 0 0 0 0,0 0-1 0 0,1 0 1 0 0,-1-1 0 0 0,0 1 0 0 0,0 0 0 0 0,1 0-1 0 0,-1 0 1 0 0,0 0 0 0 0,0 0 0 0 0,1 0 0 0 0,-1 0 0 0 0,0-1-1 0 0,0 1 1 0 0,1 0 0 0 0,-1 0 0 0 0,0 0 0 0 0,0 0 0 0 0,1 0-1 0 0,-1 0 1 0 0,0 0 0 0 0,0 1 0 0 0,1-1 0 0 0,-1 0-1 0 0,0 0 1 0 0,0 0 0 0 0,1 0 0 0 0,-1 0 0 0 0,0 0 0 0 0,0 0-1 0 0,1 0 1 0 0,-1 1 0 0 0,0-1 0 0 0,0 0 0 0 0,0 0 0 0 0,1 0-1 0 0,-1 1 1 0 0,12 6 699 0 0,-11-7-709 0 0,3 6 317 0 0,1 1 1 0 0,-1 0 0 0 0,0 0 0 0 0,-1 0 0 0 0,1 1-1 0 0,-1-1 1 0 0,3 13 0 0 0,9 59 1061 0 0,-10-52-967 0 0,17 122 795 0 0,16 81-541 0 0,-30-194-666 0 0,2-1 0 0 0,2 0 0 0 0,0-1 0 0 0,24 44 0 0 0,-30-68-3 0 0,0-1 1 0 0,0 0-1 0 0,1 0 1 0 0,0 0-1 0 0,0-1 1 0 0,1 0-1 0 0,0 0 1 0 0,1-1-1 0 0,0 0 1 0 0,0-1 0 0 0,0 0-1 0 0,15 7 1 0 0,-22-12-134 0 0,0 0 0 0 0,0 0 0 0 0,0-1 1 0 0,0 1-1 0 0,0-1 0 0 0,0 1 1 0 0,0-1-1 0 0,0 0 0 0 0,0 0 0 0 0,0 0 1 0 0,0 0-1 0 0,0 0 0 0 0,1-1 0 0 0,-1 1 1 0 0,0 0-1 0 0,0-1 0 0 0,0 0 1 0 0,0 1-1 0 0,-1-1 0 0 0,1 0 0 0 0,0 0 1 0 0,0 0-1 0 0,0 0 0 0 0,-1-1 0 0 0,1 1 1 0 0,0 0-1 0 0,-1-1 0 0 0,0 1 1 0 0,1-1-1 0 0,-1 1 0 0 0,0-1 0 0 0,3-3 1 0 0,1-5-1335 0 0,0 1 0 0 0,0-1 1 0 0,-1 0-1 0 0,6-19 0 0 0,-8 23 569 0 0,5-17-3562 0 0,-1-1-2221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4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362 128 1944 0 0,'17'-127'17087'0'0,"-18"128"-16977"0"0,0 0-1 0 0,0 0 1 0 0,0 0 0 0 0,0 0-1 0 0,0 0 1 0 0,0 0-1 0 0,0 0 1 0 0,0 0 0 0 0,0 0-1 0 0,-1 3 1 0 0,2-3 45 0 0,-15 23 1173 0 0,-24 52 0 0 0,21-39-815 0 0,-233 515 2404 0 0,240-523-2941 0 0,8-18 61 0 0,-1-1 0 0 0,-1 0 0 0 0,1-1 0 0 0,-9 14-1 0 0,12-22-24 0 0,-2 7 965 0 0,56-19-20511 0 0,-38 5 13845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4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1 908 0 0,'-16'5'19700'0'0,"38"-2"-18566"0"0,24 2-1412 0 0,67-4 577 0 0,-55-2-3136 0 0,-3 4-6773 0 0,-38-2 2698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 2700 0 0,'-127'36'13778'0'0,"125"-36"-13174"0"0,5 2-285 0 0,-3-2-310 0 0,0 0-1 0 0,0 0 0 0 0,0 1 0 0 0,1-1 0 0 0,-1 0 0 0 0,0 0 0 0 0,0 1 0 0 0,0-1 0 0 0,1 0 0 0 0,-1 0 0 0 0,0 0 0 0 0,0 1 0 0 0,1-1 0 0 0,-1 0 0 0 0,0 0 1 0 0,0 0-1 0 0,1 0 0 0 0,-1 0 0 0 0,0 1 0 0 0,1-1 0 0 0,-1 0 0 0 0,0 0 0 0 0,1 0 0 0 0,-1 0 0 0 0,0 0 0 0 0,1 0 0 0 0,-1 0 0 0 0,0 0 0 0 0,0 0 0 0 0,1 0 1 0 0,0-1-1 0 0,58-1-929 0 0,73-11 0 0 0,-2-10-6822 0 0,-76 12 2072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593 216 712 0 0,'7'-9'1301'0'0,"0"1"1"0"0,-1-2-1 0 0,0 1 1 0 0,-1-1-1 0 0,0 1 0 0 0,0-1 1 0 0,-1-1-1 0 0,0 1 1 0 0,2-14-1 0 0,-5 19-1010 0 0,0 0 0 0 0,0 0-1 0 0,-1 1 1 0 0,0-1 0 0 0,0 0 0 0 0,0 0 0 0 0,-1 0-1 0 0,1 0 1 0 0,-1 0 0 0 0,-2-5 0 0 0,2 7-215 0 0,0 0 1 0 0,-1 0 0 0 0,1 0-1 0 0,-1 0 1 0 0,0 1 0 0 0,1-1-1 0 0,-2 0 1 0 0,1 1-1 0 0,0-1 1 0 0,0 1 0 0 0,-1 0-1 0 0,1 0 1 0 0,-1 0 0 0 0,0 0-1 0 0,1 0 1 0 0,-5-1 0 0 0,5 2-56 0 0,0 0 0 0 0,-1 1 0 0 0,1-1 0 0 0,0 1 0 0 0,0 0 1 0 0,0-1-1 0 0,-1 1 0 0 0,1 0 0 0 0,0 1 0 0 0,0-1 0 0 0,0 0 0 0 0,-1 0 1 0 0,-2 2-1 0 0,-28 10 107 0 0,32-12-122 0 0,-41 20 115 0 0,1 2-1 0 0,1 1 0 0 0,-40 30 0 0 0,-101 99 267 0 0,171-143-362 0 0,-14 14 36 0 0,-43 50 1 0 0,62-67-50 0 0,0 2 0 0 0,0-1 0 0 0,0 0 0 0 0,1 1 0 0 0,0 0 0 0 0,1 0 0 0 0,0 0 0 0 0,0 0 0 0 0,0 0 0 0 0,1 1 0 0 0,1 0 0 0 0,-2 15 0 0 0,3-17 3 0 0,1 0-1 0 0,0 0 0 0 0,1 0 0 0 0,-1 0 0 0 0,2 0 0 0 0,-1-1 0 0 0,0 1 0 0 0,1 0 0 0 0,1-1 0 0 0,-1 0 0 0 0,1 0 0 0 0,0 0 0 0 0,0 0 0 0 0,1-1 0 0 0,7 9 0 0 0,10 6 51 0 0,0-1 0 0 0,36 24 0 0 0,-33-25-40 0 0,38 22 53 0 0,-42-28-51 0 0,0 1 0 0 0,25 22 1 0 0,-45-34-10 0 0,0-1 1 0 0,0 1 0 0 0,0 0 0 0 0,0 0-1 0 0,-1 0 1 0 0,1 0 0 0 0,0 0 0 0 0,0 0-1 0 0,-1 1 1 0 0,1-1 0 0 0,-1 0 0 0 0,1 0-1 0 0,-1 0 1 0 0,1 1 0 0 0,-1-1 0 0 0,0 0-1 0 0,0 0 1 0 0,1 1 0 0 0,-1-1-1 0 0,0 0 1 0 0,0 0 0 0 0,0 1 0 0 0,-1 1-1 0 0,0 0 2 0 0,0 0 0 0 0,0-1 0 0 0,0 1-1 0 0,0-1 1 0 0,0 0 0 0 0,-1 1 0 0 0,0-1-1 0 0,1 0 1 0 0,-1 0 0 0 0,-3 4 0 0 0,-4 1 16 0 0,0 1 0 0 0,-1-1 0 0 0,0-1 0 0 0,-12 7 1 0 0,-28 10 54 0 0,-56 20 0 0 0,21-11-5 0 0,79-30-73 0 0,5-2-14 0 0,0 0 1 0 0,0 0-1 0 0,-1 0 1 0 0,1 0-1 0 0,0 1 1 0 0,0-1-1 0 0,0 0 1 0 0,0 1-1 0 0,0-1 1 0 0,-1 1-1 0 0,1 0 1 0 0,0-1-1 0 0,0 1 1 0 0,0 0-1 0 0,1-1 0 0 0,-1 1 1 0 0,0 0-1 0 0,0 0 1 0 0,-1 1-1 0 0,3 1 2 0 0,-1-1-1 0 0,1 1 0 0 0,0-1 1 0 0,1 0-1 0 0,-1 1 0 0 0,0-1 1 0 0,1 0-1 0 0,-1 0 0 0 0,1 0 1 0 0,0 0-1 0 0,-1 0 0 0 0,1 0 1 0 0,0-1-1 0 0,0 1 0 0 0,5 2 1 0 0,2 3-3 0 0,1 4-5 0 0,0 1 0 0 0,0 0 0 0 0,-1 0-1 0 0,-1 1 1 0 0,0 0 0 0 0,-1 0 0 0 0,0 1-1 0 0,6 18 1 0 0,-7-11 29 0 0,0 0-1 0 0,-1 1 1 0 0,-1-1 0 0 0,-1 1-1 0 0,-1 24 1 0 0,-2 1 198 0 0,-3-1 0 0 0,-2 0-1 0 0,-2 0 1 0 0,-23 80 0 0 0,15-81-27 0 0,10-32-143 0 0,1-1-1 0 0,0 1 0 0 0,0 0 0 0 0,1 0 0 0 0,-1 17 0 0 0,4-28-65 0 0,1 1-1 0 0,-1-1 0 0 0,0 0 0 0 0,1 0 1 0 0,-1 0-1 0 0,1 1 0 0 0,0-1 0 0 0,0 0 0 0 0,0 0 1 0 0,0 0-1 0 0,0 0 0 0 0,0 0 0 0 0,0-1 0 0 0,1 1 1 0 0,-1 0-1 0 0,1 0 0 0 0,-1-1 0 0 0,1 1 1 0 0,0-1-1 0 0,0 0 0 0 0,-1 1 0 0 0,1-1 0 0 0,0 0 1 0 0,0 0-1 0 0,0 0 0 0 0,0 0 0 0 0,1 0 0 0 0,-1-1 1 0 0,3 1-1 0 0,6 2-515 0 0,1 0 0 0 0,0-2 0 0 0,0 1 0 0 0,12-2 0 0 0,-22 1 420 0 0,56-5-3853 0 0,-18-3-1670 0 0,-1-1-2295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6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74 1008 0 0,'-9'-65'10470'0'0,"11"56"-9158"0"0,3 11-448 0 0,6 10-231 0 0,-6-2-512 0 0,0 1 1 0 0,0-1-1 0 0,-1 1 0 0 0,0 1 0 0 0,-1-1 0 0 0,-1 0 1 0 0,0 1-1 0 0,0-1 0 0 0,-1 1 0 0 0,0 0 0 0 0,-1-1 0 0 0,-1 1 1 0 0,0 0-1 0 0,0-1 0 0 0,-1 1 0 0 0,-1-1 0 0 0,0 1 0 0 0,-7 16 1 0 0,3-9 182 0 0,-2 0 0 0 0,0 0 1 0 0,-1-1-1 0 0,-1-1 1 0 0,0 0-1 0 0,-1 0 1 0 0,-1-1-1 0 0,-1-1 0 0 0,-28 25 1 0 0,8-11 819 0 0,33-29-551 0 0,13-11-451 0 0,94-63-18 0 0,-29 24-64 0 0,-41 24-29 0 0,58-44 3 0 0,-81 59-21 0 0,0-2 0 0 0,0 1 0 0 0,-1-1 0 0 0,15-22 0 0 0,-26 33 4 0 0,0-1 0 0 0,0 1 1 0 0,0 0-1 0 0,0-1 1 0 0,0 1-1 0 0,0-1 1 0 0,0-4-1 0 0,-1 6 1 0 0,0 1 0 0 0,1-1 1 0 0,-1 1-1 0 0,0-1 0 0 0,0 0 0 0 0,0 1 0 0 0,0-1 1 0 0,0 1-1 0 0,0-1 0 0 0,0 0 0 0 0,-1 1 0 0 0,1-1 1 0 0,0 1-1 0 0,0-1 0 0 0,0 0 0 0 0,-1 1 0 0 0,1-1 1 0 0,0 1-1 0 0,-1-1 0 0 0,1 1 0 0 0,0-1 0 0 0,-1 1 1 0 0,1-1-1 0 0,0 1 0 0 0,-1-1 0 0 0,1 1 1 0 0,-1 0-1 0 0,1-1 0 0 0,-1 1 0 0 0,1 0 0 0 0,-1-1 1 0 0,0 1-1 0 0,1 0 0 0 0,-1 0 0 0 0,1-1 0 0 0,-1 1 1 0 0,1 0-1 0 0,-2 0 0 0 0,-5 0 1 0 0,1 0-1 0 0,0 1 1 0 0,-1 0-1 0 0,1 0 1 0 0,0 1 0 0 0,0 0-1 0 0,0 0 1 0 0,0 0-1 0 0,0 1 1 0 0,0 0 0 0 0,1 0-1 0 0,-1 0 1 0 0,1 1-1 0 0,0-1 1 0 0,0 2 0 0 0,0-1-1 0 0,-6 7 1 0 0,0 1-1 0 0,1-1 1 0 0,0 1-1 0 0,1 0 1 0 0,0 1-1 0 0,1 0 0 0 0,-9 20 1 0 0,14-25 15 0 0,0 1 0 0 0,0-1 0 0 0,1 1 0 0 0,0-1 0 0 0,0 1 0 0 0,1 0 0 0 0,0-1 0 0 0,1 1 0 0 0,0 0 0 0 0,1 0 0 0 0,-1 0-1 0 0,2-1 1 0 0,3 15 0 0 0,-4-16-120 0 0,2-1 0 0 0,-1 0 0 0 0,1 0 0 0 0,0 0 0 0 0,0 0 0 0 0,0 0 0 0 0,1-1-1 0 0,0 1 1 0 0,0-1 0 0 0,1 0 0 0 0,-1 0 0 0 0,1-1 0 0 0,0 1 0 0 0,0-1 0 0 0,1 0 0 0 0,-1 0-1 0 0,1-1 1 0 0,9 5 0 0 0,32 8-3403 0 0,-13-14-3110 0 0,-14-5-488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8 180 364 0 0,'1'-32'6984'0'0,"-3"-39"-1"0"0,-4 6-1170 0 0,6 63-5536 0 0,0 1-248 0 0,0 1 1 0 0,0-1 0 0 0,0 1 0 0 0,0-1 0 0 0,0 1-1 0 0,0 0 1 0 0,0-1 0 0 0,0 1 0 0 0,0-1 0 0 0,0 1-1 0 0,0 0 1 0 0,1-1 0 0 0,-1 1 0 0 0,0-1 0 0 0,0 1 0 0 0,0 0-1 0 0,1-1 1 0 0,-1 1 0 0 0,0 0 0 0 0,1-1 0 0 0,1 4-274 0 0,0 0 0 0 0,-1 0 0 0 0,1 1 0 0 0,-1-1 0 0 0,1 1 0 0 0,-1 0 0 0 0,0-1 0 0 0,-1 1 1 0 0,1 0-1 0 0,0-1 0 0 0,-1 1 0 0 0,0 5 0 0 0,0 0-1425 0 0,-1 0 1 0 0,0 0 0 0 0,0 0-1 0 0,-4 13 1 0 0,-4 3-5462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6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2408 0 0,'-35'88'17508'0'0,"34"-87"-17001"0"0,1 9 659 0 0,1-9-1280 0 0,0-1-1 0 0,0 1 1 0 0,0 0 0 0 0,0-1 0 0 0,0 0 0 0 0,0 1 0 0 0,0-1 0 0 0,0 1 0 0 0,0-1-1 0 0,0 0 1 0 0,0 0 0 0 0,0 0 0 0 0,0 0 0 0 0,1 0 0 0 0,-1 0 0 0 0,0 0 0 0 0,0 0-1 0 0,0 0 1 0 0,0 0 0 0 0,0-1 0 0 0,0 1 0 0 0,2-1 0 0 0,21-14-8168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7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67 3096 0 0,'26'-67'16231'0'0,"-25"70"-15234"0"0,0 3-504 0 0,-1 1 0 0 0,1 0 0 0 0,-1-1 0 0 0,-1 1 0 0 0,1 0 0 0 0,-3 10 0 0 0,-13 47 1205 0 0,9-35-1047 0 0,-22 77 903 0 0,-63 151 1 0 0,-68 90-699 0 0,145-319-887 0 0,-37 84-1560 0 0,46-97 410 0 0,1 1 1 0 0,0 0-1 0 0,1-1 0 0 0,1 2 0 0 0,-2 23 0 0 0,7-19-2491 0 0,2-8-1800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26 110 1160 0 0,'12'-22'3679'0'0,"-8"13"-2653"0"0,1 1 0 0 0,-1-1 0 0 0,1 1 1 0 0,1 0-1 0 0,0 1 0 0 0,0-1 1 0 0,0 1-1 0 0,1 0 0 0 0,8-6 0 0 0,-13 12-947 0 0,0 1-1 0 0,0-1 1 0 0,0 1-1 0 0,0-1 1 0 0,0 1-1 0 0,0 0 1 0 0,0-1-1 0 0,0 1 1 0 0,0 0-1 0 0,0 0 1 0 0,0 1-1 0 0,0-1 1 0 0,0 0-1 0 0,0 1 0 0 0,0-1 1 0 0,0 1-1 0 0,0 0 1 0 0,0-1-1 0 0,-1 1 1 0 0,1 0-1 0 0,0 0 1 0 0,0 0-1 0 0,-1 1 1 0 0,1-1-1 0 0,0 0 1 0 0,1 3-1 0 0,3 1-2 0 0,-1-1 1 0 0,0 2-1 0 0,-1-1 0 0 0,1 0 1 0 0,-1 1-1 0 0,4 7 0 0 0,-4-5-32 0 0,-1-1-1 0 0,0 1 0 0 0,0 0 1 0 0,-1 0-1 0 0,0 0 0 0 0,0 0 1 0 0,-1 0-1 0 0,0 0 0 0 0,-1 0 1 0 0,1 0-1 0 0,-2 1 0 0 0,1-1 1 0 0,-1 0-1 0 0,0 0 0 0 0,-1 0 1 0 0,0 0-1 0 0,0 0 0 0 0,-1 0 1 0 0,0 0-1 0 0,0-1 0 0 0,-8 14 1 0 0,2-7 122 0 0,-1 0 0 0 0,0 0 0 0 0,-1-1 0 0 0,0-1 0 0 0,-1 1 0 0 0,-1-2 0 0 0,0 0 0 0 0,0 0 0 0 0,-23 12 0 0 0,-8-1 713 0 0,41-21-681 0 0,4-3-191 0 0,-1 0-1 0 0,1 1 1 0 0,-1-1 0 0 0,1 0 0 0 0,-1 1 0 0 0,1-1 0 0 0,0 1 0 0 0,0-1 0 0 0,0 1 0 0 0,0-1 0 0 0,0 1 0 0 0,0-1 0 0 0,0 1 0 0 0,1 0 0 0 0,-1 0-1 0 0,3-2 1 0 0,30-21 25 0 0,-18 13-16 0 0,37-28-1 0 0,34-24 11 0 0,128-119 0 0 0,-212 180-28 0 0,0-1-1 0 0,-1 1 1 0 0,1-1-1 0 0,-1 0 1 0 0,0 0-1 0 0,0 0 1 0 0,0 0 0 0 0,0 0-1 0 0,0 0 1 0 0,-1 0-1 0 0,0-1 1 0 0,1 1-1 0 0,0-6 1 0 0,-2 7 4 0 0,-12 1-5 0 0,-7 2-6 0 0,10 2 23 0 0,0 1-1 0 0,0 0 1 0 0,0 1-1 0 0,0 0 1 0 0,1 0-1 0 0,0 1 1 0 0,0 0-1 0 0,1 0 1 0 0,0 1 0 0 0,0 0-1 0 0,0 0 1 0 0,1 0-1 0 0,0 1 1 0 0,0 0-1 0 0,1 0 1 0 0,-8 16-1 0 0,10-17 18 0 0,0-1 1 0 0,1 1-1 0 0,0-1 0 0 0,0 1 1 0 0,0 0-1 0 0,1 0 0 0 0,0 0 0 0 0,0 0 1 0 0,1 0-1 0 0,-1 0 0 0 0,2 0 1 0 0,-1 0-1 0 0,1 1 0 0 0,0-1 1 0 0,1-1-1 0 0,-1 1 0 0 0,1 0 0 0 0,1 0 1 0 0,-1-1-1 0 0,1 1 0 0 0,0-1 1 0 0,1 0-1 0 0,5 8 0 0 0,1-2-21 0 0,1 0-1 0 0,0-1 1 0 0,1-1 0 0 0,1 0 0 0 0,-1 0-1 0 0,2-1 1 0 0,-1-1 0 0 0,1 0-1 0 0,0-1 1 0 0,1 0 0 0 0,20 6-1 0 0,8-1-1660 0 0,0-1-1 0 0,80 10 1 0 0,-99-19-2166 0 0,33 0 1 0 0,-17-4-3923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7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76 2596 0 0,'-60'-62'17761'0'0,"60"61"-17662"0"0,0 1 0 0 0,0-1 0 0 0,0 1 0 0 0,0-1 1 0 0,0 1-1 0 0,1 0 0 0 0,-1-1 0 0 0,0 1 1 0 0,0-1-1 0 0,0 1 0 0 0,1-1 0 0 0,-1 1 0 0 0,0 0 1 0 0,1-1-1 0 0,-1 1 0 0 0,0 0 0 0 0,1-1 0 0 0,-1 1 1 0 0,0 0-1 0 0,1 0 0 0 0,-1-1 0 0 0,1 1 1 0 0,-1 0-1 0 0,1 0 0 0 0,0-1 0 0 0,19-3 766 0 0,26 4-630 0 0,-43 0-89 0 0,69 4 50 0 0,65 2-3492 0 0,-108-7-2284 0 0,32-5 1 0 0,-37 3-1940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518 78 2340 0 0,'2'-2'626'0'0,"-1"0"1"0"0,1 0-1 0 0,-1 0 0 0 0,0-1 0 0 0,1 1 0 0 0,-1 0 0 0 0,0-1 0 0 0,0 1 1 0 0,-1 0-1 0 0,1-1 0 0 0,0 1 0 0 0,-1-1 0 0 0,0 0 0 0 0,1 1 0 0 0,-1-1 1 0 0,0 1-1 0 0,-1-5 0 0 0,1 5-464 0 0,-1 1 1 0 0,0-1 0 0 0,0 0-1 0 0,1 1 1 0 0,-1-1-1 0 0,0 1 1 0 0,-1-1-1 0 0,1 1 1 0 0,0 0 0 0 0,0-1-1 0 0,-1 1 1 0 0,1 0-1 0 0,-1 0 1 0 0,1 0-1 0 0,-1 0 1 0 0,1 0 0 0 0,-1 0-1 0 0,1 0 1 0 0,-1 1-1 0 0,0-1 1 0 0,0 0-1 0 0,1 1 1 0 0,-1-1 0 0 0,0 1-1 0 0,0 0 1 0 0,-2 0-1 0 0,-9-2 147 0 0,0 2 0 0 0,0 0 0 0 0,0 0 0 0 0,0 1 0 0 0,0 1 0 0 0,0 0 0 0 0,1 1 0 0 0,-1 0 0 0 0,-19 8-1 0 0,-2 3 5 0 0,1 1-1 0 0,-36 23 0 0 0,43-23-190 0 0,1 2 1 0 0,1 0-1 0 0,-27 26 1 0 0,42-35-94 0 0,1 1-1 0 0,1-1 1 0 0,-1 1-1 0 0,1 0 1 0 0,1 1 0 0 0,0 0-1 0 0,0 0 1 0 0,1 0 0 0 0,0 1-1 0 0,0 0 1 0 0,-3 15-1 0 0,7-22-15 0 0,1-1 0 0 0,-1 0 0 0 0,1 1 0 0 0,-1-1 0 0 0,1 0 0 0 0,0 1 0 0 0,1-1 0 0 0,-1 0 0 0 0,1 1 0 0 0,-1-1 0 0 0,1 0-1 0 0,0 1 1 0 0,0-1 0 0 0,0 0 0 0 0,1 0 0 0 0,-1 0 0 0 0,3 3 0 0 0,-1-2-3 0 0,0 0 0 0 0,0-1 0 0 0,0 1 0 0 0,1-1 0 0 0,-1 0-1 0 0,1 0 1 0 0,0-1 0 0 0,0 1 0 0 0,0-1 0 0 0,0 1 0 0 0,5 1 0 0 0,1-1 7 0 0,0 1-1 0 0,0-2 1 0 0,0 1 0 0 0,1-1 0 0 0,-1-1 0 0 0,1 0-1 0 0,-1 0 1 0 0,1-1 0 0 0,-1-1 0 0 0,16-2-1 0 0,-12 0-13 0 0,1-1-1 0 0,-1-1 0 0 0,0 0 1 0 0,0-1-1 0 0,0 0 0 0 0,-1-1 0 0 0,17-12 1 0 0,7-9 3 0 0,35-33 1 0 0,-6 5 35 0 0,-5 2-70 0 0,-59 53 271 0 0,-2 3-143 0 0,1 0 0 0 0,-1-1 0 0 0,1 1 0 0 0,-1 0 0 0 0,0 0 1 0 0,0 0-1 0 0,0 0 0 0 0,0 0 0 0 0,0 0 0 0 0,-1 3 1 0 0,-23 74 2306 0 0,13-48-1728 0 0,-7 34 0 0 0,17-56-601 0 0,-1 0 0 0 0,1 1 1 0 0,0-1-1 0 0,1 1 1 0 0,0-1-1 0 0,1 1 0 0 0,0-1 1 0 0,2 12-1 0 0,-2-17-59 0 0,1 1 0 0 0,-1 0 0 0 0,1-1 0 0 0,0 1 0 0 0,1-1 0 0 0,-1 1-1 0 0,1-1 1 0 0,0 0 0 0 0,0 0 0 0 0,0 0 0 0 0,0-1 0 0 0,1 1 0 0 0,5 4 0 0 0,-2-3 20 0 0,-1-1 0 0 0,0-1 0 0 0,1 1 0 0 0,0-1 0 0 0,0 0 0 0 0,0 0 0 0 0,0-1 1 0 0,10 2-1 0 0,-3-2-248 0 0,1 0 1 0 0,0-1 0 0 0,-1 0 0 0 0,1-1-1 0 0,0-1 1 0 0,-1 0 0 0 0,1-1 0 0 0,22-6 0 0 0,-34 7-311 0 0,1 0 0 0 0,-1-1 0 0 0,1 1 0 0 0,-1-1 0 0 0,1 0 0 0 0,-1 0 0 0 0,0 0 0 0 0,0 0 0 0 0,0-1 0 0 0,0 1 0 0 0,-1-1 0 0 0,4-4 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73 1368 0 0,'9'-72'18606'0'0,"3"76"-16085"0"0,-10-2-2194 0 0,1 2 1 0 0,-1-1-1 0 0,0 0 1 0 0,0 0-1 0 0,0 1 1 0 0,0-1-1 0 0,-1 1 1 0 0,1 0-1 0 0,-1-1 1 0 0,0 1 0 0 0,1 6-1 0 0,0-3 25 0 0,3 15 162 0 0,-2 1 1 0 0,0-1-1 0 0,-1 1 0 0 0,-1-1 0 0 0,-1 1 0 0 0,-1-1 1 0 0,0 1-1 0 0,-6 22 0 0 0,-8 26 159 0 0,-28 78-1 0 0,-111 279-651 0 0,52-155-25 0 0,92-247-136 0 0,-1 3-518 0 0,2 1-1 0 0,-7 33 1 0 0,14-50 36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39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702 151 1244 0 0,'11'-25'3384'0'0,"0"1"1326"0"0,-2-1-1 0 0,11-40 0 0 0,-19 63-4523 0 0,-1 0-125 0 0,0 2-51 0 0,0 0 0 0 0,0 0 0 0 0,0 0 0 0 0,0-1 1 0 0,0 1-1 0 0,0 0 0 0 0,0 0 0 0 0,0 0 0 0 0,0-1 1 0 0,1 1-1 0 0,-1 0 0 0 0,0 0 0 0 0,0 0 0 0 0,0-1 0 0 0,0 1 1 0 0,0 0-1 0 0,0 0 0 0 0,0 0 0 0 0,0-1 0 0 0,-1 1 1 0 0,1 0-1 0 0,0 0 0 0 0,0 0 0 0 0,0-1 0 0 0,0 1 1 0 0,0 0-1 0 0,0 0 0 0 0,0 0 0 0 0,0 0 0 0 0,0-1 1 0 0,-1 1-1 0 0,1 0 0 0 0,0 0 0 0 0,0 0 0 0 0,0 0 1 0 0,0 0-1 0 0,0-1 0 0 0,-1 1 0 0 0,1 0 0 0 0,0 0 1 0 0,0 0-1 0 0,0 0 0 0 0,-1 0 0 0 0,1 0 0 0 0,0 0 1 0 0,0 0-1 0 0,0 0 0 0 0,-1 0 0 0 0,1 0 0 0 0,0 0 1 0 0,0 0-1 0 0,0 0 0 0 0,-1 0 0 0 0,1 0 0 0 0,0 0 0 0 0,0 0 1 0 0,0 0-1 0 0,-1 0 0 0 0,1 0 0 0 0,0 0 0 0 0,0 0 1 0 0,0 0-1 0 0,-1 0 0 0 0,1 0 0 0 0,0 1 0 0 0,0-1 1 0 0,0 0-1 0 0,0 0 0 0 0,-1 0 0 0 0,-3 1-6 0 0,-32 11 705 0 0,-51 23-1 0 0,6-2-86 0 0,-19 2 51 0 0,-209 84 797 0 0,295-112-1424 0 0,-46 24 129 0 0,54-28-127 0 0,0 1 1 0 0,1 0-1 0 0,-1 0 0 0 0,1 1 1 0 0,0-1-1 0 0,0 1 0 0 0,-5 7 1 0 0,9-10-19 0 0,0 0 1 0 0,0 0-1 0 0,0 0 1 0 0,1 0 0 0 0,-1 0-1 0 0,0 0 1 0 0,1 0-1 0 0,0 0 1 0 0,-1 1 0 0 0,1-1-1 0 0,0 0 1 0 0,0 0-1 0 0,0 0 1 0 0,0 0 0 0 0,1 1-1 0 0,-1-1 1 0 0,1 0-1 0 0,-1 0 1 0 0,1 0 0 0 0,0 0-1 0 0,-1 0 1 0 0,1 0-1 0 0,0 0 1 0 0,0 0 0 0 0,1 0-1 0 0,-1-1 1 0 0,0 1-1 0 0,1 0 1 0 0,-1-1 0 0 0,3 3-1 0 0,6 6 40 0 0,0-1-1 0 0,0 0 1 0 0,19 11-1 0 0,-25-17-53 0 0,51 33 132 0 0,2-2 0 0 0,112 47-1 0 0,-18-25-1594 0 0,2-12-4291 0 0,-84-32-2448 0 0,-35-7-234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40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599 213 668 0 0,'-7'-33'4728'0'0,"2"13"-1654"0"0,1 1 0 0 0,1 0 0 0 0,0-24 0 0 0,2 42-2998 0 0,1 0 1 0 0,0 1 0 0 0,0-1 0 0 0,0 0 0 0 0,0 0 0 0 0,0 0 0 0 0,0 1-1 0 0,0-1 1 0 0,0 0 0 0 0,0 0 0 0 0,1 1 0 0 0,-1-1 0 0 0,0 0 0 0 0,0 0-1 0 0,1 1 1 0 0,-1-1 0 0 0,0 0 0 0 0,1 1 0 0 0,-1-1 0 0 0,1 0 0 0 0,-1 1-1 0 0,1-1 1 0 0,-1 1 0 0 0,1-1 0 0 0,0 0 0 0 0,1 1 3 0 0,0-1 0 0 0,0 1 0 0 0,0 0 0 0 0,0 0 0 0 0,0 0 0 0 0,0 1 1 0 0,0-1-1 0 0,0 0 0 0 0,3 2 0 0 0,-2-2-112 0 0,-2 0 46 0 0,13 4 97 0 0,1-2 1 0 0,0 0 0 0 0,-1 0 0 0 0,21-2 0 0 0,-33 0-107 0 0,0 0 1 0 0,0-1-1 0 0,-1 1 1 0 0,1-1-1 0 0,0 0 1 0 0,0 0-1 0 0,-1 1 1 0 0,1-1-1 0 0,0 0 1 0 0,-1 0-1 0 0,1-1 1 0 0,-1 1-1 0 0,1 0 1 0 0,-1 0-1 0 0,0-1 1 0 0,1 1-1 0 0,-1-1 1 0 0,0 1-1 0 0,0-1 1 0 0,0 1-1 0 0,0-1 1 0 0,0 0-1 0 0,0 1 1 0 0,-1-1-1 0 0,1 0 1 0 0,-1 0-1 0 0,1-2 1 0 0,-3-8 2 0 0,-8 2-14 0 0,3 7 4 0 0,1 1-1 0 0,-1 0 1 0 0,0 0 0 0 0,0 0-1 0 0,0 1 1 0 0,0 0-1 0 0,0 0 1 0 0,0 1 0 0 0,0 0-1 0 0,-8 1 1 0 0,-9 1-9 0 0,-39 9-1 0 0,36-5 4 0 0,0 1 0 0 0,0 1 0 0 0,-27 13 0 0 0,46-17 6 0 0,-1 0-1 0 0,1 1 1 0 0,0 0-1 0 0,0 0 1 0 0,0 1-1 0 0,1 0 1 0 0,-1 0 0 0 0,2 1-1 0 0,-1 0 1 0 0,1 0-1 0 0,0 0 1 0 0,-9 15-1 0 0,13-18 4 0 0,0 0-1 0 0,1-1 1 0 0,-1 1-1 0 0,1 0 1 0 0,0 0-1 0 0,0 0 1 0 0,1 0-1 0 0,-1 0 1 0 0,1 0-1 0 0,-1 0 0 0 0,1 0 1 0 0,1 0-1 0 0,-1 0 1 0 0,1 6-1 0 0,1-4 2 0 0,0 0 0 0 0,0 0 0 0 0,1 1-1 0 0,0-1 1 0 0,0 0 0 0 0,0-1 0 0 0,1 1-1 0 0,4 5 1 0 0,7 7 4 0 0,1-1 0 0 0,1-1 0 0 0,34 26 0 0 0,-48-40-6 0 0,109 77 77 0 0,-112-79-77 0 0,0 0 1 0 0,0 0-1 0 0,1 0 1 0 0,-1 0-1 0 0,0 0 1 0 0,0 1-1 0 0,1-1 1 0 0,-1 0-1 0 0,0 0 1 0 0,0 0-1 0 0,0 1 1 0 0,0-1-1 0 0,1 0 1 0 0,-1 0-1 0 0,0 0 1 0 0,0 1 0 0 0,0-1-1 0 0,0 0 1 0 0,0 0-1 0 0,1 1 1 0 0,-1-1-1 0 0,0 0 1 0 0,0 0-1 0 0,0 1 1 0 0,0-1-1 0 0,0 0 1 0 0,0 1-1 0 0,0-1 1 0 0,0 0-1 0 0,0 0 1 0 0,0 1-1 0 0,0-1 1 0 0,0 0-1 0 0,0 0 1 0 0,0 1 0 0 0,-1-1-1 0 0,-10 7 5 0 0,-23 1-4 0 0,27-7 4 0 0,-41 10 22 0 0,0 2 1 0 0,1 2 0 0 0,0 2 0 0 0,1 3 0 0 0,-75 43-1 0 0,106-54 110 0 0,1 0 0 0 0,0 1 0 0 0,0 1 0 0 0,1 0 0 0 0,1 0 0 0 0,0 2 0 0 0,-15 18 0 0 0,24-27-77 0 0,0 0 0 0 0,1 0-1 0 0,-1 0 1 0 0,1 0 0 0 0,0 1 0 0 0,0-1 0 0 0,0 1 0 0 0,1 0 0 0 0,-1-1-1 0 0,1 1 1 0 0,1 0 0 0 0,-1 0 0 0 0,0 0 0 0 0,1 0 0 0 0,0 0-1 0 0,0 0 1 0 0,1-1 0 0 0,0 1 0 0 0,-1 0 0 0 0,1 0 0 0 0,1 0-1 0 0,-1-1 1 0 0,1 1 0 0 0,0-1 0 0 0,0 1 0 0 0,0-1 0 0 0,0 0 0 0 0,1 1-1 0 0,6 6 1 0 0,4 4-27 0 0,2 0-1 0 0,-1-1 0 0 0,2 0 1 0 0,0-1-1 0 0,1-1 1 0 0,0 0-1 0 0,1-2 1 0 0,0 0-1 0 0,0-1 0 0 0,1-1 1 0 0,0 0-1 0 0,35 8 1 0 0,-47-15-17 0 0,-1 0 1 0 0,0 0 0 0 0,1-1-1 0 0,10-1 1 0 0,-6 1 76 0 0,-21-4-57 0 0,8 3-37 0 0,1 1-1 0 0,-1-1 1 0 0,1 0 0 0 0,-1 0-1 0 0,1 1 1 0 0,-1-1-1 0 0,1 1 1 0 0,-1 0-1 0 0,0-1 1 0 0,1 1-1 0 0,-1 0 1 0 0,-1 0 0 0 0,-9 0 16 0 0,-81 3 16 0 0,83-2-44 0 0,0 0 0 0 0,0 1 0 0 0,0 0-1 0 0,0 1 1 0 0,1 0 0 0 0,0 0 0 0 0,-15 8-1 0 0,23-10 17 0 0,0-1 0 0 0,0 1 1 0 0,0-1-1 0 0,0 1 0 0 0,0 0 0 0 0,0 0 0 0 0,0-1 0 0 0,0 1 0 0 0,0 0 0 0 0,0 0 0 0 0,0 0 0 0 0,0 0 0 0 0,1 0 1 0 0,-1 0-1 0 0,0 1 0 0 0,1-1 0 0 0,-1 0 0 0 0,1 0 0 0 0,-1 0 0 0 0,1 1 0 0 0,-1-1 0 0 0,1 0 0 0 0,0 0 0 0 0,0 1 0 0 0,0-1 1 0 0,0 0-1 0 0,0 1 0 0 0,0-1 0 0 0,0 0 0 0 0,0 0 0 0 0,0 1 0 0 0,0-1 0 0 0,1 0 0 0 0,-1 0 0 0 0,1 1 0 0 0,-1-1 1 0 0,1 0-1 0 0,-1 0 0 0 0,1 0 0 0 0,0 0 0 0 0,-1 1 0 0 0,1-1 0 0 0,0 0 0 0 0,0-1 0 0 0,0 1 0 0 0,0 0 0 0 0,1 1 1 0 0,5 5 1 0 0,1-1 1 0 0,-1 0 0 0 0,1 0 0 0 0,0-1 0 0 0,11 6 0 0 0,13 4-332 0 0,1-1 1 0 0,0-1-1 0 0,1-2 1 0 0,0-1 0 0 0,53 7-1 0 0,47-5-4155 0 0,-1-17-4345 0 0,-83 0 1464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41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92 512 0 0,'-10'-21'5396'0'0,"8"18"-4735"0"0,0-1 0 0 0,0 0 1 0 0,0 0-1 0 0,1-1 0 0 0,-2-5 1 0 0,3 8-294 0 0,3-10 305 0 0,-3 11-639 0 0,0 1-1 0 0,0-1 1 0 0,0 0 0 0 0,0 0 0 0 0,0 0 0 0 0,0 1-1 0 0,1-1 1 0 0,-1 0 0 0 0,0 0 0 0 0,1 1 0 0 0,-1-1-1 0 0,0 0 1 0 0,1 1 0 0 0,-1-1 0 0 0,1 0 0 0 0,-1 1-1 0 0,1-1 1 0 0,-1 1 0 0 0,1-1 0 0 0,-1 1 0 0 0,1-1-1 0 0,0 1 1 0 0,-1-1 0 0 0,2 1 0 0 0,2-2 39 0 0,1 0 0 0 0,-1 1 0 0 0,0-1 0 0 0,1 1 1 0 0,-1 0-1 0 0,1 1 0 0 0,-1-1 0 0 0,1 1 0 0 0,0 0 1 0 0,-1 0-1 0 0,1 0 0 0 0,-1 1 0 0 0,1 0 0 0 0,-1 0 0 0 0,1 0 1 0 0,-1 0-1 0 0,0 0 0 0 0,1 1 0 0 0,-1 0 0 0 0,0 0 0 0 0,4 3 1 0 0,6 3-76 0 0,0 0 1 0 0,-1 1-1 0 0,0 1 1 0 0,23 22 0 0 0,-33-29 4 0 0,1 0 0 0 0,-1 0 1 0 0,0 1-1 0 0,-1 0 1 0 0,1-1-1 0 0,-1 1 0 0 0,0 0 1 0 0,1 0-1 0 0,-2 0 1 0 0,1 1-1 0 0,0-1 0 0 0,-1 0 1 0 0,0 1-1 0 0,0-1 1 0 0,0 1-1 0 0,-1-1 0 0 0,1 1 1 0 0,-1-1-1 0 0,0 1 1 0 0,0 0-1 0 0,-1-1 0 0 0,-1 7 1 0 0,0-2 29 0 0,-2 0 1 0 0,1-1 0 0 0,-1 1-1 0 0,0-1 1 0 0,-1 0 0 0 0,0 0-1 0 0,0 0 1 0 0,0-1-1 0 0,-1 0 1 0 0,-8 7 0 0 0,-24 24 492 0 0,-56 40 1 0 0,-27 26-82 0 0,103-87-409 0 0,8-8 109 0 0,1-1 1 0 0,0 2 0 0 0,-13 18 0 0 0,20-26-95 0 0,0 1 1 0 0,1-1-1 0 0,-1 1 1 0 0,1-1-1 0 0,0 1 1 0 0,0 0-1 0 0,0 0 1 0 0,0 0-1 0 0,1 0 1 0 0,-1-1-1 0 0,1 1 1 0 0,0 0-1 0 0,0 0 1 0 0,0 0-1 0 0,0 0 1 0 0,0 0-1 0 0,0 0 1 0 0,1 0-1 0 0,-1 0 1 0 0,1 0-1 0 0,2 4 1 0 0,3 6 17 0 0,1-1 0 0 0,1 0-1 0 0,0 0 1 0 0,1-1 0 0 0,0 0 0 0 0,1 0 0 0 0,0-1 0 0 0,18 14-1 0 0,-4-5-31 0 0,1-2 0 0 0,1 0 0 0 0,27 12 0 0 0,-38-22-9 0 0,-1 0 1 0 0,1-1-1 0 0,0-1 1 0 0,1-1-1 0 0,24 5 1 0 0,-34-8-20 0 0,-1-1 0 0 0,1 1 1 0 0,-1-1-1 0 0,1 0 0 0 0,-1 0 0 0 0,1-1 1 0 0,-1 0-1 0 0,1 0 0 0 0,-1 0 1 0 0,0 0-1 0 0,1-1 0 0 0,-1 0 0 0 0,0 0 1 0 0,0 0-1 0 0,0-1 0 0 0,-1 0 1 0 0,1 0-1 0 0,0 0 0 0 0,5-5 0 0 0,-10 7-7 0 0,1 0 0 0 0,0 1-1 0 0,0-1 1 0 0,-1 0-1 0 0,1 0 1 0 0,0 1 0 0 0,-1-1-1 0 0,1 0 1 0 0,-1 0-1 0 0,1 0 1 0 0,-1 0-1 0 0,0 0 1 0 0,1 0 0 0 0,-1 0-1 0 0,0 0 1 0 0,0 0-1 0 0,0 0 1 0 0,0 0 0 0 0,1 0-1 0 0,-1 0 1 0 0,0 0-1 0 0,-1 0 1 0 0,1 0 0 0 0,0 0-1 0 0,0 0 1 0 0,0 0-1 0 0,-1 0 1 0 0,1 0 0 0 0,0 0-1 0 0,-1 0 1 0 0,1 0-1 0 0,-1 0 1 0 0,1 1 0 0 0,-1-1-1 0 0,0 0 1 0 0,1 0-1 0 0,-1 0 1 0 0,0 1 0 0 0,1-1-1 0 0,-3-1 1 0 0,2 1 10 0 0,-1-1 0 0 0,0 1 1 0 0,0 0-1 0 0,0 0 0 0 0,0 0 1 0 0,0 0-1 0 0,-1 1 0 0 0,1-1 1 0 0,0 0-1 0 0,0 1 0 0 0,0 0 1 0 0,-1-1-1 0 0,1 1 0 0 0,0 0 0 0 0,0 0 1 0 0,-1 0-1 0 0,1 1 0 0 0,0-1 1 0 0,0 0-1 0 0,-3 2 0 0 0,-1 0 74 0 0,1 0-1 0 0,0 0 1 0 0,0 1-1 0 0,-1 0 1 0 0,2 0-1 0 0,-1 0 0 0 0,0 1 1 0 0,1 0-1 0 0,0-1 1 0 0,-1 2-1 0 0,-3 4 1 0 0,2 0 96 0 0,0-1 0 0 0,1 1 0 0 0,0 0 0 0 0,0 0 0 0 0,-6 18 0 0 0,2 6 388 0 0,1 1-1 0 0,-6 64 0 0 0,12-81-460 0 0,-18 170 729 0 0,-19 146 54 0 0,11-180-443 0 0,-57 184-1 0 0,78-313-380 0 0,2-7-21 0 0,0 0 0 0 0,-1 0 0 0 0,-13 25 0 0 0,17-38-32 0 0,0-1 0 0 0,0 1 0 0 0,0-1 0 0 0,-1 0 0 0 0,1 0 0 0 0,-1 0 0 0 0,0 0 0 0 0,0 0 0 0 0,0-1 1 0 0,0 1-1 0 0,0-1 0 0 0,0 0 0 0 0,-1 0 0 0 0,1 0 0 0 0,-1-1 0 0 0,0 1 0 0 0,1-1 0 0 0,-1 1 0 0 0,0-1 0 0 0,0-1 0 0 0,-6 2 0 0 0,-7-2-263 0 0,0 0 0 0 0,0-2 0 0 0,0 0 0 0 0,1-1-1 0 0,-18-5 1 0 0,-83-30-5884 0 0,71 21 2556 0 0,-2-2-1323 0 0,-1-2-2260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49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211 336 80 0 0,'5'-16'1368'0'0,"-1"1"0"0"0,-1-1 1 0 0,-1 0-1 0 0,0 0 0 0 0,-1 1 0 0 0,0-1 0 0 0,-1 0 1 0 0,-5-32-1 0 0,4 46-1217 0 0,-1 4-25 0 0,-2 0-102 0 0,1 0 0 0 0,0 0 1 0 0,0 0-1 0 0,0 1 0 0 0,0 0 0 0 0,0 0 0 0 0,0-1 0 0 0,1 2 0 0 0,-1-1 1 0 0,-3 6-1 0 0,-22 44 33 0 0,18-32-56 0 0,-77 172 29 0 0,72-151-5 0 0,2 0 0 0 0,-15 81 1 0 0,26-111-21 0 0,1 0 1 0 0,0 1 0 0 0,1-1 0 0 0,0 1 0 0 0,1-1 0 0 0,1 1 0 0 0,0-1 0 0 0,0 0 0 0 0,7 18-1 0 0,-7-23 8 0 0,1-1-1 0 0,0 1 0 0 0,0-1 1 0 0,1 0-1 0 0,0 0 0 0 0,0 0 1 0 0,1-1-1 0 0,-1 1 0 0 0,1-1 0 0 0,0 0 1 0 0,0-1-1 0 0,1 1 0 0 0,0-1 1 0 0,-1 0-1 0 0,1 0 0 0 0,1-1 1 0 0,-1 1-1 0 0,8 2 0 0 0,-2-2 1 0 0,0-1 0 0 0,1 0 0 0 0,-1-1 1 0 0,1 0-1 0 0,0-1 0 0 0,-1 0 0 0 0,1-1 0 0 0,0-1 0 0 0,0 0 0 0 0,-1 0 0 0 0,1-1 0 0 0,-1-1 0 0 0,1 0 0 0 0,-1-1 0 0 0,0 0 1 0 0,0-1-1 0 0,0 0 0 0 0,-1-1 0 0 0,0 0 0 0 0,0-1 0 0 0,-1 0 0 0 0,1-1 0 0 0,-2 0 0 0 0,1-1 0 0 0,-1 0 0 0 0,0 0 1 0 0,-1-1-1 0 0,0 0 0 0 0,-1 0 0 0 0,0-1 0 0 0,7-13 0 0 0,-6 4 7 0 0,-1-1-1 0 0,-1 0 1 0 0,-1 0-1 0 0,0 0 1 0 0,-2-1 0 0 0,-1 0-1 0 0,0 1 1 0 0,-2-1 0 0 0,-2-34-1 0 0,-4 5-22 0 0,-2 0 0 0 0,-28-95 0 0 0,-8 17-59 0 0,38 114 49 0 0,0 1 1 0 0,-1 0 0 0 0,-1 1-1 0 0,0 0 1 0 0,-1 0 0 0 0,-17-19 0 0 0,23 29 12 0 0,0 1 0 0 0,0-1 1 0 0,0 1-1 0 0,0 0 0 0 0,0 0 1 0 0,-1 0-1 0 0,1 0 0 0 0,-1 1 1 0 0,1 0-1 0 0,-1-1 0 0 0,1 1 1 0 0,-1 0-1 0 0,0 1 1 0 0,0-1-1 0 0,1 1 0 0 0,-1-1 1 0 0,0 1-1 0 0,0 0 0 0 0,0 1 1 0 0,1-1-1 0 0,-1 1 0 0 0,0-1 1 0 0,0 1-1 0 0,1 0 0 0 0,-1 1 1 0 0,1-1-1 0 0,-1 1 0 0 0,1-1 1 0 0,-1 1-1 0 0,1 0 1 0 0,-5 4-1 0 0,3-3-107 0 0,0 1 1 0 0,0 0-1 0 0,1 0 1 0 0,-1 0-1 0 0,1 1 1 0 0,0-1-1 0 0,1 1 1 0 0,-1 0-1 0 0,1 0 0 0 0,0 1 1 0 0,0-1-1 0 0,0 0 1 0 0,1 1-1 0 0,-1 0 1 0 0,2 0-1 0 0,-1 0 1 0 0,0-1-1 0 0,1 1 1 0 0,0 8-1 0 0,1-9-362 0 0,0 0 0 0 0,0 0 0 0 0,1 0 1 0 0,0 0-1 0 0,0-1 0 0 0,0 1 0 0 0,1 0 0 0 0,-1 0 0 0 0,1-1 0 0 0,0 1 0 0 0,4 6 1 0 0,9 11-3233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49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20 1360 0 0,'-1'-2'1827'0'0,"1"1"-1663"0"0,-1 0-1 0 0,1 0 1 0 0,0 0 0 0 0,0 0 0 0 0,0 1 0 0 0,-1-1-1 0 0,1 0 1 0 0,0 0 0 0 0,-1 1 0 0 0,1-1-1 0 0,-1 0 1 0 0,1 1 0 0 0,-1-1 0 0 0,1 0-1 0 0,-1 1 1 0 0,0-1 0 0 0,1 1 0 0 0,-1-1 0 0 0,0 1-1 0 0,1-1 1 0 0,-1 1 0 0 0,0-1 0 0 0,1 1-1 0 0,-1 0 1 0 0,0-1 0 0 0,0 1 0 0 0,-1 0-1 0 0,0 0-41 0 0,1 0 0 0 0,0 1 0 0 0,-1-1 0 0 0,1 0 0 0 0,0 1 0 0 0,-1 0 0 0 0,1-1 0 0 0,0 1 0 0 0,0 0 0 0 0,0 0 0 0 0,0-1 0 0 0,0 1 0 0 0,0 0 0 0 0,0 0 0 0 0,-1 1 0 0 0,-4 6 208 0 0,0-1 1 0 0,1 0-1 0 0,0 1 1 0 0,-5 10-1 0 0,-6 20 387 0 0,1 0-1 0 0,2 1 0 0 0,2 0 0 0 0,-10 66 0 0 0,-4 165 789 0 0,29 302-307 0 0,5-200-987 0 0,-8-342-196 0 0,0-16-5 0 0,-1 0 1 0 0,0 0 0 0 0,-1 1-1 0 0,0-1 1 0 0,-1 0-1 0 0,-1 0 1 0 0,-8 25-1 0 0,11-37-45 0 0,-1-1 0 0 0,1 0 0 0 0,-1 1 0 0 0,0-1 0 0 0,1 0 0 0 0,-1 0 0 0 0,0 1 0 0 0,0-1 0 0 0,0 0 0 0 0,0 0-1 0 0,0 0 1 0 0,0 0 0 0 0,0 0 0 0 0,-1 0 0 0 0,1 0 0 0 0,0-1 0 0 0,-1 1 0 0 0,1 0 0 0 0,0-1 0 0 0,-1 1 0 0 0,1-1 0 0 0,-1 1-1 0 0,1-1 1 0 0,0 1 0 0 0,-1-1 0 0 0,1 0 0 0 0,-1 0 0 0 0,1 0 0 0 0,-1 0 0 0 0,1 0 0 0 0,-1 0 0 0 0,1-1 0 0 0,-1 1 0 0 0,1 0-1 0 0,-1-1 1 0 0,1 1 0 0 0,-1-1 0 0 0,1 1 0 0 0,0-1 0 0 0,-1 0 0 0 0,-1-1 0 0 0,-4-3-278 0 0,0 1 1 0 0,1-1-1 0 0,-1-1 0 0 0,1 1 1 0 0,1-1-1 0 0,-9-9 1 0 0,-2-7-485 0 0,1-1 1 0 0,0-1-1 0 0,2 0 0 0 0,-18-44 1 0 0,14 22-1815 0 0,-19-85 0 0 0,22 63-89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49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1 504 164 0 0,'10'-45'1313'0'0,"2"1"1"0"0,3 0-1 0 0,1 1 1 0 0,39-74-1 0 0,-43 97-851 0 0,0 2 1 0 0,1-1-1 0 0,1 2 0 0 0,32-31 0 0 0,-35 37-263 0 0,1 2-1 0 0,1-1 1 0 0,0 2-1 0 0,0 0 1 0 0,1 0-1 0 0,-1 1 0 0 0,2 1 1 0 0,14-5-1 0 0,-21 9-156 0 0,1-1-1 0 0,0 1 0 0 0,0 1 1 0 0,0 0-1 0 0,0 0 0 0 0,0 0 1 0 0,0 1-1 0 0,0 1 1 0 0,0 0-1 0 0,0 0 0 0 0,0 0 1 0 0,0 1-1 0 0,-1 1 0 0 0,1 0 1 0 0,0 0-1 0 0,-1 0 0 0 0,0 1 1 0 0,0 0-1 0 0,0 1 0 0 0,0 0 1 0 0,-1 0-1 0 0,0 0 0 0 0,0 1 1 0 0,0 0-1 0 0,-1 1 1 0 0,0-1-1 0 0,0 1 0 0 0,0 0 1 0 0,-1 1-1 0 0,0 0 0 0 0,-1-1 1 0 0,0 1-1 0 0,0 1 0 0 0,-1-1 1 0 0,1 1-1 0 0,-2-1 0 0 0,1 1 1 0 0,-2 0-1 0 0,3 14 0 0 0,-4-7-24 0 0,-1-1-1 0 0,0 0 0 0 0,-1 0 0 0 0,0 0 1 0 0,-2 0-1 0 0,0 0 0 0 0,0 0 0 0 0,-1-1 0 0 0,-1 0 1 0 0,0 0-1 0 0,-1 0 0 0 0,-1-1 0 0 0,-10 14 1 0 0,1-3-139 0 0,-1-1 0 0 0,-2-1 0 0 0,0-1 0 0 0,-1 0 0 0 0,-45 32 0 0 0,63-50-203 0 0,-19 10-407 0 0,3-7-4196 0 0,3-3 1339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74 556 0 0,'8'-4'1578'0'0,"-2"1"-332"0"0,0-1 0 0 0,0 2 0 0 0,1-1 0 0 0,0 1-1 0 0,-1 0 1 0 0,9-2 0 0 0,-13 4-1064 0 0,1 1 0 0 0,-1-1 0 0 0,1 1 0 0 0,-1-1 0 0 0,0 1 0 0 0,1 0 0 0 0,-1-1 0 0 0,0 1 0 0 0,0 0 0 0 0,1 1 0 0 0,-1-1 0 0 0,0 0 0 0 0,0 1 0 0 0,0-1 0 0 0,-1 1 0 0 0,1-1 0 0 0,0 1 0 0 0,0 0 0 0 0,-1 0 0 0 0,3 3 0 0 0,4 4 473 0 0,6 6-394 0 0,0-1 0 0 0,1-1 0 0 0,0 0-1 0 0,1-1 1 0 0,0-1 0 0 0,1-1 0 0 0,0 0 0 0 0,22 9 0 0 0,-27-15-197 0 0,-1 0 1 0 0,1 0 0 0 0,0-1-1 0 0,-1 0 1 0 0,1-1 0 0 0,1-1-1 0 0,15 1 1 0 0,-26-3-61 0 0,-1 1-1 0 0,1 0 1 0 0,-1 0 0 0 0,1-1 0 0 0,-1 1-1 0 0,0-1 1 0 0,1 1 0 0 0,-1-1-1 0 0,0 1 1 0 0,1-1 0 0 0,-1 0 0 0 0,0 0-1 0 0,0 0 1 0 0,1 0 0 0 0,-1 0-1 0 0,0 0 1 0 0,0 0 0 0 0,0 0-1 0 0,0 0 1 0 0,-1 0 0 0 0,1-1 0 0 0,0 1-1 0 0,0 0 1 0 0,-1-1 0 0 0,1 1-1 0 0,-1 0 1 0 0,1-1 0 0 0,-1 1 0 0 0,1-1-1 0 0,-1 1 1 0 0,0-1 0 0 0,0 1-1 0 0,0-2 1 0 0,0-3 5 0 0,0 1-1 0 0,0-1 1 0 0,0 1-1 0 0,-1 0 1 0 0,0-1-1 0 0,-3-9 1 0 0,2 7-7 0 0,-1 0 1 0 0,-1 0-1 0 0,0 0 1 0 0,0 1-1 0 0,0-1 1 0 0,-1 1-1 0 0,0 0 0 0 0,0 0 1 0 0,-1 0-1 0 0,-7-6 1 0 0,9 10-5 0 0,1 0 1 0 0,-1 0-1 0 0,0 1 0 0 0,0 0 1 0 0,0 0-1 0 0,0 0 1 0 0,0 0-1 0 0,0 0 1 0 0,-1 1-1 0 0,1 0 0 0 0,0 0 1 0 0,-1 0-1 0 0,1 1 1 0 0,-1-1-1 0 0,1 1 0 0 0,-1 0 1 0 0,1 0-1 0 0,-1 1 1 0 0,1-1-1 0 0,-1 1 1 0 0,-6 2-1 0 0,-2 1-3 0 0,-1 2 0 0 0,1-1 0 0 0,0 2 0 0 0,1-1 0 0 0,-1 2 0 0 0,2 0-1 0 0,-1 0 1 0 0,-17 17 0 0 0,14-11 3 0 0,1 1 0 0 0,1 1 0 0 0,0 0-1 0 0,1 1 1 0 0,-15 26 0 0 0,23-36 0 0 0,0 0-1 0 0,1 1 1 0 0,0-1 0 0 0,1 1 0 0 0,-1 0 0 0 0,1 0 0 0 0,1-1 0 0 0,-1 1 0 0 0,2 0-1 0 0,-1 0 1 0 0,1 10 0 0 0,0-14 3 0 0,1 1 0 0 0,0 0 0 0 0,0-1 0 0 0,1 1 0 0 0,-1 0 0 0 0,1-1-1 0 0,0 0 1 0 0,0 1 0 0 0,0-1 0 0 0,1 0 0 0 0,-1 0 0 0 0,1 0 0 0 0,0 0 0 0 0,1-1 0 0 0,-1 1 0 0 0,0-1-1 0 0,1 0 1 0 0,0 0 0 0 0,-1 0 0 0 0,6 2 0 0 0,2 1-2 0 0,0-1 0 0 0,0 0 1 0 0,1 0-1 0 0,-1-2 0 0 0,1 1 0 0 0,0-1 1 0 0,0-1-1 0 0,0 0 0 0 0,0-1 0 0 0,16 0 0 0 0,-9-1-106 0 0,1-1-1 0 0,-1-1 0 0 0,1-1 0 0 0,-1-1 0 0 0,32-9 0 0 0,-38 8 24 0 0,-1 0-1 0 0,0-1 1 0 0,-1 0 0 0 0,1-1-1 0 0,-1 0 1 0 0,0-1 0 0 0,-1 0-1 0 0,0-1 1 0 0,0 0 0 0 0,-1 0-1 0 0,0-1 1 0 0,-1 0 0 0 0,0-1-1 0 0,9-15 1 0 0,3-11 40 0 0,-2-2 0 0 0,-1 0-1 0 0,12-44 1 0 0,-7 21 203 0 0,-22 62-156 0 0,0-1-1 0 0,0 1 1 0 0,0-1-1 0 0,0 1 0 0 0,0-1 1 0 0,0 1-1 0 0,0-1 1 0 0,0 1-1 0 0,0-1 1 0 0,0 1-1 0 0,1-1 1 0 0,-1 1-1 0 0,0-1 0 0 0,0 1 1 0 0,1-1-1 0 0,-1 1 1 0 0,0 0-1 0 0,1-1 1 0 0,-1 1-1 0 0,0 0 1 0 0,1-1-1 0 0,-1 1 1 0 0,1 0-1 0 0,-1-1 0 0 0,0 1 1 0 0,1 0-1 0 0,-1 0 1 0 0,1-1-1 0 0,-1 1 1 0 0,1 0-1 0 0,-1 0 1 0 0,1 0-1 0 0,-1 0 1 0 0,1 0-1 0 0,0 0 7 0 0,0 1-1 0 0,0 0 1 0 0,-1 0 0 0 0,1 0 0 0 0,0 1-1 0 0,-1-1 1 0 0,1 0 0 0 0,-1 0 0 0 0,1 0-1 0 0,-1 0 1 0 0,1 0 0 0 0,-1 3 0 0 0,7 45 225 0 0,-7 140 82 0 0,-1-86 140 0 0,1-102-452 0 0,-1-1 0 0 0,1 0 1 0 0,0 0-1 0 0,0 1 1 0 0,0-1-1 0 0,0 0 0 0 0,0 1 1 0 0,0-1-1 0 0,0 0 1 0 0,0 0-1 0 0,0 1 1 0 0,0-1-1 0 0,0 0 0 0 0,0 0 1 0 0,0 1-1 0 0,0-1 1 0 0,0 0-1 0 0,0 1 0 0 0,0-1 1 0 0,0 0-1 0 0,0 0 1 0 0,0 1-1 0 0,1-1 0 0 0,-1 0 1 0 0,0 0-1 0 0,0 1 1 0 0,0-1-1 0 0,0 0 0 0 0,1 0 1 0 0,-1 0-1 0 0,0 1 1 0 0,0-1-1 0 0,0 0 1 0 0,1 0-1 0 0,-1 0 0 0 0,0 0 1 0 0,0 0-1 0 0,1 1 1 0 0,-1-1-1 0 0,0 0 0 0 0,0 0 1 0 0,1 0-1 0 0,-1 0 1 0 0,0 0-1 0 0,0 0 0 0 0,1 0 1 0 0,-1 0-1 0 0,0 0 1 0 0,0 0-1 0 0,1 0 1 0 0,-1 0-1 0 0,0 0 0 0 0,1 0 1 0 0,-1 0-1 0 0,0 0 1 0 0,0 0-1 0 0,1 0 0 0 0,-1 0 1 0 0,0-1-1 0 0,0 1 1 0 0,1 0-1 0 0,-1 0 0 0 0,0 0 1 0 0,0 0-1 0 0,0-1 1 0 0,1 1-1 0 0,-1 0 0 0 0,0 0 1 0 0,0-1-1 0 0,14-14 35 0 0,5-18 36 0 0,19-44-1 0 0,6-12-28 0 0,-32 68-40 0 0,0 0 0 0 0,2 1-1 0 0,0 1 1 0 0,1 0-1 0 0,1 1 1 0 0,25-21 0 0 0,-39 37-7 0 0,1 0 0 0 0,0 0 1 0 0,-1 0-1 0 0,1 1 1 0 0,0-1-1 0 0,0 1 0 0 0,0 0 1 0 0,1 0-1 0 0,-1 0 0 0 0,0 0 1 0 0,0 0-1 0 0,1 1 1 0 0,-1-1-1 0 0,0 1 0 0 0,5 0 1 0 0,-6 0 15 0 0,0 1-1 0 0,-1-1 1 0 0,1 0 0 0 0,0 1 0 0 0,0 0 0 0 0,0-1 0 0 0,0 1-1 0 0,-1 0 1 0 0,1 0 0 0 0,0 0 0 0 0,-1 0 0 0 0,1 0 0 0 0,0 1-1 0 0,-1-1 1 0 0,0 0 0 0 0,1 1 0 0 0,-1-1 0 0 0,0 1 0 0 0,0-1 0 0 0,1 1-1 0 0,-1 0 1 0 0,-1-1 0 0 0,1 1 0 0 0,0 0 0 0 0,0 0 0 0 0,0 3-1 0 0,4 17 186 0 0,-2 1 0 0 0,-1-1 0 0 0,0 0 0 0 0,-2 0 0 0 0,-1 1 0 0 0,-5 35 0 0 0,0 40 167 0 0,6-97-362 0 0,0 0 0 0 0,0 0 0 0 0,0 0-1 0 0,0 0 1 0 0,0 0 0 0 0,0 1 0 0 0,1-1 0 0 0,-1 0-1 0 0,0 0 1 0 0,1 0 0 0 0,-1 0 0 0 0,1 0 0 0 0,-1 0-1 0 0,1 0 1 0 0,-1 0 0 0 0,1 0 0 0 0,0 0 0 0 0,0 0-1 0 0,-1-1 1 0 0,1 1 0 0 0,0 0 0 0 0,0 0 0 0 0,0-1-1 0 0,0 1 1 0 0,0-1 0 0 0,0 1 0 0 0,0 0 0 0 0,0-1-1 0 0,0 0 1 0 0,0 1 0 0 0,0-1 0 0 0,0 0-1 0 0,0 1 1 0 0,0-1 0 0 0,0 0 0 0 0,0 0 0 0 0,1 0-1 0 0,-1 0 1 0 0,0 0 0 0 0,0 0 0 0 0,0 0 0 0 0,0-1-1 0 0,0 1 1 0 0,0 0 0 0 0,2-1 0 0 0,5-1-225 0 0,0 0 1 0 0,0-1 0 0 0,0 0-1 0 0,14-7 1 0 0,14-11-2624 0 0,-2-2 0 0 0,42-34-1 0 0,-59 43 755 0 0,24-18-4327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2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70 177 1384 0 0,'0'-3'1850'0'0,"-3"-9"1156"0"0,0 0 0 0 0,-7-20 0 0 0,9 31-2425 0 0,-6-17 2203 0 0,26 23-2730 0 0,0 0 0 0 0,1-1 1 0 0,-1-2-1 0 0,1 1 0 0 0,-1-2 0 0 0,1-1 1 0 0,0 0-1 0 0,-1-2 0 0 0,31-5 0 0 0,-48 7-48 0 0,0-1 0 0 0,0 1 0 0 0,1-1 0 0 0,-1 1-1 0 0,0-1 1 0 0,0 0 0 0 0,0 1 0 0 0,-1-1-1 0 0,1 0 1 0 0,0 0 0 0 0,0-1 0 0 0,0 1-1 0 0,-1 0 1 0 0,1-1 0 0 0,0 1 0 0 0,-1-1-1 0 0,0 1 1 0 0,1-1 0 0 0,-1 0 0 0 0,0 1-1 0 0,0-1 1 0 0,0 0 0 0 0,0 0 0 0 0,0 0-1 0 0,0 0 1 0 0,0 0 0 0 0,-1 0 0 0 0,1-3-1 0 0,-1 3-5 0 0,0-1-1 0 0,0 1 1 0 0,0 0-1 0 0,-1-1 1 0 0,1 1-1 0 0,-1 0 1 0 0,1-1-1 0 0,-1 1 1 0 0,0 0-1 0 0,0-1 0 0 0,0 1 1 0 0,-1 0-1 0 0,1 0 1 0 0,0 0-1 0 0,-1 0 1 0 0,1 0-1 0 0,-1 1 1 0 0,0-1-1 0 0,1 0 1 0 0,-1 1-1 0 0,0-1 0 0 0,0 1 1 0 0,0-1-1 0 0,-4-1 1 0 0,1 0-2 0 0,-2 1 0 0 0,1-1 0 0 0,0 1 0 0 0,0 1 1 0 0,-1-1-1 0 0,1 1 0 0 0,-1 0 0 0 0,1 0 0 0 0,-1 1 0 0 0,1-1 1 0 0,-1 2-1 0 0,1-1 0 0 0,-1 1 0 0 0,1 0 0 0 0,-1 0 0 0 0,1 1 0 0 0,-1-1 1 0 0,1 2-1 0 0,0-1 0 0 0,0 1 0 0 0,0 0 0 0 0,0 0 0 0 0,-5 4 1 0 0,0 0 5 0 0,2 0 0 0 0,-1 0 1 0 0,1 1-1 0 0,0 1 1 0 0,0-1-1 0 0,1 2 1 0 0,0-1-1 0 0,1 1 1 0 0,0 0-1 0 0,0 0 1 0 0,-8 20-1 0 0,11-22 108 0 0,2-1-1 0 0,-1 1 0 0 0,1 0 1 0 0,0 0-1 0 0,0 0 0 0 0,1 0 1 0 0,0 0-1 0 0,1 0 1 0 0,0 0-1 0 0,0 0 0 0 0,1 0 1 0 0,3 16-1 0 0,-3-18-37 0 0,1-1-1 0 0,0 1 1 0 0,1-1-1 0 0,-1 0 1 0 0,1 1-1 0 0,0-1 1 0 0,1-1-1 0 0,-1 1 1 0 0,1 0-1 0 0,0-1 1 0 0,0 0-1 0 0,0 0 1 0 0,1 0-1 0 0,-1 0 1 0 0,1-1 0 0 0,0 0-1 0 0,0 0 1 0 0,9 4-1 0 0,5 1 22 0 0,0-2 0 0 0,0 0 0 0 0,1-1 0 0 0,-1-1 0 0 0,1-1 0 0 0,0-1 0 0 0,36 0 0 0 0,-1-4-2098 0 0,87-14 0 0 0,-98 6-5806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2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63 600 0 0,'-1'-2'2614'0'0,"-17"-39"8517"0"0,17 40-11023 0 0,1 0-1 0 0,-1 0 1 0 0,1 0-1 0 0,-1 0 1 0 0,1 0 0 0 0,-1-1-1 0 0,1 1 1 0 0,0 0-1 0 0,-1 0 1 0 0,1-1-1 0 0,0 1 1 0 0,0 0-1 0 0,0-3 1 0 0,17 16-4260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3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196 112 2700 0 0,'4'-6'1339'0'0,"23"-38"5845"0"0,-25 40-6791 0 0,0 0-1 0 0,0-1 0 0 0,0 1 1 0 0,-1 0-1 0 0,1-1 0 0 0,-1 1 0 0 0,0-1 1 0 0,0-6-1 0 0,-1 10-375 0 0,-1 0-1 0 0,1 0 1 0 0,0 0 0 0 0,-1 0-1 0 0,1 1 1 0 0,-1-1-1 0 0,1 0 1 0 0,-1 1 0 0 0,1-1-1 0 0,-1 0 1 0 0,1 1 0 0 0,-1-1-1 0 0,0 0 1 0 0,0 1 0 0 0,1-1-1 0 0,-1 1 1 0 0,0-1-1 0 0,0 1 1 0 0,1 0 0 0 0,-1-1-1 0 0,0 1 1 0 0,0 0 0 0 0,0-1-1 0 0,0 1 1 0 0,1 0-1 0 0,-1 0 1 0 0,0 0 0 0 0,0 0-1 0 0,0 0 1 0 0,0 0 0 0 0,0 0-1 0 0,0 0 1 0 0,1 0 0 0 0,-1 0-1 0 0,0 1 1 0 0,-2-1-1 0 0,-9 3 2 0 0,0 1 0 0 0,0 0 0 0 0,1 0 0 0 0,-1 1 0 0 0,1 1 0 0 0,0 0 0 0 0,0 1 0 0 0,1-1 0 0 0,-11 11 0 0 0,12-11-17 0 0,1 1 0 0 0,0 1-1 0 0,1 0 1 0 0,-1 0 0 0 0,2 0-1 0 0,-1 0 1 0 0,1 1-1 0 0,0 0 1 0 0,1 1 0 0 0,0-1-1 0 0,-4 14 1 0 0,8-20 2 0 0,-1 1-1 0 0,1 0 1 0 0,1-1 0 0 0,-1 1 0 0 0,1 0-1 0 0,-1 0 1 0 0,1-1 0 0 0,0 1 0 0 0,0 0 0 0 0,1 0-1 0 0,-1-1 1 0 0,1 1 0 0 0,0 0 0 0 0,0-1 0 0 0,0 1-1 0 0,0 0 1 0 0,1-1 0 0 0,-1 0 0 0 0,1 1 0 0 0,0-1-1 0 0,0 0 1 0 0,0 0 0 0 0,1 0 0 0 0,-1 0 0 0 0,1 0-1 0 0,-1 0 1 0 0,1-1 0 0 0,0 0 0 0 0,0 1-1 0 0,0-1 1 0 0,0 0 0 0 0,1 0 0 0 0,-1 0 0 0 0,0-1-1 0 0,1 1 1 0 0,4 0 0 0 0,3 2 15 0 0,-1-1 0 0 0,1-1 0 0 0,0 0 0 0 0,0 0 0 0 0,-1-1 0 0 0,1-1 0 0 0,0 0 0 0 0,0 0 0 0 0,0-1 0 0 0,0 0 0 0 0,16-4-1 0 0,-22 3-2 0 0,0 1 0 0 0,-1-1 0 0 0,1 0-1 0 0,-1 0 1 0 0,1-1 0 0 0,-1 1-1 0 0,0-1 1 0 0,0 0 0 0 0,0 0-1 0 0,0 0 1 0 0,0-1 0 0 0,-1 1-1 0 0,1-1 1 0 0,-1 0 0 0 0,0 0-1 0 0,0 0 1 0 0,-1 0 0 0 0,1-1-1 0 0,-1 1 1 0 0,0-1 0 0 0,0 1 0 0 0,2-9-1 0 0,0-5 254 0 0,-1-1 0 0 0,0 1 0 0 0,-2-1 0 0 0,0-30 0 0 0,-2 38-59 0 0,1 8-149 0 0,-4-1 16 0 0,3 2-44 0 0,-2 8 4 0 0,-3 24 223 0 0,1-1 0 0 0,2 1 0 0 0,0-1 1 0 0,2 1-1 0 0,4 35 0 0 0,-2-1 207 0 0,-7 149 571 0 0,3-170-895 0 0,-2-1 0 0 0,-2-1-1 0 0,-13 42 1 0 0,16-71 16 0 0,0 0-1 0 0,0-1 0 0 0,-1 0 0 0 0,-7 11 1 0 0,10-18-60 0 0,0-1 1 0 0,0 0-1 0 0,-1 0 1 0 0,1 0 0 0 0,-1 0-1 0 0,0 0 1 0 0,0-1-1 0 0,0 1 1 0 0,0-1-1 0 0,0 0 1 0 0,-1 0 0 0 0,1 0-1 0 0,0 0 1 0 0,-1 0-1 0 0,-5 1 1 0 0,5-3-59 0 0,1 1 1 0 0,0-1-1 0 0,-1 0 1 0 0,1 0-1 0 0,-1 0 1 0 0,1-1-1 0 0,-1 1 1 0 0,1-1-1 0 0,0 1 1 0 0,-1-1-1 0 0,1 0 1 0 0,0-1-1 0 0,0 1 1 0 0,0-1-1 0 0,-5-2 0 0 0,1 0 60 0 0,0-1 0 0 0,0 0-1 0 0,0-1 1 0 0,-10-9-1 0 0,14 10-67 0 0,-1 1 0 0 0,0 0 0 0 0,1-1 0 0 0,0 1 0 0 0,0-1 0 0 0,1 0 0 0 0,-1 0 0 0 0,1 0 0 0 0,0 0 0 0 0,0-1 0 0 0,1 1 0 0 0,-1 0 0 0 0,1-1 0 0 0,0 1 0 0 0,0-8 0 0 0,2 5-36 0 0,-1 0 0 0 0,1 0 0 0 0,1 0-1 0 0,-1 0 1 0 0,1 1 0 0 0,1-1-1 0 0,0 1 1 0 0,0-1 0 0 0,7-11 0 0 0,2 0-500 0 0,1 0 0 0 0,0 1 0 0 0,2 1-1 0 0,0 0 1 0 0,1 1 0 0 0,30-23 0 0 0,-23 22-1479 0 0,26-15 0 0 0,3 3-5360 0 0,-20 12-985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3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2472 0 0,'2'-16'7807'0'0,"0"-9"-881"0"0,0-3-3322 0 0,-2 27-3603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23 1532 0 0,'6'-22'13604'0'0,"-3"41"-11900"0"0,2 28-694 0 0,-5 1-322 0 0,1 37-90 0 0,-17 140 0 0 0,15-220-1017 0 0,-5 39-1458 0 0,4-15-7554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2388 0 0,'2'-22'2028'0'0,"-2"3"-539"0"0,0 2-129 0 0,1 5-376 0 0,-1-2-88 0 0,0 4-312 0 0,0-2 280 0 0,0-2-280 0 0,5 5-52 0 0,6 16-580 0 0,-4 7-1496 0 0,-2-2-1656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4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1288 0 0,'13'45'6978'0'0,"10"35"-1358"0"0,5 41-3795 0 0,-27-117-1701 0 0,-1-1 0 0 0,1 1 0 0 0,-1 0 0 0 0,0-1 0 0 0,0 1 1 0 0,0 0-1 0 0,-1 6 0 0 0,0-8 158 0 0,0-2-265 0 0,1-1 0 0 0,-1 1 1 0 0,0 0-1 0 0,0-1 0 0 0,1 1 1 0 0,-1-1-1 0 0,1 1 0 0 0,-1-1 1 0 0,0 1-1 0 0,1-1 0 0 0,-1 1 1 0 0,1-1-1 0 0,-1 0 0 0 0,1 1 1 0 0,-1-1-1 0 0,0-1 0 0 0,1-20 49 0 0,1 0 0 0 0,0 0 0 0 0,2 0 0 0 0,1 0 0 0 0,0 0-1 0 0,2 1 1 0 0,0 0 0 0 0,1 0 0 0 0,17-33 0 0 0,-19 46-56 0 0,-1 0 0 0 0,2 0-1 0 0,-1 1 1 0 0,1-1 0 0 0,0 1 0 0 0,1 0 0 0 0,0 1 0 0 0,0 0-1 0 0,0 0 1 0 0,1 0 0 0 0,0 1 0 0 0,0 0 0 0 0,16-7-1 0 0,-20 11-2 0 0,0-1 0 0 0,0 1 0 0 0,0 0 0 0 0,0 0-1 0 0,0 0 1 0 0,0 1 0 0 0,1-1 0 0 0,-1 1 0 0 0,0 0-1 0 0,0 0 1 0 0,0 1 0 0 0,1-1 0 0 0,-1 1 0 0 0,0 0 0 0 0,0 0-1 0 0,0 0 1 0 0,0 1 0 0 0,0-1 0 0 0,0 1 0 0 0,0 0-1 0 0,-1 0 1 0 0,1 0 0 0 0,-1 1 0 0 0,1-1 0 0 0,-1 1-1 0 0,0 0 1 0 0,0 0 0 0 0,0 0 0 0 0,0 0 0 0 0,-1 1-1 0 0,1-1 1 0 0,2 6 0 0 0,1 1 23 0 0,-1 0 1 0 0,0 1-1 0 0,-1 0 0 0 0,0 0 0 0 0,0 0 1 0 0,-1 1-1 0 0,2 18 0 0 0,2 85-37 0 0,-5-59-434 0 0,-1-39-2418 0 0,6 31 0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4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1512 0 0,'51'-173'12199'0'0,"-51"172"-12134"0"0,0 1 1 0 0,0-1-1 0 0,0 1 0 0 0,0-1 0 0 0,0 1 0 0 0,0 0 1 0 0,0-1-1 0 0,0 1 0 0 0,0-1 0 0 0,0 1 0 0 0,0-1 1 0 0,1 1-1 0 0,-1 0 0 0 0,0-1 0 0 0,0 1 0 0 0,0 0 1 0 0,1-1-1 0 0,-1 1 0 0 0,0 0 0 0 0,1-1 0 0 0,-1 1 1 0 0,0 0-1 0 0,1-1 0 0 0,-1 1 0 0 0,0 0 0 0 0,1 0 1 0 0,-1 0-1 0 0,1-1 0 0 0,-1 1 0 0 0,0 0 0 0 0,1 0 1 0 0,-1 0-1 0 0,1 0 0 0 0,-1 0 0 0 0,0 0 0 0 0,1 0 1 0 0,-1 0-1 0 0,1 0 0 0 0,-1 0 0 0 0,1 0 0 0 0,-1 0 1 0 0,0 0-1 0 0,1 0 0 0 0,-1 0 0 0 0,1 0 0 0 0,-1 0 1 0 0,1 0-1 0 0,-1 1 0 0 0,0-1 0 0 0,1 0 0 0 0,-1 0 1 0 0,0 0-1 0 0,1 1 0 0 0,-1-1 0 0 0,0 0 0 0 0,1 1 1 0 0,-1-1-1 0 0,0 0 0 0 0,1 1 0 0 0,-1-1 0 0 0,0 0 1 0 0,0 1-1 0 0,1 0 0 0 0,13 25 1233 0 0,-6 9-77 0 0,-1 0 1 0 0,5 71-1 0 0,-10 73 167 0 0,-6-80-1026 0 0,0-20-316 0 0,9 95 1 0 0,-5-166-392 0 0,1-1 1 0 0,1 0-1 0 0,0 1 0 0 0,0-1 1 0 0,0 0-1 0 0,1 0 1 0 0,3 6-1 0 0,-4-10-388 0 0,-1 0 1 0 0,1 0-1 0 0,0 0 0 0 0,1 0 1 0 0,-1 0-1 0 0,0-1 0 0 0,1 1 1 0 0,-1-1-1 0 0,1 0 0 0 0,3 2 1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4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100 131 2432 0 0,'-95'-67'11885'0'0,"95"67"-11850"0"0,-1 0 0 0 0,1-1 0 0 0,-1 1 0 0 0,1 0 0 0 0,0-1-1 0 0,-1 1 1 0 0,1 0 0 0 0,0-1 0 0 0,0 1 0 0 0,-1-1 0 0 0,1 1 0 0 0,0-1-1 0 0,0 1 1 0 0,0-1 0 0 0,-1 1 0 0 0,1-1 0 0 0,0 1 0 0 0,0-1-1 0 0,0 1 1 0 0,0-1 0 0 0,0 1 0 0 0,0-1 0 0 0,0 1 0 0 0,0-1 0 0 0,0 1-1 0 0,0-1 1 0 0,1 1 0 0 0,-1-1 0 0 0,0 1 0 0 0,0-1 0 0 0,0 1 0 0 0,0-1-1 0 0,1 1 1 0 0,-1-1 0 0 0,0 1 0 0 0,1 0 0 0 0,-1-1 0 0 0,0 1-1 0 0,1-1 1 0 0,-1 1 0 0 0,0 0 0 0 0,1-1 0 0 0,-1 1 0 0 0,1 0 0 0 0,20-14 400 0 0,-5 8-342 0 0,-1 1-1 0 0,1 0 0 0 0,0 1 0 0 0,0 1 0 0 0,22-1 0 0 0,85 0-1067 0 0,-3 6-2285 0 0,-39 1-2442 0 0,-45-1 1169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0 1660 0 0,'-12'20'3412'0'0,"1"-3"-1100"0"0,0 1 0 0 0,-11 27 1 0 0,21-40-2048 0 0,-1-1-1 0 0,0 0 1 0 0,1 1 0 0 0,0-1 0 0 0,0 1-1 0 0,0 0 1 0 0,1-1 0 0 0,-1 1 0 0 0,1 0 0 0 0,0-1-1 0 0,1 1 1 0 0,-1-1 0 0 0,1 1 0 0 0,0 0 0 0 0,0-1-1 0 0,2 7 1 0 0,0-8-174 0 0,-1 1-1 0 0,0-1 1 0 0,1 0-1 0 0,-1 0 1 0 0,1 0 0 0 0,0 0-1 0 0,0 0 1 0 0,0-1-1 0 0,1 1 1 0 0,-1-1-1 0 0,0 0 1 0 0,1 0-1 0 0,0 0 1 0 0,-1 0 0 0 0,1-1-1 0 0,0 0 1 0 0,4 2-1 0 0,1-1-7 0 0,0 0 0 0 0,0 0 0 0 0,0-1-1 0 0,0 0 1 0 0,0-1 0 0 0,12 0 0 0 0,-18 0-68 0 0,1-1 1 0 0,-1 1-1 0 0,1-1 1 0 0,-1 0-1 0 0,1 0 1 0 0,-1 0-1 0 0,0 0 1 0 0,1-1-1 0 0,-1 1 1 0 0,0-1 0 0 0,0 0-1 0 0,0 0 1 0 0,0 0-1 0 0,-1 0 1 0 0,1-1-1 0 0,-1 1 1 0 0,5-5-1 0 0,-5 3-6 0 0,1 0-1 0 0,-1-1 1 0 0,1 1-1 0 0,-1 0 1 0 0,-1-1-1 0 0,1 1 0 0 0,-1-1 1 0 0,1 0-1 0 0,-1 0 1 0 0,-1 1-1 0 0,1-10 1 0 0,0 7-8 0 0,-1 0-1 0 0,-1 1 1 0 0,1-1 0 0 0,-1 0 0 0 0,0 1 0 0 0,-1-1 0 0 0,1 1 0 0 0,-1-1-1 0 0,-1 1 1 0 0,1 0 0 0 0,-1-1 0 0 0,0 1 0 0 0,-1 1 0 0 0,1-1 0 0 0,-1 0 0 0 0,0 1-1 0 0,0 0 1 0 0,-8-7 0 0 0,8 10-4 0 0,1 0 1 0 0,-1 0-1 0 0,0 0 0 0 0,0 1 1 0 0,0-1-1 0 0,0 1 0 0 0,0 0 1 0 0,0 0-1 0 0,-1 1 0 0 0,1-1 1 0 0,0 1-1 0 0,0 0 0 0 0,0 0 1 0 0,-1 0-1 0 0,1 1 0 0 0,0 0 1 0 0,0 0-1 0 0,-5 1 0 0 0,-4 2 1 0 0,1 0 0 0 0,0 0 0 0 0,0 1 0 0 0,-18 11 0 0 0,15-6 1 0 0,0 0-1 0 0,1 0 0 0 0,0 2 0 0 0,0-1 0 0 0,2 2 1 0 0,-1 0-1 0 0,1 1 0 0 0,1 0 0 0 0,-16 26 0 0 0,24-34 3 0 0,-1 0-1 0 0,1 0 1 0 0,1 0-1 0 0,-1 1 1 0 0,1-1-1 0 0,0 1 1 0 0,1-1-1 0 0,0 1 0 0 0,0-1 1 0 0,0 1-1 0 0,0 0 1 0 0,1 0-1 0 0,1-1 1 0 0,-1 1-1 0 0,1 0 1 0 0,0 0-1 0 0,0-1 1 0 0,1 1-1 0 0,0-1 1 0 0,0 1-1 0 0,0-1 1 0 0,1 0-1 0 0,0 0 0 0 0,1 0 1 0 0,-1 0-1 0 0,1-1 1 0 0,0 1-1 0 0,7 6 1 0 0,-1-2-121 0 0,0-1 1 0 0,1 0 0 0 0,0-1 0 0 0,0 0-1 0 0,1-1 1 0 0,0 0 0 0 0,0-1 0 0 0,0 0-1 0 0,1-1 1 0 0,17 4 0 0 0,-9-3-527 0 0,1-1 0 0 0,0-2-1 0 0,0 0 1 0 0,0-1 0 0 0,35-1 0 0 0,-46-2 379 0 0,0 0 0 0 0,1-1 1 0 0,-1 0-1 0 0,0 0 1 0 0,-1-1-1 0 0,1-1 0 0 0,0 0 1 0 0,-1 0-1 0 0,0-1 1 0 0,0 0-1 0 0,0-1 0 0 0,-1 0 1 0 0,14-11-1 0 0,-14 8 320 0 0,1-1 0 0 0,-1 0 0 0 0,-1 0 0 0 0,0-1 0 0 0,0 0 0 0 0,-1-1 0 0 0,0 0 0 0 0,-1 0-1 0 0,-1 0 1 0 0,8-25 0 0 0,-1-8 888 0 0,-8 28-113 0 0,1-1 0 0 0,0 1-1 0 0,14-28 1 0 0,-19 44-803 0 0,0 0-1 0 0,1 1 0 0 0,-1-1 1 0 0,1 0-1 0 0,-1 0 1 0 0,1 1-1 0 0,0-1 1 0 0,-1 0-1 0 0,1 1 1 0 0,0-1-1 0 0,-1 1 1 0 0,1-1-1 0 0,0 1 1 0 0,0-1-1 0 0,-1 1 1 0 0,1-1-1 0 0,0 1 1 0 0,0 0-1 0 0,0 0 1 0 0,0-1-1 0 0,0 1 1 0 0,-1 0-1 0 0,1 0 1 0 0,1 0-1 0 0,0 0 15 0 0,0 0 0 0 0,0 1 0 0 0,0-1 0 0 0,0 1 0 0 0,0-1 0 0 0,0 1 0 0 0,-1 0-1 0 0,1 0 1 0 0,0-1 0 0 0,3 4 0 0 0,0 0 92 0 0,1 0 0 0 0,-1 1 0 0 0,0 0 0 0 0,0 0 0 0 0,6 8 0 0 0,1 4 126 0 0,-1 0-1 0 0,0 1 1 0 0,-1 0-1 0 0,-1 1 1 0 0,10 29-1 0 0,-16-38-87 0 0,0 0 0 0 0,-1 1 0 0 0,0-1 0 0 0,-1 0 0 0 0,0 1 0 0 0,-1 0 0 0 0,0-1 0 0 0,-1 1 0 0 0,0-1-1 0 0,0 1 1 0 0,-1-1 0 0 0,-5 16 0 0 0,7-24-81 0 0,-1-1 0 0 0,0 1 0 0 0,1-1 0 0 0,-1 1 1 0 0,0-1-1 0 0,0 1 0 0 0,0-1 0 0 0,0 1 0 0 0,0-1 0 0 0,-2 2 0 0 0,3-3-64 0 0,0 1 0 0 0,-1-1 0 0 0,1 0-1 0 0,-1 1 1 0 0,1-1 0 0 0,-1 0 0 0 0,1 0 0 0 0,-1 0 0 0 0,1 1 0 0 0,-1-1 0 0 0,1 0-1 0 0,-1 0 1 0 0,0 0 0 0 0,1 0 0 0 0,-1 0 0 0 0,1 0 0 0 0,-1 0 0 0 0,1 0-1 0 0,-1 0 1 0 0,1 0 0 0 0,-1 0 0 0 0,1-1 0 0 0,-1 1 0 0 0,0 0 0 0 0,0-2-14 0 0,1 0-1 0 0,-1 1 1 0 0,1-1 0 0 0,0 0 0 0 0,-1 0 0 0 0,1 0 0 0 0,0 1 0 0 0,0-1-1 0 0,0 0 1 0 0,1 0 0 0 0,-1 1 0 0 0,0-1 0 0 0,1 0 0 0 0,0-2 0 0 0,4-12-8 0 0,1 0 1 0 0,0 0 0 0 0,1 1-1 0 0,1-1 1 0 0,0 2-1 0 0,1-1 1 0 0,17-19 0 0 0,83-85-1646 0 0,-105 115 1525 0 0,23-20-993 0 0,2 2 1 0 0,0 0 0 0 0,1 3 0 0 0,0 0 0 0 0,38-16 0 0 0,-67 35 1130 0 0,0-1 0 0 0,0 0 0 0 0,0 1 0 0 0,0-1 0 0 0,1 1 0 0 0,-1-1 0 0 0,0 1 0 0 0,0-1 0 0 0,1 1 0 0 0,-1 0 1 0 0,0 0-1 0 0,0 0 0 0 0,1 0 0 0 0,-1 0 0 0 0,0 0 0 0 0,0 0 0 0 0,1 0 0 0 0,-1 0 0 0 0,0 1 0 0 0,1-1 0 0 0,-1 0 0 0 0,0 1 0 0 0,0-1 0 0 0,0 1 0 0 0,0-1 0 0 0,1 1 0 0 0,-1 0 0 0 0,0-1 0 0 0,0 1 1 0 0,0 0-1 0 0,0 0 0 0 0,0 0 0 0 0,-1 0 0 0 0,1 0 0 0 0,0 0 0 0 0,0 0 0 0 0,-1 0 0 0 0,1 0 0 0 0,0 0 0 0 0,0 2 0 0 0,2 4 359 0 0,-1 1 1 0 0,1 0-1 0 0,-1 0 0 0 0,-1 0 1 0 0,2 10-1 0 0,-1-2 75 0 0,4 16 334 0 0,26 108 1273 0 0,-26-119-1877 0 0,1-1 0 0 0,0 0 0 0 0,2-1 1 0 0,18 31-1 0 0,-24-44-146 0 0,1-1 1 0 0,0 1-1 0 0,1-1 1 0 0,-1 0 0 0 0,1 0-1 0 0,0 0 1 0 0,0-1-1 0 0,1 0 1 0 0,-1 0-1 0 0,1 0 1 0 0,0-1-1 0 0,0 0 1 0 0,8 4-1 0 0,-9-6-25 0 0,-1 0 0 0 0,0 0 0 0 0,0 0 0 0 0,0-1 0 0 0,1 0 0 0 0,-1 1 1 0 0,0-1-1 0 0,0-1 0 0 0,1 1 0 0 0,-1-1 0 0 0,0 0 0 0 0,0 0 0 0 0,0 0 0 0 0,1 0 0 0 0,-1-1 0 0 0,-1 1 0 0 0,1-1 0 0 0,0 0 0 0 0,0 0 0 0 0,-1-1 0 0 0,1 1 0 0 0,3-4 0 0 0,2-3-8 0 0,0 0 0 0 0,-1 0 1 0 0,0 0-1 0 0,0-1 0 0 0,-1-1 0 0 0,0 1 0 0 0,-1-1 0 0 0,0 0 0 0 0,6-18 0 0 0,3-13-16 0 0,12-59 1 0 0,-10 32-108 0 0,-13 57-102 0 0,10-33-1371 0 0,-3 18-3648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338 466 304 0 0,'-1'-4'750'0'0,"0"-1"0"0"0,0 1 0 0 0,0 0-1 0 0,-1 0 1 0 0,1 0 0 0 0,-1 0 0 0 0,0 0 0 0 0,0 1 0 0 0,-1-1-1 0 0,1 0 1 0 0,-1 1 0 0 0,0 0 0 0 0,0 0 0 0 0,0-1 0 0 0,-4-2-1 0 0,3 3-523 0 0,0 1-1 0 0,0-1 0 0 0,0 1 1 0 0,0 0-1 0 0,-1 0 0 0 0,1 0 1 0 0,-1 1-1 0 0,1 0 0 0 0,-1 0 1 0 0,0 0-1 0 0,1 0 0 0 0,-1 1 1 0 0,0-1-1 0 0,0 1 1 0 0,1 0-1 0 0,-1 1 0 0 0,0-1 1 0 0,0 1-1 0 0,1 0 0 0 0,-1 0 1 0 0,-7 3-1 0 0,-2 3-97 0 0,0 0-1 0 0,0 0 1 0 0,1 2 0 0 0,0-1-1 0 0,0 2 1 0 0,1 0 0 0 0,0 0-1 0 0,1 1 1 0 0,0 0-1 0 0,1 1 1 0 0,0 1 0 0 0,1-1-1 0 0,0 2 1 0 0,-10 21 0 0 0,17-32-111 0 0,1 1-1 0 0,-1-1 1 0 0,1 1 0 0 0,0-1 0 0 0,0 1 0 0 0,0 0 0 0 0,1-1 0 0 0,-1 1 0 0 0,1 0-1 0 0,0-1 1 0 0,0 1 0 0 0,0 0 0 0 0,1 0 0 0 0,-1-1 0 0 0,1 1 0 0 0,0 0-1 0 0,0-1 1 0 0,2 4 0 0 0,-2-4-7 0 0,0-1 0 0 0,1 0-1 0 0,-1 1 1 0 0,1-1 0 0 0,0 0-1 0 0,0 0 1 0 0,-1 0 0 0 0,1 0-1 0 0,1 0 1 0 0,-1-1 0 0 0,0 1-1 0 0,0-1 1 0 0,1 1 0 0 0,-1-1-1 0 0,1 0 1 0 0,-1 0 0 0 0,1 0-1 0 0,-1 0 1 0 0,1 0 0 0 0,0-1-1 0 0,-1 1 1 0 0,1-1 0 0 0,0 0-1 0 0,-1 1 1 0 0,1-1 0 0 0,0-1-1 0 0,3 1 1 0 0,2-1-1 0 0,0 0 0 0 0,0-1 0 0 0,0 0 1 0 0,0 0-1 0 0,0-1 0 0 0,0 1 0 0 0,-1-2 0 0 0,1 1 0 0 0,-1-1 0 0 0,0 0 0 0 0,13-10 0 0 0,1-5 10 0 0,-1 0 0 0 0,23-27-1 0 0,2-3-8 0 0,-31 39-43 0 0,-14 10 37 0 0,1 0 0 0 0,-1 0-1 0 0,0 0 1 0 0,1 0 0 0 0,-1 0 0 0 0,0 0-1 0 0,1 0 1 0 0,-1 0 0 0 0,1 0 0 0 0,-1 0 0 0 0,0 0-1 0 0,1 0 1 0 0,-1 0 0 0 0,0 0 0 0 0,1 0-1 0 0,-1 0 1 0 0,0 1 0 0 0,1-1 0 0 0,-1 0-1 0 0,1 0 1 0 0,-1 0 0 0 0,0 0 0 0 0,0 1-1 0 0,1-1 1 0 0,0 2 34 0 0,0 0 0 0 0,0 0 0 0 0,0 0-1 0 0,0 0 1 0 0,0 0 0 0 0,-1 0 0 0 0,1 0 0 0 0,-1 0-1 0 0,1 0 1 0 0,-1 0 0 0 0,0 0 0 0 0,0 3 0 0 0,2 20 319 0 0,-1-2-60 0 0,1 0-1 0 0,1-1 0 0 0,1 1 0 0 0,11 37 1 0 0,-13-55-267 0 0,0 1 0 0 0,0-1 1 0 0,1 0-1 0 0,0 0 0 0 0,0 0 1 0 0,0 0-1 0 0,1 0 0 0 0,0-1 1 0 0,0 1-1 0 0,0-1 0 0 0,0 0 1 0 0,0 0-1 0 0,1-1 0 0 0,0 1 1 0 0,0-1-1 0 0,0 0 0 0 0,0 0 0 0 0,0-1 1 0 0,1 1-1 0 0,-1-1 0 0 0,1 0 1 0 0,0-1-1 0 0,7 2 0 0 0,-2-2-1 0 0,1 0 0 0 0,-1-1 0 0 0,0 0 0 0 0,0-1 0 0 0,0-1 0 0 0,0 1 0 0 0,0-2 0 0 0,0 1 0 0 0,0-1 0 0 0,0-1-1 0 0,-1 0 1 0 0,0-1 0 0 0,0 0 0 0 0,0 0 0 0 0,0-1 0 0 0,-1 0 0 0 0,10-10 0 0 0,1 0-12 0 0,-1-1 1 0 0,-1-1 0 0 0,-1-1-1 0 0,0-1 1 0 0,-1 0 0 0 0,18-33 0 0 0,-12 11-38 0 0,-1 0 1 0 0,-3-2 0 0 0,-1 0 0 0 0,-3-1 0 0 0,-1-1-1 0 0,-2 0 1 0 0,8-90 0 0 0,-18 127 13 0 0,0 0 0 0 0,-1 0-1 0 0,-1 0 1 0 0,1 0 0 0 0,-1 0 0 0 0,-1 0-1 0 0,-3-14 1 0 0,4 21 2 0 0,0 0-1 0 0,0 0 1 0 0,1 1 0 0 0,-1-1-1 0 0,0 0 1 0 0,-1 0-1 0 0,1 1 1 0 0,0-1-1 0 0,0 1 1 0 0,-1-1 0 0 0,1 1-1 0 0,-1 0 1 0 0,1-1-1 0 0,-1 1 1 0 0,0 0-1 0 0,-2-1 1 0 0,2 1 2 0 0,0 0 0 0 0,0 1 1 0 0,0 0-1 0 0,-1-1 0 0 0,1 1 0 0 0,0 0 0 0 0,0 0 1 0 0,0 0-1 0 0,-1 0 0 0 0,1 1 0 0 0,0-1 0 0 0,0 1 1 0 0,0-1-1 0 0,0 1 0 0 0,-1 0 0 0 0,1 0 0 0 0,0 0 1 0 0,-2 1-1 0 0,-6 4 8 0 0,1 0 1 0 0,-1 1 0 0 0,1 0-1 0 0,1 0 1 0 0,-1 1-1 0 0,1 0 1 0 0,1 1 0 0 0,-1-1-1 0 0,-9 17 1 0 0,3-3 64 0 0,1 1 0 0 0,1 1 0 0 0,-9 26 0 0 0,13-30 1 0 0,2 1 1 0 0,0-1-1 0 0,2 1 0 0 0,0 0 0 0 0,1 0 1 0 0,1 0-1 0 0,1 0 0 0 0,2 30 1 0 0,1-38-48 0 0,-1 0 0 0 0,2-1 1 0 0,0 1-1 0 0,0 0 0 0 0,1-1 1 0 0,1 0-1 0 0,0 0 0 0 0,0 0 1 0 0,1 0-1 0 0,1-1 0 0 0,0 0 1 0 0,1 0-1 0 0,0-1 0 0 0,17 17 1 0 0,-10-14-310 0 0,2 0-1 0 0,-1 0 1 0 0,2-2 0 0 0,0 0 0 0 0,0-1 0 0 0,1-1 0 0 0,23 8 0 0 0,-13-7-1539 0 0,36 7-1 0 0,29-2-6288 0 0,-44-11-224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6:16:00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1 200 29734,'127'-198'0,"-45"419"0,-164-442 0,-12 1077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422 198 952 0 0,'21'-37'5111'0'0,"-2"-2"-1"0"0,26-69 0 0 0,-44 106-4926 0 0,-1 2-156 0 0,0-1-1 0 0,0 1 1 0 0,1-1 0 0 0,-1 1 0 0 0,0-1 0 0 0,0 1-1 0 0,0 0 1 0 0,0-1 0 0 0,0 0 0 0 0,0 1 0 0 0,0-1-1 0 0,0 1 1 0 0,0-1 0 0 0,0 1 0 0 0,0-1-1 0 0,0 1 1 0 0,0 0 0 0 0,-1-1 0 0 0,1 1 0 0 0,0-1-1 0 0,-1 0 1 0 0,-8 4 79 0 0,1 1 0 0 0,-1 0 0 0 0,0 0 0 0 0,1 1 0 0 0,0 0 0 0 0,-15 12 0 0 0,-44 46 516 0 0,39-36-371 0 0,-66 69 187 0 0,82-81-194 0 0,-1 0 1 0 0,2 1-1 0 0,0 1 1 0 0,-15 31 0 0 0,22-38-26 0 0,1 0 1 0 0,0 0 0 0 0,1 0 0 0 0,0 0 0 0 0,0 0 0 0 0,1 1 0 0 0,1-1 0 0 0,0 1 0 0 0,1 9 0 0 0,3 14 383 0 0,11 47 0 0 0,3 14-112 0 0,2 63 120 0 0,-6-61 55 0 0,-5 1-1 0 0,-3 128 1 0 0,-31 18-103 0 0,16-202-478 0 0,0 0 0 0 0,-3 0 0 0 0,-29 67 0 0 0,15-48-14 0 0,-30 59 434 0 0,45-100-385 0 0,-2 3 1 0 0,-19 49 0 0 0,30-67-104 0 0,1 0 1 0 0,0 0-1 0 0,0 0 1 0 0,0 1-1 0 0,0-1 1 0 0,1 0-1 0 0,1 9 1 0 0,-1-3 74 0 0,0-9-77 0 0,0-1 1 0 0,1 1-1 0 0,-1-1 1 0 0,1 0-1 0 0,-1 1 0 0 0,1-1 1 0 0,-1 0-1 0 0,1 1 0 0 0,0-1 1 0 0,0 0-1 0 0,-1 0 1 0 0,1 0-1 0 0,0 0 0 0 0,0 0 1 0 0,0 0-1 0 0,0 0 1 0 0,0 0-1 0 0,1 0 0 0 0,-1 0 1 0 0,0 0-1 0 0,3 1 0 0 0,32 13 61 0 0,-25-11-79 0 0,45 16 29 0 0,106 23 0 0 0,-85-25-1672 0 0,-72-17 905 0 0,0-1 0 0 0,0 1 1 0 0,0-1-1 0 0,0 0 0 0 0,0 0 1 0 0,5-1-1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3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0 221 1104 0 0,'12'-13'3635'0'0,"21"-27"0"0"0,-22 22-2023 0 0,0 0 0 0 0,-1 0 0 0 0,0-1 0 0 0,-2-1 0 0 0,10-32 0 0 0,-10 30-281 0 0,-7 21-937 0 0,0 7-128 0 0,-6 37 333 0 0,4-34-351 0 0,-33 309 2522 0 0,28-213-2252 0 0,7 111 0 0 0,1-179-281 0 0,23 231 3954 0 0,-21-278-3706 0 0,1-40-406 0 0,17-77 0 0 0,-18 109-91 0 0,1 1 0 0 0,1 0 0 0 0,1 0-1 0 0,0 0 1 0 0,1 1 0 0 0,1 0 0 0 0,0 0 0 0 0,12-14 0 0 0,-16 25 5 0 0,-1 0 0 0 0,1 0 0 0 0,0 1 0 0 0,0 0 0 0 0,1-1 1 0 0,-1 2-1 0 0,1-1 0 0 0,0 1 0 0 0,0 0 0 0 0,0 0 0 0 0,0 0 0 0 0,0 1 0 0 0,9-2 0 0 0,-6 2-7 0 0,0 1 0 0 0,1 0-1 0 0,-1 1 1 0 0,0 0 0 0 0,0 0-1 0 0,1 0 1 0 0,-1 2 0 0 0,0-1-1 0 0,10 3 1 0 0,-8-1 17 0 0,-1 1 0 0 0,1 0 0 0 0,-1 0-1 0 0,0 1 1 0 0,0 0 0 0 0,-1 1 0 0 0,1 0 0 0 0,-1 0-1 0 0,0 1 1 0 0,-1 0 0 0 0,0 1 0 0 0,0 0 0 0 0,0 0 0 0 0,-1 1-1 0 0,0-1 1 0 0,8 17 0 0 0,-13-22 5 0 0,0 1 0 0 0,-1-1 0 0 0,1 1 0 0 0,-1 0 0 0 0,0-1 0 0 0,0 1 0 0 0,0 0 0 0 0,-1-1 0 0 0,1 1 0 0 0,-1 0 0 0 0,0 0 0 0 0,0 0 0 0 0,0-1 0 0 0,-1 1 0 0 0,1 0 0 0 0,-1 0 0 0 0,0 0 0 0 0,-2 6 0 0 0,0-5-1 0 0,0 0 0 0 0,0 0 0 0 0,0 0 1 0 0,-1-1-1 0 0,0 1 0 0 0,0-1 0 0 0,0 0 1 0 0,0 0-1 0 0,-1 0 0 0 0,1-1 0 0 0,-8 5 0 0 0,-4 1 11 0 0,-2-1-1 0 0,1 0 1 0 0,-1-1-1 0 0,0 0 1 0 0,-1-2-1 0 0,-28 5 1 0 0,17-5-124 0 0,0-2 1 0 0,-1-1 0 0 0,-47-4-1 0 0,6-7-5114 0 0,46 0-6539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22 131 432 0 0,'4'-8'2150'0'0,"1"0"-1"0"0,0 0 1 0 0,11-13 0 0 0,-3 3-624 0 0,38-48 3426 0 0,-51 65-4778 0 0,1 3-137 0 0,0 0 1 0 0,-1 0 0 0 0,1 0-1 0 0,-1 0 1 0 0,0 0 0 0 0,0 1-1 0 0,0-1 1 0 0,0 0 0 0 0,0 0-1 0 0,-1 0 1 0 0,1 0 0 0 0,0 1-1 0 0,-1-1 1 0 0,0 0 0 0 0,1 0-1 0 0,-1 0 1 0 0,-1 2 0 0 0,-36 102 522 0 0,-25 120 0 0 0,61-215-1102 0 0,-7 42-1786 0 0,9-49 1369 0 0,0 0 1 0 0,0 0-1 0 0,0 0 1 0 0,1 0-1 0 0,0-1 1 0 0,1 7-1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5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0 156 536 0 0,'11'-15'2387'0'0,"-4"5"-850"0"0,1 1-1 0 0,-1 0 1 0 0,1 0-1 0 0,13-10 1 0 0,-19 18-1058 0 0,7 4 364 0 0,-8-3-805 0 0,-1 0 1 0 0,1 0 0 0 0,0 0-1 0 0,-1 0 1 0 0,1 1 0 0 0,0-1-1 0 0,-1 0 1 0 0,1 0 0 0 0,0 1-1 0 0,-1-1 1 0 0,1 0 0 0 0,-1 1-1 0 0,1-1 1 0 0,0 0 0 0 0,-1 1-1 0 0,1-1 1 0 0,-1 1 0 0 0,1-1-1 0 0,-1 1 1 0 0,1-1 0 0 0,-1 1-1 0 0,1 0 1 0 0,1 4 105 0 0,-1-1-1 0 0,1 1 1 0 0,-1 0-1 0 0,0 0 1 0 0,0-1 0 0 0,0 1-1 0 0,-1 0 1 0 0,0 0-1 0 0,0 9 1 0 0,-8 45 427 0 0,8-57-554 0 0,-39 175 794 0 0,35-166-661 0 0,0-14 28 0 0,1-15-71 0 0,10-11-88 0 0,2 0-1 0 0,0 1 1 0 0,2 1-1 0 0,1-1 0 0 0,1 2 1 0 0,24-37-1 0 0,-26 45-20 0 0,1 1-1 0 0,1 0 1 0 0,0 0 0 0 0,26-23-1 0 0,-35 36 11 0 0,0 0 0 0 0,1 0-1 0 0,0 1 1 0 0,0 0 0 0 0,0-1-1 0 0,0 1 1 0 0,0 1 0 0 0,0-1 0 0 0,1 1-1 0 0,0 0 1 0 0,-1 0 0 0 0,1 1-1 0 0,0 0 1 0 0,0 0 0 0 0,-1 0 0 0 0,1 1-1 0 0,0-1 1 0 0,0 1 0 0 0,0 1-1 0 0,11 1 1 0 0,-12 0 31 0 0,0-1 0 0 0,-1 1 0 0 0,1 1 0 0 0,-1-1-1 0 0,1 1 1 0 0,-1 0 0 0 0,0 0 0 0 0,0 0 0 0 0,0 0 0 0 0,0 0 0 0 0,-1 1 0 0 0,0 0-1 0 0,1 0 1 0 0,-1 0 0 0 0,-1 0 0 0 0,1 0 0 0 0,0 1 0 0 0,-1-1 0 0 0,0 1-1 0 0,0 0 1 0 0,-1 0 0 0 0,1-1 0 0 0,-1 1 0 0 0,1 6 0 0 0,1 5 47 0 0,-1 1 1 0 0,-1 0 0 0 0,0-1 0 0 0,-1 1 0 0 0,-4 32-1 0 0,-23 92 24 0 0,11-83-2583 0 0,8-39-5051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5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177 134 344 0 0,'-50'-44'5385'0'0,"29"23"-3501"0"0,-1 2-1 0 0,-38-25 1 0 0,59 43-1849 0 0,0 1-1 0 0,0-1 1 0 0,0 1 0 0 0,0-1 0 0 0,0 1 0 0 0,1-1-1 0 0,-2 1 1 0 0,1 0 0 0 0,0-1 0 0 0,0 1 0 0 0,0 0-1 0 0,0 0 1 0 0,0 0 0 0 0,0 0 0 0 0,-2 0 0 0 0,3 0-51 0 0,-1 0 1 0 0,1 0 0 0 0,0 1 0 0 0,-1-1-1 0 0,1 0 1 0 0,0 0 0 0 0,-1 1-1 0 0,1-1 1 0 0,0 0 0 0 0,-1 0 0 0 0,1 1-1 0 0,0-1 1 0 0,0 0 0 0 0,-1 1-1 0 0,1-1 1 0 0,0 1 0 0 0,0-1-1 0 0,0 0 1 0 0,0 1 0 0 0,0-1 0 0 0,-1 0-1 0 0,1 1 1 0 0,0-1 0 0 0,0 1-1 0 0,0-1 1 0 0,0 1 0 0 0,0 3-738 0 0,1-1 0 0 0,-1 1 0 0 0,0-1 0 0 0,1 1 0 0 0,0-1 0 0 0,2 6 0 0 0,2 3-3096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181 107 1476 0 0,'5'-71'11543'0'0,"-2"43"-9026"0"0,-3 26-2124 0 0,1-4 882 0 0,1 18-1064 0 0,-1-1 1 0 0,0 1-1 0 0,-1-1 0 0 0,0 1 1 0 0,-3 21-1 0 0,-16 63 106 0 0,9-53-188 0 0,-129 484-1199 0 0,123-476-3538 0 0,9-37 765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123 257 40 0 0,'2'-17'1392'0'0,"1"-1"1"0"0,1 1-1 0 0,0 0 1 0 0,1 0-1 0 0,1 0 0 0 0,1 1 1 0 0,10-18-1 0 0,-13 26-1182 0 0,1 1 0 0 0,0 0 0 0 0,1 0-1 0 0,0 0 1 0 0,0 1 0 0 0,0 0 0 0 0,0 0 0 0 0,1 1 0 0 0,0-1 0 0 0,1 2 0 0 0,-1-1-1 0 0,1 1 1 0 0,-1 0 0 0 0,1 0 0 0 0,1 1 0 0 0,12-4 0 0 0,-10 5-120 0 0,0 0 0 0 0,1 0 0 0 0,-1 1 0 0 0,1 0 1 0 0,0 1-1 0 0,-1 1 0 0 0,1 0 0 0 0,-1 0 0 0 0,1 1 1 0 0,-1 0-1 0 0,12 5 0 0 0,-15-5-69 0 0,0 1-1 0 0,0 1 1 0 0,-1-1-1 0 0,0 1 1 0 0,0 1 0 0 0,0-1-1 0 0,0 1 1 0 0,0 0 0 0 0,-1 1-1 0 0,0 0 1 0 0,0-1-1 0 0,-1 2 1 0 0,0-1 0 0 0,0 1-1 0 0,0 0 1 0 0,3 7-1 0 0,-6-11-9 0 0,-1 0-1 0 0,0 0 1 0 0,0 0-1 0 0,0 0 0 0 0,0 0 1 0 0,0 1-1 0 0,-1-1 0 0 0,0 0 1 0 0,1 0-1 0 0,-1 0 0 0 0,0 1 1 0 0,-1-1-1 0 0,1 0 1 0 0,-1 0-1 0 0,-1 6 0 0 0,0-3 2 0 0,0-1-1 0 0,0 0 1 0 0,-1 1-1 0 0,0-1 1 0 0,0 0-1 0 0,-1 0 1 0 0,1-1 0 0 0,-5 6-1 0 0,-4 1 5 0 0,0 0 0 0 0,0-1-1 0 0,-1-1 1 0 0,0 1 0 0 0,-21 10 0 0 0,2-5 9 0 0,-1 0 0 0 0,0-3 0 0 0,-54 14 1 0 0,25-12 58 0 0,-68 5 1 0 0,125-19-75 0 0,1 0 0 0 0,-1 0 0 0 0,0 0 0 0 0,0 0 0 0 0,0-1-1 0 0,0 0 1 0 0,-8-2 0 0 0,3 0-4 0 0,10 3-6 0 0,0 0 1 0 0,0 0 0 0 0,-1 0-1 0 0,1-1 1 0 0,0 1-1 0 0,0 0 1 0 0,0 0-1 0 0,0 0 1 0 0,-1-1-1 0 0,1 1 1 0 0,0 0 0 0 0,0 0-1 0 0,0-1 1 0 0,0 1-1 0 0,0 0 1 0 0,0 0-1 0 0,0-1 1 0 0,0 1-1 0 0,-1 0 1 0 0,1 0 0 0 0,0-1-1 0 0,0 1 1 0 0,0 0-1 0 0,0 0 1 0 0,0-1-1 0 0,0 1 1 0 0,1 0 0 0 0,-1 0-1 0 0,0-1 1 0 0,0 1-1 0 0,0 0 1 0 0,0 0-1 0 0,0-1 1 0 0,0 1-1 0 0,0 0 1 0 0,0 0 0 0 0,1 0-1 0 0,-1-1 1 0 0,0 1-1 0 0,0 0 1 0 0,0 0-1 0 0,0 0 1 0 0,1-1-1 0 0,-1 1 1 0 0,0 0 0 0 0,0 0-1 0 0,1 0 1 0 0,-1 0-1 0 0,7 1 60 0 0,0 0 0 0 0,-1 1-1 0 0,1 1 1 0 0,-1-1 0 0 0,1 1-1 0 0,-1 0 1 0 0,0 0 0 0 0,0 1 0 0 0,0-1-1 0 0,-1 1 1 0 0,1 1 0 0 0,7 6-1 0 0,9 12 495 0 0,29 36 0 0 0,-34-39-375 0 0,161 174 795 0 0,-147-165-904 0 0,1-1 0 0 0,1-2 0 0 0,2-2 1 0 0,45 25-1 0 0,-78-48-80 0 0,13 8 38 0 0,0-2 0 0 0,1 0 0 0 0,-1 0 0 0 0,19 4 0 0 0,-29-10-185 0 0,0 0 0 0 0,0 0 0 0 0,0-1 0 0 0,1 0-1 0 0,-1 0 1 0 0,0 0 0 0 0,0 0 0 0 0,1-1 0 0 0,-1 0 0 0 0,0 0 0 0 0,0 0-1 0 0,0 0 1 0 0,0-1 0 0 0,0 0 0 0 0,0 0 0 0 0,0-1 0 0 0,7-4 0 0 0,4-5-1964 0 0,23-21 1 0 0,-6-1-3534 0 0,-14 12 337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69 852 0 0,'-11'-33'8967'0'0,"-2"-3"-2044"0"0,12 53-6612 0 0,-1-1 1 0 0,-1 1-1 0 0,-1-1 1 0 0,-7 22 0 0 0,5-18-182 0 0,-31 91 175 0 0,-4 13-610 0 0,23-40-2879 0 0,17-81 2590 0 0,1 0 1 0 0,0 0-1 0 0,0 0 1 0 0,0 0-1 0 0,0 0 1 0 0,0 0-1 0 0,0 1 0 0 0,1-1 1 0 0,0 0-1 0 0,-1-1 1 0 0,1 1-1 0 0,2 4 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217 107 1360 0 0,'12'-21'2636'0'0,"-7"14"-1558"0"0,-1 0 1 0 0,0 0-1 0 0,0-1 0 0 0,-1 1 1 0 0,4-15-1 0 0,-6 21-1015 0 0,-1 0-1 0 0,0 0 0 0 0,0 0 1 0 0,0 0-1 0 0,0 0 1 0 0,0 0-1 0 0,0 0 0 0 0,0 0 1 0 0,-1 0-1 0 0,1 0 0 0 0,0 0 1 0 0,0 0-1 0 0,-1 1 0 0 0,1-1 1 0 0,-1 0-1 0 0,1 0 1 0 0,0 0-1 0 0,-1 0 0 0 0,0 1 1 0 0,1-1-1 0 0,-1 0 0 0 0,1 0 1 0 0,-1 1-1 0 0,0-1 1 0 0,0 1-1 0 0,1-1 0 0 0,-1 0 1 0 0,0 1-1 0 0,0-1 0 0 0,0 1 1 0 0,0 0-1 0 0,1-1 0 0 0,-1 1 1 0 0,0 0-1 0 0,0-1 1 0 0,0 1-1 0 0,0 0 0 0 0,0 0 1 0 0,0 0-1 0 0,0 0 0 0 0,0 0 1 0 0,0 0-1 0 0,-1 0 1 0 0,-4 0 73 0 0,-1 0 0 0 0,0 1 0 0 0,1 0 1 0 0,-12 2-1 0 0,3 1 23 0 0,-1 2 0 0 0,1-1 0 0 0,-1 2 1 0 0,-16 10-1 0 0,25-14-130 0 0,0 2-1 0 0,1-1 1 0 0,-1 1 0 0 0,1 0 0 0 0,0 0 0 0 0,0 0 0 0 0,1 1 0 0 0,0 0 0 0 0,0 0-1 0 0,-8 12 1 0 0,13-15-20 0 0,-1-1-1 0 0,0 0 0 0 0,1 0 0 0 0,-1 1 0 0 0,1-1 0 0 0,-1 0 0 0 0,1 1 1 0 0,0-1-1 0 0,0 0 0 0 0,0 1 0 0 0,1-1 0 0 0,-1 0 0 0 0,0 1 0 0 0,1-1 0 0 0,0 0 1 0 0,-1 1-1 0 0,1-1 0 0 0,0 0 0 0 0,0 0 0 0 0,0 0 0 0 0,1 0 0 0 0,-1 0 1 0 0,0 0-1 0 0,1 0 0 0 0,-1 0 0 0 0,3 2 0 0 0,6 6 7 0 0,0-1-1 0 0,1 0 1 0 0,16 11-1 0 0,-10-7-20 0 0,2 1 68 0 0,42 38 36 0 0,-55-46 72 0 0,0 0 0 0 0,0 1-1 0 0,-1 0 1 0 0,0 0 0 0 0,0 0-1 0 0,-1 1 1 0 0,5 8 0 0 0,-8-13-100 0 0,0-1 0 0 0,0 1 0 0 0,-1-1-1 0 0,1 1 1 0 0,0-1 0 0 0,-1 1 0 0 0,0 0 0 0 0,1-1 0 0 0,-1 1 0 0 0,0 0 0 0 0,0-1 0 0 0,-1 1-1 0 0,1 0 1 0 0,0-1 0 0 0,-1 1 0 0 0,0-1 0 0 0,1 1 0 0 0,-1-1 0 0 0,0 1 0 0 0,-2 2 0 0 0,1-2 4 0 0,-1 1 1 0 0,1-1-1 0 0,-1 0 1 0 0,0 0-1 0 0,0 0 1 0 0,0-1 0 0 0,0 1-1 0 0,-1-1 1 0 0,1 0-1 0 0,-1 0 1 0 0,1 0 0 0 0,-6 2-1 0 0,2-1-313 0 0,0 0 0 0 0,-1-1 0 0 0,1 0 1 0 0,-1 0-1 0 0,1-1 0 0 0,-1 0 0 0 0,0 0 0 0 0,0-1 0 0 0,0 0 0 0 0,1 0 0 0 0,-1-1 0 0 0,0 0 0 0 0,-12-3 0 0 0,13 1-897 0 0,1 0-1 0 0,-1 0 0 0 0,1 0 1 0 0,0-1-1 0 0,-1 0 0 0 0,-5-6 1 0 0,-5-5-4391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3 121 2128 0 0,'-2'-120'12639'0'0,"18"123"-13545"0"0,9 23-5848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8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374 139 2176 0 0,'2'-5'658'0'0,"1"0"0"0"0,-1 0 0 0 0,0 0 0 0 0,0 0 1 0 0,0-1-1 0 0,-1 1 0 0 0,0 0 0 0 0,0-1 0 0 0,-1 1 0 0 0,1-1 0 0 0,-1 1 0 0 0,-1-8 0 0 0,1 10-535 0 0,0 0-1 0 0,-1 0 1 0 0,0 0 0 0 0,0 0-1 0 0,0 0 1 0 0,0 0-1 0 0,0 0 1 0 0,0 1 0 0 0,-1-1-1 0 0,1 0 1 0 0,-1 1-1 0 0,0-1 1 0 0,0 1 0 0 0,0 0-1 0 0,0 0 1 0 0,0-1 0 0 0,0 1-1 0 0,-1 1 1 0 0,1-1-1 0 0,-1 0 1 0 0,1 1 0 0 0,-1-1-1 0 0,-4-1 1 0 0,4 2-83 0 0,-1 0 0 0 0,1 0 0 0 0,-1 1 0 0 0,1 0 0 0 0,-1-1 0 0 0,1 1 0 0 0,-1 1 0 0 0,1-1 0 0 0,-1 0 0 0 0,1 1 0 0 0,-1 0 0 0 0,1-1 1 0 0,-1 1-1 0 0,1 1 0 0 0,0-1 0 0 0,-6 3 0 0 0,-5 4 57 0 0,1 0 0 0 0,-17 13 0 0 0,25-18-68 0 0,-18 15 44 0 0,0 1 1 0 0,2 1 0 0 0,0 1 0 0 0,-25 32-1 0 0,35-38-62 0 0,0 1 0 0 0,1 0 0 0 0,1 0 0 0 0,0 1 0 0 0,1 0 0 0 0,1 1 0 0 0,-9 35 0 0 0,14-48-5 0 0,1 0 0 0 0,0 0 0 0 0,1 0 0 0 0,-1 1-1 0 0,1-1 1 0 0,0 0 0 0 0,1 0 0 0 0,-1 0-1 0 0,1 1 1 0 0,0-1 0 0 0,0 0 0 0 0,0 0 0 0 0,1 0-1 0 0,0 0 1 0 0,0-1 0 0 0,0 1 0 0 0,1 0 0 0 0,-1-1-1 0 0,1 0 1 0 0,0 1 0 0 0,0-1 0 0 0,1 0-1 0 0,-1 0 1 0 0,1-1 0 0 0,0 1 0 0 0,0-1 0 0 0,0 0-1 0 0,0 0 1 0 0,1 0 0 0 0,7 3 0 0 0,-9-4 2 0 0,1-1 1 0 0,-1 0 0 0 0,0 0-1 0 0,0-1 1 0 0,1 1 0 0 0,-1-1-1 0 0,0 1 1 0 0,1-1 0 0 0,-1 0-1 0 0,0 0 1 0 0,1 0 0 0 0,-1-1-1 0 0,0 1 1 0 0,1-1 0 0 0,4-2-1 0 0,-2 1 4 0 0,-1 0-1 0 0,0-1 1 0 0,0 0-1 0 0,0 0 0 0 0,0-1 1 0 0,0 1-1 0 0,-1-1 1 0 0,6-6-1 0 0,4-6 12 0 0,-1-1-1 0 0,0 0 1 0 0,17-34 0 0 0,-29 50-23 0 0,56-111 53 0 0,11-17 550 0 0,-68 129-599 0 0,0-1-1 0 0,0 1 1 0 0,1-1 0 0 0,-1 1 0 0 0,0-1 0 0 0,1 0-1 0 0,-1 1 1 0 0,0-1 0 0 0,1 1 0 0 0,-1 0 0 0 0,1-1-1 0 0,-1 1 1 0 0,1-1 0 0 0,-1 1 0 0 0,1 0 0 0 0,-1-1-1 0 0,1 1 1 0 0,-1 0 0 0 0,1-1 0 0 0,-1 1-1 0 0,1 0 1 0 0,0 0 0 0 0,-1 0 0 0 0,1 0 0 0 0,0 0-1 0 0,-1-1 1 0 0,1 1 0 0 0,0 0 0 0 0,0 1-1 0 0,0-1 1 0 0,0 1 0 0 0,0-1-1 0 0,0 1 1 0 0,0 0-1 0 0,0-1 1 0 0,0 1 0 0 0,-1 0-1 0 0,1 0 1 0 0,0-1-1 0 0,0 1 1 0 0,-1 0 0 0 0,1 0-1 0 0,0 2 1 0 0,14 33 60 0 0,10 73 9 0 0,-10-35-39 0 0,-12-63-105 0 0,-2-2-218 0 0,1-1 1 0 0,0 0-1 0 0,0 0 0 0 0,1 0 1 0 0,0 0-1 0 0,0 0 1 0 0,1 0-1 0 0,0-1 1 0 0,0 0-1 0 0,1 1 0 0 0,5 5 1 0 0,-8-12 147 0 0,-1 0-1 0 0,0 0 1 0 0,1-1 0 0 0,-1 1 0 0 0,0-1 0 0 0,1 1 0 0 0,-1-1-1 0 0,1 1 1 0 0,-1-1 0 0 0,0 0 0 0 0,1 1 0 0 0,-1-1-1 0 0,1 0 1 0 0,-1 0 0 0 0,1 0 0 0 0,-1 0 0 0 0,1-1 0 0 0,-1 1-1 0 0,1 0 1 0 0,1-1 0 0 0,1 0-65 0 0,0 0 0 0 0,-1 0 0 0 0,1-1-1 0 0,0 1 1 0 0,-1-1 0 0 0,6-3 0 0 0,1-3 42 0 0,-1 0 0 0 0,0-1 0 0 0,0 0 0 0 0,-1 0 0 0 0,0-1 0 0 0,10-16 0 0 0,33-69 1053 0 0,-40 71-205 0 0,1 0 0 0 0,1 1 0 0 0,28-38 1 0 0,-39 58-613 0 0,0 1 0 0 0,0-1 1 0 0,0 1-1 0 0,1 0 0 0 0,-1 0 0 0 0,1 0 1 0 0,-1 0-1 0 0,1 0 0 0 0,0 1 1 0 0,-1-1-1 0 0,1 1 0 0 0,0 0 0 0 0,0-1 1 0 0,0 1-1 0 0,0 1 0 0 0,0-1 0 0 0,0 0 1 0 0,5 0-1 0 0,-4 2 3 0 0,-1-1 1 0 0,1 1-1 0 0,0-1 1 0 0,-1 1-1 0 0,1 0 1 0 0,-1 1-1 0 0,1-1 1 0 0,-1 1-1 0 0,1-1 0 0 0,-1 1 1 0 0,0 0-1 0 0,0 0 1 0 0,4 4-1 0 0,3 3 68 0 0,-1 0 0 0 0,0 1 0 0 0,0 0 0 0 0,-1 0 0 0 0,-1 1 0 0 0,0 0 0 0 0,9 19 0 0 0,-11-18-83 0 0,-1-1 0 0 0,0 0 1 0 0,-1 1-1 0 0,0 0 1 0 0,-1 0-1 0 0,0 0 0 0 0,-1 0 1 0 0,0 22-1 0 0,-1-33-48 0 0,0 1 1 0 0,0-1-1 0 0,0 0 0 0 0,0 0 0 0 0,0 1 0 0 0,0-1 1 0 0,-1 0-1 0 0,1 0 0 0 0,0 1 0 0 0,-1-1 1 0 0,1 0-1 0 0,-1 0 0 0 0,1 0 0 0 0,-1 0 0 0 0,1 0 1 0 0,-1 1-1 0 0,0-1 0 0 0,0 0 0 0 0,0 0 1 0 0,1-1-1 0 0,-1 1 0 0 0,0 0 0 0 0,0 0 1 0 0,0 0-1 0 0,0-1 0 0 0,0 1 0 0 0,-1 0 0 0 0,1-1 1 0 0,0 1-1 0 0,0-1 0 0 0,-2 1 0 0 0,2-1-8 0 0,0 0 1 0 0,-1 0-1 0 0,1-1 0 0 0,0 1 0 0 0,0-1 0 0 0,0 1 0 0 0,0 0 1 0 0,0-1-1 0 0,0 0 0 0 0,0 1 0 0 0,0-1 0 0 0,1 0 0 0 0,-1 1 0 0 0,0-1 1 0 0,0 0-1 0 0,0 0 0 0 0,1 0 0 0 0,-1 1 0 0 0,0-1 0 0 0,1 0 0 0 0,-1 0 1 0 0,1 0-1 0 0,-1 0 0 0 0,1 0 0 0 0,0 0 0 0 0,-1 0 0 0 0,1-1 0 0 0,0 1 1 0 0,0 0-1 0 0,0 0 0 0 0,-1 0 0 0 0,1-1 0 0 0,0-9 3 0 0,0 1 1 0 0,0-1-1 0 0,1 1 0 0 0,0 0 0 0 0,1-1 0 0 0,0 1 1 0 0,1 0-1 0 0,0 0 0 0 0,0 0 0 0 0,9-16 1 0 0,-3 8-18 0 0,2 1 0 0 0,-1 0 0 0 0,2 0 1 0 0,21-23-1 0 0,-26 32 3 0 0,1 0 0 0 0,0 0 0 0 0,1 1 0 0 0,0 0 0 0 0,0 1 0 0 0,1 0-1 0 0,-1 0 1 0 0,1 1 0 0 0,0 0 0 0 0,19-5 0 0 0,-24 8 23 0 0,0 1 0 0 0,0 0 0 0 0,0 1 0 0 0,0-1 0 0 0,0 1 0 0 0,1 0 1 0 0,-1 0-1 0 0,0 0 0 0 0,0 1 0 0 0,0 0 0 0 0,1 0 0 0 0,-1 0 0 0 0,0 1 0 0 0,-1-1 0 0 0,1 1 0 0 0,0 0 0 0 0,0 1 0 0 0,-1-1 0 0 0,1 1 0 0 0,-1 0 0 0 0,0 0 0 0 0,0 1 0 0 0,0-1 0 0 0,0 1 0 0 0,3 4 0 0 0,-2-2 37 0 0,0 0 0 0 0,-1 1 0 0 0,0 0-1 0 0,0 0 1 0 0,0 0 0 0 0,-1 0 0 0 0,0 1 0 0 0,0-1-1 0 0,-1 1 1 0 0,0 0 0 0 0,0 0 0 0 0,-1 0 0 0 0,0 0-1 0 0,-1 13 1 0 0,-1 6 29 0 0,-1 1 1 0 0,-12 51-1 0 0,4-28-283 0 0,10-50 42 0 0,0 1 0 0 0,0-1-1 0 0,0 0 1 0 0,0 0-1 0 0,0 0 1 0 0,0 0 0 0 0,0 1-1 0 0,1-1 1 0 0,-1 0 0 0 0,1 0-1 0 0,-1 0 1 0 0,1 0 0 0 0,-1 0-1 0 0,1 0 1 0 0,-1 0 0 0 0,1 0-1 0 0,0 0 1 0 0,0 0 0 0 0,-1 0-1 0 0,1-1 1 0 0,0 1 0 0 0,0 0-1 0 0,1 0 1 0 0,-1 0-164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328 143 852 0 0,'-6'-3'919'0'0,"-4"-1"631"0"0,-1 0 0 0 0,1 1 0 0 0,-16-4-1 0 0,22 7-1317 0 0,0-1-1 0 0,-1 1 0 0 0,1 0 0 0 0,0 0 0 0 0,0 1 0 0 0,-1-1 0 0 0,1 1 0 0 0,0 0 1 0 0,0 0-1 0 0,0 0 0 0 0,0 1 0 0 0,-6 2 0 0 0,-5 5 54 0 0,0 0 1 0 0,1 1-1 0 0,0 0 0 0 0,1 1 1 0 0,0 0-1 0 0,0 1 1 0 0,1 1-1 0 0,-12 17 0 0 0,15-18-226 0 0,0 0 0 0 0,1 0 0 0 0,1 1 0 0 0,0 0 0 0 0,1 1 0 0 0,0 0 0 0 0,1 0 0 0 0,1 0 0 0 0,-5 28 0 0 0,8-37-22 0 0,1 1 0 0 0,-1-1 0 0 0,1 1 1 0 0,1-1-1 0 0,-1 0 0 0 0,1 1 0 0 0,0-1 0 0 0,0 0 0 0 0,1 1 0 0 0,-1-1 0 0 0,1 0 0 0 0,0 0 0 0 0,1 0 0 0 0,-1 0 0 0 0,1-1 0 0 0,4 7 0 0 0,-2-5-2 0 0,0-1 1 0 0,1 1-1 0 0,0-1 0 0 0,0 0 0 0 0,0-1 0 0 0,0 1 0 0 0,1-1 1 0 0,0 0-1 0 0,0-1 0 0 0,12 5 0 0 0,-8-4 19 0 0,1-1 0 0 0,-1 0 0 0 0,1 0 1 0 0,0-1-1 0 0,0-1 0 0 0,0 0 0 0 0,0-1 0 0 0,0 0 0 0 0,1-1 0 0 0,-1 0 1 0 0,0-1-1 0 0,-1 0 0 0 0,1-1 0 0 0,20-7 0 0 0,-25 7-29 0 0,0-1 1 0 0,0 0-1 0 0,-1-1 1 0 0,1 1-1 0 0,-1-1 0 0 0,0 0 1 0 0,0-1-1 0 0,-1 0 0 0 0,1 0 1 0 0,-1 0-1 0 0,-1 0 0 0 0,1-1 1 0 0,-1 0-1 0 0,6-12 1 0 0,-6 8-16 0 0,0 0 1 0 0,0 0 0 0 0,-1-1 0 0 0,-1 0-1 0 0,0 1 1 0 0,0-1 0 0 0,-1 0 0 0 0,-1 0 0 0 0,-1-17-1 0 0,0 15-13 0 0,-1 0-1 0 0,-1 0 0 0 0,0 0 1 0 0,-1 1-1 0 0,0-1 0 0 0,-1 1 0 0 0,-13-24 1 0 0,14 29 0 0 0,-1 0 0 0 0,-1 0 1 0 0,0 0-1 0 0,0 0 0 0 0,0 1 1 0 0,-1 0-1 0 0,0 1 0 0 0,0-1 1 0 0,-1 1-1 0 0,0 1 0 0 0,-13-8 1 0 0,13 9-1 0 0,0 1 1 0 0,0 1 0 0 0,0-1-1 0 0,0 2 1 0 0,0-1 0 0 0,-1 1-1 0 0,1 0 1 0 0,-1 0 0 0 0,1 1-1 0 0,-1 1 1 0 0,-9 0 0 0 0,12 0 3 0 0,0 0-1 0 0,1 0 1 0 0,-1 1 0 0 0,0-1 0 0 0,1 1-1 0 0,-1 0 1 0 0,1 1 0 0 0,-1-1 0 0 0,1 1-1 0 0,0 0 1 0 0,0 0 0 0 0,0 1 0 0 0,1-1-1 0 0,-1 1 1 0 0,1 0 0 0 0,-7 9-1 0 0,10-12-14 0 0,0 0 0 0 0,0 1 0 0 0,0-1-1 0 0,1 1 1 0 0,-1-1 0 0 0,0 1-1 0 0,0 0 1 0 0,1-1 0 0 0,-1 1-1 0 0,1 0 1 0 0,0-1 0 0 0,-1 1-1 0 0,1 0 1 0 0,0-1 0 0 0,0 1-1 0 0,0 0 1 0 0,0 0 0 0 0,0-1-1 0 0,1 1 1 0 0,-1 0 0 0 0,0-1-1 0 0,2 3 1 0 0,-1-1-76 0 0,1-1 0 0 0,-1 1 0 0 0,1 0 0 0 0,0-1 0 0 0,0 0 0 0 0,0 0 0 0 0,0 1 0 0 0,0-1 0 0 0,1 0 0 0 0,-1-1 0 0 0,5 4 0 0 0,5 1-347 0 0,0 0 1 0 0,1-1-1 0 0,-1 0 1 0 0,20 5-1 0 0,1-3-56 0 0,1 0 0 0 0,0-2 0 0 0,0-2 0 0 0,0-1 0 0 0,0-1 0 0 0,1-2 0 0 0,54-9 0 0 0,-64 5 503 0 0,-1 0 1 0 0,1-1-1 0 0,-1-2 1 0 0,-1 0-1 0 0,1-2 1 0 0,-2 0 0 0 0,1-2-1 0 0,-1 0 1 0 0,-1-2-1 0 0,0 0 1 0 0,19-18-1 0 0,-21 12 637 0 0,19-23-1 0 0,5-6 804 0 0,-42 48-1427 0 0,-1 1-1 0 0,0 0 1 0 0,0-1-1 0 0,0 1 1 0 0,1-1-1 0 0,-1 1 1 0 0,0 0-1 0 0,1-1 1 0 0,-1 1 0 0 0,0 0-1 0 0,1 0 1 0 0,-1-1-1 0 0,0 1 1 0 0,1 0-1 0 0,-1 0 1 0 0,0-1-1 0 0,1 1 1 0 0,-1 0-1 0 0,1 0 1 0 0,-1 0-1 0 0,1 0 1 0 0,-1 0-1 0 0,0 0 1 0 0,1 0-1 0 0,-1 0 1 0 0,1 0-1 0 0,-1 0 1 0 0,1 0-1 0 0,-1 0 1 0 0,1 0-1 0 0,-1 0 1 0 0,0 0-1 0 0,1 0 1 0 0,-1 0-1 0 0,1 0 1 0 0,0 1-1 0 0,-1 0 32 0 0,1 0 0 0 0,-1 0-1 0 0,1 0 1 0 0,-1 0 0 0 0,1 1 0 0 0,-1-1-1 0 0,0 0 1 0 0,0 0 0 0 0,0 1 0 0 0,1-1-1 0 0,-1 0 1 0 0,-1 2 0 0 0,-3 42 1040 0 0,4-44-1043 0 0,-80 362 5093 0 0,15-85-3087 0 0,30-82-632 0 0,-17 295 1 0 0,49-406-1194 0 0,-8 115 506 0 0,5-176-515 0 0,6-23-217 0 0,-1 0-1 0 0,1-1 1 0 0,0 1-1 0 0,0-1 1 0 0,-1 1-1 0 0,1 0 1 0 0,0-1 0 0 0,-1 1-1 0 0,1-1 1 0 0,0 1-1 0 0,-1-1 1 0 0,1 1-1 0 0,-1-1 1 0 0,1 1 0 0 0,-1-1-1 0 0,1 1 1 0 0,-1-1-1 0 0,1 0 1 0 0,-1 1-1 0 0,0-1 1 0 0,1 0 0 0 0,-1 1-1 0 0,1-1 1 0 0,-1 0-1 0 0,0 0 1 0 0,1 0-1 0 0,-1 0 1 0 0,0 0 0 0 0,1 1-1 0 0,-1-1 1 0 0,0 0-1 0 0,1-1 1 0 0,-1 1-1 0 0,0 0 1 0 0,1 0 0 0 0,-1 0-1 0 0,-1 0 1 0 0,-6-5-169 0 0,-1 0 0 0 0,1 0 1 0 0,0-1-1 0 0,1 1 0 0 0,-1-2 1 0 0,1 1-1 0 0,0-1 0 0 0,1 0 1 0 0,-1-1-1 0 0,2 1 0 0 0,-1-1 1 0 0,-8-17-1 0 0,4 7-740 0 0,2 0 1 0 0,0 0-1 0 0,1-1 0 0 0,1 1 1 0 0,-6-32-1 0 0,7 16-1605 0 0,2-1 0 0 0,2 1 0 0 0,3-46 0 0 0,3 21-3365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0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92 1220 0 0,'10'-9'1219'0'0,"3"-4"484"0"0,0 2 1 0 0,1-1-1 0 0,30-18 1 0 0,-38 27-1444 0 0,-1 1 0 0 0,0 0 0 0 0,1 0 0 0 0,0 0 0 0 0,-1 0 0 0 0,1 1 1 0 0,0 0-1 0 0,0 0 0 0 0,0 1 0 0 0,0-1 0 0 0,-1 1 0 0 0,1 1 0 0 0,0-1 0 0 0,0 1 0 0 0,0 0 0 0 0,8 3 1 0 0,-4-1 9 0 0,1 1 1 0 0,-1 0 0 0 0,0 1 0 0 0,0 1 0 0 0,-1-1-1 0 0,1 2 1 0 0,-1-1 0 0 0,0 1 0 0 0,-1 0 0 0 0,0 1-1 0 0,0 0 1 0 0,7 10 0 0 0,-9-10-167 0 0,0 0 0 0 0,-1 1 0 0 0,0-1 0 0 0,0 1 0 0 0,-1 0 0 0 0,0 0 0 0 0,-1 0 0 0 0,0 1 0 0 0,0-1 0 0 0,-1 1 1 0 0,0-1-1 0 0,-1 1 0 0 0,0 0 0 0 0,-1 12 0 0 0,0-17-80 0 0,-1 1 0 0 0,1 0 1 0 0,-2-1-1 0 0,1 1 0 0 0,-1-1 1 0 0,1 1-1 0 0,-1-1 0 0 0,-1 0 1 0 0,1 0-1 0 0,-1 0 0 0 0,0 0 1 0 0,0 0-1 0 0,-4 4 0 0 0,1-2 10 0 0,-1-1-1 0 0,1 0 0 0 0,-1 0 0 0 0,0 0 0 0 0,-1-1 0 0 0,1 0 1 0 0,-15 6-1 0 0,7-4-72 0 0,-1-1 1 0 0,1-1-1 0 0,-1 0 0 0 0,0-1 1 0 0,-1-1-1 0 0,1 0 1 0 0,-1-2-1 0 0,-26 1 0 0 0,33-3-390 0 0,-1 0 0 0 0,1 0 0 0 0,0-1 0 0 0,-11-4 0 0 0,-8-7-2516 0 0,26 11 2251 0 0,1 1-1 0 0,0-1 1 0 0,-1 0-1 0 0,1 0 1 0 0,0 0-1 0 0,0 0 1 0 0,0-1-1 0 0,-2-2 1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10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2636 0 0,'85'3'9422'0'0,"-82"-2"-9183"0"0,1 1 1 0 0,-1 0 0 0 0,0 0-1 0 0,0 0 1 0 0,0 0-1 0 0,0 1 1 0 0,0-1 0 0 0,0 1-1 0 0,-1 0 1 0 0,4 4-1 0 0,2 2 95 0 0,0-3-202 0 0,0 1-1 0 0,1-1 0 0 0,-1 0 0 0 0,1-1 1 0 0,1 0-1 0 0,-1-1 0 0 0,1 1 0 0 0,-1-2 1 0 0,1 1-1 0 0,0-2 0 0 0,1 1 0 0 0,13 0 1 0 0,-21-2-118 0 0,0-1 0 0 0,0 0 1 0 0,0 0-1 0 0,0 0 1 0 0,0 0-1 0 0,0 0 1 0 0,0-1-1 0 0,0 0 1 0 0,0 1-1 0 0,0-1 0 0 0,0 0 1 0 0,-1 0-1 0 0,1-1 1 0 0,0 1-1 0 0,0 0 1 0 0,-1-1-1 0 0,1 0 1 0 0,-1 0-1 0 0,0 0 1 0 0,1 0-1 0 0,-1 0 0 0 0,0 0 1 0 0,0 0-1 0 0,0-1 1 0 0,0 1-1 0 0,-1-1 1 0 0,1 1-1 0 0,-1-1 1 0 0,2-3-1 0 0,-1 0-12 0 0,1 0 0 0 0,-1 0 0 0 0,-1 0 0 0 0,1 0 0 0 0,-1 0 0 0 0,0-1 0 0 0,0 1 0 0 0,-1 0-1 0 0,0-1 1 0 0,0 1 0 0 0,0 0 0 0 0,-3-10 0 0 0,2 10-3 0 0,0 0 1 0 0,-1 1-1 0 0,0-1 0 0 0,0 1 0 0 0,0 0 0 0 0,-1 0 1 0 0,-4-8-1 0 0,5 10 0 0 0,0 1 1 0 0,0 0 0 0 0,0 0-1 0 0,0 1 1 0 0,-1-1-1 0 0,1 0 1 0 0,0 1-1 0 0,-1-1 1 0 0,0 1 0 0 0,1 0-1 0 0,-1 0 1 0 0,1 0-1 0 0,-1 0 1 0 0,0 0 0 0 0,0 1-1 0 0,0-1 1 0 0,-4 0-1 0 0,-4 1 2 0 0,0 0 0 0 0,0 1-1 0 0,0 0 1 0 0,0 1-1 0 0,0 0 1 0 0,0 0 0 0 0,1 1-1 0 0,-1 1 1 0 0,1 0 0 0 0,0 0-1 0 0,0 1 1 0 0,-16 10 0 0 0,16-8 4 0 0,-1 0 0 0 0,1 0 0 0 0,1 1 0 0 0,-1 0 0 0 0,1 1 0 0 0,1 0 0 0 0,0 1 0 0 0,0 0 0 0 0,1 0 0 0 0,-13 22 0 0 0,18-27-7 0 0,0-1-1 0 0,1 1 1 0 0,-1 0 0 0 0,1 0 0 0 0,0-1 0 0 0,0 1 0 0 0,0 0 0 0 0,1 0 0 0 0,0 0 0 0 0,0 0 0 0 0,0 0 0 0 0,0 0 0 0 0,1 0 0 0 0,0 0 0 0 0,0 0 0 0 0,0 0 0 0 0,3 7-1 0 0,-1-7 3 0 0,0 1-1 0 0,0-1 0 0 0,1 0 1 0 0,-1 0-1 0 0,1 0 0 0 0,0-1 1 0 0,0 1-1 0 0,1-1 0 0 0,-1 0 1 0 0,1 0-1 0 0,0 0 0 0 0,0-1 1 0 0,1 0-1 0 0,5 3 0 0 0,4 1-18 0 0,1 0 1 0 0,0-2-1 0 0,1 1 0 0 0,0-2 1 0 0,-1 0-1 0 0,1-2 0 0 0,0 1 0 0 0,0-2 1 0 0,1 0-1 0 0,-1-1 0 0 0,0-1 0 0 0,0-1 1 0 0,0 0-1 0 0,0-1 0 0 0,0-1 0 0 0,16-6 1 0 0,0-2-34 0 0,-1-1 0 0 0,0-2 0 0 0,-1-1 0 0 0,-1-2 0 0 0,0-1 1 0 0,51-43-1 0 0,-44 32-37 0 0,60-37 0 0 0,-96 66 88 0 0,0 1 0 0 0,1-1-1 0 0,-1 1 1 0 0,0 0-1 0 0,1-1 1 0 0,-1 1 0 0 0,0 0-1 0 0,1 0 1 0 0,-1 0 0 0 0,0 0-1 0 0,1 0 1 0 0,-1 0-1 0 0,0 0 1 0 0,1 0 0 0 0,-1 0-1 0 0,0 1 1 0 0,1-1-1 0 0,-1 1 1 0 0,0-1 0 0 0,1 1-1 0 0,-1-1 1 0 0,0 1-1 0 0,0 0 1 0 0,2 1 0 0 0,-1 0 2 0 0,1-1 0 0 0,-1 2 0 0 0,1-1 0 0 0,-1 0 0 0 0,0 0 0 0 0,0 1 1 0 0,0-1-1 0 0,0 1 0 0 0,2 3 0 0 0,3 10-13 0 0,-1 0-1 0 0,0 1 1 0 0,-2 0-1 0 0,1 0 1 0 0,2 32-1 0 0,-1 87 324 0 0,-6-134-156 0 0,0-4-128 0 0,1-7-15 0 0,-1 0 1 0 0,1 1-1 0 0,1-1 1 0 0,0 1-1 0 0,0 0 1 0 0,0-1-1 0 0,1 1 1 0 0,0 0-1 0 0,1 0 1 0 0,5-8-1 0 0,1-3-3 0 0,0-1-20 0 0,1 0 1 0 0,1 1-1 0 0,1 0 0 0 0,0 1 0 0 0,2 1 0 0 0,17-18 1 0 0,-24 27 4 0 0,0 0 1 0 0,1 1 0 0 0,0 0 0 0 0,0 1 0 0 0,1 0-1 0 0,-1 0 1 0 0,1 1 0 0 0,0 0 0 0 0,1 1 0 0 0,-1 0 0 0 0,1 1-1 0 0,0 0 1 0 0,0 1 0 0 0,14-2 0 0 0,-19 4 4 0 0,1 0 0 0 0,-1 0 1 0 0,0 0-1 0 0,1 1 0 0 0,-1 0 1 0 0,0 1-1 0 0,0-1 0 0 0,1 1 1 0 0,-1 0-1 0 0,0 1 0 0 0,-1-1 0 0 0,1 1 1 0 0,0 0-1 0 0,-1 1 0 0 0,0 0 1 0 0,0-1-1 0 0,0 1 0 0 0,0 1 1 0 0,0-1-1 0 0,-1 1 0 0 0,0 0 0 0 0,0 0 1 0 0,0 0-1 0 0,-1 1 0 0 0,4 6 1 0 0,-1-1-3 0 0,-1 1 0 0 0,-1 0-1 0 0,0 0 1 0 0,-1 0 0 0 0,0 1 0 0 0,-1-1 0 0 0,0 1 0 0 0,-1-1 0 0 0,0 1 0 0 0,-1-1 0 0 0,-3 24 0 0 0,-1-10-371 0 0,-3 32-1327 0 0,7-53 866 0 0,0 0 0 0 0,0 0 0 0 0,1 0 0 0 0,-1 0 0 0 0,1 0 0 0 0,0 0 0 0 0,1 0 0 0 0,2 8 0 0 0,2 0-3839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10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27 359 2156 0 0,'-17'-4'11700'0'0,"24"-3"-9853"0"0,19-14-976 0 0,18-18-852 0 0,-34 27-2 0 0,-1-1 1 0 0,0 1-1 0 0,-1-1 1 0 0,0-1-1 0 0,-1 1 1 0 0,7-20-1 0 0,-11 23-17 0 0,0 0-1 0 0,0 0 0 0 0,-1 1 1 0 0,-1-1-1 0 0,1-1 0 0 0,-2 1 0 0 0,1 0 1 0 0,-1 0-1 0 0,-1 0 0 0 0,-2-17 1 0 0,2 23-4 0 0,0 1 1 0 0,-1-1-1 0 0,1 0 0 0 0,0 1 1 0 0,-1-1-1 0 0,0 1 1 0 0,-4-7-1 0 0,5 9 2 0 0,0 0-1 0 0,0 0 0 0 0,0-1 0 0 0,0 1 0 0 0,0 0 0 0 0,-1 0 0 0 0,1 0 0 0 0,0 1 0 0 0,0-1 0 0 0,-1 0 1 0 0,1 0-1 0 0,-1 1 0 0 0,1-1 0 0 0,0 1 0 0 0,-1-1 0 0 0,1 1 0 0 0,-1-1 0 0 0,1 1 0 0 0,-1 0 1 0 0,1 0-1 0 0,-1 0 0 0 0,0 0 0 0 0,1 0 0 0 0,-1 0 0 0 0,-1 1 0 0 0,1-1 3 0 0,0 0 0 0 0,0 1 0 0 0,0-1 0 0 0,0 1 0 0 0,0 0 0 0 0,0 0-1 0 0,0-1 1 0 0,0 1 0 0 0,0 1 0 0 0,1-1 0 0 0,-1 0 0 0 0,0 0 0 0 0,1 0 0 0 0,-1 1 0 0 0,1-1 0 0 0,-1 1-1 0 0,1-1 1 0 0,0 1 0 0 0,-1 0 0 0 0,1 0 0 0 0,0-1 0 0 0,0 1 0 0 0,0 0 0 0 0,0 3 0 0 0,0-1 1 0 0,0 0 0 0 0,1-1 0 0 0,0 1 0 0 0,0 0 0 0 0,0-1 0 0 0,0 1 0 0 0,1 0 0 0 0,-1-1 0 0 0,2 6 0 0 0,1 1 4 0 0,1 0-1 0 0,0 0 1 0 0,1 0-1 0 0,0 0 1 0 0,0-1-1 0 0,1 0 1 0 0,0 0-1 0 0,13 14 1 0 0,67 59 41 0 0,-63-61-24 0 0,-11-11 62 0 0,56 55 237 0 0,-59-56-86 0 0,-1 1 1 0 0,0 0-1 0 0,-1 1 1 0 0,0-1 0 0 0,7 15-1 0 0,-13-23-149 0 0,-1-1-1 0 0,1 1 1 0 0,0 0 0 0 0,-1-1-1 0 0,1 1 1 0 0,-1-1 0 0 0,0 1-1 0 0,0 0 1 0 0,1-1-1 0 0,-1 1 1 0 0,0 0 0 0 0,0-1-1 0 0,-1 1 1 0 0,1 0 0 0 0,0-1-1 0 0,0 1 1 0 0,-1 0 0 0 0,1-1-1 0 0,-1 1 1 0 0,1-1 0 0 0,-3 3-1 0 0,2-1 6 0 0,-1-1 0 0 0,0 0-1 0 0,0 0 1 0 0,0 0 0 0 0,-1 0-1 0 0,1 0 1 0 0,0 0 0 0 0,-1-1 0 0 0,1 1-1 0 0,-1-1 1 0 0,-3 2 0 0 0,-7 2 70 0 0,0-1 0 0 0,-1-1 0 0 0,1 0 1 0 0,-14 1-1 0 0,26-4-160 0 0,-19 3-40 0 0,0-2 0 0 0,0 0-1 0 0,-1-1 1 0 0,1-2 0 0 0,0 0 0 0 0,0 0 0 0 0,0-2 0 0 0,0-1 0 0 0,-21-7 0 0 0,39 11-186 0 0,-1 0 0 0 0,1 0-1 0 0,0 0 1 0 0,0 0 0 0 0,0 0 0 0 0,0-1-1 0 0,0 1 1 0 0,0 0 0 0 0,0-1 0 0 0,1 0-1 0 0,-1 1 1 0 0,0-1 0 0 0,1 0 0 0 0,-1 0 0 0 0,1 0-1 0 0,0 0 1 0 0,-2-4 0 0 0,2 5-131 0 0,1-1 1 0 0,0 1 0 0 0,0-1-1 0 0,0 1 1 0 0,0-1-1 0 0,0 1 1 0 0,0-1 0 0 0,0 1-1 0 0,1-1 1 0 0,-1 1-1 0 0,0-1 1 0 0,1 1 0 0 0,-1-1-1 0 0,1 1 1 0 0,0 0-1 0 0,-1-1 1 0 0,1 1 0 0 0,0 0-1 0 0,0-1 1 0 0,0 1-1 0 0,0 0 1 0 0,0 0 0 0 0,0 0-1 0 0,0 0 1 0 0,0 0-1 0 0,3-2 1 0 0,10-7-5519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11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161 152 1728 0 0,'3'-1'1933'0'0,"6"-2"32"0"0,0 0 0 0 0,0 1 0 0 0,16-3 0 0 0,-23 6-1444 0 0,2 9 870 0 0,-1-4-859 0 0,-1 1-79 0 0,1 0 0 0 0,0-1 0 0 0,0 1-1 0 0,6 7 1 0 0,-7-12-373 0 0,-1 0 0 0 0,1 0-1 0 0,0-1 1 0 0,-1 1 0 0 0,1 0 0 0 0,0-1 0 0 0,0 1-1 0 0,1-1 1 0 0,-1 1 0 0 0,0-1 0 0 0,0 0-1 0 0,1 0 1 0 0,-1 0 0 0 0,0-1 0 0 0,1 1-1 0 0,-1 0 1 0 0,4 0 0 0 0,-2-1-48 0 0,0 0 1 0 0,-1 0 0 0 0,1-1-1 0 0,0 1 1 0 0,0-1-1 0 0,0 0 1 0 0,0 0-1 0 0,0 0 1 0 0,-1 0-1 0 0,1-1 1 0 0,-1 1-1 0 0,1-1 1 0 0,-1 0-1 0 0,1 0 1 0 0,-1 0-1 0 0,0-1 1 0 0,0 1-1 0 0,0-1 1 0 0,0 0-1 0 0,-1 0 1 0 0,1 0 0 0 0,-1 0-1 0 0,0 0 1 0 0,1 0-1 0 0,-1-1 1 0 0,1-3-1 0 0,1-1-28 0 0,0 0 1 0 0,0-1-1 0 0,-1 1 0 0 0,0-1 0 0 0,-1 0 1 0 0,0 0-1 0 0,0 0 0 0 0,-1 0 0 0 0,0 0 0 0 0,-1-15 1 0 0,0 21-5 0 0,0 1 0 0 0,-1 0 0 0 0,1 0 0 0 0,0 0 0 0 0,-1-1 0 0 0,0 1 0 0 0,1 0 0 0 0,-1 0 0 0 0,0 0 0 0 0,0 0 0 0 0,0 0 0 0 0,-1 0 0 0 0,1 0 0 0 0,0 1 0 0 0,-1-1 0 0 0,1 0 0 0 0,-1 1 0 0 0,1-1 0 0 0,-1 1 0 0 0,-2-2 1 0 0,0 1-1 0 0,0 0 0 0 0,1 0 0 0 0,-1 1 0 0 0,0 0 0 0 0,0 0 1 0 0,0 0-1 0 0,0 0 0 0 0,0 0 0 0 0,0 1 0 0 0,-6 0 0 0 0,-4 1 1 0 0,0 0-1 0 0,0 1 1 0 0,0 1-1 0 0,0 0 1 0 0,-19 8-1 0 0,15-4 4 0 0,1 1-1 0 0,0 0 1 0 0,0 2 0 0 0,1 0 0 0 0,1 1-1 0 0,-1 0 1 0 0,-20 22 0 0 0,29-27-2 0 0,0 1-1 0 0,1 0 1 0 0,0 0 0 0 0,0 1 0 0 0,1 0 0 0 0,0 0 0 0 0,0 0 0 0 0,1 1-1 0 0,0-1 1 0 0,0 1 0 0 0,1 0 0 0 0,0 0 0 0 0,1 0 0 0 0,0 1 0 0 0,0-1 0 0 0,0 19-1 0 0,3-22 1 0 0,-1 1-1 0 0,1-1 0 0 0,1 0 1 0 0,-1 0-1 0 0,1 0 1 0 0,0 0-1 0 0,1 0 0 0 0,-1 0 1 0 0,1 0-1 0 0,0-1 0 0 0,6 9 1 0 0,-3-7-2 0 0,1 1 1 0 0,0-1 0 0 0,0 0 0 0 0,0 0-1 0 0,1-1 1 0 0,16 10 0 0 0,-10-8-335 0 0,1 0 0 0 0,0-1 0 0 0,1-1 1 0 0,-1-1-1 0 0,1 0 0 0 0,1 0 0 0 0,-1-2 0 0 0,26 3 0 0 0,-24-6-484 0 0,-1 0 1 0 0,1-1-1 0 0,0-1 0 0 0,-1-1 0 0 0,0 0 0 0 0,0-1 0 0 0,0-1 0 0 0,0-1 0 0 0,-1 0 0 0 0,0-1 0 0 0,20-12 0 0 0,0-2-2636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1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11 130 112 0 0,'71'-120'10776'0'0,"-63"111"-8703"0"0,-4 16-1291 0 0,-4 16-200 0 0,-47 248 2990 0 0,3-19-2693 0 0,43-238-825 0 0,0 1 0 0 0,0-1 0 0 0,2 0 0 0 0,0 1 0 0 0,0-1 0 0 0,2 0 0 0 0,0 0 0 0 0,0 0 0 0 0,8 19 0 0 0,-9-27-139 0 0,1 0 0 0 0,0-1 0 0 0,0 1-1 0 0,0-1 1 0 0,1 0 0 0 0,0 1-1 0 0,0-2 1 0 0,0 1 0 0 0,0 0 0 0 0,1-1-1 0 0,0 0 1 0 0,0 0 0 0 0,0 0-1 0 0,0-1 1 0 0,1 0 0 0 0,-1 0 0 0 0,1 0-1 0 0,0-1 1 0 0,0 1 0 0 0,0-1-1 0 0,0-1 1 0 0,0 1 0 0 0,11 0 0 0 0,-10-1-751 0 0,1-1 0 0 0,-1-1 0 0 0,1 1 1 0 0,-1-1-1 0 0,1 0 0 0 0,-1-1 0 0 0,0 0 1 0 0,0 0-1 0 0,1-1 0 0 0,-1 1 0 0 0,10-7 1 0 0,6-4-4002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11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82 1080 0 0,'-158'-80'9578'0'0,"156"79"-8808"0"0,7 1-481 0 0,19 3-103 0 0,-1 0-1 0 0,1 2 1 0 0,25 8-1 0 0,74 29-188 0 0,-67-22-325 0 0,57 20-4975 0 0,-80-29 882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12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3200 0 0,'3'0'5007'0'0,"11"0"-498"0"0,-11 0-3550 0 0,20-4 1532 0 0,-21 3-2103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7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297 252 316 0 0,'2'-41'9012'0'0,"0"27"-5435"0"0,-6 23-2173 0 0,-11 41 270 0 0,-148 431 2900 0 0,52-224-3559 0 0,110-255-956 0 0,-6-22 62 0 0,12-16-99 0 0,2 0 0 0 0,19-61 0 0 0,-10 43 7 0 0,94-305 16 0 0,-88 298-49 0 0,4 2-1 0 0,2 1 1 0 0,63-98 0 0 0,-88 151 3 0 0,1 1 1 0 0,-1-1 0 0 0,1 1 0 0 0,0 0-1 0 0,0 0 1 0 0,0 0 0 0 0,1 0 0 0 0,-1 1 0 0 0,1 0-1 0 0,0 0 1 0 0,0 0 0 0 0,0 1 0 0 0,0-1-1 0 0,0 1 1 0 0,1 0 0 0 0,6-1 0 0 0,-7 2 15 0 0,0 1 0 0 0,0 0 1 0 0,0 0-1 0 0,0 0 1 0 0,0 1-1 0 0,0-1 0 0 0,0 1 1 0 0,0 0-1 0 0,0 1 0 0 0,0-1 1 0 0,-1 1-1 0 0,1 0 0 0 0,0 0 1 0 0,-1 1-1 0 0,0-1 1 0 0,0 1-1 0 0,1 0 0 0 0,5 6 1 0 0,3 4 144 0 0,0 1 0 0 0,-1 0 0 0 0,-1 1 0 0 0,0 0 0 0 0,-1 1 1 0 0,0 0-1 0 0,-2 0 0 0 0,0 1 0 0 0,-1 0 0 0 0,0 1 0 0 0,-1-1 1 0 0,4 26-1 0 0,0 14 204 0 0,-2 0-1 0 0,2 97 1 0 0,-14 14 226 0 0,0-37-3606 0 0,3-123 1675 0 0,0-2-528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66 1348 0 0,'-69'-41'11438'0'0,"30"19"-6344"0"0,43 21-4947 0 0,1 0 1 0 0,0 1-1 0 0,0 0 0 0 0,0 0 0 0 0,0 0 0 0 0,6 1 0 0 0,-3 0-107 0 0,80 2 167 0 0,59 1-2565 0 0,-49-3-5102 0 0,-57-1 525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7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10 616 0 0,'14'-5'11561'0'0,"-11"4"-10922"0"0,0 0-1 0 0,1 0 1 0 0,-1 1 0 0 0,0-1-1 0 0,0 1 1 0 0,0-1-1 0 0,6 1 1 0 0,43 8 480 0 0,-20-3-612 0 0,88 10-1096 0 0,-80-8-2537 0 0,-1 0-3550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8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0 852 0 0,'-44'24'12997'0'0,"44"-23"-12935"0"0,0 0 0 0 0,0-1-1 0 0,1 1 1 0 0,-1-1-1 0 0,0 1 1 0 0,1-1 0 0 0,-1 1-1 0 0,1-1 1 0 0,-1 0 0 0 0,0 1-1 0 0,1-1 1 0 0,-1 1-1 0 0,1-1 1 0 0,-1 0 0 0 0,1 0-1 0 0,-1 1 1 0 0,1-1 0 0 0,-1 0-1 0 0,1 0 1 0 0,0 1 0 0 0,-1-1-1 0 0,1 0 1 0 0,-1 0-1 0 0,1 0 1 0 0,0 0 0 0 0,-1 0-1 0 0,1 0 1 0 0,-1 0 0 0 0,2 0-1 0 0,19 0 277 0 0,-19 0-294 0 0,164-7-163 0 0,-4-5-7701 0 0,-101 7 2083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9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30 1536 0 0,'-2'-2'1726'0'0,"-7"-4"1356"0"0,-1-1 0 0 0,-18-7 1765 0 0,28 16-4633 0 0,0 1-1 0 0,1 0 0 0 0,0 0 0 0 0,0-1 0 0 0,-1 1 1 0 0,2 0-1 0 0,-1-1 0 0 0,0 1 0 0 0,0-1 0 0 0,1 0 1 0 0,0 1-1 0 0,1 2 0 0 0,29 29 723 0 0,-17-18-549 0 0,193 191 898 0 0,-130-133-1182 0 0,-37-35-63 0 0,-11-12-23 0 0,0 2 0 0 0,32 43 0 0 0,-57-66 64 0 0,-2 1-1 0 0,1-1 1 0 0,0 1-1 0 0,-1 1 1 0 0,-1-1-1 0 0,1 0 1 0 0,-1 1-1 0 0,0-1 1 0 0,-1 1-1 0 0,0-1 1 0 0,0 1-1 0 0,0 0 1 0 0,-1 0-1 0 0,-1-1 1 0 0,1 1-1 0 0,-1 0 1 0 0,-2 8-1 0 0,-4 14 214 0 0,-2-1 0 0 0,-1 0 0 0 0,-14 29 0 0 0,5-10-22 0 0,-8 17-44 0 0,-31 93 63 0 0,35-81-56 0 0,4 1-1 0 0,-16 131 0 0 0,18 45 66 0 0,15-180-281 0 0,-8 98 116 0 0,9-165-22 0 0,0 0 0 0 0,0 0 0 0 0,0-1 0 0 0,-1 1-1 0 0,-1 0 1 0 0,-3 7 0 0 0,4-10-15 0 0,0 0 0 0 0,0-1-1 0 0,-1 0 1 0 0,0 1 0 0 0,0-1 0 0 0,0 0 0 0 0,0 0-1 0 0,0-1 1 0 0,0 1 0 0 0,-7 3 0 0 0,-7 3 26 0 0,0 0 1 0 0,-1-1-1 0 0,0-2 1 0 0,-1 1-1 0 0,1-2 1 0 0,-1-1-1 0 0,0 0 1 0 0,-1-1-1 0 0,-19 0 1 0 0,-29-1-90 0 0,-83-9-1 0 0,113 4 13 0 0,-140-16-507 0 0,141 14-1224 0 0,35 5 825 0 0,-3-1-434 0 0,-2-1 299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9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240 133 2068 0 0,'8'-15'2450'0'0,"0"0"-1"0"0,-1-1 1 0 0,0 1-1 0 0,-1-2 1 0 0,6-26 0 0 0,-12 42-2123 0 0,-4-3 41 0 0,4 3-361 0 0,0 1 0 0 0,0 0 0 0 0,0 0 0 0 0,0-1 0 0 0,0 1 0 0 0,0 0 0 0 0,0 0 0 0 0,0-1 0 0 0,-1 1 1 0 0,1 0-1 0 0,0 0 0 0 0,0-1 0 0 0,0 1 0 0 0,0 0 0 0 0,-1 0 0 0 0,1 0 0 0 0,0-1 0 0 0,0 1 0 0 0,0 0 0 0 0,-1 0 0 0 0,1 0 0 0 0,0 0 0 0 0,0-1 0 0 0,-1 1 0 0 0,1 0 0 0 0,0 0 0 0 0,0 0 0 0 0,-1 0 1 0 0,1 0-1 0 0,0 0 0 0 0,0 0 0 0 0,-1 0 0 0 0,1 0 0 0 0,0 0 0 0 0,0 0 0 0 0,-1 0 0 0 0,1 0 0 0 0,-13 2 108 0 0,1 1 0 0 0,0 0 0 0 0,0 1 0 0 0,0 0 0 0 0,1 1 0 0 0,-1 0 0 0 0,1 1 0 0 0,-15 10 0 0 0,3 0 83 0 0,0 2-1 0 0,-34 34 0 0 0,51-46-167 0 0,0 0-1 0 0,1 0 0 0 0,-1 1 0 0 0,2-1 0 0 0,-1 1 0 0 0,1 1 0 0 0,0-1 1 0 0,-5 16-1 0 0,8-21-20 0 0,0 1 0 0 0,0-1 1 0 0,1 1-1 0 0,0 0 0 0 0,-1-1 1 0 0,1 1-1 0 0,0-1 1 0 0,0 1-1 0 0,0 0 0 0 0,1-1 1 0 0,-1 1-1 0 0,1 0 0 0 0,-1-1 1 0 0,1 1-1 0 0,0-1 1 0 0,0 1-1 0 0,0-1 0 0 0,0 1 1 0 0,0-1-1 0 0,1 0 0 0 0,-1 0 1 0 0,1 1-1 0 0,-1-1 1 0 0,1 0-1 0 0,0 0 0 0 0,0-1 1 0 0,0 1-1 0 0,0 0 0 0 0,0-1 1 0 0,0 1-1 0 0,4 1 0 0 0,-1 0 5 0 0,0-1 0 0 0,-1 1 0 0 0,1-1 0 0 0,0-1 0 0 0,1 1 0 0 0,-1-1 0 0 0,0 1 0 0 0,0-1 0 0 0,1-1 0 0 0,-1 1 0 0 0,0-1 0 0 0,1 0 0 0 0,-1 0 0 0 0,10-2 0 0 0,-7 0-10 0 0,0-1 0 0 0,0 1-1 0 0,0-1 1 0 0,0-1 0 0 0,-1 1 0 0 0,1-1-1 0 0,-1-1 1 0 0,11-8 0 0 0,-2-1 701 0 0,0 0 1 0 0,-2-1-1 0 0,0-1 0 0 0,0 0 1 0 0,-2-1-1 0 0,20-33 1 0 0,-29 44-284 0 0,9-13 391 0 0,-12 18-786 0 0,0 0-1 0 0,1 1 0 0 0,-1 0 0 0 0,1-1 1 0 0,-1 1-1 0 0,1-1 0 0 0,-1 1 0 0 0,1-1 1 0 0,-1 1-1 0 0,1 0 0 0 0,-1-1 0 0 0,1 1 0 0 0,0 0 1 0 0,-1 0-1 0 0,1 0 0 0 0,-1-1 0 0 0,1 1 1 0 0,0 0-1 0 0,-1 0 0 0 0,1 0 0 0 0,-1 0 1 0 0,1 0-1 0 0,0 0 0 0 0,-1 0 0 0 0,1 0 1 0 0,1 0-1 0 0,-1 4-2 0 0,-1 0 1 0 0,1 0-1 0 0,-1 0 1 0 0,0 0-1 0 0,0 0 1 0 0,-1 6-1 0 0,3 29 110 0 0,10 71 0 0 0,0-48-2543 0 0,-10-55 1570 0 0,1 1 0 0 0,-1 0 1 0 0,1-1-1 0 0,0 0 0 0 0,6 9 1 0 0,14 13-9104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5:59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26 1292 0 0,'26'-21'14761'0'0,"-24"19"-13798"0"0,3 0 0 0 0,-5 2-758 0 0,1 0 0 0 0,-1 0 1 0 0,1-1-1 0 0,0 1 1 0 0,-1 0-1 0 0,1 0 1 0 0,-1 0-1 0 0,1 0 1 0 0,0 0-1 0 0,-1 0 1 0 0,1 0-1 0 0,-1 0 1 0 0,1 0-1 0 0,-1 0 1 0 0,1 1-1 0 0,0-1 1 0 0,-1 0-1 0 0,1 0 0 0 0,-1 0 1 0 0,1 1-1 0 0,-1-1 1 0 0,1 0-1 0 0,0 1 1 0 0,0 1-13 0 0,0 0 1 0 0,1 0 0 0 0,-1 1-1 0 0,0-1 1 0 0,0 0-1 0 0,0 1 1 0 0,-1-1-1 0 0,1 0 1 0 0,-1 1 0 0 0,1-1-1 0 0,-1 1 1 0 0,0-1-1 0 0,0 1 1 0 0,0-1-1 0 0,0 3 1 0 0,-1 11-21 0 0,0 0 1 0 0,-1-1-1 0 0,-1 1 0 0 0,0-1 1 0 0,-11 29-1 0 0,-37 71-3330 0 0,35-82 770 0 0,-5 8-1750 0 0,6-13-3545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21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558 1 568 0 0,'-83'18'1316'0'0,"2"3"-408"0"0,2 0-244 0 0,12-2-268 0 0,4 0-300 0 0,-1-1-556 0 0,4 0-636 0 0,0 0 336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1288 108 0 0,'-34'23'7799'0'0,"-5"2"-3959"0"0,38-24-3619 0 0,-6 5 1090 0 0,12-7-1226 0 0,0 0 0 0 0,-1-1 0 0 0,1 0 0 0 0,-1 0 0 0 0,1 0 0 0 0,-1 0 0 0 0,0-1 0 0 0,5-3 0 0 0,34-29 140 0 0,-29 23-159 0 0,17-16 36 0 0,-1-2 0 0 0,51-65-1 0 0,40-79-20 0 0,-110 158-74 0 0,356-577-245 0 0,-325 522 217 0 0,99-148-208 0 0,-138 215 216 0 0,-1 0-1 0 0,2 0 1 0 0,-1 0-1 0 0,0 0 1 0 0,1 0 0 0 0,0 1-1 0 0,0 0 1 0 0,0-1 0 0 0,0 2-1 0 0,0-1 1 0 0,1 0-1 0 0,-1 1 1 0 0,6-3 0 0 0,-9 5 11 0 0,0 1 1 0 0,0-1-1 0 0,0 0 1 0 0,0 0-1 0 0,0 0 1 0 0,0 0 0 0 0,0 1-1 0 0,0-1 1 0 0,0 0-1 0 0,0 1 1 0 0,0-1-1 0 0,0 1 1 0 0,0-1-1 0 0,0 1 1 0 0,0 0 0 0 0,0-1-1 0 0,-1 1 1 0 0,1 0-1 0 0,1 1 1 0 0,-1-1-3 0 0,2 2 4 0 0,0 0-1 0 0,-1 0 1 0 0,1 0 0 0 0,-1 1 0 0 0,1-1 0 0 0,-1 1-1 0 0,0-1 1 0 0,-1 1 0 0 0,1 0 0 0 0,-1 0-1 0 0,1 0 1 0 0,-1-1 0 0 0,0 6 0 0 0,2 8 28 0 0,1 30-1 0 0,-3-30-15 0 0,1 51 118 0 0,-7 85-1 0 0,-19 67 78 0 0,12-118-184 0 0,-50 356 314 0 0,61-455-327 0 0,1 0 1 0 0,-1 0-1 0 0,0 0 1 0 0,0 0-1 0 0,0 0 0 0 0,0 0 1 0 0,-1 0-1 0 0,1-1 1 0 0,-1 1-1 0 0,1-1 0 0 0,-5 6 1 0 0,5-9-22 0 0,-1 1 0 0 0,1 0 0 0 0,0-1 0 0 0,0 1 0 0 0,-1 0 0 0 0,1-1 0 0 0,0 0 0 0 0,0 1 0 0 0,0-1 1 0 0,-1 0-1 0 0,1 1 0 0 0,0-1 0 0 0,0 0 0 0 0,0 0 0 0 0,-1-2 0 0 0,-4-4-58 0 0,-1-2 0 0 0,1 1 0 0 0,1-1-1 0 0,0 0 1 0 0,-6-15 0 0 0,-6-9-31 0 0,-3-1 51 0 0,-2 1 1 0 0,0 1-1 0 0,-3 1 1 0 0,-48-49 0 0 0,56 64 42 0 0,-1 1 1 0 0,0 0-1 0 0,-1 2 0 0 0,-1 0 1 0 0,0 1-1 0 0,0 1 1 0 0,-1 1-1 0 0,-1 1 1 0 0,-32-9-1 0 0,45 16 9 0 0,-1 0-1 0 0,1 1 0 0 0,0 0 0 0 0,-1 1 1 0 0,1 0-1 0 0,-18 2 0 0 0,23-2-1 0 0,1 1 0 0 0,-1 0 0 0 0,0 0-1 0 0,1 0 1 0 0,-1 1 0 0 0,1-1 0 0 0,-1 1 0 0 0,-5 4-1 0 0,8-5 0 0 0,-1 0 0 0 0,1 0 0 0 0,-1 1 1 0 0,1-1-1 0 0,0 1 0 0 0,-1-1 0 0 0,1 1 0 0 0,0 0 0 0 0,0-1 0 0 0,0 1 0 0 0,0 0 0 0 0,1 0 0 0 0,-1-1 0 0 0,0 1 0 0 0,1 0 0 0 0,0 0 0 0 0,-1 4 0 0 0,1-4 3 0 0,0 0 0 0 0,0-1 0 0 0,0 1 0 0 0,1 0 1 0 0,-1 0-1 0 0,1 0 0 0 0,-1 0 0 0 0,1 0 0 0 0,0-1 0 0 0,0 1 0 0 0,0 0 0 0 0,0-1 0 0 0,0 1 0 0 0,0 0 0 0 0,0-1 0 0 0,0 1 0 0 0,0-1 0 0 0,1 0 0 0 0,-1 1 0 0 0,1-1 0 0 0,-1 0 0 0 0,1 0 0 0 0,0 0 0 0 0,-1 0 0 0 0,1 0 1 0 0,2 1-1 0 0,7 2 9 0 0,-1 0 0 0 0,0 0 0 0 0,15 2 1 0 0,-20-5-9 0 0,32 7-215 0 0,-1-3 0 0 0,1 0 0 0 0,0-3 0 0 0,38-2 0 0 0,73-12-5429 0 0,-83 3 532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3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188 525 80 0 0,'-16'6'1596'0'0,"-38"14"4103"0"0,-61 15 1 0 0,113-35-5428 0 0,2-1-236 0 0,0 0 0 0 0,0-1-1 0 0,0 1 1 0 0,0 0-1 0 0,1-1 1 0 0,-1 1 0 0 0,0 0-1 0 0,1 0 1 0 0,-1-1 0 0 0,1 1-1 0 0,0 0 1 0 0,-1 0 0 0 0,1 0-1 0 0,1-2 1 0 0,9-8 30 0 0,1 0 1 0 0,0 0-1 0 0,0 2 1 0 0,19-12-1 0 0,-9 6-32 0 0,211-165 113 0 0,-197 148-149 0 0,-2-1 1 0 0,-2-2-1 0 0,-1-1 0 0 0,32-48 0 0 0,-59 78-12 0 0,-1 0-1 0 0,1-1 1 0 0,-1 1-1 0 0,0-1 1 0 0,3-11-1 0 0,-6 5-38 0 0,-1 11 52 0 0,1 1 1 0 0,-1-1-1 0 0,0 1 0 0 0,1 0 1 0 0,-1-1-1 0 0,0 1 1 0 0,0 0-1 0 0,0 0 0 0 0,0 0 1 0 0,0 0-1 0 0,0-1 0 0 0,0 1 1 0 0,0 1-1 0 0,0-1 1 0 0,-1 0-1 0 0,1 0 0 0 0,0 0 1 0 0,-1 1-1 0 0,1-1 0 0 0,0 0 1 0 0,-1 1-1 0 0,1 0 1 0 0,-1-1-1 0 0,1 1 0 0 0,-1 0 1 0 0,1-1-1 0 0,-1 1 0 0 0,1 0 1 0 0,-1 0-1 0 0,1 0 1 0 0,-1 1-1 0 0,1-1 0 0 0,-1 0 1 0 0,-1 1-1 0 0,-8 1 13 0 0,0 1 1 0 0,0 0-1 0 0,-15 6 0 0 0,20-7-4 0 0,-4 2-11 0 0,1 0-1 0 0,0 1 1 0 0,0-1-1 0 0,0 2 1 0 0,1-1-1 0 0,0 1 1 0 0,0 1-1 0 0,0-1 1 0 0,1 1 0 0 0,-10 12-1 0 0,14-15 0 0 0,0-1 1 0 0,1 1-1 0 0,-1 0 1 0 0,1 1-1 0 0,0-1 0 0 0,0 0 1 0 0,0 1-1 0 0,1-1 1 0 0,-1 1-1 0 0,1 0 0 0 0,0-1 1 0 0,1 1-1 0 0,-1 0 1 0 0,1-1-1 0 0,0 1 0 0 0,0 0 1 0 0,0 0-1 0 0,1-1 1 0 0,-1 1-1 0 0,1 0 0 0 0,1-1 1 0 0,-1 1-1 0 0,4 8 1 0 0,5 6-18 0 0,2-1 0 0 0,0 0 0 0 0,0 0 0 0 0,2-2 0 0 0,21 22 0 0 0,-19-22 46 0 0,-1 1-1 0 0,-1 1 0 0 0,0 0 0 0 0,17 30 0 0 0,-30-46-3 0 0,0-1 0 0 0,-1 1 1 0 0,1 0-1 0 0,0-1 0 0 0,-1 1 0 0 0,1 0 1 0 0,-1 0-1 0 0,1-1 0 0 0,-1 1 0 0 0,0 0 1 0 0,0 0-1 0 0,0 0 0 0 0,0-1 0 0 0,0 1 0 0 0,0 0 1 0 0,0 0-1 0 0,-1 0 0 0 0,1-1 0 0 0,-1 1 1 0 0,1 0-1 0 0,-2 2 0 0 0,1-2 9 0 0,-1 0 0 0 0,0 0 0 0 0,1 0 0 0 0,-1 0 1 0 0,0 0-1 0 0,0-1 0 0 0,0 1 0 0 0,0-1 0 0 0,-1 1 0 0 0,1-1 0 0 0,0 0 0 0 0,0 0 0 0 0,-4 2 0 0 0,-6 0 55 0 0,1 0-1 0 0,0-1 1 0 0,0 0-1 0 0,-1-1 0 0 0,-17 0 1 0 0,13-1-28 0 0,0-1 1 0 0,1-1-1 0 0,-1-1 1 0 0,-24-7-1 0 0,31 8-113 0 0,1-1 0 0 0,-1 0-1 0 0,1-1 1 0 0,0 0 0 0 0,0 0-1 0 0,1-1 1 0 0,-1 0-1 0 0,1 0 1 0 0,-11-11 0 0 0,16 14-81 0 0,1 1 1 0 0,0 0 0 0 0,0-1 0 0 0,0 1-1 0 0,0-1 1 0 0,0 0 0 0 0,0 1-1 0 0,1-1 1 0 0,-1 0 0 0 0,0 1 0 0 0,1-1-1 0 0,-1 0 1 0 0,1 0 0 0 0,0 0-1 0 0,0 1 1 0 0,0-1 0 0 0,0 0 0 0 0,0 0-1 0 0,0 0 1 0 0,0-3 0 0 0,1 2-465 0 0,0 0-1 0 0,0 1 1 0 0,0-1 0 0 0,1 0-1 0 0,-1 0 1 0 0,0 1 0 0 0,4-5 0 0 0,12-14-4594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4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80 106 668 0 0,'0'0'7787'0'0,"-1"12"-4571"0"0,-2-10-3130 0 0,0 1 1 0 0,0-1-1 0 0,0 1 0 0 0,1 0 1 0 0,0 0-1 0 0,-1 0 0 0 0,1 1 1 0 0,0-1-1 0 0,1 1 0 0 0,-1-1 1 0 0,0 1-1 0 0,1-1 0 0 0,0 1 1 0 0,0 0-1 0 0,0 0 0 0 0,0-1 0 0 0,1 1 1 0 0,0 0-1 0 0,-1 0 0 0 0,1 0 1 0 0,1 0-1 0 0,-1 0 0 0 0,0-1 1 0 0,1 1-1 0 0,0 0 0 0 0,0 0 1 0 0,0-1-1 0 0,0 1 0 0 0,1 0 1 0 0,0-1-1 0 0,-1 1 0 0 0,1-1 1 0 0,0 0-1 0 0,1 0 0 0 0,-1 1 1 0 0,0-1-1 0 0,1-1 0 0 0,0 1 0 0 0,0 0 1 0 0,0-1-1 0 0,0 1 0 0 0,4 2 1 0 0,-1-2-68 0 0,1 1 1 0 0,-1-1 0 0 0,1 0-1 0 0,0-1 1 0 0,-1 1-1 0 0,1-1 1 0 0,0-1-1 0 0,0 1 1 0 0,1-1 0 0 0,-1-1-1 0 0,0 1 1 0 0,11-1-1 0 0,-13-1-9 0 0,1 0-1 0 0,-1 0 0 0 0,0 0 0 0 0,0-1 1 0 0,0 0-1 0 0,0 0 0 0 0,0 0 0 0 0,0 0 1 0 0,0-1-1 0 0,-1 0 0 0 0,1 0 1 0 0,-1 0-1 0 0,0 0 0 0 0,0-1 0 0 0,0 0 1 0 0,0 1-1 0 0,3-6 0 0 0,0-1-1 0 0,0 0 0 0 0,-1 0 0 0 0,0 0 0 0 0,-1-1-1 0 0,0 0 1 0 0,-1 0 0 0 0,0 0 0 0 0,-1 0 0 0 0,0-1 0 0 0,0 1-1 0 0,-2-1 1 0 0,1 0 0 0 0,-1 0 0 0 0,-1 0 0 0 0,0 0 0 0 0,-1 1 0 0 0,-4-20-1 0 0,5 29 0 0 0,0 2-6 0 0,0-1 0 0 0,0 0 1 0 0,0 0-1 0 0,-1 0 0 0 0,1 1 1 0 0,0-1-1 0 0,0 0 1 0 0,-1 0-1 0 0,1 1 0 0 0,-1-1 1 0 0,1 0-1 0 0,-1 1 0 0 0,1-1 1 0 0,-1 0-1 0 0,1 1 0 0 0,-1-1 1 0 0,1 1-1 0 0,-1-1 1 0 0,0 1-1 0 0,1-1 0 0 0,-1 1 1 0 0,0 0-1 0 0,1-1 0 0 0,-1 1 1 0 0,0 0-1 0 0,0-1 1 0 0,1 1-1 0 0,-1 0 0 0 0,0 0 1 0 0,0 0-1 0 0,0 0 0 0 0,-1 0 1 0 0,-3-1 11 0 0,-1 1 1 0 0,1 0 0 0 0,0 0-1 0 0,0 1 1 0 0,-1-1-1 0 0,1 1 1 0 0,0 0-1 0 0,0 1 1 0 0,0-1 0 0 0,0 1-1 0 0,0 0 1 0 0,0 1-1 0 0,1-1 1 0 0,-1 1 0 0 0,-7 5-1 0 0,-7 6 95 0 0,0 1-1 0 0,-19 19 1 0 0,20-16-64 0 0,0 1 0 0 0,1 1 0 0 0,1 0 0 0 0,1 1 0 0 0,-14 27 0 0 0,23-38-32 0 0,2 0-1 0 0,0 0 1 0 0,0 1 0 0 0,0-1 0 0 0,2 1-1 0 0,-3 14 1 0 0,4-18-4 0 0,1 0 0 0 0,0 0 1 0 0,0 0-1 0 0,0 0 0 0 0,1 0 1 0 0,0-1-1 0 0,1 1 0 0 0,-1 0 0 0 0,1 0 1 0 0,0-1-1 0 0,4 7 0 0 0,-2-6-134 0 0,-1-1-1 0 0,2 0 0 0 0,-1 0 1 0 0,1 0-1 0 0,0-1 1 0 0,0 1-1 0 0,0-1 0 0 0,1 0 1 0 0,0-1-1 0 0,0 1 1 0 0,0-1-1 0 0,0 0 0 0 0,1-1 1 0 0,-1 0-1 0 0,1 0 1 0 0,0 0-1 0 0,0-1 0 0 0,0 0 1 0 0,1 0-1 0 0,10 1 1 0 0,3-1-995 0 0,0 0 1 0 0,0-1 0 0 0,0-1 0 0 0,0-2-1 0 0,0 0 1 0 0,22-5 0 0 0,3-3-2958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210 179 180 0 0,'19'-35'4541'0'0,"-1"0"-1"0"0,26-74 1596 0 0,-47 110-5632 0 0,-1 2-368 0 0,0-1 0 0 0,0 1-1 0 0,1-1 1 0 0,-1 1 0 0 0,1 0-1 0 0,-1 1 1 0 0,1-1 0 0 0,0 1-1 0 0,-4 5 1 0 0,-24 43 629 0 0,19-32-498 0 0,-30 53 422 0 0,-46 112 0 0 0,71-143-600 0 0,3 1 1 0 0,1 0-1 0 0,2 1 1 0 0,-8 63-1 0 0,18-98-111 0 0,1 0 0 0 0,0 0 0 0 0,0 1 0 0 0,0-1 0 0 0,1 0 0 0 0,1 0 0 0 0,0 0 0 0 0,5 16 0 0 0,-6-22-120 0 0,0 0-1 0 0,1 0 0 0 0,-1 0 0 0 0,1 0 0 0 0,0 0 1 0 0,0-1-1 0 0,0 1 0 0 0,0 0 0 0 0,0-1 1 0 0,1 0-1 0 0,-1 1 0 0 0,1-1 0 0 0,-1 0 0 0 0,1 0 1 0 0,0-1-1 0 0,0 1 0 0 0,0 0 0 0 0,0-1 1 0 0,0 0-1 0 0,0 0 0 0 0,0 0 0 0 0,1 0 0 0 0,-1 0 1 0 0,0-1-1 0 0,1 1 0 0 0,-1-1 0 0 0,4 0 0 0 0,0 0-545 0 0,0-1 0 0 0,0 0 0 0 0,-1 0-1 0 0,1 0 1 0 0,-1-1 0 0 0,1 0-1 0 0,-1 0 1 0 0,1-1 0 0 0,-1 0 0 0 0,0 0-1 0 0,8-5 1 0 0,10-9-4568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4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68 1872 0 0,'-128'-31'12577'0'0,"125"31"-12125"0"0,138-4 1177 0 0,-88 3-1763 0 0,-32 0-114 0 0,179-9-2778 0 0,-66-3-3391 0 0,-82 6 2116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4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35 196 0 0,'28'-35'14405'0'0,"-28"36"-14341"0"0,1 0 1 0 0,-1-1-1 0 0,0 1 1 0 0,0 0-1 0 0,1 0 1 0 0,-1-1-1 0 0,0 1 1 0 0,0 0-1 0 0,0 0 1 0 0,0-1-1 0 0,0 1 1 0 0,0 0-1 0 0,0 0 1 0 0,0-1-1 0 0,0 1 1 0 0,0 0-1 0 0,0 0 1 0 0,0-1-1 0 0,-1 1 1 0 0,1 0-1 0 0,-1 1 1 0 0,-8 19 411 0 0,5-14-242 0 0,-95 183 1200 0 0,61-123-2905 0 0,-49 118-1 0 0,86-181 757 0 0,-6 20-495 0 0,9-8-5156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69 2316 0 0,'1'-3'619'0'0,"0"0"0"0"0,1 0 0 0 0,-1-1-1 0 0,-1 1 1 0 0,1 0 0 0 0,0 0 0 0 0,-1-1 0 0 0,0 1-1 0 0,0-6 1 0 0,0 7-472 0 0,0 1 1 0 0,-1-1-1 0 0,1 1 0 0 0,0-1 0 0 0,-1 1 0 0 0,0-1 0 0 0,1 1 0 0 0,-1 0 1 0 0,0-1-1 0 0,0 1 0 0 0,0 0 0 0 0,1-1 0 0 0,-1 1 0 0 0,-1 0 1 0 0,1 0-1 0 0,0 0 0 0 0,0 0 0 0 0,0 0 0 0 0,-1 0 0 0 0,-1-1 0 0 0,1 1-91 0 0,0 1-1 0 0,-1-1 1 0 0,1 1-1 0 0,0-1 1 0 0,0 1-1 0 0,-1 0 0 0 0,1 0 1 0 0,0 0-1 0 0,-1 0 1 0 0,1 1-1 0 0,0-1 1 0 0,-1 1-1 0 0,1-1 1 0 0,0 1-1 0 0,-3 1 0 0 0,-30 14 309 0 0,27-11-322 0 0,1 0-1 0 0,-1 1 0 0 0,1 0 1 0 0,1 0-1 0 0,-1 0 1 0 0,1 1-1 0 0,0 0 1 0 0,-7 11-1 0 0,11-15-35 0 0,0 0-1 0 0,1 1 1 0 0,-1-1-1 0 0,1 0 1 0 0,0 0-1 0 0,0 1 1 0 0,0-1-1 0 0,0 1 0 0 0,1-1 1 0 0,-1 1-1 0 0,1-1 1 0 0,0 1-1 0 0,0-1 1 0 0,0 1-1 0 0,1-1 1 0 0,-1 1-1 0 0,1-1 1 0 0,0 1-1 0 0,0-1 1 0 0,0 1-1 0 0,0-1 1 0 0,1 0-1 0 0,-1 0 1 0 0,4 6-1 0 0,8 9-14 0 0,1-1-1 0 0,0-1 1 0 0,24 21-1 0 0,-23-23-11 0 0,-1 0-1 0 0,0 1 1 0 0,-1 1-1 0 0,13 19 1 0 0,-24-33 68 0 0,-1 1 0 0 0,1-1 0 0 0,-1 1 0 0 0,0-1 1 0 0,0 1-1 0 0,0 0 0 0 0,0-1 0 0 0,0 1 0 0 0,-1 0 0 0 0,1-1 0 0 0,-1 1 0 0 0,0 0 1 0 0,0 0-1 0 0,0 0 0 0 0,0-1 0 0 0,0 1 0 0 0,-1 0 0 0 0,-1 5 0 0 0,1-5-13 0 0,-1 0 0 0 0,0 1 0 0 0,1-1-1 0 0,-1 0 1 0 0,-1-1 0 0 0,1 1 0 0 0,0 0-1 0 0,-1 0 1 0 0,1-1 0 0 0,-1 0 0 0 0,0 1-1 0 0,0-1 1 0 0,-3 2 0 0 0,-2 1 5 0 0,-1-1 1 0 0,0 0 0 0 0,-1 0-1 0 0,1-1 1 0 0,-1 0 0 0 0,1-1-1 0 0,-1 0 1 0 0,0 0-1 0 0,-17 0 1 0 0,20-2-265 0 0,1 0-1 0 0,-1-1 1 0 0,0 1-1 0 0,1-2 1 0 0,-1 1-1 0 0,1-1 1 0 0,-8-2 0 0 0,10 2-588 0 0,-1-1 1 0 0,1 1 0 0 0,0-1 0 0 0,-1 0 0 0 0,1 0 0 0 0,-4-4 0 0 0,-6-8-4270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5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20 0 0,'-7'-19'2664'0'0,"0"5"-880"0"0,2 2-187 0 0,0 0-445 0 0,0 2-112 0 0,3 1-352 0 0,-3 0 320 0 0,3-3-508 0 0,11 6-1284 0 0,6 7-3252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6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74 504 0 0,'-4'-6'784'0'0,"0"-1"-1"0"0,-1 1 1 0 0,0 0-1 0 0,0 1 1 0 0,-1-1-1 0 0,1 1 1 0 0,-1 0 0 0 0,0 0-1 0 0,-1 1 1 0 0,-6-4-1 0 0,9 6-687 0 0,-1 0 0 0 0,1 0 0 0 0,-1 1 0 0 0,0 0 0 0 0,1 0 0 0 0,-1 0 0 0 0,0 1 0 0 0,0-1 0 0 0,1 1 0 0 0,-1 0 0 0 0,0 1 0 0 0,0-1 0 0 0,1 1 0 0 0,-1 0-1 0 0,0 0 1 0 0,1 0 0 0 0,-8 4 0 0 0,-2 1-2 0 0,1 1-1 0 0,-1 1 1 0 0,1 0-1 0 0,1 1 0 0 0,-1 0 1 0 0,1 1-1 0 0,1 0 1 0 0,-20 23-1 0 0,5-1-14 0 0,1 1 1 0 0,-22 40-1 0 0,30-43-62 0 0,2 0-1 0 0,-21 55 1 0 0,30-67 1 0 0,0 1-1 0 0,1 0 1 0 0,2 0 0 0 0,0 0-1 0 0,0 0 1 0 0,2 25-1 0 0,1-36-29 0 0,0 0 0 0 0,1-1 0 0 0,0 1 0 0 0,0 0 0 0 0,1 0 0 0 0,0 0 0 0 0,1-1 0 0 0,0 1 0 0 0,0-1-1 0 0,0 0 1 0 0,1 0 0 0 0,0 0 0 0 0,0 0 0 0 0,1-1 0 0 0,0 1 0 0 0,0-1 0 0 0,1-1 0 0 0,-1 1 0 0 0,1-1-1 0 0,0 0 1 0 0,1 0 0 0 0,-1 0 0 0 0,1-1 0 0 0,0 0 0 0 0,0-1 0 0 0,15 6 0 0 0,-2-4-577 0 0,1-1 0 0 0,-1-1 0 0 0,1 0 1 0 0,0-2-1 0 0,0-1 0 0 0,0 0 0 0 0,0-1 0 0 0,0-2 1 0 0,0 0-1 0 0,27-8 0 0 0,3-4-2306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6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306 185 976 0 0,'12'-31'2049'0'0,"1"-1"845"0"0,-1-1-1 0 0,12-55 969 0 0,-26 90-3614 0 0,-6 4-124 0 0,0 1-1 0 0,1 0 1 0 0,1 1 0 0 0,-1 0 0 0 0,1 0 0 0 0,0 1 0 0 0,1-1-1 0 0,-5 12 1 0 0,-4 2 110 0 0,-150 283 1248 0 0,137-242-1364 0 0,2 0-1 0 0,3 2 1 0 0,-14 71 0 0 0,31-111-148 0 0,1-1 0 0 0,2 1 0 0 0,-1 48 0 0 0,3-66-132 0 0,1 0 0 0 0,-1-1 0 0 0,1 1 0 0 0,1 0 1 0 0,-1 0-1 0 0,1-1 0 0 0,0 1 0 0 0,0-1 0 0 0,1 0 1 0 0,0 0-1 0 0,0 0 0 0 0,1 0 0 0 0,-1 0 0 0 0,1-1 1 0 0,0 1-1 0 0,1-1 0 0 0,-1 0 0 0 0,1 0 0 0 0,6 4 1 0 0,-7-6-34 0 0,0-1 0 0 0,0 1 0 0 0,0-1 0 0 0,0 0 0 0 0,0-1 0 0 0,1 1 0 0 0,-1-1 0 0 0,1 1 0 0 0,-1-1 0 0 0,1-1 0 0 0,-1 1 0 0 0,1-1 0 0 0,-1 1 0 0 0,1-1 0 0 0,8-1 0 0 0,-6-1 24 0 0,-1 0-1 0 0,1 0 1 0 0,-1 0 0 0 0,1 0-1 0 0,-1-1 1 0 0,0 0 0 0 0,0-1-1 0 0,-1 1 1 0 0,11-9-1 0 0,-1-2 67 0 0,0 0-1 0 0,-1-2 0 0 0,0 0 0 0 0,-1 0 0 0 0,20-36 1 0 0,-3-5 2187 0 0,-3-2 0 0 0,34-105 0 0 0,-59 151-1681 0 0,-8 18 7 0 0,-9 18-48 0 0,4-3-246 0 0,2 0 0 0 0,0 1 0 0 0,1 1 0 0 0,-9 38 0 0 0,16-53-103 0 0,-1 0 0 0 0,1 0 0 0 0,0 0 0 0 0,1 0 0 0 0,0 1 0 0 0,0-1 0 0 0,0 0 0 0 0,1 0 0 0 0,0 0 0 0 0,0 0 0 0 0,1 0 0 0 0,0 0 0 0 0,0 0 0 0 0,1-1 0 0 0,0 1 0 0 0,0 0 0 0 0,0-1 0 0 0,9 11 0 0 0,-7-12-3 0 0,0-1 0 0 0,0 1 0 0 0,0-1 0 0 0,1 0 0 0 0,-1-1 0 0 0,1 1 0 0 0,0-1 0 0 0,0-1 0 0 0,0 1 0 0 0,0-1 0 0 0,1 0 0 0 0,-1 0 0 0 0,1-1 0 0 0,-1 0 0 0 0,1 0 0 0 0,0 0 0 0 0,-1-1-1 0 0,1 0 1 0 0,9-1 0 0 0,-5 0 3 0 0,-1-1 0 0 0,0 0 0 0 0,1 0 0 0 0,-1-1 0 0 0,0 0 0 0 0,0-1-1 0 0,0 0 1 0 0,-1 0 0 0 0,1-1 0 0 0,-1-1 0 0 0,13-9 0 0 0,-8 2 7 0 0,0 1-1 0 0,-2-2 1 0 0,0 0 0 0 0,0 0 0 0 0,-1-1 0 0 0,-1-1 0 0 0,14-27 0 0 0,-18 29-16 0 0,0 1 1 0 0,-1-1 0 0 0,0 0-1 0 0,-1 0 1 0 0,-1-1 0 0 0,0 1 0 0 0,-1-1-1 0 0,-1 0 1 0 0,0 1 0 0 0,-1-18-1 0 0,-1 26-1 0 0,0 1 0 0 0,0 0 0 0 0,0-1 0 0 0,0 1 0 0 0,-1 0 0 0 0,0 0 0 0 0,0 0 0 0 0,0 0 0 0 0,-1 0 0 0 0,0 1 0 0 0,0-1 0 0 0,0 1-1 0 0,0 0 1 0 0,-1-1 0 0 0,1 2 0 0 0,-1-1 0 0 0,0 0 0 0 0,0 1 0 0 0,-1-1 0 0 0,1 1 0 0 0,-1 1 0 0 0,1-1 0 0 0,-1 0 0 0 0,0 1-1 0 0,0 0 1 0 0,0 0 0 0 0,0 1 0 0 0,0-1 0 0 0,-1 1 0 0 0,-8 0 0 0 0,4-1-157 0 0,1 2-1 0 0,-1-1 1 0 0,1 1 0 0 0,-1 1 0 0 0,0 0-1 0 0,1 0 1 0 0,-1 1 0 0 0,1 0-1 0 0,0 1 1 0 0,0 0 0 0 0,0 0 0 0 0,0 1-1 0 0,0 0 1 0 0,1 0 0 0 0,-1 1 0 0 0,-11 9-1 0 0,20-13-24 0 0,-15 13-885 0 0,15-13 790 0 0,-1-1 1 0 0,1 1 0 0 0,-1 0-1 0 0,1-1 1 0 0,-1 1 0 0 0,1 0-1 0 0,-1 0 1 0 0,1 0 0 0 0,-1-1-1 0 0,1 1 1 0 0,0 0-1 0 0,0 0 1 0 0,-1 0 0 0 0,1 0-1 0 0,0 0 1 0 0,0-1 0 0 0,0 1-1 0 0,0 0 1 0 0,0 0 0 0 0,0 0-1 0 0,1 1 1 0 0,4 12-3443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7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53 2224 0 0,'0'-3'1956'0'0,"0"1"-1742"0"0,0 1 0 0 0,0-1 0 0 0,0 1-1 0 0,0-1 1 0 0,-1 1 0 0 0,1 0 0 0 0,-1-1-1 0 0,1 1 1 0 0,-1-1 0 0 0,0 1-1 0 0,1 0 1 0 0,-1 0 0 0 0,0-1 0 0 0,0 1-1 0 0,0 0 1 0 0,0 0 0 0 0,0 0 0 0 0,0 0-1 0 0,0 0 1 0 0,-2-1 0 0 0,0-1 56 0 0,-1 1 1 0 0,0 0-1 0 0,0 0 1 0 0,0 1-1 0 0,0-1 0 0 0,0 1 1 0 0,-5-1-1 0 0,-5-1 170 0 0,0 1-1 0 0,0 1 1 0 0,-25 0-1 0 0,30 2-341 0 0,-1 0 0 0 0,0 0 0 0 0,0 1 0 0 0,1 0-1 0 0,-1 0 1 0 0,1 1 0 0 0,0 1 0 0 0,-1-1-1 0 0,-9 7 1 0 0,16-8-91 0 0,0 0-1 0 0,0 0 0 0 0,0 0 0 0 0,0 0 1 0 0,0 1-1 0 0,1-1 0 0 0,-1 1 1 0 0,1 0-1 0 0,0 0 0 0 0,0 0 1 0 0,0 0-1 0 0,0 0 0 0 0,0 0 0 0 0,1 1 1 0 0,-1-1-1 0 0,1 0 0 0 0,0 1 1 0 0,0-1-1 0 0,0 1 0 0 0,0 0 1 0 0,1-1-1 0 0,0 1 0 0 0,-1-1 0 0 0,1 1 1 0 0,1 0-1 0 0,-1-1 0 0 0,2 8 1 0 0,1 1-9 0 0,0 0 0 0 0,1-1 0 0 0,1 1 0 0 0,0-1 0 0 0,1 1 0 0 0,7 10 0 0 0,47 63-21 0 0,-51-73 23 0 0,6 8 22 0 0,-4-7 122 0 0,0 1 0 0 0,-1 1 0 0 0,-1-1-1 0 0,0 2 1 0 0,12 28 0 0 0,-21-42-60 0 0,1 1 0 0 0,0-1-1 0 0,-1 0 1 0 0,0 0-1 0 0,1 0 1 0 0,-1 0 0 0 0,0 0-1 0 0,0 0 1 0 0,0 1 0 0 0,0-1-1 0 0,-1 0 1 0 0,1 0-1 0 0,-1 0 1 0 0,1 0 0 0 0,-1 0-1 0 0,0 0 1 0 0,1 0 0 0 0,-1 0-1 0 0,0 0 1 0 0,-2 2-1 0 0,1-2-4 0 0,0 1 0 0 0,-1 0 0 0 0,0-1 0 0 0,1 0 0 0 0,-1 0 0 0 0,0 1 0 0 0,0-2 0 0 0,0 1 0 0 0,0 0 0 0 0,-1-1 0 0 0,-3 2 1 0 0,-4 1 27 0 0,-1-1 0 0 0,0 0 0 0 0,0-1 0 0 0,-1 0 0 0 0,-22 0 0 0 0,7-3-260 0 0,0-1 0 0 0,0-1 0 0 0,1-1 0 0 0,-1-2 1 0 0,-46-15-1 0 0,73 21-47 0 0,0 0 1 0 0,0-1-1 0 0,0 1 1 0 0,0 0-1 0 0,0 0 1 0 0,0-1-1 0 0,0 1 1 0 0,0-1 0 0 0,1 1-1 0 0,-1-1 1 0 0,0 1-1 0 0,0-1 1 0 0,0 0-1 0 0,0 1 1 0 0,1-1-1 0 0,-1 0 1 0 0,0 1-1 0 0,1-1 1 0 0,-1 0-1 0 0,1 0 1 0 0,-1 0-1 0 0,1 0 1 0 0,-1 0-1 0 0,1 1 1 0 0,-1-1-1 0 0,1 0 1 0 0,0 0-1 0 0,0 0 1 0 0,-1 0-1 0 0,1 0 1 0 0,0 0-1 0 0,0 0 1 0 0,0 0-1 0 0,0 0 1 0 0,0 0-1 0 0,0 0 1 0 0,0 0-1 0 0,1 0 1 0 0,-1 0-1 0 0,0 0 1 0 0,1 0-1 0 0,-1 0 1 0 0,0 0-1 0 0,1 0 1 0 0,-1 0-1 0 0,1 0 1 0 0,-1 0-1 0 0,2-1 1 0 0,10-9-4645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7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237 124 1324 0 0,'-9'-10'6042'0'0,"5"6"-4947"0"0,-1-1 1 0 0,1 2-1 0 0,-1-1 1 0 0,0 0-1 0 0,-1 1 1 0 0,-6-4-1 0 0,11 8-1088 0 0,1-1-1 0 0,-1 0 1 0 0,1 1 0 0 0,-1-1 0 0 0,1 0-1 0 0,0 1 1 0 0,-1-1 0 0 0,1 1-1 0 0,0-1 1 0 0,-1 0 0 0 0,1 1-1 0 0,0-1 1 0 0,-1 1 0 0 0,1-1-1 0 0,0 1 1 0 0,0-1 0 0 0,-1 1 0 0 0,1-1-1 0 0,0 1 1 0 0,0 0 0 0 0,0-1-1 0 0,0 1 1 0 0,0-1 0 0 0,0 1-1 0 0,0-1 1 0 0,0 1 0 0 0,0-1-1 0 0,0 2 1 0 0,0-1-2 0 0,0-1-1 0 0,0 1 1 0 0,0 0-1 0 0,0 0 1 0 0,-1-1-1 0 0,1 1 0 0 0,0 0 1 0 0,0-1-1 0 0,0 1 1 0 0,1 0-1 0 0,-1 0 1 0 0,0-1-1 0 0,0 1 1 0 0,0 0-1 0 0,1 0 1 0 0,-1-1-1 0 0,0 1 1 0 0,0 0-1 0 0,1-1 1 0 0,-1 1-1 0 0,1 0 1 0 0,11 17 76 0 0,-8-13-65 0 0,1 0 8 0 0,19 3 28 0 0,-16-6-37 0 0,-1 0-1 0 0,1-1 1 0 0,-1 0-1 0 0,1 0 1 0 0,0-1-1 0 0,-1 0 1 0 0,1 0-1 0 0,0-1 1 0 0,-1 1-1 0 0,1-2 1 0 0,-1 1-1 0 0,11-5 1 0 0,-12 4-5 0 0,0 0 0 0 0,-1-1 0 0 0,1 1 0 0 0,-1-1-1 0 0,0 0 1 0 0,0-1 0 0 0,0 0 0 0 0,0 1 0 0 0,-1-1 0 0 0,1-1 0 0 0,-1 1 0 0 0,0-1 0 0 0,0 0 0 0 0,-1 1 0 0 0,1-2 0 0 0,3-7-1 0 0,-5 9-9 0 0,-1 0 0 0 0,1-1 0 0 0,-1 1 0 0 0,0 0 0 0 0,-1-1-1 0 0,1 1 1 0 0,-1-7 0 0 0,1 10-3 0 0,-1-1 0 0 0,0 1-1 0 0,0 0 1 0 0,-1-1 0 0 0,1 1 0 0 0,0 0-1 0 0,0-1 1 0 0,-1 1 0 0 0,1 0 0 0 0,-1-1-1 0 0,1 1 1 0 0,-1 0 0 0 0,1 0 0 0 0,-1 0-1 0 0,0-1 1 0 0,1 1 0 0 0,-1 0 0 0 0,0 0-1 0 0,0 0 1 0 0,0 0 0 0 0,0 0 0 0 0,0 1-1 0 0,0-1 1 0 0,0 0 0 0 0,0 0 0 0 0,-1 1-1 0 0,1-1 1 0 0,0 0 0 0 0,0 1 0 0 0,0-1-1 0 0,-1 1 1 0 0,-1-1 0 0 0,-6 1 3 0 0,0-1-1 0 0,-1 2 1 0 0,1-1 0 0 0,0 1 0 0 0,-1 0 0 0 0,1 1 0 0 0,0 0 0 0 0,0 1-1 0 0,0 0 1 0 0,0 0 0 0 0,1 1 0 0 0,-1 0 0 0 0,-14 10 0 0 0,-5 4 64 0 0,2 1 1 0 0,-44 39 0 0 0,50-40-42 0 0,1 2 1 0 0,1 0 0 0 0,-20 29-1 0 0,32-41-13 0 0,1-1 0 0 0,0 1 0 0 0,1 0 0 0 0,0 1 0 0 0,0-1 0 0 0,1 1 0 0 0,0-1 0 0 0,1 1 0 0 0,0 0-1 0 0,0 0 1 0 0,1 0 0 0 0,0 0 0 0 0,0 16 0 0 0,2-21-2 0 0,-1 0-1 0 0,1 0 1 0 0,0 0-1 0 0,0 0 1 0 0,1 0-1 0 0,-1 0 1 0 0,1 0-1 0 0,0 0 1 0 0,0-1-1 0 0,0 1 1 0 0,1-1 0 0 0,-1 1-1 0 0,4 3 1 0 0,-1-2-105 0 0,1 0 1 0 0,-1-1-1 0 0,1 0 1 0 0,0 1 0 0 0,0-2-1 0 0,0 1 1 0 0,8 2-1 0 0,4 1-762 0 0,1 0-1 0 0,0-2 0 0 0,0 0 0 0 0,34 3 1 0 0,-16-5-2720 0 0,3-1-1648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442 556 1884 0 0,'0'-2'255'0'0,"0"-1"-1"0"0,0 1 1 0 0,0 0-1 0 0,-1-1 1 0 0,1 1-1 0 0,-1-1 1 0 0,1 1-1 0 0,-1 0 1 0 0,0 0-1 0 0,0-1 0 0 0,0 1 1 0 0,0 0-1 0 0,0 0 1 0 0,0 0-1 0 0,-1 0 1 0 0,1 0-1 0 0,-1 0 1 0 0,1 1-1 0 0,-1-1 1 0 0,0 0-1 0 0,0 1 1 0 0,0-1-1 0 0,0 1 1 0 0,0 0-1 0 0,0 0 1 0 0,0-1-1 0 0,0 1 1 0 0,0 1-1 0 0,0-1 1 0 0,-1 0-1 0 0,1 0 1 0 0,0 1-1 0 0,-1-1 1 0 0,1 1-1 0 0,-3 0 1 0 0,-4-1-11 0 0,0 1 1 0 0,1 0 0 0 0,-1 1 0 0 0,0 0 0 0 0,0 0 0 0 0,1 1 0 0 0,-1 0-1 0 0,-11 4 1 0 0,-1 3-19 0 0,1 0 0 0 0,0 2 0 0 0,0 0 0 0 0,1 1 0 0 0,0 1 0 0 0,1 1 0 0 0,-23 22 1 0 0,28-23-171 0 0,0 1 0 0 0,1 0 0 0 0,1 0 0 0 0,1 1 0 0 0,0 0 0 0 0,0 1 0 0 0,2 0 1 0 0,0 1-1 0 0,-10 29 0 0 0,16-41-43 0 0,1 1 1 0 0,0 0-1 0 0,0-1 0 0 0,0 1 1 0 0,1 0-1 0 0,-1-1 1 0 0,1 1-1 0 0,1 0 0 0 0,-1-1 1 0 0,1 1-1 0 0,0 0 1 0 0,2 6-1 0 0,-2-9-6 0 0,1 0 0 0 0,-1 0-1 0 0,1 0 1 0 0,-1-1 0 0 0,1 1 0 0 0,0 0-1 0 0,0-1 1 0 0,1 1 0 0 0,-1-1-1 0 0,0 0 1 0 0,1 0 0 0 0,0 0 0 0 0,-1 0-1 0 0,1 0 1 0 0,0 0 0 0 0,0-1 0 0 0,0 1-1 0 0,0-1 1 0 0,0 0 0 0 0,0 0 0 0 0,0 0-1 0 0,5 0 1 0 0,3 1 2 0 0,-1-1 0 0 0,1-1 0 0 0,0 0 0 0 0,0 0 0 0 0,0-1 0 0 0,0 0 1 0 0,-1-1-1 0 0,1 0 0 0 0,-1-1 0 0 0,1 0 0 0 0,-1-1 0 0 0,0 0 0 0 0,0 0 0 0 0,17-12 0 0 0,2-2-10 0 0,-1-2 1 0 0,-1-1-1 0 0,35-35 0 0 0,-12 5-3 0 0,73-95-1 0 0,26-71-101 0 0,-106 149 175 0 0,-4-2-1 0 0,49-118 1 0 0,-87 185-58 0 0,0 1-1 0 0,-1 0 1 0 0,1 0-1 0 0,-1 0 1 0 0,1-1-1 0 0,-1 1 1 0 0,0 0-1 0 0,0 0 1 0 0,0-1-1 0 0,0 1 1 0 0,0 0-1 0 0,0-1 1 0 0,-1 1-1 0 0,0-3 0 0 0,1 5-8 0 0,-1 0 0 0 0,1 0 0 0 0,-1-1 0 0 0,1 1-1 0 0,0 0 1 0 0,-1 0 0 0 0,1 0 0 0 0,-1-1-1 0 0,1 1 1 0 0,0 0 0 0 0,-1 0 0 0 0,1 0-1 0 0,-1 0 1 0 0,1 0 0 0 0,-1 0 0 0 0,1 0-1 0 0,0 0 1 0 0,-1 0 0 0 0,1 0 0 0 0,-1 0-1 0 0,1 0 1 0 0,-1 0 0 0 0,1 0 0 0 0,-1 0-1 0 0,1 0 1 0 0,0 1 0 0 0,-1-1 0 0 0,1 0-1 0 0,-1 0 1 0 0,1 0 0 0 0,-1 1 0 0 0,-13 6 53 0 0,1 2 31 0 0,0 1-1 0 0,0 0 0 0 0,1 1 0 0 0,1 1 0 0 0,0-1 0 0 0,0 2 0 0 0,1 0 0 0 0,-10 17 0 0 0,-2 6 187 0 0,-33 77 1 0 0,38-71-63 0 0,2 2 0 0 0,2 0 0 0 0,-10 53-1 0 0,18-59-1184 0 0,-2 43 0 0 0,6-50-3425 0 0,6 55 0 0 0,-1-66-1037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31 228 0 0,'-10'-21'17992'0'0,"10"15"-19392"0"0,6 2 720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20 2528 0 0,'2'-2'2092'0'0,"17"-10"4034"0"0,-18 12-5834 0 0,-1-1 1 0 0,1 0 0 0 0,0 1 0 0 0,0-1 0 0 0,0 1 0 0 0,0-1 0 0 0,-1 1-1 0 0,1 0 1 0 0,0-1 0 0 0,0 1 0 0 0,0 0 0 0 0,0 0 0 0 0,1-1-1 0 0,-1 3-218 0 0,0-1 0 0 0,0 0-1 0 0,-1 0 1 0 0,1 1 0 0 0,0-1-1 0 0,-1 1 1 0 0,1-1-1 0 0,-1 0 1 0 0,0 1 0 0 0,1-1-1 0 0,-1 1 1 0 0,0-1 0 0 0,0 1-1 0 0,0-1 1 0 0,0 1-1 0 0,0-1 1 0 0,0 1 0 0 0,-1-1-1 0 0,1 0 1 0 0,0 1 0 0 0,-1 1-1 0 0,-12 40 501 0 0,7-27-365 0 0,4-6-260 0 0,-41 150 1125 0 0,36-127-2380 0 0,2 0 0 0 0,-3 64 1 0 0,10-89 5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0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13 131 232 0 0,'0'-19'2144'0'0,"0"1"-492"0"0,0 5-155 0 0,-2-1-425 0 0,0 0-84 0 0,2 4-320 0 0,-3-2-32 0 0,1 3-248 0 0,2 1 64 0 0,-3-6-352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0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608 54 2636 0 0,'2'-1'595'0'0,"0"-1"1"0"0,0 1-1 0 0,0 0 0 0 0,0-1 0 0 0,-1 0 0 0 0,1 1 1 0 0,-1-1-1 0 0,1 0 0 0 0,-1 1 0 0 0,1-1 0 0 0,1-4 1 0 0,-3 5-424 0 0,1 0 1 0 0,-1 0 0 0 0,0 0-1 0 0,1 0 1 0 0,-1-1 0 0 0,0 1 0 0 0,0 0-1 0 0,0 0 1 0 0,0 0 0 0 0,0 0-1 0 0,0 0 1 0 0,0 0 0 0 0,0 0 0 0 0,-1 0-1 0 0,1 0 1 0 0,0 0 0 0 0,-1 0-1 0 0,1-1 1 0 0,-1 1 0 0 0,1 1 0 0 0,-1-1-1 0 0,1 0 1 0 0,-1 0 0 0 0,0 0 0 0 0,1 0-1 0 0,-1 0 1 0 0,-1 0 0 0 0,1-1 217 0 0,-2 3-44 0 0,-3 0-250 0 0,1 0 0 0 0,0 1 1 0 0,0-1-1 0 0,0 1 0 0 0,1 1 0 0 0,-1-1 1 0 0,0 1-1 0 0,1-1 0 0 0,0 1 1 0 0,-1 1-1 0 0,1-1 0 0 0,0 0 0 0 0,1 1 1 0 0,-6 6-1 0 0,-8 11 260 0 0,-24 35-1 0 0,32-43-223 0 0,-13 22 127 0 0,2 1 0 0 0,1 1 0 0 0,2 1 0 0 0,1 1 0 0 0,2 0 0 0 0,2 1 0 0 0,1 0 0 0 0,-7 65 0 0 0,5 26 484 0 0,5 179 0 0 0,8-252-661 0 0,1-12 4 0 0,-3 0-1 0 0,-2 0 1 0 0,-9 47-1 0 0,10-80-53 0 0,0 1-1 0 0,-1-1 0 0 0,0-1 0 0 0,-1 1 1 0 0,-1 0-1 0 0,0-1 0 0 0,0 0 0 0 0,-1-1 1 0 0,0 1-1 0 0,-1-1 0 0 0,-1-1 0 0 0,0 0 1 0 0,0 0-1 0 0,-21 17 0 0 0,25-23-130 0 0,-1-1 0 0 0,0 1 0 0 0,0-1 0 0 0,0 0 0 0 0,0-1 0 0 0,0 1-1 0 0,0-1 1 0 0,-1 0 0 0 0,1-1 0 0 0,-1 0 0 0 0,0 0 0 0 0,1 0 0 0 0,-13-1 0 0 0,15 0-249 0 0,1 0 0 0 0,0-1 0 0 0,-1 0 0 0 0,1 0 0 0 0,0 0 0 0 0,-1 0 0 0 0,1 0 0 0 0,0-1 0 0 0,0 0 0 0 0,0 1 0 0 0,-5-5 0 0 0,5 4-291 0 0,1-1 1 0 0,-1 0-1 0 0,1 0 0 0 0,-1 0 1 0 0,1 0-1 0 0,0 0 1 0 0,0 0-1 0 0,0-1 1 0 0,1 1-1 0 0,-1-1 1 0 0,1 1-1 0 0,-2-5 0 0 0,-1-14-5440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0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0 193 1444 0 0,'9'-18'2311'0'0,"1"-1"-1"0"0,1 2 1 0 0,15-22 0 0 0,-20 33-2150 0 0,-1 0-1 0 0,1 0 1 0 0,1 0 0 0 0,-1 1 0 0 0,1 0-1 0 0,-1 0 1 0 0,1 1 0 0 0,1 0 0 0 0,-1 0-1 0 0,1 0 1 0 0,8-2 0 0 0,14-3-53 0 0,0 2 0 0 0,0 1 0 0 0,43-3 0 0 0,95 3-3686 0 0,-120 5 871 0 0,5 1-1652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0 378 200 0 0,'15'35'11036'0'0,"-3"-7"-6674"0"0,-11-26-4264 0 0,1 0 1 0 0,-1 1 0 0 0,1-1-1 0 0,0 0 1 0 0,0 0 0 0 0,0 0 0 0 0,0 0-1 0 0,0 0 1 0 0,0 0 0 0 0,0 0-1 0 0,1-1 1 0 0,-1 1 0 0 0,0-1-1 0 0,1 0 1 0 0,2 1 0 0 0,4 2-50 0 0,0-2 1 0 0,-1 1-1 0 0,1-1 0 0 0,0-1 1 0 0,0 1-1 0 0,0-2 0 0 0,0 1 1 0 0,0-1-1 0 0,1 0 1 0 0,-1-1-1 0 0,11-2 0 0 0,-8 0-32 0 0,0-1 0 0 0,0 0 0 0 0,-1 0 0 0 0,0-1 0 0 0,0-1 0 0 0,0 1 0 0 0,16-13 0 0 0,-8 2-38 0 0,0 0 0 0 0,-1-2 0 0 0,-1 0 0 0 0,-1 0 0 0 0,0-2 0 0 0,-1 0-1 0 0,20-37 1 0 0,-10 10-60 0 0,-3 0 0 0 0,32-96 0 0 0,-54 142 76 0 0,1 1 1 0 0,-1 0-1 0 0,0-1 1 0 0,0 1-1 0 0,0 0 0 0 0,0-1 1 0 0,1 1-1 0 0,-1-1 1 0 0,0 1-1 0 0,0 0 1 0 0,0-1-1 0 0,0 1 0 0 0,0-1 1 0 0,0 1-1 0 0,0 0 1 0 0,0-1-1 0 0,0 1 1 0 0,0 0-1 0 0,0-1 0 0 0,0 1 1 0 0,-1-1-1 0 0,1 1 1 0 0,0 0-1 0 0,0-1 1 0 0,0 1-1 0 0,0 0 0 0 0,-1-1 1 0 0,1 1-1 0 0,0 0 1 0 0,-1-1-1 0 0,-10 4-4 0 0,-14 18 151 0 0,9-1-60 0 0,2-1-1 0 0,1 2 1 0 0,0 0-1 0 0,1 1 1 0 0,2 0-1 0 0,0 0 0 0 0,1 1 1 0 0,1 1-1 0 0,2-1 1 0 0,0 1-1 0 0,-4 38 1 0 0,10-56-123 0 0,-1 0 1 0 0,1 1-1 0 0,0-1 1 0 0,1 0-1 0 0,-1 0 1 0 0,1 1 0 0 0,1-1-1 0 0,-1 0 1 0 0,1 0-1 0 0,0 0 1 0 0,0 0-1 0 0,1-1 1 0 0,-1 1-1 0 0,1-1 1 0 0,1 1-1 0 0,-1-1 1 0 0,1 0 0 0 0,0 0-1 0 0,0 0 1 0 0,0-1-1 0 0,1 0 1 0 0,0 0-1 0 0,-1 0 1 0 0,1 0-1 0 0,1 0 1 0 0,-1-1-1 0 0,1 0 1 0 0,-1 0 0 0 0,1-1-1 0 0,0 0 1 0 0,0 0-1 0 0,0 0 1 0 0,0 0-1 0 0,0-1 1 0 0,0 0-1 0 0,0-1 1 0 0,0 1-1 0 0,1-1 1 0 0,10-1 0 0 0,-7-1-627 0 0,0 1 1 0 0,0-2 0 0 0,0 1 0 0 0,0-2 0 0 0,0 1 0 0 0,-1-1 0 0 0,1-1 0 0 0,-1 0 0 0 0,0 0-1 0 0,-1 0 1 0 0,1-1 0 0 0,-1-1 0 0 0,12-11 0 0 0,6-9-4448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1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149 103 720 0 0,'-8'-12'2018'0'0,"0"1"0"0"0,-1 0 0 0 0,-11-11-1 0 0,13 15-1396 0 0,0 1-1 0 0,0-1 1 0 0,-1 2-1 0 0,0-1 1 0 0,-10-5-1 0 0,17 11-616 0 0,0-1-1 0 0,-1 0 0 0 0,1 1 1 0 0,0-1-1 0 0,0 1 0 0 0,-1 0 1 0 0,1-1-1 0 0,-1 1 0 0 0,1 0 1 0 0,0 0-1 0 0,-1 0 0 0 0,1-1 1 0 0,0 2-1 0 0,-1-1 0 0 0,1 0 0 0 0,-1 0 1 0 0,1 0-1 0 0,0 1 0 0 0,-1-1 1 0 0,1 0-1 0 0,0 1 0 0 0,-1-1 1 0 0,1 1-1 0 0,0 0 0 0 0,0 0 1 0 0,0-1-1 0 0,-1 1 0 0 0,1 0 1 0 0,0 0-1 0 0,0 0 0 0 0,0 0 0 0 0,0 0 1 0 0,1 0-1 0 0,-1 0 0 0 0,0 0 1 0 0,0 0-1 0 0,0 2 0 0 0,0-1-262 0 0,1-1-1 0 0,-1 0 1 0 0,1 1-1 0 0,0-1 1 0 0,0 1-1 0 0,-1-1 1 0 0,1 0-1 0 0,0 1 1 0 0,0-1-1 0 0,1 1 1 0 0,-1-1-1 0 0,0 1 1 0 0,0-1-1 0 0,1 0 1 0 0,-1 1 0 0 0,0-1-1 0 0,1 1 1 0 0,0-1-1 0 0,-1 0 1 0 0,1 0-1 0 0,0 1 1 0 0,0-1-1 0 0,0 1 1 0 0,7 8-3750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42 2716 0 0,'8'-17'7719'0'0,"5"-7"1368"0"0,-13 27-8529 0 0,-2 19-55 0 0,-2 1 1 0 0,0 0-1 0 0,-2-1 0 0 0,0 0 1 0 0,-13 31-1 0 0,-4 13-80 0 0,-40 115 257 0 0,34-106-1339 0 0,-36 154 0 0 0,62-213-555 0 0,1 0 0 0 0,0 22-1 0 0,6 6-8670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1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141 192 216 0 0,'-135'-145'18278'0'0,"135"144"-18256"0"0,-1 1 0 0 0,1 0 0 0 0,0-1 0 0 0,-1 1 0 0 0,1 0 0 0 0,-1-1 0 0 0,1 1 0 0 0,0-1 0 0 0,-1 1 0 0 0,1-1 0 0 0,0 1 0 0 0,-1-1 0 0 0,1 1 0 0 0,0-1 0 0 0,0 1 0 0 0,0-1 0 0 0,-1 1 0 0 0,1-1 0 0 0,0 1 0 0 0,0-1 0 0 0,0 1 0 0 0,0-1 0 0 0,0 0 0 0 0,0 1 0 0 0,0-1 0 0 0,0 1 1 0 0,0-1-1 0 0,0 1 0 0 0,0-1 0 0 0,1 1 0 0 0,-1-1 0 0 0,0 0 0 0 0,0 1 0 0 0,1-1 0 0 0,-1 1 0 0 0,0-1 0 0 0,0 1 0 0 0,1 0 0 0 0,-1-1 0 0 0,1 1 0 0 0,-1-1 0 0 0,0 1 0 0 0,1 0 0 0 0,-1-1 0 0 0,1 1 0 0 0,-1 0 0 0 0,1-1 0 0 0,-1 1 0 0 0,1 0 0 0 0,-1-1 0 0 0,2 1 0 0 0,29-9 140 0 0,-29 8-112 0 0,47-5-682 0 0,0 2 0 0 0,98 4 0 0 0,-95 1-579 0 0,103 0-3115 0 0,-52-3-1517 0 0,-63 0 1672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2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690 15 1232 0 0,'2'-1'2060'0'0,"29"-12"8239"0"0,-36 12-10022 0 0,-1 1 0 0 0,0 1 1 0 0,1-1-1 0 0,-1 1 0 0 0,1 0 1 0 0,-1 1-1 0 0,1-1 1 0 0,-7 3-1 0 0,-48 22 1024 0 0,33-13-836 0 0,17-9-381 0 0,0 1 0 0 0,1-1 0 0 0,0 2 0 0 0,0 0 0 0 0,0 0 0 0 0,1 0 0 0 0,-1 1 0 0 0,2 0 0 0 0,-12 13 0 0 0,16-16-69 0 0,0 0 1 0 0,1 0-1 0 0,-1 1 0 0 0,1-1 0 0 0,0 1 1 0 0,0-1-1 0 0,1 1 0 0 0,-1 0 0 0 0,1-1 1 0 0,0 1-1 0 0,0 0 0 0 0,1 0 1 0 0,0 0-1 0 0,-1 0 0 0 0,1 0 0 0 0,1 0 1 0 0,-1 0-1 0 0,1 0 0 0 0,0 0 1 0 0,0-1-1 0 0,0 1 0 0 0,4 7 0 0 0,7 13 0 0 0,1-1 0 0 0,2 0 0 0 0,0 0 0 0 0,2-2 0 0 0,24 28 0 0 0,7 8 1428 0 0,-48-57-1412 0 0,0 0 1 0 0,0-1-1 0 0,1 1 1 0 0,-1 0-1 0 0,0-1 1 0 0,0 1 0 0 0,0 0-1 0 0,0-1 1 0 0,0 1-1 0 0,0 0 1 0 0,0-1 0 0 0,0 1-1 0 0,0 0 1 0 0,0-1-1 0 0,0 1 1 0 0,-1 0-1 0 0,1-1 1 0 0,0 1 0 0 0,0 0-1 0 0,-1-1 1 0 0,1 1-1 0 0,0-1 1 0 0,-1 1 0 0 0,1 0-1 0 0,-1-1 1 0 0,1 1-1 0 0,0-1 1 0 0,-1 1-1 0 0,1-1 1 0 0,-1 0 0 0 0,0 1-1 0 0,1-1 1 0 0,-1 1-1 0 0,1-1 1 0 0,-1 0 0 0 0,0 0-1 0 0,1 1 1 0 0,-2-1-1 0 0,2 0-27 0 0,-9 4 67 0 0,0-1-1 0 0,-1-1 1 0 0,1 1-1 0 0,0-2 1 0 0,-1 1-1 0 0,0-1 1 0 0,1-1-1 0 0,-19-1 1 0 0,14 1-27 0 0,-47-2-974 0 0,0-2 1 0 0,-85-18-1 0 0,-27-22-8537 0 0,115 27 1636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3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797 164 1812 0 0,'45'-107'9382'0'0,"-44"106"-9306"0"0,0 0 0 0 0,-1-1 0 0 0,1 1 0 0 0,-1-1 0 0 0,1 1-1 0 0,-1-1 1 0 0,0 1 0 0 0,0-1 0 0 0,0 1 0 0 0,0-1 0 0 0,0 1 0 0 0,0-1-1 0 0,0 1 1 0 0,0-1 0 0 0,0 1 0 0 0,-1-1 0 0 0,1 1 0 0 0,-1-1 0 0 0,1 1-1 0 0,-1-1 1 0 0,0 1 0 0 0,1 0 0 0 0,-1-1 0 0 0,0 1 0 0 0,0 0-1 0 0,0 0 1 0 0,0 0 0 0 0,0-1 0 0 0,0 1 0 0 0,0 0 0 0 0,0 0 0 0 0,-1 0-1 0 0,1 1 1 0 0,-2-2 0 0 0,0 0-30 0 0,-1 1-1 0 0,1-1 0 0 0,0 1 1 0 0,-1 0-1 0 0,1 0 1 0 0,-1 1-1 0 0,1-1 1 0 0,-1 1-1 0 0,1-1 1 0 0,-1 1-1 0 0,1 0 0 0 0,-1 1 1 0 0,-5 0-1 0 0,-7 3-2 0 0,1 1-1 0 0,-1 1 0 0 0,1 1 0 0 0,0 0 1 0 0,0 1-1 0 0,1 0 0 0 0,0 1 1 0 0,-14 13-1 0 0,-97 93 66 0 0,114-104-96 0 0,-218 236 189 0 0,179-184-125 0 0,2 1-1 0 0,-47 86 1 0 0,84-131-63 0 0,1 1-1 0 0,1 1 1 0 0,1-1-1 0 0,0 1 1 0 0,2 1 0 0 0,-6 32-1 0 0,11-46-10 0 0,0-1 0 0 0,1 1-1 0 0,0-1 1 0 0,0 1 0 0 0,1-1 0 0 0,0 1 0 0 0,0-1-1 0 0,1 0 1 0 0,0 1 0 0 0,3 6 0 0 0,-3-9-7 0 0,1 0 0 0 0,0 0 0 0 0,0-1 0 0 0,0 1 0 0 0,0-1 0 0 0,1 0 0 0 0,0 0 0 0 0,0 0 0 0 0,0 0 0 0 0,0 0 0 0 0,1-1 0 0 0,-1 0 1 0 0,1 0-1 0 0,0 0 0 0 0,5 2 0 0 0,1-1-141 0 0,1 0 1 0 0,0-1 0 0 0,0 0-1 0 0,0-1 1 0 0,0 0 0 0 0,0-1 0 0 0,0 0-1 0 0,0-1 1 0 0,1 0 0 0 0,13-3-1 0 0,13-3-878 0 0,70-19-1 0 0,-68 12-97 0 0,-1-1 0 0 0,0-2 0 0 0,-1-2 0 0 0,-1-2 0 0 0,65-43 0 0 0,-44 19-1537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38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235 228 1364 0 0,'25'-70'4884'0'0,"19"-87"0"0"0,-94 265-1687 0 0,-78 179-1889 0 0,92-194-1050 0 0,-28 113-1 0 0,56-172-224 0 0,-7 62-1 0 0,14-85-286 0 0,0-1 0 0 0,1 1 0 0 0,0 0-1 0 0,1 0 1 0 0,0-1 0 0 0,1 1 0 0 0,0-1 0 0 0,1 1 0 0 0,0-1-1 0 0,5 11 1 0 0,-7-18-19 0 0,0 0 0 0 0,0-1 0 0 0,0 0 0 0 0,1 1 0 0 0,-1-1-1 0 0,1 0 1 0 0,0 0 0 0 0,0 0 0 0 0,-1 0 0 0 0,1 0 0 0 0,1 0-1 0 0,-1 0 1 0 0,0 0 0 0 0,0-1 0 0 0,1 0 0 0 0,-1 1 0 0 0,0-1 0 0 0,1 0-1 0 0,0 0 1 0 0,-1 0 0 0 0,1 0 0 0 0,0-1 0 0 0,-1 1 0 0 0,1-1 0 0 0,0 1-1 0 0,-1-1 1 0 0,5 0 0 0 0,9-3-3096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3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46 185 888 0 0,'71'-126'12993'0'0,"-91"162"-12277"0"0,-3 5-95 0 0,-28 71-1 0 0,46-100-593 0 0,1 0 0 0 0,1 0-1 0 0,0 1 1 0 0,0-1 0 0 0,1 1-1 0 0,1 0 1 0 0,0 0 0 0 0,1-1-1 0 0,0 1 1 0 0,4 24-1 0 0,-3-33-18 0 0,0 1-1 0 0,1-1 0 0 0,-1 0 0 0 0,1 1 0 0 0,0-1 0 0 0,0 0 1 0 0,0 0-1 0 0,0 0 0 0 0,1 0 0 0 0,0-1 0 0 0,0 1 0 0 0,0-1 1 0 0,0 0-1 0 0,0 1 0 0 0,1-1 0 0 0,-1-1 0 0 0,1 1 0 0 0,0 0 1 0 0,0-1-1 0 0,0 0 0 0 0,6 3 0 0 0,-4-3 1 0 0,0-1-1 0 0,0 1 1 0 0,0-1 0 0 0,1 0-1 0 0,-1 0 1 0 0,1-1-1 0 0,-1 0 1 0 0,0 0 0 0 0,1-1-1 0 0,-1 1 1 0 0,0-2 0 0 0,1 1-1 0 0,-1 0 1 0 0,11-6 0 0 0,-4 1-2 0 0,0 0 1 0 0,0-1-1 0 0,-1-1 1 0 0,0 0-1 0 0,-1-1 1 0 0,0 0 0 0 0,0-1-1 0 0,-1 0 1 0 0,0-1-1 0 0,-1 0 1 0 0,0 0 0 0 0,-1-1-1 0 0,0 0 1 0 0,8-16-1 0 0,-9 14-8 0 0,-1 0 0 0 0,0-1-1 0 0,-1 1 1 0 0,0-1 0 0 0,-1 0-1 0 0,-1 0 1 0 0,0-1 0 0 0,-1 1-1 0 0,-1-1 1 0 0,-1 1 0 0 0,0-1-1 0 0,-1 0 1 0 0,-3-17 0 0 0,3 28 1 0 0,0 0 1 0 0,-1 0 0 0 0,0 0 0 0 0,0 0 0 0 0,0 0 0 0 0,-1 0 0 0 0,1 1 0 0 0,-1 0 0 0 0,0-1 0 0 0,-1 1 0 0 0,1 0-1 0 0,-1 0 1 0 0,1 1 0 0 0,-1-1 0 0 0,-1 1 0 0 0,1 0 0 0 0,0 0 0 0 0,-1 0 0 0 0,1 0 0 0 0,-1 1 0 0 0,0 0 0 0 0,0 0-1 0 0,0 0 1 0 0,0 1 0 0 0,0-1 0 0 0,0 1 0 0 0,-8 0 0 0 0,6 0-148 0 0,-1 0 0 0 0,1 1 0 0 0,0 0 0 0 0,-1 0-1 0 0,1 1 1 0 0,0 0 0 0 0,0 0 0 0 0,-1 1 0 0 0,1 0 0 0 0,0 0 0 0 0,0 1 0 0 0,1 0-1 0 0,-1 0 1 0 0,1 0 0 0 0,-1 1 0 0 0,1 0 0 0 0,0 0 0 0 0,0 1 0 0 0,-7 7 0 0 0,12-11-44 0 0,0 0 0 0 0,0 0 0 0 0,0 0 0 0 0,0 0 1 0 0,1 0-1 0 0,-1 1 0 0 0,0-1 0 0 0,1 0 0 0 0,-1 0 1 0 0,1 1-1 0 0,-1-1 0 0 0,1 0 0 0 0,0 1 0 0 0,0-1 1 0 0,-1 0-1 0 0,1 1 0 0 0,0-1 0 0 0,0 0 0 0 0,0 1 1 0 0,0-1-1 0 0,1 0 0 0 0,-1 1 0 0 0,0-1 0 0 0,0 0 1 0 0,1 1-1 0 0,-1-1 0 0 0,1 0 0 0 0,-1 0 1 0 0,1 1-1 0 0,0-1 0 0 0,-1 0 0 0 0,1 0 0 0 0,0 0 1 0 0,0 0-1 0 0,0 0 0 0 0,0 0 0 0 0,0 0 0 0 0,0 0 1 0 0,0 0-1 0 0,0-1 0 0 0,2 2 0 0 0,8 3-2853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39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57 984 0 0,'2'-2'430'0'0,"2"0"246"0"0,1-1 0 0 0,-1 0 0 0 0,0 0 0 0 0,0 0 0 0 0,0-1 0 0 0,0 1 0 0 0,-1-1 1 0 0,1 0-1 0 0,-1 0 0 0 0,5-8 0 0 0,-7 10-69 0 0,-3 1-497 0 0,0 0 1 0 0,0 0-1 0 0,0 0 1 0 0,0 0-1 0 0,0 1 1 0 0,0-1 0 0 0,0 0-1 0 0,0 1 1 0 0,-1 0-1 0 0,1-1 1 0 0,0 1-1 0 0,0 0 1 0 0,0 0 0 0 0,0 0-1 0 0,-1 0 1 0 0,1 1-1 0 0,0-1 1 0 0,0 1-1 0 0,0-1 1 0 0,0 1 0 0 0,-3 1-1 0 0,-49 20 753 0 0,45-18-602 0 0,-7 3-33 0 0,0 1 1 0 0,1 1-1 0 0,0 0 1 0 0,1 1 0 0 0,0 0-1 0 0,-18 18 1 0 0,28-25-203 0 0,1 1 1 0 0,0-1-1 0 0,-1 1 1 0 0,2 0-1 0 0,-1 0 1 0 0,0 0-1 0 0,1 1 1 0 0,0-1-1 0 0,0 1 1 0 0,0-1-1 0 0,1 1 1 0 0,-1-1-1 0 0,1 1 1 0 0,0 0-1 0 0,0 0 1 0 0,1 0-1 0 0,0 0 0 0 0,-1 0 1 0 0,2-1-1 0 0,-1 1 1 0 0,0 0-1 0 0,1 0 1 0 0,0 0-1 0 0,0 0 1 0 0,1-1-1 0 0,-1 1 1 0 0,4 5-1 0 0,4 7-3 0 0,2 0-1 0 0,0 0 1 0 0,0-2 0 0 0,2 1-1 0 0,0-2 1 0 0,17 16-1 0 0,22 25 1 0 0,-44-46-14 0 0,-5-6 20 0 0,0 0 0 0 0,0 1-1 0 0,0 0 1 0 0,0-1 0 0 0,-1 1 0 0 0,4 7 0 0 0,-6-10-22 0 0,1 0 0 0 0,-1 0 0 0 0,0 1 0 0 0,1-1 0 0 0,-1 0 0 0 0,0 0 0 0 0,0 1 0 0 0,0-1 0 0 0,0 0 0 0 0,0 0 0 0 0,0 1 0 0 0,-1-1 0 0 0,1 0 0 0 0,0 0 1 0 0,-1 1-1 0 0,1-1 0 0 0,-1 0 0 0 0,1 0 0 0 0,-1 0 0 0 0,1 0 0 0 0,-1 0 0 0 0,0 0 0 0 0,0 0 0 0 0,0 0 0 0 0,1 0 0 0 0,-1 0 0 0 0,0 0 0 0 0,0 0 0 0 0,0 0 0 0 0,-2 0 0 0 0,-2 2 6 0 0,0 0 0 0 0,0 0 0 0 0,0 0 0 0 0,0-1 0 0 0,-1 0 0 0 0,0 0-1 0 0,1-1 1 0 0,-1 1 0 0 0,0-1 0 0 0,1 0 0 0 0,-1-1 0 0 0,-10 1-1 0 0,-7-2-29 0 0,-41-6 0 0 0,51 5-48 0 0,12 2-39 0 0,0 0 1 0 0,0 0 0 0 0,0-1-1 0 0,0 1 1 0 0,0 0 0 0 0,0 0-1 0 0,0-1 1 0 0,0 1 0 0 0,0-1-1 0 0,0 1 1 0 0,0-1 0 0 0,0 1-1 0 0,0-1 1 0 0,1 0 0 0 0,-1 1-1 0 0,0-1 1 0 0,0 0-1 0 0,0 1 1 0 0,1-1 0 0 0,-1 0-1 0 0,0 0 1 0 0,1 0 0 0 0,-1 0-1 0 0,1 0 1 0 0,-1 0 0 0 0,1-1-1 0 0,-1 1-198 0 0,1-1-1 0 0,0 1 1 0 0,0 0-1 0 0,0 0 1 0 0,0-1-1 0 0,0 1 1 0 0,1 0-1 0 0,-1-1 1 0 0,0 1-1 0 0,1 0 1 0 0,-1 0-1 0 0,0-1 0 0 0,1 1 1 0 0,0 0-1 0 0,-1 0 1 0 0,1 0-1 0 0,0 0 1 0 0,-1 0-1 0 0,1 0 1 0 0,1-2-1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0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80 2664 0 0,'0'0'5511'0'0,"-1"0"-5308"0"0,0-2 405 0 0,1 2-406 0 0,-1-1 1 0 0,1 1 0 0 0,-1 0-1 0 0,1-1 1 0 0,-1 1 0 0 0,1 0-1 0 0,-1-1 1 0 0,0 1-1 0 0,1 0 1 0 0,-1 0 0 0 0,1 0-1 0 0,-1-1 1 0 0,-1 1-1 0 0,0 1-29 0 0,1-1-1 0 0,-1 1 0 0 0,0 0 0 0 0,0 0 1 0 0,1 0-1 0 0,-1 0 0 0 0,0 0 0 0 0,1 0 1 0 0,-1 0-1 0 0,1 1 0 0 0,0-1 0 0 0,-1 0 1 0 0,1 1-1 0 0,0-1 0 0 0,0 1 0 0 0,0-1 0 0 0,0 1 1 0 0,0 0-1 0 0,0 0 0 0 0,0-1 0 0 0,1 1 1 0 0,-1 0-1 0 0,1 0 0 0 0,-1 0 0 0 0,1 0 1 0 0,0 0-1 0 0,-1 2 0 0 0,2-1-123 0 0,-1 0 0 0 0,1-1 0 0 0,0 1 0 0 0,0 0 0 0 0,0 0 0 0 0,0-1 0 0 0,1 1 0 0 0,-1-1 0 0 0,1 1 1 0 0,-1-1-1 0 0,1 1 0 0 0,0-1 0 0 0,0 0 0 0 0,0 0 0 0 0,0 0 0 0 0,0 0 0 0 0,0 0 0 0 0,5 2 0 0 0,1 1-9 0 0,0 0-1 0 0,1-1 1 0 0,-1 0 0 0 0,1-1 0 0 0,0 0-1 0 0,0 0 1 0 0,14 2 0 0 0,-17-4-26 0 0,1 0 1 0 0,0 0-1 0 0,-1-1 0 0 0,1 0 1 0 0,0 0-1 0 0,-1 0 0 0 0,1-1 1 0 0,0 0-1 0 0,-1 0 0 0 0,1-1 1 0 0,6-2-1 0 0,-9 1-13 0 0,0 1-1 0 0,0-1 1 0 0,0 0-1 0 0,-1 0 1 0 0,1 0-1 0 0,-1-1 1 0 0,0 1 0 0 0,0-1-1 0 0,0 0 1 0 0,0 0-1 0 0,-1 0 1 0 0,1 0-1 0 0,-1 0 1 0 0,0 0 0 0 0,0-1-1 0 0,-1 1 1 0 0,0-1-1 0 0,2-4 1 0 0,-2 3-9 0 0,1-1 0 0 0,-1 1 0 0 0,-1 0 0 0 0,1-1 1 0 0,-1 1-1 0 0,0-1 0 0 0,0 1 0 0 0,-1-1 0 0 0,0 1 0 0 0,0-1 0 0 0,-1 1 1 0 0,-3-10-1 0 0,4 15 3 0 0,1-1 1 0 0,-1 1-1 0 0,0 0 0 0 0,0-1 1 0 0,0 1-1 0 0,0 0 1 0 0,0 0-1 0 0,0 0 1 0 0,0 0-1 0 0,0 0 1 0 0,0 0-1 0 0,0 0 1 0 0,-1 0-1 0 0,1 0 0 0 0,0 1 1 0 0,-1-1-1 0 0,1 0 1 0 0,0 1-1 0 0,-3-1 1 0 0,1 0 3 0 0,0 1 0 0 0,-1-1-1 0 0,1 1 1 0 0,0 0 0 0 0,-1 0 0 0 0,1 1 0 0 0,0-1 0 0 0,-6 2 0 0 0,-2 1 3 0 0,1 0 0 0 0,-1 1 0 0 0,1 0 0 0 0,-15 10 1 0 0,9-4 6 0 0,0 0 1 0 0,1 1-1 0 0,0 1 1 0 0,1 1-1 0 0,-20 21 1 0 0,27-26-15 0 0,0 1-1 0 0,1-1 1 0 0,0 1 0 0 0,1 0-1 0 0,0 1 1 0 0,0-1 0 0 0,1 1-1 0 0,0 0 1 0 0,0 0 0 0 0,1 1-1 0 0,-2 13 1 0 0,5-20-118 0 0,-1 0 0 0 0,1 1 0 0 0,0-1 0 0 0,1 0 0 0 0,-1 0 1 0 0,1 1-1 0 0,-1-1 0 0 0,1 0 0 0 0,0 0 0 0 0,1 0 0 0 0,-1 0 0 0 0,1 0 0 0 0,0 0 0 0 0,4 6 0 0 0,-2-4-147 0 0,0-1-1 0 0,0-1 1 0 0,0 1-1 0 0,1-1 1 0 0,0 0-1 0 0,0 0 1 0 0,0 0-1 0 0,0 0 0 0 0,7 2 1 0 0,3 1-372 0 0,1 0 0 0 0,1-1 0 0 0,-1-1 0 0 0,1-1 1 0 0,-1 0-1 0 0,27 2 0 0 0,-18-4-1212 0 0,39-2 1 0 0,-15-3-873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402 706 1096 0 0,'4'-7'821'0'0,"0"1"0"0"0,-1-1 0 0 0,0 0 1 0 0,0 0-1 0 0,-1 0 0 0 0,3-9 0 0 0,-5 15-652 0 0,0-1 1 0 0,0 1-1 0 0,0-1 0 0 0,0 1 1 0 0,0-1-1 0 0,0 1 1 0 0,0-1-1 0 0,0 1 0 0 0,0 0 1 0 0,0-1-1 0 0,-1 1 0 0 0,1-1 1 0 0,-1 1-1 0 0,1-1 0 0 0,-1 1 1 0 0,0 0-1 0 0,0-2 1 0 0,0 2-38 0 0,-1 0 1 0 0,1 0 0 0 0,0 0 0 0 0,0 0 0 0 0,-1 1-1 0 0,1-1 1 0 0,0 0 0 0 0,-1 1 0 0 0,1-1-1 0 0,-1 1 1 0 0,1-1 0 0 0,-1 1 0 0 0,1 0 0 0 0,-1 0-1 0 0,1-1 1 0 0,-1 1 0 0 0,1 0 0 0 0,-1 0 0 0 0,1 1-1 0 0,-4-1 1 0 0,-12 3 273 0 0,0 1 1 0 0,0 0-1 0 0,0 1 0 0 0,1 1 1 0 0,0 0-1 0 0,0 1 0 0 0,-23 15 1 0 0,9-4-79 0 0,1 2-1 0 0,2 1 1 0 0,-26 25 0 0 0,41-35-258 0 0,0 1 0 0 0,1 0 0 0 0,1 1 0 0 0,0 0 0 0 0,-11 20 1 0 0,19-29-61 0 0,0 0 1 0 0,-1 0-1 0 0,1 1 1 0 0,1-1-1 0 0,-1 0 1 0 0,1 1-1 0 0,0-1 1 0 0,0 1-1 0 0,0-1 1 0 0,0 1-1 0 0,1 0 1 0 0,0-1-1 0 0,0 1 1 0 0,0 0 0 0 0,0-1-1 0 0,1 1 1 0 0,0 0-1 0 0,0-1 1 0 0,0 1-1 0 0,0-1 1 0 0,1 1-1 0 0,0-1 1 0 0,3 6-1 0 0,-2-6-8 0 0,0-1 0 0 0,1 1 0 0 0,-1 0-1 0 0,1-1 1 0 0,0 0 0 0 0,0 0 0 0 0,0 0 0 0 0,0 0-1 0 0,1-1 1 0 0,-1 1 0 0 0,1-1 0 0 0,0 0-1 0 0,-1-1 1 0 0,1 1 0 0 0,0-1 0 0 0,0 0-1 0 0,0 0 1 0 0,0 0 0 0 0,0-1 0 0 0,6 0 0 0 0,3 0-41 0 0,0-1 0 0 0,-1 0 0 0 0,1-1 0 0 0,0-1 0 0 0,-1 0 0 0 0,18-6 1 0 0,-9-1-49 0 0,-1 0 1 0 0,0-1-1 0 0,0-1 1 0 0,-2-1 0 0 0,1-1-1 0 0,-1 0 1 0 0,-1-2-1 0 0,-1 0 1 0 0,0-1 0 0 0,28-38-1 0 0,-7 2-193 0 0,-2-3 0 0 0,49-102 0 0 0,-16-1-24 0 0,47-167 1 0 0,-107 298 318 0 0,-7 24 26 0 0,7-26-91 0 0,-7 23 143 0 0,-7 16 270 0 0,-52 115 192 0 0,-60 146 104 0 0,100-224-628 0 0,3 0 1 0 0,2 1-1 0 0,1 1 1 0 0,-4 49 0 0 0,14-75-516 0 0,0 0 0 0 0,2 0 0 0 0,0 0 0 0 0,5 25 0 0 0,-3-33-470 0 0,0 0 0 0 0,1 0 1 0 0,1 0-1 0 0,0 0 0 0 0,1 0 0 0 0,0-1 1 0 0,10 15-1 0 0,7 2-3710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74 443 120 0 0,'-12'-5'6923'0'0,"-42"-8"1806"0"0,52 12-8177 0 0,2 1-533 0 0,0 0 1 0 0,0 0-1 0 0,0 0 0 0 0,0 0 0 0 0,0 0 0 0 0,0-1 0 0 0,1 1 1 0 0,-1 0-1 0 0,0 0 0 0 0,0 0 0 0 0,0-1 0 0 0,0 1 1 0 0,0 0-1 0 0,0 0 0 0 0,0 0 0 0 0,0-1 0 0 0,0 1 0 0 0,0 0 1 0 0,0 0-1 0 0,0 0 0 0 0,0-1 0 0 0,0 1 0 0 0,0 0 1 0 0,0 0-1 0 0,0 0 0 0 0,0 0 0 0 0,0-1 0 0 0,-1 1 1 0 0,1 0-1 0 0,0 0 0 0 0,0 0 0 0 0,0 0 0 0 0,0-1 0 0 0,0 1 1 0 0,0 0-1 0 0,-1 0 0 0 0,1 0 0 0 0,0 0 0 0 0,0 0 1 0 0,0-1-1 0 0,0 1 0 0 0,0 0 0 0 0,-1 0 0 0 0,1 0 0 0 0,0 0 1 0 0,0 0-1 0 0,0 0 0 0 0,-1 0 0 0 0,1 0 0 0 0,0 0 1 0 0,0 0-1 0 0,0 0 0 0 0,-1 0 0 0 0,1 0 0 0 0,0 0 1 0 0,0 0-1 0 0,0 0 0 0 0,-1 0 0 0 0,1 0 0 0 0,0 0 0 0 0,0 0 1 0 0,14-14 299 0 0,91-35 133 0 0,-49 24-363 0 0,-2-2-1 0 0,84-55 1 0 0,-42 5-47 0 0,-83 65-32 0 0,0-1-1 0 0,-1 0 1 0 0,-1 0 0 0 0,19-31-1 0 0,-29 41-13 0 0,1 1-1 0 0,-1-1 1 0 0,0 0-1 0 0,0 0 1 0 0,-1 0-1 0 0,1 0 1 0 0,0-6-1 0 0,-1 8 4 0 0,0 1 0 0 0,0-1-1 0 0,0 0 1 0 0,0 1 0 0 0,0-1 0 0 0,0 0-1 0 0,0 1 1 0 0,0-1 0 0 0,0 0 0 0 0,0 1-1 0 0,0-1 1 0 0,0 0 0 0 0,-1 1 0 0 0,1-1-1 0 0,0 1 1 0 0,0-1 0 0 0,-1 0 0 0 0,1 1 0 0 0,-1-1-1 0 0,1 1 1 0 0,0-1 0 0 0,-1 1 0 0 0,1-1-1 0 0,-1 1 1 0 0,1-1 0 0 0,-1 1 0 0 0,0 0-1 0 0,1-1 1 0 0,-1 1 0 0 0,1 0 0 0 0,-1-1-1 0 0,0 1 1 0 0,1 0 0 0 0,-1 0 0 0 0,1 0-1 0 0,-1-1 1 0 0,0 1 0 0 0,1 0 0 0 0,-1 0-1 0 0,0 0 1 0 0,1 0 0 0 0,-1 0 0 0 0,-1 0-1 0 0,-4 1-2 0 0,1-1 0 0 0,-1 1 0 0 0,1 1 0 0 0,-1-1 0 0 0,1 1-1 0 0,-1-1 1 0 0,1 2 0 0 0,0-1 0 0 0,0 0 0 0 0,0 1 0 0 0,0 0-1 0 0,0 0 1 0 0,1 1 0 0 0,-1-1 0 0 0,1 1 0 0 0,0 0 0 0 0,0 0-1 0 0,0 0 1 0 0,1 1 0 0 0,0 0 0 0 0,0-1 0 0 0,0 1 0 0 0,0 0-1 0 0,0 0 1 0 0,1 1 0 0 0,0-1 0 0 0,0 0 0 0 0,1 1 0 0 0,0-1 0 0 0,-1 1-1 0 0,2-1 1 0 0,-1 12 0 0 0,2-5 6 0 0,0 0-1 0 0,1 0 0 0 0,1-1 1 0 0,0 1-1 0 0,8 18 1 0 0,29 53 61 0 0,3 8 338 0 0,-41-88-340 0 0,-1 1-1 0 0,0-1 0 0 0,0 1 1 0 0,0 0-1 0 0,0-1 0 0 0,-1 1 1 0 0,0 0-1 0 0,0 0 0 0 0,0-1 0 0 0,0 1 1 0 0,0 0-1 0 0,-1 0 0 0 0,1 0 1 0 0,-1-1-1 0 0,0 1 0 0 0,0 0 1 0 0,0-1-1 0 0,-1 1 0 0 0,0-1 1 0 0,-3 6-1 0 0,2-4-19 0 0,-1-1 0 0 0,0 1 0 0 0,-1-1 0 0 0,1 0 0 0 0,-1 0 0 0 0,0 0 0 0 0,0-1 0 0 0,0 0 0 0 0,0 0 0 0 0,-1 0 0 0 0,1 0 0 0 0,-9 2 0 0 0,6-2 1 0 0,0-1 0 0 0,0 0 0 0 0,0 0 0 0 0,0-1 0 0 0,-10 1 0 0 0,16-2-147 0 0,0 0 0 0 0,-1 0 0 0 0,1 0-1 0 0,-1 0 1 0 0,1-1 0 0 0,0 1 0 0 0,-1-1-1 0 0,1 1 1 0 0,0-1 0 0 0,-1 0 0 0 0,1 0-1 0 0,0 0 1 0 0,0 0 0 0 0,0 0 0 0 0,0-1-1 0 0,0 1 1 0 0,0 0 0 0 0,0-1 0 0 0,0 0-1 0 0,0 1 1 0 0,1-1 0 0 0,-3-4 0 0 0,3 4-153 0 0,0 0 0 0 0,0 0 0 0 0,0-1 0 0 0,1 1 0 0 0,0 0 1 0 0,-1-1-1 0 0,1 1 0 0 0,0 0 0 0 0,0-1 0 0 0,0 1 0 0 0,0 0 0 0 0,1-1 1 0 0,-1 1-1 0 0,0 0 0 0 0,1-1 0 0 0,0 1 0 0 0,0 0 0 0 0,-1 0 0 0 0,1 0 1 0 0,1 0-1 0 0,1-4 0 0 0,2-2-982 0 0,1 0 1 0 0,-1 0-1 0 0,1 0 1 0 0,8-6-1 0 0,8-6-3003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1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72 227 1696 0 0,'6'-2'843'0'0,"3"-1"1019"0"0,1 0-1 0 0,0 0 1 0 0,13-1 0 0 0,-21 3-923 0 0,17 2 1589 0 0,4 11-1248 0 0,-19-9-1194 0 0,2 0 0 0 0,-1-1 0 0 0,0 1 1 0 0,0-1-1 0 0,1 0 0 0 0,-1 0 0 0 0,1-1 0 0 0,0 0 0 0 0,-1 0 0 0 0,1 0 1 0 0,7 0-1 0 0,-7-1-70 0 0,0 0 0 0 0,1 0 0 0 0,-1-1 0 0 0,0 0 0 0 0,0 0 0 0 0,0 0 0 0 0,0-1 0 0 0,0 0 0 0 0,0 0 0 0 0,0 0 0 0 0,0-1 0 0 0,-1 0 0 0 0,1 0 0 0 0,-1 0 0 0 0,0-1 0 0 0,0 0 0 0 0,0 0 0 0 0,0 0 0 0 0,-1 0 0 0 0,0-1 0 0 0,0 0 0 0 0,5-7 0 0 0,-4 3-23 0 0,0 0 0 0 0,-1-1 0 0 0,0 1 0 0 0,0-1-1 0 0,-1 0 1 0 0,0 0 0 0 0,-1 0 0 0 0,0-1-1 0 0,0 1 1 0 0,-1 0 0 0 0,-1-1 0 0 0,0 1-1 0 0,-1-14 1 0 0,1 23 2 0 0,0 0 0 0 0,-1 0 1 0 0,1-1-1 0 0,0 1 0 0 0,-1 0 0 0 0,1 0 0 0 0,0 0 1 0 0,-1 0-1 0 0,0 0 0 0 0,1 0 0 0 0,-1 0 0 0 0,1 0 0 0 0,-1 0 1 0 0,0 0-1 0 0,0 0 0 0 0,0 0 0 0 0,0 0 0 0 0,1 0 0 0 0,-1 0 1 0 0,0 1-1 0 0,0-1 0 0 0,-1 1 0 0 0,1-1 0 0 0,-1 0 0 0 0,0 0 2 0 0,-1 1 0 0 0,1-1 0 0 0,-1 1-1 0 0,0 0 1 0 0,1 0 0 0 0,-1 0 0 0 0,1 0 0 0 0,-1 0-1 0 0,1 0 1 0 0,-6 2 0 0 0,-4 2 13 0 0,0 0 1 0 0,0 1-1 0 0,-17 10 1 0 0,28-15-10 0 0,-31 18 34 0 0,0 2 0 0 0,-57 46 0 0 0,72-51-25 0 0,0 0 0 0 0,2 2 0 0 0,0-1 0 0 0,1 2 0 0 0,0 0 0 0 0,-13 25-1 0 0,24-37 2 0 0,0-1-1 0 0,0 1 0 0 0,1 1 0 0 0,0-1 0 0 0,0 0 0 0 0,0 1 0 0 0,1-1 0 0 0,0 1 0 0 0,0-1 0 0 0,1 1 0 0 0,-1-1 1 0 0,2 12-1 0 0,0-14-62 0 0,0-1 1 0 0,0 1-1 0 0,0 0 1 0 0,0-1 0 0 0,1 1-1 0 0,0-1 1 0 0,-1 1-1 0 0,1-1 1 0 0,0 0-1 0 0,1 0 1 0 0,-1 0 0 0 0,0 0-1 0 0,1 0 1 0 0,0 0-1 0 0,0-1 1 0 0,0 1 0 0 0,0-1-1 0 0,0 0 1 0 0,0 1-1 0 0,0-2 1 0 0,1 1 0 0 0,-1 0-1 0 0,5 1 1 0 0,3 0-372 0 0,0 0 1 0 0,0 0 0 0 0,0-1-1 0 0,0 0 1 0 0,0-1 0 0 0,1-1-1 0 0,-1 0 1 0 0,1 0 0 0 0,16-3-1 0 0,-1-2-1369 0 0,0-1-1 0 0,47-17 0 0 0,-23 5-1194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1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262 142 1100 0 0,'23'-33'2546'0'0,"1"1"2191"0"0,40-44 713 0 0,-70 92-4082 0 0,-7 12-168 0 0,-28 40-1 0 0,10-20-585 0 0,-111 203 1311 0 0,22 13-1214 0 0,116-254-674 0 0,0 1 1 0 0,1 0 0 0 0,0-1-1 0 0,1 1 1 0 0,-2 22-1 0 0,4-31-73 0 0,0 1 0 0 0,0-1-1 0 0,0 1 1 0 0,0-1 0 0 0,1 0-1 0 0,-1 1 1 0 0,1-1 0 0 0,-1 1 0 0 0,1-1-1 0 0,0 0 1 0 0,0 1 0 0 0,0-1-1 0 0,0 0 1 0 0,0 0 0 0 0,1 0-1 0 0,-1 0 1 0 0,1 0 0 0 0,-1 0-1 0 0,1 0 1 0 0,0-1 0 0 0,-1 1 0 0 0,1 0-1 0 0,0-1 1 0 0,0 1 0 0 0,0-1-1 0 0,1 0 1 0 0,-1 0 0 0 0,0 0-1 0 0,0 0 1 0 0,1 0 0 0 0,-1 0-1 0 0,4 0 1 0 0,1 0-332 0 0,0 0 0 0 0,0-1 1 0 0,0 0-1 0 0,0 0 0 0 0,0 0 0 0 0,0-1 0 0 0,-1 0 0 0 0,1 0 0 0 0,10-4 0 0 0,-1-1-2057 0 0,0 0 0 0 0,26-15 0 0 0,-8 1-4094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1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22 2176 0 0,'-245'-22'15130'0'0,"215"22"-13762"0"0,27 0-832 0 0,7 0-332 0 0,253 8-2442 0 0,-94-5-6277 0 0,-113 0 2258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41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2212 0 0,'25'7'15141'0'0,"5"-5"-9988"0"0,34-7-8048 0 0,-34 2 3256 0 0,47-5-4644 0 0,-27-3-2464 0 0,-24 5 209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54 1872 0 0,'17'-19'6432'0'0,"-1"-15"1113"0"0,-17 34-7529 0 0,-1 0 0 0 0,1 1 0 0 0,-1-1 1 0 0,1 1-1 0 0,-1 0 0 0 0,1 0 0 0 0,0-1 1 0 0,-1 1-1 0 0,1 0 0 0 0,0 0 0 0 0,0 0 0 0 0,0 0 1 0 0,0 0-1 0 0,0 1 0 0 0,-2 1 0 0 0,-16 23 44 0 0,15-20-38 0 0,-53 78 52 0 0,2 2 0 0 0,5 2 1 0 0,-45 108-1 0 0,90-182-81 0 0,0-1 0 0 0,1 0 0 0 0,1 1 0 0 0,0 0 0 0 0,1 0 0 0 0,0 0 0 0 0,1 0 0 0 0,1 20 0 0 0,0-30-86 0 0,1 1-1 0 0,-1-1 0 0 0,1 1 0 0 0,0-1 1 0 0,0 1-1 0 0,1-1 0 0 0,-1 0 1 0 0,1 0-1 0 0,0 0 0 0 0,0 0 0 0 0,0 0 1 0 0,1 0-1 0 0,-1 0 0 0 0,1-1 0 0 0,0 1 1 0 0,0-1-1 0 0,0 0 0 0 0,0 0 1 0 0,1 0-1 0 0,-1 0 0 0 0,1-1 0 0 0,0 1 1 0 0,0-1-1 0 0,0 0 0 0 0,0 0 0 0 0,0 0 1 0 0,0-1-1 0 0,0 1 0 0 0,9 1 1 0 0,7-1-811 0 0,0 0 1 0 0,0-2 0 0 0,0 0-1 0 0,0-1 1 0 0,0-1 0 0 0,0-1-1 0 0,0 0 1 0 0,31-11 0 0 0,-12 2-2176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99 1752 0 0,'2'-5'702'0'0,"1"1"180"0"0,-1-1 0 0 0,0 1 0 0 0,0-1 0 0 0,0 0 0 0 0,0 0 0 0 0,-1 0 0 0 0,0 0 0 0 0,1-9 0 0 0,-5 8-96 0 0,-3 11-288 0 0,-4 9 20 0 0,-3 10-110 0 0,2 0 1 0 0,1 1 0 0 0,0 0-1 0 0,-9 45 1 0 0,16-58-373 0 0,1 1 0 0 0,0 0 0 0 0,1 0 0 0 0,1 0 0 0 0,0 0 0 0 0,0 0 0 0 0,1 0 0 0 0,1 0 0 0 0,0 0 0 0 0,1 0 0 0 0,7 19 0 0 0,-8-28-26 0 0,-1 0 0 0 0,1 0 1 0 0,1 0-1 0 0,-1 0 1 0 0,0-1-1 0 0,1 1 0 0 0,0-1 1 0 0,0 1-1 0 0,0-1 1 0 0,0 0-1 0 0,1 0 0 0 0,-1-1 1 0 0,1 1-1 0 0,-1-1 1 0 0,1 1-1 0 0,5 1 0 0 0,-4-2 2 0 0,1 0 0 0 0,0-1 0 0 0,-1 0 0 0 0,1 0 0 0 0,0 0 0 0 0,0 0 0 0 0,-1-1 0 0 0,1 0 0 0 0,0 0 0 0 0,0-1 0 0 0,6-1 0 0 0,-1 0 3 0 0,0-1 0 0 0,-1 0 0 0 0,0-1 0 0 0,0 0 0 0 0,0-1 0 0 0,0 0 0 0 0,-1 0 0 0 0,0-1 0 0 0,0 0 0 0 0,0-1 0 0 0,-1 0-1 0 0,14-15 1 0 0,-15 13 9 0 0,0-1-1 0 0,-1 0 0 0 0,0 0 1 0 0,-1 0-1 0 0,0-1 0 0 0,-1 0 1 0 0,0 0-1 0 0,0 0 0 0 0,-2 0 1 0 0,1-1-1 0 0,-1 1 0 0 0,-1-1 1 0 0,0 0-1 0 0,-1 1 0 0 0,0-1 1 0 0,0 0-1 0 0,-2 1 0 0 0,1-1 1 0 0,-6-17-1 0 0,5 21-11 0 0,0 0 0 0 0,-1 1 1 0 0,0-1-1 0 0,0 1 0 0 0,-1 0 1 0 0,1 0-1 0 0,-2 0 0 0 0,1 0 1 0 0,-1 1-1 0 0,0 0 0 0 0,0 0 1 0 0,-1 0-1 0 0,0 1 0 0 0,0-1 1 0 0,0 1-1 0 0,-1 1 0 0 0,1-1 1 0 0,-1 1-1 0 0,0 1 0 0 0,0-1 1 0 0,-1 1-1 0 0,1 0 0 0 0,-1 1 1 0 0,0-1-1 0 0,1 2 0 0 0,-1-1 0 0 0,0 1 1 0 0,0 0-1 0 0,-10 1 0 0 0,7 0 3 0 0,1 1-1 0 0,-1 1 0 0 0,1-1 0 0 0,-1 2 0 0 0,1-1 1 0 0,0 2-1 0 0,0-1 0 0 0,-13 8 0 0 0,18-9-132 0 0,1 0-1 0 0,0 0 0 0 0,0 1 1 0 0,0-1-1 0 0,0 1 1 0 0,1 0-1 0 0,-1 0 1 0 0,1 0-1 0 0,-1 1 0 0 0,1-1 1 0 0,0 1-1 0 0,1 0 1 0 0,-1 0-1 0 0,1 0 1 0 0,-1 0-1 0 0,1 0 0 0 0,0 0 1 0 0,1 1-1 0 0,-1-1 1 0 0,1 1-1 0 0,-1 5 1 0 0,2-8-200 0 0,0 0 1 0 0,0 0 0 0 0,0 0 0 0 0,1 1 0 0 0,-1-2 0 0 0,1 1 0 0 0,-1 0 0 0 0,1 0-1 0 0,0 0 1 0 0,0 0 0 0 0,0 0 0 0 0,0 0 0 0 0,0-1 0 0 0,0 1 0 0 0,1 0 0 0 0,-1-1 0 0 0,0 1-1 0 0,1-1 1 0 0,-1 0 0 0 0,1 1 0 0 0,2 0 0 0 0,8 7-3841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4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 2556 0 0,'8'-3'2167'0'0,"-6"1"-1364"0"0,1 1 1 0 0,-1-1 0 0 0,1 1-1 0 0,0 0 1 0 0,-1 0-1 0 0,1 0 1 0 0,0 0-1 0 0,5 0 1 0 0,-8 1-725 0 0,1 0 0 0 0,-1 0 1 0 0,1 0-1 0 0,-1 0 0 0 0,1 1 0 0 0,-1-1 1 0 0,1 0-1 0 0,-1 0 0 0 0,1 0 0 0 0,-1 1 1 0 0,1-1-1 0 0,-1 0 0 0 0,1 1 0 0 0,-1-1 0 0 0,0 0 1 0 0,1 1-1 0 0,-1-1 0 0 0,1 0 0 0 0,-1 1 1 0 0,1 0-1 0 0,4 18 54 0 0,-3 21 334 0 0,-1 1 1 0 0,-1-1-1 0 0,-3 1 0 0 0,-9 50 1 0 0,9-78-396 0 0,1 0 1 0 0,-2 0 0 0 0,0 0-1 0 0,0 0 1 0 0,-1-1-1 0 0,-1 0 1 0 0,-13 22 0 0 0,18-32-26 0 0,0-3-46 0 0,0 1 1 0 0,0 0 0 0 0,0-1-1 0 0,0 1 1 0 0,0 0-1 0 0,1-1 1 0 0,-1 1-1 0 0,0-1 1 0 0,0 1-1 0 0,0-1 1 0 0,1 0 0 0 0,-1 1-1 0 0,0-1 1 0 0,1 0-1 0 0,-1 1 1 0 0,1-1-1 0 0,-1 0 1 0 0,0 0-1 0 0,1 0 1 0 0,0 0 0 0 0,-1 1-1 0 0,1-1 1 0 0,0 0-1 0 0,-1 0 1 0 0,1 0-1 0 0,0 0 1 0 0,0 0-1 0 0,0 0 1 0 0,-1 0 0 0 0,1 0-1 0 0,0 0 1 0 0,1-1-1 0 0,-1-35 19 0 0,0 36-18 0 0,2-19-13 0 0,1 1 1 0 0,0 0-1 0 0,2 0 1 0 0,0 0 0 0 0,1 0-1 0 0,1 1 1 0 0,11-23-1 0 0,-14 35-6 0 0,0 0-1 0 0,-1 0 0 0 0,2 1 0 0 0,-1-1 1 0 0,1 1-1 0 0,0 0 0 0 0,0 0 0 0 0,0 0 1 0 0,1 1-1 0 0,8-5 0 0 0,-10 6 7 0 0,1 1 0 0 0,0 0 0 0 0,0 0 0 0 0,0 1 1 0 0,0 0-1 0 0,0 0 0 0 0,0 0 0 0 0,0 0 0 0 0,0 1 0 0 0,0-1 0 0 0,0 1 0 0 0,0 1 0 0 0,1-1 1 0 0,-1 1-1 0 0,9 2 0 0 0,-6 0 9 0 0,1 0 1 0 0,-1 1-1 0 0,0 0 1 0 0,0 0-1 0 0,0 1 0 0 0,-1 0 1 0 0,0 0-1 0 0,0 1 1 0 0,0 0-1 0 0,-1 0 0 0 0,1 1 1 0 0,-1 0-1 0 0,-1 0 1 0 0,10 14-1 0 0,-3 0 27 0 0,0 0 0 0 0,-2 1 1 0 0,0 0-1 0 0,9 32 0 0 0,-18-52-13 0 0,0 0 1 0 0,-1 1 0 0 0,1-1-1 0 0,-1 1 1 0 0,1-1-1 0 0,-1 1 1 0 0,0-1-1 0 0,0 1 1 0 0,0-1-1 0 0,0 1 1 0 0,-1-1 0 0 0,1 1-1 0 0,0-1 1 0 0,-1 0-1 0 0,0 1 1 0 0,0-1-1 0 0,-1 3 1 0 0,1-3 14 0 0,1-2-24 0 0,-1 1 0 0 0,1-1-1 0 0,-1 0 1 0 0,0 0 0 0 0,1 1-1 0 0,-1-1 1 0 0,1 0 0 0 0,-1 0-1 0 0,0 0 1 0 0,1 0 0 0 0,-1 0-1 0 0,0 0 1 0 0,1 0 0 0 0,-1 0-1 0 0,0 0 1 0 0,1 0 0 0 0,-2 0-1 0 0,0-3-5 0 0,0-1-1 0 0,0 1 1 0 0,0-1-1 0 0,0 0 1 0 0,0 0-1 0 0,0 0 1 0 0,1 0-1 0 0,0 0 1 0 0,0 0 0 0 0,0 0-1 0 0,1 0 1 0 0,-1 0-1 0 0,1-5 1 0 0,1-58-107 0 0,0 53 84 0 0,2 0 1 0 0,0 0 0 0 0,0 0 0 0 0,1 1-1 0 0,1-1 1 0 0,0 1 0 0 0,1 0 0 0 0,0 0-1 0 0,1 1 1 0 0,1 0 0 0 0,11-15 0 0 0,-14 21 11 0 0,0-1 1 0 0,0 1-1 0 0,1 1 1 0 0,0-1 0 0 0,0 1-1 0 0,0 0 1 0 0,1 0-1 0 0,0 1 1 0 0,0-1-1 0 0,0 2 1 0 0,0-1 0 0 0,1 1-1 0 0,-1 0 1 0 0,1 1-1 0 0,0-1 1 0 0,0 2 0 0 0,0-1-1 0 0,0 1 1 0 0,0 0-1 0 0,0 1 1 0 0,10 0-1 0 0,-13 0 48 0 0,0 1-1 0 0,1 0 0 0 0,-1 0 0 0 0,0 0 0 0 0,0 1 1 0 0,0 0-1 0 0,-1 0 0 0 0,1 0 0 0 0,0 0 0 0 0,-1 1 0 0 0,1-1 1 0 0,-1 1-1 0 0,0 1 0 0 0,0-1 0 0 0,0 0 0 0 0,0 1 1 0 0,0 0-1 0 0,-1 0 0 0 0,0 0 0 0 0,0 0 0 0 0,0 1 0 0 0,2 4 1 0 0,-1-1 16 0 0,-1 0 1 0 0,0 1-1 0 0,-1-1 0 0 0,0 1 1 0 0,0-1-1 0 0,-1 1 1 0 0,0 0-1 0 0,0 0 1 0 0,-1 0-1 0 0,-1-1 0 0 0,1 1 1 0 0,-4 12-1 0 0,-9 41 48 0 0,6-37-1126 0 0,-4 44-1 0 0,11-67 824 0 0,0-1 0 0 0,0 1 0 0 0,0 0-1 0 0,0 0 1 0 0,0 0 0 0 0,1 0 0 0 0,-1 0-1 0 0,1-1 1 0 0,1 4 0 0 0,24 5-10782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4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90 1956 0 0,'61'-88'14351'0'0,"-60"87"-13932"0"0,-6 23 772 0 0,-153 470 2566 0 0,53-152-3371 0 0,74-241-294 0 0,-62 169-1349 0 0,92-265 925 0 0,1-1-68 0 0,-1 1 0 0 0,0-1 0 0 0,0 1 0 0 0,0-1 1 0 0,0 0-1 0 0,-1 1 0 0 0,1-1 0 0 0,-1 0 1 0 0,-2 3-1 0 0,3-5 86 0 0,0 0-1 0 0,-1 0 1 0 0,1 0 0 0 0,0 0 0 0 0,0 0-1 0 0,0-1 1 0 0,0 1 0 0 0,0 0 0 0 0,0-1-1 0 0,0 1 1 0 0,0-1 0 0 0,0 1-1 0 0,0-1 1 0 0,0 0 0 0 0,0 1 0 0 0,0-1-1 0 0,0 0 1 0 0,0 0 0 0 0,1 0 0 0 0,-1 0-1 0 0,0 1 1 0 0,1-1 0 0 0,-1 0 0 0 0,1 0-1 0 0,-2-2 1 0 0,-6-11-5676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2544 0 0,'5'-11'662'0'0,"-1"1"-1"0"0,2 0 0 0 0,-1 0 1 0 0,2 0-1 0 0,-1 1 0 0 0,1 0 1 0 0,0 0-1 0 0,1 1 0 0 0,0-1 1 0 0,11-7-1 0 0,-13 12-501 0 0,0 0 1 0 0,1 0-1 0 0,-1 1 0 0 0,1 0 0 0 0,0 0 1 0 0,0 0-1 0 0,0 1 0 0 0,1 0 0 0 0,-1 1 0 0 0,0-1 1 0 0,1 1-1 0 0,-1 1 0 0 0,1-1 0 0 0,-1 1 1 0 0,1 1-1 0 0,10 1 0 0 0,-2 1 42 0 0,-1 1-1 0 0,0 0 0 0 0,-1 1 1 0 0,1 1-1 0 0,-1 0 1 0 0,0 1-1 0 0,-1 0 0 0 0,1 1 1 0 0,17 15-1 0 0,-24-18-77 0 0,1 1 0 0 0,-2 0 0 0 0,1 0 0 0 0,-1 1 0 0 0,0 0 0 0 0,0 0 0 0 0,0 0 0 0 0,-1 1 0 0 0,-1 0 0 0 0,1 0 0 0 0,-1 0 0 0 0,0 1 0 0 0,-1-1 0 0 0,0 1 0 0 0,-1 0 0 0 0,1 0 0 0 0,0 11 0 0 0,-3-13-73 0 0,-1 0-1 0 0,0 0 1 0 0,0 0 0 0 0,-1 0-1 0 0,1-1 1 0 0,-1 1 0 0 0,-1-1 0 0 0,1 1-1 0 0,-1-1 1 0 0,-1 0 0 0 0,1 0-1 0 0,-1 0 1 0 0,0 0 0 0 0,0-1 0 0 0,-1 1-1 0 0,1-1 1 0 0,-1 0 0 0 0,0-1 0 0 0,-7 6-1 0 0,5-5-78 0 0,1 0-1 0 0,-1 0 1 0 0,0 0-1 0 0,-1-1 1 0 0,1 0 0 0 0,-1-1-1 0 0,0 0 1 0 0,1 0-1 0 0,-2 0 1 0 0,1-1-1 0 0,0 0 1 0 0,0-1 0 0 0,-1 0-1 0 0,1 0 1 0 0,-13-1-1 0 0,19 0-113 0 0,0-1 1 0 0,0 1-1 0 0,0 0 0 0 0,0-1 0 0 0,0 0 1 0 0,0 1-1 0 0,0-1 0 0 0,0 0 0 0 0,0 0 1 0 0,1 0-1 0 0,-1 0 0 0 0,0 0 0 0 0,1 0 0 0 0,-1-1 1 0 0,1 1-1 0 0,-1 0 0 0 0,1-1 0 0 0,0 1 1 0 0,-1-1-1 0 0,1 0 0 0 0,0 1 0 0 0,0-1 0 0 0,0 0 1 0 0,0 0-1 0 0,0 0 0 0 0,1 0 0 0 0,-1-2 1 0 0,0 0-510 0 0,0-1 0 0 0,0 1-1 0 0,1-1 1 0 0,0 0 0 0 0,0 1 0 0 0,0-1 0 0 0,1 1 0 0 0,-1-1 0 0 0,1 0 0 0 0,3-7 0 0 0,4-10-3162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5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75 110 140 0 0,'11'-11'1702'0'0,"4"-3"741"0"0,0-2 0 0 0,-1 0 0 0 0,-1 0 0 0 0,13-21 1323 0 0,-36 49-3408 0 0,0 0 1 0 0,0 1-1 0 0,2 0 0 0 0,-1 1 1 0 0,2 0-1 0 0,-8 18 0 0 0,-31 93 14 0 0,45-119-401 0 0,-15 41 247 0 0,-13 73 0 0 0,26-106-517 0 0,1 0 1 0 0,1 0-1 0 0,0 0 0 0 0,1 0 1 0 0,0 0-1 0 0,2 0 0 0 0,-1-1 1 0 0,2 1-1 0 0,0 0 0 0 0,5 16 0 0 0,-6-26-66 0 0,0 0 0 0 0,0 0-1 0 0,0 0 1 0 0,1 0 0 0 0,-1 0 0 0 0,1 0-1 0 0,0-1 1 0 0,3 4 0 0 0,19 12-4684 0 0,-10-10 408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5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142 149 2316 0 0,'4'-23'13420'0'0,"-10"24"-13445"0"0,6 0 58 0 0,-1-1-1 0 0,1 1 0 0 0,0 0 0 0 0,-1-1 1 0 0,1 1-1 0 0,0 0 0 0 0,0-1 0 0 0,0 1 1 0 0,-1 0-1 0 0,1-1 0 0 0,0 1 0 0 0,0 0 1 0 0,0-1-1 0 0,0 1 0 0 0,0 0 0 0 0,0-1 1 0 0,0 1-1 0 0,0 0 0 0 0,0 0 0 0 0,1-1 0 0 0,-1 1 1 0 0,0 0-1 0 0,1 0 0 0 0,8 18 326 0 0,-4-15-321 0 0,0 0 1 0 0,0-1-1 0 0,1 1 1 0 0,-1-1-1 0 0,1 0 1 0 0,0 0-1 0 0,0-1 0 0 0,0 0 1 0 0,0 0-1 0 0,0 0 1 0 0,8 0-1 0 0,-10-1-24 0 0,0 0 0 0 0,0-1-1 0 0,0 1 1 0 0,0-1 0 0 0,0 0-1 0 0,0 0 1 0 0,1-1 0 0 0,-1 1 0 0 0,0-1-1 0 0,0 0 1 0 0,0 0 0 0 0,0 0-1 0 0,0-1 1 0 0,-1 1 0 0 0,1-1-1 0 0,0 0 1 0 0,-1 0 0 0 0,1 0 0 0 0,4-4-1 0 0,-5 2-22 0 0,0 1 0 0 0,0-1 0 0 0,-1 0-1 0 0,1 0 1 0 0,-1 0 0 0 0,0 0 0 0 0,0 0-1 0 0,0-1 1 0 0,-1 1 0 0 0,0-1 0 0 0,1 1-1 0 0,-2-1 1 0 0,1 1 0 0 0,0-1 0 0 0,-1 0-1 0 0,0 1 1 0 0,0-1 0 0 0,0 1 0 0 0,-2-9 0 0 0,1 8-7 0 0,0 0 0 0 0,0 0 0 0 0,0 1 1 0 0,-1-1-1 0 0,0 0 0 0 0,0 0 1 0 0,0 1-1 0 0,-1 0 0 0 0,1-1 1 0 0,-1 1-1 0 0,0 0 0 0 0,0 0 0 0 0,-1 0 1 0 0,1 1-1 0 0,-1-1 0 0 0,0 1 1 0 0,-5-4-1 0 0,7 6 16 0 0,0 0 0 0 0,0 1-1 0 0,0-1 1 0 0,0 1 0 0 0,1 0 0 0 0,-1 0 0 0 0,0-1 0 0 0,0 1 0 0 0,0 1 0 0 0,0-1-1 0 0,0 0 1 0 0,0 0 0 0 0,0 1 0 0 0,0-1 0 0 0,0 1 0 0 0,0-1 0 0 0,-3 3-1 0 0,-27 14 125 0 0,13-4-10 0 0,0 1 0 0 0,1 1 0 0 0,1 1 0 0 0,0 0 0 0 0,1 1 0 0 0,1 1 1 0 0,1 0-1 0 0,0 1 0 0 0,1 1 0 0 0,2 0 0 0 0,0 1 0 0 0,-9 23 0 0 0,18-40-99 0 0,0 1 0 0 0,1 0 0 0 0,0 0 0 0 0,0 0 0 0 0,0 0 0 0 0,1 0 0 0 0,-1 0 0 0 0,1 0 1 0 0,0 0-1 0 0,1 0 0 0 0,-1-1 0 0 0,1 1 0 0 0,0 0 0 0 0,0 0 0 0 0,1 0 0 0 0,-1 0 0 0 0,1-1 0 0 0,0 1 0 0 0,4 5 0 0 0,-3-5-86 0 0,1-1 0 0 0,-1 0 0 0 0,1 0 0 0 0,0 0 0 0 0,0 0 0 0 0,1-1 0 0 0,-1 0 0 0 0,1 0 0 0 0,0 0 0 0 0,0 0 0 0 0,0-1 0 0 0,0 0 0 0 0,0 0 0 0 0,0 0 0 0 0,0-1 0 0 0,1 1 0 0 0,7 0 0 0 0,7 0-625 0 0,1-1-1 0 0,-1 0 1 0 0,1-2-1 0 0,-1 0 1 0 0,1-1 0 0 0,-1-2-1 0 0,0 0 1 0 0,32-11-1 0 0,-24 6-1890 0 0,31-17 0 0 0,-22 6-1153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6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2284 0 0,'13'-11'3009'0'0,"0"2"-1"0"0,27-17 1 0 0,-39 25-2535 0 0,0 2-419 0 0,0-1 0 0 0,-1 0 0 0 0,1 0-1 0 0,-1 0 1 0 0,1 1 0 0 0,0-1 0 0 0,-1 0 0 0 0,1 1 0 0 0,-1-1 0 0 0,1 0 0 0 0,-1 1 0 0 0,1-1 0 0 0,-1 1 0 0 0,1-1 0 0 0,-1 1-1 0 0,0-1 1 0 0,1 1 0 0 0,-1-1 0 0 0,0 1 0 0 0,1-1 0 0 0,-1 1 0 0 0,0 0 0 0 0,0-1 0 0 0,1 1 0 0 0,-1 0 0 0 0,0 0 0 0 0,3 19 763 0 0,-2 2-134 0 0,-1 0-1 0 0,-2 0 0 0 0,0 0 0 0 0,-10 39 0 0 0,-30 81 355 0 0,37-133-845 0 0,4-17-186 0 0,3-16-120 0 0,2 7 73 0 0,1 1-1 0 0,1 0 1 0 0,0 0-1 0 0,1 1 0 0 0,1-1 1 0 0,0 2-1 0 0,1-1 1 0 0,1 1-1 0 0,0 1 1 0 0,19-21-1 0 0,-24 29 26 0 0,1 0 0 0 0,-1 0 0 0 0,1 0 0 0 0,0 1 0 0 0,1-1 0 0 0,-1 2 0 0 0,1-1 0 0 0,-1 1 0 0 0,1 0 0 0 0,0 0 0 0 0,0 0 0 0 0,1 1 0 0 0,-1 1 0 0 0,0-1 0 0 0,1 1 0 0 0,-1 0 0 0 0,1 1 0 0 0,-1 0 0 0 0,1 0 0 0 0,-1 0 0 0 0,1 1 0 0 0,-1 0 0 0 0,1 1 0 0 0,-1 0 0 0 0,0 0 0 0 0,7 3 0 0 0,-2 1 19 0 0,-1 0 0 0 0,0 1 0 0 0,0 0 0 0 0,-1 1 0 0 0,0 0 0 0 0,0 0 0 0 0,-1 1 0 0 0,0 1 0 0 0,-1 0 0 0 0,0 0-1 0 0,-1 0 1 0 0,0 1 0 0 0,0 0 0 0 0,7 18 0 0 0,-13-26 24 0 0,0 1 0 0 0,-1 0 0 0 0,1 0 1 0 0,-1 0-1 0 0,0 0 0 0 0,0 0 0 0 0,-1 0 0 0 0,0 4 0 0 0,1-7-26 0 0,0 1 77 0 0,-1-2-78 0 0,1-1-1 0 0,-1 1 0 0 0,1 0 0 0 0,-1-1 1 0 0,1 1-1 0 0,-1-1 0 0 0,1 1 0 0 0,-1-1 1 0 0,1 1-1 0 0,0-1 0 0 0,-1 1 0 0 0,1-1 1 0 0,0 1-1 0 0,-1-1 0 0 0,1 0 0 0 0,0 1 1 0 0,0-1-1 0 0,0 1 0 0 0,0-1 0 0 0,-1 0 1 0 0,1 1-1 0 0,0-1 0 0 0,0 1 0 0 0,0-1 0 0 0,0 0 1 0 0,0 1-1 0 0,0-1 0 0 0,1 0 0 0 0,-3-21-9 0 0,4 7 4 0 0,0 0-1 0 0,2 0 0 0 0,-1 0 0 0 0,2 0 0 0 0,-1 1 1 0 0,2-1-1 0 0,0 1 0 0 0,1 1 0 0 0,0-1 0 0 0,1 1 1 0 0,10-12-1 0 0,-11 15-15 0 0,0 1 1 0 0,1 1-1 0 0,0-1 1 0 0,1 1 0 0 0,0 0-1 0 0,0 1 1 0 0,0 0-1 0 0,1 1 1 0 0,0-1-1 0 0,0 2 1 0 0,1 0 0 0 0,-1 0-1 0 0,1 1 1 0 0,22-6-1 0 0,-28 9 21 0 0,-1 0-1 0 0,0 1 1 0 0,0 0-1 0 0,0-1 1 0 0,0 2-1 0 0,0-1 1 0 0,0 0-1 0 0,0 1 1 0 0,0-1-1 0 0,0 1 1 0 0,0 1-1 0 0,0-1 1 0 0,0 0-1 0 0,0 1 1 0 0,0 0-1 0 0,-1 0 1 0 0,7 4-1 0 0,-5-2 19 0 0,-1 0 1 0 0,0 1-1 0 0,0-1 0 0 0,0 1 0 0 0,-1 0 1 0 0,0 0-1 0 0,0 0 0 0 0,0 0 0 0 0,0 0 1 0 0,-1 1-1 0 0,2 6 0 0 0,2 8-1 0 0,-2 0 0 0 0,0 0-1 0 0,-2 0 1 0 0,0 1 0 0 0,-1-1-1 0 0,-2 23 1 0 0,0-33-431 0 0,1 1 1 0 0,0-1-1 0 0,1 1 1 0 0,0 0-1 0 0,4 14 1 0 0,-4-22 6 0 0,0 0-1 0 0,0 0 1 0 0,0 0 0 0 0,1 0 0 0 0,-1 0 0 0 0,1 0-1 0 0,-1 0 1 0 0,1 0 0 0 0,0 0 0 0 0,0-1 0 0 0,1 1-1 0 0,-1-1 1 0 0,0 0 0 0 0,1 1 0 0 0,0-1 0 0 0,-1 0-1 0 0,1 0 1 0 0,0-1 0 0 0,0 1 0 0 0,0-1-1 0 0,4 2 1 0 0,9 1-3866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236 180 1140 0 0,'26'-36'13936'0'0,"-31"43"-13176"0"0,3-6-695 0 0,1 0-1 0 0,0 0 0 0 0,0 0 0 0 0,0 0 1 0 0,0 1-1 0 0,1-1 0 0 0,-1 0 1 0 0,0 1-1 0 0,0-1 0 0 0,0 3 1 0 0,0 0 4 0 0,0 1 1 0 0,0 0 0 0 0,0-1 0 0 0,1 1 0 0 0,0 0 0 0 0,0-1 0 0 0,1 10 0 0 0,0-12-50 0 0,-1 0-1 0 0,1 1 0 0 0,0-1 1 0 0,0 0-1 0 0,0 1 1 0 0,0-1-1 0 0,0 0 1 0 0,0 0-1 0 0,1 0 0 0 0,-1 0 1 0 0,1 0-1 0 0,-1 0 1 0 0,1-1-1 0 0,0 1 0 0 0,-1 0 1 0 0,1-1-1 0 0,0 0 1 0 0,0 1-1 0 0,5 1 1 0 0,-5-2-13 0 0,1 0 1 0 0,0 0-1 0 0,0 0 1 0 0,0 0 0 0 0,-1-1-1 0 0,1 0 1 0 0,0 1-1 0 0,0-1 1 0 0,0 0 0 0 0,0 0-1 0 0,0-1 1 0 0,0 1 0 0 0,0 0-1 0 0,0-1 1 0 0,0 0-1 0 0,-1 0 1 0 0,1 0 0 0 0,0 0-1 0 0,0 0 1 0 0,-1 0-1 0 0,1-1 1 0 0,-1 0 0 0 0,1 1-1 0 0,-1-1 1 0 0,0 0-1 0 0,0 0 1 0 0,0 0 0 0 0,0 0-1 0 0,0 0 1 0 0,0-1-1 0 0,0 1 1 0 0,-1-1 0 0 0,3-4-1 0 0,2-4-2 0 0,-1 0-1 0 0,-1 0 1 0 0,0 0 0 0 0,0-1-1 0 0,-1 1 1 0 0,3-24-1 0 0,-5 29-14 0 0,-1-1 0 0 0,1 1 1 0 0,-1 0-1 0 0,0 0 0 0 0,-1 0 0 0 0,1 0 0 0 0,-1-1 0 0 0,-1 1 0 0 0,1 0 0 0 0,-1 0 0 0 0,0 0 0 0 0,0 1 0 0 0,-1-1 0 0 0,1 1 0 0 0,-6-8 0 0 0,6 11 3 0 0,-1 0 0 0 0,1 1 1 0 0,-1 0-1 0 0,0-1 0 0 0,1 1 0 0 0,-1 0 1 0 0,0 0-1 0 0,0 0 0 0 0,0 1 0 0 0,1-1 0 0 0,-1 1 1 0 0,-4-1-1 0 0,2 1 6 0 0,0 1 0 0 0,0 0 0 0 0,0 0 0 0 0,0 0 0 0 0,0 1 0 0 0,0-1 0 0 0,0 1 0 0 0,0 0 0 0 0,1 0 0 0 0,-1 1 0 0 0,-4 3 0 0 0,-6 5 1 0 0,-22 20 0 0 0,33-28 1 0 0,-20 20 45 0 0,1 1 0 0 0,1 0 0 0 0,1 2-1 0 0,-20 30 1 0 0,28-35-19 0 0,1 0-1 0 0,1 1 1 0 0,0 1 0 0 0,2 0-1 0 0,1 0 1 0 0,-7 29 0 0 0,13-46-17 0 0,1 1 1 0 0,0 0 0 0 0,1-1 0 0 0,-1 1-1 0 0,1 0 1 0 0,0-1 0 0 0,1 1-1 0 0,0 0 1 0 0,0-1 0 0 0,0 1 0 0 0,1-1-1 0 0,0 0 1 0 0,0 1 0 0 0,5 8-1 0 0,-4-10-74 0 0,0-1 0 0 0,0 1-1 0 0,1-1 1 0 0,-1 0 0 0 0,1 0 0 0 0,0 0-1 0 0,0-1 1 0 0,0 1 0 0 0,1-1-1 0 0,-1 0 1 0 0,1 0 0 0 0,0 0-1 0 0,0-1 1 0 0,0 0 0 0 0,0 0-1 0 0,0 0 1 0 0,0-1 0 0 0,6 2-1 0 0,8 0-359 0 0,-1-1 0 0 0,1 0-1 0 0,0-2 1 0 0,0 0 0 0 0,0-1-1 0 0,0 0 1 0 0,0-2 0 0 0,-1 0-1 0 0,1-2 1 0 0,-1 0 0 0 0,0 0-1 0 0,0-2 1 0 0,-1 0 0 0 0,0-2-1 0 0,17-9 1 0 0,10-11 119 0 0,0-1 0 0 0,-3-2 0 0 0,0-2 1 0 0,40-45-1 0 0,-53 50 1085 0 0,-18 17-364 0 0,1 1 0 0 0,0 0 0 0 0,0 1 0 0 0,15-10 0 0 0,-25 19-393 0 0,-1 1-1 0 0,1-1 1 0 0,0 1 0 0 0,-1-1 0 0 0,1 1-1 0 0,0-1 1 0 0,-1 1 0 0 0,1 0-1 0 0,0 0 1 0 0,0-1 0 0 0,-1 1 0 0 0,1 0-1 0 0,0 0 1 0 0,0 0 0 0 0,0 0-1 0 0,-1 0 1 0 0,1 0 0 0 0,0 0 0 0 0,0 0-1 0 0,-1 0 1 0 0,1 0 0 0 0,0 0-1 0 0,0 0 1 0 0,-1 1 0 0 0,1-1-1 0 0,0 0 1 0 0,0 1 0 0 0,-1-1 0 0 0,1 0-1 0 0,0 1 1 0 0,-1-1 0 0 0,1 1-1 0 0,0-1 1 0 0,-1 1 0 0 0,1-1 0 0 0,-1 1-1 0 0,1-1 1 0 0,-1 1 0 0 0,1 0-1 0 0,-1-1 1 0 0,0 1 0 0 0,1 0 0 0 0,-1 0-1 0 0,0-1 1 0 0,1 1 0 0 0,-1 0-1 0 0,0 0 1 0 0,0-1 0 0 0,0 1 0 0 0,1 0-1 0 0,-1 0 1 0 0,0-1 0 0 0,0 3-1 0 0,0 4 136 0 0,1 0 0 0 0,-1 1 0 0 0,0-1 0 0 0,-1 10 0 0 0,-2 4 18 0 0,-1-1 0 0 0,0 1 0 0 0,-2-1 0 0 0,0 0 0 0 0,-2 0 0 0 0,0-1 0 0 0,-1 0 0 0 0,-16 25 0 0 0,24-42-78 0 0,0-16-93 0 0,3 7-17 0 0,0-1-1 0 0,0 1 0 0 0,1-1 1 0 0,-1 1-1 0 0,2 0 1 0 0,-1 0-1 0 0,7-8 1 0 0,0-4-17 0 0,2-2-3 0 0,0-1 1 0 0,2 2-1 0 0,0-1 1 0 0,18-18-1 0 0,-24 31 9 0 0,0 0 0 0 0,0 0 0 0 0,0 1 0 0 0,1 0 1 0 0,0 1-1 0 0,1 0 0 0 0,-1 0 0 0 0,1 1 0 0 0,0 0 0 0 0,0 0 0 0 0,13-2 0 0 0,-20 6 39 0 0,0 1-1 0 0,-1-1 1 0 0,1 1 0 0 0,0 0 0 0 0,0 0-1 0 0,-1 0 1 0 0,1 0 0 0 0,0 1 0 0 0,-1-1-1 0 0,1 1 1 0 0,0-1 0 0 0,-1 1 0 0 0,1 0-1 0 0,-1 0 1 0 0,1 0 0 0 0,-1 1 0 0 0,1-1-1 0 0,-1 0 1 0 0,0 1 0 0 0,0 0 0 0 0,0-1-1 0 0,0 1 1 0 0,0 0 0 0 0,0 0-1 0 0,0 0 1 0 0,-1 0 0 0 0,1 1 0 0 0,-1-1-1 0 0,1 0 1 0 0,-1 1 0 0 0,0-1 0 0 0,1 4-1 0 0,3 5 68 0 0,-2-1-1 0 0,1 0 1 0 0,-2 1-1 0 0,1-1 1 0 0,-1 1-1 0 0,0 16 1 0 0,-6 36-15 0 0,2-46-109 0 0,1-1-1 0 0,0 0 1 0 0,1 0 0 0 0,2 19-1 0 0,-1-31-324 0 0,-1 0-1 0 0,1-1 0 0 0,0 1 1 0 0,0 0-1 0 0,1-1 1 0 0,-1 1-1 0 0,1-1 0 0 0,0 1 1 0 0,-1-1-1 0 0,1 0 0 0 0,1 0 1 0 0,-1 0-1 0 0,0 0 1 0 0,1 0-1 0 0,0-1 0 0 0,-1 1 1 0 0,1-1-1 0 0,0 1 0 0 0,1-1 1 0 0,-1 0-1 0 0,0 0 1 0 0,6 2-1 0 0,9 3-4321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68 117 2472 0 0,'47'-115'14316'0'0,"-46"113"-13773"0"0,-2 13-85 0 0,-1-1 0 0 0,0 0 0 0 0,0 1 0 0 0,-4 11 0 0 0,0-1-71 0 0,-66 287 1698 0 0,67-282-2061 0 0,-1 1-55 0 0,1 1 0 0 0,1 0-1 0 0,0 54 1 0 0,4-81-105 0 0,0 0-1 0 0,0 1 1 0 0,0-1-1 0 0,0 1 1 0 0,1-1 0 0 0,-1 0-1 0 0,1 1 1 0 0,-1-1-1 0 0,1 1 1 0 0,-1-1 0 0 0,1 0-1 0 0,0 0 1 0 0,-1 1-1 0 0,1-1 1 0 0,0 0 0 0 0,0 0-1 0 0,0 0 1 0 0,0 0-1 0 0,0 0 1 0 0,0 0-1 0 0,0 0 1 0 0,0 0 0 0 0,1-1-1 0 0,-1 1 1 0 0,0 0-1 0 0,2 0 1 0 0,-1 0-408 0 0,1-1 0 0 0,-1 1 0 0 0,0-1 0 0 0,0 0-1 0 0,0 0 1 0 0,1 0 0 0 0,-1 0 0 0 0,0 0 0 0 0,0-1 0 0 0,0 1 0 0 0,0-1-1 0 0,1 1 1 0 0,-1-1 0 0 0,0 0 0 0 0,0 0 0 0 0,3-2 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7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45 1576 0 0,'-138'-17'18003'0'0,"143"16"-17756"0"0,286-14-1287 0 0,-249 14 313 0 0,-27 0 400 0 0,172-5-7964 0 0,-119 2 1254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7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9 80 0 0,'20'-9'17805'0'0,"-20"10"-17672"0"0,0 17 1519 0 0,-10 23-1384 0 0,-38 102 625 0 0,2-7-1605 0 0,21-43-4307 0 0,18-68-1738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38 108 1596 0 0,'-5'-19'2792'0'0,"2"4"-695"0"0,-4 1-433 0 0,4 4-284 0 0,-1-2-316 0 0,-1 2-216 0 0,3-1-192 0 0,-1 4 104 0 0,-2-3-548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8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4 1316 0 0,'10'-4'14717'0'0,"-13"4"-14604"0"0,-1 0 0 0 0,1 0 0 0 0,-1 1 0 0 0,1-1-1 0 0,-1 1 1 0 0,1 0 0 0 0,0 0 0 0 0,-1 0 0 0 0,1 0 0 0 0,0 0 0 0 0,0 1 0 0 0,0-1 0 0 0,0 1 0 0 0,-5 3 0 0 0,-5 4 100 0 0,1 0 0 0 0,-13 12 0 0 0,18-15-172 0 0,1 0 0 0 0,0 1 0 0 0,0-1 0 0 0,1 1 0 0 0,0 1-1 0 0,0-1 1 0 0,1 1 0 0 0,-7 14 0 0 0,9-16-26 0 0,0 1 1 0 0,1-1-1 0 0,0 0 1 0 0,0 1-1 0 0,0-1 1 0 0,1 1-1 0 0,-1 0 1 0 0,2-1-1 0 0,-1 1 1 0 0,1-1-1 0 0,0 1 1 0 0,3 9-1 0 0,3 4-1 0 0,1 1 0 0 0,1-1 0 0 0,1 0 0 0 0,14 21 0 0 0,17 35 279 0 0,-40-74-227 0 0,1 1 100 0 0,0 1 0 0 0,-1-1 1 0 0,1 1-1 0 0,-1 0 0 0 0,0 0 0 0 0,0-1 0 0 0,0 7 1 0 0,-1-9-140 0 0,0 1 1 0 0,0-1-1 0 0,-1 1 0 0 0,1-1 1 0 0,-1 1-1 0 0,1-1 1 0 0,-1 1-1 0 0,0-1 1 0 0,0 0-1 0 0,1 1 1 0 0,-1-1-1 0 0,0 0 1 0 0,0 0-1 0 0,0 1 1 0 0,0-1-1 0 0,0 0 1 0 0,-1 0-1 0 0,1 0 1 0 0,0 0-1 0 0,-3 1 1 0 0,-7 5 39 0 0,0-1-1 0 0,0 0 1 0 0,0-1 0 0 0,-1 0 0 0 0,0-1 0 0 0,0 0 0 0 0,-14 2 0 0 0,-5 0-270 0 0,-54 2 1 0 0,-27-6-2477 0 0,56-10-663 0 0,45 6 1132 0 0,0-1 1 0 0,-20-9-1 0 0,6-1-4137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9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69 2448 0 0,'2'-13'1604'0'0,"1"2"828"0"0,-1 0 0 0 0,-1 0 0 0 0,1-12 1 0 0,-17 36-1509 0 0,4 0-660 0 0,0 1 0 0 0,1 0 1 0 0,1 1-1 0 0,0 0 0 0 0,-8 19 1 0 0,4-8-52 0 0,-4 7 7 0 0,2 0 0 0 0,1 1 0 0 0,-17 61 0 0 0,28-81-184 0 0,0 0-1 0 0,0 0 0 0 0,2 1 0 0 0,0-1 0 0 0,0 0 0 0 0,1 1 0 0 0,1-1 0 0 0,0 0 0 0 0,1 0 1 0 0,1 0-1 0 0,0 0 0 0 0,8 21 0 0 0,-7-27-22 0 0,1 0 1 0 0,-1-1-1 0 0,1 0 1 0 0,0 0-1 0 0,1 0 1 0 0,0 0-1 0 0,0-1 0 0 0,0 0 1 0 0,1 0-1 0 0,0 0 1 0 0,0-1-1 0 0,0 0 0 0 0,1-1 1 0 0,-1 0-1 0 0,1 0 1 0 0,0 0-1 0 0,0-1 1 0 0,1 0-1 0 0,-1-1 0 0 0,1 0 1 0 0,-1 0-1 0 0,1-1 1 0 0,0 0-1 0 0,12 0 1 0 0,-13-1-4 0 0,0 0 1 0 0,1-1 0 0 0,-1 1 0 0 0,0-2-1 0 0,0 1 1 0 0,0-1 0 0 0,0 0-1 0 0,-1-1 1 0 0,1 1 0 0 0,0-2 0 0 0,-1 1-1 0 0,0-1 1 0 0,0 0 0 0 0,0-1 0 0 0,0 1-1 0 0,-1-1 1 0 0,0-1 0 0 0,0 1 0 0 0,0-1-1 0 0,-1 0 1 0 0,1 0 0 0 0,-2-1-1 0 0,1 0 1 0 0,-1 0 0 0 0,0 0 0 0 0,5-10-1 0 0,-3-1 29 0 0,-1 0-1 0 0,-1 0 0 0 0,0 0 0 0 0,-1-1 1 0 0,-1 0-1 0 0,-1 1 0 0 0,0-1 0 0 0,-2 0 1 0 0,-3-21-1 0 0,2 24-9 0 0,0 0 1 0 0,-2 0-1 0 0,0 1 0 0 0,-1 0 0 0 0,0 0 1 0 0,-2 0-1 0 0,1 1 0 0 0,-2-1 1 0 0,0 2-1 0 0,0-1 0 0 0,-13-13 0 0 0,17 22-27 0 0,-1 0 0 0 0,0 1 0 0 0,0 0 0 0 0,-1 0 0 0 0,1 1 0 0 0,-1-1 0 0 0,1 1 0 0 0,-1 0 0 0 0,0 1-1 0 0,0-1 1 0 0,-1 1 0 0 0,1 0 0 0 0,0 1 0 0 0,-1 0 0 0 0,1 0 0 0 0,-1 0 0 0 0,1 1 0 0 0,-1 0-1 0 0,1 0 1 0 0,-1 0 0 0 0,1 1 0 0 0,-1 0 0 0 0,-7 2 0 0 0,6-1-67 0 0,0 0 0 0 0,1 1 0 0 0,-1 0 0 0 0,1 0 0 0 0,-1 0 0 0 0,1 1 0 0 0,0 0 1 0 0,0 1-1 0 0,1-1 0 0 0,-1 1 0 0 0,1 1 0 0 0,0-1 0 0 0,1 1 0 0 0,-1 0 0 0 0,1 0 0 0 0,0 1 0 0 0,1 0 0 0 0,-7 11 0 0 0,10-15-77 0 0,0 0 0 0 0,0 0-1 0 0,0 0 1 0 0,0 0 0 0 0,0 0 0 0 0,1 0-1 0 0,0 0 1 0 0,-1 1 0 0 0,1-1-1 0 0,0 0 1 0 0,0 0 0 0 0,1 0-1 0 0,-1 0 1 0 0,1 1 0 0 0,0-1 0 0 0,-1 0-1 0 0,1 0 1 0 0,1 0 0 0 0,-1 0-1 0 0,0 0 1 0 0,1-1 0 0 0,2 5 0 0 0,0-2-509 0 0,0 0 1 0 0,1 0 0 0 0,-1 0 0 0 0,1-1 0 0 0,0 0-1 0 0,0 0 1 0 0,0 0 0 0 0,1-1 0 0 0,-1 1 0 0 0,9 2-1 0 0,13 5-4532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9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83 696 0 0,'66'-76'11913'0'0,"-66"75"-11867"0"0,0 1 0 0 0,0 0 1 0 0,0-1-1 0 0,0 1 0 0 0,0 0 0 0 0,0 0 0 0 0,0-1 0 0 0,0 1 0 0 0,1 0 0 0 0,-1 0 0 0 0,0 0 1 0 0,0-1-1 0 0,0 1 0 0 0,0 0 0 0 0,0 0 0 0 0,1-1 0 0 0,-1 1 0 0 0,0 0 0 0 0,0 0 0 0 0,1 0 1 0 0,-1 0-1 0 0,0 0 0 0 0,0-1 0 0 0,0 1 0 0 0,1 0 0 0 0,-1 0 0 0 0,0 0 0 0 0,0 0 0 0 0,1 0 1 0 0,-1 0-1 0 0,0 0 0 0 0,1 0 0 0 0,-1 0 0 0 0,0 0 0 0 0,0 0 0 0 0,1 0 0 0 0,-1 0 1 0 0,0 0-1 0 0,0 0 0 0 0,1 0 0 0 0,-1 0 0 0 0,0 0 0 0 0,0 0 0 0 0,1 0 0 0 0,-1 0 0 0 0,0 1 1 0 0,0-1-1 0 0,1 0 0 0 0,-1 0 0 0 0,3 18 872 0 0,-7 23-129 0 0,-36 198 1157 0 0,-141 460 0 0 0,113-525-2193 0 0,15-62-3773 0 0,52-109 3302 0 0,-6 9-115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6:59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2260 0 0,'10'-12'801'0'0,"8"-14"1015"0"0,2 2-1 0 0,1 1 1 0 0,46-42 0 0 0,-60 60-1625 0 0,0 0 0 0 0,0 0 1 0 0,1 1-1 0 0,-1 0 1 0 0,1 0-1 0 0,0 1 1 0 0,0 0-1 0 0,0 0 1 0 0,0 1-1 0 0,0 0 1 0 0,1 0-1 0 0,-1 1 0 0 0,1 0 1 0 0,-1 0-1 0 0,1 1 1 0 0,0 0-1 0 0,-1 1 1 0 0,1 0-1 0 0,12 3 1 0 0,-8 0-36 0 0,0 1 1 0 0,-1 0 0 0 0,1 0 0 0 0,-1 1-1 0 0,0 1 1 0 0,0 0 0 0 0,-1 1 0 0 0,15 13 0 0 0,-20-17-86 0 0,-1 1 1 0 0,1 0 0 0 0,-1 1 0 0 0,0-1-1 0 0,-1 1 1 0 0,1 0 0 0 0,-1 0-1 0 0,0 0 1 0 0,-1 1 0 0 0,0 0 0 0 0,0-1-1 0 0,0 1 1 0 0,-1 0 0 0 0,0 0 0 0 0,0 0-1 0 0,0 1 1 0 0,0 8 0 0 0,-3-10-38 0 0,0 0 0 0 0,0 0 1 0 0,0 0-1 0 0,-1 0 0 0 0,0 0 1 0 0,0 0-1 0 0,0-1 0 0 0,-1 1 0 0 0,0-1 1 0 0,0 1-1 0 0,-1-1 0 0 0,1 0 1 0 0,-1 0-1 0 0,0-1 0 0 0,0 1 0 0 0,-1-1 1 0 0,1 0-1 0 0,-9 6 0 0 0,-6 4-43 0 0,-1-1 0 0 0,0-1 0 0 0,-32 14 0 0 0,36-19-883 0 0,0 0 1 0 0,0-2 0 0 0,0 0 0 0 0,-33 6 0 0 0,48-11 622 0 0,0 0 1 0 0,1 0 0 0 0,-1 0-1 0 0,0 0 1 0 0,0 0-1 0 0,0 0 1 0 0,0 0-1 0 0,1 0 1 0 0,-1 0-1 0 0,0-1 1 0 0,0 1 0 0 0,0 0-1 0 0,1-1 1 0 0,-1 1-1 0 0,0 0 1 0 0,0-1-1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0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22 231 2684 0 0,'5'1'2040'0'0,"1"-1"-1611"0"0,1 0 286 0 0,-1 0-1 0 0,1 1 1 0 0,-1-1-1 0 0,0 1 0 0 0,0 1 1 0 0,1-1-1 0 0,-1 1 1 0 0,0 0-1 0 0,0 1 0 0 0,7 3 1 0 0,-5 0-440 0 0,0 0 1 0 0,0-1-1 0 0,1 0 0 0 0,0 0 1 0 0,0-1-1 0 0,0 0 0 0 0,1 0 1 0 0,0-1-1 0 0,18 3 0 0 0,-18-5-226 0 0,-1 0-1 0 0,1-1 1 0 0,0 0-1 0 0,0 0 1 0 0,-1-1-1 0 0,1-1 1 0 0,0 0-1 0 0,-1 0 0 0 0,1-1 1 0 0,-1 0-1 0 0,14-7 1 0 0,-15 6-36 0 0,-1 0 1 0 0,0-1 0 0 0,-1 0 0 0 0,1-1-1 0 0,-1 1 1 0 0,0-1 0 0 0,0 0 0 0 0,-1-1-1 0 0,0 0 1 0 0,0 1 0 0 0,0-2-1 0 0,-1 1 1 0 0,6-15 0 0 0,-5 11-5 0 0,-1-1 0 0 0,0 0 0 0 0,-1-1 1 0 0,3-22-1 0 0,-5 31-12 0 0,0-1 0 0 0,-1 0 0 0 0,0 0 0 0 0,0 1 0 0 0,0-1 0 0 0,-1 0 0 0 0,0 0 0 0 0,0 1 0 0 0,0-1 0 0 0,0 0 0 0 0,-1 1 0 0 0,1-1 0 0 0,-1 1 0 0 0,0 0 0 0 0,-5-7 0 0 0,5 9 1 0 0,0 0 0 0 0,0 1-1 0 0,0 0 1 0 0,0-1 0 0 0,-1 1 0 0 0,1 0 0 0 0,0 0 0 0 0,-1 0 0 0 0,1 0-1 0 0,0 1 1 0 0,-1-1 0 0 0,1 1 0 0 0,-1-1 0 0 0,1 1 0 0 0,-1 0-1 0 0,0 0 1 0 0,1 0 0 0 0,-1 0 0 0 0,1 0 0 0 0,-1 1 0 0 0,1-1 0 0 0,-1 1-1 0 0,-1 1 1 0 0,-9 1-1 0 0,1 1 0 0 0,0 0 0 0 0,-12 7 0 0 0,-3 3 22 0 0,1 1 0 0 0,1 1 0 0 0,1 1 0 0 0,0 1 0 0 0,-27 28 0 0 0,33-29 3 0 0,2 1 0 0 0,0 1 0 0 0,1 1 0 0 0,1 0 0 0 0,1 0 0 0 0,-20 42 0 0 0,30-56-24 0 0,1 1 0 0 0,-1-1 0 0 0,1 1 0 0 0,1 0 0 0 0,-1 0 0 0 0,1 0 0 0 0,1 0 0 0 0,-1 0 0 0 0,1 0 0 0 0,0 0 0 0 0,0 0 0 0 0,1 0 0 0 0,0 0 0 0 0,1 0 0 0 0,-1 0 0 0 0,1 0 0 0 0,5 9 0 0 0,-4-10-200 0 0,0 0 0 0 0,0-1 0 0 0,1 0 1 0 0,0 1-1 0 0,0-2 0 0 0,1 1 0 0 0,-1 0 0 0 0,1-1 1 0 0,0 0-1 0 0,0 0 0 0 0,0 0 0 0 0,1-1 0 0 0,-1 1 0 0 0,1-1 1 0 0,0-1-1 0 0,0 1 0 0 0,0-1 0 0 0,0 0 0 0 0,9 1 0 0 0,-2 0-1352 0 0,0-1 0 0 0,0-1 0 0 0,25 0 0 0 0,-11-3-2494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83 1304 0 0,'6'-8'1252'0'0,"55"-65"7555"0"0,-60 72-8461 0 0,5 6 150 0 0,-5-4-440 0 0,0 0 0 0 0,0 0 0 0 0,0 0 0 0 0,0 0 0 0 0,0 0 0 0 0,-1 0 0 0 0,1 0 0 0 0,0 0 0 0 0,-1 0 0 0 0,1 0 0 0 0,0 1 0 0 0,-1-1 0 0 0,1 3 0 0 0,1 5 179 0 0,0 1 1 0 0,-1 0 0 0 0,0-1 0 0 0,0 1 0 0 0,-1 0 0 0 0,-2 11 0 0 0,-11 58 505 0 0,13-75-708 0 0,-6 21 141 0 0,-1 0 0 0 0,-1 0 0 0 0,-1-1-1 0 0,-1 0 1 0 0,-1-1 0 0 0,-28 42 0 0 0,39-64-166 0 0,0-1 0 0 0,0 1 1 0 0,-1-1-1 0 0,1 1 0 0 0,0-1 0 0 0,0 0 0 0 0,-1 1 1 0 0,1-1-1 0 0,0 1 0 0 0,-1-1 0 0 0,1 0 0 0 0,0 1 1 0 0,-1-1-1 0 0,1 0 0 0 0,-1 0 0 0 0,1 1 1 0 0,-1-1-1 0 0,1 0 0 0 0,0 0 0 0 0,-1 1 0 0 0,1-1 1 0 0,-1 0-1 0 0,1 0 0 0 0,-1 0 0 0 0,0 0-7 0 0,1-1-1 0 0,-1 1 0 0 0,1-1 1 0 0,-1 1-1 0 0,1-1 0 0 0,-1 1 1 0 0,1-1-1 0 0,0 1 0 0 0,-1-1 1 0 0,1 1-1 0 0,0-1 1 0 0,0 1-1 0 0,-1-1 0 0 0,1 0 1 0 0,0 1-1 0 0,0-1 0 0 0,0 0 1 0 0,0 1-1 0 0,0-1 1 0 0,0 1-1 0 0,0-1 0 0 0,0 0 1 0 0,0 1-1 0 0,0-1 0 0 0,0 0 1 0 0,0 1-1 0 0,0-1 0 0 0,0 1 1 0 0,0-1-1 0 0,1 0 1 0 0,-1 1-1 0 0,0-1 0 0 0,1 1 1 0 0,-1-1-1 0 0,0 1 0 0 0,1-2 1 0 0,0 2 0 0 0,9-28-5 0 0,2 1 0 0 0,1 0 0 0 0,1 1 0 0 0,1 1 0 0 0,2 0 0 0 0,28-34-1 0 0,-32 44-21 0 0,1 1-1 0 0,1-1 0 0 0,0 2 0 0 0,1 0 0 0 0,0 1 0 0 0,1 1 0 0 0,0 0 0 0 0,1 1 0 0 0,0 1 0 0 0,26-9 0 0 0,-38 16 25 0 0,-1 1 0 0 0,0-1 0 0 0,1 1 0 0 0,-1 0 1 0 0,1 1-1 0 0,-1-1 0 0 0,1 1 0 0 0,0 0 0 0 0,-1 1 0 0 0,1-1 0 0 0,-1 1 0 0 0,1 0 0 0 0,-1 1 0 0 0,0-1 0 0 0,1 1 0 0 0,-1 0 0 0 0,0 0 0 0 0,0 1 0 0 0,0-1 1 0 0,0 1-1 0 0,-1 0 0 0 0,1 0 0 0 0,-1 1 0 0 0,0 0 0 0 0,0-1 0 0 0,0 1 0 0 0,0 1 0 0 0,-1-1 0 0 0,1 0 0 0 0,-1 1 0 0 0,0 0 0 0 0,-1 0 0 0 0,1 0 1 0 0,-1 0-1 0 0,0 0 0 0 0,0 0 0 0 0,-1 0 0 0 0,2 10 0 0 0,-1-1 48 0 0,0 1-1 0 0,-2-1 1 0 0,0 0 0 0 0,0 1-1 0 0,-1-1 1 0 0,-1 0 0 0 0,-1 0 0 0 0,-5 21-1 0 0,-7 43-2558 0 0,19-57-4097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0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 1380 0 0,'-16'-2'16296'0'0,"0"0"-14050"0"0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3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489 158 1296 0 0,'5'-6'779'0'0,"-1"-1"-1"0"0,0 0 1 0 0,0-1 0 0 0,-1 1-1 0 0,0-1 1 0 0,0 0-1 0 0,-1 1 1 0 0,3-16 0 0 0,-5 20-665 0 0,1 0 0 0 0,-1 0 1 0 0,0 0-1 0 0,-1 0 1 0 0,1 0-1 0 0,0 0 1 0 0,-1 1-1 0 0,1-1 0 0 0,-1 0 1 0 0,0 0-1 0 0,0 0 1 0 0,0 1-1 0 0,-1-1 1 0 0,1 0-1 0 0,0 1 1 0 0,-1-1-1 0 0,0 1 0 0 0,1 0 1 0 0,-1 0-1 0 0,0-1 1 0 0,0 1-1 0 0,-1 0 1 0 0,1 1-1 0 0,0-1 0 0 0,-1 0 1 0 0,1 1-1 0 0,-5-3 1 0 0,3 3-56 0 0,0-1 1 0 0,1 1 0 0 0,-1 1 0 0 0,0-1-1 0 0,0 1 1 0 0,0-1 0 0 0,1 1 0 0 0,-1 0-1 0 0,0 0 1 0 0,0 1 0 0 0,0-1 0 0 0,1 1-1 0 0,-1 0 1 0 0,0 0 0 0 0,1 0 0 0 0,-1 0-1 0 0,1 1 1 0 0,-1 0 0 0 0,1-1 0 0 0,-1 1-1 0 0,-3 3 1 0 0,-9 6 154 0 0,1 1-1 0 0,-26 24 0 0 0,38-33-182 0 0,-44 46 200 0 0,2 2 0 0 0,2 2-1 0 0,-38 63 1 0 0,61-85-124 0 0,-28 58 0 0 0,40-73-88 0 0,2 1-1 0 0,0-1 1 0 0,1 1-1 0 0,1 0 1 0 0,-4 32-1 0 0,8-45-11 0 0,-1 0 0 0 0,1-1-1 0 0,0 1 1 0 0,0 0 0 0 0,0 0-1 0 0,1 0 1 0 0,0 0 0 0 0,-1 0-1 0 0,1-1 1 0 0,1 1 0 0 0,-1 0-1 0 0,0-1 1 0 0,1 1 0 0 0,0-1-1 0 0,0 1 1 0 0,0-1 0 0 0,0 0-1 0 0,0 0 1 0 0,1 0 0 0 0,0 0-1 0 0,3 3 1 0 0,-1-3 0 0 0,-1 0 1 0 0,1 0-1 0 0,0-1 1 0 0,0 0-1 0 0,0 0 0 0 0,0 0 1 0 0,0 0-1 0 0,0-1 1 0 0,1 0-1 0 0,-1 0 1 0 0,0-1-1 0 0,1 1 1 0 0,-1-1-1 0 0,9-1 0 0 0,10-1 0 0 0,-1-1 0 0 0,0-2 0 0 0,0 0 0 0 0,-1-1 0 0 0,0-2-1 0 0,0 0 1 0 0,0-1 0 0 0,-1-1 0 0 0,0-1 0 0 0,-1-1 0 0 0,-1-1-1 0 0,21-18 1 0 0,-21 15-13 0 0,0 0 0 0 0,-2-2-1 0 0,0 0 1 0 0,-1-1-1 0 0,-1-1 1 0 0,0 0 0 0 0,-2-1-1 0 0,0-1 1 0 0,-2 0 0 0 0,0 0-1 0 0,9-32 1 0 0,-16 40 0 0 0,-1-1-1 0 0,0 1 1 0 0,-1-1 0 0 0,-1 0-1 0 0,-1 0 1 0 0,0 0 0 0 0,0 0-1 0 0,-2 0 1 0 0,0 0 0 0 0,0 1-1 0 0,-9-27 1 0 0,8 34 3 0 0,1 0 0 0 0,-1 0 0 0 0,-1 1 0 0 0,1-1 0 0 0,-1 1 0 0 0,0 0 0 0 0,-1 0 0 0 0,1 0 0 0 0,-1 1 0 0 0,0 0 0 0 0,-8-7 0 0 0,8 9 3 0 0,0 0 0 0 0,0 0-1 0 0,-1 0 1 0 0,1 1 0 0 0,-1-1 0 0 0,1 2-1 0 0,-1-1 1 0 0,0 0 0 0 0,1 1 0 0 0,-1 0-1 0 0,0 0 1 0 0,0 1 0 0 0,0 0 0 0 0,0 0-1 0 0,-10 1 1 0 0,4 1 17 0 0,1 1 1 0 0,0 0-1 0 0,0 0 0 0 0,0 1 0 0 0,0 1 1 0 0,1-1-1 0 0,-1 2 0 0 0,1-1 0 0 0,1 2 1 0 0,-1-1-1 0 0,-16 16 0 0 0,20-17-257 0 0,0 1 0 0 0,1-1-1 0 0,-1 1 1 0 0,1 1 0 0 0,1-1 0 0 0,-1 1-1 0 0,1 0 1 0 0,0 0 0 0 0,1 0 0 0 0,-1 0-1 0 0,1 1 1 0 0,1-1 0 0 0,-1 1 0 0 0,2 0-1 0 0,-1 0 1 0 0,1 0 0 0 0,0 0 0 0 0,0 8-1 0 0,3 0-3102 0 0,4-3-1448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3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2800 0 0,'3'1'2064'0'0,"-1"-1"-1854"0"0,-1 0 0 0 0,1 0 0 0 0,-1 0 0 0 0,0 1 0 0 0,1-1 0 0 0,-1 1 0 0 0,1-1 0 0 0,-1 1 0 0 0,0-1 0 0 0,0 1 0 0 0,1 0 0 0 0,-1 0 0 0 0,0 0 0 0 0,0 0 0 0 0,0-1 0 0 0,0 1 0 0 0,0 1 1 0 0,0-1-1 0 0,0 0 0 0 0,0 0 0 0 0,-1 0 0 0 0,1 0 0 0 0,0 1 0 0 0,-1-1 0 0 0,1 0 0 0 0,-1 1 0 0 0,1-1 0 0 0,0 3 0 0 0,0 12 227 0 0,0 1 0 0 0,-2 0 0 0 0,0-1-1 0 0,0 0 1 0 0,-2 1 0 0 0,-4 18 0 0 0,3-16-226 0 0,-8 36 161 0 0,-24 71 0 0 0,25-96-167 0 0,0-2 1 0 0,-3 1 0 0 0,0-2-1 0 0,-19 27 1 0 0,31-50-50 0 0,-1-1 0 0 0,0 1 0 0 0,0-1-1 0 0,0 0 1 0 0,-1 0 0 0 0,1 0 0 0 0,-1-1-1 0 0,-4 4 1 0 0,7-6-144 0 0,1 0-1 0 0,0-1 0 0 0,-1 1 1 0 0,1 0-1 0 0,0 0 0 0 0,-1 0 1 0 0,1-1-1 0 0,0 1 0 0 0,0 0 1 0 0,-1 0-1 0 0,1-1 1 0 0,0 1-1 0 0,0 0 0 0 0,-1-1 1 0 0,1 1-1 0 0,0 0 0 0 0,0-1 1 0 0,0 1-1 0 0,0 0 0 0 0,-1-1 1 0 0,1 1-1 0 0,0 0 1 0 0,0-1-1 0 0,0 1 0 0 0,0 0 1 0 0,0-1-1 0 0,0 1 0 0 0,0 0 1 0 0,0-1-1 0 0,0 1 0 0 0,0-1 1 0 0,0 1-1 0 0,0 0 0 0 0,1-1 1 0 0,-1 1-1 0 0,0-1 1 0 0,2-16 72 0 0,-2 17-79 0 0,3-14 28 0 0,2 1-1 0 0,0-1 0 0 0,0 1 0 0 0,1 1 1 0 0,14-22-1 0 0,44-54-32 0 0,-47 66-34 0 0,1 2-1 0 0,1 0 1 0 0,1 1-1 0 0,1 1 1 0 0,0 0-1 0 0,1 2 1 0 0,30-16-1 0 0,-37 24-329 0 0,1 1 0 0 0,0 0 0 0 0,0 1 0 0 0,0 1 0 0 0,20-3 0 0 0,-20 5-429 0 0,0 1 0 0 0,0 1 0 0 0,0 1 1 0 0,0 0-1 0 0,0 1 0 0 0,17 4 0 0 0,4 1-2475 0 0,3 1-1152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4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5 432 2216 0 0,'-2'37'10059'0'0,"1"-30"-9334"0"0,0-1 1 0 0,1 1-1 0 0,0 0 0 0 0,0-1 0 0 0,2 11 0 0 0,-1-14-659 0 0,-1 0 0 0 0,2 0 0 0 0,-1 0 0 0 0,0 0 0 0 0,1 0 0 0 0,-1-1 0 0 0,1 1 0 0 0,0 0 0 0 0,0-1 0 0 0,0 0 0 0 0,0 1 0 0 0,0-1 0 0 0,1 0 0 0 0,-1 0 0 0 0,5 3 0 0 0,0-1-10 0 0,2 1 1 0 0,-1-1-1 0 0,0-1 0 0 0,1 1 0 0 0,0-2 1 0 0,-1 1-1 0 0,1-1 0 0 0,0 0 0 0 0,0-1 0 0 0,0 0 1 0 0,1 0-1 0 0,16-2 0 0 0,-2-1-18 0 0,1-1 0 0 0,-1-1 0 0 0,39-12-1 0 0,-48 11-58 0 0,0-1 0 0 0,-1 0 0 0 0,1-1-1 0 0,-2 0 1 0 0,1-1 0 0 0,-1-1 0 0 0,0 0 0 0 0,13-13-1 0 0,-10 6 0 0 0,0 0 1 0 0,-1-1-1 0 0,0-1 0 0 0,-2-1 0 0 0,13-21 0 0 0,-7 5-15 0 0,-2-1-1 0 0,-1-1 1 0 0,-2-1-1 0 0,-2 0 1 0 0,-1 0-1 0 0,6-46 1 0 0,-16 76 27 0 0,0 5 3 0 0,0-1 0 0 0,0 0 1 0 0,-1 0-1 0 0,1 0 0 0 0,-1 1 0 0 0,0-1 1 0 0,-1 0-1 0 0,1 0 0 0 0,-2-6 0 0 0,2 9 7 0 0,0 1 0 0 0,-1 0 0 0 0,1-1 0 0 0,0 1-1 0 0,0 0 1 0 0,-1-1 0 0 0,1 1 0 0 0,0 0 0 0 0,-1 0-1 0 0,1-1 1 0 0,0 1 0 0 0,-1 0 0 0 0,1 0 0 0 0,-1 0-1 0 0,1-1 1 0 0,0 1 0 0 0,-1 0 0 0 0,1 0 0 0 0,-1 0-1 0 0,1 0 1 0 0,-1 0 0 0 0,1 0 0 0 0,0 0 0 0 0,-1 0-1 0 0,1 0 1 0 0,-1 0 0 0 0,1 0 0 0 0,-1 0 0 0 0,1 0-1 0 0,0 1 1 0 0,-1-1 0 0 0,1 0 0 0 0,-1 0 0 0 0,1 0-1 0 0,0 0 1 0 0,-1 1 0 0 0,-13 7 13 0 0,13-8-14 0 0,-8 7 21 0 0,1-1-1 0 0,0 1 1 0 0,1 1-1 0 0,-1-1 1 0 0,1 1-1 0 0,1 1 1 0 0,-7 10-1 0 0,-36 67 383 0 0,48-84-389 0 0,-21 41 185 0 0,2 1-1 0 0,-19 65 1 0 0,33-92-164 0 0,2 1 0 0 0,0 0 0 0 0,1 0 0 0 0,1 0 0 0 0,1 0 1 0 0,0 0-1 0 0,1 0 0 0 0,1 0 0 0 0,6 31 0 0 0,-6-44-57 0 0,1 1-1 0 0,-1-1 1 0 0,1 0 0 0 0,0 0-1 0 0,1 0 1 0 0,-1 0 0 0 0,1 0 0 0 0,0 0-1 0 0,0-1 1 0 0,1 1 0 0 0,-1-1 0 0 0,1 0-1 0 0,0 0 1 0 0,0 0 0 0 0,0-1-1 0 0,1 1 1 0 0,-1-1 0 0 0,1 0 0 0 0,6 2-1 0 0,-5-2-258 0 0,2 0 0 0 0,-1-1 0 0 0,0 0 0 0 0,0-1 0 0 0,1 0 0 0 0,-1 0 0 0 0,1 0 0 0 0,-1-1 0 0 0,1 0 0 0 0,-1-1 0 0 0,0 1 0 0 0,1-1-1 0 0,13-4 1 0 0,-9 1-750 0 0,1-1 0 0 0,-1 0 0 0 0,0-1-1 0 0,-1 0 1 0 0,0 0 0 0 0,13-10-1 0 0,6-9-4334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4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80 232 0 0,'-12'-16'2552'0'0,"0"1"-628"0"0,-2 4-315 0 0,-1-1-305 0 0,-1 2-228 0 0,4 5-232 0 0,-3-2-204 0 0,3 4 272 0 0,-7 3-584 0 0,8 5-72 0 0,6 2-96 0 0,-2 1-224 0 0,6 1-324 0 0,1 3-284 0 0,1 2-480 0 0,6-1-1884 0 0,2-1-1085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4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859 10 2116 0 0,'-11'-8'5967'0'0,"5"7"-5530"0"0,0 1 1 0 0,0 0 0 0 0,0 0-1 0 0,0 0 1 0 0,0 1-1 0 0,0 0 1 0 0,0 0-1 0 0,0 0 1 0 0,0 1 0 0 0,0 0-1 0 0,1 0 1 0 0,-1 0-1 0 0,1 1 1 0 0,0 0 0 0 0,-1 0-1 0 0,1 0 1 0 0,0 1-1 0 0,-6 5 1 0 0,-3 4 32 0 0,0 0 0 0 0,0 1 0 0 0,1 0 1 0 0,-19 29-1 0 0,0 9 206 0 0,3 1 0 0 0,1 1 0 0 0,-33 98 1 0 0,-39 183 491 0 0,59-173-688 0 0,-102 326 371 0 0,134-464-810 0 0,-24 44-1 0 0,29-61-295 0 0,0-1-1 0 0,0 0 1 0 0,-1 1-1 0 0,0-1 0 0 0,0-1 1 0 0,0 1-1 0 0,-1-1 0 0 0,0 0 1 0 0,0 0-1 0 0,-12 7 0 0 0,16-11-73 0 0,-1 0-1 0 0,0 0 1 0 0,1 0-1 0 0,-1 0 1 0 0,0-1-1 0 0,1 1 1 0 0,-1-1-1 0 0,0 0 1 0 0,0 0-1 0 0,1 0 1 0 0,-1 0-1 0 0,0 0 1 0 0,-5-1-1 0 0,4 0-462 0 0,0-1 0 0 0,0 1 0 0 0,0-1 0 0 0,1 1-1 0 0,-1-1 1 0 0,1 0 0 0 0,-1 0 0 0 0,1-1 0 0 0,-4-2 0 0 0,-13-14-5491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1 341 2140 0 0,'12'-22'2224'0'0,"3"-1"-415"0"0,2 4-153 0 0,1-3-192 0 0,7-2-324 0 0,3 2-196 0 0,5-1-192 0 0,8-1-144 0 0,3 4-136 0 0,6-3-80 0 0,2 4-104 0 0,1 1-100 0 0,4 2-428 0 0,1-1-504 0 0,1 1-988 0 0,-1-1-1840 0 0,-1 2-1813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5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91 664 688 0 0,'-5'7'1410'0'0,"-1"0"0"0"0,0-1 0 0 0,0 0 0 0 0,-1 0 0 0 0,1 0 0 0 0,-1-1 0 0 0,-11 7 0 0 0,-10 9 1129 0 0,26-20-2052 0 0,2-1-474 0 0,0 1-1 0 0,0-1 1 0 0,1 0 0 0 0,-1 1-1 0 0,0-1 1 0 0,0 0-1 0 0,0 1 1 0 0,1-1 0 0 0,-1 0-1 0 0,0 0 1 0 0,0 1 0 0 0,1-1-1 0 0,-1 0 1 0 0,0 0-1 0 0,1 1 1 0 0,-1-1 0 0 0,0 0-1 0 0,1 0 1 0 0,-1 0 0 0 0,0 0-1 0 0,1 1 1 0 0,-1-1 0 0 0,0 0-1 0 0,1 0 1 0 0,-1 0-1 0 0,0 0 1 0 0,1 0 0 0 0,-1 0-1 0 0,0 0 1 0 0,1 0 0 0 0,-1 0-1 0 0,1 0 1 0 0,-1 0-1 0 0,1 0 1 0 0,48-20 78 0 0,-1-1 0 0 0,-1-3 1 0 0,64-43-1 0 0,-84 48-102 0 0,-1-2 1 0 0,0 0 0 0 0,-2-2-1 0 0,0-1 1 0 0,-2-1-1 0 0,33-46 1 0 0,-32 35 10 0 0,-2 0-1 0 0,-1-2 1 0 0,-2 0-1 0 0,-2 0 1 0 0,-1-2-1 0 0,-3 0 1 0 0,-1-1 0 0 0,6-43-1 0 0,-16 83 9 0 0,-1 1 0 0 0,0-1 0 0 0,0 0 0 0 0,0 0 0 0 0,0 0 0 0 0,0 0 1 0 0,0 1-1 0 0,0-1 0 0 0,0 0 0 0 0,0 0 0 0 0,0 0 0 0 0,0 1 0 0 0,-1-1 0 0 0,1 0 0 0 0,0 0 0 0 0,0 0 0 0 0,-1 1 0 0 0,1-1 0 0 0,-1 0 0 0 0,1 1 0 0 0,-1-2 0 0 0,0 2 3 0 0,0-1 0 0 0,1 1-1 0 0,-1 0 1 0 0,1 0 0 0 0,-1 0-1 0 0,0 0 1 0 0,1-1 0 0 0,-1 1-1 0 0,0 0 1 0 0,1 0 0 0 0,-1 0 0 0 0,0 0-1 0 0,1 0 1 0 0,-1 1 0 0 0,1-1-1 0 0,-1 0 1 0 0,0 0 0 0 0,1 0-1 0 0,-1 1 1 0 0,0-1 0 0 0,-3 2 44 0 0,0 0 0 0 0,0 0 0 0 0,1 1 0 0 0,-1-1 1 0 0,1 1-1 0 0,-4 3 0 0 0,-8 12 195 0 0,0 1-1 0 0,0 1 0 0 0,2 0 1 0 0,-12 24-1 0 0,-37 90 326 0 0,52-110-488 0 0,-2 4-20 0 0,0 0-1 0 0,3 0 0 0 0,0 1 1 0 0,2 0-1 0 0,1 0 1 0 0,-5 58-1 0 0,11-82-75 0 0,0 0-1 0 0,1 0 1 0 0,-1 0-1 0 0,1 0 1 0 0,0 0-1 0 0,0 0 0 0 0,0 0 1 0 0,1-1-1 0 0,0 1 1 0 0,0 0-1 0 0,0-1 1 0 0,1 1-1 0 0,-1-1 0 0 0,1 0 1 0 0,0 0-1 0 0,0 0 1 0 0,1 0-1 0 0,-1 0 1 0 0,5 3-1 0 0,-3-4-228 0 0,0 1-1 0 0,0-1 1 0 0,1 0 0 0 0,-1 0 0 0 0,1-1-1 0 0,0 0 1 0 0,0 0 0 0 0,0 0 0 0 0,0-1-1 0 0,0 0 1 0 0,0 0 0 0 0,0 0-1 0 0,1-1 1 0 0,-1 0 0 0 0,7-1 0 0 0,-5 1-607 0 0,0-1 1 0 0,0-1 0 0 0,0 0-1 0 0,0 0 1 0 0,0 0 0 0 0,-1-1 0 0 0,1 0-1 0 0,8-5 1 0 0,10-6-4036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60 2132 0 0,'-8'-6'1230'0'0,"0"0"-1"0"0,0 0 1 0 0,-1 0 0 0 0,-14-5-1 0 0,12 6-697 0 0,0 1-1 0 0,0 0 1 0 0,0 0 0 0 0,-1 2-1 0 0,1-1 1 0 0,-13 0 0 0 0,22 3-534 0 0,1 0-1 0 0,-1 0 1 0 0,1 0 0 0 0,-1 1 0 0 0,0-1 0 0 0,1 0 0 0 0,-1 0-1 0 0,1 1 1 0 0,-1-1 0 0 0,1 1 0 0 0,0 0 0 0 0,-1-1 0 0 0,1 1-1 0 0,-1 0 1 0 0,1 0 0 0 0,0 0 0 0 0,0 0 0 0 0,-1 0-1 0 0,0 1 1 0 0,1-1-202 0 0,1 0 0 0 0,-1 0 0 0 0,1-1 0 0 0,-1 1 1 0 0,1 0-1 0 0,-1 0 0 0 0,1 0 0 0 0,0 0 0 0 0,-1-1 0 0 0,1 1 0 0 0,0 0 0 0 0,0 0 0 0 0,-1 0 0 0 0,1 0 0 0 0,0 0 0 0 0,0 0 0 0 0,0 0 0 0 0,0 0 0 0 0,0 0 0 0 0,0 0 0 0 0,1-1 0 0 0,-1 1 1 0 0,0 0-1 0 0,0 0 0 0 0,1 0 0 0 0,-1 0 0 0 0,0 0 0 0 0,1-1 0 0 0,0 3 0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5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2 892 0 0,'13'-1'12525'0'0,"-13"2"-12379"0"0,1 1 1 0 0,-1 0 0 0 0,0 0-1 0 0,0 0 1 0 0,0 0-1 0 0,0 0 1 0 0,0 0 0 0 0,0 0-1 0 0,0-1 1 0 0,0 1 0 0 0,-1 0-1 0 0,1 0 1 0 0,-1 0 0 0 0,-1 2-1 0 0,-14 34 1148 0 0,7-18-706 0 0,-195 569 3276 0 0,194-552-3782 0 0,1 0 1 0 0,-5 58-1 0 0,13-91-160 0 0,1 0-1 0 0,0 0 1 0 0,0 0-1 0 0,0 0 1 0 0,0 0 0 0 0,1 0-1 0 0,-1 0 1 0 0,1 0-1 0 0,0 0 1 0 0,1 0-1 0 0,-1 0 1 0 0,0 0-1 0 0,1-1 1 0 0,0 1-1 0 0,0-1 1 0 0,0 1 0 0 0,1-1-1 0 0,-1 0 1 0 0,1 1-1 0 0,-1-1 1 0 0,1 0-1 0 0,6 4 1 0 0,-5-4-280 0 0,0-1 0 0 0,1 0 1 0 0,-1-1-1 0 0,0 1 0 0 0,0-1 0 0 0,1 0 0 0 0,-1 0 1 0 0,1 0-1 0 0,-1 0 0 0 0,1-1 0 0 0,-1 0 1 0 0,1 0-1 0 0,-1 0 0 0 0,1 0 0 0 0,-1-1 1 0 0,1 0-1 0 0,-1 0 0 0 0,1 0 0 0 0,-1 0 1 0 0,6-3-1 0 0,10-6-3620 0 0,1-6-1932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5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153 146 1396 0 0,'-93'-56'11561'0'0,"36"23"-6093"0"0,54 31-5103 0 0,27-8 628 0 0,67-1-587 0 0,0 3 0 0 0,133 7-1 0 0,5 0-3069 0 0,-158-6-949 0 0,-24-3-2842 0 0,-25 3 591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92 644 0 0,'2'-8'1273'0'0,"0"0"1"0"0,-1 0-1 0 0,-1 0 0 0 0,1-1 0 0 0,-1 1 1 0 0,-1 0-1 0 0,-2-15 0 0 0,3 23-1224 0 0,0-1-1 0 0,0 1 0 0 0,0-1 0 0 0,-1 0 1 0 0,1 1-1 0 0,0-1 0 0 0,-1 1 0 0 0,1-1 1 0 0,-1 0-1 0 0,1 1 0 0 0,0-1 0 0 0,-1 1 1 0 0,1 0-1 0 0,-1-1 0 0 0,1 1 1 0 0,-1-1-1 0 0,0 1 0 0 0,1 0 0 0 0,-1-1 1 0 0,1 1-1 0 0,-1 0 0 0 0,0-1 0 0 0,1 1 1 0 0,-1 0-1 0 0,0 0 0 0 0,1 0 0 0 0,-1 0 1 0 0,0 0-1 0 0,1 0 0 0 0,-1 0 0 0 0,0 0 1 0 0,0 0-1 0 0,-21 6 406 0 0,2 6-141 0 0,0 1 0 0 0,2 1 0 0 0,-31 30-1 0 0,-45 56 187 0 0,78-82-410 0 0,-106 127 337 0 0,101-117-361 0 0,2 0 1 0 0,1 1 0 0 0,-21 47-1 0 0,34-66-54 0 0,1 0 0 0 0,1 0-1 0 0,0 0 1 0 0,0 1 0 0 0,1 0-1 0 0,0 0 1 0 0,1-1 0 0 0,0 1 0 0 0,1 0-1 0 0,0 0 1 0 0,2 13 0 0 0,0-18-90 0 0,-1-1 1 0 0,0 0-1 0 0,1 1 1 0 0,0-1-1 0 0,0 0 1 0 0,1 0 0 0 0,-1 0-1 0 0,1-1 1 0 0,0 1-1 0 0,0-1 1 0 0,1 1-1 0 0,-1-1 1 0 0,1 0-1 0 0,0 0 1 0 0,0-1 0 0 0,1 1-1 0 0,-1-1 1 0 0,0 0-1 0 0,1 0 1 0 0,0 0-1 0 0,0-1 1 0 0,0 0-1 0 0,10 4 1 0 0,-2-2-193 0 0,1-1 1 0 0,-1 0-1 0 0,1 0 1 0 0,0-1-1 0 0,0-1 0 0 0,0-1 1 0 0,0 0-1 0 0,0 0 1 0 0,0-1-1 0 0,22-6 0 0 0,-17 2 68 0 0,0 0 0 0 0,-1-2-1 0 0,0-1 1 0 0,0 0-1 0 0,0-1 1 0 0,29-21 0 0 0,-11 2 380 0 0,-2-1 0 0 0,-1-2 1 0 0,-1-1-1 0 0,-2-2 0 0 0,48-68 1 0 0,-47 53 2146 0 0,32-65 0 0 0,-62 112-2147 0 0,-13 20 320 0 0,2 1-371 0 0,2 0 1 0 0,0 1-1 0 0,1 0 0 0 0,-7 29 0 0 0,12-37-107 0 0,-1 1 0 0 0,2 0 0 0 0,-1-1 0 0 0,2 1 0 0 0,0 0 0 0 0,0-1 0 0 0,1 1 0 0 0,5 20 0 0 0,-4-26-11 0 0,1 0 1 0 0,0-1 0 0 0,0 1 0 0 0,0-1 0 0 0,1 1 0 0 0,0-1 0 0 0,1 0-1 0 0,-1-1 1 0 0,1 1 0 0 0,0-1 0 0 0,0 0 0 0 0,1 0 0 0 0,-1 0 0 0 0,1-1 0 0 0,0 0-1 0 0,1 0 1 0 0,-1 0 0 0 0,1-1 0 0 0,-1 0 0 0 0,1 0 0 0 0,0-1 0 0 0,0 0 0 0 0,0 0-1 0 0,0-1 1 0 0,1 1 0 0 0,-1-2 0 0 0,0 1 0 0 0,1-1 0 0 0,-1 0 0 0 0,0 0 0 0 0,1-1-1 0 0,-1 0 1 0 0,0-1 0 0 0,0 1 0 0 0,9-5 0 0 0,-9 4-5 0 0,0-1 0 0 0,0-1 0 0 0,-1 1 1 0 0,1-1-1 0 0,-1 0 0 0 0,0 0 0 0 0,0-1 1 0 0,-1 0-1 0 0,1 0 0 0 0,-1-1 0 0 0,0 1 0 0 0,0-1 1 0 0,-1 0-1 0 0,0 0 0 0 0,0 0 0 0 0,0-1 0 0 0,-1 0 1 0 0,0 1-1 0 0,0-1 0 0 0,-1 0 0 0 0,0-1 0 0 0,0 1 1 0 0,-1 0-1 0 0,2-10 0 0 0,-3 8-7 0 0,1 0-1 0 0,-1 1 1 0 0,0-1-1 0 0,-1 0 1 0 0,0 0-1 0 0,0 1 1 0 0,-1-1-1 0 0,0 1 1 0 0,0 0 0 0 0,-1-1-1 0 0,0 1 1 0 0,-1 0-1 0 0,0 0 1 0 0,0 1-1 0 0,-1-1 1 0 0,0 1-1 0 0,0 0 1 0 0,0 0-1 0 0,-1 1 1 0 0,-10-9 0 0 0,7 8-1 0 0,-1 0 0 0 0,0 1 0 0 0,0 0 0 0 0,0 1 0 0 0,-1 0 0 0 0,0 1 0 0 0,0 0 1 0 0,0 0-1 0 0,-1 2 0 0 0,-13-3 0 0 0,15 4 3 0 0,0 0 1 0 0,-1 0-1 0 0,1 1 0 0 0,0 0 1 0 0,-1 1-1 0 0,1 0 1 0 0,0 1-1 0 0,0 0 0 0 0,-1 0 1 0 0,1 1-1 0 0,-16 8 1 0 0,24-10-83 0 0,0 0 1 0 0,0 0 0 0 0,-1 1 0 0 0,1-1-1 0 0,0 1 1 0 0,0-1 0 0 0,1 1 0 0 0,-1 0 0 0 0,0 0-1 0 0,0-1 1 0 0,1 1 0 0 0,0 1 0 0 0,-1-1 0 0 0,1 0-1 0 0,0 0 1 0 0,-2 5 0 0 0,3-6-44 0 0,-1 1 0 0 0,1-1 0 0 0,0 1-1 0 0,0-1 1 0 0,0 1 0 0 0,0-1 0 0 0,0 1 0 0 0,1-1 0 0 0,-1 1 0 0 0,0-1 0 0 0,1 1-1 0 0,-1-1 1 0 0,1 1 0 0 0,-1-1 0 0 0,1 0 0 0 0,0 1 0 0 0,0-1 0 0 0,-1 0 0 0 0,1 0 0 0 0,0 0-1 0 0,0 1 1 0 0,0-1 0 0 0,0 0 0 0 0,1 0 0 0 0,-1 0 0 0 0,0 0 0 0 0,0-1 0 0 0,1 1 0 0 0,1 1-1 0 0,33 14-4658 0 0,-15-10 416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7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51 2308 0 0,'38'-50'13454'0'0,"-37"55"-13289"0"0,-1 0-1 0 0,0 0 1 0 0,-1 0-1 0 0,1 0 1 0 0,-1-1-1 0 0,0 1 1 0 0,-2 6-1 0 0,3-10-144 0 0,-26 108 805 0 0,-57 153 0 0 0,62-209-453 0 0,20-51-310 0 0,-4 0 43 0 0,3-2-52 0 0,1-8-51 0 0,3-5 1 0 0,0 1 1 0 0,0-1-1 0 0,2 1 1 0 0,-1 0-1 0 0,1 0 1 0 0,10-19-1 0 0,-9 18 6 0 0,9-19-19 0 0,2 1 0 0 0,0 1 0 0 0,2 0 0 0 0,25-31 0 0 0,-31 46-3 0 0,0 1 0 0 0,1 0 0 0 0,0 1 0 0 0,1 1 0 0 0,1 0 0 0 0,-1 1 0 0 0,2 0 1 0 0,0 1-1 0 0,23-11 0 0 0,-35 20 10 0 0,-1-1-1 0 0,1 1 1 0 0,0 0 0 0 0,0 0 0 0 0,0 0 0 0 0,0 0-1 0 0,0 1 1 0 0,0 0 0 0 0,0 0 0 0 0,-1 0 0 0 0,1 0-1 0 0,0 0 1 0 0,0 1 0 0 0,0 0 0 0 0,0 0 0 0 0,0 0-1 0 0,5 2 1 0 0,-6-1 5 0 0,0 0 1 0 0,0-1-1 0 0,0 1 0 0 0,-1 1 0 0 0,1-1 1 0 0,-1 0-1 0 0,1 1 0 0 0,-1-1 1 0 0,0 1-1 0 0,0-1 0 0 0,0 1 0 0 0,0 0 1 0 0,-1 0-1 0 0,1 0 0 0 0,-1 0 0 0 0,1 0 1 0 0,-1 1-1 0 0,0-1 0 0 0,-1 0 0 0 0,2 6 1 0 0,0 5 5 0 0,-1 0 0 0 0,-1 0 0 0 0,0 1 1 0 0,-1-1-1 0 0,-3 15 0 0 0,-18 71 54 0 0,2-12-1149 0 0,19-55-733 0 0,1-32 1670 0 0,0 0 1 0 0,0 0-1 0 0,0 0 1 0 0,0 0 0 0 0,0 0-1 0 0,1 0 1 0 0,-1 0-1 0 0,0 0 1 0 0,1 0-1 0 0,-1 0 1 0 0,0 0-1 0 0,1 0 1 0 0,-1 0-1 0 0,1-1 1 0 0,0 1-1 0 0,-1 0 1 0 0,1 0-1 0 0,-1 0 1 0 0,1-1-1 0 0,0 1 1 0 0,0-1-1 0 0,-1 1 1 0 0,1 0-1 0 0,0-1 1 0 0,0 1-1 0 0,0-1 1 0 0,0 0-1 0 0,0 1 1 0 0,0-1-1 0 0,0 0 1 0 0,0 1-1 0 0,0-1 1 0 0,0 0-1 0 0,1 0 1 0 0,-1 0-16 0 0,3 0-432 0 0,-1 0 0 0 0,1 0 0 0 0,-1 0 0 0 0,1-1 0 0 0,-1 0 0 0 0,0 0 0 0 0,6-2 0 0 0,9-5-3216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7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146 268 112 0 0,'24'-49'5118'0'0,"-2"-1"1"0"0,28-101-1 0 0,-46 134-3313 0 0,-11 36-261 0 0,2-1-1520 0 0,-140 466 1916 0 0,110-362-1743 0 0,19-66-147 0 0,2 0-1 0 0,-9 88 1 0 0,22-139-137 0 0,1-1 0 0 0,0 1-1 0 0,0-1 1 0 0,1 0 0 0 0,-1 1 0 0 0,1-1 0 0 0,0 1 0 0 0,0-1 0 0 0,0 0-1 0 0,1 0 1 0 0,-1 0 0 0 0,1 0 0 0 0,0 0 0 0 0,4 5 0 0 0,-4-5-176 0 0,1-2 0 0 0,0 1 0 0 0,0 0 0 0 0,0 0 0 0 0,0-1 1 0 0,0 0-1 0 0,0 0 0 0 0,1 0 0 0 0,-1 0 0 0 0,1 0 0 0 0,0 0 0 0 0,-1-1 1 0 0,1 0-1 0 0,0 0 0 0 0,0 0 0 0 0,0 0 0 0 0,0-1 0 0 0,0 1 0 0 0,0-1 1 0 0,0 0-1 0 0,0 0 0 0 0,0 0 0 0 0,-1-1 0 0 0,7-1 0 0 0,-1 0-1162 0 0,0 0 0 0 0,0-1 0 0 0,14-7 0 0 0,2-3-3718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307 170 580 0 0,'-120'-50'7692'0'0,"-53"-25"1042"0"0,172 74-8699 0 0,1 1 1 0 0,-1 0 0 0 0,0 0 0 0 0,0-1 0 0 0,1 1 0 0 0,-1 0 0 0 0,1-1 0 0 0,-1 1 0 0 0,0 0 0 0 0,1-1-1 0 0,-1 1 1 0 0,1-1 0 0 0,-1 1 0 0 0,0-1 0 0 0,1 0 0 0 0,0 1 0 0 0,-1-1 0 0 0,1 1 0 0 0,-1-1 0 0 0,1 0-1 0 0,0 1 1 0 0,-1-1 0 0 0,1 0 0 0 0,0 0 0 0 0,0 0 0 0 0,0 0-16 0 0,0 1 0 0 0,1-1 0 0 0,-1 0 0 0 0,1 1 0 0 0,-1-1 0 0 0,1 0 0 0 0,-1 1 0 0 0,1-1 0 0 0,-1 1 1 0 0,1-1-1 0 0,0 1 0 0 0,-1 0 0 0 0,1-1 0 0 0,0 1 0 0 0,-1-1 0 0 0,1 1 0 0 0,0 0 0 0 0,-1 0 0 0 0,2-1 0 0 0,44-9 173 0 0,-43 10-169 0 0,70-7-518 0 0,1 4-1 0 0,97 7 1 0 0,-154-3 239 0 0,163 18-3270 0 0,-63 0-2724 0 0,-83-13 1608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8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7 1800 0 0,'0'0'12954'0'0,"0"0"-12856"0"0,-1 0 0 0 0,1-1 0 0 0,0 1 1 0 0,-1-1-1 0 0,1 1 0 0 0,0 0 0 0 0,-1-1 0 0 0,1 1 0 0 0,0-1 1 0 0,-1 1-1 0 0,1 0 0 0 0,-1 0 0 0 0,1-1 0 0 0,0 1 0 0 0,-1 0 0 0 0,1 0 1 0 0,-1 0-1 0 0,1-1 0 0 0,-1 1 0 0 0,1 0 0 0 0,-1 0 0 0 0,1 0 0 0 0,-2 0 1 0 0,-6 1 1 0 0,0 1 1 0 0,1 0 0 0 0,-1 0 0 0 0,0 1 0 0 0,0 0 0 0 0,1 0-1 0 0,-11 7 1 0 0,-53 36 190 0 0,44-27-201 0 0,-2 1-22 0 0,0 1 0 0 0,-34 35 0 0 0,54-47-57 0 0,0 0 0 0 0,0 1 0 0 0,1 0 0 0 0,1 1-1 0 0,0 0 1 0 0,0 0 0 0 0,1 0 0 0 0,0 1 0 0 0,-7 23 0 0 0,12-32-8 0 0,0 0 0 0 0,0-1-1 0 0,1 1 1 0 0,-1 0 0 0 0,1 0 0 0 0,0 0 0 0 0,-1-1 0 0 0,1 1 0 0 0,1 0 0 0 0,-1 0 0 0 0,0 0 0 0 0,1 0 0 0 0,-1-1-1 0 0,1 1 1 0 0,0 0 0 0 0,0-1 0 0 0,0 1 0 0 0,0 0 0 0 0,0-1 0 0 0,1 1 0 0 0,-1-1 0 0 0,1 0 0 0 0,0 1 0 0 0,0-1-1 0 0,-1 0 1 0 0,1 0 0 0 0,1 0 0 0 0,-1 0 0 0 0,0 0 0 0 0,0-1 0 0 0,1 1 0 0 0,3 1 0 0 0,0-1-14 0 0,0 1 1 0 0,0-2 0 0 0,0 1-1 0 0,0-1 1 0 0,0 0 0 0 0,1 0-1 0 0,-1 0 1 0 0,0-1 0 0 0,1 0-1 0 0,-1 0 1 0 0,0-1 0 0 0,1 0-1 0 0,9-2 1 0 0,-4-1-11 0 0,0-1 0 0 0,0 0 0 0 0,-1 0 0 0 0,1-1 0 0 0,-1 0 0 0 0,0-1 0 0 0,-1-1 0 0 0,0 0 0 0 0,0 0 0 0 0,-1 0 0 0 0,14-17 0 0 0,5-10 337 0 0,45-74 0 0 0,-51 75 279 0 0,0-3-112 0 0,-21 36-428 0 0,-2 18-22 0 0,-1 0 0 0 0,-1 0 0 0 0,-1 0 0 0 0,-6 19 0 0 0,4-14-5 0 0,-6 36 1 0 0,11-46-88 0 0,-2 7-937 0 0,1 41 0 0 0,2-56 575 0 0,0 0 0 0 0,0 0 0 0 0,1 0 0 0 0,-1 1 0 0 0,1-1 0 0 0,0 0 0 0 0,0 0 0 0 0,1 0 0 0 0,-1 0 0 0 0,1 0 0 0 0,0-1 0 0 0,0 1 0 0 0,0-1 0 0 0,1 1 0 0 0,4 5 0 0 0,12 1-4653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8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74 248 624 0 0,'25'-48'5717'0'0,"-2"0"1"0"0,22-66-1 0 0,-32 79-3585 0 0,-12 32-1515 0 0,-3 14-570 0 0,0-1 1 0 0,0 0-1 0 0,0 0 0 0 0,-2 0 0 0 0,1 0 0 0 0,-1-1 0 0 0,-8 15 0 0 0,0 3 20 0 0,-20 46 5 0 0,-30 76-544 0 0,27-48-2917 0 0,33-94 2759 0 0,0 0 1 0 0,1 0 0 0 0,-1 0 0 0 0,1 0-1 0 0,1 14 1 0 0,5 3-4942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9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85 215 2340 0 0,'82'-99'13706'0'0,"-82"99"-13657"0"0,0-1 0 0 0,0 1 0 0 0,1 0-1 0 0,-1-1 1 0 0,0 1 0 0 0,0-1 0 0 0,1 1-1 0 0,-1 0 1 0 0,0 0 0 0 0,0-1 0 0 0,1 1 0 0 0,-1 0-1 0 0,0-1 1 0 0,1 1 0 0 0,-1 0 0 0 0,0 0 0 0 0,1-1-1 0 0,-1 1 1 0 0,1 0 0 0 0,-1 0 0 0 0,0 0 0 0 0,1 0-1 0 0,-1 0 1 0 0,1 0 0 0 0,-1-1 0 0 0,0 1 0 0 0,1 0-1 0 0,-1 0 1 0 0,1 0 0 0 0,3 11 410 0 0,-5 18-281 0 0,-11 13 21 0 0,-1-2-1 0 0,-3 0 1 0 0,-1 0 0 0 0,-44 72-1 0 0,54-100-75 0 0,0-1-1 0 0,-1 0 1 0 0,-14 16-1 0 0,20-25-27 0 0,-1-3-88 0 0,-6-7 3 0 0,8 5-12 0 0,1 0 1 0 0,-1 0 0 0 0,1 0-1 0 0,0 0 1 0 0,0 0 0 0 0,0 0-1 0 0,1 0 1 0 0,-1 0 0 0 0,1 0-1 0 0,-1 0 1 0 0,1 0 0 0 0,0 1-1 0 0,2-5 1 0 0,18-39-42 0 0,-21 44 41 0 0,12-19-24 0 0,1 0 0 0 0,1 0-1 0 0,0 2 1 0 0,1-1-1 0 0,1 2 1 0 0,1 0-1 0 0,1 1 1 0 0,0 1-1 0 0,1 1 1 0 0,1 0-1 0 0,1 2 1 0 0,39-21-1 0 0,-50 29 0 0 0,1 1-1 0 0,-1 0 1 0 0,1 1-1 0 0,20-4 0 0 0,-26 6 22 0 0,0 0 0 0 0,-1 1 0 0 0,1 0-1 0 0,0 0 1 0 0,0 0 0 0 0,0 1 0 0 0,0-1-1 0 0,0 1 1 0 0,-1 0 0 0 0,1 1 0 0 0,0-1 0 0 0,-1 1-1 0 0,7 3 1 0 0,-9-4 7 0 0,0 1 0 0 0,0 0 1 0 0,0 0-1 0 0,0-1 0 0 0,-1 1 0 0 0,1 0 0 0 0,0 1 1 0 0,-1-1-1 0 0,0 0 0 0 0,1 0 0 0 0,-1 1 0 0 0,0-1 1 0 0,0 0-1 0 0,0 1 0 0 0,-1-1 0 0 0,1 1 0 0 0,-1-1 1 0 0,1 1-1 0 0,-1 0 0 0 0,0-1 0 0 0,0 1 0 0 0,0-1 1 0 0,0 1-1 0 0,0 0 0 0 0,0-1 0 0 0,-2 4 0 0 0,0 8 27 0 0,-2 0-1 0 0,0-1 1 0 0,-8 20-1 0 0,10-28-18 0 0,-14 32-32 0 0,-10 26-553 0 0,24-57 129 0 0,0 1-1 0 0,0-1 1 0 0,1 1-1 0 0,0 0 1 0 0,0 0-1 0 0,0 0 1 0 0,1 7-1 0 0,0-12 305 0 0,1 0 0 0 0,-1-1 0 0 0,0 1 0 0 0,0-1 0 0 0,1 1 0 0 0,-1-1 0 0 0,1 1 0 0 0,-1-1 0 0 0,1 1 0 0 0,0-1 0 0 0,0 1 0 0 0,-1-1 0 0 0,1 0 0 0 0,0 1 0 0 0,0-1 0 0 0,0 0 0 0 0,1 0 0 0 0,-1 0 0 0 0,0 0 0 0 0,0 0 0 0 0,1 0 0 0 0,1 1 0 0 0,1 0-59 0 0,-1-1 1 0 0,0 0 0 0 0,0 0 0 0 0,1-1-1 0 0,-1 1 1 0 0,0-1 0 0 0,1 1 0 0 0,-1-1-1 0 0,1 0 1 0 0,4-1 0 0 0,3-1-132 0 0,1 0 0 0 0,0 0 1 0 0,-1-1-1 0 0,0-1 0 0 0,14-6 0 0 0,0-3 461 0 0,-1-1 0 0 0,-1-1-1 0 0,0-1 1 0 0,-1-1-1 0 0,28-27 1 0 0,-19 13 977 0 0,-2-2 0 0 0,43-61 0 0 0,-59 75 493 0 0,18-38 0 0 0,-27 50-1214 0 0,-1-1 1 0 0,0 0 0 0 0,-1 0 0 0 0,0 0-1 0 0,0-1 1 0 0,0 1 0 0 0,0-16 0 0 0,-2 24-375 0 0,0-1 1 0 0,0 1-1 0 0,0-1 1 0 0,0 1-1 0 0,0 0 0 0 0,0-1 1 0 0,-1 1-1 0 0,1-1 1 0 0,0 1-1 0 0,0-1 1 0 0,0 1-1 0 0,-1-1 1 0 0,1 1-1 0 0,0 0 1 0 0,0-1-1 0 0,-1 1 1 0 0,1 0-1 0 0,0-1 1 0 0,-1 1-1 0 0,1 0 1 0 0,0-1-1 0 0,-1 1 0 0 0,1 0 1 0 0,-1-1-1 0 0,1 1 1 0 0,0 0-1 0 0,-1 0 1 0 0,1 0-1 0 0,-1 0 1 0 0,1-1-1 0 0,-1 1 1 0 0,1 0-1 0 0,-1 0 1 0 0,1 0-1 0 0,0 0 1 0 0,-1 0-1 0 0,1 0 1 0 0,-1 0-1 0 0,1 0 0 0 0,-1 0 1 0 0,1 0-1 0 0,-1 0 1 0 0,1 1-1 0 0,-1-1 1 0 0,0 0-1 0 0,-19 9 88 0 0,16-4-82 0 0,1 0 0 0 0,-1-1 0 0 0,1 1 0 0 0,0 0 0 0 0,0 1 0 0 0,0-1 0 0 0,1 0-1 0 0,0 1 1 0 0,0 0 0 0 0,0-1 0 0 0,1 1 0 0 0,-1 0 0 0 0,2 0 0 0 0,-1 0 0 0 0,0 0 0 0 0,2 10 0 0 0,0 8 23 0 0,2 0-1 0 0,10 42 1 0 0,-7-42-15 0 0,7 29 38 0 0,-6-28 187 0 0,-2 1 1 0 0,5 41-1 0 0,-10-62-191 0 0,0 0-1 0 0,0 0 0 0 0,0 0 0 0 0,-1 0 0 0 0,1 0 0 0 0,-1 0 0 0 0,0 0 0 0 0,-1-1 0 0 0,1 1 0 0 0,-1 0 0 0 0,0-1 0 0 0,0 1 0 0 0,-1-1 0 0 0,1 0 0 0 0,-1 1 0 0 0,0-1 0 0 0,0-1 1 0 0,-1 1-1 0 0,1 0 0 0 0,-1-1 0 0 0,1 1 0 0 0,-1-1 0 0 0,0 0 0 0 0,-1-1 0 0 0,1 1 0 0 0,-7 3 0 0 0,3-3-157 0 0,0 0 0 0 0,0 0 0 0 0,-1-1 0 0 0,1 0 0 0 0,-1-1 0 0 0,1 0-1 0 0,-1 0 1 0 0,1 0 0 0 0,-1-1 0 0 0,1-1 0 0 0,-1 0 0 0 0,0 0 0 0 0,1 0 0 0 0,-15-5 0 0 0,11 2-602 0 0,0-1 0 0 0,0 0 1 0 0,1-1-1 0 0,-1-1 0 0 0,1 1 0 0 0,-14-13 1 0 0,10 7-2409 0 0,-22-26-1 0 0,4 0-3128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09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59 152 2176 0 0,'-10'-22'3216'0'0,"2"3"-779"0"0,1 0-449 0 0,0 5-356 0 0,2 1-296 0 0,-1 0-252 0 0,1 1-256 0 0,0 0-184 0 0,3 4-168 0 0,-1-1-80 0 0,5-1-692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1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509 651 1392 0 0,'4'-22'2248'0'0,"0"-1"1"0"0,-1 0-1 0 0,-1-35 0 0 0,-2 43-1311 0 0,-1 1 0 0 0,-1-1 1 0 0,0 1-1 0 0,-1 0 0 0 0,0-1 0 0 0,-10-22 1 0 0,13 35-879 0 0,-1 0 0 0 0,0 0 0 0 0,0 0 0 0 0,0 1 0 0 0,0-1 1 0 0,0 1-1 0 0,-1-1 0 0 0,1 1 0 0 0,0-1 0 0 0,-1 1 1 0 0,1-1-1 0 0,-1 1 0 0 0,1 0 0 0 0,-1 0 0 0 0,0 0 1 0 0,0 0-1 0 0,1 0 0 0 0,-1 0 0 0 0,0 1 0 0 0,0-1 0 0 0,0 0 1 0 0,0 1-1 0 0,0 0 0 0 0,0-1 0 0 0,0 1 0 0 0,0 0 1 0 0,0 0-1 0 0,1 0 0 0 0,-1 0 0 0 0,0 0 0 0 0,0 1 0 0 0,0-1 1 0 0,0 1-1 0 0,0-1 0 0 0,0 1 0 0 0,-2 1 0 0 0,-6 1 61 0 0,0 2-1 0 0,1 0 0 0 0,-1 0 1 0 0,1 0-1 0 0,-12 11 0 0 0,-22 19 56 0 0,2 2 0 0 0,1 1-1 0 0,2 3 1 0 0,1 1 0 0 0,-49 75-1 0 0,69-91-121 0 0,-22 48-1 0 0,34-64-39 0 0,1 0-1 0 0,0 1 1 0 0,1-1-1 0 0,1 1 1 0 0,-1-1-1 0 0,1 1 1 0 0,1 0-1 0 0,0 14 1 0 0,1-22-12 0 0,0 0 1 0 0,1 0 0 0 0,-1 0 0 0 0,1 0 0 0 0,0 0-1 0 0,0-1 1 0 0,0 1 0 0 0,0 0 0 0 0,0-1-1 0 0,1 1 1 0 0,-1-1 0 0 0,1 1 0 0 0,0-1 0 0 0,-1 1-1 0 0,1-1 1 0 0,0 0 0 0 0,1 0 0 0 0,-1 0 0 0 0,0 0-1 0 0,0-1 1 0 0,1 1 0 0 0,-1 0 0 0 0,1-1-1 0 0,-1 0 1 0 0,1 0 0 0 0,0 0 0 0 0,0 0 0 0 0,-1 0-1 0 0,1 0 1 0 0,0 0 0 0 0,0-1 0 0 0,5 1 0 0 0,2-1-5 0 0,0 1 0 0 0,0-1 0 0 0,0-1 0 0 0,-1 0 0 0 0,1 0 0 0 0,0-1 0 0 0,-1 0 0 0 0,16-5 0 0 0,-6-1-25 0 0,-1-1 1 0 0,0-1-1 0 0,-1 0 1 0 0,0-2-1 0 0,-1 0 1 0 0,0 0-1 0 0,-1-2 1 0 0,0 1 0 0 0,-1-2-1 0 0,0 0 1 0 0,-2-1-1 0 0,15-23 1 0 0,1-6-30 0 0,-3-2 0 0 0,-2-1 1 0 0,26-75-1 0 0,-36 87 55 0 0,14-71 0 0 0,-27 106-12 0 0,-9 7 46 0 0,5 1-15 0 0,0-1-1 0 0,0 1 0 0 0,1 0 1 0 0,0 0-1 0 0,0 0 1 0 0,-3 15-1 0 0,3-10 3 0 0,-15 50 73 0 0,-16 100 0 0 0,30-134-74 0 0,2 1 1 0 0,0 0-1 0 0,2-1 1 0 0,1 1-1 0 0,10 56 1 0 0,-10-78-14 0 0,1 0 0 0 0,0-1 0 0 0,0 1 1 0 0,1 0-1 0 0,0-1 0 0 0,0 0 0 0 0,0 1 0 0 0,1-1 1 0 0,0 0-1 0 0,0-1 0 0 0,0 1 0 0 0,1-1 0 0 0,10 9 0 0 0,-11-11-9 0 0,1 0 0 0 0,-1 0-1 0 0,0-1 1 0 0,1 0 0 0 0,0 0 0 0 0,-1 0-1 0 0,1-1 1 0 0,0 1 0 0 0,0-1-1 0 0,0 0 1 0 0,0-1 0 0 0,0 1-1 0 0,0-1 1 0 0,0 0 0 0 0,0 0-1 0 0,0 0 1 0 0,0-1 0 0 0,0 0 0 0 0,0 0-1 0 0,6-2 1 0 0,8-4-62 0 0,0-1 0 0 0,0 0 0 0 0,-1-1-1 0 0,0-2 1 0 0,0 1 0 0 0,-1-2 0 0 0,-1 0 0 0 0,0-2 0 0 0,18-18 0 0 0,8-13-311 0 0,64-89 1 0 0,-47 46 196 0 0,-4-2-1 0 0,-4-3 1 0 0,-4-2 0 0 0,66-193-1 0 0,-105 266 234 0 0,-5 15-40 0 0,0-1-1 0 0,0 0 0 0 0,-1 0 0 0 0,0-1 1 0 0,1-12-1 0 0,-14 26 13 0 0,2 6-10 0 0,0-1-1 0 0,0 1 0 0 0,1 1 0 0 0,-10 19 0 0 0,8-13 2 0 0,-46 81 158 0 0,5 2 0 0 0,4 3 0 0 0,-60 199-1 0 0,95-261-128 0 0,-6 48 0 0 0,16-79-30 0 0,0 1 0 0 0,2 0 0 0 0,-1 0 0 0 0,2-1 0 0 0,-1 1 1 0 0,2 0-1 0 0,-1-1 0 0 0,2 1 0 0 0,3 13 0 0 0,-4-21-8 0 0,-1 0 1 0 0,1-1-1 0 0,0 1 0 0 0,0-1 0 0 0,0 1 1 0 0,1-1-1 0 0,-1 0 0 0 0,1 0 0 0 0,-1 0 0 0 0,1 0 1 0 0,0 0-1 0 0,1-1 0 0 0,-1 1 0 0 0,7 3 1 0 0,-5-3-3 0 0,0-1 1 0 0,1 0 0 0 0,-1 0-1 0 0,1-1 1 0 0,0 1-1 0 0,0-1 1 0 0,-1 0 0 0 0,1-1-1 0 0,8 0 1 0 0,2-1-1 0 0,0 0 0 0 0,0-2 0 0 0,0 0 0 0 0,0-1 1 0 0,-1 0-1 0 0,26-11 0 0 0,-7-2-6 0 0,0-1 1 0 0,-1-1-1 0 0,-1-2 0 0 0,-1-1 1 0 0,0-2-1 0 0,-2-1 0 0 0,-1-1 1 0 0,39-48-1 0 0,-16 10-9 0 0,-3-2 1 0 0,78-145-1 0 0,-104 173 6 0 0,-3-2 0 0 0,-1-1 0 0 0,-2 0 0 0 0,-1-1 0 0 0,12-65 0 0 0,-26 105 3 0 0,-1 1 0 0 0,0 0 1 0 0,1-1-1 0 0,-1 1 0 0 0,0-1 0 0 0,0 1 0 0 0,0-1 0 0 0,0 1 0 0 0,0-1 0 0 0,0 1 0 0 0,-1-1 1 0 0,1 1-1 0 0,0 0 0 0 0,-1-1 0 0 0,1 1 0 0 0,-1-1 0 0 0,1 1 0 0 0,-1 0 0 0 0,0 0 0 0 0,0-1 1 0 0,1 1-1 0 0,-1 0 0 0 0,-2-2 0 0 0,2 3 2 0 0,-1-1 0 0 0,1 1 0 0 0,0-1-1 0 0,-1 1 1 0 0,1 0 0 0 0,-1 0 0 0 0,1 0 0 0 0,0 0 0 0 0,-1 0 0 0 0,1 0 0 0 0,-1 0 0 0 0,1 1 0 0 0,0-1-1 0 0,-1 0 1 0 0,1 1 0 0 0,0-1 0 0 0,-1 1 0 0 0,1-1 0 0 0,0 1 0 0 0,0 0 0 0 0,0 0 0 0 0,-1-1-1 0 0,1 1 1 0 0,0 0 0 0 0,-1 2 0 0 0,-18 13 22 0 0,1 1 1 0 0,1 1-1 0 0,0 1 0 0 0,2 0 0 0 0,-28 43 1 0 0,14-14 39 0 0,-36 85 1 0 0,51-99-32 0 0,2 0 0 0 0,1 0 0 0 0,2 1 0 0 0,1 1 0 0 0,2 0 0 0 0,1 0 0 0 0,-1 66 0 0 0,8-84-175 0 0,0 0 0 0 0,1 0 0 0 0,1 0 0 0 0,1-1 0 0 0,0 1 0 0 0,2-1 0 0 0,10 26-1 0 0,-9-30-251 0 0,0 0 0 0 0,1 0 0 0 0,0-1-1 0 0,1 0 1 0 0,0 0 0 0 0,1-1 0 0 0,0-1-1 0 0,1 1 1 0 0,0-2 0 0 0,15 11-1 0 0,-10-10-1223 0 0,0-1-1 0 0,1 0 1 0 0,29 10-1 0 0,8 0-4521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1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443 143 1932 0 0,'14'-45'6062'0'0,"9"-52"1137"0"0,-33 105-5996 0 0,4-1-901 0 0,1 1 1 0 0,0 0 0 0 0,1 0 0 0 0,-1 1 0 0 0,-4 13 0 0 0,-3 7 146 0 0,-258 617 1912 0 0,219-505-2583 0 0,-48 214-1 0 0,95-321-734 0 0,20-52-45 0 0,63-166-448 0 0,-58 126 1357 0 0,4 0 0 0 0,1 2 0 0 0,39-58 1 0 0,-59 105 114 0 0,0 1 1 0 0,1 0-1 0 0,0 0 0 0 0,1 0 1 0 0,0 1-1 0 0,0 0 1 0 0,0 1-1 0 0,1 0 1 0 0,0 0-1 0 0,14-6 1 0 0,-19 10 28 0 0,1 0 0 0 0,0 0-1 0 0,-1 1 1 0 0,1-1 0 0 0,0 1 0 0 0,0 0 0 0 0,0 0 0 0 0,0 1 0 0 0,0 0 0 0 0,0 0-1 0 0,0 0 1 0 0,0 0 0 0 0,0 1 0 0 0,0 0 0 0 0,0 0 0 0 0,0 0 0 0 0,0 1-1 0 0,0-1 1 0 0,0 1 0 0 0,-1 0 0 0 0,1 1 0 0 0,-1-1 0 0 0,8 6 0 0 0,-2 1 67 0 0,0 1-1 0 0,-1 0 1 0 0,0 0 0 0 0,0 1 0 0 0,-1 0 0 0 0,-1 0 0 0 0,0 1 0 0 0,0 0 0 0 0,-1 1-1 0 0,-1-1 1 0 0,0 1 0 0 0,-1 0 0 0 0,0 0 0 0 0,-1 0 0 0 0,0 1 0 0 0,1 22 0 0 0,-3-18-51 0 0,0 0 1 0 0,-1 0 0 0 0,-1 0 0 0 0,-1 0-1 0 0,0 0 1 0 0,-2 0 0 0 0,0 0 0 0 0,0-1 0 0 0,-2 1-1 0 0,0-1 1 0 0,-1-1 0 0 0,-11 20 0 0 0,11-26-32 0 0,0 0 1 0 0,-1 0 0 0 0,0-1-1 0 0,-1 0 1 0 0,1 0 0 0 0,-2-1-1 0 0,1 0 1 0 0,-1-1 0 0 0,0 0-1 0 0,-1-1 1 0 0,0 0 0 0 0,0 0-1 0 0,0-1 1 0 0,-1-1 0 0 0,1 0-1 0 0,-1 0 1 0 0,-21 3 0 0 0,17-5-84 0 0,-1 0 1 0 0,0-1 0 0 0,0 0-1 0 0,0-2 1 0 0,0 0-1 0 0,0-1 1 0 0,0-1 0 0 0,1 0-1 0 0,-1-1 1 0 0,1-1 0 0 0,0 0-1 0 0,-22-11 1 0 0,34 14-240 0 0,-1-1 0 0 0,1 1 0 0 0,0-1 0 0 0,0 0-1 0 0,0 0 1 0 0,0 0 0 0 0,0-1 0 0 0,1 1 0 0 0,-6-7 0 0 0,8 9-68 0 0,0-1 0 0 0,0 0 0 0 0,1 0 0 0 0,-1 1 0 0 0,0-1 0 0 0,1 0 0 0 0,-1 0 0 0 0,1 0 0 0 0,-1 0 0 0 0,1 0 0 0 0,0 0 0 0 0,0 1 0 0 0,0-1 0 0 0,0 0 0 0 0,0 0 0 0 0,0 0-1 0 0,0 0 1 0 0,1 0 0 0 0,-1 0 0 0 0,1 0 0 0 0,0 1 0 0 0,-1-1 0 0 0,1 0 0 0 0,0 0 0 0 0,0 1 0 0 0,0-1 0 0 0,1-1 0 0 0,10-14-5676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2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11 432 0 0,'43'-10'11726'0'0,"-42"10"-11603"0"0,-1 1 0 0 0,0-1 0 0 0,0 1 0 0 0,0-1 0 0 0,1 0 0 0 0,-1 1 0 0 0,0-1 0 0 0,0 1 0 0 0,0-1 0 0 0,0 1 0 0 0,0-1 0 0 0,0 1 0 0 0,0-1 0 0 0,0 1 1 0 0,0-1-1 0 0,0 1 0 0 0,0-1 0 0 0,0 1 0 0 0,0-1 0 0 0,0 1 0 0 0,-1-1 0 0 0,1 0 0 0 0,0 1 0 0 0,0-1 0 0 0,0 1 0 0 0,-1 0 0 0 0,-49 48 2741 0 0,-67 71-293 0 0,105-106-2464 0 0,1 2 0 0 0,0-1 0 0 0,1 1 1 0 0,1 1-1 0 0,0-1 0 0 0,-11 33 0 0 0,19-46-93 0 0,0 1-1 0 0,0 0 0 0 0,0 1 1 0 0,1-1-1 0 0,-1 0 1 0 0,1 0-1 0 0,0 0 0 0 0,0 0 1 0 0,0 0-1 0 0,1 0 0 0 0,0 0 1 0 0,-1 1-1 0 0,1-1 1 0 0,1 0-1 0 0,-1-1 0 0 0,0 1 1 0 0,1 0-1 0 0,0 0 0 0 0,0-1 1 0 0,0 1-1 0 0,4 4 1 0 0,-3-5-12 0 0,-1 0 0 0 0,1-1 0 0 0,0 0 0 0 0,0 1 0 0 0,0-1 0 0 0,0 0 0 0 0,1 0 0 0 0,-1-1 0 0 0,0 1 0 0 0,1-1 0 0 0,0 1 0 0 0,-1-1 0 0 0,1 0 1 0 0,-1-1-1 0 0,1 1 0 0 0,0-1 0 0 0,0 1 0 0 0,-1-1 0 0 0,1 0 0 0 0,0 0 0 0 0,0-1 0 0 0,-1 1 0 0 0,1-1 0 0 0,4-1 0 0 0,0-1-43 0 0,0 0-1 0 0,0 0 0 0 0,0-1 1 0 0,-1 0-1 0 0,1 0 0 0 0,-1-1 1 0 0,0 0-1 0 0,0 0 0 0 0,-1-1 0 0 0,1 0 1 0 0,-1 0-1 0 0,0 0 0 0 0,-1-1 1 0 0,0 0-1 0 0,8-13 0 0 0,-5 7-3 0 0,-1-2 0 0 0,0 1 0 0 0,-1-1 0 0 0,0 0 1 0 0,-1-1-1 0 0,-1 1 0 0 0,3-26 0 0 0,-6 33 38 0 0,0 1 1 0 0,-1-1 0 0 0,0 0 0 0 0,0 1 0 0 0,-1-1-1 0 0,0 1 1 0 0,-1-1 0 0 0,0 1 0 0 0,0-1 0 0 0,0 1 0 0 0,-1 0-1 0 0,0 0 1 0 0,0 0 0 0 0,-1 0 0 0 0,-7-10 0 0 0,7 12 2 0 0,1 1 1 0 0,-1 0 0 0 0,0 0 0 0 0,-1 0-1 0 0,1 0 1 0 0,0 1 0 0 0,-1 0 0 0 0,0 0-1 0 0,0 0 1 0 0,0 1 0 0 0,0-1 0 0 0,0 1-1 0 0,-1 0 1 0 0,1 1 0 0 0,0-1-1 0 0,-1 1 1 0 0,0 0 0 0 0,1 1 0 0 0,-1-1-1 0 0,1 1 1 0 0,-11 1 0 0 0,7 0-5 0 0,0 0 0 0 0,-1 1 0 0 0,1 1 1 0 0,0-1-1 0 0,0 1 0 0 0,-14 7 0 0 0,20-8-138 0 0,-1 0 0 0 0,0 0-1 0 0,1 1 1 0 0,-1-1 0 0 0,1 1-1 0 0,0-1 1 0 0,0 1 0 0 0,0 0 0 0 0,0 0-1 0 0,0 1 1 0 0,0-1 0 0 0,1 1-1 0 0,0-1 1 0 0,0 1 0 0 0,0 0 0 0 0,-3 7-1 0 0,5-8-260 0 0,0 0 0 0 0,-1-1 0 0 0,1 1 0 0 0,1 0-1 0 0,-1 0 1 0 0,0-1 0 0 0,1 1 0 0 0,-1 0 0 0 0,1-1-1 0 0,0 1 1 0 0,0-1 0 0 0,0 1 0 0 0,0-1 0 0 0,0 1-1 0 0,0-1 1 0 0,1 0 0 0 0,-1 1 0 0 0,1-1 0 0 0,0 0 0 0 0,0 0-1 0 0,0 0 1 0 0,0 0 0 0 0,0-1 0 0 0,0 1 0 0 0,4 2-1 0 0,11 7-4873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2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41 2940 0 0,'0'-1'400'0'0,"0"-1"-1"0"0,0 1 0 0 0,0-1 1 0 0,0 0-1 0 0,0 1 0 0 0,0-1 1 0 0,0 1-1 0 0,-1-1 0 0 0,1 1 1 0 0,-1-1-1 0 0,1 0 0 0 0,-1 1 1 0 0,1 0-1 0 0,-1-1 0 0 0,0 1 1 0 0,0-1-1 0 0,0 1 1 0 0,0 0-1 0 0,0 0 0 0 0,0-1 1 0 0,0 1-1 0 0,0 0 0 0 0,-1 0 1 0 0,1 0-1 0 0,0 0 0 0 0,-1 0 1 0 0,1 1-1 0 0,0-1 0 0 0,-1 0 1 0 0,-1 0-1 0 0,1 1-252 0 0,0 0-1 0 0,1 0 1 0 0,-1 1-1 0 0,1-1 1 0 0,-1 1 0 0 0,1-1-1 0 0,-1 1 1 0 0,1 0-1 0 0,-1-1 1 0 0,1 1 0 0 0,-1 0-1 0 0,1 0 1 0 0,0 0-1 0 0,0 0 1 0 0,-1 0-1 0 0,0 2 1 0 0,-1-1 268 0 0,-7 8 26 0 0,0 0 0 0 0,1 1 0 0 0,0 0 1 0 0,1 0-1 0 0,0 1 0 0 0,0 0 0 0 0,-9 24 0 0 0,4-7-128 0 0,2 1 0 0 0,-11 43 0 0 0,17-53-189 0 0,1 1 0 0 0,0-1-1 0 0,1 1 1 0 0,0 36-1 0 0,3-52-121 0 0,1-1 0 0 0,-1 1-1 0 0,1 0 1 0 0,0 0 0 0 0,0 0 0 0 0,0-1 0 0 0,1 1-1 0 0,-1-1 1 0 0,1 1 0 0 0,0-1 0 0 0,0 0-1 0 0,1 1 1 0 0,0-1 0 0 0,-1 0 0 0 0,1-1-1 0 0,0 1 1 0 0,1 0 0 0 0,-1-1 0 0 0,1 0-1 0 0,-1 0 1 0 0,1 0 0 0 0,0 0 0 0 0,0-1 0 0 0,1 1-1 0 0,-1-1 1 0 0,6 2 0 0 0,-2-1-124 0 0,0-1 1 0 0,1-1-1 0 0,-1 1 1 0 0,0-1-1 0 0,1-1 1 0 0,-1 0-1 0 0,1 0 1 0 0,-1 0-1 0 0,1-1 1 0 0,-1-1-1 0 0,0 1 1 0 0,1-1-1 0 0,-1-1 1 0 0,0 1-1 0 0,0-1 1 0 0,10-6-1 0 0,7-4-199 0 0,0-1-1 0 0,-2-2 1 0 0,36-28-1 0 0,-20 9 336 0 0,-2-2 1 0 0,51-66-1 0 0,-56 63 997 0 0,-30 39-429 0 0,-6 12-57 0 0,-6 11-69 0 0,0-1 0 0 0,-18 25 1 0 0,16-27-313 0 0,1 0 0 0 0,-15 36 1 0 0,23-47-258 0 0,0-1 1 0 0,1 1-1 0 0,0 0 1 0 0,1 0-1 0 0,-1-1 1 0 0,1 1-1 0 0,1 0 1 0 0,0 9-1 0 0,0-13-186 0 0,1 0-1 0 0,0-1 0 0 0,0 1 0 0 0,0 0 1 0 0,0-1-1 0 0,0 1 0 0 0,1-1 1 0 0,0 1-1 0 0,0-1 0 0 0,0 0 0 0 0,0 0 1 0 0,0 0-1 0 0,0 0 0 0 0,1 0 0 0 0,-1 0 1 0 0,1-1-1 0 0,0 1 0 0 0,0-1 1 0 0,4 3-1 0 0,27 13-7253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2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163 107 3084 0 0,'4'-39'11719'0'0,"-3"61"-8384"0"0,-1 8-2578 0 0,-2 1 0 0 0,-1-1 0 0 0,-11 48 0 0 0,12-67-696 0 0,-1 0-1 0 0,0-1 1 0 0,-1 0 0 0 0,0 1 0 0 0,-1-1 0 0 0,0 0 0 0 0,-1-1-1 0 0,0 0 1 0 0,0 0 0 0 0,-1 0 0 0 0,0 0 0 0 0,-1-1 0 0 0,-10 9-1 0 0,16-15-50 0 0,0-1 0 0 0,0 1 0 0 0,0-1 0 0 0,0 0-1 0 0,-1 0 1 0 0,1 0 0 0 0,0 0 0 0 0,-1 0 0 0 0,1-1-1 0 0,-1 1 1 0 0,1-1 0 0 0,-1 1 0 0 0,1-1 0 0 0,-1 0-1 0 0,1 0 1 0 0,-5 0 0 0 0,6-1-18 0 0,0 1 0 0 0,-1 0 0 0 0,1-1 0 0 0,0 1 0 0 0,0-1 0 0 0,0 1 0 0 0,0-1 0 0 0,0 0 0 0 0,0 1 0 0 0,1-1 0 0 0,-1 0 0 0 0,0 0 0 0 0,0 1 0 0 0,0-1 0 0 0,1 0-1 0 0,-1 0 1 0 0,0 0 0 0 0,1 0 0 0 0,-1 0 0 0 0,1 0 0 0 0,-1 0 0 0 0,1 0 0 0 0,-1 0 0 0 0,1-1 0 0 0,0 1 0 0 0,0 0 0 0 0,0 0 0 0 0,-1 0 0 0 0,1 0 0 0 0,0 0 0 0 0,0-1 0 0 0,0 1 0 0 0,1 0 0 0 0,-1 0 0 0 0,0-2 0 0 0,3-8-34 0 0,-1 0 0 0 0,1 0 0 0 0,1 1 1 0 0,0-1-1 0 0,0 1 0 0 0,1 0 0 0 0,1 0 1 0 0,7-11-1 0 0,5-5-33 0 0,36-38 1 0 0,-34 42 41 0 0,2 1-1 0 0,0 1 1 0 0,2 0-1 0 0,45-27 1 0 0,-56 39 32 0 0,0 0-1 0 0,1 1 1 0 0,0 1 0 0 0,1 1 0 0 0,-1 0 0 0 0,1 1 0 0 0,0 0-1 0 0,1 1 1 0 0,-1 1 0 0 0,0 0 0 0 0,19 1 0 0 0,-30 1 9 0 0,1 0 1 0 0,-1 0 0 0 0,1 1 0 0 0,-1 0 0 0 0,0 0 0 0 0,1 0-1 0 0,-1 0 1 0 0,0 1 0 0 0,0-1 0 0 0,0 1 0 0 0,0 0 0 0 0,0 1-1 0 0,0-1 1 0 0,0 1 0 0 0,-1-1 0 0 0,0 1 0 0 0,1 0 0 0 0,-1 0-1 0 0,0 1 1 0 0,3 3 0 0 0,-3-2 7 0 0,-1 0 0 0 0,0 0 0 0 0,0 0 0 0 0,0 0 0 0 0,0 0 0 0 0,-1 1 0 0 0,1-1 0 0 0,-2 1 0 0 0,1-1 0 0 0,0 1 0 0 0,-1-1 0 0 0,0 1 1 0 0,0-1-1 0 0,-1 1 0 0 0,-2 10 0 0 0,0-1-38 0 0,-2 1 0 0 0,0-1-1 0 0,0 1 1 0 0,-15 24 0 0 0,-37 53 318 0 0,18-31-3759 0 0,6 1-5636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3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363 571 1648 0 0,'45'-44'6351'0'0,"-40"39"-5545"0"0,-1 0 1 0 0,0 0-1 0 0,0-1 1 0 0,0 0-1 0 0,0 1 1 0 0,4-13 0 0 0,-7 17-737 0 0,-1 0 0 0 0,0 0 0 0 0,1 0 0 0 0,-1 0 0 0 0,0 1 0 0 0,0-1 0 0 0,0 0 0 0 0,1 0 0 0 0,-1 0 1 0 0,0 0-1 0 0,0 0 0 0 0,0 0 0 0 0,0 0 0 0 0,-1 1 0 0 0,1-1 0 0 0,0 0 0 0 0,0 0 0 0 0,0 0 0 0 0,-1 0 1 0 0,1 0-1 0 0,-1 1 0 0 0,1-1 0 0 0,0 0 0 0 0,-1 0 0 0 0,1 1 0 0 0,-1-1 0 0 0,0 0 0 0 0,1 1 0 0 0,-1-1 1 0 0,1 0-1 0 0,-1 1 0 0 0,0-1 0 0 0,0 1 0 0 0,1-1 0 0 0,-1 1 0 0 0,0-1 0 0 0,0 1 0 0 0,0 0 0 0 0,1-1 1 0 0,-1 1-1 0 0,0 0 0 0 0,0 0 0 0 0,0 0 0 0 0,0 0 0 0 0,0-1 0 0 0,0 1 0 0 0,1 0 0 0 0,-1 1 0 0 0,0-1 1 0 0,0 0-1 0 0,-1 0 0 0 0,-5 0 87 0 0,1 1 1 0 0,-1 0-1 0 0,1 0 0 0 0,0 0 1 0 0,-11 5-1 0 0,-20 9 265 0 0,0 2-1 0 0,2 2 0 0 0,-43 29 0 0 0,55-32-319 0 0,0 2 1 0 0,2 0-1 0 0,0 2 1 0 0,1 0-1 0 0,-26 34 0 0 0,25-21 8 0 0,20-32-101 0 0,0 1-1 0 0,0 0 0 0 0,1-1 1 0 0,-1 1-1 0 0,0 0 0 0 0,1 0 1 0 0,0-1-1 0 0,-1 1 0 0 0,1 0 1 0 0,0 0-1 0 0,0 0 0 0 0,0 0 1 0 0,0-1-1 0 0,0 1 1 0 0,0 0-1 0 0,1 0 0 0 0,-1 0 1 0 0,1 2-1 0 0,0-3-5 0 0,0 0 1 0 0,0 0-1 0 0,0 0 1 0 0,0 0-1 0 0,0 0 0 0 0,0 0 1 0 0,1 0-1 0 0,-1-1 1 0 0,0 1-1 0 0,0 0 0 0 0,1-1 1 0 0,-1 1-1 0 0,0-1 1 0 0,1 1-1 0 0,-1-1 1 0 0,1 1-1 0 0,-1-1 0 0 0,0 0 1 0 0,1 0-1 0 0,1 0 1 0 0,25-1 2 0 0,-27 1-7 0 0,12-2-15 0 0,0-2 0 0 0,-1 1 1 0 0,1-2-1 0 0,-1 0 0 0 0,0 0 1 0 0,0-1-1 0 0,0 0 0 0 0,16-13 0 0 0,-19 13 1 0 0,41-28-70 0 0,-1-2 1 0 0,-2-3-1 0 0,66-68 1 0 0,107-152-91 0 0,-107 100 197 0 0,-55 77 272 0 0,-56 77-230 0 0,-13 15-41 0 0,-15 19-8 0 0,14-13-11 0 0,-242 327 116 0 0,244-327-350 0 0,0 0 0 0 0,1 0 0 0 0,1 1 0 0 0,1 0 0 0 0,-9 28 0 0 0,15-39-141 0 0,-1 0 0 0 0,1 0 0 0 0,0 0 0 0 0,0 0 0 0 0,1 0 0 0 0,0 1 0 0 0,0-1 0 0 0,0 0 1 0 0,1 0-1 0 0,0 0 0 0 0,0 0 0 0 0,1 0 0 0 0,-1 0 0 0 0,1 0 0 0 0,1 0 0 0 0,-1 0 0 0 0,1-1 0 0 0,0 1 1 0 0,0-1-1 0 0,5 7 0 0 0,11 8-3421 0 0,3-1-1594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3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373 141 872 0 0,'6'-9'1385'0'0,"-1"-1"-1"0"0,-1 0 0 0 0,0-1 1 0 0,0 1-1 0 0,-1 0 1 0 0,2-16-1 0 0,-4 24-1135 0 0,-1 0 1 0 0,0-1-1 0 0,0 1 0 0 0,0 0 0 0 0,0 0 0 0 0,0-1 1 0 0,-1 1-1 0 0,1 0 0 0 0,-1 0 0 0 0,1-1 0 0 0,-1 1 1 0 0,0 0-1 0 0,0 0 0 0 0,0 0 0 0 0,-2-3 0 0 0,1 3-102 0 0,0 1-1 0 0,1-1 0 0 0,-1 1 0 0 0,0-1 0 0 0,0 1 0 0 0,0 0 0 0 0,0 0 0 0 0,0 0 1 0 0,0 0-1 0 0,0 0 0 0 0,-1 1 0 0 0,1-1 0 0 0,0 1 0 0 0,0-1 0 0 0,-1 1 1 0 0,1 0-1 0 0,0 0 0 0 0,-5 0 0 0 0,-2 1 141 0 0,0 0-1 0 0,-1 0 1 0 0,1 1-1 0 0,0 1 1 0 0,0-1-1 0 0,1 1 1 0 0,-14 7 0 0 0,1 1 315 0 0,-35 23 0 0 0,30-16-280 0 0,2 1 0 0 0,-28 27 1 0 0,40-34-242 0 0,1 1 0 0 0,0 0 1 0 0,1 0-1 0 0,1 1 0 0 0,-14 27 1 0 0,21-37-61 0 0,0-1 0 0 0,1 1 1 0 0,-1 0-1 0 0,1 0 0 0 0,0 0 1 0 0,0 0-1 0 0,1 1 0 0 0,-1-1 1 0 0,1 0-1 0 0,0 0 0 0 0,0 0 1 0 0,0 1-1 0 0,0-1 0 0 0,1 0 0 0 0,2 7 1 0 0,-2-8-12 0 0,0-1 0 0 0,0 1 0 0 0,1-1 0 0 0,-1 1 0 0 0,1-1 0 0 0,-1 1 0 0 0,1-1 0 0 0,0 0 0 0 0,0 0 0 0 0,0 0 1 0 0,1 0-1 0 0,-1 0 0 0 0,0 0 0 0 0,1-1 0 0 0,-1 1 0 0 0,1-1 0 0 0,-1 0 0 0 0,1 0 0 0 0,0 0 0 0 0,-1 0 0 0 0,1 0 0 0 0,0 0 0 0 0,3 0 0 0 0,3 0-26 0 0,0 0 0 0 0,0-1 0 0 0,1 0 0 0 0,-1-1 0 0 0,0 0 0 0 0,0 0 0 0 0,0-1 0 0 0,0 0 0 0 0,0 0 0 0 0,0-1 0 0 0,-1 0 0 0 0,1-1 0 0 0,14-9 0 0 0,8-5-68 0 0,-2-3-1 0 0,34-28 1 0 0,-31 23 59 0 0,10-9-25 0 0,35-25-112 0 0,-75 59 191 0 0,-2 1-24 0 0,1 0-1 0 0,-1 0 1 0 0,0 0-1 0 0,1 1 1 0 0,-1-1-1 0 0,1 0 1 0 0,-1 0-1 0 0,1 1 1 0 0,-1-1 0 0 0,0 0-1 0 0,1 1 1 0 0,-1-1-1 0 0,0 0 1 0 0,1 1-1 0 0,-1-1 1 0 0,0 0-1 0 0,1 1 1 0 0,-1-1-1 0 0,0 1 1 0 0,0-1 0 0 0,0 1-1 0 0,1-1 1 0 0,-1 1-1 0 0,0-1 1 0 0,0 0-1 0 0,0 1 1 0 0,0-1-1 0 0,0 1 1 0 0,0-1-1 0 0,0 1 1 0 0,0-1 0 0 0,0 1-1 0 0,0-1 1 0 0,0 1-1 0 0,0-1 1 0 0,0 1-1 0 0,-1-1 1 0 0,1 1-1 0 0,0 0 1 0 0,-7 22 154 0 0,6-21-149 0 0,-52 113 420 0 0,16-38-2342 0 0,35-73 1323 0 0,-11 29-2666 0 0,10-12-5437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4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1 164 400 0 0,'16'-16'2493'0'0,"5"-6"-328"0"0,0 1-1 0 0,2 1 1 0 0,1 1-1 0 0,29-19 1 0 0,-47 34-1874 0 0,1 1 0 0 0,0-1 0 0 0,0 1 0 0 0,0 0 0 0 0,0 1 1 0 0,0-1-1 0 0,1 2 0 0 0,-1-1 0 0 0,1 1 0 0 0,-1 0 0 0 0,1 0 0 0 0,0 1 0 0 0,-1 0 1 0 0,1 1-1 0 0,-1-1 0 0 0,1 1 0 0 0,-1 1 0 0 0,1 0 0 0 0,-1 0 0 0 0,1 0 0 0 0,11 6 1 0 0,-15-6-180 0 0,0 1 1 0 0,0-1-1 0 0,0 0 1 0 0,0 1-1 0 0,-1 0 1 0 0,1 0 0 0 0,-1 0-1 0 0,0 0 1 0 0,0 1-1 0 0,0-1 1 0 0,0 1 0 0 0,-1 0-1 0 0,1-1 1 0 0,-1 1-1 0 0,0 0 1 0 0,0 1 0 0 0,-1-1-1 0 0,1 0 1 0 0,-1 0-1 0 0,0 1 1 0 0,0-1-1 0 0,0 1 1 0 0,-1-1 0 0 0,1 1-1 0 0,-1-1 1 0 0,0 1-1 0 0,-1-1 1 0 0,1 1 0 0 0,-1-1-1 0 0,0 1 1 0 0,-1 4-1 0 0,-2 4 4 0 0,0 0 0 0 0,-1 0 0 0 0,0 0 0 0 0,-1-1 0 0 0,-1 1-1 0 0,0-2 1 0 0,0 1 0 0 0,-1-1 0 0 0,-10 11 0 0 0,15-19-98 0 0,-11 14 161 0 0,-1-1 0 0 0,-1 0 0 0 0,-32 24 0 0 0,48-40-176 0 0,0 1 1 0 0,-1-1-1 0 0,1 0 1 0 0,0 1-1 0 0,0-1 1 0 0,-1 0-1 0 0,1 0 1 0 0,0 0-1 0 0,-1 1 1 0 0,1-1-1 0 0,0 0 1 0 0,-1 0-1 0 0,1 0 1 0 0,0 0-1 0 0,-1 1 0 0 0,1-1 1 0 0,0 0-1 0 0,-1 0 1 0 0,1 0-1 0 0,-1 0 1 0 0,1 0-1 0 0,0 0 1 0 0,-1 0-1 0 0,1 0 1 0 0,-1 0-1 0 0,1 0 1 0 0,0 0-1 0 0,-1 0 1 0 0,1-1-1 0 0,0 1 1 0 0,-1 0-1 0 0,1 0 1 0 0,0 0-1 0 0,-1 0 1 0 0,1-1-1 0 0,0 1 1 0 0,-1 0-1 0 0,1 0 1 0 0,0-1-1 0 0,0 1 1 0 0,-1 0-1 0 0,1 0 1 0 0,0-1-1 0 0,0 1 1 0 0,-1-1-1 0 0,1 0-2 0 0,0 0 0 0 0,0 0 0 0 0,-1 0 1 0 0,1 0-1 0 0,0 0 0 0 0,0 0 0 0 0,0 0 0 0 0,0 0 0 0 0,1 0 0 0 0,-1 0 0 0 0,0 0 0 0 0,0 0 1 0 0,1-1-1 0 0,4-8-26 0 0,0 2-1 0 0,1-1 1 0 0,0 1 0 0 0,0-1 0 0 0,13-11 0 0 0,41-33-917 0 0,-57 50 849 0 0,105-78-4606 0 0,-30 35-6273 0 0,-60 37 4441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4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790 8 3376 0 0,'-4'-8'13518'0'0,"2"9"-13261"0"0,-1 1 0 0 0,1-1 1 0 0,0 1-1 0 0,0-1 0 0 0,0 1 1 0 0,0 0-1 0 0,0 0 0 0 0,1 0 1 0 0,-1 0-1 0 0,1 0 0 0 0,-1 0 1 0 0,1 0-1 0 0,-1 0 0 0 0,1 1 1 0 0,0-1-1 0 0,-1 5 0 0 0,-15 48 1073 0 0,15-46-1071 0 0,-2 4-106 0 0,1 1-1 0 0,1-1 1 0 0,0 1-1 0 0,0-1 0 0 0,2 1 1 0 0,0 0-1 0 0,3 25 1 0 0,-3-36-140 0 0,1 1 1 0 0,0 0 0 0 0,0 0-1 0 0,0 0 1 0 0,1-1 0 0 0,-1 1-1 0 0,1-1 1 0 0,0 1 0 0 0,0-1 0 0 0,0 1-1 0 0,0-1 1 0 0,1 0 0 0 0,-1 0-1 0 0,1 0 1 0 0,0-1 0 0 0,0 1-1 0 0,0 0 1 0 0,0-1 0 0 0,0 0 0 0 0,1 0-1 0 0,-1 0 1 0 0,1 0 0 0 0,-1 0-1 0 0,1-1 1 0 0,0 0 0 0 0,-1 0-1 0 0,1 0 1 0 0,0 0 0 0 0,0 0-1 0 0,0-1 1 0 0,5 1 0 0 0,5-1-22 0 0,-1-1 0 0 0,1 0 0 0 0,-1-1 0 0 0,0-1 1 0 0,0 0-1 0 0,0 0 0 0 0,0-2 0 0 0,19-8 0 0 0,96-55 15 0 0,-114 59 26 0 0,31-16-44 0 0,-20 12-49 0 0,31-22-1 0 0,-55 34 47 0 0,0 1 12 0 0,-1 0 0 0 0,0-1 1 0 0,0 1-1 0 0,1 0 0 0 0,-1 0 0 0 0,0 0 0 0 0,1 0 0 0 0,-1 0 0 0 0,1 0 0 0 0,-1 0 1 0 0,0 0-1 0 0,1 0 0 0 0,-1 0 0 0 0,0 0 0 0 0,1 0 0 0 0,-1 1 0 0 0,0-1 0 0 0,0 0 0 0 0,1 0 1 0 0,-1 0-1 0 0,0 0 0 0 0,1 0 0 0 0,-1 1 0 0 0,0-1 0 0 0,0 0 0 0 0,1 0 0 0 0,-1 1 1 0 0,0-1-1 0 0,0 0 0 0 0,1 0 0 0 0,-1 1 0 0 0,0-1 0 0 0,0 0 0 0 0,0 1 0 0 0,0-1 0 0 0,1 0 1 0 0,-1 0-1 0 0,0 1 0 0 0,0-1 0 0 0,0 0 0 0 0,0 1 0 0 0,0-1 0 0 0,0 0 0 0 0,0 1 1 0 0,0-1-1 0 0,0 0 0 0 0,0 1 0 0 0,0-1 0 0 0,0 1 0 0 0,0-1 0 0 0,0 0 0 0 0,0 1 0 0 0,-6 22-43 0 0,4-19 64 0 0,-94 226 1158 0 0,53-136-788 0 0,30-66-243 0 0,-173 373 1404 0 0,141-317-1230 0 0,-3-3 0 0 0,-96 125 0 0 0,119-177-260 0 0,-1 0 0 0 0,-1-2 0 0 0,-1-1 0 0 0,-2-1 1 0 0,0-1-1 0 0,-34 19 0 0 0,47-33-44 0 0,1-1 1 0 0,-2 0 0 0 0,1-2-1 0 0,-1 0 1 0 0,0-1 0 0 0,-1 0-1 0 0,1-2 1 0 0,-1 0-1 0 0,0-1 1 0 0,0-1 0 0 0,0-1-1 0 0,0 0 1 0 0,0-2-1 0 0,-20-2 1 0 0,32 2-12 0 0,1-1 0 0 0,-1 1 0 0 0,0-1 1 0 0,0 0-1 0 0,1-1 0 0 0,-1 0 0 0 0,1 0 0 0 0,0 0 0 0 0,0-1 0 0 0,0 0 1 0 0,0 0-1 0 0,1-1 0 0 0,0 1 0 0 0,0-1 0 0 0,-5-6 0 0 0,7 7-7 0 0,0-1 1 0 0,0 1-1 0 0,0-1 0 0 0,1 1 0 0 0,0-1 0 0 0,0 0 1 0 0,0 0-1 0 0,1 0 0 0 0,0 0 0 0 0,0 0 0 0 0,0-1 0 0 0,0 1 1 0 0,1 0-1 0 0,0 0 0 0 0,0-1 0 0 0,0 1 0 0 0,1 0 0 0 0,0 0 1 0 0,0 0-1 0 0,2-9 0 0 0,2 1-29 0 0,1 0 1 0 0,0 0-1 0 0,1 0 0 0 0,0 1 1 0 0,0 0-1 0 0,2 1 1 0 0,-1-1-1 0 0,2 1 0 0 0,12-11 1 0 0,10-7-313 0 0,61-44 0 0 0,-37 36-407 0 0,1 2 0 0 0,3 3-1 0 0,72-29 1 0 0,30-1-2298 0 0,4 6-3555 0 0,-84 28 1412 0 0,-29 10-2718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5529 0 0,'9'6'3864'0'0,"1"-2"1"0"0,0 1 0 0 0,17 4 897 0 0,-8-11-2697 0 0,-1-5-3097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9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56 596 0 0,'-5'46'4579'0'0,"2"-32"-3115"0"0,1 1 1 0 0,1 0-1 0 0,0-1 0 0 0,1 1 1 0 0,3 24-1 0 0,-3-38-1383 0 0,1 0 0 0 0,-1 0 0 0 0,0-1 0 0 0,1 1 0 0 0,-1 0 0 0 0,0-1 0 0 0,1 1 0 0 0,-1 0 0 0 0,1-1 0 0 0,-1 1-1 0 0,1-1 1 0 0,-1 1 0 0 0,1-1 0 0 0,0 1 0 0 0,-1-1 0 0 0,1 1 0 0 0,-1-1 0 0 0,1 0 0 0 0,0 1 0 0 0,-1-1 0 0 0,1 0 0 0 0,0 1-1 0 0,0-1 1 0 0,-1 0 0 0 0,1 0 0 0 0,0 0 0 0 0,0 0 0 0 0,0 0 0 0 0,21-1 626 0 0,5-8-451 0 0,-1 0-1 0 0,0-1 1 0 0,0-2 0 0 0,-1-1 0 0 0,38-26 0 0 0,-59 37-246 0 0,-1-1 0 0 0,1 0 1 0 0,-1 0-1 0 0,0 0 1 0 0,0 0-1 0 0,-1-1 0 0 0,1 1 1 0 0,-1-1-1 0 0,1 1 0 0 0,-1-1 1 0 0,0 0-1 0 0,0 0 1 0 0,-1 0-1 0 0,1 0 0 0 0,-1 0 1 0 0,0-1-1 0 0,0 1 0 0 0,-1 0 1 0 0,1-7-1 0 0,-1 9-10 0 0,0 0-1 0 0,0-1 1 0 0,0 1-1 0 0,0 0 1 0 0,-1 0-1 0 0,1 0 1 0 0,-1-1-1 0 0,1 1 1 0 0,-1 0 0 0 0,0 0-1 0 0,0 0 1 0 0,0 0-1 0 0,0 0 1 0 0,0 0-1 0 0,-1 1 1 0 0,1-1-1 0 0,0 0 1 0 0,-1 0-1 0 0,0 1 1 0 0,1-1-1 0 0,-1 1 1 0 0,0 0-1 0 0,0-1 1 0 0,1 1 0 0 0,-1 0-1 0 0,0 0 1 0 0,0 0-1 0 0,0 0 1 0 0,-1 0-1 0 0,1 1 1 0 0,0-1-1 0 0,0 1 1 0 0,0-1-1 0 0,0 1 1 0 0,-1 0-1 0 0,1 0 1 0 0,0 0 0 0 0,-3 0-1 0 0,-4 1-1 0 0,1 0 1 0 0,-1 0-1 0 0,1 1 0 0 0,0 0 0 0 0,0 0 0 0 0,0 1 1 0 0,0 0-1 0 0,0 1 0 0 0,1-1 0 0 0,-15 11 1 0 0,-4 4-10 0 0,-35 33 1 0 0,55-46 11 0 0,-34 34 42 0 0,1 2-1 0 0,2 1 0 0 0,2 2 0 0 0,2 2 1 0 0,-32 58-1 0 0,57-89 26 0 0,-1 0 0 0 0,2 1 0 0 0,0 0 0 0 0,2 0 0 0 0,-1 1 0 0 0,-4 29 0 0 0,9-41-21 0 0,1 1 1 0 0,-1-1 0 0 0,1 1 0 0 0,1 0 0 0 0,-1-1-1 0 0,1 1 1 0 0,0-1 0 0 0,0 0 0 0 0,0 1 0 0 0,5 8-1 0 0,-4-10-14 0 0,0 0-1 0 0,0-1 1 0 0,0 1 0 0 0,1-1-1 0 0,0 0 1 0 0,-1 0-1 0 0,1 0 1 0 0,0 0-1 0 0,1 0 1 0 0,-1-1-1 0 0,0 0 1 0 0,1 1-1 0 0,0-1 1 0 0,-1 0-1 0 0,9 2 1 0 0,1 1-4 0 0,0-2 0 0 0,0 0 0 0 0,1-1 0 0 0,-1 0 0 0 0,1-1 0 0 0,-1 0 0 0 0,20-2 0 0 0,94-15-925 0 0,-123 15 826 0 0,45-8-1898 0 0,62-19-1 0 0,-86 20-599 0 0,-1-2 0 0 0,28-14 0 0 0,-19 5-3129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9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16 2824 0 0,'-41'-15'7626'0'0,"39"15"-6758"0"0,-1 0-168 0 0,-25 0 937 0 0,26 0-1409 0 0,2 0-232 0 0,-1 0 0 0 0,1 0 0 0 0,0 1 0 0 0,-1-1-1 0 0,1 0 1 0 0,0 0 0 0 0,-1 1 0 0 0,1-1 0 0 0,0 0 0 0 0,0 1 0 0 0,-1-1-1 0 0,1 0 1 0 0,0 1 0 0 0,0-1 0 0 0,-1 0 0 0 0,1 1 0 0 0,0-1-1 0 0,0 1 1 0 0,0-1 0 0 0,0 0 0 0 0,0 1 0 0 0,0-1 0 0 0,-1 1-1 0 0,1 0 1 0 0,1 0-135 0 0,7 8-1227 0 0,18 1-8504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9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476 150 1052 0 0,'2'-6'1249'0'0,"-1"0"1"0"0,1-1-1 0 0,-1 1 0 0 0,-1 0 1 0 0,1-1-1 0 0,-1-6 0 0 0,0 7-557 0 0,-1 0 1 0 0,0 0-1 0 0,0 1 1 0 0,0-1-1 0 0,0 0 0 0 0,-5-9 1 0 0,4 11-560 0 0,1 1 0 0 0,-1 0 1 0 0,1 1-1 0 0,-1-1 1 0 0,0 0-1 0 0,0 0 0 0 0,0 1 1 0 0,-1-1-1 0 0,1 1 1 0 0,-1 0-1 0 0,1 0 0 0 0,-1 0 1 0 0,0 0-1 0 0,0 0 0 0 0,0 0 1 0 0,0 1-1 0 0,0-1 1 0 0,0 1-1 0 0,0 0 0 0 0,0 0 1 0 0,0 0-1 0 0,-1 0 0 0 0,1 1 1 0 0,0-1-1 0 0,-1 1 1 0 0,1 0-1 0 0,0 0 0 0 0,-6 1 1 0 0,-1 1-41 0 0,1 0 1 0 0,0 0 0 0 0,1 1 0 0 0,-1 0-1 0 0,0 0 1 0 0,1 1 0 0 0,0 1-1 0 0,-14 8 1 0 0,1 2 42 0 0,-35 33 1 0 0,32-25-55 0 0,-41 52-1 0 0,54-61-65 0 0,1 1-1 0 0,1 0 0 0 0,0 0 0 0 0,2 1 0 0 0,-10 25 0 0 0,15-37-11 0 0,1-1 0 0 0,0 1 0 0 0,0-1-1 0 0,1 1 1 0 0,-1 0 0 0 0,1 0-1 0 0,0-1 1 0 0,0 1 0 0 0,0 0 0 0 0,0-1-1 0 0,1 1 1 0 0,-1 0 0 0 0,1 0 0 0 0,0-1-1 0 0,0 1 1 0 0,0-1 0 0 0,1 1-1 0 0,1 3 1 0 0,0-3-12 0 0,-1-1 0 0 0,1 0 1 0 0,0-1-1 0 0,-1 1 0 0 0,1 0 0 0 0,1-1 0 0 0,-1 1 1 0 0,0-1-1 0 0,0 0 0 0 0,1 0 0 0 0,-1-1 0 0 0,1 1 1 0 0,0-1-1 0 0,-1 1 0 0 0,1-1 0 0 0,0 0 0 0 0,5 0 0 0 0,5 1-21 0 0,0-1-1 0 0,0 0 0 0 0,-1-1 0 0 0,1-1 0 0 0,0 0 0 0 0,0-1 0 0 0,-1-1 0 0 0,1 0 0 0 0,-1 0 0 0 0,0-1 0 0 0,0-1 0 0 0,0-1 0 0 0,-1 1 1 0 0,0-2-1 0 0,22-14 0 0 0,-12 5 14 0 0,-1-1-1 0 0,0-1 1 0 0,-2-1 0 0 0,0-1 0 0 0,-1 0 0 0 0,-1-2 0 0 0,16-24 0 0 0,-13 11 9 0 0,20-46 1 0 0,-16 29 84 0 0,-24 52-75 0 0,0 0 0 0 0,0 0 0 0 0,0-1-1 0 0,0 1 1 0 0,0 0 0 0 0,0 0 0 0 0,0-1 0 0 0,0 1 0 0 0,0 0 0 0 0,1 0 0 0 0,-1-1 0 0 0,0 1 0 0 0,0 0 0 0 0,0 0 0 0 0,0-1 0 0 0,0 1 0 0 0,0 0-1 0 0,0 0 1 0 0,1 0 0 0 0,-1-1 0 0 0,0 1 0 0 0,0 0 0 0 0,0 0 0 0 0,1 0 0 0 0,-1 0 0 0 0,0-1 0 0 0,0 1 0 0 0,0 0 0 0 0,1 0 0 0 0,-1 0 0 0 0,0 0 0 0 0,0 0-1 0 0,1 0 1 0 0,-1 0 0 0 0,0 0 0 0 0,0 0 0 0 0,1 0 0 0 0,-1 0 0 0 0,0 0 0 0 0,1 12 140 0 0,-7 21 142 0 0,-246 994 2684 0 0,250-1020-2946 0 0,-58 185 347 0 0,47-158-190 0 0,-1 0 0 0 0,-2-1-1 0 0,-29 44 1 0 0,42-72-122 0 0,-1 1 0 0 0,0-1-1 0 0,-1 0 1 0 0,0 0-1 0 0,1 0 1 0 0,-1-1 0 0 0,-1 1-1 0 0,1-1 1 0 0,-1-1 0 0 0,1 1-1 0 0,-1-1 1 0 0,-12 5 0 0 0,14-7-37 0 0,1 0 1 0 0,-1 0-1 0 0,1 0 0 0 0,-1-1 1 0 0,1 0-1 0 0,-1 1 0 0 0,1-1 1 0 0,-1-1-1 0 0,1 1 0 0 0,-1 0 1 0 0,1-1-1 0 0,-1 0 0 0 0,1 0 1 0 0,-1 0-1 0 0,1 0 0 0 0,0 0 1 0 0,-1-1-1 0 0,1 0 1 0 0,0 1-1 0 0,0-1 0 0 0,0 0 1 0 0,1-1-1 0 0,-1 1 0 0 0,0 0 1 0 0,1-1-1 0 0,-3-3 0 0 0,-1-1 17 0 0,0 0-1 0 0,0-1 1 0 0,1 1-1 0 0,0-2 1 0 0,1 1-1 0 0,0 0 1 0 0,0-1-1 0 0,1 0 1 0 0,0 1-1 0 0,0-1 1 0 0,-1-10 0 0 0,3 5-22 0 0,-1 1 1 0 0,2-1 0 0 0,0 0 0 0 0,0 0 0 0 0,1 0 0 0 0,6-24-1 0 0,0 11-50 0 0,2 0 0 0 0,0 1 0 0 0,2 0 0 0 0,0 1 0 0 0,2 1 0 0 0,30-44 0 0 0,-20 38-704 0 0,2 0 0 0 0,0 2 0 0 0,48-39 0 0 0,10 0-3626 0 0,3 5-4196 0 0,-54 38 1288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9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2288 0 0,'4'-2'1368'0'0,"0"-1"-1"0"0,-1 1 0 0 0,1-1 0 0 0,-1 0 1 0 0,4-3 1366 0 0,-5 3-1366 0 0,1-1-1 0 0,4-5 0 0 0,7-18 3531 0 0,-9 17-5050 0 0,-4 8-225 0 0,2-6-1478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88 2536 0 0,'2'-3'454'0'0,"-2"0"0"0"0,1 0 0 0 0,0 0 0 0 0,-1 0 0 0 0,1 0 0 0 0,-1 0 0 0 0,0 0 0 0 0,0 0 0 0 0,0 0 0 0 0,0 0 0 0 0,-1 0 0 0 0,1 0 0 0 0,-1 0 0 0 0,0 0 0 0 0,0 0 0 0 0,0 0 0 0 0,0 0 0 0 0,-1 0 0 0 0,1 1 0 0 0,-1-1 0 0 0,-3-4 0 0 0,3 5-318 0 0,0 0 0 0 0,0 0 0 0 0,-1 1 0 0 0,1-1 0 0 0,-1 1 0 0 0,1-1 0 0 0,-1 1 0 0 0,0 0 0 0 0,0 0 0 0 0,1 0 0 0 0,-1 1 0 0 0,0-1 0 0 0,0 1 0 0 0,0-1 0 0 0,0 1 0 0 0,0 0 1 0 0,0 0-1 0 0,0 0 0 0 0,1 0 0 0 0,-1 1 0 0 0,0-1 0 0 0,-6 3 0 0 0,-8 2 130 0 0,1 1 0 0 0,-1 1 0 0 0,1 0 0 0 0,0 1 0 0 0,0 1 0 0 0,1 1 0 0 0,-21 17 0 0 0,1 3 113 0 0,-54 58 1 0 0,53-48-129 0 0,-52 74 0 0 0,77-97-214 0 0,0 1 0 0 0,2-1 0 0 0,0 1 0 0 0,0 1 0 0 0,2 0-1 0 0,1 0 1 0 0,-8 35 0 0 0,13-48-98 0 0,0-1-1 0 0,0 1 1 0 0,1 0-1 0 0,0-1 1 0 0,0 1-1 0 0,0 0 1 0 0,1-1-1 0 0,-1 1 1 0 0,1-1-1 0 0,1 1 1 0 0,-1-1-1 0 0,1 0 1 0 0,0 1-1 0 0,0-1 1 0 0,0 0-1 0 0,1 0 1 0 0,0 0-1 0 0,0-1 0 0 0,0 1 1 0 0,1-1-1 0 0,-1 1 1 0 0,1-1-1 0 0,0 0 1 0 0,0 0-1 0 0,1-1 1 0 0,-1 0-1 0 0,1 1 1 0 0,0-1-1 0 0,-1-1 1 0 0,1 1-1 0 0,1-1 1 0 0,-1 0-1 0 0,0 0 1 0 0,0 0-1 0 0,8 1 1 0 0,9 1-483 0 0,0-1 0 0 0,0 0 0 0 0,1-2 0 0 0,-1-1 0 0 0,0 0 0 0 0,43-7 0 0 0,-26-1-573 0 0,0-1-1 0 0,74-27 1 0 0,-86 25-254 0 0,-2-1 0 0 0,28-16 1 0 0,-5-4-2077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1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45 404 4068 0 0,'20'-45'1844'0'0,"-2"0"0"0"0,-2-2-1 0 0,-2 0 1 0 0,-2 0-1 0 0,-2-1 1 0 0,4-56 0 0 0,-14 97-1976 0 0,-1-6 2711 0 0,-4 20-2198 0 0,1 2-173 0 0,1-1-1 0 0,1 1 1 0 0,0 0-1 0 0,0 0 1 0 0,-1 11-1 0 0,-1 8 135 0 0,-78 434 1664 0 0,44-152-4268 0 0,36-297 1392 0 0,2-1 1 0 0,1 23-1 0 0,-1-31 521 0 0,0 0 1 0 0,1-1-1 0 0,0 1 1 0 0,0-1-1 0 0,0 1 1 0 0,0-1-1 0 0,0 0 0 0 0,1 1 1 0 0,0-1-1 0 0,-1 0 1 0 0,1 0-1 0 0,1 0 0 0 0,2 4 1 0 0,-3-6 228 0 0,-1 0 0 0 0,0 0 0 0 0,1-1 0 0 0,-1 1 0 0 0,0-1 0 0 0,1 1 0 0 0,-1-1 0 0 0,1 1 0 0 0,-1-1-1 0 0,1 0 1 0 0,-1 0 0 0 0,1 1 0 0 0,-1-1 0 0 0,1 0 0 0 0,-1-1 0 0 0,1 1 0 0 0,-1 0 0 0 0,1 0 0 0 0,-1-1 0 0 0,0 1 0 0 0,1 0 0 0 0,1-2 0 0 0,29-13-769 0 0,-13 1 1009 0 0,-1 0 0 0 0,0-1-1 0 0,-1-1 1 0 0,-1 0 0 0 0,23-30-1 0 0,59-100 5873 0 0,-58 82-2077 0 0,-39 62-3260 0 0,3 4-252 0 0,-4-2-395 0 0,0 0 1 0 0,0 0-1 0 0,0 0 0 0 0,1 0 0 0 0,-1 0 0 0 0,0 0 0 0 0,0 0 0 0 0,0 0 0 0 0,1 0 0 0 0,-1 0 1 0 0,0 0-1 0 0,0 0 0 0 0,0 0 0 0 0,1 1 0 0 0,-1-1 0 0 0,0 0 0 0 0,0 0 0 0 0,0 0 0 0 0,0 0 1 0 0,1 0-1 0 0,-1 0 0 0 0,0 1 0 0 0,0-1 0 0 0,0 0 0 0 0,0 0 0 0 0,0 0 0 0 0,0 1 0 0 0,0-1 1 0 0,1 0-1 0 0,-1 0 0 0 0,0 0 0 0 0,0 0 0 0 0,0 1 0 0 0,0-1 0 0 0,0 0 0 0 0,0 0 0 0 0,0 1 1 0 0,0-1-1 0 0,0 0 0 0 0,0 0 0 0 0,0 1 0 0 0,-1 12 118 0 0,0 0 0 0 0,1 0 0 0 0,0 0 0 0 0,1 0 0 0 0,1-1 0 0 0,0 1 0 0 0,1 0 0 0 0,8 21 0 0 0,-9-26-120 0 0,2-1-1 0 0,-1 0 0 0 0,1 0 1 0 0,0 0-1 0 0,1-1 1 0 0,-1 0-1 0 0,1 1 0 0 0,1-1 1 0 0,-1-1-1 0 0,1 1 0 0 0,0-1 1 0 0,0 0-1 0 0,1-1 0 0 0,-1 1 1 0 0,14 6-1 0 0,-9-7 8 0 0,0 0 0 0 0,0 0-1 0 0,0-1 1 0 0,0 0 0 0 0,1-1-1 0 0,-1 0 1 0 0,0-1 0 0 0,1-1-1 0 0,-1 1 1 0 0,1-2 0 0 0,0 0 0 0 0,16-3-1 0 0,-22 3-13 0 0,-1-1 0 0 0,1 1 1 0 0,0-1-1 0 0,0 0 0 0 0,-1-1 0 0 0,0 1 0 0 0,1-1 0 0 0,-1-1 0 0 0,0 1 0 0 0,0 0 0 0 0,-1-1 1 0 0,1 0-1 0 0,-1 0 0 0 0,0-1 0 0 0,0 1 0 0 0,0-1 0 0 0,-1 0 0 0 0,1 0 0 0 0,-1 0 0 0 0,0 0 1 0 0,-1-1-1 0 0,1 1 0 0 0,-1-1 0 0 0,0 1 0 0 0,2-10 0 0 0,-3 8-11 0 0,0 0 1 0 0,0-1-1 0 0,-1 1 0 0 0,0 0 1 0 0,0-1-1 0 0,0 1 0 0 0,-1 0 1 0 0,0 0-1 0 0,-1-1 0 0 0,0 1 0 0 0,0 0 1 0 0,0 0-1 0 0,-7-11 0 0 0,5 9 4 0 0,-1 1-1 0 0,-1 0 0 0 0,0 0 0 0 0,0 0 1 0 0,0 1-1 0 0,-1 0 0 0 0,0 1 1 0 0,-1-1-1 0 0,-14-9 0 0 0,13 10 5 0 0,-1 0-1 0 0,0 1 1 0 0,0 0-1 0 0,0 1 1 0 0,-1 0-1 0 0,1 1 1 0 0,-1-1 0 0 0,0 2-1 0 0,0 0 1 0 0,0 0-1 0 0,0 1 1 0 0,0 1-1 0 0,-1-1 1 0 0,1 2 0 0 0,0 0-1 0 0,0 0 1 0 0,0 1-1 0 0,-20 6 1 0 0,30-8-3 0 0,-1 1 0 0 0,1-1 1 0 0,-1 1-1 0 0,1 0 0 0 0,-1-1 1 0 0,1 1-1 0 0,-1 0 0 0 0,1 0 1 0 0,0 0-1 0 0,-1 0 0 0 0,1 0 1 0 0,0 1-1 0 0,0-1 0 0 0,0 0 1 0 0,-1 2-1 0 0,1-2-8 0 0,1 0 0 0 0,0 0 0 0 0,0 0 0 0 0,-1-1 0 0 0,1 1 0 0 0,0 0 0 0 0,0 0 0 0 0,0 0-1 0 0,0 0 1 0 0,0 0 0 0 0,0 0 0 0 0,0 0 0 0 0,0 0 0 0 0,1-1 0 0 0,-1 1 0 0 0,0 0 0 0 0,0 0 0 0 0,1 0 0 0 0,-1 0 0 0 0,1 1 0 0 0,1 1-47 0 0,1 0 0 0 0,-1 0 0 0 0,1 0 0 0 0,0 0 0 0 0,-1-1 0 0 0,1 1 1 0 0,1-1-1 0 0,-1 0 0 0 0,0 1 0 0 0,0-1 0 0 0,5 1 0 0 0,13 6-212 0 0,0-1 0 0 0,1-1 0 0 0,0-1 0 0 0,35 5 0 0 0,94 5-171 0 0,-145-16 429 0 0,69 4-45 0 0,-1-3-1 0 0,1-4 0 0 0,114-18 0 0 0,-151 8 199 0 0,-36 12-31 0 0,-2 1-101 0 0,0 0 0 0 0,0-1 0 0 0,0 1 0 0 0,-1-1 0 0 0,1 1 0 0 0,0 0 0 0 0,0-1 0 0 0,-1 1 0 0 0,1 0 0 0 0,0 0 0 0 0,0-1 0 0 0,-1 1 0 0 0,1 0 0 0 0,0-1 0 0 0,-1 1 0 0 0,1 0 0 0 0,0 0 0 0 0,-1 0 0 0 0,1-1 0 0 0,0 1 0 0 0,-1 0 0 0 0,1 0 0 0 0,-1 0 0 0 0,1 0 0 0 0,0 0 0 0 0,-1 0 0 0 0,1 0 0 0 0,-1 0 0 0 0,1 0 0 0 0,0 0 0 0 0,-1 0 0 0 0,1 0 0 0 0,-1 0 0 0 0,1 0 0 0 0,-14 2 89 0 0,1 1-3 0 0,-1 0-1 0 0,1 2 1 0 0,0 0-1 0 0,0 0 1 0 0,0 1-1 0 0,0 1 1 0 0,1 0-1 0 0,0 0 1 0 0,1 1-1 0 0,-13 12 1 0 0,19-16-71 0 0,1 1 0 0 0,0-1 0 0 0,0 1 0 0 0,0 0 0 0 0,1 0-1 0 0,0 0 1 0 0,0 0 0 0 0,0 1 0 0 0,0-1 0 0 0,1 1 0 0 0,0-1 0 0 0,0 1 0 0 0,1 0 0 0 0,-1 0 0 0 0,1 0 0 0 0,1 0 0 0 0,-1 0 0 0 0,1 0 0 0 0,0 0 0 0 0,0 0 0 0 0,1 0 0 0 0,0 0 0 0 0,0 0 0 0 0,0 0 0 0 0,4 10 0 0 0,31 67 52 0 0,1 5 77 0 0,-36-86-136 0 0,0-1-1 0 0,-1 1 1 0 0,1 0 0 0 0,-1-1 0 0 0,0 1 0 0 0,1 0 0 0 0,-1-1 0 0 0,0 1 0 0 0,0 0 0 0 0,0 0 0 0 0,0-1-1 0 0,-1 1 1 0 0,1 0 0 0 0,0-1 0 0 0,-1 1 0 0 0,1 0 0 0 0,-1-1 0 0 0,1 1 0 0 0,-1 0 0 0 0,0-1-1 0 0,0 1 1 0 0,0-1 0 0 0,1 1 0 0 0,-2-1 0 0 0,1 0 0 0 0,0 1 0 0 0,0-1 0 0 0,0 0 0 0 0,-1 0 0 0 0,1 0-1 0 0,0 0 1 0 0,-1 0 0 0 0,1 0 0 0 0,-2 1 0 0 0,-3 0 0 0 0,0 0 0 0 0,1 0 1 0 0,-1 0-1 0 0,0-1 0 0 0,0 0 0 0 0,0 0 0 0 0,0 0 1 0 0,-11-1-1 0 0,8 0 21 0 0,-1 0-1 0 0,0-1 1 0 0,1-1 0 0 0,-18-4 0 0 0,24 5-191 0 0,1 1 1 0 0,-1-1-1 0 0,1 0 0 0 0,-1 0 0 0 0,1 0 1 0 0,0 0-1 0 0,-1-1 0 0 0,1 1 1 0 0,0-1-1 0 0,0 1 0 0 0,0-1 0 0 0,0 0 1 0 0,0 0-1 0 0,0 1 0 0 0,1-1 1 0 0,-1-1-1 0 0,1 1 0 0 0,-1 0 1 0 0,1 0-1 0 0,0 0 0 0 0,0-1 0 0 0,-2-3 1 0 0,4 3-424 0 0,-1 1-1 0 0,1-1 1 0 0,0 0 0 0 0,0 0 0 0 0,0 1-1 0 0,0-1 1 0 0,0 1 0 0 0,1-1 0 0 0,-1 1 0 0 0,1-1-1 0 0,0 1 1 0 0,0 0 0 0 0,0 0 0 0 0,0 0 0 0 0,0 0-1 0 0,3-2 1 0 0,11-7-6336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1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88 1376 0 0,'7'1'1865'0'0,"-4"-1"-1057"0"0,-1 0 0 0 0,1 0 0 0 0,0 1 0 0 0,-1-1 0 0 0,1 1 0 0 0,-1-1 0 0 0,0 1-1 0 0,1 0 1 0 0,-1 0 0 0 0,5 2 0 0 0,-6-1-562 0 0,-1-1-1 0 0,1 0 0 0 0,0 0 0 0 0,-1 0 0 0 0,1 0 1 0 0,-1 1-1 0 0,1-1 0 0 0,-1 0 0 0 0,0 1 0 0 0,1-1 0 0 0,-1 0 1 0 0,0 1-1 0 0,0-1 0 0 0,0 0 0 0 0,0 1 0 0 0,0-1 1 0 0,0 0-1 0 0,0 1 0 0 0,-1-1 0 0 0,1 0 0 0 0,0 0 1 0 0,-1 1-1 0 0,1-1 0 0 0,-1 0 0 0 0,0 0 0 0 0,0 2 0 0 0,-3 11 754 0 0,5-11-953 0 0,-1-1 0 0 0,0 1 1 0 0,0-1-1 0 0,1 1 0 0 0,0-1 0 0 0,-1 1 0 0 0,1-1 0 0 0,0 1 1 0 0,0-1-1 0 0,0 0 0 0 0,1 1 0 0 0,-1-1 0 0 0,1 0 0 0 0,-1 0 0 0 0,1 0 1 0 0,0 0-1 0 0,-1 0 0 0 0,1-1 0 0 0,0 1 0 0 0,0 0 0 0 0,0-1 1 0 0,0 1-1 0 0,1-1 0 0 0,-1 0 0 0 0,0 0 0 0 0,1 0 0 0 0,-1 0 0 0 0,1 0 1 0 0,-1 0-1 0 0,4 0 0 0 0,4 2-20 0 0,2 0 1 0 0,-1-1-1 0 0,0 0 1 0 0,0-1-1 0 0,1 0 1 0 0,-1-1-1 0 0,1 0 1 0 0,-1-1-1 0 0,0 0 1 0 0,17-4-1 0 0,-23 4-23 0 0,-1 0-1 0 0,0-1 1 0 0,1 1-1 0 0,-1-1 1 0 0,0 0-1 0 0,0 0 1 0 0,0 0-1 0 0,0-1 0 0 0,0 1 1 0 0,-1-1-1 0 0,1 0 1 0 0,-1 0-1 0 0,0 0 1 0 0,0-1-1 0 0,0 1 1 0 0,0-1-1 0 0,0 0 1 0 0,-1 1-1 0 0,0-1 1 0 0,0 0-1 0 0,0-1 0 0 0,0 1 1 0 0,0 0-1 0 0,-1 0 1 0 0,0-1-1 0 0,0 1 1 0 0,0-1-1 0 0,0-8 1 0 0,-1 9-2 0 0,1 0 1 0 0,-1-1-1 0 0,-1 1 0 0 0,1 0 1 0 0,-1 0-1 0 0,1-1 1 0 0,-1 1-1 0 0,-1 0 1 0 0,1 0-1 0 0,0 0 1 0 0,-1 0-1 0 0,0 0 1 0 0,0 0-1 0 0,0 0 1 0 0,0 1-1 0 0,-1-1 1 0 0,0 1-1 0 0,1-1 0 0 0,-1 1 1 0 0,0 0-1 0 0,-1 0 1 0 0,1 0-1 0 0,0 1 1 0 0,-1-1-1 0 0,0 1 1 0 0,1 0-1 0 0,-1 0 1 0 0,0 0-1 0 0,0 1 1 0 0,0-1-1 0 0,0 1 0 0 0,-1 0 1 0 0,1 0-1 0 0,0 0 1 0 0,-8 0-1 0 0,-1 1 68 0 0,0 0 0 0 0,0 1-1 0 0,1 0 1 0 0,-1 1 0 0 0,1 1-1 0 0,-1 0 1 0 0,1 1-1 0 0,0 0 1 0 0,0 1 0 0 0,0 0-1 0 0,1 1 1 0 0,0 0 0 0 0,-16 11-1 0 0,12-6-41 0 0,0 1 0 0 0,1 0 0 0 0,0 1 0 0 0,1 0 0 0 0,0 1 0 0 0,1 1-1 0 0,1 0 1 0 0,-15 25 0 0 0,21-31-31 0 0,0 1 0 0 0,1 0 0 0 0,0 0 0 0 0,1 0 0 0 0,0 0 0 0 0,0 1 0 0 0,1 0-1 0 0,1-1 1 0 0,-1 1 0 0 0,2 14 0 0 0,0-18-163 0 0,1 0 0 0 0,0 0-1 0 0,0 0 1 0 0,1 0 0 0 0,0-1-1 0 0,0 1 1 0 0,0 0 0 0 0,1-1 0 0 0,0 0-1 0 0,0 0 1 0 0,1 1 0 0 0,0-2-1 0 0,0 1 1 0 0,0 0 0 0 0,1-1-1 0 0,8 8 1 0 0,-4-6-430 0 0,1 0 0 0 0,-1 0 0 0 0,1-1 0 0 0,0 0 0 0 0,0-1 0 0 0,19 7 1 0 0,-4-4-3111 0 0,47 9 0 0 0,-26-9-2204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2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359 862 3064 0 0,'1'-2'340'0'0,"-1"0"-1"0"0,1 0 0 0 0,-1 0 1 0 0,0 0-1 0 0,1-1 1 0 0,-1 1-1 0 0,0 0 0 0 0,0 0 1 0 0,-1 0-1 0 0,1 0 0 0 0,0-1 1 0 0,-1 1-1 0 0,1 0 1 0 0,-1 0-1 0 0,0 0 0 0 0,0 0 1 0 0,0 0-1 0 0,0 0 0 0 0,0 0 1 0 0,-2-2-1 0 0,1 2-48 0 0,0 0 0 0 0,0 1 0 0 0,0-1 0 0 0,0 1-1 0 0,-1-1 1 0 0,1 1 0 0 0,0 0 0 0 0,-1 0 0 0 0,1 0 0 0 0,-1 0 0 0 0,0 0-1 0 0,1 0 1 0 0,-1 1 0 0 0,-3-1 0 0 0,-3 1 167 0 0,-1-1-1 0 0,1 2 1 0 0,-1-1 0 0 0,1 1-1 0 0,-1 1 1 0 0,1-1 0 0 0,0 2-1 0 0,-13 4 1 0 0,7-1-123 0 0,0 2 0 0 0,0 0 0 0 0,0 1 0 0 0,1 0 0 0 0,1 1 0 0 0,-1 1 0 0 0,2 0 0 0 0,-23 24 0 0 0,28-27-256 0 0,0 1 1 0 0,1 0 0 0 0,-1 0-1 0 0,2 0 1 0 0,0 1 0 0 0,0 0-1 0 0,0 0 1 0 0,1 0 0 0 0,1 0-1 0 0,0 1 1 0 0,0-1 0 0 0,1 1-1 0 0,0 0 1 0 0,0 20 0 0 0,2-26-67 0 0,0 1 0 0 0,1-1 0 0 0,0 0 0 0 0,0 0 0 0 0,0 1 0 0 0,0-1 0 0 0,1 0 0 0 0,0 0 0 0 0,0 0 0 0 0,0 0 0 0 0,1-1 0 0 0,0 1 0 0 0,0 0-1 0 0,0-1 1 0 0,0 0 0 0 0,0 0 0 0 0,1 0 0 0 0,0 0 0 0 0,0-1 0 0 0,0 1 0 0 0,0-1 0 0 0,1 0 0 0 0,-1 0 0 0 0,1-1 0 0 0,0 1 0 0 0,0-1 0 0 0,0 0 0 0 0,0 0 0 0 0,6 1 0 0 0,-1-1-33 0 0,1 0-1 0 0,-1-1 1 0 0,1 0-1 0 0,-1 0 1 0 0,1-1-1 0 0,-1-1 1 0 0,1 1 0 0 0,-1-2-1 0 0,0 0 1 0 0,1 0-1 0 0,-1-1 1 0 0,0 0-1 0 0,0 0 1 0 0,9-6-1 0 0,1-3-111 0 0,0 0 0 0 0,-1-2 0 0 0,0 0 0 0 0,-2-1 0 0 0,1-1 0 0 0,-2 0 0 0 0,0-1 0 0 0,-1-1 0 0 0,-1-1 0 0 0,17-29 0 0 0,10-25-409 0 0,49-118 0 0 0,-84 177 515 0 0,48-115 468 0 0,-6-1 1 0 0,-6-3 0 0 0,27-144-1 0 0,-68 272-336 0 0,-1 0-1 0 0,1 0 1 0 0,-1 0 0 0 0,0 0-1 0 0,0 0 1 0 0,-1-7-1 0 0,0 12-85 0 0,0 1 0 0 0,0-1 0 0 0,0 0 0 0 0,0 1 0 0 0,0-1 0 0 0,0 1-1 0 0,1-1 1 0 0,-1 1 0 0 0,0-1 0 0 0,0 1 0 0 0,1 0 0 0 0,-1-1 0 0 0,-1 2 0 0 0,-7 11 143 0 0,0 1-1 0 0,1 0 1 0 0,0 0 0 0 0,1 1 0 0 0,1 0 0 0 0,0 0 0 0 0,-4 17-1 0 0,1-5 56 0 0,-14 47 202 0 0,2 2 1 0 0,4 0-1 0 0,-8 96 0 0 0,15-46-223 0 0,7 155 0 0 0,3-277-335 0 0,8 117-1765 0 0,3-62-1911 0 0,-7-46 739 0 0,0 0 0 0 0,8 17 0 0 0,0-9-6229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5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323 111 380 0 0,'3'-16'2754'0'0,"0"1"1"0"0,-1-1-1 0 0,-1 0 0 0 0,0 1 0 0 0,-2-17 1 0 0,-9 49-2159 0 0,-1 11-103 0 0,2 1 1 0 0,-10 52 0 0 0,9-38-246 0 0,-7 29 115 0 0,-82 326 628 0 0,-2-72-84 0 0,55-188-9449 0 0,37-111 4960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1 253 924 0 0,'15'-35'2622'0'0,"-5"8"-1141"0"0,1 1 0 0 0,1 1 0 0 0,2 0 0 0 0,0 1 0 0 0,25-31 0 0 0,-36 52-1363 0 0,0 0 0 0 0,0 0 0 0 0,0 0 0 0 0,1 0 0 0 0,-1 1 1 0 0,1-1-1 0 0,0 1 0 0 0,0 0 0 0 0,0 0 0 0 0,0 0 0 0 0,0 1 0 0 0,0-1 0 0 0,0 1 1 0 0,1 0-1 0 0,4-1 0 0 0,-2 2-2 0 0,0 0-1 0 0,0 0 1 0 0,-1 0 0 0 0,1 1 0 0 0,0 0 0 0 0,0 1-1 0 0,-1-1 1 0 0,1 1 0 0 0,6 3 0 0 0,3 3 54 0 0,0 0 0 0 0,0 1 1 0 0,-1 1-1 0 0,-1 0 0 0 0,1 1 0 0 0,22 22 1 0 0,-19-14 11 0 0,0 0 0 0 0,21 31 0 0 0,-34-43-97 0 0,-1 1 0 0 0,1-1 0 0 0,-1 1 0 0 0,-1 0 0 0 0,1 0 0 0 0,-1 0 0 0 0,-1 0 1 0 0,1 1-1 0 0,-1-1 0 0 0,-1 1 0 0 0,1 11 0 0 0,-2-16-47 0 0,0 0 0 0 0,-1 0 0 0 0,1 0 0 0 0,-1 0 0 0 0,0 1 0 0 0,0-1 0 0 0,0 0 1 0 0,-1 0-1 0 0,1-1 0 0 0,-1 1 0 0 0,0 0 0 0 0,0 0 0 0 0,-1-1 0 0 0,-3 6 0 0 0,1-4-4 0 0,0-1-1 0 0,1 1 1 0 0,-2-1 0 0 0,1 0-1 0 0,0-1 1 0 0,-1 1 0 0 0,0-1-1 0 0,-10 4 1 0 0,3-2-10 0 0,0-1 0 0 0,0 0-1 0 0,-1-1 1 0 0,1-1 0 0 0,-1 0 0 0 0,0-1 0 0 0,1-1-1 0 0,-21-1 1 0 0,20 0-335 0 0,-1-1 1 0 0,-17-6-1 0 0,3-4-2575 0 0,27 11 2109 0 0,0 0 0 0 0,0-1 0 0 0,0 1 0 0 0,0-1 0 0 0,0 1 1 0 0,-3-5-1555 0 0,2 2 1554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6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73 3012 0 0,'-5'-12'5427'0'0,"4"10"-5192"0"0,-1 0 0 0 0,1 1-1 0 0,-1-1 1 0 0,0 1-1 0 0,0 0 1 0 0,1 0 0 0 0,-1 0-1 0 0,0-1 1 0 0,0 2-1 0 0,0-1 1 0 0,0 0 0 0 0,-1 0-1 0 0,1 1 1 0 0,0-1-1 0 0,0 1 1 0 0,0 0-1 0 0,0-1 1 0 0,-1 1 0 0 0,1 0-1 0 0,0 0 1 0 0,0 1-1 0 0,-3-1 1 0 0,1 1-68 0 0,0 1-1 0 0,0 0 1 0 0,0-1 0 0 0,0 1-1 0 0,0 0 1 0 0,1 1 0 0 0,-1-1-1 0 0,1 1 1 0 0,-1-1 0 0 0,-4 7-1 0 0,-2 1-51 0 0,2 1 0 0 0,-1 0 0 0 0,1 0 0 0 0,1 1 0 0 0,0 0-1 0 0,-7 19 1 0 0,9-19-73 0 0,1 0 0 0 0,1 0 0 0 0,0 0 0 0 0,1 1 0 0 0,0-1 0 0 0,1 1-1 0 0,1-1 1 0 0,0 1 0 0 0,0-1 0 0 0,3 14 0 0 0,-3-22-32 0 0,1 1 0 0 0,0-1 1 0 0,0 1-1 0 0,0-1 0 0 0,1 1 0 0 0,0-1 0 0 0,0 0 1 0 0,0 1-1 0 0,0-1 0 0 0,0 0 0 0 0,1 0 0 0 0,0-1 1 0 0,0 1-1 0 0,0-1 0 0 0,0 1 0 0 0,1-1 0 0 0,-1 0 1 0 0,1 0-1 0 0,0 0 0 0 0,0-1 0 0 0,0 1 0 0 0,0-1 1 0 0,0 0-1 0 0,0 0 0 0 0,1-1 0 0 0,-1 1 0 0 0,1-1 0 0 0,-1 0 1 0 0,7 1-1 0 0,-6-2-4 0 0,0 0 1 0 0,0 0-1 0 0,0 0 0 0 0,0-1 1 0 0,0 0-1 0 0,0 0 1 0 0,0 0-1 0 0,0-1 0 0 0,0 1 1 0 0,0-1-1 0 0,0 0 0 0 0,-1-1 1 0 0,1 1-1 0 0,-1-1 1 0 0,0 0-1 0 0,1 0 0 0 0,-1 0 1 0 0,-1 0-1 0 0,1-1 1 0 0,6-8-1 0 0,-1 2-6 0 0,-1-1 0 0 0,-1-1 0 0 0,0 1 0 0 0,0-1-1 0 0,-1-1 1 0 0,7-19 0 0 0,-8 16-13 0 0,0 0 0 0 0,-2-1-1 0 0,1 0 1 0 0,-2 0-1 0 0,1-24 1 0 0,-3 33 7 0 0,0 1-1 0 0,-1-1 1 0 0,1 1-1 0 0,-1-1 1 0 0,-1 1 0 0 0,1 0-1 0 0,-2-1 1 0 0,1 1 0 0 0,0 0-1 0 0,-1 0 1 0 0,-1 0-1 0 0,1 1 1 0 0,-1-1 0 0 0,-8-10-1 0 0,10 15-25 0 0,-1-1 1 0 0,0 1-1 0 0,1 0 0 0 0,-1 0 0 0 0,0 0 1 0 0,0 0-1 0 0,0 0 0 0 0,0 0 0 0 0,-1 1 0 0 0,1 0 1 0 0,0-1-1 0 0,-6 0 0 0 0,7 2-216 0 0,0-1 0 0 0,0 1 0 0 0,0 0 0 0 0,0 0 0 0 0,0 0 0 0 0,-1 0 0 0 0,1 1 0 0 0,0-1 1 0 0,-2 1-1 0 0,2 0-292 0 0,0-1 0 0 0,1 1 0 0 0,-1 0 0 0 0,0 0 0 0 0,1 0-1 0 0,-1 0 1 0 0,1 0 0 0 0,-1 0 0 0 0,1 0 0 0 0,0 1 0 0 0,-2 1 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6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36 2312 0 0,'4'-21'9872'0'0,"-5"16"-9050"0"0,1-5 1622 0 0,-13 27-905 0 0,3 11-1201 0 0,1 0 0 0 0,1 1 1 0 0,-4 37-1 0 0,-8 28-392 0 0,15-72-554 0 0,-3 10-5122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6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25 150 1148 0 0,'0'-21'2156'0'0,"0"6"-528"0"0,0-2-359 0 0,-2 3-197 0 0,1-1-208 0 0,-3 3-176 0 0,2-2-164 0 0,-1 4-108 0 0,1-1 172 0 0,-3-3-396 0 0,0 8-1248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7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27 408 0 0,'11'46'8871'0'0,"-4"4"-4870"0"0,-4-10-2886 0 0,-3 67 1 0 0,-1-97-1044 0 0,0-1 0 0 0,0 0 0 0 0,-1 0 1 0 0,-3 10-1 0 0,4-16-50 0 0,0-1 0 0 0,0 1 0 0 0,0-1 0 0 0,0 1 0 0 0,0-1 0 0 0,-1 1 1 0 0,1-1-1 0 0,-1 0 0 0 0,1 0 0 0 0,-1 0 0 0 0,0 0 0 0 0,0 0 0 0 0,0 0 0 0 0,0 0 0 0 0,0-1 0 0 0,-1 1 0 0 0,-3 1 0 0 0,4-2 7 0 0,-12-6 62 0 0,13 3-88 0 0,1 0-1 0 0,-1 0 1 0 0,1 0 0 0 0,0 0 0 0 0,0 0 0 0 0,0 0 0 0 0,0 0-1 0 0,0-1 1 0 0,0 1 0 0 0,0 0 0 0 0,1 0 0 0 0,-1 0 0 0 0,1 0-1 0 0,0 0 1 0 0,-1 0 0 0 0,1 0 0 0 0,0 0 0 0 0,0 1 0 0 0,2-4-1 0 0,27-41-1 0 0,-23 37-3 0 0,11-16-13 0 0,1 1 0 0 0,2 1-1 0 0,0 1 1 0 0,2 1 0 0 0,0 1 0 0 0,1 1 0 0 0,1 1-1 0 0,1 1 1 0 0,1 1 0 0 0,0 2 0 0 0,38-16-1 0 0,-4 17-24 0 0,-58 12 51 0 0,0 1 1 0 0,0 0-1 0 0,0 0 1 0 0,0 0-1 0 0,0 0 0 0 0,0 1 1 0 0,-1-1-1 0 0,1 1 1 0 0,0 0-1 0 0,0 0 1 0 0,-1 0-1 0 0,1 0 0 0 0,0 0 1 0 0,-1 1-1 0 0,1-1 1 0 0,-1 1-1 0 0,0-1 1 0 0,1 1-1 0 0,-1 0 0 0 0,0 0 1 0 0,0 0-1 0 0,0 0 1 0 0,0 0-1 0 0,-1 1 1 0 0,1-1-1 0 0,0 1 1 0 0,-1-1-1 0 0,0 1 0 0 0,1-1 1 0 0,-1 1-1 0 0,0 0 1 0 0,-1 0-1 0 0,2 3 1 0 0,-1 11 89 0 0,-1-1 1 0 0,0 0 0 0 0,-1 1 0 0 0,-5 19 0 0 0,-1 37-1378 0 0,7-65 465 0 0,1 0 0 0 0,0 0 0 0 0,0 0 0 0 0,2 8 0 0 0,1-4-2984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65 271 416 0 0,'17'-47'5354'0'0,"13"-59"1"0"0,0-4 1174 0 0,-27 103-5806 0 0,0 7-275 0 0,-1 15-119 0 0,-3 26-118 0 0,-6 23 393 0 0,-26 104 0 0 0,-31 60 9 0 0,35-131-438 0 0,25-85-152 0 0,1 0 1 0 0,0 0-1 0 0,1 0 0 0 0,-1 22 0 0 0,3-31-40 0 0,0-1 0 0 0,0 1-1 0 0,0-1 1 0 0,0 1 0 0 0,1-1 0 0 0,-1 1 0 0 0,1-1 0 0 0,-1 1 0 0 0,1-1 0 0 0,0 0 0 0 0,0 1-1 0 0,0-1 1 0 0,1 0 0 0 0,-1 0 0 0 0,0 0 0 0 0,1 0 0 0 0,0 0 0 0 0,-1 0 0 0 0,1 0-1 0 0,0 0 1 0 0,0 0 0 0 0,0-1 0 0 0,0 1 0 0 0,0-1 0 0 0,0 0 0 0 0,0 0 0 0 0,1 1-1 0 0,-1-1 1 0 0,5 1 0 0 0,3 0-447 0 0,1 0 1 0 0,0-1-1 0 0,-1 0 0 0 0,1-1 0 0 0,0 0 1 0 0,0 0-1 0 0,-1-1 0 0 0,1-1 0 0 0,13-3 0 0 0,96-33-6955 0 0,-112 35 6490 0 0,30-11-4644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17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46 1832 0 0,'-211'-29'16031'0'0,"202"24"-14891"0"0,15 1-538 0 0,16-1-217 0 0,22 2-512 0 0,57 6 0 0 0,-4 5-2822 0 0,-5-1-4006 0 0,-39-3-473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569 154 1524 0 0,'10'-14'1483'0'0,"-2"5"-420"0"0,-1 0 0 0 0,0-1-1 0 0,-1 0 1 0 0,0 0 0 0 0,0 0-1 0 0,-1-1 1 0 0,-1 0 0 0 0,4-14-1 0 0,-8 24-1013 0 0,1 0-1 0 0,-1 0 1 0 0,0 0-1 0 0,0-1 1 0 0,0 1-1 0 0,0 0 1 0 0,0 0-1 0 0,0 0 1 0 0,0-1-1 0 0,-1 1 1 0 0,1 0-1 0 0,0 0 1 0 0,-1 0-1 0 0,1 0 1 0 0,0 0-1 0 0,-1 0 1 0 0,0 0-1 0 0,1 0 1 0 0,-1 0-1 0 0,0 0 1 0 0,1 0-1 0 0,-1 0 1 0 0,0 0-1 0 0,0 0 1 0 0,0 0-1 0 0,0 1 1 0 0,0-1-1 0 0,0 0 1 0 0,0 1-1 0 0,0-1 1 0 0,0 0-1 0 0,0 1 1 0 0,0 0-1 0 0,0-1 1 0 0,0 1-1 0 0,0 0 1 0 0,-1-1-1 0 0,1 1 1 0 0,0 0-1 0 0,0 0 1 0 0,0 0-1 0 0,-1 0 1 0 0,0 0-1 0 0,-6 0 87 0 0,0 1 0 0 0,0-1 0 0 0,0 1 1 0 0,-15 4-1 0 0,-19 7 421 0 0,-69 29 0 0 0,88-31-424 0 0,1 1 0 0 0,1 1 0 0 0,0 1 0 0 0,-31 25 0 0 0,49-35-94 0 0,0-1 1 0 0,0 1-1 0 0,0 0 1 0 0,0 0-1 0 0,1 0 1 0 0,0 0-1 0 0,-1 0 1 0 0,1 1-1 0 0,0-1 1 0 0,1 1 0 0 0,-1-1-1 0 0,1 1 1 0 0,-1 0-1 0 0,1 0 1 0 0,0-1-1 0 0,1 1 1 0 0,-2 7-1 0 0,2-6 27 0 0,1-1 0 0 0,0 1 0 0 0,-1-1-1 0 0,1 1 1 0 0,1-1 0 0 0,-1 0 0 0 0,0 0 0 0 0,1 0 0 0 0,0 0 0 0 0,0 0-1 0 0,0 0 1 0 0,1 0 0 0 0,-1 0 0 0 0,1-1 0 0 0,5 5 0 0 0,17 16 188 0 0,1-1-1 0 0,1-2 1 0 0,1 0 0 0 0,33 17 0 0 0,-18-10-52 0 0,-17-12-81 0 0,-18-12-29 0 0,0 0 0 0 0,-1 0 0 0 0,0 1 0 0 0,0 1 0 0 0,0-1 0 0 0,10 12 1 0 0,-16-16-82 0 0,-1-1 0 0 0,1 1 0 0 0,-1 0 0 0 0,0 0 0 0 0,0 0 0 0 0,1-1 0 0 0,-1 1 0 0 0,0 0 0 0 0,0 0 0 0 0,0 0 0 0 0,0-1 0 0 0,0 1 0 0 0,0 0 0 0 0,0 0 0 0 0,0 0 0 0 0,0 0 0 0 0,-1-1 0 0 0,1 1 0 0 0,0 0 0 0 0,0 0 0 0 0,-1-1 0 0 0,1 1 0 0 0,-1 0 0 0 0,1 0 0 0 0,0-1 0 0 0,-1 1 0 0 0,1 0 0 0 0,-1-1 0 0 0,0 1 0 0 0,1-1 0 0 0,-1 1 0 0 0,1-1 0 0 0,-1 1 0 0 0,0-1 0 0 0,1 1 0 0 0,-1-1 0 0 0,0 1 0 0 0,-1-1 0 0 0,-29 16 101 0 0,29-15-100 0 0,-19 7-10 0 0,-2-1 0 0 0,1-2 0 0 0,-44 7 0 0 0,-71-2-1879 0 0,131-9 1698 0 0,-96 1-3604 0 0,35-4-1625 0 0,4 0-2559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2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66 150 908 0 0,'4'-17'2816'0'0,"0"-1"0"0"0,0 1 0 0 0,-2-1 0 0 0,0 0 0 0 0,-2 0 0 0 0,-1-25 1 0 0,-9 64-1721 0 0,-8 52-511 0 0,-14 144-1 0 0,22-130-563 0 0,1 0-1748 0 0,7-31-5316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2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8 129 1492 0 0,'3'-24'2980'0'0,"1"3"-803"0"0,-4 4-437 0 0,0 2-368 0 0,0-1-328 0 0,0 4-192 0 0,-2 4 336 0 0,-2-8-228 0 0,-4 25-2512 0 0,8 8-3472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3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37 108 1956 0 0,'2'14'6997'0'0,"9"67"-850"0"0,7 60-3424 0 0,-16-113-2560 0 0,-1 0 0 0 0,-2 0 0 0 0,-4 29 0 0 0,5-52-141 0 0,-1 0-1 0 0,1 0 1 0 0,-2 0 0 0 0,1-1-1 0 0,0 1 1 0 0,-1 0 0 0 0,0-1-1 0 0,0 0 1 0 0,0 1 0 0 0,-1-1-1 0 0,1 0 1 0 0,-1 0 0 0 0,0 0-1 0 0,0 0 1 0 0,-1-1 0 0 0,1 1-1 0 0,-8 5 1 0 0,11-9-21 0 0,-1 1-1 0 0,1-1 1 0 0,-1 0 0 0 0,1 0 0 0 0,0 0-1 0 0,-1 0 1 0 0,1 1 0 0 0,-1-1-1 0 0,1 0 1 0 0,0 0 0 0 0,-1 0 0 0 0,1 0-1 0 0,-1 0 1 0 0,1 0 0 0 0,-1 0-1 0 0,1 0 1 0 0,0-1 0 0 0,-1 1 0 0 0,1 0-1 0 0,-1 0 1 0 0,1 0 0 0 0,0 0 0 0 0,-1 0-1 0 0,1-1 1 0 0,-1 1 0 0 0,1 0-1 0 0,0 0 1 0 0,-1-1 0 0 0,1 1 0 0 0,0 0-1 0 0,0 0 1 0 0,-1-1 0 0 0,1 1-1 0 0,0 0 1 0 0,0-1 0 0 0,-1 1 0 0 0,1-1-1 0 0,0 1 1 0 0,0 0 0 0 0,0-1-1 0 0,-1 1 1 0 0,1-1 0 0 0,-4-16-10 0 0,4 6 9 0 0,0 0 0 0 0,1 0-1 0 0,0 0 1 0 0,1 0 0 0 0,1 0 0 0 0,5-16 0 0 0,28-61-7 0 0,-33 83 8 0 0,12-27 2 0 0,1 1 1 0 0,2 1 0 0 0,1 0-1 0 0,1 2 1 0 0,34-38 0 0 0,-40 52 27 0 0,0 0 0 0 0,1 1 0 0 0,0 0 0 0 0,1 1 0 0 0,0 1-1 0 0,0 1 1 0 0,2 0 0 0 0,-1 1 0 0 0,1 1 0 0 0,0 0 0 0 0,23-5 0 0 0,-33 11 20 0 0,1 0 1 0 0,-1 1-1 0 0,1 0 1 0 0,0 1-1 0 0,-1 0 0 0 0,1 0 1 0 0,0 0-1 0 0,0 1 1 0 0,-1 1-1 0 0,1 0 0 0 0,-1 0 1 0 0,0 0-1 0 0,1 1 0 0 0,-1 0 1 0 0,0 1-1 0 0,0 0 1 0 0,-1 0-1 0 0,1 1 0 0 0,7 5 1 0 0,-6-2 5 0 0,0 0 1 0 0,-1 1-1 0 0,1 0 0 0 0,-2 1 1 0 0,1-1-1 0 0,-1 1 1 0 0,-1 1-1 0 0,0-1 1 0 0,0 1-1 0 0,-1 0 0 0 0,0 1 1 0 0,-1-1-1 0 0,3 14 1 0 0,-1 3 58 0 0,-1 1 1 0 0,-2-1-1 0 0,-1 0 1 0 0,-1 1-1 0 0,-1 0 1 0 0,-5 32 0 0 0,-17 76 120 0 0,1-46-3070 0 0,-2 16-5866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93 1660 0 0,'-4'-16'5519'0'0,"-17"-54"3832"0"0,20 69-9017 0 0,1 1-310 0 0,0-1 0 0 0,0 1 1 0 0,0 0-1 0 0,0-1 0 0 0,0 1 0 0 0,0 0 0 0 0,0 0 0 0 0,0 0 0 0 0,-1-1 0 0 0,1 1 1 0 0,0 0-1 0 0,0 0 0 0 0,0-1 0 0 0,0 1 0 0 0,-1 0 0 0 0,1 0 0 0 0,0 0 0 0 0,0 0 1 0 0,0-1-1 0 0,-1 1 0 0 0,1 0 0 0 0,0 0 0 0 0,0 0 0 0 0,-1 0 0 0 0,1 0 0 0 0,0 0 1 0 0,0 0-1 0 0,-1 0 0 0 0,1 0 0 0 0,0 0 0 0 0,0 0 0 0 0,-1 0 0 0 0,-6 11 155 0 0,0 1 0 0 0,1 0 0 0 0,0 0 0 0 0,1 0 0 0 0,1 1 0 0 0,-5 22-1 0 0,-1-3 59 0 0,-182 666 1955 0 0,185-666-2121 0 0,2 0 0 0 0,-4 63-1 0 0,8-85-92 0 0,2 0 0 0 0,-1 0 0 0 0,1 0 1 0 0,0 0-1 0 0,1 0 0 0 0,0 0 0 0 0,1 0 0 0 0,0-1 0 0 0,1 0 0 0 0,-1 1 0 0 0,2-1 0 0 0,-1 0 0 0 0,11 14 0 0 0,-11-19-197 0 0,1 0 0 0 0,-1 0 0 0 0,1 0 0 0 0,0 0 0 0 0,0-1 0 0 0,0 0 1 0 0,0 0-1 0 0,0 0 0 0 0,1-1 0 0 0,0 0 0 0 0,-1 0 0 0 0,1 0 0 0 0,0-1 0 0 0,0 1 0 0 0,0-1 0 0 0,8 0 0 0 0,-6-1-638 0 0,1 0-1 0 0,-1 0 0 0 0,0 0 0 0 0,1-1 0 0 0,-1-1 0 0 0,0 1 0 0 0,0-1 0 0 0,0-1 1 0 0,0 1-1 0 0,0-2 0 0 0,9-3 0 0 0,5-7-3968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5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176 152 2144 0 0,'-126'-82'10511'0'0,"85"55"-8173"0"0,40 27-2314 0 0,1 0 1 0 0,-1-1-1 0 0,1 1 0 0 0,0 0 0 0 0,-1 0 0 0 0,1-1 0 0 0,-1 1 0 0 0,1 0 0 0 0,0 0 0 0 0,-1-1 0 0 0,1 1 0 0 0,-1-1 0 0 0,1 1 1 0 0,0 0-1 0 0,0-1 0 0 0,-1 1 0 0 0,1-1 0 0 0,0 1 0 0 0,0 0 0 0 0,-1-1 0 0 0,1 1 0 0 0,0-1 0 0 0,0 1 0 0 0,0-1 0 0 0,0 1 0 0 0,0-1 1 0 0,0 1-1 0 0,0-1 0 0 0,0 1 0 0 0,0-1 0 0 0,0 1 0 0 0,0-1 0 0 0,0 1 0 0 0,0-1 0 0 0,0 0 0 0 0,1 0 0 0 0,0 0-1 0 0,0 0 0 0 0,0 0 1 0 0,0 0-1 0 0,0 0 0 0 0,1 0 1 0 0,-1 1-1 0 0,0-1 0 0 0,0 0 1 0 0,0 1-1 0 0,1-1 0 0 0,1 0 1 0 0,38-9 116 0 0,-3 6-992 0 0,1 2 1 0 0,57 3-1 0 0,19 8-4488 0 0,-90-7 3390 0 0,2 1-2105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5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81 476 0 0,'0'14'5271'0'0,"-3"26"305"0"0,2-39-5181 0 0,14 15 750 0 0,-9-14-1051 0 0,1 0-1 0 0,0-1 1 0 0,0 0 0 0 0,0 0-1 0 0,0 0 1 0 0,0 0-1 0 0,0-1 1 0 0,0 0 0 0 0,9-1-1 0 0,2 0 13 0 0,0-1-1 0 0,-1 0 1 0 0,1-1 0 0 0,-1-1-1 0 0,25-9 1 0 0,-35 12-57 0 0,-1-1 0 0 0,0 0 0 0 0,0-1 0 0 0,0 1 1 0 0,0-1-1 0 0,0 0 0 0 0,-1 0 0 0 0,1 0 0 0 0,-1 0 1 0 0,5-6-1 0 0,-7 6-4 0 0,1 1 0 0 0,-1-1 0 0 0,0 0 0 0 0,0 1 1 0 0,0-1-1 0 0,0 0 0 0 0,0 0 0 0 0,0 0 0 0 0,-1 0 1 0 0,1 0-1 0 0,-1 1 0 0 0,0-1 0 0 0,0 0 0 0 0,0 0 0 0 0,0 0 1 0 0,-1 0-1 0 0,1 0 0 0 0,-2-4 0 0 0,2 5-23 0 0,-1 0 0 0 0,0 0 0 0 0,1 0 0 0 0,-1 0 0 0 0,0 0 0 0 0,0 0 0 0 0,0 0 0 0 0,-1 0 0 0 0,1 0 0 0 0,0 0-1 0 0,-1 0 1 0 0,1 1 0 0 0,-1-1 0 0 0,1 1 0 0 0,-1-1 0 0 0,0 1 0 0 0,0-1 0 0 0,-2 0 0 0 0,0 0-4 0 0,1 1 0 0 0,0 0 0 0 0,-1 0 0 0 0,1 0 1 0 0,0 1-1 0 0,-1-1 0 0 0,1 1 0 0 0,-1 0 0 0 0,1 0 0 0 0,-8 0 0 0 0,1 2-3 0 0,1 0 0 0 0,-1 0 0 0 0,0 1-1 0 0,1 0 1 0 0,-1 1 0 0 0,1 0-1 0 0,-13 8 1 0 0,-5 5 36 0 0,0 2 0 0 0,0 1-1 0 0,2 1 1 0 0,1 1 0 0 0,1 1 0 0 0,0 1-1 0 0,2 1 1 0 0,1 1 0 0 0,1 1 0 0 0,-17 33-1 0 0,31-50-34 0 0,0 0-1 0 0,1 0 1 0 0,1 0-1 0 0,-1 1 1 0 0,2 0-1 0 0,-1 0 1 0 0,1 0-1 0 0,0 12 1 0 0,2-17-4 0 0,0 1 1 0 0,1-1 0 0 0,0 1 0 0 0,0-1-1 0 0,0 1 1 0 0,1-1 0 0 0,0 1 0 0 0,0-1-1 0 0,0 0 1 0 0,1 0 0 0 0,0 0 0 0 0,0-1-1 0 0,1 1 1 0 0,7 9 0 0 0,-2-6-122 0 0,1 0 0 0 0,-1 0 0 0 0,2-1 0 0 0,-1-1 0 0 0,1 1-1 0 0,0-2 1 0 0,0 0 0 0 0,1 0 0 0 0,0-1 0 0 0,0 0 0 0 0,0-1 0 0 0,0-1 0 0 0,1 0 0 0 0,14 2 0 0 0,-5-2-763 0 0,0-1 0 0 0,0-1 1 0 0,1-1-1 0 0,-1 0 0 0 0,1-2 0 0 0,-1-1 1 0 0,30-7-1 0 0,-20 0-1938 0 0,-3-4-821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5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1460 0 0,'45'-109'7171'0'0,"-26"61"-4650"0"0,-19 46-2448 0 0,1 0-1 0 0,-1 1 1 0 0,1-1 0 0 0,0 1-1 0 0,0-1 1 0 0,-1 0-1 0 0,1 1 1 0 0,0-1-1 0 0,0 1 1 0 0,0 0-1 0 0,1-1 1 0 0,-1 1 0 0 0,0 0-1 0 0,0 0 1 0 0,1 0-1 0 0,-1 0 1 0 0,1 0-1 0 0,-1 0 1 0 0,1 0-1 0 0,2-1 1 0 0,-2 2-26 0 0,-1 0-1 0 0,1 0 1 0 0,0 0 0 0 0,-1 0-1 0 0,1 0 1 0 0,-1 1 0 0 0,0-1-1 0 0,1 1 1 0 0,-1-1 0 0 0,1 1-1 0 0,-1-1 1 0 0,1 1 0 0 0,-1 0-1 0 0,0 0 1 0 0,0 0 0 0 0,1-1 0 0 0,-1 1-1 0 0,2 3 1 0 0,3 2 94 0 0,0 2 0 0 0,0-1 0 0 0,0 1 0 0 0,-1-1-1 0 0,-1 1 1 0 0,7 13 0 0 0,0 7 205 0 0,0 1-1 0 0,-1 0 1 0 0,-2 1-1 0 0,-1 0 1 0 0,-2 0-1 0 0,0 0 0 0 0,-1 33 1 0 0,-4-58-208 0 0,0 1 1 0 0,0-1 0 0 0,-1 1-1 0 0,0-1 1 0 0,0 0-1 0 0,0 1 1 0 0,-1-1-1 0 0,1 0 1 0 0,-1 0 0 0 0,0 0-1 0 0,-1 0 1 0 0,1 0-1 0 0,-1-1 1 0 0,0 1-1 0 0,0-1 1 0 0,-7 7-1 0 0,9-10-114 0 0,-1 0-1 0 0,1 0 0 0 0,-1-1 0 0 0,0 1 1 0 0,1 0-1 0 0,-1-1 0 0 0,0 0 0 0 0,1 1 0 0 0,-1-1 1 0 0,0 0-1 0 0,1 0 0 0 0,-1 0 0 0 0,0 0 1 0 0,0 0-1 0 0,1 0 0 0 0,-1 0 0 0 0,0-1 0 0 0,1 1 1 0 0,-1 0-1 0 0,0-1 0 0 0,1 0 0 0 0,-1 1 1 0 0,1-1-1 0 0,-1 0 0 0 0,1 0 0 0 0,-1 0 0 0 0,1 0 1 0 0,-1 0-1 0 0,1 0 0 0 0,0 0 0 0 0,0-1 1 0 0,0 1-1 0 0,0 0 0 0 0,-2-3 0 0 0,1-1-42 0 0,0 1 0 0 0,0 0 0 0 0,0-1-1 0 0,1 0 1 0 0,0 1 0 0 0,0-1 0 0 0,0 0-1 0 0,1 0 1 0 0,-1 0 0 0 0,1 0 0 0 0,0 1-1 0 0,1-1 1 0 0,-1 0 0 0 0,1 0 0 0 0,0 0 0 0 0,0 1-1 0 0,0-1 1 0 0,1 0 0 0 0,0 1 0 0 0,0-1-1 0 0,0 1 1 0 0,3-6 0 0 0,3-3-427 0 0,0 1 0 0 0,1-1-1 0 0,0 1 1 0 0,0 1 0 0 0,2 0 0 0 0,11-10 0 0 0,115-87-5803 0 0,-75 66 818 0 0,-43 28 2599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6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3844 0 0,'30'-29'8464'0'0,"-24"27"-7553"0"0,-2 2-281 0 0,-2 10-160 0 0,2 19-144 0 0,1 0 0 0 0,1 0 0 0 0,1 0 0 0 0,2-1 0 0 0,16 37 0 0 0,-18-50-289 0 0,0 0-1 0 0,1-1 1 0 0,1 1 0 0 0,0-2 0 0 0,1 1 0 0 0,0-1 0 0 0,1-1 0 0 0,1 0 0 0 0,0-1 0 0 0,0 0 0 0 0,17 11 0 0 0,-25-19-26 0 0,-1-1 0 0 0,1 0 0 0 0,-1 0 1 0 0,1-1-1 0 0,0 1 0 0 0,0-1 0 0 0,0 0 1 0 0,0 0-1 0 0,0 0 0 0 0,0 0 1 0 0,0-1-1 0 0,0 1 0 0 0,0-1 0 0 0,0 0 1 0 0,0-1-1 0 0,0 1 0 0 0,0-1 0 0 0,0 1 1 0 0,0-1-1 0 0,0 0 0 0 0,7-3 1 0 0,-5 0-5 0 0,0 1 0 0 0,-1-1 0 0 0,1 0 0 0 0,-1 0 0 0 0,0-1 0 0 0,0 1 0 0 0,-1-1 1 0 0,1 0-1 0 0,-1-1 0 0 0,0 1 0 0 0,0-1 0 0 0,4-8 0 0 0,10-24 68 0 0,21-60 0 0 0,-7 14-986 0 0,-31 82 527 0 0,1 0-1 0 0,-1-1 0 0 0,0 1 0 0 0,1 0 0 0 0,-1-1 0 0 0,1 1 0 0 0,0 0 0 0 0,0 0 0 0 0,0 0 0 0 0,0 1 0 0 0,0-1 0 0 0,0 0 0 0 0,0 1 0 0 0,0-1 0 0 0,1 1 1 0 0,-1 0-1 0 0,1 0 0 0 0,-1 0 0 0 0,1 0 0 0 0,-1 0 0 0 0,1 1 0 0 0,0-1 0 0 0,-1 1 0 0 0,1-1 0 0 0,5 1 0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380 464 1500 0 0,'2'-2'2204'0'0,"-1"1"-1900"0"0,0 0-1 0 0,0 0 1 0 0,0 0 0 0 0,0 0-1 0 0,0 0 1 0 0,0-1-1 0 0,0 1 1 0 0,-1 0-1 0 0,1 0 1 0 0,0-1-1 0 0,-1 1 1 0 0,1 0-1 0 0,-1-1 1 0 0,0 1-1 0 0,1-1 1 0 0,-1 1 0 0 0,0-1-1 0 0,0 1 1 0 0,0-1-1 0 0,0 1 1 0 0,0-1-1 0 0,0 1 1 0 0,0-1-1 0 0,0 1 1 0 0,-1-3-1 0 0,0 2-170 0 0,0 0-1 0 0,0 0 0 0 0,0 0 0 0 0,-1 0 0 0 0,1 0 1 0 0,0 0-1 0 0,-1 0 0 0 0,1 0 0 0 0,-1 0 0 0 0,0 0 0 0 0,0 1 1 0 0,1-1-1 0 0,-1 1 0 0 0,0-1 0 0 0,0 1 0 0 0,-1 0 1 0 0,1 0-1 0 0,0 0 0 0 0,0 0 0 0 0,0 0 0 0 0,-1 0 0 0 0,1 1 1 0 0,0-1-1 0 0,-1 1 0 0 0,1 0 0 0 0,-4-1 0 0 0,-6 3 13 0 0,1 1-1 0 0,0-1 0 0 0,0 1 0 0 0,0 1 0 0 0,1 0 0 0 0,-1 1 1 0 0,1 0-1 0 0,0 1 0 0 0,0 0 0 0 0,-14 11 0 0 0,-2 3 69 0 0,1 2 1 0 0,-34 38-1 0 0,57-58-206 0 0,-19 20 84 0 0,-18 28 0 0 0,34-43-75 0 0,0-1 0 0 0,1 1 0 0 0,1 0 1 0 0,-1 0-1 0 0,1 0 0 0 0,0 1 0 0 0,0-1 0 0 0,1 1 0 0 0,-2 13 1 0 0,4-19-9 0 0,-1 0-1 0 0,1 0 1 0 0,0 1 0 0 0,0-1 0 0 0,1 0 0 0 0,-1 0 0 0 0,0 0 0 0 0,1 0-1 0 0,-1 0 1 0 0,1 0 0 0 0,0 0 0 0 0,0-1 0 0 0,-1 1 0 0 0,1 0 0 0 0,1 0 0 0 0,-1 0-1 0 0,0-1 1 0 0,0 1 0 0 0,0-1 0 0 0,1 1 0 0 0,1 1 0 0 0,0-1 2 0 0,0 0 1 0 0,1 0 0 0 0,-1 0-1 0 0,1-1 1 0 0,-1 1-1 0 0,1-1 1 0 0,0 0-1 0 0,-1 0 1 0 0,1 0-1 0 0,6 1 1 0 0,2-1 10 0 0,0-1 1 0 0,1 0-1 0 0,-1-1 0 0 0,0 0 1 0 0,0-1-1 0 0,15-4 0 0 0,-13 1 102 0 0,0 0-1 0 0,0-1 1 0 0,0-1-1 0 0,-1 0 1 0 0,0-1 0 0 0,12-10-1 0 0,68-61 1929 0 0,-86 73-1840 0 0,-1 0-1 0 0,1 0-1 0 0,0 1 1 0 0,10-7 0 0 0,-15 11-101 0 0,2 14-25 0 0,-15 29-36 0 0,4-15-25 0 0,-6 42-1 0 0,12-62-14 0 0,0 1-1 0 0,1-1 0 0 0,0 1 0 0 0,0-1 0 0 0,1 1 1 0 0,0-1-1 0 0,0 1 0 0 0,1-1 0 0 0,0 0 0 0 0,4 11 1 0 0,-4-15-5 0 0,0 0 1 0 0,0 0 0 0 0,0-1-1 0 0,1 1 1 0 0,-1 0-1 0 0,1-1 1 0 0,-1 0 0 0 0,1 1-1 0 0,0-1 1 0 0,0 0-1 0 0,0-1 1 0 0,0 1 0 0 0,0 0-1 0 0,0-1 1 0 0,1 0 0 0 0,-1 1-1 0 0,0-1 1 0 0,1-1-1 0 0,-1 1 1 0 0,1 0 0 0 0,-1-1-1 0 0,1 0 1 0 0,4 0-1 0 0,8 0 1 0 0,0 0-1 0 0,0-2 1 0 0,26-5-1 0 0,-9-1-2 0 0,0-1 0 0 0,-1-2-1 0 0,0-1 1 0 0,-1-2-1 0 0,-1-1 1 0 0,0-1-1 0 0,-1-2 1 0 0,-1-1-1 0 0,-1-1 1 0 0,0-1 0 0 0,32-34-1 0 0,-24 18-11 0 0,-2-1 0 0 0,-2-1 0 0 0,-1-2-1 0 0,-2-1 1 0 0,-2-1 0 0 0,-2-2 0 0 0,18-47 0 0 0,-30 62-15 0 0,-1-1-1 0 0,-1-1 1 0 0,-2 0 0 0 0,6-55 0 0 0,-13 84 20 0 0,-1 1-1 0 0,0-1 1 0 0,0 1-1 0 0,0-1 1 0 0,0 1-1 0 0,0-1 1 0 0,-1 0-1 0 0,1 1 1 0 0,-1 0-1 0 0,0-1 1 0 0,0 1-1 0 0,0-1 1 0 0,0 1-1 0 0,0 0 1 0 0,-2-4-1 0 0,2 5 4 0 0,0 0 0 0 0,0 0-1 0 0,0 1 1 0 0,-1-1-1 0 0,1 0 1 0 0,0 0 0 0 0,0 1-1 0 0,-1-1 1 0 0,1 0-1 0 0,-1 1 1 0 0,1 0 0 0 0,0-1-1 0 0,-1 1 1 0 0,1 0 0 0 0,-1 0-1 0 0,1 0 1 0 0,-1-1-1 0 0,1 2 1 0 0,0-1 0 0 0,-1 0-1 0 0,1 0 1 0 0,-1 0-1 0 0,1 1 1 0 0,-1-1 0 0 0,1 0-1 0 0,0 1 1 0 0,-1 0-1 0 0,1-1 1 0 0,-2 2 0 0 0,-6 2-6 0 0,1 1 1 0 0,-1 1 0 0 0,1-1 0 0 0,0 1-1 0 0,1 1 1 0 0,-1-1 0 0 0,1 1-1 0 0,-7 9 1 0 0,-5 8 6 0 0,-21 34-1 0 0,17-20-9 0 0,1 1 0 0 0,2 1 0 0 0,-22 67 0 0 0,32-77 18 0 0,2 0 0 0 0,1 1 0 0 0,1 0 0 0 0,1 0 0 0 0,0 60 0 0 0,6-80-74 0 0,0 0 0 0 0,0-1 0 0 0,1 1-1 0 0,0 0 1 0 0,1-1 0 0 0,0 1 0 0 0,1-1-1 0 0,0 0 1 0 0,0 0 0 0 0,1 0 0 0 0,1 0-1 0 0,-1-1 1 0 0,2 0 0 0 0,12 15 0 0 0,-5-10-637 0 0,1-1 1 0 0,0 0-1 0 0,1-1 1 0 0,0-1-1 0 0,1-1 1 0 0,0 0 0 0 0,25 10-1 0 0,12 2-4393 0 0,3-4-2836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94 1720 0 0,'12'-91'12269'0'0,"-11"89"-11583"0"0,-2 5-402 0 0,-13 107 581 0 0,-40 146-1 0 0,25-129-656 0 0,-16 102-1513 0 0,27-129-3408 0 0,12-75 1173 0 0,2-2-1394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7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19 209 3008 0 0,'2'-6'393'0'0,"8"-24"1638"0"0,1-1-1 0 0,1 2 1 0 0,18-33 0 0 0,-27 58-1915 0 0,-1 1 0 0 0,0-1 0 0 0,1 1 0 0 0,0-1 0 0 0,0 1 0 0 0,0 0 0 0 0,0 0 0 0 0,0 0 0 0 0,1 1 0 0 0,-1-1 0 0 0,1 1 0 0 0,0 0 0 0 0,0 0 0 0 0,0 0 0 0 0,0 0 0 0 0,7-1 0 0 0,-6 2-29 0 0,1 0 0 0 0,-1 0 0 0 0,1 1 0 0 0,0 0 0 0 0,-1 0 0 0 0,1 1 0 0 0,0 0 0 0 0,-1 0 0 0 0,1 0 0 0 0,-1 0 0 0 0,8 4 0 0 0,0 1-9 0 0,0 0-1 0 0,-1 1 1 0 0,0 0-1 0 0,0 1 0 0 0,-1 0 1 0 0,0 1-1 0 0,0 0 1 0 0,-1 1-1 0 0,12 15 1 0 0,-16-19-51 0 0,0 1 0 0 0,-1 0 1 0 0,0 1-1 0 0,-1-1 0 0 0,0 1 1 0 0,0 0-1 0 0,0 0 0 0 0,-1 1 1 0 0,0-1-1 0 0,-1 1 0 0 0,0-1 0 0 0,0 1 1 0 0,-1 0-1 0 0,0-1 0 0 0,-1 1 1 0 0,1 0-1 0 0,-2 0 0 0 0,1 0 1 0 0,-1 0-1 0 0,-1-1 0 0 0,0 1 1 0 0,0 0-1 0 0,0-1 0 0 0,-1 0 1 0 0,-1 1-1 0 0,1-1 0 0 0,-1 0 1 0 0,-1-1-1 0 0,-7 12 0 0 0,3-7 100 0 0,-1 0 0 0 0,-1-1 1 0 0,0 0-1 0 0,-1-1 0 0 0,1 0 0 0 0,-2-1 0 0 0,0 0 0 0 0,0-1 0 0 0,0-1 0 0 0,-1 0 0 0 0,-18 7 1 0 0,30-14 178 0 0,0-1-220 0 0,2 0-84 0 0,0 1 0 0 0,0 0 0 0 0,0 0 0 0 0,0 0 0 0 0,-1 0 0 0 0,1 0 0 0 0,0 0 0 0 0,0 0 0 0 0,0-1 0 0 0,0 1 0 0 0,0 0 0 0 0,0 0 0 0 0,-1 0 0 0 0,1 0 0 0 0,0 0 0 0 0,0-1 0 0 0,0 1 0 0 0,0 0 0 0 0,0 0 0 0 0,0 0 0 0 0,0 0 0 0 0,0-1 0 0 0,0 1 0 0 0,0 0 0 0 0,0 0 0 0 0,0 0 0 0 0,0-1 0 0 0,0 1 0 0 0,0 0 0 0 0,0 0 0 0 0,0 0 0 0 0,0 0 0 0 0,0-1 0 0 0,0 1 0 0 0,0 0 0 0 0,0 0 0 0 0,0-1 0 0 0,6-1 12 0 0,-1-1 1 0 0,0 1-1 0 0,1 0 0 0 0,-1 0 0 0 0,1 1 0 0 0,0 0 0 0 0,-1 0 0 0 0,1 0 0 0 0,0 0 0 0 0,0 1 0 0 0,0 0 1 0 0,-1 0-1 0 0,1 1 0 0 0,0 0 0 0 0,0 0 0 0 0,-1 0 0 0 0,11 4 0 0 0,-2 0 88 0 0,1 0 1 0 0,-1 1-1 0 0,-1 1 0 0 0,1 0 0 0 0,23 17 1 0 0,-26-16 19 0 0,-1 1 1 0 0,0 1 0 0 0,0-1 0 0 0,-1 2-1 0 0,0-1 1 0 0,0 1 0 0 0,-1 1-1 0 0,-1-1 1 0 0,0 1 0 0 0,-1 1-1 0 0,9 21 1 0 0,-13-26-46 0 0,1 0 0 0 0,-1 0 0 0 0,-1 1 0 0 0,0-1 0 0 0,0 0 0 0 0,0 1 0 0 0,-1-1 0 0 0,0 0 0 0 0,-1 1 0 0 0,0-1 0 0 0,0 0 0 0 0,-1 1 0 0 0,0-1 0 0 0,0 0 0 0 0,-1 0 0 0 0,0 0 0 0 0,0-1 0 0 0,-1 1 0 0 0,0-1 0 0 0,-7 10 0 0 0,0-3-1 0 0,-1-1 1 0 0,0-1 0 0 0,-1 0-1 0 0,0 0 1 0 0,-1-2-1 0 0,0 1 1 0 0,-1-2 0 0 0,0 0-1 0 0,-1-1 1 0 0,-29 12-1 0 0,20-11-30 0 0,-1-1 0 0 0,0-1-1 0 0,0-1 1 0 0,-1-1 0 0 0,1-2-1 0 0,-39 1 1 0 0,59-4-103 0 0,-1 0 0 0 0,0-1-1 0 0,1 0 1 0 0,-1 0 0 0 0,1-1 0 0 0,-1 1 0 0 0,1-2 0 0 0,-1 1-1 0 0,-7-4 1 0 0,13 5-63 0 0,-1 0 0 0 0,1 0 0 0 0,-1 0 0 0 0,1 0-1 0 0,0 0 1 0 0,-1 0 0 0 0,1-1 0 0 0,0 1-1 0 0,0 0 1 0 0,0-1 0 0 0,0 1 0 0 0,0 0 0 0 0,0-1-1 0 0,0 1 1 0 0,0-1 0 0 0,1 0 0 0 0,-1 1 0 0 0,1-1-1 0 0,-1 1 1 0 0,1-1 0 0 0,0 0 0 0 0,-1 0 0 0 0,1 1-1 0 0,0-1 1 0 0,0 0 0 0 0,0 1 0 0 0,0-1 0 0 0,1 0-1 0 0,-1 1 1 0 0,0-1 0 0 0,1 0 0 0 0,-1 1 0 0 0,1-1-1 0 0,0 0 1 0 0,-1 1 0 0 0,1-1 0 0 0,0 1 0 0 0,0-1-1 0 0,0 1 1 0 0,2-3 0 0 0,4-5-836 0 0,0 1 0 0 0,1 0 0 0 0,0 0 0 0 0,0 1 1 0 0,1 0-1 0 0,17-10 0 0 0,-7 3-1709 0 0,21-14-3322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8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2624 0 0,'13'-4'3825'0'0,"0"-1"0"0"0,19-9 0 0 0,-30 13-3283 0 0,34 3-252 0 0,0 2-1 0 0,0 2 1 0 0,62 18-1 0 0,-21-5-3604 0 0,-36-7-2284 0 0,-23-7 1118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8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 2732 0 0,'-175'69'11176'0'0,"174"-69"-11098"0"0,0 0 0 0 0,0 1 0 0 0,0-1 0 0 0,0 1-1 0 0,0-1 1 0 0,0 1 0 0 0,0 0 0 0 0,0-1 0 0 0,0 1 0 0 0,0 0 0 0 0,0-1 0 0 0,0 1 0 0 0,0 0 0 0 0,0 0-1 0 0,1 0 1 0 0,-1 0 0 0 0,0 0 0 0 0,1 0 0 0 0,-1 0 0 0 0,1 0 0 0 0,-1 0 0 0 0,1 0 0 0 0,-1 1 0 0 0,1 0 0 0 0,0-1-37 0 0,1 0 0 0 0,-1 0 0 0 0,1 0 0 0 0,0 0 0 0 0,0 0 0 0 0,-1 0 0 0 0,1 0 0 0 0,0 0 0 0 0,0 0 0 0 0,0-1 0 0 0,0 1 0 0 0,0 0 0 0 0,0-1 0 0 0,0 1 0 0 0,0 0 0 0 0,0-1 0 0 0,0 1 0 0 0,1-1 0 0 0,-1 0 0 0 0,0 1 0 0 0,0-1 0 0 0,0 0 0 0 0,1 0 0 0 0,-1 0 0 0 0,2 0 0 0 0,26 5-21 0 0,0-2 0 0 0,1-2 1 0 0,0 0-1 0 0,30-4 0 0 0,31-8-2491 0 0,-3-4-3503 0 0,-43 5-200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688 232 852 0 0,'7'-10'1283'0'0,"-1"0"-1"0"0,0-1 0 0 0,0 1 1 0 0,-1-1-1 0 0,0 0 1 0 0,-1 0-1 0 0,4-18 1 0 0,-6 23-1035 0 0,-1 1 0 0 0,0 0 0 0 0,0-1 0 0 0,0 1 0 0 0,-1-1 0 0 0,0 1 0 0 0,0-1 0 0 0,-1 1 1 0 0,1-1-1 0 0,-1 1 0 0 0,0-1 0 0 0,0 1 0 0 0,-1-1 0 0 0,0 1 0 0 0,0 0 0 0 0,0 0 0 0 0,-1 0 0 0 0,-3-6 0 0 0,4 9-214 0 0,1 0 0 0 0,-1 1 0 0 0,0-1 0 0 0,0 0-1 0 0,1 1 1 0 0,-1 0 0 0 0,0-1 0 0 0,0 1-1 0 0,0 0 1 0 0,-1 0 0 0 0,1 0 0 0 0,0 0 0 0 0,0 0-1 0 0,0 1 1 0 0,-1-1 0 0 0,-3 0 0 0 0,1 1-6 0 0,0 0 0 0 0,1 0-1 0 0,-1 1 1 0 0,0-1 0 0 0,0 1 0 0 0,1 0 0 0 0,-10 3 0 0 0,0 2 0 0 0,1 0 0 0 0,-1 1 0 0 0,1 1 0 0 0,-16 11 1 0 0,8-2 111 0 0,0 0 1 0 0,1 2-1 0 0,1 0 1 0 0,1 1-1 0 0,0 0 1 0 0,2 2-1 0 0,0 0 1 0 0,2 1 0 0 0,-20 40-1 0 0,16-21 312 0 0,1 2 0 0 0,3 0 0 0 0,1 0 0 0 0,-12 83 0 0 0,-33 324 1760 0 0,-28 172 63 0 0,53-426-1711 0 0,-25 126 446 0 0,50-281-864 0 0,0-12-27 0 0,2 1-1 0 0,2-1 1 0 0,0 1-1 0 0,2 41 0 0 0,2-68-106 0 0,0-1 0 0 0,1 1 0 0 0,-1-1 0 0 0,1 0 0 0 0,0 1 0 0 0,0-1 0 0 0,0 0 0 0 0,0 0 0 0 0,1 1 0 0 0,-1-1 0 0 0,1 0 0 0 0,0 0 0 0 0,0-1 0 0 0,0 1 0 0 0,0 0 0 0 0,1-1 0 0 0,2 3 0 0 0,-1-2-2 0 0,0 0 0 0 0,0-1 0 0 0,0 0 0 0 0,0 0 1 0 0,0 0-1 0 0,0 0 0 0 0,1-1 0 0 0,-1 0 0 0 0,1 0 1 0 0,-1 0-1 0 0,7 0 0 0 0,9 0-239 0 0,0-1-1 0 0,1-2 1 0 0,-1 0 0 0 0,32-7-1 0 0,-50 8 181 0 0,50-11-1681 0 0,-1-3 1 0 0,0-1-1 0 0,69-34 1 0 0,49-42-7715 0 0,-107 52 1840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9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474 185 580 0 0,'-4'-14'2110'0'0,"-1"0"1"0"0,0 0-1 0 0,-9-17 0 0 0,9 21-1186 0 0,-1 0 1 0 0,0 1-1 0 0,-1-1 0 0 0,-14-15 0 0 0,16 21-761 0 0,1-1 0 0 0,-1 1-1 0 0,0 0 1 0 0,0 0 0 0 0,0 1 0 0 0,-1-1 0 0 0,1 1 0 0 0,-1 0-1 0 0,0 1 1 0 0,1-1 0 0 0,-1 1 0 0 0,-1 0 0 0 0,1 1 0 0 0,0-1-1 0 0,0 1 1 0 0,-1 1 0 0 0,1-1 0 0 0,0 1 0 0 0,-1 0-1 0 0,1 0 1 0 0,0 1 0 0 0,-10 2 0 0 0,0 1-38 0 0,0 1-1 0 0,1 1 1 0 0,0 0-1 0 0,0 1 1 0 0,0 1 0 0 0,1 0-1 0 0,0 1 1 0 0,0 0-1 0 0,-17 17 1 0 0,22-18-92 0 0,0 1 1 0 0,1-1-1 0 0,0 2 1 0 0,1-1-1 0 0,-1 1 1 0 0,2 0-1 0 0,0 1 1 0 0,0-1-1 0 0,1 1 1 0 0,0 0-1 0 0,1 1 1 0 0,0-1-1 0 0,-3 19 1 0 0,6-25-23 0 0,1 0 0 0 0,0 0 1 0 0,0 0-1 0 0,0-1 1 0 0,1 1-1 0 0,-1 0 0 0 0,1 0 1 0 0,0-1-1 0 0,1 1 0 0 0,-1-1 1 0 0,1 1-1 0 0,0-1 1 0 0,0 0-1 0 0,0 1 0 0 0,1-1 1 0 0,-1 0-1 0 0,1 0 0 0 0,0-1 1 0 0,5 5-1 0 0,-4-4-3 0 0,0 0 1 0 0,0 0-1 0 0,0-1 0 0 0,1 0 1 0 0,0 0-1 0 0,0 0 0 0 0,-1 0 0 0 0,1-1 1 0 0,1 0-1 0 0,-1 0 0 0 0,0 0 1 0 0,1-1-1 0 0,-1 0 0 0 0,0 0 1 0 0,12 1-1 0 0,-12-2-6 0 0,0-1 0 0 0,0 1 0 0 0,0-1 1 0 0,1 0-1 0 0,-1-1 0 0 0,0 1 0 0 0,-1-1 0 0 0,1 0 1 0 0,0 0-1 0 0,0 0 0 0 0,-1-1 0 0 0,1 0 0 0 0,-1 0 0 0 0,0 0 1 0 0,0 0-1 0 0,0-1 0 0 0,0 1 0 0 0,-1-1 0 0 0,1 0 1 0 0,2-5-1 0 0,6-9 77 0 0,-1 0 1 0 0,-1 0-1 0 0,12-35 1 0 0,-1 7 987 0 0,-20 43-1010 0 0,9-17 340 0 0,-4 16-221 0 0,-3 13-111 0 0,-2 151 323 0 0,-1-1-3720 0 0,1-151 2575 0 0,0 0-1 0 0,1 0 1 0 0,0-1-1 0 0,2 9 0 0 0,11 11-5116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29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65 3284 0 0,'49'-64'13805'0'0,"-48"63"-13394"0"0,0 10 457 0 0,-3 14 83 0 0,-10 10-577 0 0,-1-1 0 0 0,-29 53-1 0 0,7-16-662 0 0,23-45-570 0 0,-2 4-1394 0 0,6-10-2512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0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40 259 3112 0 0,'116'-258'15196'0'0,"-116"258"-15177"0"0,0 0-1 0 0,0 1 0 0 0,0-1 0 0 0,0 0 1 0 0,0 1-1 0 0,0-1 0 0 0,0 0 0 0 0,1 1 1 0 0,-1-1-1 0 0,0 0 0 0 0,0 0 1 0 0,0 1-1 0 0,0-1 0 0 0,1 0 0 0 0,-1 0 1 0 0,0 1-1 0 0,0-1 0 0 0,1 0 0 0 0,-1 0 1 0 0,0 0-1 0 0,0 1 0 0 0,1-1 1 0 0,-1 0-1 0 0,0 0 0 0 0,1 0 0 0 0,-1 0 1 0 0,0 0-1 0 0,1 0 0 0 0,-1 1 0 0 0,0-1 1 0 0,0 0-1 0 0,1 0 0 0 0,-1 0 0 0 0,0 0 1 0 0,1 0-1 0 0,-1 0 0 0 0,0 0 1 0 0,1-1-1 0 0,-1 1 0 0 0,0 0 0 0 0,1 0 1 0 0,-1 0-1 0 0,0 0 0 0 0,1 0 0 0 0,-1 0 1 0 0,0 0-1 0 0,0-1 0 0 0,1 1 1 0 0,-1 0-1 0 0,0 0 0 0 0,0 0 0 0 0,1-1 1 0 0,-1 1-1 0 0,0 0 0 0 0,0 0 0 0 0,0-1 1 0 0,1 1-1 0 0,-1 0 0 0 0,0-1 0 0 0,0 1 1 0 0,0 0-1 0 0,0 0 0 0 0,0-1 1 0 0,0 1-1 0 0,0 0 0 0 0,1-1 0 0 0,4 26 372 0 0,-2 15-1 0 0,-2 1 0 0 0,-7 63-1 0 0,-21 80 180 0 0,15-111-409 0 0,-33 118 156 0 0,13-72 44 0 0,21-84 1041 0 0,10-34-823 0 0,13-25-279 0 0,-4 10-252 0 0,1 1 1 0 0,1 0 0 0 0,0 1 0 0 0,0 0 0 0 0,1 1 0 0 0,1 0 0 0 0,0 0 0 0 0,25-16 0 0 0,-32 23-49 0 0,1 1 1 0 0,-1 0-1 0 0,1 0 1 0 0,-1 0 0 0 0,1 1-1 0 0,0 0 1 0 0,0 0-1 0 0,0 1 1 0 0,0 0 0 0 0,0 0-1 0 0,1 0 1 0 0,-1 0 0 0 0,0 1-1 0 0,0 0 1 0 0,1 1-1 0 0,-1-1 1 0 0,0 1 0 0 0,0 0-1 0 0,0 1 1 0 0,0 0 0 0 0,0 0-1 0 0,0 0 1 0 0,0 0-1 0 0,-1 1 1 0 0,10 6 0 0 0,-8-4 18 0 0,-1 0 1 0 0,0 1 0 0 0,0 0 0 0 0,0 0-1 0 0,-1 1 1 0 0,0 0 0 0 0,0 0-1 0 0,-1 0 1 0 0,0 0 0 0 0,0 1 0 0 0,-1-1-1 0 0,0 1 1 0 0,0 0 0 0 0,-1 0-1 0 0,0 0 1 0 0,0 0 0 0 0,-1 1 0 0 0,0-1-1 0 0,0 0 1 0 0,-1 1 0 0 0,0-1-1 0 0,-1 10 1 0 0,0-10 121 0 0,0 0 1 0 0,0 0-1 0 0,-1 0 0 0 0,0 0 1 0 0,0 0-1 0 0,-1 0 0 0 0,0 0 0 0 0,0-1 1 0 0,-1 1-1 0 0,0-1 0 0 0,0 0 1 0 0,-1 0-1 0 0,0-1 0 0 0,0 1 0 0 0,-1-1 1 0 0,1 0-1 0 0,-1-1 0 0 0,-1 1 1 0 0,1-1-1 0 0,-1 0 0 0 0,0-1 0 0 0,-12 7 1 0 0,7-7-28 0 0,0 1 1 0 0,0-2 0 0 0,0 0-1 0 0,-1 0 1 0 0,1-1-1 0 0,-1-1 1 0 0,0 0 0 0 0,1-1-1 0 0,-24-2 1 0 0,27 1-248 0 0,-1 0 0 0 0,1-1 0 0 0,0-1-1 0 0,0 1 1 0 0,0-2 0 0 0,0 1 0 0 0,0-1 0 0 0,1 0 0 0 0,0-1 0 0 0,-1 0 0 0 0,2 0-1 0 0,-1-1 1 0 0,-13-12 0 0 0,18 14-221 0 0,1 1-1 0 0,-1 0 0 0 0,1-1 1 0 0,0 0-1 0 0,0 1 0 0 0,0-1 1 0 0,0 0-1 0 0,1 0 0 0 0,-1 0 1 0 0,1 0-1 0 0,0 0 0 0 0,0-1 1 0 0,1 1-1 0 0,-1 0 0 0 0,1 0 1 0 0,0 0-1 0 0,0-1 1 0 0,0 1-1 0 0,1 0 0 0 0,0 0 1 0 0,1-7-1 0 0,2-1-1423 0 0,0-1-1 0 0,1 1 1 0 0,0-1 0 0 0,1 2-1 0 0,13-20 1 0 0,9-10-5283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445 202 1264 0 0,'-9'-29'6412'0'0,"-24"-49"0"0"0,4 12-676 0 0,29 65-5705 0 0,-1 1 0 0 0,1-1 1 0 0,0 0-1 0 0,-1 1 0 0 0,1-1 1 0 0,0 0-1 0 0,0 1 0 0 0,-1-1 0 0 0,1 0 1 0 0,0 0-1 0 0,0 1 0 0 0,0-1 1 0 0,0 0-1 0 0,0 0 0 0 0,0 1 0 0 0,0-1 1 0 0,0 0-1 0 0,0 1 0 0 0,1-1 1 0 0,-1 0-1 0 0,0 0 0 0 0,0 1 0 0 0,1-1 1 0 0,-1 0-1 0 0,0 1 0 0 0,1-1 1 0 0,-1 0-1 0 0,0 1 0 0 0,1-1 0 0 0,-1 1 1 0 0,1-1-1 0 0,-1 1 0 0 0,1-1 1 0 0,0 1-1 0 0,-1-1 0 0 0,1 1 0 0 0,-1-1 1 0 0,1 1-1 0 0,0 0 0 0 0,-1-1 1 0 0,1 1-1 0 0,0 0 0 0 0,0 0 0 0 0,1-1 1 0 0,3 0 20 0 0,0 1 1 0 0,1 0 0 0 0,-1 0 0 0 0,1 0-1 0 0,5 1 1 0 0,-1 0 42 0 0,338 52 559 0 0,-331-49-647 0 0,15 2 16 0 0,6 0 11 0 0,0 3 1 0 0,40 14-1 0 0,-73-21 81 0 0,0 1 1 0 0,0 0-1 0 0,0 0 0 0 0,-1 0 1 0 0,1 1-1 0 0,-1-1 0 0 0,0 1 1 0 0,0 0-1 0 0,0 1 0 0 0,0-1 1 0 0,-1 1-1 0 0,0-1 1 0 0,0 1-1 0 0,0 0 0 0 0,0 0 1 0 0,-1 0-1 0 0,0 1 0 0 0,0-1 1 0 0,0 0-1 0 0,-1 1 0 0 0,1 0 1 0 0,-1 5-1 0 0,3 15 572 0 0,-2 1 0 0 0,-1-1 1 0 0,-3 37-1 0 0,2-55-585 0 0,-70 613 3496 0 0,7-103-2612 0 0,1 27-737 0 0,57-514-249 0 0,-2 1 0 0 0,-22 59 0 0 0,26-86 0 0 0,0 0 0 0 0,0 0 0 0 0,-1-1 0 0 0,0 1 0 0 0,0-1 0 0 0,0 0 0 0 0,0 0 0 0 0,0 0 0 0 0,-1 0 0 0 0,0-1 0 0 0,1 1 0 0 0,-1-1 0 0 0,-1-1 0 0 0,1 1 0 0 0,0-1 0 0 0,-10 3 0 0 0,-10 3 0 0 0,0-2 0 0 0,-35 5 0 0 0,57-11 0 0 0,-220 30-3943 0 0,-114-3-9303 0 0,264-24 72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2 968 0 0,'0'0'5717'0'0,"-12"-2"-6641"0"0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3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11 608 0 0,'-2'0'523'0'0,"-51"-6"3930"0"0,-19 2-2561 0 0,69 4-1783 0 0,-13 0-159 0 0,5 2-465 0 0,3 2-1903 0 0,-4 0 220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4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 1036 0 0,'0'0'3444'0'0,"-15"2"-2143"0"0,1-4-1189 0 0,2-2-3601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4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11 52 0 0,'0'0'5168'0'0,"-16"-4"-3903"0"0,8 1-1277 0 0,-4-1-4057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4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0 1348 0 0,'-43'15'5272'0'0,"34"-13"-4944"0"0,0 1-1 0 0,1 0 1 0 0,-1 1 0 0 0,-9 5 0 0 0,16-9-499 0 0,-3 8-426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35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1 556 0 0,'6'5'6057'0'0,"0"2"-6029"0"0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5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1114 148 1036 0 0,'2'-12'4755'0'0,"-2"9"-4277"0"0,1-1 0 0 0,-1 1-1 0 0,0-1 1 0 0,0 1 0 0 0,0-1-1 0 0,-1 1 1 0 0,1-1 0 0 0,-1 1-1 0 0,0-1 1 0 0,0 1 0 0 0,0 0-1 0 0,0-1 1 0 0,-1 1 0 0 0,-2-5-1 0 0,1 3-164 0 0,0 1-1 0 0,-1-1 1 0 0,0 1-1 0 0,0 0 1 0 0,0 0-1 0 0,0 0 1 0 0,-1 1-1 0 0,-6-5 1 0 0,1 2-195 0 0,0 1 0 0 0,0 0-1 0 0,-1 0 1 0 0,1 1 0 0 0,-1 1 0 0 0,0 0 0 0 0,0 0 0 0 0,-19-1 0 0 0,5 3-88 0 0,1 2 1 0 0,0 0-1 0 0,0 2 1 0 0,0 1 0 0 0,0 0-1 0 0,1 2 1 0 0,0 1 0 0 0,0 1-1 0 0,0 1 1 0 0,1 0 0 0 0,1 2-1 0 0,-40 26 1 0 0,17-6-7 0 0,1 2-1 0 0,1 2 1 0 0,3 2 0 0 0,-60 70 0 0 0,52-50 56 0 0,2 3-1 0 0,2 1 1 0 0,-60 120 0 0 0,85-143-1 0 0,1 1 0 0 0,3 0 0 0 0,1 1 0 0 0,2 0 0 0 0,1 1 0 0 0,3 1 0 0 0,1-1 0 0 0,-1 54 0 0 0,8-77-52 0 0,0 0 0 0 0,1 0-1 0 0,0 0 1 0 0,1-1 0 0 0,2 1 0 0 0,-1-1 0 0 0,2 0-1 0 0,0 0 1 0 0,2 0 0 0 0,-1-1 0 0 0,2 0 0 0 0,20 28-1 0 0,-19-32-5 0 0,1 1-1 0 0,0-1 0 0 0,1-1 1 0 0,0 0-1 0 0,1 0 1 0 0,0-2-1 0 0,1 1 0 0 0,0-2 1 0 0,1 0-1 0 0,-1 0 1 0 0,1-2-1 0 0,1 0 0 0 0,-1 0 1 0 0,22 3-1 0 0,-11-3-82 0 0,0-2 0 0 0,1-1 0 0 0,-1-1 0 0 0,1-2 0 0 0,31-2-1 0 0,-39 0-501 0 0,0-1 1 0 0,0-1-1 0 0,-1 0 0 0 0,1-2 0 0 0,-1 0 0 0 0,0-1 0 0 0,32-17 0 0 0,-45 20-202 0 0,1 0 0 0 0,0 0 0 0 0,-1-1 0 0 0,0 1 1 0 0,0-1-1 0 0,0 0 0 0 0,-1-1 0 0 0,1 1 0 0 0,5-11 1 0 0,0 0-3320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7:59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174 127 2076 0 0,'1'-2'616'0'0,"0"0"-1"0"0,0 0 0 0 0,1 0 1 0 0,-2 0-1 0 0,1 0 1 0 0,0 0-1 0 0,0 0 0 0 0,-1-1 1 0 0,1 1-1 0 0,-1 0 0 0 0,0-1 1 0 0,0 1-1 0 0,0 0 1 0 0,0-1-1 0 0,0 1 0 0 0,0 0 1 0 0,-2-7 3154 0 0,-1 10-3013 0 0,0 1-551 0 0,0 0 1 0 0,-1 1 0 0 0,1-1-1 0 0,0 1 1 0 0,0-1-1 0 0,1 1 1 0 0,-1 0-1 0 0,0 0 1 0 0,1 0-1 0 0,-4 6 1 0 0,-21 43 805 0 0,14-28-694 0 0,4-5-148 0 0,0 1 0 0 0,0 0 0 0 0,-9 41 0 0 0,15-47-133 0 0,0-1 1 0 0,1 1 0 0 0,1-1-1 0 0,0 1 1 0 0,1 0 0 0 0,0 0-1 0 0,4 18 1 0 0,-4-28-33 0 0,1-1 0 0 0,0 1 0 0 0,-1-1 1 0 0,1 0-1 0 0,1 0 0 0 0,-1 1 0 0 0,0-1 0 0 0,1 0 0 0 0,0 0 1 0 0,-1 0-1 0 0,1 0 0 0 0,0-1 0 0 0,1 1 0 0 0,-1 0 0 0 0,0-1 1 0 0,1 0-1 0 0,-1 1 0 0 0,1-1 0 0 0,0 0 0 0 0,0 0 0 0 0,0-1 0 0 0,0 1 1 0 0,0 0-1 0 0,0-1 0 0 0,0 0 0 0 0,1 0 0 0 0,-1 0 0 0 0,0 0 1 0 0,1 0-1 0 0,-1-1 0 0 0,1 0 0 0 0,-1 1 0 0 0,0-1 0 0 0,7-1 0 0 0,-1 0 4 0 0,0-1-1 0 0,0 1 1 0 0,0-2-1 0 0,0 1 1 0 0,-1-1-1 0 0,1-1 1 0 0,-1 0-1 0 0,1 0 1 0 0,-2 0-1 0 0,1-1 1 0 0,0 0-1 0 0,7-7 1 0 0,-4 1-6 0 0,-1 0 0 0 0,0 0 0 0 0,-1-1 0 0 0,0 0 0 0 0,-1-1 0 0 0,0 0 1 0 0,-1 0-1 0 0,-1 0 0 0 0,0-1 0 0 0,-1 0 0 0 0,0-1 0 0 0,-1 1 0 0 0,4-27 1 0 0,-7 31-6 0 0,1-2 1 0 0,-1 1 0 0 0,-1 0-1 0 0,0 0 1 0 0,-1 0 0 0 0,0 0-1 0 0,-1 0 1 0 0,0 0 0 0 0,0 0 0 0 0,-1 1-1 0 0,-1-1 1 0 0,0 1 0 0 0,0-1-1 0 0,-1 1 1 0 0,0 1 0 0 0,-1-1 0 0 0,0 1-1 0 0,0 0 1 0 0,-10-10 0 0 0,12 15-3 0 0,0 0 1 0 0,0 1-1 0 0,0 0 1 0 0,0 0-1 0 0,-1 0 1 0 0,1 1-1 0 0,-1-1 1 0 0,0 1-1 0 0,0 0 1 0 0,1 0-1 0 0,-1 1 1 0 0,0 0-1 0 0,-1-1 1 0 0,1 2-1 0 0,-9-2 0 0 0,6 3 4 0 0,0-1-1 0 0,0 1 1 0 0,0 0-1 0 0,0 1 1 0 0,1 0-1 0 0,-1 0 0 0 0,0 0 1 0 0,1 1-1 0 0,-13 7 1 0 0,10-5-5 0 0,1 1 0 0 0,0 0 1 0 0,0 1-1 0 0,0 0 0 0 0,1 0 0 0 0,0 0 1 0 0,1 1-1 0 0,0 1 0 0 0,0-1 1 0 0,0 1-1 0 0,1 0 0 0 0,1 0 0 0 0,-1 1 1 0 0,2 0-1 0 0,-7 16 0 0 0,10-21-176 0 0,0 0-1 0 0,0-1 0 0 0,0 1 0 0 0,0 0 0 0 0,1 0 1 0 0,0 0-1 0 0,0 0 0 0 0,0 0 0 0 0,1-1 0 0 0,0 1 1 0 0,0 0-1 0 0,0 0 0 0 0,0-1 0 0 0,1 1 0 0 0,0 0 1 0 0,0-1-1 0 0,0 0 0 0 0,0 1 0 0 0,1-1 1 0 0,-1 0-1 0 0,1 0 0 0 0,0 0 0 0 0,1-1 0 0 0,-1 1 1 0 0,0-1-1 0 0,1 0 0 0 0,0 1 0 0 0,0-2 0 0 0,0 1 1 0 0,0 0-1 0 0,8 3 0 0 0,-3-2-227 0 0,0-1 1 0 0,0 0-1 0 0,0 0 1 0 0,1 0-1 0 0,-1-1 0 0 0,1-1 1 0 0,-1 0-1 0 0,1 0 1 0 0,-1-1-1 0 0,1 0 0 0 0,0 0 1 0 0,-1-1-1 0 0,1-1 0 0 0,-1 0 1 0 0,15-4-1 0 0,-11 1 253 0 0,0-1 0 0 0,-1 0 0 0 0,0 0 0 0 0,0-2 0 0 0,-1 1 0 0 0,0-1 0 0 0,16-16 0 0 0,0-4 1080 0 0,32-41-1 0 0,1-4 1658 0 0,-58 71-2462 0 0,1-1 0 0 0,-1 1 1 0 0,0 0-1 0 0,1 0 0 0 0,-1 0 0 0 0,1 0 0 0 0,-1 1 1 0 0,1-1-1 0 0,0 1 0 0 0,-1-1 0 0 0,1 1 1 0 0,0 0-1 0 0,0 0 0 0 0,0 0 0 0 0,0 1 0 0 0,0-1 1 0 0,1 1-1 0 0,-1 0 0 0 0,4 0 0 0 0,-4 0-26 0 0,0 1-1 0 0,-1-1 0 0 0,1 1 1 0 0,0 0-1 0 0,0 0 0 0 0,-1 1 1 0 0,1-1-1 0 0,-1 0 0 0 0,1 1 1 0 0,-1-1-1 0 0,1 1 0 0 0,-1 0 1 0 0,0 0-1 0 0,0 0 0 0 0,0 0 1 0 0,0 0-1 0 0,0 1 0 0 0,-1-1 1 0 0,1 1-1 0 0,0-1 0 0 0,0 4 1 0 0,4 6 39 0 0,-1 0 1 0 0,-1 0 0 0 0,0 1-1 0 0,-1-1 1 0 0,0 1 0 0 0,-1 0-1 0 0,0 0 1 0 0,-1 0 0 0 0,0 0-1 0 0,-2 0 1 0 0,-1 16 0 0 0,-4 17 58 0 0,-23 82 0 0 0,20-91-57 0 0,6-24 243 0 0,8-27-183 0 0,3-10-134 0 0,68-137-22 0 0,-64 140-41 0 0,1 1 1 0 0,1 0 0 0 0,0 1 0 0 0,1 1 0 0 0,26-24 0 0 0,-37 38 4 0 0,0 1 0 0 0,0 0 1 0 0,1-1-1 0 0,-1 2 0 0 0,1-1 0 0 0,-1 0 0 0 0,1 1 1 0 0,0 0-1 0 0,0 0 0 0 0,0 0 0 0 0,0 1 1 0 0,0-1-1 0 0,1 1 0 0 0,-1 0 0 0 0,7 0 1 0 0,-7 2 16 0 0,-1-1 0 0 0,0 1-1 0 0,0 0 1 0 0,1 0 0 0 0,-1 0 0 0 0,0 1 0 0 0,0-1 0 0 0,0 1 0 0 0,0 0 0 0 0,-1 0 0 0 0,1 1 0 0 0,0-1 0 0 0,-1 1 0 0 0,0-1 0 0 0,1 1 0 0 0,-1 0 0 0 0,0 1 0 0 0,-1-1 0 0 0,4 4 0 0 0,1 4 24 0 0,0 0 1 0 0,0 0-1 0 0,-1 1 1 0 0,0-1-1 0 0,5 20 1 0 0,14 65 94 0 0,-19-69-123 0 0,5 28 52 0 0,-7-29-1043 0 0,9 28 1 0 0,-13-53 772 0 0,0 0-1 0 0,0 0 1 0 0,1 1-1 0 0,-1-1 1 0 0,0 0-1 0 0,1 0 1 0 0,-1 0 0 0 0,1 0-1 0 0,-1 0 1 0 0,1 0-1 0 0,0 0 1 0 0,-1 0-1 0 0,1 0 1 0 0,0 0 0 0 0,0 0-1 0 0,-1-1 1 0 0,1 1-1 0 0,0 0 1 0 0,0-1-1 0 0,2 2 1 0 0,-2-2 126 0 0,-1 0 0 0 0,1-1 1 0 0,0 1-1 0 0,0 0 0 0 0,0-1 0 0 0,-1 1 0 0 0,1-1 1 0 0,0 1-1 0 0,-1-1 0 0 0,1 1 0 0 0,0-1 0 0 0,-1 1 0 0 0,1-1 1 0 0,-1 0-1 0 0,1 1 0 0 0,-1-1 0 0 0,1 0 0 0 0,-1 1 1 0 0,1-1-1 0 0,-1 0 0 0 0,0 0 0 0 0,1 0 0 0 0,-1 1 1 0 0,0-1-1 0 0,0 0 0 0 0,1-1 0 0 0,7-25-180 0 0,0-2 0 0 0,-2 1 0 0 0,4-33 1 0 0,-4 18 1102 0 0,-2 16 83 0 0,6-31 1201 0 0,-9 53-1851 0 0,0 1 0 0 0,0 0 1 0 0,1 0-1 0 0,-1-1 0 0 0,1 1 0 0 0,0 0 1 0 0,1 1-1 0 0,-1-1 0 0 0,6-7 1 0 0,-7 10-213 0 0,1 0 1 0 0,-1 1 0 0 0,0-1 0 0 0,1 0-1 0 0,-1 1 1 0 0,0-1 0 0 0,1 1-1 0 0,-1-1 1 0 0,1 1 0 0 0,-1-1 0 0 0,1 1-1 0 0,-1 0 1 0 0,1 0 0 0 0,-1 0-1 0 0,1 0 1 0 0,-1 0 0 0 0,1 0 0 0 0,-1 0-1 0 0,1 0 1 0 0,-1 1 0 0 0,1-1-1 0 0,-1 1 1 0 0,1-1 0 0 0,-1 1 0 0 0,0-1-1 0 0,1 1 1 0 0,-1 0 0 0 0,0 0-1 0 0,1 0 1 0 0,-1 0 0 0 0,0 0 0 0 0,1 1-1 0 0,6 4 89 0 0,-1 0 0 0 0,-1 0 0 0 0,11 13-1 0 0,54 78 409 0 0,-53-69-488 0 0,1-1 0 0 0,1-1 0 0 0,1-1 0 0 0,31 28 0 0 0,-51-52-73 0 0,0-1 0 0 0,0 1 0 0 0,0 0 0 0 0,0-1 0 0 0,1 1 0 0 0,-1-1 0 0 0,0 1 0 0 0,0-1 0 0 0,0 0 0 0 0,0 1 0 0 0,1-1-1 0 0,-1 0 1 0 0,0 0 0 0 0,0 0 0 0 0,1 0 0 0 0,-1 0 0 0 0,0 0 0 0 0,0 0 0 0 0,0 0 0 0 0,1 0 0 0 0,-1-1 0 0 0,0 1 0 0 0,1-1 0 0 0,1 0 2 0 0,-1 0 0 0 0,1-1 1 0 0,-1 1-1 0 0,1 0 0 0 0,-1-1 0 0 0,0 0 1 0 0,0 1-1 0 0,4-5 0 0 0,0-1 3 0 0,-1-1 0 0 0,1-1 0 0 0,-1 1 0 0 0,0-1 0 0 0,5-14 1 0 0,16-51-60 0 0,-22 63 48 0 0,0-4-3 0 0,1 0 0 0 0,1 1-1 0 0,1 0 1 0 0,0 0 0 0 0,9-13 0 0 0,-13 23 2 0 0,0 0 0 0 0,0 0 0 0 0,0 0 0 0 0,1 0 0 0 0,-1 1 0 0 0,1-1 0 0 0,0 1 0 0 0,0 0 0 0 0,0 0 0 0 0,0 1 0 0 0,1-1 0 0 0,-1 1 1 0 0,1 0-1 0 0,-1 0 0 0 0,1 1 0 0 0,0-1 0 0 0,0 1 0 0 0,0 0 0 0 0,0 0 0 0 0,8 0 0 0 0,13 4 5 0 0,1 0-1 0 0,-1 2 1 0 0,0 1 0 0 0,-1 1-1 0 0,33 14 1 0 0,48 12-168 0 0,-93-30 98 0 0,-4-1-45 0 0,0 1 0 0 0,0-1 1 0 0,0-1-1 0 0,0 1 0 0 0,0-2 1 0 0,0 1-1 0 0,0-1 0 0 0,12-2 1 0 0,-21 2 102 0 0,1 0 1 0 0,0 0-1 0 0,-1-1 1 0 0,1 1 0 0 0,-1 0-1 0 0,1-1 1 0 0,-1 1-1 0 0,1 0 1 0 0,-1-1-1 0 0,1 1 1 0 0,-1-1 0 0 0,1 1-1 0 0,-1 0 1 0 0,0-1-1 0 0,1 1 1 0 0,-1-1 0 0 0,0 0-1 0 0,1 1 1 0 0,-1-1-1 0 0,0 1 1 0 0,0-1 0 0 0,1 1-1 0 0,-1-1 1 0 0,0 0-1 0 0,0 1 1 0 0,0-1 0 0 0,0 1-1 0 0,0-1 1 0 0,0 0-1 0 0,0 1 1 0 0,0-1-1 0 0,0 1 1 0 0,0-1 0 0 0,0 0-1 0 0,0 1 1 0 0,-1-2-1 0 0,-8-20-150 0 0,7 19 148 0 0,-1-1-1 0 0,1 1 1 0 0,-1-1-1 0 0,0 1 1 0 0,-1 0-1 0 0,1 0 1 0 0,-1 0-1 0 0,1 1 1 0 0,-1-1-1 0 0,0 1 1 0 0,0 0-1 0 0,0 0 1 0 0,0 0-1 0 0,0 0 1 0 0,0 1-1 0 0,0-1 1 0 0,-7 0-1 0 0,5 2 10 0 0,0-1-1 0 0,-1 2 0 0 0,1-1 1 0 0,0 0-1 0 0,-1 1 1 0 0,1 0-1 0 0,0 1 0 0 0,0 0 1 0 0,0 0-1 0 0,0 0 1 0 0,-7 3-1 0 0,-1 3 16 0 0,0 0 0 0 0,0 1 0 0 0,1 0 0 0 0,0 1 0 0 0,1 1 0 0 0,0 0 0 0 0,1 1 0 0 0,-19 23-1 0 0,23-26 3 0 0,1 1-1 0 0,1 0 1 0 0,-1 0-1 0 0,1 1 1 0 0,1-1-1 0 0,0 1 1 0 0,1 0-1 0 0,0 0 0 0 0,0 0 1 0 0,1 0-1 0 0,0 1 1 0 0,1-1-1 0 0,1 13 1 0 0,0-18-170 0 0,1 1 0 0 0,0-1 0 0 0,0 0 0 0 0,0 1 0 0 0,1-1-1 0 0,0 0 1 0 0,0 0 0 0 0,1 0 0 0 0,-1 0 0 0 0,1 0 0 0 0,1-1 0 0 0,-1 1 0 0 0,1-1 0 0 0,0 0 0 0 0,0 0 0 0 0,0 0 0 0 0,1-1 0 0 0,0 0 0 0 0,0 1 0 0 0,0-2 0 0 0,0 1 0 0 0,1 0 0 0 0,-1-1 0 0 0,11 4 0 0 0,-6-3-563 0 0,1 0 0 0 0,0 0 0 0 0,1-1 0 0 0,16 2 0 0 0,-20-4-605 0 0,1 0-1 0 0,-1-1 1 0 0,17-2 0 0 0,-1-2-3505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0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1028 0 0,'11'-39'4682'0'0,"-10"32"-3854"0"0,0 0 0 0 0,1-1 0 0 0,0 1 0 0 0,1 0 0 0 0,0 0 0 0 0,0 0 0 0 0,0 0 0 0 0,1 1 0 0 0,5-8 0 0 0,-8 13-711 0 0,0 0 0 0 0,-1 0 1 0 0,1 0-1 0 0,0 0 0 0 0,0 1 0 0 0,1-1 1 0 0,-1 0-1 0 0,0 1 0 0 0,0-1 0 0 0,0 1 0 0 0,0-1 1 0 0,0 1-1 0 0,1-1 0 0 0,-1 1 0 0 0,0 0 1 0 0,0 0-1 0 0,1-1 0 0 0,-1 1 0 0 0,0 0 0 0 0,1 0 1 0 0,-1 0-1 0 0,0 1 0 0 0,2-1 0 0 0,-1 1 11 0 0,0 0 0 0 0,0 0-1 0 0,0 0 1 0 0,0 0-1 0 0,0 0 1 0 0,0 0 0 0 0,0 1-1 0 0,0-1 1 0 0,0 1 0 0 0,-1-1-1 0 0,4 5 1 0 0,-1-1 29 0 0,0 1 0 0 0,0 0-1 0 0,-1 0 1 0 0,1 0 0 0 0,-1 1 0 0 0,-1-1 0 0 0,4 11 0 0 0,-4-2-73 0 0,0 1 1 0 0,0-1-1 0 0,-2 1 1 0 0,0-1-1 0 0,0 1 0 0 0,-2 0 1 0 0,0-1-1 0 0,-1 0 1 0 0,0 0-1 0 0,-1 0 1 0 0,-1 0-1 0 0,0 0 0 0 0,-14 26 1 0 0,4-20 23 0 0,9-18-52 0 0,5-13-54 0 0,3 4-21 0 0,1 0-1 0 0,-1 0 1 0 0,1 0 0 0 0,0 1-1 0 0,1-1 1 0 0,0 1 0 0 0,-1 0-1 0 0,2 0 1 0 0,4-5 0 0 0,2-4-29 0 0,52-60-188 0 0,-43 53 175 0 0,-1-1-1 0 0,-1-1 0 0 0,-1-1 1 0 0,0 0-1 0 0,18-39 0 0 0,-35 62 61 0 0,1 0-1 0 0,-1 0 0 0 0,1-1 0 0 0,-1 1 1 0 0,1 0-1 0 0,-1 0 0 0 0,0-1 1 0 0,1 1-1 0 0,-1 0 0 0 0,0-1 1 0 0,0 1-1 0 0,0 0 0 0 0,0-1 1 0 0,0 1-1 0 0,-1 0 0 0 0,1-1 1 0 0,0 1-1 0 0,0 0 0 0 0,-1 0 1 0 0,1-1-1 0 0,-1 1 0 0 0,0-1 1 0 0,0 1 2 0 0,0 1 0 0 0,1-1 0 0 0,-1 1 1 0 0,0-1-1 0 0,0 1 0 0 0,0 0 0 0 0,0-1 0 0 0,0 1 1 0 0,0 0-1 0 0,0 0 0 0 0,1-1 0 0 0,-1 1 1 0 0,0 0-1 0 0,0 0 0 0 0,0 0 0 0 0,0 0 1 0 0,0 0-1 0 0,0 1 0 0 0,0-1 0 0 0,0 0 1 0 0,0 0-1 0 0,0 1 0 0 0,0-1 0 0 0,0 0 1 0 0,0 1-1 0 0,1-1 0 0 0,-1 1 0 0 0,0-1 1 0 0,-1 2-1 0 0,-6 3 31 0 0,0 0 0 0 0,1 0 1 0 0,0 1-1 0 0,0 0 0 0 0,0 0 0 0 0,1 1 1 0 0,-1-1-1 0 0,2 2 0 0 0,-1-1 0 0 0,1 1 0 0 0,0-1 1 0 0,0 1-1 0 0,1 1 0 0 0,0-1 0 0 0,1 1 1 0 0,0-1-1 0 0,-4 18 0 0 0,6-19-38 0 0,0 0 0 0 0,0 0 0 0 0,1 0 0 0 0,0 0 0 0 0,0 1 0 0 0,0-1 0 0 0,1 0 0 0 0,0 0 0 0 0,0 0 0 0 0,1 0-1 0 0,0 0 1 0 0,0-1 0 0 0,1 1 0 0 0,0 0 0 0 0,0-1 0 0 0,0 0 0 0 0,1 1 0 0 0,0-2 0 0 0,0 1 0 0 0,1 0 0 0 0,-1-1 0 0 0,1 0 0 0 0,8 7 0 0 0,3 0-514 0 0,0-2 0 0 0,1 1 0 0 0,0-2 1 0 0,1 0-1 0 0,0-2 0 0 0,36 12 1 0 0,-14-9-2264 0 0,0-2 0 0 0,52 5-1 0 0,-39-9-3349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1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351 121 1776 0 0,'1'-20'2699'0'0,"-1"0"0"0"0,-2 0 0 0 0,-3-20 0 0 0,3 22-1082 0 0,2 15-1097 0 0,-3 4-290 0 0,-1 0-1 0 0,1-1 0 0 0,0 1 0 0 0,0 0 1 0 0,0 0-1 0 0,0 1 0 0 0,0-1 1 0 0,0 1-1 0 0,0 0 0 0 0,1-1 0 0 0,-1 1 1 0 0,1 0-1 0 0,-1 0 0 0 0,1 1 1 0 0,-3 2-1 0 0,-35 44 982 0 0,31-38-885 0 0,-121 174 1738 0 0,108-149-1883 0 0,2 2 1 0 0,1 1-1 0 0,-18 52 1 0 0,33-78-168 0 0,0-1 1 0 0,1 1 0 0 0,1 0-1 0 0,0 0 1 0 0,1 0 0 0 0,0 0-1 0 0,1 0 1 0 0,0 0 0 0 0,1 0-1 0 0,3 15 1 0 0,-3-21-104 0 0,1 0 0 0 0,0 0 1 0 0,1-1-1 0 0,-1 1 0 0 0,1-1 0 0 0,1 1 0 0 0,-1-1 1 0 0,1 0-1 0 0,0 0 0 0 0,0-1 0 0 0,1 1 0 0 0,0-1 1 0 0,0 0-1 0 0,0 0 0 0 0,0-1 0 0 0,1 1 0 0 0,0-1 1 0 0,0 0-1 0 0,0-1 0 0 0,8 4 0 0 0,-1-2-338 0 0,0 0 1 0 0,1-1-1 0 0,0-1 0 0 0,0 0 0 0 0,0-1 1 0 0,0 0-1 0 0,0-1 0 0 0,0-1 0 0 0,1 0 1 0 0,-1-1-1 0 0,0-1 0 0 0,0 0 0 0 0,0-1 1 0 0,0 0-1 0 0,-1-1 0 0 0,1 0 0 0 0,-1-1 1 0 0,0-1-1 0 0,0 0 0 0 0,12-9 0 0 0,-8 4 66 0 0,0 0 0 0 0,0-1 0 0 0,-2-1 0 0 0,1 0 0 0 0,23-29 0 0 0,-27 27 676 0 0,-1 0 1 0 0,0 0-1 0 0,-1-1 1 0 0,-1-1-1 0 0,0 1 1 0 0,7-24-1 0 0,-12 30 259 0 0,-1 0 0 0 0,0-1 0 0 0,-1 1-1 0 0,0-1 1 0 0,-1 0 0 0 0,0 1 0 0 0,-1-19 0 0 0,0 27-170 0 0,-2 2-222 0 0,0 0-112 0 0,1 0 0 0 0,0 0 0 0 0,0 0 0 0 0,0 0 0 0 0,-1 0-1 0 0,1 0 1 0 0,0 0 0 0 0,0 1 0 0 0,-1-1 0 0 0,1 0 0 0 0,0 1 0 0 0,0-1-1 0 0,0 1 1 0 0,0-1 0 0 0,0 1 0 0 0,0-1 0 0 0,0 1 0 0 0,0 0-1 0 0,0 0 1 0 0,0-1 0 0 0,0 1 0 0 0,0 0 0 0 0,0 0 0 0 0,-1 2-1 0 0,-5 7 28 0 0,0 0-1 0 0,0 1 0 0 0,1 0 0 0 0,1 0 0 0 0,-1 0 1 0 0,2 1-1 0 0,0 0 0 0 0,0 0 0 0 0,1 0 1 0 0,1 0-1 0 0,0 1 0 0 0,0-1 0 0 0,1 1 0 0 0,1-1 1 0 0,1 15-1 0 0,0-20-51 0 0,-1 0 0 0 0,1-1 0 0 0,0 1 0 0 0,1-1 0 0 0,0 1 0 0 0,0-1 0 0 0,0 0 0 0 0,1 1 0 0 0,0-1 0 0 0,0 0 0 0 0,0-1 0 0 0,1 1 1 0 0,0-1-1 0 0,0 1 0 0 0,1-1 0 0 0,-1 0 0 0 0,1-1 0 0 0,0 1 0 0 0,0-1 0 0 0,1 0 0 0 0,-1 0 0 0 0,1-1 0 0 0,0 1 0 0 0,0-1 0 0 0,0-1 0 0 0,0 1 0 0 0,0-1 0 0 0,1 0 0 0 0,9 1 0 0 0,-10-1-45 0 0,-1-2-1 0 0,1 1 0 0 0,-1-1 1 0 0,1 1-1 0 0,-1-2 1 0 0,1 1-1 0 0,-1 0 0 0 0,1-1 1 0 0,-1 0-1 0 0,0-1 0 0 0,0 1 1 0 0,1-1-1 0 0,-1 0 1 0 0,0 0-1 0 0,9-6 0 0 0,-9 5-28 0 0,0-2 0 0 0,0 1 0 0 0,0 0 0 0 0,-1-1 0 0 0,1 0 0 0 0,-1 0-1 0 0,0-1 1 0 0,-1 1 0 0 0,1-1 0 0 0,-1 1 0 0 0,5-12 0 0 0,-4 5-15 0 0,-1 0 0 0 0,1 0 0 0 0,-2 0-1 0 0,0 0 1 0 0,0 0 0 0 0,-1-1 0 0 0,-1 1 0 0 0,0 0 0 0 0,0-1 0 0 0,-1 1 0 0 0,-1 0 0 0 0,0 0 0 0 0,-7-20 0 0 0,6 23 31 0 0,-1 0 0 0 0,0 0 0 0 0,-1 1 0 0 0,0 0 1 0 0,0-1-1 0 0,-1 2 0 0 0,0-1 0 0 0,-1 1 0 0 0,1 0 0 0 0,-1 0 1 0 0,-1 1-1 0 0,-9-8 0 0 0,11 11 8 0 0,1-1 0 0 0,-1 1 0 0 0,0 0 0 0 0,0 0 0 0 0,0 1-1 0 0,0-1 1 0 0,-1 2 0 0 0,1-1 0 0 0,-1 1 0 0 0,1-1 0 0 0,-1 2 0 0 0,1-1 0 0 0,-1 1 0 0 0,0 0 0 0 0,1 0 0 0 0,-1 1-1 0 0,1 0 1 0 0,-13 3 0 0 0,17-3 7 0 0,0-1 0 0 0,0 1 0 0 0,0-1 0 0 0,0 1 0 0 0,0 0 0 0 0,0 0 0 0 0,1 0 0 0 0,-1 0 0 0 0,0 0-1 0 0,0 0 1 0 0,1 1 0 0 0,-1-1 0 0 0,1 1 0 0 0,-1-1 0 0 0,1 1 0 0 0,-1-1 0 0 0,1 1 0 0 0,0 0 0 0 0,0 0 0 0 0,0-1 0 0 0,0 1 0 0 0,0 0 0 0 0,0 0-1 0 0,1 0 1 0 0,-1 0 0 0 0,1 0 0 0 0,-1 0 0 0 0,1 0 0 0 0,0 3 0 0 0,0-2 1 0 0,0 0-1 0 0,1 0 1 0 0,0 0-1 0 0,0 0 1 0 0,-1 0-1 0 0,2-1 1 0 0,-1 1-1 0 0,0 0 1 0 0,0-1-1 0 0,1 1 1 0 0,0 0 0 0 0,-1-1-1 0 0,1 0 1 0 0,0 1-1 0 0,0-1 1 0 0,1 0-1 0 0,-1 0 1 0 0,0 0-1 0 0,4 2 1 0 0,3 2-42 0 0,1-2 1 0 0,-1 1-1 0 0,1-1 1 0 0,0 0-1 0 0,0-1 1 0 0,0 0-1 0 0,0-1 0 0 0,0 0 1 0 0,1-1-1 0 0,-1 0 1 0 0,1 0-1 0 0,-1-1 1 0 0,1 0-1 0 0,14-3 1 0 0,15-4-114 0 0,0-1 0 0 0,52-18 0 0 0,-77 21 152 0 0,-7 2-9 0 0,6-2-20 0 0,1 1 0 0 0,0 0 0 0 0,1 1 0 0 0,-1 0 0 0 0,22 0 0 0 0,-33 3 45 0 0,0 0 0 0 0,0 1 0 0 0,1 0 0 0 0,-1 0 0 0 0,0 0 0 0 0,0 0 0 0 0,0 0 0 0 0,0 1 0 0 0,0 0 0 0 0,-1 0 0 0 0,1 0 0 0 0,0 0 0 0 0,-1 0 0 0 0,0 1-1 0 0,1 0 1 0 0,-1-1 0 0 0,0 1 0 0 0,0 0 0 0 0,-1 1 0 0 0,1-1 0 0 0,-1 0 0 0 0,1 1 0 0 0,-1 0 0 0 0,2 4 0 0 0,1 4 52 0 0,0 0 0 0 0,0 0 0 0 0,-1 0 0 0 0,-1 1 0 0 0,0 0 0 0 0,0 0 0 0 0,-2 0 0 0 0,0 0 0 0 0,0 0 0 0 0,-1 0 0 0 0,0 0 0 0 0,-2 0 0 0 0,1 0 0 0 0,-1 0 0 0 0,-1-1 0 0 0,-1 1 0 0 0,-4 13 0 0 0,8-25-64 0 0,0-1-1 0 0,-1 1 1 0 0,1-1 0 0 0,0 1 0 0 0,0-1-1 0 0,0 1 1 0 0,0-1 0 0 0,-1 1 0 0 0,1-1-1 0 0,0 1 1 0 0,0-1 0 0 0,-1 1 0 0 0,1-1-1 0 0,0 1 1 0 0,-1-1 0 0 0,1 0 0 0 0,-1 1-1 0 0,1-1 1 0 0,0 1 0 0 0,-1-1 0 0 0,1 0-1 0 0,-1 0 1 0 0,1 1 0 0 0,-1-1-1 0 0,1 0 1 0 0,-1 0 0 0 0,1 1 0 0 0,-1-1-1 0 0,1 0 1 0 0,-1 0 0 0 0,1 0 0 0 0,-1 0-1 0 0,0 0 1 0 0,1 0 0 0 0,-1 0 0 0 0,1 0-1 0 0,-1 0 1 0 0,1 0 0 0 0,-1 0 0 0 0,1 0-1 0 0,-1 0 1 0 0,0-1 0 0 0,1 1 0 0 0,-1 0-1 0 0,1 0 1 0 0,-1-1 0 0 0,1 1 0 0 0,0 0-1 0 0,-1-1 1 0 0,0 0 0 0 0,-1 0-3 0 0,1 0 0 0 0,0-1 0 0 0,-1 1 0 0 0,1-1 0 0 0,0 0 0 0 0,0 1 0 0 0,0-1 0 0 0,0 0 0 0 0,0 1 0 0 0,0-1 0 0 0,-1-3 0 0 0,0-11-3 0 0,1 0 0 0 0,0 0-1 0 0,1 0 1 0 0,0 0 0 0 0,2 0-1 0 0,0 0 1 0 0,0 0 0 0 0,2 0-1 0 0,0 1 1 0 0,0 0 0 0 0,10-21-1 0 0,-8 23 0 0 0,0 0-1 0 0,1 1 0 0 0,1 0 0 0 0,0 0 1 0 0,0 1-1 0 0,1 0 0 0 0,1 0 0 0 0,0 1 1 0 0,0 0-1 0 0,1 0 0 0 0,0 2 0 0 0,23-15 1 0 0,-28 20 1 0 0,-1 0 0 0 0,1 1 1 0 0,0-1-1 0 0,0 1 1 0 0,0 1-1 0 0,0-1 1 0 0,0 1-1 0 0,0 0 0 0 0,0 0 1 0 0,1 1-1 0 0,-1 0 1 0 0,0 0-1 0 0,1 0 0 0 0,-1 1 1 0 0,0 0-1 0 0,0 0 1 0 0,0 1-1 0 0,0-1 1 0 0,12 6-1 0 0,-13-4 8 0 0,0 0-1 0 0,0 0 1 0 0,-1 0 0 0 0,1 1-1 0 0,-1-1 1 0 0,0 1 0 0 0,0 0 0 0 0,0 0-1 0 0,0 1 1 0 0,-1-1 0 0 0,0 1-1 0 0,0 0 1 0 0,0 0 0 0 0,0 0-1 0 0,-1 0 1 0 0,0 0 0 0 0,0 1-1 0 0,0-1 1 0 0,-1 1 0 0 0,0-1 0 0 0,0 1-1 0 0,1 6 1 0 0,-2 1 30 0 0,0 0 1 0 0,0 0-1 0 0,-2 0 0 0 0,1-1 0 0 0,-5 17 1 0 0,-23 63 122 0 0,20-65-93 0 0,0 0 1 0 0,-7 40 0 0 0,16-65-65 0 0,0-1 0 0 0,0 1 0 0 0,0-1 1 0 0,0 1-1 0 0,0-1 0 0 0,0 0 0 0 0,1 1 0 0 0,-1-1 1 0 0,0 1-1 0 0,1-1 0 0 0,-1 0 0 0 0,1 1 1 0 0,-1-1-1 0 0,1 0 0 0 0,0 1 0 0 0,0-1 0 0 0,-1 0 1 0 0,1 0-1 0 0,0 0 0 0 0,0 0 0 0 0,0 0 1 0 0,0 0-1 0 0,1 0 0 0 0,-1 0 0 0 0,0 0 0 0 0,0 0 1 0 0,0 0-1 0 0,1-1 0 0 0,-1 1 0 0 0,0-1 1 0 0,1 1-1 0 0,-1-1 0 0 0,0 1 0 0 0,3-1 0 0 0,2 2 5 0 0,0-1 0 0 0,0 0 0 0 0,0-1 0 0 0,0 1-1 0 0,0-1 1 0 0,11-1 0 0 0,7-4-12 0 0,-1 0 0 0 0,1-1-1 0 0,-1-1 1 0 0,0-2 0 0 0,-1 0-1 0 0,1-1 1 0 0,-2-1 0 0 0,39-27 0 0 0,-24 12-17 0 0,-2-2 1 0 0,-1-1 0 0 0,-1-1 0 0 0,30-37 0 0 0,-53 56 16 0 0,4-4 13 0 0,17-26-1 0 0,-27 36-11 0 0,0 0 0 0 0,0 1 1 0 0,-1-1-1 0 0,0 0 0 0 0,0 0 1 0 0,0-1-1 0 0,-1 1 0 0 0,1 0 0 0 0,-1 0 1 0 0,0-10-1 0 0,-1 14 10 0 0,0-1 0 0 0,0 1 0 0 0,0 0-1 0 0,-1 0 1 0 0,1-1 0 0 0,0 1 0 0 0,-1 0 0 0 0,1 0 0 0 0,-1 0 0 0 0,1 0-1 0 0,-1 0 1 0 0,0 0 0 0 0,1 0 0 0 0,-1 0 0 0 0,0 0 0 0 0,0 0-1 0 0,0 0 1 0 0,0 0 0 0 0,0 0 0 0 0,0 1 0 0 0,0-1 0 0 0,0 0 0 0 0,0 1-1 0 0,0-1 1 0 0,0 0 0 0 0,0 1 0 0 0,0 0 0 0 0,0-1 0 0 0,-1 1-1 0 0,1 0 1 0 0,0-1 0 0 0,0 1 0 0 0,0 0 0 0 0,-1 0 0 0 0,1 0 0 0 0,0 0-1 0 0,0 0 1 0 0,-3 1 0 0 0,-3-1 74 0 0,-1 1 1 0 0,1 0-1 0 0,-1 0 0 0 0,1 1 0 0 0,-8 3 0 0 0,4-1 21 0 0,0 1-1 0 0,0 0 0 0 0,0 1 1 0 0,1 0-1 0 0,0 0 0 0 0,0 1 0 0 0,1 1 1 0 0,0 0-1 0 0,0 0 0 0 0,-11 14 1 0 0,17-19-79 0 0,0 1-1 0 0,1-1 1 0 0,-1 1 0 0 0,1 0 0 0 0,0 0 0 0 0,0 0 0 0 0,0 0 0 0 0,0 0 0 0 0,1 1 0 0 0,-1-1 0 0 0,1 0 0 0 0,0 1 0 0 0,1-1 0 0 0,-1 1 0 0 0,1-1 0 0 0,0 1 0 0 0,0-1 0 0 0,0 1 0 0 0,1-1 0 0 0,-1 0 0 0 0,1 1 0 0 0,0-1 0 0 0,0 1 0 0 0,1-1 0 0 0,0 0 0 0 0,-1 0 0 0 0,1 0 0 0 0,0 0 0 0 0,1 0 0 0 0,4 6 0 0 0,4 2 7 0 0,0 0 1 0 0,1 0 0 0 0,1-1-1 0 0,-1-1 1 0 0,2 0 0 0 0,-1-1 0 0 0,28 14-1 0 0,1-3-407 0 0,66 21 1 0 0,151 31-4735 0 0,-203-62 131 0 0,65 3 1 0 0,-79-11-1433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1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86 364 0 0,'0'0'2580'0'0,"2"-8"1089"0"0,-4-2-461 0 0,-3-1-976 0 0,-3 1-804 0 0,-1-2-500 0 0,0 3-772 0 0,1-1-1500 0 0,-9 0-4240 0 0,5 5 351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139 263 2664 0 0,'-110'24'12770'0'0,"82"-17"-8087"0"0,326-24-2671 0 0,-128 3-1767 0 0,1994-62 348 0 0,3 96-603 0 0,-1627-3 3 0 0,626 12 4 0 0,-723-34 6 0 0,-324-3 96 0 0,194-36 1 0 0,-310 44-151 0 0,33-7 175 0 0,-1-2 1 0 0,35-13 0 0 0,-61 18-450 0 0,1 0 0 0 0,-1-1 0 0 0,0 1 0 0 0,0-2 0 0 0,0 1 0 0 0,-1-1 0 0 0,0-1-1 0 0,0 0 1 0 0,-1 0 0 0 0,0 0 0 0 0,12-16 0 0 0,24-31-9819 0 0,-27 35 3121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2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49 2992 0 0,'-5'25'17577'0'0,"11"-31"-14943"0"0,2 0-2886 0 0,-2 0 94 0 0,1 1 1 0 0,1 0-1 0 0,14-8 0 0 0,10-3-3162 0 0,3 0-5180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2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2028 0 0,'10'-7'3870'0'0,"-1"1"0"0"0,16-16 0 0 0,2-1 884 0 0,-26 22-4483 0 0,2-3 151 0 0,-15 8-5361 0 0,0 3 194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2648 0 0,'9'-7'2495'0'0,"1"1"-1"0"0,-1 0 0 0 0,1 0 1 0 0,18-7-1 0 0,-10 7-1221 0 0,0 0 0 0 0,21-4 0 0 0,116-8-837 0 0,-145 17-31 0 0,299-5 155 0 0,-176 9-3822 0 0,-78-2 387 0 0,-25 0-1780 0 0,-4-4-2489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5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98 883 792 0 0,'-26'-12'7181'0'0,"16"8"-5992"0"0,8 3-301 0 0,-1 2-44 0 0,0 0-684 0 0,-1 1-1 0 0,1 0 0 0 0,0 0 1 0 0,0 1-1 0 0,0-1 0 0 0,1 0 0 0 0,-1 1 1 0 0,0 0-1 0 0,1 0 0 0 0,0-1 1 0 0,0 1-1 0 0,0 1 0 0 0,0-1 1 0 0,0 0-1 0 0,0 0 0 0 0,1 1 0 0 0,-1-1 1 0 0,1 1-1 0 0,0-1 0 0 0,0 6 1 0 0,-2 1-17 0 0,1 0 0 0 0,0 1 0 0 0,1-1 0 0 0,0 1 1 0 0,1-1-1 0 0,1 16 0 0 0,0-22-109 0 0,0-1 0 0 0,0 1 1 0 0,0 0-1 0 0,0-1 0 0 0,0 1 0 0 0,1-1 1 0 0,0 0-1 0 0,2 5 0 0 0,-3-7-13 0 0,0 1 1 0 0,0-1-1 0 0,0 1 0 0 0,1-1 1 0 0,-1 0-1 0 0,0 1 0 0 0,1-1 1 0 0,-1 0-1 0 0,1 0 0 0 0,-1 0 1 0 0,1 0-1 0 0,-1 0 0 0 0,1 0 1 0 0,0-1-1 0 0,-1 1 0 0 0,1-1 1 0 0,0 1-1 0 0,0-1 0 0 0,-1 1 1 0 0,1-1-1 0 0,0 0 0 0 0,2 0 1 0 0,8-2 3 0 0,0 0 0 0 0,0-1 0 0 0,0 0 0 0 0,0-1 0 0 0,-1 0 0 0 0,0-1-1 0 0,0 0 1 0 0,0-1 0 0 0,0 0 0 0 0,-1-1 0 0 0,0 0 0 0 0,15-15 0 0 0,10-10-4 0 0,59-73 0 0 0,61-113-16 0 0,-19-12-95 0 0,87-132-150 0 0,-219 357 226 0 0,-1 0 1 0 0,1 0-1 0 0,0 0 0 0 0,0 0 0 0 0,1 0 0 0 0,0 1 1 0 0,0 0-1 0 0,0 0 0 0 0,8-5 0 0 0,-12 9 12 0 0,0 0 1 0 0,-1 0-1 0 0,1 0 0 0 0,0-1 1 0 0,0 2-1 0 0,-1-1 0 0 0,1 0 1 0 0,0 0-1 0 0,0 0 0 0 0,-1 0 1 0 0,1 0-1 0 0,0 0 0 0 0,-1 1 1 0 0,1-1-1 0 0,0 0 0 0 0,-1 1 0 0 0,1-1 1 0 0,-1 0-1 0 0,1 1 0 0 0,0-1 1 0 0,-1 1-1 0 0,1-1 0 0 0,-1 1 1 0 0,1-1-1 0 0,-1 1 0 0 0,1-1 1 0 0,-1 1-1 0 0,0 0 0 0 0,1-1 1 0 0,-1 1-1 0 0,1 1 0 0 0,8 20 5 0 0,-8-2 30 0 0,0 0 0 0 0,-1 0 0 0 0,-1 0-1 0 0,0 1 1 0 0,-2-1 0 0 0,-6 24-1 0 0,3-11 64 0 0,-46 217 471 0 0,-15 101-216 0 0,64-330-319 0 0,1-7 38 0 0,0 1 0 0 0,1 18 0 0 0,8-86-23 0 0,-8 20-60 0 0,-1 1-1 0 0,-1 0 1 0 0,-15-62 0 0 0,13 77-14 0 0,0 1 0 0 0,-1-1 0 0 0,-1 1 1 0 0,0 0-1 0 0,-1 0 0 0 0,-1 1 0 0 0,-1 0 1 0 0,-20-25-1 0 0,25 35 18 0 0,0 0 0 0 0,0 0 0 0 0,-1 1 0 0 0,1-1 0 0 0,-1 1 0 0 0,0 0 0 0 0,0 1 0 0 0,-1 0 0 0 0,1 0 0 0 0,-1 0 0 0 0,1 1 0 0 0,-1 0 0 0 0,-11-2 0 0 0,9 3 7 0 0,-1 0 0 0 0,0 0 1 0 0,0 2-1 0 0,0-1 0 0 0,1 1 0 0 0,-1 0 0 0 0,0 1 1 0 0,1 0-1 0 0,-11 4 0 0 0,5 0 11 0 0,-1 1-1 0 0,2 0 0 0 0,-1 0 1 0 0,1 2-1 0 0,0 0 1 0 0,0 0-1 0 0,1 2 1 0 0,1-1-1 0 0,0 2 0 0 0,0-1 1 0 0,-15 22-1 0 0,22-27-3 0 0,1 1 0 0 0,0 0 0 0 0,0 0-1 0 0,1 0 1 0 0,-1 0 0 0 0,2 0 0 0 0,-1 1-1 0 0,1-1 1 0 0,-2 12 0 0 0,4-16-2 0 0,-1 0 1 0 0,1 0-1 0 0,0 0 1 0 0,0 0-1 0 0,1 0 1 0 0,-1 0-1 0 0,1 0 1 0 0,-1 0 0 0 0,1 0-1 0 0,0-1 1 0 0,0 1-1 0 0,0 0 1 0 0,1 0-1 0 0,-1-1 1 0 0,1 1-1 0 0,-1 0 1 0 0,1-1-1 0 0,0 0 1 0 0,0 1-1 0 0,0-1 1 0 0,0 0-1 0 0,0 0 1 0 0,1 0-1 0 0,-1 0 1 0 0,0 0-1 0 0,1-1 1 0 0,3 2-1 0 0,5 3 11 0 0,0-2 1 0 0,1 0-1 0 0,-1 0 0 0 0,1-1 0 0 0,0 0 1 0 0,0-1-1 0 0,0-1 0 0 0,0 0 0 0 0,1 0 1 0 0,15-2-1 0 0,19-3-216 0 0,63-14 1 0 0,-64 9-379 0 0,83-17-2618 0 0,-43 7-2851 0 0,-53 11 1292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1768 0 0,'0'-5'379'0'0,"-1"-1"-1"0"0,1 1 1 0 0,0 0-1 0 0,1-1 1 0 0,-1 1-1 0 0,1 0 1 0 0,0-1 0 0 0,1 1-1 0 0,-1 0 1 0 0,1 0-1 0 0,0 0 1 0 0,0 0-1 0 0,1 0 1 0 0,0 1 0 0 0,-1-1-1 0 0,1 1 1 0 0,1 0-1 0 0,-1-1 1 0 0,1 1-1 0 0,-1 1 1 0 0,1-1-1 0 0,0 0 1 0 0,1 1 0 0 0,-1 0-1 0 0,1 0 1 0 0,-1 0-1 0 0,11-3 1 0 0,-8 3-190 0 0,0 0 0 0 0,1 0 1 0 0,0 1-1 0 0,0 1 1 0 0,0-1-1 0 0,0 1 0 0 0,0 1 1 0 0,0-1-1 0 0,0 1 0 0 0,0 1 1 0 0,0 0-1 0 0,-1 0 0 0 0,1 0 1 0 0,0 1-1 0 0,0 0 0 0 0,0 0 1 0 0,-1 1-1 0 0,10 5 0 0 0,-10-4-79 0 0,0 0 0 0 0,1 1 0 0 0,-2 0 0 0 0,1 0 0 0 0,0 1-1 0 0,-1 0 1 0 0,0 0 0 0 0,-1 1 0 0 0,1-1 0 0 0,-1 1-1 0 0,-1 0 1 0 0,1 1 0 0 0,5 12 0 0 0,-6-9-33 0 0,0 0-1 0 0,-1 1 1 0 0,0 0 0 0 0,-1-1 0 0 0,0 1 0 0 0,0 0 0 0 0,-2 0 0 0 0,0 0-1 0 0,-1 13 1 0 0,-1-7-28 0 0,0 1-1 0 0,-2-1 0 0 0,0 0 1 0 0,-1 0-1 0 0,-1 0 0 0 0,-1-1 1 0 0,0 0-1 0 0,-1 0 0 0 0,-1-1 1 0 0,-1 0-1 0 0,0 0 0 0 0,-19 22 1 0 0,27-37-35 0 0,0 1 0 0 0,1 0 0 0 0,-1 0 0 0 0,0-1 0 0 0,0 1 0 0 0,-1-1 0 0 0,1 0 0 0 0,0 1 0 0 0,0-1 0 0 0,-4 1 0 0 0,5-2-11 0 0,1 0 0 0 0,-1 0-1 0 0,1 0 1 0 0,0 0-1 0 0,-1 0 1 0 0,1 0-1 0 0,-1 0 1 0 0,1 0 0 0 0,-1 0-1 0 0,1 0 1 0 0,-1 0-1 0 0,1 0 1 0 0,-1 0 0 0 0,1 0-1 0 0,-1 0 1 0 0,1-1-1 0 0,0 1 1 0 0,-1 0 0 0 0,1 0-1 0 0,-1-1 1 0 0,1 1-1 0 0,-1-1 1 0 0,0 0-2 0 0,1 1 0 0 0,-1-1 1 0 0,1 0-1 0 0,-1 0 0 0 0,1 0 0 0 0,0 0 1 0 0,-1 0-1 0 0,1 0 0 0 0,0 0 0 0 0,0 0 1 0 0,0 0-1 0 0,0 0 0 0 0,-1 0 0 0 0,2-2 0 0 0,-1-8 1 0 0,1-1-1 0 0,1 1 0 0 0,0 0 0 0 0,1 0 1 0 0,5-16-1 0 0,25-52 32 0 0,-29 71-30 0 0,14-30-3 0 0,1 1 0 0 0,3 0 0 0 0,0 2 0 0 0,30-35-1 0 0,-39 55 1 0 0,0 0-1 0 0,1 0 1 0 0,1 1-1 0 0,0 1 0 0 0,1 0 1 0 0,1 2-1 0 0,0 0 0 0 0,0 0 1 0 0,1 2-1 0 0,29-12 0 0 0,-43 19 15 0 0,0 1-1 0 0,0 0 0 0 0,0 0 1 0 0,0 0-1 0 0,0 0 1 0 0,0 1-1 0 0,0 0 0 0 0,0 0 1 0 0,0 0-1 0 0,0 0 0 0 0,0 0 1 0 0,0 1-1 0 0,0 0 0 0 0,0 0 1 0 0,0 0-1 0 0,0 0 0 0 0,0 1 1 0 0,0 0-1 0 0,0-1 0 0 0,-1 1 1 0 0,1 0-1 0 0,-1 1 0 0 0,0-1 1 0 0,1 1-1 0 0,-1 0 1 0 0,0-1-1 0 0,0 1 0 0 0,-1 0 1 0 0,1 1-1 0 0,-1-1 0 0 0,1 0 1 0 0,-1 1-1 0 0,0 0 0 0 0,-1-1 1 0 0,1 1-1 0 0,0 0 0 0 0,-1 0 1 0 0,0 0-1 0 0,0 0 0 0 0,0 0 1 0 0,-1 0-1 0 0,1 6 0 0 0,0 5 32 0 0,-1 0 0 0 0,0 0 0 0 0,-1-1 0 0 0,-4 23 0 0 0,-18 61 56 0 0,10-48-107 0 0,10-38-196 0 0,-3 14-371 0 0,0 0-1 0 0,-1 30 0 0 0,7-47-87 0 0,0 0 1 0 0,0 0-1 0 0,1 0 0 0 0,2 9 0 0 0,-2-13-195 0 0,0 0 0 0 0,1 0-1 0 0,0 0 1 0 0,0 0 0 0 0,0-1 0 0 0,0 1 0 0 0,7 8-1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6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262 221 2192 0 0,'10'-18'1899'0'0,"1"1"954"0"0,-2 0-1 0 0,15-36 1 0 0,-24 53-2789 0 0,1-1 0 0 0,-1 1 0 0 0,0-1 0 0 0,0 0 0 0 0,0 1 0 0 0,1-1 0 0 0,-1 0 0 0 0,0 1 0 0 0,0-1 0 0 0,0 0 0 0 0,0 1 1 0 0,0-1-1 0 0,0 0 0 0 0,0 1 0 0 0,-1-1 0 0 0,1 0 0 0 0,0 1 0 0 0,0-1 0 0 0,0 0 0 0 0,-1 1 0 0 0,1-1 0 0 0,0 0 0 0 0,-1 1 0 0 0,1-1 0 0 0,0 1 0 0 0,-1-1 0 0 0,1 1 0 0 0,-1-1 0 0 0,1 1 0 0 0,-1-1 0 0 0,1 1 0 0 0,-1-1 0 0 0,1 1 0 0 0,-1 0 0 0 0,0-1 0 0 0,1 1 0 0 0,-1 0 0 0 0,1 0 0 0 0,-1-1 0 0 0,0 1 0 0 0,1 0 0 0 0,-1 0 0 0 0,0 0 0 0 0,1 0 0 0 0,-1 0 0 0 0,0 0 0 0 0,1 0 1 0 0,-1 0-1 0 0,0 0 0 0 0,0 0 0 0 0,1 0 0 0 0,-1 0 0 0 0,0 0 0 0 0,1 0 0 0 0,-1 1 0 0 0,1-1 0 0 0,-1 0 0 0 0,0 1 0 0 0,0-1 0 0 0,-5 3 137 0 0,-1 1 0 0 0,1-1 0 0 0,0 1 0 0 0,0 0 1 0 0,0 0-1 0 0,1 1 0 0 0,0 0 0 0 0,-7 7 0 0 0,-35 47 485 0 0,39-48-559 0 0,-3 4-12 0 0,1 0 0 0 0,1 1 1 0 0,0 1-1 0 0,-8 23 0 0 0,13-32-83 0 0,2 0 0 0 0,-1 0-1 0 0,1 1 1 0 0,0-1 0 0 0,1 1 0 0 0,0-1-1 0 0,0 1 1 0 0,1-1 0 0 0,0 1 0 0 0,1 0-1 0 0,2 14 1 0 0,-2-20-22 0 0,0 0 0 0 0,0 1-1 0 0,0-1 1 0 0,0 0 0 0 0,1 0-1 0 0,0 0 1 0 0,-1 0 0 0 0,1-1-1 0 0,0 1 1 0 0,0 0 0 0 0,0-1-1 0 0,1 1 1 0 0,-1-1 0 0 0,0 0 0 0 0,1 0-1 0 0,0 0 1 0 0,0 0 0 0 0,-1 0-1 0 0,1 0 1 0 0,0-1 0 0 0,0 0-1 0 0,0 1 1 0 0,1-1 0 0 0,-1 0-1 0 0,0-1 1 0 0,0 1 0 0 0,1 0 0 0 0,-1-1-1 0 0,0 0 1 0 0,1 0 0 0 0,-1 0-1 0 0,0 0 1 0 0,6-1 0 0 0,0 0 0 0 0,-1-1 1 0 0,0 0-1 0 0,0 0 1 0 0,0-1-1 0 0,0 0 1 0 0,-1 0 0 0 0,1-1-1 0 0,-1 0 1 0 0,1 0-1 0 0,-1-1 1 0 0,-1 0-1 0 0,10-8 1 0 0,-4 0-12 0 0,0 0 0 0 0,-1-1 1 0 0,-1-1-1 0 0,-1 1 0 0 0,0-1 0 0 0,0-1 1 0 0,-2 0-1 0 0,11-30 0 0 0,-15 36 1 0 0,0-1-1 0 0,-1 1 0 0 0,0-1 1 0 0,0 1-1 0 0,-1-1 0 0 0,0 0 1 0 0,-1 0-1 0 0,0 0 0 0 0,-1 0 1 0 0,0 1-1 0 0,-1-1 0 0 0,0 0 1 0 0,-1 1-1 0 0,0-1 0 0 0,-6-13 1 0 0,6 18-23 0 0,-1 0 0 0 0,1 1 0 0 0,-1-1 1 0 0,0 1-1 0 0,-1-1 0 0 0,1 1 0 0 0,-1 1 1 0 0,0-1-1 0 0,0 1 0 0 0,-1-1 0 0 0,1 2 1 0 0,-1-1-1 0 0,0 0 0 0 0,0 1 0 0 0,-8-3 1 0 0,5 3-56 0 0,-1 0 1 0 0,1 1 0 0 0,-1 0-1 0 0,1 1 1 0 0,-1 0 0 0 0,0 0-1 0 0,0 1 1 0 0,1 0 0 0 0,-1 1 0 0 0,-10 2-1 0 0,7-1-44 0 0,1 1 0 0 0,0 0 1 0 0,0 1-1 0 0,0 0 0 0 0,1 1 0 0 0,0 1 0 0 0,-19 11 0 0 0,22-11 55 0 0,1-1 0 0 0,0 1 0 0 0,0 0 0 0 0,1 0 0 0 0,0 0-1 0 0,0 1 1 0 0,0 0 0 0 0,1 1 0 0 0,0-1 0 0 0,-7 16 0 0 0,10-18-311 0 0,0 0 0 0 0,0 1 1 0 0,1-1-1 0 0,0 0 0 0 0,0 1 0 0 0,1-1 1 0 0,-1 1-1 0 0,1 8 0 0 0,8 24-5685 0 0,-2-20 337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7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54 848 0 0,'24'-53'14534'0'0,"-19"63"-12736"0"0,-2 14-1324 0 0,-1 1-1 0 0,-2-1 1 0 0,0 0-1 0 0,-6 39 1 0 0,-24 98-31 0 0,21-128-240 0 0,-23 55-1 0 0,32-88-199 0 0,0 1 1 0 0,0-1-1 0 0,0 0 0 0 0,0 1 0 0 0,0-1 1 0 0,0 1-1 0 0,0-1 0 0 0,-1 0 1 0 0,1 1-1 0 0,0-1 0 0 0,0 0 1 0 0,0 1-1 0 0,0-1 0 0 0,-1 0 1 0 0,1 1-1 0 0,0-1 0 0 0,0 0 1 0 0,-1 1-1 0 0,1-1 0 0 0,0 0 1 0 0,-1 0-1 0 0,1 0 0 0 0,0 1 1 0 0,-1-1-1 0 0,1 0 0 0 0,0 0 1 0 0,-1 0-1 0 0,1 0 0 0 0,0 1 1 0 0,-1-1-1 0 0,1 0 0 0 0,-1 0 1 0 0,1 0-1 0 0,0 0 0 0 0,-1 0 0 0 0,0 0 1 0 0,1 0-3 0 0,0-1 1 0 0,-1 1-1 0 0,1-1 1 0 0,0 1-1 0 0,-1-1 1 0 0,1 1 0 0 0,0-1-1 0 0,0 1 1 0 0,0-1-1 0 0,-1 1 1 0 0,1-1-1 0 0,0 1 1 0 0,0-1-1 0 0,0 1 1 0 0,0-1-1 0 0,0 1 1 0 0,0-1-1 0 0,0 1 1 0 0,0-1 0 0 0,0 0-1 0 0,0 1 1 0 0,0-1-1 0 0,0 1 1 0 0,1-1-1 0 0,4-18 6 0 0,1 1-1 0 0,1 1 0 0 0,0-1 1 0 0,1 1-1 0 0,19-28 0 0 0,-7 15-20 0 0,2 1-1 0 0,28-28 0 0 0,-30 35 9 0 0,2 1-1 0 0,41-31 1 0 0,-51 44 2 0 0,0 0 0 0 0,1 1 0 0 0,0 0 0 0 0,0 1 0 0 0,0 1 0 0 0,0 0 0 0 0,27-6 1 0 0,-37 10 28 0 0,0 1 0 0 0,0-1 0 0 0,0 1 0 0 0,0-1 0 0 0,0 1 0 0 0,0 0 0 0 0,0 0 0 0 0,1 1 0 0 0,-1-1 0 0 0,0 1 0 0 0,0-1 0 0 0,0 1 0 0 0,0 0 0 0 0,0 0 1 0 0,0 0-1 0 0,0 1 0 0 0,-1-1 0 0 0,1 1 0 0 0,0-1 0 0 0,-1 1 0 0 0,1 0 0 0 0,-1 0 0 0 0,0 0 0 0 0,1 0 0 0 0,-1 1 0 0 0,0-1 0 0 0,0 1 0 0 0,0-1 0 0 0,-1 1 0 0 0,1 0 1 0 0,-1-1-1 0 0,1 1 0 0 0,-1 0 0 0 0,0 0 0 0 0,0 0 0 0 0,0 0 0 0 0,-1 0 0 0 0,1 0 0 0 0,-1 0 0 0 0,0 0 0 0 0,1 1 0 0 0,-1-1 0 0 0,-1 5 0 0 0,-1 9 117 0 0,0-1-1 0 0,0 1 1 0 0,-2-1-1 0 0,-8 22 1 0 0,-28 64 196 0 0,23-63-249 0 0,6-13-40 0 0,6-16-24 0 0,0 0 0 0 0,1 0 0 0 0,0 0 0 0 0,1 1 0 0 0,0-1 0 0 0,1 1 0 0 0,-2 15 0 0 0,5-24-33 0 0,-1-1 0 0 0,0 1 0 0 0,0-1 0 0 0,1 1 0 0 0,-1-1 0 0 0,1 0 0 0 0,-1 1 0 0 0,1-1-1 0 0,0 0 1 0 0,-1 1 0 0 0,1-1 0 0 0,0 0 0 0 0,0 0 0 0 0,0 1 0 0 0,0-1 0 0 0,0 0 0 0 0,0 0-1 0 0,0 0 1 0 0,1 0 0 0 0,-1-1 0 0 0,0 1 0 0 0,0 0 0 0 0,1 0 0 0 0,-1-1 0 0 0,0 1-1 0 0,1-1 1 0 0,-1 1 0 0 0,1-1 0 0 0,-1 0 0 0 0,1 1 0 0 0,-1-1 0 0 0,1 0 0 0 0,-1 0 0 0 0,3 0-1 0 0,5 0-363 0 0,0 0-1 0 0,0 0 0 0 0,0-1 1 0 0,12-2-1 0 0,0-2-843 0 0,-1 0 1 0 0,-1-2-1 0 0,24-10 1 0 0,22-15-5443 0 0,-24 10-258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237 119 1720 0 0,'-3'-2'421'0'0,"1"1"0"0"0,-1-1 0 0 0,0 1-1 0 0,0 0 1 0 0,0 0 0 0 0,0 1 0 0 0,1-1 0 0 0,-1 0 0 0 0,0 1-1 0 0,0 0 1 0 0,0 0 0 0 0,0 0 0 0 0,0 0 0 0 0,0 0 0 0 0,0 0-1 0 0,-5 2 1 0 0,6-1-286 0 0,0 0-1 0 0,0 0 1 0 0,0 1-1 0 0,0-1 1 0 0,0 0-1 0 0,0 1 1 0 0,0 0-1 0 0,0-1 1 0 0,1 1-1 0 0,-1 0 1 0 0,1 0-1 0 0,-1 0 1 0 0,1 0-1 0 0,0 0 1 0 0,-1 0-1 0 0,1 0 0 0 0,0 1 1 0 0,1-1-1 0 0,-1 0 1 0 0,0 3-1 0 0,-1 0 109 0 0,1-1-1 0 0,0 1 0 0 0,0 0 0 0 0,0 0 1 0 0,0-1-1 0 0,1 1 0 0 0,0 0 0 0 0,0 0 1 0 0,0 0-1 0 0,1 0 0 0 0,1 7 0 0 0,-2-11-199 0 0,1 1 0 0 0,0 0 0 0 0,-1-1-1 0 0,1 1 1 0 0,0-1 0 0 0,0 1 0 0 0,0-1-1 0 0,0 1 1 0 0,0-1 0 0 0,0 0 0 0 0,0 0 0 0 0,0 1-1 0 0,1-1 1 0 0,-1 0 0 0 0,0 0 0 0 0,1 0-1 0 0,-1 0 1 0 0,1 0 0 0 0,-1-1 0 0 0,1 1-1 0 0,-1 0 1 0 0,1-1 0 0 0,2 1 0 0 0,0 1-1 0 0,1-2 0 0 0,-1 1 1 0 0,1 0-1 0 0,-1-1 0 0 0,1 0 1 0 0,6 0-1 0 0,-7-1-36 0 0,-1 0-1 0 0,1 1 0 0 0,0-2 1 0 0,-1 1-1 0 0,1 0 1 0 0,-1-1-1 0 0,1 1 0 0 0,-1-1 1 0 0,0 0-1 0 0,0 0 1 0 0,0 0-1 0 0,0-1 0 0 0,0 1 1 0 0,0-1-1 0 0,-1 0 1 0 0,1 1-1 0 0,-1-1 1 0 0,0 0-1 0 0,0-1 0 0 0,0 1 1 0 0,0 0-1 0 0,0 0 1 0 0,-1-1-1 0 0,0 1 0 0 0,2-7 1 0 0,0 0 8 0 0,0-1 0 0 0,-1 0 0 0 0,-1 1 0 0 0,1-1 0 0 0,-2 0 0 0 0,0 0 0 0 0,-1-14 0 0 0,1 22-15 0 0,-1-1-1 0 0,1 0 0 0 0,-1 1 0 0 0,1-1 0 0 0,-1 1 0 0 0,-1-1 1 0 0,1 1-1 0 0,0 0 0 0 0,-1-1 0 0 0,1 1 0 0 0,-1 0 0 0 0,0 0 1 0 0,0 0-1 0 0,-1 0 0 0 0,1 0 0 0 0,0 1 0 0 0,-1-1 0 0 0,0 0 1 0 0,1 1-1 0 0,-1 0 0 0 0,0 0 0 0 0,0 0 0 0 0,-1 0 0 0 0,1 0 0 0 0,0 1 1 0 0,-1 0-1 0 0,1-1 0 0 0,-4 0 0 0 0,1 1-1 0 0,0 0 0 0 0,0 1 0 0 0,0 0 1 0 0,0 0-1 0 0,0 0 0 0 0,0 1 0 0 0,0 0 0 0 0,0 0 0 0 0,0 0 0 0 0,0 1 0 0 0,1-1 0 0 0,-1 1 0 0 0,0 1 1 0 0,1-1-1 0 0,0 1 0 0 0,-8 5 0 0 0,3 0 7 0 0,0 0 1 0 0,0 0-1 0 0,0 1 1 0 0,1 1-1 0 0,1-1 1 0 0,0 1 0 0 0,0 1-1 0 0,1 0 1 0 0,0 0-1 0 0,0 0 1 0 0,2 1-1 0 0,-1 0 1 0 0,2 0-1 0 0,-7 23 1 0 0,9-27 0 0 0,1 0-1 0 0,-1 0 1 0 0,2 0 0 0 0,-1 0-1 0 0,1 1 1 0 0,0-1 0 0 0,1 0-1 0 0,0 0 1 0 0,0 1 0 0 0,0-1-1 0 0,1 0 1 0 0,1 0 0 0 0,0 0-1 0 0,0-1 1 0 0,0 1 0 0 0,1-1-1 0 0,0 1 1 0 0,0-1 0 0 0,1 0-1 0 0,-1-1 1 0 0,2 1-1 0 0,-1-1 1 0 0,13 11 0 0 0,-6-8-305 0 0,1 0 0 0 0,1 0 1 0 0,-1-1-1 0 0,2-1 0 0 0,-1 0 1 0 0,1-1-1 0 0,-1-1 0 0 0,2 0 1 0 0,-1-1-1 0 0,0-1 0 0 0,1 0 1 0 0,0-1-1 0 0,-1-1 0 0 0,1 0 1 0 0,0-1-1 0 0,0-1 0 0 0,0 0 1 0 0,-1-2-1 0 0,1 1 0 0 0,19-7 1 0 0,-23 3-45 0 0,0 0 1 0 0,-1 0 0 0 0,0-1-1 0 0,0 0 1 0 0,-1-1 0 0 0,0-1-1 0 0,0 1 1 0 0,-1-2-1 0 0,0 1 1 0 0,0-1 0 0 0,8-14-1 0 0,8-13 1886 0 0,38-77-1 0 0,-44 75 1167 0 0,15-44 0 0 0,-33 82-2451 0 0,-2 20 772 0 0,-22 93 605 0 0,-4 33-1024 0 0,17-93-481 0 0,6-38-15 0 0,2 0-1 0 0,-3 27 0 0 0,4-33 84 0 0,2-20-166 0 0,13-27-10 0 0,36-92 11 0 0,-44 119-39 0 0,0 0 0 0 0,1 1 0 0 0,1 0 0 0 0,-1 0 1 0 0,2 0-1 0 0,-1 1 0 0 0,1 0 0 0 0,13-10 0 0 0,-18 17 2 0 0,1-1 1 0 0,-1 2 0 0 0,1-1 0 0 0,-1 0-1 0 0,1 1 1 0 0,0 0 0 0 0,0 0 0 0 0,0 0-1 0 0,0 0 1 0 0,0 1 0 0 0,0 0 0 0 0,1 0-1 0 0,-1 0 1 0 0,0 1 0 0 0,1 0 0 0 0,-1 0-1 0 0,0 0 1 0 0,1 1 0 0 0,7 1 0 0 0,-6 0 3 0 0,-1 1 0 0 0,0-1 0 0 0,0 1 0 0 0,-1 0 0 0 0,1 0 0 0 0,0 0 0 0 0,-1 1 0 0 0,0 0 0 0 0,0 0 0 0 0,0 1 0 0 0,-1-1 0 0 0,1 1 1 0 0,-1 0-1 0 0,0 0 0 0 0,6 11 0 0 0,-2-3 4 0 0,-1 1 0 0 0,0 1 1 0 0,-1-1-1 0 0,-1 1 0 0 0,0 0 1 0 0,-2 1-1 0 0,4 20 1 0 0,-6-26 13 0 0,0 0 0 0 0,0 0 1 0 0,-1 0-1 0 0,-1 0 1 0 0,1 0-1 0 0,-2 0 0 0 0,0 0 1 0 0,0 0-1 0 0,0-1 1 0 0,-1 1-1 0 0,-1-1 1 0 0,-7 16-1 0 0,10-22-8 0 0,-1-1-1 0 0,1 0 1 0 0,-1 0-1 0 0,1 0 1 0 0,-1 0-1 0 0,0 0 1 0 0,0 0-1 0 0,0 0 1 0 0,-3 1-1 0 0,5-2-5 0 0,-1-1-1 0 0,0 1 1 0 0,0-1-1 0 0,0 1 1 0 0,0-1-1 0 0,0 0 1 0 0,0 1 0 0 0,-1-1-1 0 0,1 0 1 0 0,0 0-1 0 0,0 0 1 0 0,0 0-1 0 0,0 0 1 0 0,0 0-1 0 0,0 0 1 0 0,0 0 0 0 0,0 0-1 0 0,0 0 1 0 0,0-1-1 0 0,0 1 1 0 0,-2-1-1 0 0,2 1-9 0 0,1-1-1 0 0,-1 0 0 0 0,0 0 1 0 0,0 1-1 0 0,0-1 0 0 0,1 0 1 0 0,-1 0-1 0 0,0 0 0 0 0,1 0 1 0 0,-1 0-1 0 0,1 0 0 0 0,-1 0 1 0 0,1 0-1 0 0,-1 0 0 0 0,1 0 1 0 0,0 0-1 0 0,-1 0 0 0 0,1 0 1 0 0,0-3-1 0 0,-1-23-198 0 0,1 24 173 0 0,0-13-24 0 0,2 0 1 0 0,0 0-1 0 0,0 0 1 0 0,2 0-1 0 0,0 0 0 0 0,1 1 1 0 0,0 0-1 0 0,1 0 1 0 0,1 0-1 0 0,0 1 1 0 0,1 0-1 0 0,1 0 1 0 0,17-21-1 0 0,-17 25 43 0 0,0-1 1 0 0,1 2-1 0 0,0-1 1 0 0,0 1-1 0 0,1 1 0 0 0,0 0 1 0 0,1 1-1 0 0,0 0 1 0 0,0 0-1 0 0,0 1 1 0 0,1 1-1 0 0,0 0 0 0 0,0 1 1 0 0,0 0-1 0 0,1 1 1 0 0,16-1-1 0 0,-24 3 18 0 0,-1 1-1 0 0,0 0 1 0 0,0 0-1 0 0,1 0 1 0 0,-1 1 0 0 0,0-1-1 0 0,1 1 1 0 0,-1 1 0 0 0,0-1-1 0 0,0 1 1 0 0,0 0 0 0 0,0 0-1 0 0,-1 0 1 0 0,1 0-1 0 0,0 1 1 0 0,-1 0 0 0 0,0 0-1 0 0,1 0 1 0 0,-1 1 0 0 0,-1 0-1 0 0,1-1 1 0 0,0 1-1 0 0,-1 0 1 0 0,0 1 0 0 0,0-1-1 0 0,0 1 1 0 0,0-1 0 0 0,-1 1-1 0 0,0 0 1 0 0,0 0 0 0 0,0 0-1 0 0,-1 0 1 0 0,1 0-1 0 0,-1 0 1 0 0,0 0 0 0 0,-1 1-1 0 0,1-1 1 0 0,-1 0 0 0 0,-1 7-1 0 0,0 5 24 0 0,-1 1-1 0 0,-1 0 0 0 0,-1-1 1 0 0,-6 22-1 0 0,-31 66 161 0 0,-2 7-1347 0 0,37-76-638 0 0,10-17-498 0 0,-4-18 2023 0 0,0-1-1 0 0,1 1 0 0 0,-1 0 1 0 0,1-1-1 0 0,5 5-2463 0 0,-5-4 2463 0 0,0-1 1 0 0,-1 0-1 0 0,1 1 0 0 0,0-1 1 0 0,1 0-1 0 0,15 3-4226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8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351 166 404 0 0,'6'-16'2057'0'0,"-1"-1"0"0"0,-1 1 0 0 0,0-1-1 0 0,-1 1 1 0 0,-1-1 0 0 0,-1 0 0 0 0,-1-32 0 0 0,-10 55-1122 0 0,8-1-767 0 0,-1 0 1 0 0,1 1-1 0 0,0-1 0 0 0,0 1 1 0 0,0-1-1 0 0,1 1 1 0 0,0-1-1 0 0,-1 8 1 0 0,-1 5 141 0 0,-27 175 1310 0 0,1-9-1021 0 0,-60 186 232 0 0,64-289-1242 0 0,-4-1-1 0 0,-57 111 1 0 0,68-166-1325 0 0,8-20-1560 0 0,9-5 3038 0 0,0 0-1 0 0,0 0 1 0 0,0 0-1 0 0,0 0 1 0 0,0 0 0 0 0,0-1-1 0 0,0 1 1 0 0,0 0-1 0 0,1-1 1 0 0,-1 1-1 0 0,0-1 1 0 0,0 1-1 0 0,0-1 1 0 0,0 1 0 0 0,0-1-1 0 0,1 0 1 0 0,-1 1-1 0 0,0-1 1 0 0,1 0-1 0 0,-1 1 1 0 0,0-1-1 0 0,1 0 1 0 0,-1 0 0 0 0,1 0-1 0 0,-1 0 1 0 0,1 0-1 0 0,0 0 1 0 0,-1 0-1 0 0,1 1 1 0 0,0-1 0 0 0,-1-2-1 0 0,-5-16-5471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9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0 282 164 0 0,'13'-32'1920'0'0,"1"0"-1"0"0,1 1 1 0 0,2 0-1 0 0,31-42 1 0 0,-42 65-1625 0 0,1 0 0 0 0,0 1 0 0 0,1 0 0 0 0,0 0-1 0 0,0 1 1 0 0,0 0 0 0 0,1 0 0 0 0,13-6 0 0 0,-14 9-178 0 0,-1 0 0 0 0,1 1 0 0 0,0 0 0 0 0,0 0 0 0 0,0 0-1 0 0,0 1 1 0 0,0 1 0 0 0,0-1 0 0 0,0 1 0 0 0,0 1 0 0 0,0-1-1 0 0,10 3 1 0 0,-7-1-28 0 0,-1 1-1 0 0,0 0 1 0 0,0 1-1 0 0,0 0 1 0 0,0 0-1 0 0,0 1 1 0 0,-1 0-1 0 0,0 1 1 0 0,0 0-1 0 0,0 1 1 0 0,-1-1 0 0 0,0 2-1 0 0,0-1 1 0 0,-1 1-1 0 0,9 12 1 0 0,-11-13-29 0 0,-1 0 0 0 0,0-1 1 0 0,0 1-1 0 0,-1 1 1 0 0,0-1-1 0 0,0 1 0 0 0,-1-1 1 0 0,0 1-1 0 0,0 0 0 0 0,-1-1 1 0 0,1 1-1 0 0,-2 0 1 0 0,1 0-1 0 0,-1 0 0 0 0,-1 0 1 0 0,0 0-1 0 0,0 0 1 0 0,0 0-1 0 0,-1 0 0 0 0,0-1 1 0 0,-4 12-1 0 0,0-7 20 0 0,-1 0-1 0 0,0 0 1 0 0,0-1-1 0 0,-1 1 1 0 0,-1-2-1 0 0,0 0 1 0 0,0 0-1 0 0,-1 0 1 0 0,0-1-1 0 0,0 0 1 0 0,-1-1-1 0 0,-22 12 1 0 0,23-14-46 0 0,-1 0 0 0 0,0-1 0 0 0,1-1 1 0 0,-2 0-1 0 0,1 0 0 0 0,0-1 0 0 0,-1 0 0 0 0,1-1 1 0 0,-1 0-1 0 0,0-1 0 0 0,0-1 0 0 0,0 0 0 0 0,1 0 1 0 0,-1-1-1 0 0,-13-3 0 0 0,22 4-142 0 0,0-1 0 0 0,-1 0 0 0 0,1-1 0 0 0,-1 1 0 0 0,1 0 1 0 0,0-1-1 0 0,0 0 0 0 0,0 0 0 0 0,0 0 0 0 0,0 0 0 0 0,1 0 0 0 0,-1-1 0 0 0,0 1 0 0 0,-1-3 0 0 0,3 3-54 0 0,-1 0 0 0 0,2 0 0 0 0,-1 0 0 0 0,0 0 0 0 0,0 0 0 0 0,1 0 0 0 0,-1 0 0 0 0,1 0 0 0 0,-1 0 0 0 0,1 0 0 0 0,0 0 0 0 0,0 0 0 0 0,0 0 0 0 0,0 0 0 0 0,0 0 0 0 0,0 0 0 0 0,1 0 0 0 0,-1-1 0 0 0,1 1 0 0 0,-1 0 0 0 0,1 1 0 0 0,0-1 0 0 0,0 0 0 0 0,1-3 0 0 0,5-6-1089 0 0,-1 1 1 0 0,1 0 0 0 0,1 0-1 0 0,10-11 1 0 0,6-4-2686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0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90 1832 0 0,'28'-87'11179'0'0,"-27"85"-10535"0"0,-1 4 62 0 0,-2 10-180 0 0,1 1 1 0 0,-2-1 0 0 0,0 0-1 0 0,0 0 1 0 0,-8 17 0 0 0,-2 8 54 0 0,-37 119 654 0 0,-21 76-457 0 0,55-171-607 0 0,-14 115 0 0 0,30-166-474 0 0,-1 1 0 0 0,1-1 0 0 0,1 0 0 0 0,0 1 0 0 0,0-1 0 0 0,1 0 0 0 0,0 0 0 0 0,7 18 0 0 0,-8-25 74 0 0,0-1 0 0 0,0 1 1 0 0,0-1-1 0 0,0 0 1 0 0,1 1-1 0 0,-1-1 0 0 0,1 0 1 0 0,-1 0-1 0 0,1 0 1 0 0,0 0-1 0 0,0 0 0 0 0,0-1 1 0 0,0 1-1 0 0,0 0 1 0 0,0-1-1 0 0,0 0 0 0 0,1 1 1 0 0,-1-1-1 0 0,0 0 1 0 0,1 0-1 0 0,-1 0 0 0 0,1-1 1 0 0,-1 1-1 0 0,1 0 1 0 0,-1-1-1 0 0,1 0 0 0 0,0 0 1 0 0,-1 0-1 0 0,1 0 1 0 0,0 0-1 0 0,-1 0 0 0 0,1 0 1 0 0,-1-1-1 0 0,1 0 0 0 0,-1 1 1 0 0,1-1-1 0 0,-1 0 1 0 0,1 0-1 0 0,2-2 0 0 0,7-3-3 0 0,0 0 0 0 0,-1-1 0 0 0,0-1 0 0 0,0 0 0 0 0,-1 0 0 0 0,0-1 0 0 0,16-19 0 0 0,0-3 2492 0 0,27-43-1 0 0,-5 0 3377 0 0,-48 73-5596 0 0,0 1 0 0 0,0-1-1 0 0,0 1 1 0 0,0 0-1 0 0,0-1 1 0 0,1 1 0 0 0,-1-1-1 0 0,0 1 1 0 0,0 0 0 0 0,0-1-1 0 0,1 1 1 0 0,-1 0 0 0 0,0-1-1 0 0,1 1 1 0 0,-1 0 0 0 0,0 0-1 0 0,0-1 1 0 0,1 1-1 0 0,-1 0 1 0 0,1 0 0 0 0,-1-1-1 0 0,0 1 1 0 0,1 0 0 0 0,-1 0-1 0 0,1 0 1 0 0,-1 0 0 0 0,0 0-1 0 0,1 0 1 0 0,-1 0 0 0 0,1 0-1 0 0,-1 0 1 0 0,1 0 0 0 0,-1 0-18 0 0,1 1 0 0 0,-1 0 1 0 0,1-1-1 0 0,-1 1 0 0 0,0 0 1 0 0,0 0-1 0 0,0-1 0 0 0,1 1 1 0 0,-1 0-1 0 0,0 0 0 0 0,0 0 1 0 0,0-1-1 0 0,0 1 0 0 0,0 0 1 0 0,0 0-1 0 0,0 0 0 0 0,-1-1 1 0 0,1 2-1 0 0,-5 32 307 0 0,-2 53 1 0 0,7-77-308 0 0,0 0 1 0 0,1 1-1 0 0,0-1 1 0 0,1 0-1 0 0,0 0 1 0 0,0 0 0 0 0,1 0-1 0 0,1-1 1 0 0,8 18-1 0 0,-9-22-14 0 0,0-1-1 0 0,0 1 1 0 0,1-1-1 0 0,-1 1 1 0 0,1-1-1 0 0,0 0 1 0 0,1-1-1 0 0,-1 1 1 0 0,1-1-1 0 0,-1 0 1 0 0,1 0-1 0 0,0 0 1 0 0,0 0-1 0 0,0-1 1 0 0,0 0 0 0 0,1 0-1 0 0,-1-1 1 0 0,1 1-1 0 0,-1-1 1 0 0,1 0-1 0 0,-1-1 1 0 0,1 1-1 0 0,9-1 1 0 0,-5-1-9 0 0,-1 0 0 0 0,0 0 1 0 0,0-1-1 0 0,1 0 0 0 0,-1-1 1 0 0,0 0-1 0 0,-1 0 0 0 0,1-1 1 0 0,-1 0-1 0 0,1-1 0 0 0,-1 1 1 0 0,-1-2-1 0 0,11-8 0 0 0,7-11 15 0 0,-2-1-1 0 0,0-1 1 0 0,-2-1-1 0 0,-2-1 0 0 0,20-38 1 0 0,-19 34 205 0 0,-19 32-82 0 0,-2 4-15 0 0,-8 32 313 0 0,-2 0 0 0 0,-1 0 0 0 0,-24 46 0 0 0,27-62-302 0 0,-221 433 2259 0 0,115-235-1566 0 0,-85 140 566 0 0,190-340-1204 0 0,-1-1 0 0 0,-1 0 0 0 0,-1 0-1 0 0,-1-1 1 0 0,-17 15 0 0 0,27-26-144 0 0,0-1-1 0 0,0 0 0 0 0,0 0 0 0 0,-1 0 0 0 0,1 0 1 0 0,-1-1-1 0 0,0 1 0 0 0,0-1 0 0 0,1 0 1 0 0,-1-1-1 0 0,-1 1 0 0 0,1-1 0 0 0,0 0 0 0 0,0 0 1 0 0,0-1-1 0 0,-1 0 0 0 0,1 0 0 0 0,0 0 1 0 0,0 0-1 0 0,-1-1 0 0 0,1 0 0 0 0,0 0 1 0 0,0 0-1 0 0,-8-4 0 0 0,2 0-22 0 0,1-1 1 0 0,0-1-1 0 0,0 0 1 0 0,0 0-1 0 0,1-1 1 0 0,0 0-1 0 0,1-1 1 0 0,0 0-1 0 0,0 0 1 0 0,-11-19-1 0 0,8 11-64 0 0,1-1-1 0 0,1 1 0 0 0,1-2 0 0 0,1 1 1 0 0,-10-36-1 0 0,14 36-303 0 0,1-1-1 0 0,0 1 1 0 0,1 0 0 0 0,1-1-1 0 0,1 1 1 0 0,0 0 0 0 0,2-1-1 0 0,0 1 1 0 0,1 0 0 0 0,10-30-1 0 0,10-11-4564 0 0,52-98-1 0 0,-43 95-381 0 0,-8 14-2258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0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154 140 4412 0 0,'-140'-81'13418'0'0,"139"80"-13336"0"0,0 1 0 0 0,1-1 0 0 0,-1 1-1 0 0,0 0 1 0 0,0-1 0 0 0,1 1 0 0 0,-1-1-1 0 0,0 0 1 0 0,1 1 0 0 0,-1-1 0 0 0,0 1-1 0 0,1-1 1 0 0,-1 0 0 0 0,1 0 0 0 0,-1 1-1 0 0,1-1 1 0 0,0 0 0 0 0,-1 0 0 0 0,1 1-1 0 0,0-1 1 0 0,-1 0 0 0 0,1 0 0 0 0,0 0-1 0 0,0-1 1 0 0,0 1-45 0 0,0 1 0 0 0,1-1 0 0 0,-1 0 0 0 0,1 0 0 0 0,-1 1 0 0 0,1-1 0 0 0,-1 0 0 0 0,1 1 0 0 0,0-1 0 0 0,-1 0 0 0 0,1 1 0 0 0,0-1 0 0 0,0 1-1 0 0,-1-1 1 0 0,1 1 0 0 0,0 0 0 0 0,0-1 0 0 0,-1 1 0 0 0,2-1 0 0 0,7-2 63 0 0,0 1-1 0 0,0-1 1 0 0,12 0-1 0 0,60-7 134 0 0,154 2 0 0 0,83 28-2690 0 0,-138-2-1215 0 0,-65-6-1826 0 0,-21-3-1948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0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183 535 408 0 0,'-36'-3'5965'0'0,"-52"2"-1"0"0,43 1-3622 0 0,42 0-2052 0 0,-8-2 326 0 0,20-4-548 0 0,0 1-1 0 0,0 0 1 0 0,0 1-1 0 0,1 0 1 0 0,9-3-1 0 0,13-5 1 0 0,32-16 10 0 0,-2-3-1 0 0,98-64 0 0 0,-128 73-80 0 0,-1-2 0 0 0,-2-1 0 0 0,0-1 0 0 0,-2-2 0 0 0,-1-1-1 0 0,32-45 1 0 0,-53 68-14 0 0,-1 0 0 0 0,0 0-1 0 0,0-1 1 0 0,-1 0 0 0 0,0 1 0 0 0,0-1-1 0 0,0 0 1 0 0,-1 0 0 0 0,2-12-1 0 0,-4 18 16 0 0,0 0 0 0 0,0 0-1 0 0,0 0 1 0 0,-1 0 0 0 0,1 0-1 0 0,0 0 1 0 0,-1 0 0 0 0,1-1-1 0 0,0 1 1 0 0,-1 0-1 0 0,0 0 1 0 0,1 1 0 0 0,-1-1-1 0 0,1 0 1 0 0,-1 0 0 0 0,0 0-1 0 0,0 0 1 0 0,0 0 0 0 0,1 1-1 0 0,-1-1 1 0 0,0 0 0 0 0,0 1-1 0 0,0-1 1 0 0,0 1-1 0 0,0-1 1 0 0,0 1 0 0 0,0-1-1 0 0,0 1 1 0 0,0 0 0 0 0,0-1-1 0 0,-1 1 1 0 0,1 0 0 0 0,0 0-1 0 0,0 0 1 0 0,0 0-1 0 0,0 0 1 0 0,0 0 0 0 0,0 0-1 0 0,-1 0 1 0 0,-1 1 0 0 0,-4 0-3 0 0,0 0 1 0 0,0 0-1 0 0,0 1 1 0 0,0 0-1 0 0,-7 4 0 0 0,7-3 8 0 0,-1 1-1 0 0,1 1 1 0 0,0-1-1 0 0,0 1 1 0 0,0 0-1 0 0,0 1 0 0 0,1 0 1 0 0,0 0-1 0 0,0 0 1 0 0,1 0-1 0 0,0 1 1 0 0,0 0-1 0 0,1 0 0 0 0,-1 1 1 0 0,1-1-1 0 0,1 1 1 0 0,0 0-1 0 0,0 0 1 0 0,0 0-1 0 0,1 0 0 0 0,0 1 1 0 0,1-1-1 0 0,0 1 1 0 0,0-1-1 0 0,1 1 1 0 0,0-1-1 0 0,0 1 0 0 0,1-1 1 0 0,0 1-1 0 0,1-1 1 0 0,0 0-1 0 0,4 14 0 0 0,41 71 40 0 0,-1 0-64 0 0,-41-81 126 0 0,-1 0 0 0 0,0 1 1 0 0,-1-1-1 0 0,0 1 0 0 0,2 22 0 0 0,-5-31 4 0 0,1-1 0 0 0,-1 1 0 0 0,0 0 0 0 0,-1 0 0 0 0,1 0 0 0 0,0-1 0 0 0,-1 1 0 0 0,0 0 0 0 0,0 0 0 0 0,0-1-1 0 0,-1 1 1 0 0,1-1 0 0 0,-1 1 0 0 0,0-1 0 0 0,0 0 0 0 0,0 0 0 0 0,0 1 0 0 0,0-2 0 0 0,-1 1 0 0 0,0 0 0 0 0,1 0 0 0 0,-1-1 0 0 0,0 1 0 0 0,0-1 0 0 0,0 0-1 0 0,-1 0 1 0 0,-4 2 0 0 0,1-1-1 0 0,0-1 0 0 0,0 0 0 0 0,0 0 0 0 0,0-1 0 0 0,-1 0 0 0 0,1 0 0 0 0,-1 0 0 0 0,1-1 1 0 0,-1 0-1 0 0,1-1 0 0 0,-1 0 0 0 0,1 0 0 0 0,-8-2 0 0 0,-38-13-135 0 0,-94-42 0 0 0,146 58-26 0 0,1-1 1 0 0,-1 1-1 0 0,1 0 1 0 0,0 0-1 0 0,-1 0 1 0 0,1-1-1 0 0,0 1 1 0 0,-1 0-1 0 0,1-1 1 0 0,0 1 0 0 0,-1 0-1 0 0,1 0 1 0 0,0-1-1 0 0,0 1 1 0 0,-1 0-1 0 0,1-1 1 0 0,0 1-1 0 0,0-1 1 0 0,0 1-1 0 0,-1 0 1 0 0,1-1 0 0 0,0 1-1 0 0,0-1 1 0 0,0 1-1 0 0,0-1 1 0 0,0 1-1 0 0,0 0 1 0 0,0-1-1 0 0,0 1 1 0 0,0-1-1 0 0,0 1 1 0 0,0-1 0 0 0,0 1-1 0 0,0 0 1 0 0,0-1-1 0 0,0 1 1 0 0,1-1-1 0 0,-1 1 1 0 0,0 0-1 0 0,0-1 1 0 0,0 1-1 0 0,1-1 1 0 0,-1 1-1 0 0,0 0 1 0 0,0-1 0 0 0,1 1-1 0 0,-1 0 1 0 0,0 0-1 0 0,1-1 1 0 0,-1 1-1 0 0,0 0 1 0 0,1-1-1 0 0,17-12-2571 0 0,-18 13 2617 0 0,43-22-7521 0 0,-24 13 1768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1 495 360 0 0,'11'-9'2722'0'0,"-1"-1"1"0"0,0 0-1 0 0,0 0 0 0 0,-1-1 0 0 0,13-19 1 0 0,-16 26-456 0 0,-8 16-1611 0 0,-6 19-320 0 0,1-9-132 0 0,-8 18 124 0 0,-13 62-1 0 0,26-90-302 0 0,0 0-1 0 0,1 0 1 0 0,0 0-1 0 0,0 1 1 0 0,2-1-1 0 0,-1 0 1 0 0,2 0-1 0 0,-1 0 1 0 0,2 0-1 0 0,3 12 1 0 0,-4-20-26 0 0,-1 0 1 0 0,1 0-1 0 0,0 0 0 0 0,1 0 0 0 0,-1 0 1 0 0,0-1-1 0 0,1 1 0 0 0,0-1 1 0 0,0 0-1 0 0,0 0 0 0 0,0 0 1 0 0,1 0-1 0 0,-1 0 0 0 0,1-1 0 0 0,0 0 1 0 0,-1 1-1 0 0,1-1 0 0 0,0-1 1 0 0,0 1-1 0 0,1-1 0 0 0,-1 1 0 0 0,0-1 1 0 0,0 0-1 0 0,9 0 0 0 0,-6 0-53 0 0,1-1-1 0 0,-1 0 0 0 0,0 0 1 0 0,1-1-1 0 0,-1 0 0 0 0,0-1 0 0 0,0 1 1 0 0,0-1-1 0 0,0-1 0 0 0,0 1 1 0 0,0-1-1 0 0,0 0 0 0 0,-1-1 1 0 0,9-5-1 0 0,1-4-56 0 0,0-1 0 0 0,0-1 0 0 0,-1 0 0 0 0,-1-1 1 0 0,-1-1-1 0 0,0 0 0 0 0,18-33 0 0 0,-1-8 466 0 0,25-72 0 0 0,-50 118-204 0 0,-4 5 91 0 0,-8 14-157 0 0,-9 17-9 0 0,2 3-31 0 0,1 1 1 0 0,1 1-1 0 0,2 0 1 0 0,1 1-1 0 0,1 0 1 0 0,1 0 0 0 0,2 1-1 0 0,1-1 1 0 0,2 1-1 0 0,1 33 1 0 0,2-55-134 0 0,0 0 1 0 0,0 0-1 0 0,1-1 0 0 0,0 1 1 0 0,1 0-1 0 0,0-1 0 0 0,0 0 1 0 0,1 0-1 0 0,0 0 1 0 0,6 9-1 0 0,-8-14-99 0 0,0 0 0 0 0,0-1 0 0 0,0 1 0 0 0,1 0-1 0 0,-1-1 1 0 0,1 0 0 0 0,0 1 0 0 0,-1-1 0 0 0,1 0 0 0 0,0 0 0 0 0,0-1 0 0 0,1 1 0 0 0,-1-1 0 0 0,0 1 0 0 0,0-1 0 0 0,1 0 0 0 0,-1 0-1 0 0,1-1 1 0 0,-1 1 0 0 0,1-1 0 0 0,-1 0 0 0 0,1 1 0 0 0,-1-1 0 0 0,1-1 0 0 0,-1 1 0 0 0,0-1 0 0 0,1 1 0 0 0,4-2 0 0 0,3-3-188 0 0,0 1 0 0 0,0-1 1 0 0,-1-1-1 0 0,1 0 1 0 0,-2-1-1 0 0,1 1 0 0 0,-1-2 1 0 0,0 0-1 0 0,0 0 0 0 0,-1 0 1 0 0,0-1-1 0 0,8-11 0 0 0,7-13-191 0 0,0-1 0 0 0,20-43 0 0 0,108-266 1360 0 0,-30-12 5469 0 0,-112 335-5696 0 0,-7 32-241 0 0,-5 34-83 0 0,-63 262 799 0 0,-14 80-276 0 0,77-359-484 0 0,3-29-280 0 0,0 0 0 0 0,0 0 0 0 0,0 0 0 0 0,0 0 0 0 0,0 0 0 0 0,0 0 0 0 0,0 0 1 0 0,0 0-1 0 0,0 0 0 0 0,0 0 0 0 0,0 1 0 0 0,0-1 0 0 0,0 0 0 0 0,0 0 0 0 0,0 0 0 0 0,0 0 0 0 0,0 0 0 0 0,0 0 0 0 0,0 0 0 0 0,0 0 0 0 0,0 0 0 0 0,0 0 0 0 0,0 1 0 0 0,0-1 0 0 0,0 0 0 0 0,0 0 0 0 0,0 0 0 0 0,0 0 0 0 0,0 0 0 0 0,0 0 0 0 0,0 0 0 0 0,0 0 1 0 0,0 0-1 0 0,0 0 0 0 0,0 0 0 0 0,0 1 0 0 0,0-1 0 0 0,0 0 0 0 0,0 0 0 0 0,0 0 0 0 0,0 0 0 0 0,1 0 0 0 0,-1 0 0 0 0,0 0 0 0 0,0 0 0 0 0,0 0 0 0 0,0 0 0 0 0,0 0 0 0 0,0 0 0 0 0,0 0 0 0 0,0 0 0 0 0,0 0 0 0 0,0 0 0 0 0,1 0 0 0 0,-1 0 0 0 0,0 0 1 0 0,0 0-1 0 0,0 0 0 0 0,0 0 0 0 0,0 0 0 0 0,0 0 0 0 0,0 0 0 0 0,0 0 0 0 0,0 0 0 0 0,0 0 0 0 0,8-14 20 0 0,0-4-17 0 0,0 1 0 0 0,1 0 0 0 0,1 0 0 0 0,1 1 0 0 0,1 0 0 0 0,0 1 0 0 0,0 1 0 0 0,2 0 0 0 0,25-22 0 0 0,-33 32-7 0 0,1-1 0 0 0,-1 1 0 0 0,1 0 0 0 0,0 0 0 0 0,0 1 0 0 0,0 0 0 0 0,0 0 0 0 0,0 1 0 0 0,1-1 1 0 0,-1 2-1 0 0,1-1 0 0 0,0 1 0 0 0,-1 0 0 0 0,1 1 0 0 0,0 0 0 0 0,0 0 0 0 0,0 1 0 0 0,-1 0 1 0 0,1 0-1 0 0,0 0 0 0 0,-1 1 0 0 0,1 1 0 0 0,-1-1 0 0 0,0 1 0 0 0,0 0 0 0 0,12 8 0 0 0,-8-4 1 0 0,-1 0-1 0 0,1 1 1 0 0,-2 1-1 0 0,1-1 1 0 0,-1 2-1 0 0,0-1 1 0 0,-1 1-1 0 0,13 21 1 0 0,-17-24 73 0 0,0-1 0 0 0,0 1 1 0 0,-1 0-1 0 0,0 0 0 0 0,-1 0 0 0 0,1 0 1 0 0,-1 1-1 0 0,-1-1 0 0 0,0 1 0 0 0,0-1 1 0 0,0 1-1 0 0,-1 0 0 0 0,0-1 0 0 0,0 1 1 0 0,-1-1-1 0 0,-2 13 0 0 0,2-16 3 0 0,0 0 0 0 0,-1 0 1 0 0,1-1-1 0 0,-1 1 0 0 0,0 0 0 0 0,0-1 0 0 0,0 1 0 0 0,-1-1 1 0 0,1 1-1 0 0,-1-1 0 0 0,0 0 0 0 0,0 0 0 0 0,0 0 0 0 0,0-1 0 0 0,-7 5 1 0 0,4-4-3 0 0,0 0 1 0 0,0 0-1 0 0,0-1 1 0 0,0 0 0 0 0,0 0-1 0 0,-1-1 1 0 0,1 0-1 0 0,0 0 1 0 0,-10 0 0 0 0,-4-2 11 0 0,0 0 1 0 0,0-1 0 0 0,1-1 0 0 0,-1-1-1 0 0,-29-10 1 0 0,34 9-80 0 0,1 0 0 0 0,0 0 0 0 0,0-2 0 0 0,1 0 0 0 0,0 0-1 0 0,-17-13 1 0 0,29 19-125 0 0,0 1-1 0 0,0-1 0 0 0,0 0 1 0 0,-1 0-1 0 0,2 0 0 0 0,-1 1 0 0 0,0-1 1 0 0,0 0-1 0 0,0 0 0 0 0,0 0 1 0 0,0 0-1 0 0,1-1 0 0 0,-1 1 0 0 0,1 0 1 0 0,-1 0-1 0 0,1 0 0 0 0,-1-1 1 0 0,1 1-1 0 0,0 0 0 0 0,-1 0 1 0 0,1-1-1 0 0,0 1 0 0 0,0 0 0 0 0,0-1 1 0 0,0 1-1 0 0,0 0 0 0 0,0 0 1 0 0,0-1-1 0 0,1 1 0 0 0,-1 0 0 0 0,0-1 1 0 0,1 1-1 0 0,-1 0 0 0 0,1 0 1 0 0,-1 0-1 0 0,1 0 0 0 0,-1-1 0 0 0,1 1 1 0 0,0 0-1 0 0,0 0 0 0 0,0 0 1 0 0,0 0-1 0 0,-1 0 0 0 0,4-1 1 0 0,2-3-1225 0 0,0 1 0 0 0,1-1 0 0 0,-1 1 0 0 0,1 0 1 0 0,0 1-1 0 0,8-3 0 0 0,5-1-3770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2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400 129 96 0 0,'4'-2'827'0'0,"1"-1"-1"0"0,-1 1 1 0 0,1-1-1 0 0,-1 0 1 0 0,0-1-1 0 0,0 1 1 0 0,-1-1-1 0 0,1 0 1 0 0,-1 0-1 0 0,1 0 1 0 0,-1 0-1 0 0,4-8 1 0 0,-6 10-658 0 0,0 1-1 0 0,-1-1 1 0 0,1 0 0 0 0,0 0-1 0 0,-1 0 1 0 0,1 0 0 0 0,-1 0 0 0 0,1 0-1 0 0,-1 0 1 0 0,0 0 0 0 0,0 1 0 0 0,0-1-1 0 0,0 0 1 0 0,0 0 0 0 0,-1 0-1 0 0,1 0 1 0 0,0 0 0 0 0,-1 0 0 0 0,1 0-1 0 0,-1 0 1 0 0,0 0 0 0 0,0 1-1 0 0,0-1 1 0 0,0 0 0 0 0,0 0 0 0 0,0 1-1 0 0,0-1 1 0 0,0 1 0 0 0,-1-1 0 0 0,1 1-1 0 0,-1 0 1 0 0,1-1 0 0 0,-1 1-1 0 0,1 0 1 0 0,-1 0 0 0 0,-2-1 0 0 0,-2 0-64 0 0,1 0 1 0 0,0 0 0 0 0,-1 0 0 0 0,1 1 0 0 0,-1 0 0 0 0,0 0 0 0 0,1 0 0 0 0,-1 1 0 0 0,0 0 0 0 0,1 0 0 0 0,-1 0 0 0 0,0 1 0 0 0,1 0 0 0 0,-8 2 0 0 0,-7 2 75 0 0,1 1 0 0 0,-31 13 0 0 0,39-14-144 0 0,2 0-1 0 0,-1 0 0 0 0,0 0 0 0 0,1 1 0 0 0,0 1 0 0 0,1 0 0 0 0,-1 0 1 0 0,-8 11-1 0 0,15-16-30 0 0,-1 1 0 0 0,2-1 0 0 0,-1 1 0 0 0,0-1-1 0 0,0 1 1 0 0,1 0 0 0 0,0 0 0 0 0,-1 0 0 0 0,1 0 0 0 0,0 0 0 0 0,1 0 0 0 0,-1 1 0 0 0,0-1 0 0 0,1 0 0 0 0,0 0 0 0 0,0 0 0 0 0,0 1 0 0 0,0-1 0 0 0,0 0 0 0 0,1 0 0 0 0,-1 0-1 0 0,1 1 1 0 0,0-1 0 0 0,0 0 0 0 0,0 0 0 0 0,0 0 0 0 0,1 0 0 0 0,-1 0 0 0 0,1-1 0 0 0,0 1 0 0 0,-1 0 0 0 0,4 3 0 0 0,9 9 5 0 0,1 0 0 0 0,0-1 0 0 0,29 22 0 0 0,-24-22-17 0 0,-2 1-1 0 0,22 24 0 0 0,-38-38 52 0 0,0 1 0 0 0,-1 1 0 0 0,1-1 0 0 0,0 0 0 0 0,-1 0 0 0 0,0 0 0 0 0,0 1 0 0 0,1-1 0 0 0,-1 1-1 0 0,-1-1 1 0 0,1 1 0 0 0,0-1 0 0 0,-1 1 0 0 0,1 0 0 0 0,-1 3 0 0 0,0-4 16 0 0,0 0 1 0 0,-1 0 0 0 0,1 0-1 0 0,-1 0 1 0 0,1 0 0 0 0,-1 0-1 0 0,0 0 1 0 0,0 0-1 0 0,0 0 1 0 0,0 0 0 0 0,0-1-1 0 0,0 1 1 0 0,-1 0-1 0 0,1-1 1 0 0,-1 1 0 0 0,1-1-1 0 0,-1 1 1 0 0,1-1-1 0 0,-1 0 1 0 0,-2 2 0 0 0,-6 3 79 0 0,-1 0 0 0 0,0-1 0 0 0,-1 0 0 0 0,1 0 0 0 0,-1-1 0 0 0,0-1 0 0 0,0 0 0 0 0,-21 2 0 0 0,11-3-69 0 0,1 0 1 0 0,0-2 0 0 0,0-1-1 0 0,-28-4 1 0 0,46 5-208 0 0,0-1 0 0 0,0 1 0 0 0,0-1 0 0 0,0 0 1 0 0,0 0-1 0 0,0 0 0 0 0,0-1 0 0 0,0 1 0 0 0,0-1 0 0 0,0 1 0 0 0,1-1 1 0 0,-1 0-1 0 0,1 0 0 0 0,-1 0 0 0 0,1 0 0 0 0,0-1 0 0 0,0 1 0 0 0,0-1 1 0 0,0 1-1 0 0,-3-6 0 0 0,4 5-367 0 0,0 0 1 0 0,0 0-1 0 0,1 0 1 0 0,-1 0-1 0 0,1 0 1 0 0,-1 0-1 0 0,1 0 1 0 0,0 0 0 0 0,0 0-1 0 0,0 0 1 0 0,1 0-1 0 0,-1 0 1 0 0,1 0-1 0 0,0 1 1 0 0,0-1-1 0 0,0 0 1 0 0,0 0-1 0 0,0 0 1 0 0,0 1-1 0 0,1-1 1 0 0,-1 1-1 0 0,4-5 1 0 0,9-12-6136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2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99 860 0 0,'0'0'8466'0'0,"-21"17"-3181"0"0,19-15-5141 0 0,-1 1-1 0 0,1 0 1 0 0,0 0 0 0 0,-1 0-1 0 0,1 0 1 0 0,1 0-1 0 0,-1 0 1 0 0,0 0-1 0 0,1 1 1 0 0,0-1 0 0 0,-1 1-1 0 0,1-1 1 0 0,1 1-1 0 0,-1-1 1 0 0,0 7-1 0 0,1-7-105 0 0,0-1 0 0 0,1 1-1 0 0,-1-1 1 0 0,1 1 0 0 0,-1-1-1 0 0,1 1 1 0 0,0-1 0 0 0,0 0-1 0 0,0 1 1 0 0,0-1 0 0 0,1 0-1 0 0,-1 0 1 0 0,1 0 0 0 0,-1 0-1 0 0,1 0 1 0 0,0 0-1 0 0,-1 0 1 0 0,1 0 0 0 0,0-1-1 0 0,0 1 1 0 0,1-1 0 0 0,-1 1-1 0 0,0-1 1 0 0,4 2 0 0 0,0 0-1 0 0,0 0 0 0 0,0-1 1 0 0,1 0-1 0 0,-1 0 0 0 0,1 0 1 0 0,-1-1-1 0 0,1 1 0 0 0,0-2 1 0 0,-1 1-1 0 0,1-1 0 0 0,0 0 1 0 0,7-1-1 0 0,-10 0-28 0 0,1 0 1 0 0,-1 0-1 0 0,1-1 1 0 0,-1 1-1 0 0,1-1 0 0 0,-1 0 1 0 0,0 0-1 0 0,0-1 1 0 0,0 1-1 0 0,0-1 0 0 0,0 0 1 0 0,-1 0-1 0 0,1 0 1 0 0,-1 0-1 0 0,0-1 0 0 0,0 1 1 0 0,0-1-1 0 0,3-5 1 0 0,0-2-5 0 0,0 0 0 0 0,0 0 0 0 0,-1-1 0 0 0,-1 1 0 0 0,4-16 0 0 0,-6 22-5 0 0,-1 0 1 0 0,0 0 0 0 0,0 0 0 0 0,-1 0 0 0 0,0-1-1 0 0,1 1 1 0 0,-2 0 0 0 0,1 0 0 0 0,0 0 0 0 0,-1 0-1 0 0,0 0 1 0 0,-1-1 0 0 0,1 1 0 0 0,-1 1 0 0 0,-2-8-1 0 0,3 11 3 0 0,-1-1-1 0 0,1 1 1 0 0,0 0-1 0 0,0-1 1 0 0,0 1-1 0 0,-1 0 1 0 0,1 0-1 0 0,-1-1 1 0 0,1 1-1 0 0,-1 0 1 0 0,1 1-1 0 0,-1-1 1 0 0,0 0-1 0 0,1 0 1 0 0,-1 1-1 0 0,0-1 1 0 0,0 1-1 0 0,1-1 0 0 0,-1 1 1 0 0,0 0-1 0 0,0 0 1 0 0,0 0-1 0 0,1 0 1 0 0,-1 0-1 0 0,0 0 1 0 0,0 0-1 0 0,0 1 1 0 0,1-1-1 0 0,-1 1 1 0 0,0-1-1 0 0,-3 2 1 0 0,-3 2 17 0 0,0-1 0 0 0,0 1 0 0 0,0 1 0 0 0,1-1 0 0 0,-10 8 0 0 0,-3 5 59 0 0,1 0-1 0 0,0 1 1 0 0,2 1-1 0 0,0 0 1 0 0,-21 33 0 0 0,27-35-48 0 0,1 0 0 0 0,0 1 0 0 0,2 0 1 0 0,0 0-1 0 0,1 1 0 0 0,1 0 1 0 0,-7 32-1 0 0,12-46-13 0 0,1 0 1 0 0,-1 0-1 0 0,1 0 1 0 0,0 0-1 0 0,0 0 1 0 0,1 0-1 0 0,-1 0 1 0 0,1 0-1 0 0,0 0 0 0 0,0 0 1 0 0,1 0-1 0 0,-1-1 1 0 0,1 1-1 0 0,0 0 1 0 0,1-1-1 0 0,3 7 1 0 0,-2-6-85 0 0,1 0 0 0 0,-1-1 0 0 0,1 0 0 0 0,0 0 1 0 0,0 0-1 0 0,0 0 0 0 0,0-1 0 0 0,1 0 0 0 0,-1 0 0 0 0,1 0 1 0 0,10 3-1 0 0,0-1-430 0 0,0-1 0 0 0,1-1 0 0 0,-1-1 0 0 0,1 0 0 0 0,0-1-1 0 0,0-1 1 0 0,0 0 0 0 0,-1-1 0 0 0,18-4 0 0 0,-9 0-900 0 0,0-1 0 0 0,-1-2 0 0 0,0 0-1 0 0,27-13 1 0 0,0-5-3260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2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121 267 1348 0 0,'17'-26'2130'0'0,"-2"0"1"0"0,0-1-1 0 0,-1-1 0 0 0,-2 0 0 0 0,-1-1 0 0 0,-1 0 0 0 0,9-45 699 0 0,-38 94-2307 0 0,-33 103 251 0 0,6 1-1 0 0,-46 202 0 0 0,87-307-954 0 0,-1 2 334 0 0,2 0 1 0 0,-5 37-1 0 0,9-53-461 0 0,0 0 1 0 0,0 0-1 0 0,0 0 1 0 0,0 0 0 0 0,1 0-1 0 0,0 0 1 0 0,0 0-1 0 0,0 0 1 0 0,1 0 0 0 0,-1 0-1 0 0,1-1 1 0 0,0 1-1 0 0,1-1 1 0 0,-1 1-1 0 0,1-1 1 0 0,0 0 0 0 0,4 5-1 0 0,-5-7-250 0 0,-1-1 0 0 0,1 0-1 0 0,-1 0 1 0 0,1 0 0 0 0,0 0-1 0 0,-1 0 1 0 0,1 0 0 0 0,0 0-1 0 0,0-1 1 0 0,0 1 0 0 0,0 0-1 0 0,3 0 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152 124 3724 0 0,'-46'-28'8930'0'0,"-52"-40"0"0"0,98 67-8896 0 0,-1 1 0 0 0,1 0 1 0 0,0 0-1 0 0,-1 0 0 0 0,1 0 0 0 0,0-1 1 0 0,-1 1-1 0 0,1 0 0 0 0,-1 0 0 0 0,1-1 1 0 0,0 1-1 0 0,-1 0 0 0 0,1-1 0 0 0,0 1 0 0 0,0 0 1 0 0,-1-1-1 0 0,1 1 0 0 0,0-1 0 0 0,0 1 1 0 0,0 0-1 0 0,-1-1 0 0 0,1 1 0 0 0,0-1 1 0 0,0 1-1 0 0,0 0 0 0 0,0-1 0 0 0,0 1 0 0 0,0-1 1 0 0,0 1-1 0 0,0-1 0 0 0,0 1 0 0 0,0-1 1 0 0,0 1-1 0 0,0 0 0 0 0,0-1 0 0 0,0 1 1 0 0,0-1-1 0 0,1 1 0 0 0,-1-1 0 0 0,0 1 0 0 0,0 0 1 0 0,0-1-1 0 0,1 1 0 0 0,-1 0 0 0 0,0-1 1 0 0,1 1-1 0 0,-1 0 0 0 0,0-1 0 0 0,1 1 1 0 0,-1 0-1 0 0,0-1 0 0 0,1 1 0 0 0,-1 0 0 0 0,0 0 1 0 0,1 0-1 0 0,-1-1 0 0 0,1 1 0 0 0,-1 0 1 0 0,0 0-1 0 0,1 0 0 0 0,-1 0 0 0 0,1 0 1 0 0,-1 0-1 0 0,1 0 0 0 0,0 0 0 0 0,32-6 319 0 0,55 4-1027 0 0,0 5 0 0 0,110 16 0 0 0,-111-10-3822 0 0,1-1-3402 0 0,-66-7 522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3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871 117 1540 0 0,'4'-5'756'0'0,"2"-2"357"0"0,0-1-1 0 0,-1 1 1 0 0,0-1 0 0 0,0 0 0 0 0,-1 0 0 0 0,1-1 0 0 0,-2 1 0 0 0,1-1 0 0 0,2-11 0 0 0,-6 19-1076 0 0,0 0-1 0 0,0 0 1 0 0,0 1 0 0 0,0-1-1 0 0,-1 0 1 0 0,1 0-1 0 0,0 1 1 0 0,0-1-1 0 0,-1 0 1 0 0,1 1 0 0 0,0-1-1 0 0,-1 0 1 0 0,1 1-1 0 0,0-1 1 0 0,-1 1-1 0 0,1-1 1 0 0,-1 0 0 0 0,1 1-1 0 0,-1-1 1 0 0,0 1-1 0 0,1-1 1 0 0,-1 1-1 0 0,1 0 1 0 0,-1-1 0 0 0,0 1-1 0 0,1 0 1 0 0,-1-1-1 0 0,0 1 1 0 0,1 0-1 0 0,-1 0 1 0 0,0-1 0 0 0,0 1-1 0 0,-1 0 1 0 0,-24-1 304 0 0,0 5-73 0 0,0 2 0 0 0,1 1 0 0 0,-48 20 0 0 0,-70 42 402 0 0,-118 79 215 0 0,219-120-713 0 0,0 2-1 0 0,2 1 1 0 0,-68 70-1 0 0,97-89-121 0 0,1 0-1 0 0,0 1 1 0 0,0 1-1 0 0,1-1 1 0 0,1 2-1 0 0,0-1 1 0 0,1 1-1 0 0,-7 21 1 0 0,12-29 5 0 0,1 0 0 0 0,-1 1 0 0 0,1-1-1 0 0,0 0 1 0 0,1 1 0 0 0,0-1 0 0 0,0 1 0 0 0,0-1 0 0 0,1 1 0 0 0,0-1 0 0 0,1 0 0 0 0,0 1 0 0 0,0-1-1 0 0,0 0 1 0 0,1 0 0 0 0,0 0 0 0 0,0-1 0 0 0,1 1 0 0 0,0-1 0 0 0,7 9 0 0 0,0-2 9 0 0,0-2 1 0 0,1 1-1 0 0,0-2 0 0 0,1 0 1 0 0,0 0-1 0 0,1-1 1 0 0,0-1-1 0 0,0 0 1 0 0,1-1-1 0 0,0 0 0 0 0,26 7 1 0 0,17 1 332 0 0,106 16-1 0 0,-164-31-393 0 0,11 1 218 0 0,0 0 0 0 0,1-1 0 0 0,-1-1-1 0 0,0 1 1 0 0,22-6 0 0 0,-30 6-354 0 0,0-1 0 0 0,1 0 0 0 0,-1-1 0 0 0,0 1-1 0 0,0 0 1 0 0,0-1 0 0 0,4-2 0 0 0,7-7-4945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90 2248 0 0,'0'-5'1095'0'0,"1"0"-1"0"0,-1 1 1 0 0,0-1 0 0 0,-1 0-1 0 0,0-7 1 0 0,0 9-749 0 0,0 0 0 0 0,0 0 0 0 0,0 0 0 0 0,0 0 1 0 0,0 0-1 0 0,-1 1 0 0 0,1-1 0 0 0,-3-3 0 0 0,2 4-247 0 0,0 0 1 0 0,-1-1 0 0 0,1 1-1 0 0,0 1 1 0 0,-1-1-1 0 0,1 0 1 0 0,-1 1-1 0 0,1-1 1 0 0,-1 1-1 0 0,0 0 1 0 0,1-1-1 0 0,-1 1 1 0 0,0 1 0 0 0,0-1-1 0 0,0 0 1 0 0,0 1-1 0 0,0 0 1 0 0,0-1-1 0 0,0 1 1 0 0,-5 1-1 0 0,-4 0 86 0 0,0 1 0 0 0,1 0 0 0 0,-1 1 1 0 0,1 0-1 0 0,0 1 0 0 0,0 0 0 0 0,-12 6 0 0 0,-70 45 606 0 0,54-29-392 0 0,-65 57 1 0 0,88-68-323 0 0,0 1 0 0 0,1 1 1 0 0,1 0-1 0 0,0 1 1 0 0,-22 39-1 0 0,32-50-33 0 0,1 0 0 0 0,-1 1-1 0 0,1-1 1 0 0,0 1 0 0 0,1 0-1 0 0,0 0 1 0 0,0 0 0 0 0,1 0-1 0 0,0 0 1 0 0,0 0 0 0 0,1 0-1 0 0,0 0 1 0 0,1 1 0 0 0,0-1-1 0 0,0 0 1 0 0,0 0 0 0 0,1 0-1 0 0,0 0 1 0 0,1-1-1 0 0,0 1 1 0 0,0 0 0 0 0,0-1-1 0 0,1 0 1 0 0,0 0 0 0 0,1 0-1 0 0,0 0 1 0 0,0-1 0 0 0,0 0-1 0 0,1 0 1 0 0,-1 0 0 0 0,1-1-1 0 0,11 8 1 0 0,-1-2 34 0 0,1-2 0 0 0,0 0-1 0 0,0 0 1 0 0,1-2 0 0 0,0 0 0 0 0,0-1-1 0 0,24 4 1 0 0,-7-3 696 0 0,0-2-1 0 0,68 1 1 0 0,-98-6-657 0 0,1 0-1 0 0,0-1 1 0 0,-1 1-1 0 0,1-1 1 0 0,0-1-1 0 0,8-2 1 0 0,-11 3-160 0 0,-1 0 0 0 0,0 0 0 0 0,0 0 0 0 0,0-1 1 0 0,0 1-1 0 0,0 0 0 0 0,0-1 0 0 0,0 1 0 0 0,0-1 1 0 0,0 0-1 0 0,-1 0 0 0 0,1 1 0 0 0,-1-1 0 0 0,1 0 1 0 0,-1-1-1 0 0,2-2 0 0 0,9-15-7519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4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153 148 1280 0 0,'11'-20'4652'0'0,"0"0"-1"0"0,12-32 1 0 0,2-4 1184 0 0,-18 75-5441 0 0,-13 31 117 0 0,-2-1 1 0 0,-24 87-1 0 0,-49 90-66 0 0,74-208-697 0 0,-49 116 50 0 0,16-47-7548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5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86 202 2752 0 0,'11'-23'1876'0'0,"2"1"0"0"0,1 0-1 0 0,1 0 1 0 0,20-22 0 0 0,-29 37-1684 0 0,1 1 0 0 0,-1 0 0 0 0,2 0 1 0 0,-1 1-1 0 0,0 0 0 0 0,1 0 1 0 0,0 1-1 0 0,0 0 0 0 0,0 0 1 0 0,1 1-1 0 0,-1 0 0 0 0,1 0 0 0 0,0 1 1 0 0,0 0-1 0 0,14-1 0 0 0,-10 3-114 0 0,-1 0-1 0 0,0 0 1 0 0,0 2-1 0 0,0-1 1 0 0,0 1-1 0 0,0 1 0 0 0,0 0 1 0 0,17 8-1 0 0,-22-9-38 0 0,-1 1 0 0 0,0 0 0 0 0,0 0 0 0 0,0 1 0 0 0,-1 0 0 0 0,1 0 0 0 0,-1 0 0 0 0,0 1 0 0 0,0-1 0 0 0,-1 1 0 0 0,1 0 0 0 0,-1 1 0 0 0,0-1 0 0 0,0 1 0 0 0,-1-1 0 0 0,0 1 0 0 0,3 7 0 0 0,-5-10-3 0 0,0 1 0 0 0,0-1 0 0 0,-1 1 0 0 0,1-1 0 0 0,-1 1 1 0 0,1-1-1 0 0,-1 1 0 0 0,-1 0 0 0 0,1-1 0 0 0,0 1 1 0 0,-1-1-1 0 0,0 1 0 0 0,1-1 0 0 0,-3 6 0 0 0,0-3 10 0 0,0 0 0 0 0,-1 1 0 0 0,1-1 1 0 0,-1-1-1 0 0,0 1 0 0 0,-10 10 0 0 0,-1-2 33 0 0,-1 0 1 0 0,-1-1-1 0 0,-35 21 0 0 0,26-19-31 0 0,-1-2-1 0 0,-1 0 0 0 0,-47 14 1 0 0,-93 12 950 0 0,106-25 177 0 0,60-13-1096 0 0,2-1-76 0 0,0 0 1 0 0,0 0-1 0 0,-1 0 1 0 0,1 0-1 0 0,0 0 0 0 0,0 0 1 0 0,-1 0-1 0 0,1 0 1 0 0,0 1-1 0 0,0-1 0 0 0,-1 0 1 0 0,1 0-1 0 0,0 0 1 0 0,0 0-1 0 0,0 0 1 0 0,-1 1-1 0 0,1-1 0 0 0,0 0 1 0 0,0 0-1 0 0,0 0 1 0 0,-1 1-1 0 0,1-1 0 0 0,0 0 1 0 0,0 0-1 0 0,0 0 1 0 0,0 1-1 0 0,0-1 1 0 0,0 0-1 0 0,0 0 0 0 0,-1 1 1 0 0,1-1-1 0 0,0 0 1 0 0,0 0-1 0 0,0 1 0 0 0,0-1 1 0 0,0 0-1 0 0,0 0 1 0 0,0 1-1 0 0,0-1 0 0 0,0 0 1 0 0,0 1-1 0 0,1-1 1 0 0,-1 0-1 0 0,0 0 1 0 0,0 1-1 0 0,0-1 0 0 0,0 0 1 0 0,0 0-1 0 0,0 0 1 0 0,0 1-1 0 0,1-1 0 0 0,-1 0 1 0 0,0 0-1 0 0,0 0 1 0 0,1 1-1 0 0,8 12 87 0 0,38 40 111 0 0,-2 3 1 0 0,-2 1 0 0 0,38 70-1 0 0,55 73-123 0 0,-135-199-89 0 0,4 7-465 0 0,1 0-1 0 0,0-1 0 0 0,1 0 1 0 0,0 0-1 0 0,0-1 0 0 0,12 9 1 0 0,-17-14 5 0 0,-1 0-1 0 0,1-1 1 0 0,-1 1 0 0 0,1-1 0 0 0,-1 0 0 0 0,1 1 0 0 0,0-1 0 0 0,-1 0 0 0 0,1 0 0 0 0,-1 0 0 0 0,1 0 0 0 0,0 0 0 0 0,-1-1-1 0 0,1 1 1 0 0,-1 0 0 0 0,1-1 0 0 0,-1 1 0 0 0,1-1 0 0 0,1-1 0 0 0,-3 2 448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47 227 1392 0 0,'17'-53'5319'0'0,"42"-118"7067"0"0,-58 169-11875 0 0,2 13-340 0 0,-2-9-154 0 0,0 0-1 0 0,0 0 0 0 0,-1 0 1 0 0,1 1-1 0 0,-1-1 0 0 0,0 0 1 0 0,0 0-1 0 0,0 1 0 0 0,0-1 1 0 0,0 3-1 0 0,-10 52 9 0 0,-3-1 1 0 0,-1 0-1 0 0,-36 86 0 0 0,25-76 186 0 0,7-21 1221 0 0,17-43-811 0 0,2-13-316 0 0,4-1-239 0 0,0 0 0 0 0,1 0 0 0 0,0 0 0 0 0,0 1 0 0 0,2-1 0 0 0,14-17 0 0 0,-7 9-30 0 0,5-7-17 0 0,1 1-1 0 0,1 1 0 0 0,1 1 1 0 0,1 1-1 0 0,1 1 0 0 0,53-35 0 0 0,-75 56-23 0 0,0-1 0 0 0,0 0-1 0 0,0 1 1 0 0,0 0-1 0 0,0 0 1 0 0,0 0 0 0 0,0 0-1 0 0,1 0 1 0 0,-1 1-1 0 0,0-1 1 0 0,0 1 0 0 0,1 0-1 0 0,-1 0 1 0 0,0 0-1 0 0,1 1 1 0 0,-1-1 0 0 0,0 1-1 0 0,1-1 1 0 0,3 3-1 0 0,-3-1 0 0 0,0 0-1 0 0,-1 0 0 0 0,1 0 1 0 0,0 1-1 0 0,-1-1 0 0 0,1 1 1 0 0,-1 0-1 0 0,0 0 0 0 0,0 0 1 0 0,0 1-1 0 0,0-1 0 0 0,-1 1 1 0 0,0-1-1 0 0,4 7 0 0 0,-2 0-93 0 0,0 1 0 0 0,0 0 0 0 0,-1 0 0 0 0,0 0 0 0 0,-1 1 0 0 0,0-1 0 0 0,-1 1 0 0 0,0-1 0 0 0,-1 1 0 0 0,0-1 0 0 0,-1 1 0 0 0,-1-1 0 0 0,-4 21 0 0 0,-2-1-429 0 0,-1 0 0 0 0,-2 0 0 0 0,-25 49 0 0 0,19-48-1756 0 0,-30 44 0 0 0,32-56-791 0 0,-23 25 0 0 0,1-8-3329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1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564 34 948 0 0,'9'-7'8300'0'0,"-9"6"-8256"0"0,0 0 0 0 0,-1 0 0 0 0,1 0 0 0 0,0 0 0 0 0,0 0 0 0 0,0 1 0 0 0,-1-1 0 0 0,1 0 0 0 0,0 0 0 0 0,-1 0 0 0 0,1 0 0 0 0,-1 1 0 0 0,1-1 0 0 0,-1 0 0 0 0,1 0 0 0 0,-1 1 0 0 0,1-1 0 0 0,-1 0 0 0 0,0 1 0 0 0,1-1 0 0 0,-1 1 0 0 0,0-1 0 0 0,-1 0 0 0 0,0 0-7 0 0,-1 0 0 0 0,0 0 1 0 0,0 0-1 0 0,0 0 0 0 0,0 0 0 0 0,0 0 1 0 0,-4 1-1 0 0,-8-1-52 0 0,1 1 1 0 0,-19 3 0 0 0,28-3 64 0 0,-38 6-236 0 0,-1 1 1 0 0,2 2-1 0 0,-1 2 1 0 0,-51 21-1 0 0,51-14-2294 0 0,-77 45 0 0 0,82-39 163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21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61 748 0 0,'0'0'3889'0'0,"-5"-22"209"0"0,-20-8-2625 0 0,24 29-1431 0 0,-45-6 9 0 0,4 8-287 0 0,-60 10-1 0 0,5 8-4296 0 0,68-12 1642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0 1340 0 0,'-4'11'8548'0'0,"-1"18"-5317"0"0,-2 0 1 0 0,-18 51-1 0 0,-32 55-1476 0 0,16-39-855 0 0,-91 249-1507 0 0,130-336 711 0 0,1 2-4357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4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43 3260 0 0,'12'-37'9194'0'0,"-12"37"-9016"0"0,-1-1 1 0 0,1 1-1 0 0,-1-1 1 0 0,1 1-1 0 0,-1-1 0 0 0,1 1 1 0 0,-1 0-1 0 0,1-1 1 0 0,-1 1-1 0 0,0 0 1 0 0,1-1-1 0 0,-1 1 1 0 0,0 0-1 0 0,1 0 1 0 0,-1-1-1 0 0,-1 1 0 0 0,-7 3 232 0 0,-1 1 0 0 0,1-1-1 0 0,-1 2 1 0 0,1-1-1 0 0,1 1 1 0 0,-1 1-1 0 0,1 0 1 0 0,-13 11 0 0 0,9-7-271 0 0,1 1 1 0 0,1 1 0 0 0,-1 0-1 0 0,2 0 1 0 0,-9 15 0 0 0,16-24-124 0 0,1 1 0 0 0,-1 0 1 0 0,1 0-1 0 0,-1 0 0 0 0,1 0 0 0 0,0 0 0 0 0,1 0 1 0 0,-1 1-1 0 0,1-1 0 0 0,-1 0 0 0 0,1 0 1 0 0,1 0-1 0 0,-1 0 0 0 0,0 1 0 0 0,1-1 0 0 0,0 0 1 0 0,0 0-1 0 0,0 0 0 0 0,4 6 0 0 0,2 7 13 0 0,2-1-1 0 0,0 0 0 0 0,14 18 1 0 0,-10-15 29 0 0,1 1-84 0 0,-5-7 319 0 0,1 1 0 0 0,-2 0-1 0 0,0 1 1 0 0,11 28 0 0 0,-17-39-195 0 0,-1 0 0 0 0,0 0 1 0 0,0 0-1 0 0,-1 0 0 0 0,1 0 0 0 0,-1 0 1 0 0,0 0-1 0 0,0 0 0 0 0,0 1 0 0 0,-1-1 1 0 0,1 0-1 0 0,-1 0 0 0 0,0 0 0 0 0,0 0 1 0 0,-1 0-1 0 0,1-1 0 0 0,-1 1 0 0 0,0 0 1 0 0,0 0-1 0 0,0-1 0 0 0,0 0 0 0 0,-1 1 1 0 0,1-1-1 0 0,-6 5 0 0 0,4-4-60 0 0,-1 0-1 0 0,1 0 1 0 0,-1 0-1 0 0,0-1 1 0 0,0 1 0 0 0,0-1-1 0 0,-1-1 1 0 0,1 1-1 0 0,-1-1 1 0 0,1 0-1 0 0,-1 0 1 0 0,0-1 0 0 0,0 1-1 0 0,1-1 1 0 0,-1 0-1 0 0,0-1 1 0 0,0 0-1 0 0,0 0 1 0 0,0 0-1 0 0,-11-2 1 0 0,10 0-319 0 0,0 0 0 0 0,0 0 1 0 0,0 0-1 0 0,1-1 0 0 0,-1 0 0 0 0,1-1 0 0 0,0 1 0 0 0,0-1 0 0 0,0 0 1 0 0,1-1-1 0 0,-1 1 0 0 0,1-1 0 0 0,0 0 0 0 0,0-1 0 0 0,1 1 1 0 0,-1-1-1 0 0,-4-8 0 0 0,-13-33-3962 0 0,12 12-1367 0 0,3 1-2269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4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3412 0 0,'6'-14'2553'0'0,"-5"2"-357"0"0,-1 2-240 0 0,4 3 1020 0 0,-3-10-1008 0 0,3 5-728 0 0,-1-2-919 0 0,1 6-766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95 720 0 0,'1'-4'873'0'0,"0"1"-1"0"0,0 0 1 0 0,0-1-1 0 0,-1 1 0 0 0,1 0 1 0 0,-1-1-1 0 0,0 1 1 0 0,0-1-1 0 0,0 1 1 0 0,-1-1-1 0 0,1 1 1 0 0,-1-1-1 0 0,-1-5 1 0 0,1 7-701 0 0,-1-1 0 0 0,1 1 0 0 0,-1-1 0 0 0,1 1 0 0 0,-1-1 0 0 0,0 1-1 0 0,0 0 1 0 0,0 0 0 0 0,0 0 0 0 0,0 0 0 0 0,0 0 0 0 0,-1 0 0 0 0,1 1 0 0 0,-1-1 0 0 0,1 1 0 0 0,-1 0 0 0 0,0 0 0 0 0,1 0 0 0 0,-1 0 0 0 0,0 0 0 0 0,0 0 0 0 0,0 1 0 0 0,0-1 0 0 0,-3 1 0 0 0,-3-1-68 0 0,0 1 0 0 0,0 1 0 0 0,0 0 0 0 0,-1 0 0 0 0,1 0 0 0 0,0 1 0 0 0,0 1 0 0 0,1 0 0 0 0,-1 0 0 0 0,-10 5 0 0 0,-5 5 16 0 0,0 0 0 0 0,-25 20 0 0 0,4 0 172 0 0,-78 75-1 0 0,97-82-185 0 0,1 2 0 0 0,2 1 1 0 0,-38 60-1 0 0,55-79-90 0 0,0 0-1 0 0,1 1 1 0 0,1-1 0 0 0,0 1 0 0 0,0 0 0 0 0,1 0 0 0 0,-3 18-1 0 0,6-25-98 0 0,-1-1 0 0 0,1 1 0 0 0,0 0 0 0 0,1-1 0 0 0,-1 1 0 0 0,0 0 0 0 0,1-1 0 0 0,0 1 0 0 0,0-1 0 0 0,0 1 0 0 0,0-1 0 0 0,1 1 0 0 0,-1-1 0 0 0,1 0 0 0 0,0 0 0 0 0,0 0 0 0 0,0 0 0 0 0,0 0 0 0 0,1 0 0 0 0,-1 0 0 0 0,1-1 0 0 0,0 1 0 0 0,-1-1 0 0 0,1 0 0 0 0,0 0 0 0 0,1 0 0 0 0,3 2 0 0 0,8 3-464 0 0,0-1 1 0 0,1-1 0 0 0,-1 0 0 0 0,1-1-1 0 0,0-1 1 0 0,0 0 0 0 0,33 0 0 0 0,2-3-1826 0 0,64-9-1 0 0,-57 2-317 0 0,3-4-649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5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307 127 1324 0 0,'6'-8'1369'0'0,"-1"0"0"0"0,0-1-1 0 0,0 0 1 0 0,6-17 0 0 0,-10 24-1111 0 0,0-1-1 0 0,-1 1 1 0 0,1 0 0 0 0,0-1-1 0 0,-1 1 1 0 0,0-1 0 0 0,0 1-1 0 0,1-1 1 0 0,-2 1 0 0 0,1-1-1 0 0,0 1 1 0 0,0-1 0 0 0,-1 1-1 0 0,1-1 1 0 0,-1 1 0 0 0,0 0-1 0 0,0-1 1 0 0,0 1 0 0 0,0 0-1 0 0,0-1 1 0 0,0 1 0 0 0,-1 0-1 0 0,-2-4 1 0 0,3 6-153 0 0,0-1 1 0 0,-1 0-1 0 0,1 0 0 0 0,0 1 1 0 0,-1-1-1 0 0,1 1 0 0 0,0-1 1 0 0,-1 1-1 0 0,1 0 0 0 0,-1-1 1 0 0,1 1-1 0 0,-1 0 0 0 0,1 0 1 0 0,0 0-1 0 0,-1 0 0 0 0,1 0 1 0 0,-1 0-1 0 0,1 1 0 0 0,-1-1 1 0 0,0 1-1 0 0,-30 9 940 0 0,11 2-752 0 0,0 0-1 0 0,0 1 1 0 0,1 1 0 0 0,1 0 0 0 0,0 2-1 0 0,1 0 1 0 0,1 2 0 0 0,1 0 0 0 0,0 0-1 0 0,1 1 1 0 0,-16 28 0 0 0,26-39-268 0 0,1 1 0 0 0,0-1 0 0 0,0 1 1 0 0,1-1-1 0 0,0 1 0 0 0,1 0 0 0 0,-1 0 0 0 0,2 0 0 0 0,-1 0 0 0 0,1 16 1 0 0,1-22-91 0 0,0 1 1 0 0,0-1-1 0 0,1 1 1 0 0,-1-1 0 0 0,1 1-1 0 0,0-1 1 0 0,0 0 0 0 0,0 1-1 0 0,1-1 1 0 0,-1 0 0 0 0,1 0-1 0 0,0 0 1 0 0,-1 0-1 0 0,2 0 1 0 0,-1 0 0 0 0,0-1-1 0 0,0 1 1 0 0,1-1 0 0 0,-1 1-1 0 0,1-1 1 0 0,0 0-1 0 0,0 0 1 0 0,0 0 0 0 0,0 0-1 0 0,0-1 1 0 0,0 1 0 0 0,0-1-1 0 0,1 0 1 0 0,-1 0 0 0 0,5 1-1 0 0,-3-1-97 0 0,1 0 1 0 0,-1 0-1 0 0,1 0 1 0 0,-1-1-1 0 0,1 0 0 0 0,-1 0 1 0 0,1-1-1 0 0,-1 1 0 0 0,1-1 1 0 0,-1 0-1 0 0,1-1 0 0 0,-1 1 1 0 0,7-4-1 0 0,-4 1 27 0 0,0 0 0 0 0,0-1 1 0 0,0 0-1 0 0,-1-1 0 0 0,0 1 0 0 0,0-1 0 0 0,9-10 0 0 0,4-8 0 0 0,-2-1 0 0 0,0-1 0 0 0,23-45 0 0 0,-39 67 123 0 0,56-106 3117 0 0,-58 110-3066 0 0,1 1-1 0 0,-1-1 1 0 0,1 0 0 0 0,-1 0 0 0 0,1 1 0 0 0,-1-1 0 0 0,0 0-1 0 0,1 1 1 0 0,-1-1 0 0 0,0 0 0 0 0,1 1 0 0 0,-1-1 0 0 0,0 1 0 0 0,0-1-1 0 0,1 0 1 0 0,-1 1 0 0 0,0-1 0 0 0,0 1 0 0 0,0-1 0 0 0,1 1 0 0 0,-1-1-1 0 0,0 1 1 0 0,0-1 0 0 0,0 1 0 0 0,0-1 0 0 0,0 1 0 0 0,0-1-1 0 0,0 1 1 0 0,0-1 0 0 0,0 1 0 0 0,-1 0 0 0 0,0 19 588 0 0,1-19-590 0 0,-21 98 1368 0 0,14-72-1365 0 0,0 1 0 0 0,3 0 0 0 0,-3 45 0 0 0,7-67-327 0 0,0-1 0 0 0,0 0 1 0 0,1 1-1 0 0,0-1 0 0 0,0 1 0 0 0,0-1 0 0 0,0 0 1 0 0,1 0-1 0 0,0 0 0 0 0,0 0 0 0 0,1 0 0 0 0,-1 0 1 0 0,1-1-1 0 0,4 7 0 0 0,-4-8-231 0 0,0-1 0 0 0,0 1 0 0 0,0-1 0 0 0,0 1 0 0 0,1-1-1 0 0,-1 0 1 0 0,1 0 0 0 0,-1 0 0 0 0,1 0 0 0 0,0-1 0 0 0,0 0 0 0 0,-1 0 0 0 0,1 0 0 0 0,0 0 0 0 0,0 0-1 0 0,0-1 1 0 0,0 0 0 0 0,0 1 0 0 0,0-2 0 0 0,5 1 0 0 0,14-3-3982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6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96 351 1812 0 0,'132'-254'10975'0'0,"-91"171"-6154"0"0,-32 70-2128 0 0,-11 29-1601 0 0,-11 28-102 0 0,-148 333 1023 0 0,135-319-1896 0 0,-25 72-167 0 0,45-111-844 0 0,1 1 1 0 0,0-1-1 0 0,2 1 1 0 0,-2 40-1 0 0,5-54 276 0 0,0-1 0 0 0,1 1-1 0 0,0 0 1 0 0,0 0 0 0 0,0-1-1 0 0,4 9 1 0 0,-4-11-75 0 0,0-1-1 0 0,0 1 1 0 0,1-1 0 0 0,-1 1-1 0 0,1-1 1 0 0,0 1 0 0 0,-1-1-1 0 0,1 0 1 0 0,3 2-1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6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149 247 172 0 0,'22'-46'3007'0'0,"63"-154"11115"0"0,-88 202-12899 0 0,-8 11-310 0 0,-12 19-418 0 0,-148 272 1478 0 0,161-282-2125 0 0,1 0 0 0 0,-11 41 0 0 0,17-51-982 0 0,1 0 0 0 0,0 1 0 0 0,1 0 0 0 0,0-1-1 0 0,1 1 1 0 0,3 25 0 0 0,1-23-3328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167 130 700 0 0,'-8'-3'12771'0'0,"6"3"-12495"0"0,1 1-90 0 0,1 0 0 0 0,-1 0 0 0 0,0 0 0 0 0,1 0 0 0 0,-1 0 1 0 0,0 0-1 0 0,1 0 0 0 0,0 0 0 0 0,-1 0 0 0 0,1 0 0 0 0,-1 1 0 0 0,1-1 0 0 0,0 0 0 0 0,0 0 0 0 0,0 1 0 0 0,0-1 0 0 0,0 0 0 0 0,0 0 0 0 0,0 0 0 0 0,0 1 0 0 0,0-1 0 0 0,1 0 0 0 0,-1 0 0 0 0,1 2 0 0 0,0 0-17 0 0,1-1-1 0 0,0 1 0 0 0,-1-1 0 0 0,1 1 0 0 0,0-1 0 0 0,0 0 1 0 0,0 0-1 0 0,1 0 0 0 0,4 3 0 0 0,2 1-19 0 0,0 0 0 0 0,1-1-1 0 0,-1 0 1 0 0,21 6 0 0 0,-17-7-86 0 0,1 0 1 0 0,-1-1 0 0 0,1-1-1 0 0,0 0 1 0 0,0 0-1 0 0,0-2 1 0 0,0 0-1 0 0,20-2 1 0 0,-29 1-61 0 0,0 0 1 0 0,1 0-1 0 0,-1-1 1 0 0,0 0-1 0 0,-1 0 1 0 0,1 0-1 0 0,0 0 1 0 0,-1-1-1 0 0,1 1 1 0 0,-1-1-1 0 0,1-1 0 0 0,-1 1 1 0 0,0 0-1 0 0,-1-1 1 0 0,1 0-1 0 0,-1 0 1 0 0,1 0-1 0 0,-1 0 1 0 0,0-1-1 0 0,-1 1 1 0 0,1-1-1 0 0,-1 1 1 0 0,0-1-1 0 0,0 0 1 0 0,2-8-1 0 0,-2 7-8 0 0,-1-1 0 0 0,0 0 0 0 0,0 0 0 0 0,0 0 1 0 0,-1 0-1 0 0,1 0 0 0 0,-2 0 0 0 0,1 0 0 0 0,-1 0 0 0 0,-3-13 0 0 0,3 17 4 0 0,0 1 0 0 0,0-1 0 0 0,0 0 0 0 0,-1 1 0 0 0,1-1 0 0 0,0 0 0 0 0,-1 1 0 0 0,0 0 0 0 0,0-1 0 0 0,0 1 0 0 0,0 0 0 0 0,0 0 0 0 0,0 0-1 0 0,0 0 1 0 0,-1 0 0 0 0,1 1 0 0 0,-1-1 0 0 0,1 1 0 0 0,-1 0 0 0 0,1-1 0 0 0,-1 1 0 0 0,0 0 0 0 0,0 0 0 0 0,0 1 0 0 0,0-1 0 0 0,1 1 0 0 0,-7-1 0 0 0,-4 1 6 0 0,-1 1 0 0 0,1 1 0 0 0,-1 0 0 0 0,1 0 0 0 0,0 1 0 0 0,0 1 1 0 0,0 0-1 0 0,0 1 0 0 0,0 1 0 0 0,1-1 0 0 0,-17 12 0 0 0,4 0 17 0 0,1 0 0 0 0,1 1 0 0 0,0 1 0 0 0,-24 28 0 0 0,33-32 5 0 0,1 1 0 0 0,0 0 0 0 0,2 1 1 0 0,0 0-1 0 0,-11 23 0 0 0,18-31-143 0 0,0 0 0 0 0,1 0 0 0 0,0 0 0 0 0,0 1 0 0 0,1-1 0 0 0,0 1 0 0 0,1 0 0 0 0,0-1 0 0 0,0 1 0 0 0,1 0 0 0 0,0 0 0 0 0,4 18 0 0 0,-3-23-252 0 0,0 0 0 0 0,1 0 0 0 0,0 0 0 0 0,0-1 1 0 0,1 1-1 0 0,-1-1 0 0 0,1 1 0 0 0,0-1 0 0 0,0 0 0 0 0,0 0 0 0 0,8 7 0 0 0,-7-8-444 0 0,-1 0 1 0 0,1 0-1 0 0,0 0 1 0 0,0-1-1 0 0,0 0 0 0 0,1 0 1 0 0,-1 0-1 0 0,5 2 0 0 0,12 1-5293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463 485 2344 0 0,'2'-3'541'0'0,"-1"0"1"0"0,1 0-1 0 0,-1 0 0 0 0,0 0 1 0 0,1 0-1 0 0,-2 0 0 0 0,1-1 0 0 0,0 1 1 0 0,-1 0-1 0 0,1 0 0 0 0,-1-1 0 0 0,0 1 1 0 0,0 0-1 0 0,-1-6 0 0 0,0 8-359 0 0,1-1-1 0 0,-1 0 1 0 0,0 1 0 0 0,1-1-1 0 0,-1 1 1 0 0,0-1 0 0 0,0 0-1 0 0,0 1 1 0 0,-1 0-1 0 0,1-1 1 0 0,0 1 0 0 0,0 0-1 0 0,-1 0 1 0 0,1 0 0 0 0,-1-1-1 0 0,1 1 1 0 0,-1 1 0 0 0,1-1-1 0 0,-1 0 1 0 0,0 0-1 0 0,1 1 1 0 0,-1-1 0 0 0,0 1-1 0 0,1-1 1 0 0,-1 1 0 0 0,0 0-1 0 0,-3-1 1 0 0,-5 1 151 0 0,1 0-1 0 0,-1 0 1 0 0,1 1 0 0 0,0 0 0 0 0,-1 1 0 0 0,1 0 0 0 0,0 1 0 0 0,0-1-1 0 0,0 2 1 0 0,0-1 0 0 0,-12 8 0 0 0,-9 7 393 0 0,-48 36 0 0 0,56-38-514 0 0,2 2-1 0 0,0 0 0 0 0,2 2 0 0 0,0 0 1 0 0,-16 23-1 0 0,25-30-158 0 0,0 0 0 0 0,1 0 1 0 0,1 1-1 0 0,0 0 0 0 0,1 1 0 0 0,0-1 1 0 0,2 1-1 0 0,-1 0 0 0 0,2 0 1 0 0,-2 17-1 0 0,4-27-41 0 0,1 0 0 0 0,0 0 0 0 0,0 0 0 0 0,0 1 0 0 0,1-1 0 0 0,-1 0 0 0 0,1 0 0 0 0,1 0 0 0 0,-1 0 0 0 0,1 0 0 0 0,0-1 0 0 0,0 1 0 0 0,0 0 0 0 0,1-1 0 0 0,-1 1 0 0 0,1-1 0 0 0,0 0 0 0 0,7 8 0 0 0,-5-9-7 0 0,-1 1 0 0 0,1-1 1 0 0,-1 0-1 0 0,1 0 0 0 0,0-1 0 0 0,0 0 0 0 0,0 1 0 0 0,1-2 0 0 0,-1 1 0 0 0,0 0 1 0 0,1-1-1 0 0,-1 0 0 0 0,1-1 0 0 0,-1 1 0 0 0,1-1 0 0 0,0 0 0 0 0,7-1 0 0 0,0-1-7 0 0,0-1 0 0 0,-1 0 0 0 0,1-1 0 0 0,-1 0 0 0 0,1-1 0 0 0,-1 0 0 0 0,-1-1 0 0 0,1-1 0 0 0,-1 0 0 0 0,0 0 0 0 0,0-1 0 0 0,17-17 0 0 0,4-7-63 0 0,-2-1 0 0 0,38-52-1 0 0,-17 13-289 0 0,81-150-1 0 0,-102 161 249 0 0,-3-2 0 0 0,-2-1 0 0 0,17-73-1 0 0,-39 123 78 0 0,1 0-1 0 0,1-27 1 0 0,-6 37 12 0 0,1 3 17 0 0,0 1 1 0 0,0-1-1 0 0,0 1 0 0 0,0-1 1 0 0,-1 1-1 0 0,1-1 0 0 0,0 1 0 0 0,0-1 1 0 0,0 1-1 0 0,-1-1 0 0 0,1 1 1 0 0,0-1-1 0 0,-1 1 0 0 0,1-1 1 0 0,0 1-1 0 0,-1 0 0 0 0,1-1 0 0 0,-1 1 1 0 0,1 0-1 0 0,0-1 0 0 0,-1 1 1 0 0,1 0-1 0 0,-1-1 0 0 0,1 1 1 0 0,-1 0-1 0 0,1 0 0 0 0,-1 0 1 0 0,1-1-1 0 0,-1 1 0 0 0,0 0 0 0 0,1 0 1 0 0,-1 0-1 0 0,1 0 0 0 0,-1 0 1 0 0,1 0-1 0 0,-1 0 0 0 0,1 0 1 0 0,-1 0-1 0 0,1 1 0 0 0,-1-1 0 0 0,1 0 1 0 0,-1 0-1 0 0,1 0 0 0 0,-1 0 1 0 0,1 1-1 0 0,-1-1 0 0 0,0 1 1 0 0,-2 0 2 0 0,1 0 1 0 0,-1 1 0 0 0,1-1 0 0 0,0 0-1 0 0,0 1 1 0 0,-1 0 0 0 0,1 0-1 0 0,0 0 1 0 0,1 0 0 0 0,-1 0 0 0 0,-2 3-1 0 0,-18 30 73 0 0,13-20-8 0 0,-23 38 175 0 0,2 1 1 0 0,-36 92 0 0 0,-26 123-205 0 0,80-232-2001 0 0,-7 47 0 0 0,17-67-1512 0 0,0 0 0 0 0,1 30-1 0 0,2-31-2373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3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98 1932 0 0,'3'-10'4283'0'0,"1"1"-2801"0"0,-1-1-1 0 0,1 1 1 0 0,-1-1-1 0 0,-1 0 1 0 0,0 0-1 0 0,1-14 1175 0 0,-14 19-2421 0 0,-12 8-132 0 0,21-3-80 0 0,-1 1-12 0 0,0 0-6 0 0,-23 4 51 0 0,-23 5 53 0 0,47-10-41 0 0,-10 4 575 0 0,10-4-586 0 0,0 1 1 0 0,0-1-1 0 0,0 1 0 0 0,0-1 1 0 0,0 1-1 0 0,0 0 0 0 0,0 0 1 0 0,0 0-1 0 0,0 0 1 0 0,1 0-1 0 0,-1 0 0 0 0,0 1 1 0 0,1-1-1 0 0,-1 0 0 0 0,1 1 1 0 0,-1-1-1 0 0,0 3 0 0 0,-3 2-71 0 0,2 1 0 0 0,-1-1 0 0 0,-4 13 0 0 0,-93 283 104 0 0,97-288-79 0 0,0 0 0 0 0,1 1 0 0 0,1-1 0 0 0,0 1 0 0 0,1 0 0 0 0,2 26 0 0 0,-1-36-24 0 0,1-1 0 0 0,0 1 0 0 0,0 0-1 0 0,0 0 1 0 0,1-1 0 0 0,-1 1 0 0 0,1-1 0 0 0,0 0-1 0 0,1 1 1 0 0,-1-1 0 0 0,1 0 0 0 0,0 0-1 0 0,-1 0 1 0 0,2-1 0 0 0,-1 1 0 0 0,0-1 0 0 0,1 0-1 0 0,0 0 1 0 0,-1 0 0 0 0,1 0 0 0 0,1 0-1 0 0,-1-1 1 0 0,0 0 0 0 0,5 2 0 0 0,2 0-105 0 0,-1 0 1 0 0,1-2 0 0 0,0 1-1 0 0,0-1 1 0 0,0 0 0 0 0,0-1-1 0 0,0-1 1 0 0,0 0-1 0 0,0 0 1 0 0,16-3 0 0 0,-12 0-35 0 0,1-1 0 0 0,-1 0 0 0 0,0-1 0 0 0,0-1 0 0 0,-1 0 0 0 0,23-13 0 0 0,-8-1-7 0 0,0-1 0 0 0,-1-1 0 0 0,-2-1 0 0 0,0-1 0 0 0,40-50 0 0 0,-50 55 186 0 0,-1-2-1 0 0,23-40 1 0 0,-37 59 10 0 0,-11 22 27 0 0,0 0 26 0 0,0 1 1 0 0,1-1-1 0 0,1 2 0 0 0,1-1 0 0 0,-6 33 1 0 0,11-44-63 0 0,1-1 1 0 0,0 0 0 0 0,0 1-1 0 0,1-1 1 0 0,0 1 0 0 0,1-1-1 0 0,0 1 1 0 0,0-1 0 0 0,1 0-1 0 0,0 1 1 0 0,1-1 0 0 0,0 0-1 0 0,0 0 1 0 0,1-1 0 0 0,8 15-1 0 0,-8-18-17 0 0,0 0-1 0 0,1 0 1 0 0,0-1 0 0 0,-1 0-1 0 0,1 1 1 0 0,1-1-1 0 0,-1-1 1 0 0,0 1-1 0 0,1-1 1 0 0,0 0 0 0 0,0 0-1 0 0,0-1 1 0 0,0 0-1 0 0,0 0 1 0 0,0 0-1 0 0,1-1 1 0 0,-1 0 0 0 0,0 0-1 0 0,1-1 1 0 0,-1 1-1 0 0,1-1 1 0 0,-1-1-1 0 0,1 1 1 0 0,-1-1-1 0 0,1 0 1 0 0,-1-1 0 0 0,0 0-1 0 0,0 0 1 0 0,1 0-1 0 0,-1 0 1 0 0,-1-1-1 0 0,1 0 1 0 0,0 0 0 0 0,-1-1-1 0 0,0 0 1 0 0,1 0-1 0 0,-2 0 1 0 0,1 0-1 0 0,8-11 1 0 0,-1-1-17 0 0,-2 0 0 0 0,0-1 0 0 0,0 0 0 0 0,-2-1 0 0 0,0 0 0 0 0,-1-1 0 0 0,-1 1 0 0 0,-1-1 0 0 0,0 0 0 0 0,2-28 0 0 0,-6 35 4 0 0,-1 1-1 0 0,0 0 1 0 0,0-1 0 0 0,-1 1 0 0 0,-1 0 0 0 0,0 0 0 0 0,0 0 0 0 0,-7-17 0 0 0,6 20-1 0 0,-1 1-1 0 0,1 0 1 0 0,-1 0 0 0 0,-1 0-1 0 0,1 1 1 0 0,-1-1 0 0 0,0 1 0 0 0,-1 0-1 0 0,0 0 1 0 0,0 1 0 0 0,0 0-1 0 0,0 0 1 0 0,-8-4 0 0 0,6 5-3 0 0,0 0 1 0 0,0 1 0 0 0,-1 0 0 0 0,1 0-1 0 0,-1 1 1 0 0,1 0 0 0 0,-1 1 0 0 0,0 0-1 0 0,1 0 1 0 0,-1 0 0 0 0,0 2 0 0 0,0-1-1 0 0,1 1 1 0 0,-1 0 0 0 0,0 1-1 0 0,-13 4 1 0 0,9-3-1 0 0,1 1 0 0 0,0 1-1 0 0,0 0 1 0 0,1 1 0 0 0,-1 0-1 0 0,1 1 1 0 0,1 0 0 0 0,-1 1 0 0 0,1 0-1 0 0,-16 17 1 0 0,23-22-102 0 0,1 0 0 0 0,-1 0 0 0 0,1 0 0 0 0,0 1 0 0 0,-1-1 0 0 0,1 1 0 0 0,1-1 0 0 0,-1 1 0 0 0,1 0 0 0 0,-1-1 1 0 0,1 1-1 0 0,0 0 0 0 0,0 0 0 0 0,1 0 0 0 0,-1 0 0 0 0,1 0 0 0 0,0 7 0 0 0,1-8-24 0 0,-1 0 0 0 0,1 0 0 0 0,1 0 0 0 0,-1 0 1 0 0,0 0-1 0 0,1 0 0 0 0,-1 0 0 0 0,1 0 0 0 0,0-1 0 0 0,0 1 0 0 0,0 0 1 0 0,0-1-1 0 0,0 0 0 0 0,1 0 0 0 0,-1 1 0 0 0,1-1 0 0 0,-1-1 0 0 0,1 1 1 0 0,0 0-1 0 0,0-1 0 0 0,0 1 0 0 0,4 0 0 0 0,7 4-168 0 0,1-1 0 0 0,-1 0 0 0 0,1-2 0 0 0,0 0-1 0 0,1 0 1 0 0,-1-1 0 0 0,0-1 0 0 0,1-1 0 0 0,-1 0 0 0 0,1-1-1 0 0,-1-1 1 0 0,0 0 0 0 0,22-6 0 0 0,11-7 229 0 0,-1-2 0 0 0,80-41 1 0 0,-16 7 1235 0 0,-104 48-1027 0 0,1 0 0 0 0,-1 0 0 0 0,1 1 0 0 0,0 0 0 0 0,0 0 0 0 0,0 1 0 0 0,0 0 0 0 0,0 1 0 0 0,0 0 1 0 0,0 0-1 0 0,9 2 0 0 0,-11-1 4 0 0,0 0 1 0 0,-1 1 0 0 0,1 0 0 0 0,-1 0 0 0 0,1 1 0 0 0,-1-1 0 0 0,0 1 0 0 0,0 0-1 0 0,0 1 1 0 0,0-1 0 0 0,-1 1 0 0 0,0 0 0 0 0,1 0 0 0 0,-1 1 0 0 0,6 8 0 0 0,-2-1 88 0 0,-1 0 1 0 0,0 0-1 0 0,-1 1 1 0 0,0 0-1 0 0,-1 0 1 0 0,0 1-1 0 0,-1-1 1 0 0,-1 1-1 0 0,0 0 1 0 0,-1 0-1 0 0,0 0 1 0 0,-1 0-1 0 0,-1 1 1 0 0,-2 15-1 0 0,0-10-67 0 0,0 1 0 0 0,-2-1 0 0 0,-1 0 1 0 0,0 0-1 0 0,-1-1 0 0 0,-1 0 0 0 0,-1 0 0 0 0,-1 0 0 0 0,-14 21 0 0 0,9-23 57 0 0,14-16-217 0 0,-1-1 0 0 0,1 0 0 0 0,0 1 0 0 0,-1-1 0 0 0,1 0 0 0 0,-1 0-1 0 0,1 0 1 0 0,0 1 0 0 0,-1-1 0 0 0,1 0 0 0 0,-1 0 0 0 0,1 0-1 0 0,-1 0 1 0 0,1 0 0 0 0,-1 0 0 0 0,1 0 0 0 0,-1 0 0 0 0,1 0 0 0 0,-1 0-1 0 0,1 0 1 0 0,0 0 0 0 0,-1 0 0 0 0,1 0 0 0 0,-1 0 0 0 0,1-1-1 0 0,-1 1 1 0 0,1 0 0 0 0,-1 0 0 0 0,1-1 0 0 0,0 1 0 0 0,-1 0 0 0 0,0-1-1 0 0,1 0-2 0 0,0 0-1 0 0,0 0 1 0 0,0 0-1 0 0,0 0 1 0 0,0 0-1 0 0,0 0 1 0 0,0 0-1 0 0,0 0 1 0 0,0 0-1 0 0,0-1 1 0 0,1 1-1 0 0,-1 0 1 0 0,0 0-1 0 0,1 0 1 0 0,-1 0-1 0 0,2-1 1 0 0,-2 2 0 0 0,10-31-18 0 0,2 1 0 0 0,1 0 0 0 0,1 1 0 0 0,2 0 0 0 0,1 2 0 0 0,1 0 0 0 0,1 1-1 0 0,1 0 1 0 0,2 2 0 0 0,46-41 0 0 0,-58 57 10 0 0,0 0-1 0 0,1 1 0 0 0,1 0 0 0 0,-1 1 1 0 0,1 0-1 0 0,0 1 0 0 0,0 0 0 0 0,0 1 1 0 0,24-5-1 0 0,-31 8 29 0 0,-1 1 1 0 0,1-1-1 0 0,0 1 0 0 0,-1 0 1 0 0,1 0-1 0 0,0 1 1 0 0,0-1-1 0 0,-1 1 1 0 0,1 0-1 0 0,0 0 0 0 0,-1 1 1 0 0,1 0-1 0 0,-1-1 1 0 0,0 1-1 0 0,0 1 0 0 0,1-1 1 0 0,-1 1-1 0 0,-1-1 1 0 0,1 1-1 0 0,0 0 0 0 0,-1 0 1 0 0,1 1-1 0 0,-1-1 1 0 0,0 1-1 0 0,0 0 0 0 0,0 0 1 0 0,-1 0-1 0 0,1 0 1 0 0,2 7-1 0 0,-2-3 89 0 0,0 1 0 0 0,-1 0 0 0 0,0-1 0 0 0,0 1 0 0 0,0 0 0 0 0,-2 0 0 0 0,1 0 0 0 0,-1 0 0 0 0,0 0 0 0 0,-3 14 0 0 0,-1 4 93 0 0,-2 0 0 0 0,-10 31 0 0 0,5-23-100 0 0,-6 42 0 0 0,16-76-226 0 0,1 1-1 0 0,0-1 1 0 0,0 1 0 0 0,0-1 0 0 0,0 1-1 0 0,0-1 1 0 0,0 0 0 0 0,0 1 0 0 0,1-1-1 0 0,-1 1 1 0 0,0-1 0 0 0,1 1 0 0 0,-1-1-1 0 0,1 0 1 0 0,0 1 0 0 0,-1-1 0 0 0,1 0-1 0 0,0 0 1 0 0,0 0 0 0 0,0 1 0 0 0,-1-1 0 0 0,1 0-1 0 0,1 0 1 0 0,-1 0 0 0 0,0 0 0 0 0,0 0-1 0 0,0-1 1 0 0,0 1 0 0 0,1 0 0 0 0,-1 0-1 0 0,0-1 1 0 0,1 1 0 0 0,-1-1 0 0 0,0 1-1 0 0,1-1 1 0 0,-1 0 0 0 0,1 0 0 0 0,-1 1-1 0 0,1-1 1 0 0,1 0 0 0 0,4 0-1035 0 0,-1 0 0 0 0,0 0 1 0 0,1 0-1 0 0,-1-1 0 0 0,0 0 1 0 0,0 0-1 0 0,10-3 0 0 0,1-3-3545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0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239 118 112 0 0,'-8'-19'14043'0'0,"36"32"-12251"0"0,-18-8-1574 0 0,-1-1 0 0 0,1 0 0 0 0,0 0-1 0 0,1-1 1 0 0,16 4 0 0 0,-24-7-146 0 0,0 0 1 0 0,-1 0-63 0 0,0 0 0 0 0,1 0 1 0 0,-1-1-1 0 0,0 1 0 0 0,0-1 0 0 0,1 1 0 0 0,-1-1 1 0 0,0 0-1 0 0,0 0 0 0 0,0 0 0 0 0,0 0 1 0 0,0 0-1 0 0,0-1 0 0 0,0 1 0 0 0,0 0 0 0 0,-1-1 1 0 0,1 1-1 0 0,0-1 0 0 0,-1 0 0 0 0,1 0 1 0 0,-1 1-1 0 0,0-1 0 0 0,1 0 0 0 0,-1 0 0 0 0,0 0 1 0 0,0-1-1 0 0,0 1 0 0 0,-1 0 0 0 0,1 0 0 0 0,-1 0 1 0 0,1-1-1 0 0,-1 1 0 0 0,1 0 0 0 0,-1 0 1 0 0,0-1-1 0 0,0 1 0 0 0,0 0 0 0 0,-1-1 0 0 0,0-2 1 0 0,1 2-1 0 0,0-1 0 0 0,0 1 1 0 0,0-1-1 0 0,-1 1 1 0 0,0-1-1 0 0,0 1 1 0 0,0 0-1 0 0,0-1 0 0 0,0 1 1 0 0,-1 0-1 0 0,1 0 1 0 0,-1 0-1 0 0,0 0 1 0 0,0 0-1 0 0,0 0 0 0 0,0 1 1 0 0,0-1-1 0 0,-1 0 1 0 0,1 1-1 0 0,-1 0 1 0 0,-4-3-1 0 0,5 4 0 0 0,0 0 0 0 0,0 1 0 0 0,0-1-1 0 0,0 1 1 0 0,0-1 0 0 0,0 1 0 0 0,0 0 0 0 0,0 0 0 0 0,0 0 0 0 0,0 0 0 0 0,0 0-1 0 0,0 0 1 0 0,0 1 0 0 0,-4 0 0 0 0,-26 11 181 0 0,26-10-139 0 0,-9 6 126 0 0,0-1 1 0 0,0 2-1 0 0,1 0 0 0 0,0 1 0 0 0,-23 21 0 0 0,-55 67 720 0 0,82-86-794 0 0,0 0 1 0 0,1 1 0 0 0,0 0 0 0 0,1 1 0 0 0,1 0 0 0 0,0 0-1 0 0,-8 27 1 0 0,13-34-83 0 0,0-1-1 0 0,1 0 1 0 0,0 1-1 0 0,0-1 1 0 0,1 1-1 0 0,0-1 1 0 0,0 1-1 0 0,0-1 1 0 0,1 1-1 0 0,0-1 1 0 0,0 0-1 0 0,1 1 1 0 0,0-1 0 0 0,0 0-1 0 0,0 0 1 0 0,1 0-1 0 0,0 0 1 0 0,0 0-1 0 0,0-1 1 0 0,1 1-1 0 0,6 6 1 0 0,0-2-3 0 0,0 0 0 0 0,1-1 0 0 0,1 0-1 0 0,0-1 1 0 0,0 0 0 0 0,0-1 0 0 0,1 0 0 0 0,0-1 0 0 0,0-1 0 0 0,1 0 0 0 0,-1-1 0 0 0,16 3 0 0 0,4 0-148 0 0,1-2 0 0 0,-1-1 0 0 0,1-2-1 0 0,34-2 1 0 0,-47 0-1037 0 0,1-2-1 0 0,38-8 1 0 0,-50 8-748 0 0,0-2 0 0 0,0 1 0 0 0,-1-1 0 0 0,15-8 0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0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3012 0 0,'-4'11'11133'0'0,"11"-4"-9277"0"0,10-11-1552 0 0,-3 3-684 0 0,0-1-1516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42 304 0 0,'46'-42'14675'0'0,"-43"46"-13480"0"0,-3-4-1165 0 0,1 0-1 0 0,-1 0 1 0 0,0 0-1 0 0,0 1 1 0 0,0-1-1 0 0,1 0 1 0 0,-1 0-1 0 0,0 0 1 0 0,0 0-1 0 0,0 0 1 0 0,1 1-1 0 0,-1-1 1 0 0,0 0-1 0 0,0 0 1 0 0,0 0-1 0 0,0 1 1 0 0,0-1-1 0 0,1 0 1 0 0,-1 0-1 0 0,0 1 1 0 0,0-1-1 0 0,0 0 1 0 0,0 0-1 0 0,0 1 1 0 0,0-1-1 0 0,0 0 1 0 0,0 0-1 0 0,0 1 1 0 0,0-1-1 0 0,0 0 1 0 0,0 0-1 0 0,0 1 1 0 0,0-1-1 0 0,0 0 1 0 0,0 0-1 0 0,0 1 1 0 0,0-1-1 0 0,-1 0 1 0 0,1 0-1 0 0,-44 136 3600 0 0,-44 67-2512 0 0,56-133-1138 0 0,16-30-1554 0 0,7-16-1339 0 0,-1-2-5863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0 183 1056 0 0,'12'-30'3254'0'0,"2"-1"101"0"0,-3 0 0 0 0,10-41 0 0 0,-21 71-3323 0 0,1 0 1 0 0,-1 1 0 0 0,0-1-1 0 0,0 0 1 0 0,0 0 0 0 0,1 0-1 0 0,-1 0 1 0 0,1 0 0 0 0,-1 0-1 0 0,1 0 1 0 0,-1 1 0 0 0,1-1-1 0 0,-1 0 1 0 0,1 0 0 0 0,-1 1-1 0 0,1-1 1 0 0,0 0 0 0 0,0 1-1 0 0,-1-1 1 0 0,1 1 0 0 0,0-1-1 0 0,0 1 1 0 0,1-1 0 0 0,7 4-1628 0 0,0 12-4563 0 0,-4-4 1156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3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799 115 2804 0 0,'2'-2'519'0'0,"0"-1"-1"0"0,0 0 1 0 0,0 0-1 0 0,0 0 1 0 0,0 0-1 0 0,-1 0 1 0 0,1 0-1 0 0,-1 0 1 0 0,0 0-1 0 0,0-1 0 0 0,0 1 1 0 0,-1-1-1 0 0,1 1 1 0 0,-1 0-1 0 0,0-1 1 0 0,0 1-1 0 0,0-1 1 0 0,0 1-1 0 0,-1-1 1 0 0,-1-6-1 0 0,2 8-356 0 0,-1 0-1 0 0,0-1 1 0 0,-1 1-1 0 0,1 0 1 0 0,0 0-1 0 0,-1-1 1 0 0,1 1-1 0 0,-1 0 1 0 0,1 0-1 0 0,-1 1 1 0 0,0-1-1 0 0,0 0 1 0 0,0 1 0 0 0,0-1-1 0 0,0 1 1 0 0,-1-1-1 0 0,1 1 1 0 0,0 0-1 0 0,0 0 1 0 0,-1 0-1 0 0,1 0 1 0 0,-1 1-1 0 0,1-1 1 0 0,-1 0-1 0 0,1 1 1 0 0,-1 0-1 0 0,1 0 1 0 0,-5 0-1 0 0,-1 0 23 0 0,-1 2-1 0 0,1-1 0 0 0,0 1 1 0 0,0 0-1 0 0,0 0 0 0 0,0 1 0 0 0,0 0 1 0 0,0 1-1 0 0,1-1 0 0 0,0 2 1 0 0,0-1-1 0 0,0 1 0 0 0,0 0 1 0 0,1 0-1 0 0,-12 12 0 0 0,1 1 152 0 0,1 1 1 0 0,1 1-1 0 0,0 0 0 0 0,-11 24 0 0 0,-2 8 333 0 0,2 2 0 0 0,3 0-1 0 0,-19 66 1 0 0,-35 179 1100 0 0,58-219-1329 0 0,-25 116 343 0 0,-20 80-119 0 0,39-186-507 0 0,-38 90 1 0 0,61-176-194 0 0,-8 21-322 0 0,-15 25 0 0 0,23-45-291 0 0,-1 0 0 0 0,0-1 0 0 0,0 1 0 0 0,-1 0 1 0 0,1-1-1 0 0,-1 0 0 0 0,0 0 0 0 0,0 0 0 0 0,0 0 1 0 0,-1-1-1 0 0,-8 6 0 0 0,11-9 111 0 0,1 1-1 0 0,-1-1 1 0 0,0 0 0 0 0,1 1 0 0 0,-1-1-1 0 0,0 0 1 0 0,1 0 0 0 0,-1 0 0 0 0,0 0-1 0 0,1-1 1 0 0,-1 1 0 0 0,0 0 0 0 0,1-1-1 0 0,-1 1 1 0 0,1-1 0 0 0,-1 1 0 0 0,1-1-1 0 0,-1 0 1 0 0,-2-2 0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3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1956 0 0,'18'-18'2032'0'0,"-1"1"-1"0"0,2 0 1 0 0,0 2-1 0 0,28-17 1 0 0,-22 17-1302 0 0,2 1-1 0 0,-1 2 1 0 0,1 1 0 0 0,1 0-1 0 0,55-11 1 0 0,-29 12-506 0 0,1 3-1 0 0,90-2 1 0 0,-18 12-2572 0 0,0 4-3723 0 0,-62-3-269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4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1030 208 788 0 0,'6'-12'1581'0'0,"0"0"0"0"0,0-1 1 0 0,-1 1-1 0 0,-1-1 0 0 0,4-14 0 0 0,-7 20-963 0 0,0 0 1 0 0,0 1-1 0 0,0-1 0 0 0,-1 0 0 0 0,0 0 1 0 0,0 0-1 0 0,-1 0 0 0 0,0 0 1 0 0,0 1-1 0 0,0-1 0 0 0,-6-13 0 0 0,7 19-500 0 0,-1 0-1 0 0,1-1 1 0 0,-1 1 0 0 0,0 0-1 0 0,1-1 1 0 0,-1 1-1 0 0,0 0 1 0 0,0 0 0 0 0,0-1-1 0 0,0 1 1 0 0,0 0-1 0 0,0 0 1 0 0,0 0 0 0 0,-1 0-1 0 0,1 1 1 0 0,0-1-1 0 0,-1 0 1 0 0,1 0-1 0 0,0 1 1 0 0,-1-1 0 0 0,1 1-1 0 0,-1-1 1 0 0,1 1-1 0 0,-2-1 1 0 0,0 1 18 0 0,0 0 0 0 0,0 1 0 0 0,1-1 0 0 0,-1 1 0 0 0,0-1 0 0 0,0 1 0 0 0,0 0 0 0 0,1 0 0 0 0,-1 0 0 0 0,0 0 0 0 0,-4 3 0 0 0,-4 4 249 0 0,0 0 0 0 0,0 1 0 0 0,1 0 0 0 0,-11 12 1 0 0,-3 7 168 0 0,1 2 0 0 0,1 1 1 0 0,1 0-1 0 0,2 1 0 0 0,1 1 1 0 0,-15 43-1 0 0,-64 217 1549 0 0,50-119-1668 0 0,-41 136 926 0 0,55-209-963 0 0,-48 99 0 0 0,-23 0-398 0 0,83-166 0 0 0,-1 0 0 0 0,-2-2 0 0 0,-45 47 0 0 0,62-71 0 0 0,0-1 0 0 0,-1 0 0 0 0,0-1 0 0 0,0 1 0 0 0,0-1 0 0 0,-1-1 0 0 0,-11 6 0 0 0,6-9-45 0 0,12-2-162 0 0,-1 0 0 0 0,1 0 0 0 0,-1 0 0 0 0,1 0 0 0 0,-1-1 0 0 0,1 1 0 0 0,-1-1 0 0 0,1 0 0 0 0,0 0 0 0 0,-1 0 0 0 0,1 0 0 0 0,0 0 0 0 0,0 0 0 0 0,-1 0 0 0 0,1-1 0 0 0,0 1 0 0 0,-2-3 0 0 0,1 0-300 0 0,-1 1-1 0 0,2-1 1 0 0,-1 0-1 0 0,0 0 1 0 0,1 0-1 0 0,0 0 1 0 0,0-1-1 0 0,-3-7 0 0 0,0-8-2376 0 0,1-1-1 0 0,0 1 0 0 0,-1-31 0 0 0,4 34 360 0 0,-2-24-5435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4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0 259 344 0 0,'4'-19'2310'0'0,"1"0"-1"0"0,0 1 0 0 0,1-1 1 0 0,15-30-1 0 0,-17 42-1976 0 0,1-1 0 0 0,0 1 0 0 0,0 0-1 0 0,0 0 1 0 0,0 1 0 0 0,1 0-1 0 0,0 0 1 0 0,1 0 0 0 0,-1 0 0 0 0,1 1-1 0 0,0 0 1 0 0,1 1 0 0 0,9-5 0 0 0,7-1-121 0 0,1 2 1 0 0,1 1 0 0 0,-1 0 0 0 0,1 2 0 0 0,0 1 0 0 0,1 1-1 0 0,28 1 1 0 0,187 16-2140 0 0,-164-6 188 0 0,36 3-1332 0 0,-38-3-1785 0 0,-40-5 601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4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77 3244 0 0,'2'0'136'0'0,"32"-11"4665"0"0,-32 10-4368 0 0,1 0 1 0 0,-2 0-1 0 0,1 0 0 0 0,0 0 1 0 0,0 0-1 0 0,0 0 0 0 0,0-1 0 0 0,-1 1 1 0 0,1-1-1 0 0,0 1 0 0 0,-1-1 1 0 0,4-6 2747 0 0,-8 8-2929 0 0,0 1-1 0 0,0 0 1 0 0,0-1-1 0 0,0 1 0 0 0,0 0 1 0 0,0 0-1 0 0,0 1 1 0 0,0-1-1 0 0,1 1 1 0 0,-1-1-1 0 0,0 1 1 0 0,1 0-1 0 0,-5 3 1 0 0,-31 35 1488 0 0,24-24-1184 0 0,9-10-415 0 0,-1 0 0 0 0,1 1 1 0 0,1-1-1 0 0,-1 1 0 0 0,1 0 1 0 0,0 1-1 0 0,0-1 0 0 0,1 1 1 0 0,0 0-1 0 0,1-1 1 0 0,0 1-1 0 0,0 0 0 0 0,-1 13 1 0 0,2-15-109 0 0,1-1 1 0 0,1 0 0 0 0,-1 1-1 0 0,1-1 1 0 0,-1 0-1 0 0,2 0 1 0 0,-1 1 0 0 0,0-1-1 0 0,1 0 1 0 0,0 0 0 0 0,0-1-1 0 0,1 1 1 0 0,-1 0 0 0 0,1-1-1 0 0,0 1 1 0 0,0-1 0 0 0,1 0-1 0 0,-1 0 1 0 0,1 0 0 0 0,0 0-1 0 0,0-1 1 0 0,5 3 0 0 0,-3-1-15 0 0,1-1 1 0 0,1 0 0 0 0,-1 0 0 0 0,1-1 0 0 0,-1 1 0 0 0,1-2-1 0 0,0 1 1 0 0,0-1 0 0 0,0-1 0 0 0,0 1 0 0 0,0-1 0 0 0,0-1-1 0 0,1 0 1 0 0,-1 0 0 0 0,0 0 0 0 0,16-4 0 0 0,-15 2-21 0 0,1 0 0 0 0,-1-1 1 0 0,0 0-1 0 0,0-1 0 0 0,0 0 1 0 0,0-1-1 0 0,-1 0 0 0 0,1 0 0 0 0,-1-1 1 0 0,-1 1-1 0 0,1-2 0 0 0,-1 1 1 0 0,13-16-1 0 0,-14 14 14 0 0,1-1-1 0 0,-1-1 1 0 0,-1 1-1 0 0,1-1 1 0 0,-2 0-1 0 0,1-1 1 0 0,-1 1-1 0 0,-1 0 1 0 0,0-1-1 0 0,-1 0 1 0 0,0 0-1 0 0,1-16 1 0 0,-3 21-13 0 0,0 0 1 0 0,0 1 0 0 0,0-1 0 0 0,-1 0-1 0 0,0 1 1 0 0,-1-1 0 0 0,1 0 0 0 0,-1 1-1 0 0,0 0 1 0 0,0-1 0 0 0,-1 1 0 0 0,1 0-1 0 0,-1 0 1 0 0,0 0 0 0 0,-1 1 0 0 0,1-1-1 0 0,-1 1 1 0 0,0-1 0 0 0,0 1 0 0 0,0 1-1 0 0,-1-1 1 0 0,1 0 0 0 0,-1 1 0 0 0,0 0-1 0 0,-9-4 1 0 0,5 3-1 0 0,-1 1 0 0 0,1 0 0 0 0,0 0 0 0 0,-1 1-1 0 0,1 0 1 0 0,-1 1 0 0 0,0 0 0 0 0,1 1 0 0 0,-1 0 0 0 0,0 0 0 0 0,1 1 0 0 0,-13 3 0 0 0,14-3-385 0 0,0 1 0 0 0,0 0 0 0 0,0 1 1 0 0,0 0-1 0 0,1 0 0 0 0,-1 0 0 0 0,1 1 1 0 0,0 1-1 0 0,0-1 0 0 0,1 1 0 0 0,-1 0 1 0 0,1 0-1 0 0,0 1 0 0 0,-9 11 0 0 0,12-14-203 0 0,1 0-1 0 0,0 0 0 0 0,1 1 0 0 0,-1-1 0 0 0,1 0 0 0 0,-2 7 0 0 0,1 11-6304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5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1080 0 0,'10'-5'2839'0'0,"-5"2"-1372"0"0,0 0 0 0 0,0 1 1 0 0,0 0-1 0 0,0 0 0 0 0,8-1 0 0 0,-12 3-1239 0 0,1 0-1 0 0,-1 0 0 0 0,1 0 0 0 0,-1 0 1 0 0,0 1-1 0 0,1-1 0 0 0,-1 1 0 0 0,0-1 0 0 0,1 1 1 0 0,-1 0-1 0 0,0-1 0 0 0,0 1 0 0 0,1 0 1 0 0,-1 0-1 0 0,0 0 0 0 0,0 0 0 0 0,0 0 0 0 0,1 1 1 0 0,16 22 1840 0 0,-13-16-1765 0 0,-1 1 1 0 0,0 0-1 0 0,-1 1 1 0 0,0-1-1 0 0,0 1 1 0 0,-1-1 0 0 0,0 1-1 0 0,0 0 1 0 0,-2 0-1 0 0,1 0 1 0 0,-1 0-1 0 0,0 0 1 0 0,-1 0-1 0 0,0-1 1 0 0,-1 1-1 0 0,0 0 1 0 0,0-1-1 0 0,-1 1 1 0 0,-1-1 0 0 0,1 1-1 0 0,-1-1 1 0 0,-1-1-1 0 0,0 1 1 0 0,0-1-1 0 0,-10 13 1 0 0,14-20 260 0 0,16-13-331 0 0,223-162 211 0 0,-195 147-572 0 0,1 3 0 0 0,2 1 0 0 0,85-30 0 0 0,-117 49-1134 0 0,0 0 1 0 0,22-4-1 0 0,-16 8-3232 0 0,1 2-3552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5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143 251 952 0 0,'1'-3'2164'0'0,"0"1"-1651"0"0,7-21 4488 0 0,-2 4 1329 0 0,-1 24-5654 0 0,0 0 1 0 0,0 0-1 0 0,1-1 0 0 0,5 4 1 0 0,-3-5-569 0 0,1 0 0 0 0,-1-1 1 0 0,0 0-1 0 0,1 0 0 0 0,-1-1 0 0 0,1 0 1 0 0,0-1-1 0 0,-1 1 0 0 0,1-2 0 0 0,9-1 1 0 0,6-1-30 0 0,-1-1 0 0 0,32-11 0 0 0,-46 12-75 0 0,1-1 1 0 0,-1-1-1 0 0,0 1 1 0 0,0-2-1 0 0,-1 1 1 0 0,1-1-1 0 0,-1 0 1 0 0,-1-1-1 0 0,1 0 1 0 0,-1 0-1 0 0,0-1 1 0 0,-1 0-1 0 0,1 0 0 0 0,-2 0 1 0 0,1-1-1 0 0,-1 0 1 0 0,-1 0-1 0 0,1 0 1 0 0,-1 0-1 0 0,4-20 1 0 0,-7 27-7 0 0,-1 0-1 0 0,1 0 1 0 0,-1 0 0 0 0,0 0-1 0 0,1 0 1 0 0,-1 0 0 0 0,0 0-1 0 0,0 0 1 0 0,-1 0 0 0 0,1 0-1 0 0,0 0 1 0 0,-1 0 0 0 0,1 0-1 0 0,-1 0 1 0 0,0 0 0 0 0,1 1-1 0 0,-1-1 1 0 0,0 0 0 0 0,0 0 0 0 0,-2-1-1 0 0,2 1 1 0 0,-1 1 0 0 0,0 0 0 0 0,1 0 0 0 0,-1-1 0 0 0,0 1 0 0 0,0 1 0 0 0,0-1 0 0 0,0 0 0 0 0,0 0 0 0 0,0 1 0 0 0,0-1 0 0 0,0 1 0 0 0,0 0 0 0 0,0-1 0 0 0,0 1 0 0 0,-2 0 0 0 0,-7 1 2 0 0,0 0 0 0 0,0 1 0 0 0,1 0 0 0 0,-1 1 0 0 0,1 0 0 0 0,-11 4 0 0 0,-14 7 142 0 0,1 2 0 0 0,1 1-1 0 0,0 2 1 0 0,2 1 0 0 0,0 1-1 0 0,1 2 1 0 0,2 1 0 0 0,0 1 0 0 0,1 1-1 0 0,-35 47 1 0 0,56-64-97 0 0,0-1 0 0 0,0 2 0 0 0,1-1 0 0 0,1 0 0 0 0,-1 1 0 0 0,1 0 0 0 0,1 0 0 0 0,0 0 0 0 0,-2 13 0 0 0,5-19-36 0 0,-1 0 0 0 0,1 0 0 0 0,0 0 0 0 0,0 0 1 0 0,1 0-1 0 0,-1 0 0 0 0,1 1 0 0 0,0-1 0 0 0,0 0 1 0 0,0 0-1 0 0,1-1 0 0 0,-1 1 0 0 0,1 0 0 0 0,0 0 1 0 0,0-1-1 0 0,0 1 0 0 0,1-1 0 0 0,-1 1 0 0 0,1-1 1 0 0,0 0-1 0 0,0 0 0 0 0,0 0 0 0 0,0-1 0 0 0,0 1 1 0 0,0-1-1 0 0,5 3 0 0 0,3 1-21 0 0,1-1 1 0 0,0 0-1 0 0,0-1 0 0 0,0 0 1 0 0,1-1-1 0 0,-1 0 0 0 0,1-1 0 0 0,25 1 1 0 0,5-2-752 0 0,56-6 0 0 0,-43-2-655 0 0,-1-2 0 0 0,0-3 0 0 0,63-21 0 0 0,153-74-7662 0 0,-223 84 5829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6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445 132 2812 0 0,'7'-5'674'0'0,"6"-5"749"0"0,0 0-1 0 0,11-12 1 0 0,-22 20-1140 0 0,1 0 0 0 0,-1-1-1 0 0,0 1 1 0 0,0-1 0 0 0,0 1 0 0 0,-1-1-1 0 0,1 0 1 0 0,-1 1 0 0 0,1-1-1 0 0,-1 0 1 0 0,0 0 0 0 0,0 0 0 0 0,0 0-1 0 0,0 0 1 0 0,-1-1 0 0 0,0 1-1 0 0,1-4 1 0 0,-2 6-168 0 0,1-1 0 0 0,-1 0 0 0 0,1 1 1 0 0,-1-1-1 0 0,0 1 0 0 0,0-1 0 0 0,0 1 0 0 0,0 0 0 0 0,0-1 0 0 0,0 1 0 0 0,0 0 0 0 0,0 0 1 0 0,-1-1-1 0 0,1 1 0 0 0,0 0 0 0 0,-1 0 0 0 0,1 0 0 0 0,-1 1 0 0 0,1-1 0 0 0,-1 0 0 0 0,1 1 0 0 0,-1-1 1 0 0,0 1-1 0 0,1-1 0 0 0,-1 1 0 0 0,0 0 0 0 0,1-1 0 0 0,-4 1 0 0 0,-3-1 220 0 0,-1 1 0 0 0,1-1 0 0 0,-1 1 0 0 0,-10 2 0 0 0,-4 2 99 0 0,0 2 1 0 0,0 0-1 0 0,1 1 0 0 0,0 1 0 0 0,0 1 0 0 0,-26 16 0 0 0,15-6-96 0 0,1 2 0 0 0,1 1 0 0 0,-31 29 0 0 0,50-40-241 0 0,0 1 0 0 0,1 0 0 0 0,0 0 0 0 0,-16 26-1 0 0,25-34-86 0 0,-1 0 0 0 0,1-1 0 0 0,0 1 0 0 0,0 1 0 0 0,0-1 0 0 0,0 0 0 0 0,1 0-1 0 0,0 1 1 0 0,0-1 0 0 0,0 1 0 0 0,0-1 0 0 0,1 1 0 0 0,0-1 0 0 0,0 1 0 0 0,0-1-1 0 0,0 1 1 0 0,1 0 0 0 0,0-1 0 0 0,0 0 0 0 0,0 1 0 0 0,3 7 0 0 0,-2-9-7 0 0,0 0 1 0 0,0 0-1 0 0,0 0 0 0 0,1 0 1 0 0,-1-1-1 0 0,1 1 1 0 0,-1-1-1 0 0,1 0 1 0 0,0 0-1 0 0,0 0 1 0 0,0 0-1 0 0,0 0 0 0 0,0-1 1 0 0,1 1-1 0 0,-1-1 1 0 0,0 0-1 0 0,1 0 1 0 0,-1 0-1 0 0,1-1 0 0 0,-1 1 1 0 0,1-1-1 0 0,-1 1 1 0 0,1-1-1 0 0,-1 0 1 0 0,1-1-1 0 0,-1 1 1 0 0,4-1-1 0 0,3-1 9 0 0,0 0 0 0 0,0-1 0 0 0,-1 1 0 0 0,1-2 0 0 0,-1 0 0 0 0,0 0 0 0 0,0 0 0 0 0,10-8 0 0 0,0-2-24 0 0,-2 0-1 0 0,0-1 1 0 0,0-1-1 0 0,15-20 1 0 0,55-78-12 0 0,-55 70 30 0 0,22-34 4 0 0,-53 77 0 0 0,-3 12 7 0 0,0 0 0 0 0,0 0 0 0 0,-1 0-1 0 0,0 0 1 0 0,-1-1 0 0 0,0 1-1 0 0,-10 15 1 0 0,-2 10 121 0 0,10-22-226 0 0,-4 9 122 0 0,1 1 0 0 0,-7 33 0 0 0,14-51-290 0 0,1-1 0 0 0,0 1-1 0 0,0-1 1 0 0,1 1 0 0 0,-1-1 0 0 0,1 1 0 0 0,1 0 0 0 0,-1-1 0 0 0,1 1 0 0 0,0-1 0 0 0,0 1 0 0 0,0-1 0 0 0,1 0 0 0 0,0 1 0 0 0,0-1 0 0 0,5 9 0 0 0,-4-10-371 0 0,1 0 1 0 0,-1-1-1 0 0,1 0 1 0 0,0 1 0 0 0,0-1-1 0 0,0-1 1 0 0,1 1-1 0 0,-1-1 1 0 0,0 1-1 0 0,1-1 1 0 0,0 0-1 0 0,-1-1 1 0 0,1 1-1 0 0,0-1 1 0 0,0 0 0 0 0,8 1-1 0 0,10 0-5345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342 225 2300 0 0,'3'-6'490'0'0,"10"-20"3152"0"0,15-41 1 0 0,-26 59-3036 0 0,1 0 0 0 0,-1 0 0 0 0,-1-1 0 0 0,1 1 0 0 0,-2-1 0 0 0,1 1 0 0 0,-1-1 0 0 0,0 1 0 0 0,-2-16 0 0 0,1 23-534 0 0,1 0 0 0 0,0-1 0 0 0,-1 1 0 0 0,1 0 0 0 0,0 0 0 0 0,-1 0 0 0 0,1-1 0 0 0,-1 1 0 0 0,0 0 0 0 0,1 0 0 0 0,-1 0 0 0 0,0 0 0 0 0,0 0 0 0 0,0 0 0 0 0,0 0 0 0 0,0 0 0 0 0,0 0 0 0 0,0 0 0 0 0,0 1 0 0 0,0-1 0 0 0,0 0 0 0 0,-1 0 0 0 0,0 0 28 0 0,-1 1 0 0 0,1-1 0 0 0,0 1 1 0 0,0 0-1 0 0,-1 0 0 0 0,1 0 0 0 0,0 0 1 0 0,0 0-1 0 0,-1 0 0 0 0,1 0 0 0 0,-4 2 1 0 0,-4 1 140 0 0,1 1-1 0 0,-1-1 1 0 0,1 2 0 0 0,-14 8 0 0 0,-5 6 16 0 0,1 0 0 0 0,0 2 0 0 0,2 1 0 0 0,-26 29 0 0 0,34-33-189 0 0,1 1-1 0 0,1 1 0 0 0,1 0 0 0 0,1 1 1 0 0,1 1-1 0 0,-13 30 0 0 0,22-45-62 0 0,0 1-1 0 0,1-1 1 0 0,0 1-1 0 0,0 0 1 0 0,1 0 0 0 0,0 0-1 0 0,0 0 1 0 0,1 0 0 0 0,0 0-1 0 0,1 0 1 0 0,0 0-1 0 0,0 0 1 0 0,0 0 0 0 0,5 12-1 0 0,-4-14-117 0 0,1 0 0 0 0,0 0 0 0 0,0 0 0 0 0,0-1 0 0 0,1 0 0 0 0,0 1 0 0 0,0-1 0 0 0,0 0 0 0 0,1-1 0 0 0,0 1 0 0 0,0-1 0 0 0,0 0 0 0 0,0 0 0 0 0,0-1 0 0 0,1 1 0 0 0,0-1 0 0 0,0-1 0 0 0,8 4 0 0 0,1-1-345 0 0,0-1 0 0 0,-1-1 0 0 0,2 0 0 0 0,-1-2 0 0 0,0 1 0 0 0,0-2 1 0 0,1 0-1 0 0,-1 0 0 0 0,0-2 0 0 0,0 0 0 0 0,0-1 0 0 0,0 0 0 0 0,18-7 0 0 0,-2-1-768 0 0,-1-2-1 0 0,0-1 0 0 0,-1-1 0 0 0,0-1 0 0 0,28-23 1 0 0,1-5-2592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7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381 187 104 0 0,'36'-83'5928'0'0,"-33"75"-5263"0"0,0 0-1 0 0,-1 0 1 0 0,0 0 0 0 0,-1 0 0 0 0,1 0 0 0 0,-2-1-1 0 0,1 1 1 0 0,-2-15 0 0 0,1 22-607 0 0,0 0 0 0 0,0 1 1 0 0,0-1-1 0 0,0 1 0 0 0,0-1 0 0 0,0 0 0 0 0,0 1 1 0 0,0-1-1 0 0,-1 1 0 0 0,1-1 0 0 0,0 0 0 0 0,0 1 1 0 0,-1-1-1 0 0,1 1 0 0 0,0-1 0 0 0,-1 1 0 0 0,1-1 1 0 0,0 1-1 0 0,-1-1 0 0 0,1 1 0 0 0,-1 0 0 0 0,1-1 1 0 0,-1 1-1 0 0,1 0 0 0 0,-1-1 0 0 0,1 1 0 0 0,-1 0 1 0 0,1-1-1 0 0,-1 1 0 0 0,1 0 0 0 0,-1 0 0 0 0,1 0 1 0 0,-1-1-1 0 0,0 1 0 0 0,1 0 0 0 0,-1 0 0 0 0,1 0 1 0 0,-1 0-1 0 0,0 0 0 0 0,1 0 0 0 0,-1 0 0 0 0,1 0 1 0 0,-1 1-1 0 0,1-1 0 0 0,-1 0 0 0 0,0 0 0 0 0,1 0 0 0 0,-1 1 1 0 0,1-1-1 0 0,-1 0 0 0 0,0 1 0 0 0,-3 1 151 0 0,0 1 0 0 0,-1 0 0 0 0,2 0 0 0 0,-1 0-1 0 0,-4 5 1 0 0,-21 23 669 0 0,1 2 1 0 0,-34 50-1 0 0,-36 80 401 0 0,70-107-981 0 0,1 0 0 0 0,4 2 1 0 0,2 1-1 0 0,2 0 0 0 0,3 2 1 0 0,-11 89-1 0 0,26-147-281 0 0,1-1 0 0 0,-1 0 0 0 0,1 1 0 0 0,0-1 0 0 0,0 1 0 0 0,0-1 0 0 0,1 0 0 0 0,-1 1 0 0 0,0-1 0 0 0,2 4 0 0 0,-2-6-14 0 0,0 0-1 0 0,0 0 1 0 0,0 0 0 0 0,1 1 0 0 0,-1-1 0 0 0,0 0 0 0 0,0 0-1 0 0,0 0 1 0 0,1 1 0 0 0,-1-1 0 0 0,0 0 0 0 0,0 0 0 0 0,1 0-1 0 0,-1 0 1 0 0,0 0 0 0 0,0 1 0 0 0,1-1 0 0 0,-1 0-1 0 0,0 0 1 0 0,1 0 0 0 0,-1 0 0 0 0,0 0 0 0 0,0 0 0 0 0,1 0-1 0 0,-1 0 1 0 0,0 0 0 0 0,0 0 0 0 0,1 0 0 0 0,-1 0 0 0 0,1 0-1 0 0,14-11 11 0 0,73-84 0 0 0,-6 5-43 0 0,-69 78 25 0 0,0 1-1 0 0,1 0 0 0 0,1 0 0 0 0,29-15 0 0 0,-41 24 13 0 0,0 1 0 0 0,0-1 0 0 0,0 1 0 0 0,0 0 0 0 0,0 0 1 0 0,0 0-1 0 0,0 0 0 0 0,1 1 0 0 0,-1-1 0 0 0,0 1 0 0 0,1 0 0 0 0,-1 0 0 0 0,0 0 0 0 0,1 0 0 0 0,-1 0 0 0 0,0 1 0 0 0,1 0 0 0 0,-1-1 0 0 0,0 1 0 0 0,0 1 0 0 0,0-1 0 0 0,0 0 0 0 0,0 1 0 0 0,0-1 0 0 0,0 1 0 0 0,0 0 0 0 0,3 3 0 0 0,-2-1 71 0 0,0 1 1 0 0,-1-1-1 0 0,1 1 0 0 0,-1 0 1 0 0,0 0-1 0 0,-1 0 0 0 0,1 0 0 0 0,-1 0 1 0 0,0 0-1 0 0,0 1 0 0 0,-1-1 1 0 0,1 1-1 0 0,-1-1 0 0 0,-1 1 1 0 0,1 8-1 0 0,-1 9 351 0 0,-1 1 0 0 0,-7 38-1 0 0,-1 5-5 0 0,9-65-409 0 0,0 0 0 0 0,0 0 0 0 0,0 0 0 0 0,0 0 0 0 0,0-1 0 0 0,0 1 0 0 0,1 0 0 0 0,-1 0 0 0 0,1 0 0 0 0,-1 0 0 0 0,1-1 0 0 0,0 1 0 0 0,0 0 0 0 0,0 0 0 0 0,0-1 0 0 0,0 1 1 0 0,0-1-1 0 0,0 1 0 0 0,2 1 0 0 0,0-1-24 0 0,0 0 0 0 0,0 0 1 0 0,-1 0-1 0 0,1 0 1 0 0,0-1-1 0 0,1 1 0 0 0,-1-1 1 0 0,0 0-1 0 0,0 0 0 0 0,5 1 1 0 0,4-1-300 0 0,1 1 0 0 0,0-2 1 0 0,0 1-1 0 0,20-4 1 0 0,17-3-2722 0 0,87-23 1 0 0,-14-8-4898 0 0,-49 12-11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8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0 160 404 0 0,'3'-13'1114'0'0,"1"0"0"0"0,1 0 0 0 0,0 0-1 0 0,0 1 1 0 0,15-23 0 0 0,-17 30-981 0 0,-1 1 0 0 0,1-1 0 0 0,1 1 0 0 0,-1 0 0 0 0,0 0 0 0 0,1 1 0 0 0,0-1-1 0 0,0 1 1 0 0,0-1 0 0 0,0 1 0 0 0,1 1 0 0 0,-1-1 0 0 0,1 1 0 0 0,0-1 0 0 0,0 1 0 0 0,0 1 0 0 0,9-3 0 0 0,-10 3-70 0 0,1 2 1 0 0,-1-1 0 0 0,1 0 0 0 0,-1 1 0 0 0,1 0 0 0 0,-1 0 0 0 0,0 0 0 0 0,0 0 0 0 0,1 1-1 0 0,-1 0 1 0 0,0 0 0 0 0,0 0 0 0 0,-1 0 0 0 0,1 0 0 0 0,0 1 0 0 0,-1 0 0 0 0,1 0 0 0 0,4 5-1 0 0,-1 0 26 0 0,1 0-1 0 0,-2 1 0 0 0,1 0 0 0 0,-1 0 0 0 0,0 1 0 0 0,4 11 0 0 0,-5-8-15 0 0,0 0-1 0 0,-1-1 0 0 0,-1 1 1 0 0,0 1-1 0 0,-1-1 0 0 0,-1 0 0 0 0,0 1 1 0 0,0-1-1 0 0,-2 1 0 0 0,1-1 1 0 0,-2 0-1 0 0,0 1 0 0 0,0-1 0 0 0,-1 0 1 0 0,-9 23-1 0 0,6-21 24 0 0,0-1 0 0 0,-1 0 1 0 0,-1 0-1 0 0,0-1 0 0 0,-1 0 0 0 0,0 0 0 0 0,-1-1 0 0 0,0 0 0 0 0,-1-1 1 0 0,0 0-1 0 0,-1-1 0 0 0,0 0 0 0 0,-17 10 0 0 0,28-19-84 0 0,1-1-1 0 0,-1 0 0 0 0,1 1 1 0 0,-1-1-1 0 0,1 1 0 0 0,-1-1 0 0 0,1 0 1 0 0,-1 0-1 0 0,1 1 0 0 0,-1-1 1 0 0,0 0-1 0 0,1 0 0 0 0,-1 0 1 0 0,0 1-1 0 0,1-1 0 0 0,-1 0 1 0 0,0 0-1 0 0,1 0 0 0 0,-1 0 1 0 0,1 0-1 0 0,-1-1 0 0 0,0 1 1 0 0,1 0-1 0 0,-1 0 0 0 0,0 0 1 0 0,1 0-1 0 0,-1-1 0 0 0,1 1 0 0 0,-1 0 1 0 0,0-1-1 0 0,0 0-7 0 0,1 1 0 0 0,0-1 0 0 0,0 0 0 0 0,-1 1-1 0 0,1-1 1 0 0,0 0 0 0 0,0 1 0 0 0,0-1 0 0 0,0 0 0 0 0,0 0 0 0 0,0 1-1 0 0,0-1 1 0 0,0 0 0 0 0,0 1 0 0 0,0-1 0 0 0,0 0 0 0 0,0 1 0 0 0,1-1-1 0 0,-1 0 1 0 0,0 1 0 0 0,0-1 0 0 0,1 0 0 0 0,-1 1 0 0 0,1-2 0 0 0,8-10 5 0 0,0-1 0 0 0,1 1 1 0 0,0 0-1 0 0,18-14 0 0 0,-10 8-13 0 0,244-234-131 0 0,-197 190 132 0 0,-56 55 5 0 0,-1-1-1 0 0,-1 0 0 0 0,1-1 0 0 0,-2 0 0 0 0,1 0 1 0 0,10-19-1 0 0,-38 37 53 0 0,-8 19 246 0 0,2 0 1 0 0,-39 52-1 0 0,52-61-175 0 0,2 0 0 0 0,0 1 0 0 0,1 0-1 0 0,2 0 1 0 0,0 1 0 0 0,-7 23 0 0 0,15-38-58 0 0,-1 1 0 0 0,1-1 0 0 0,0 1 0 0 0,0 0 0 0 0,1-1 0 0 0,0 1 1 0 0,0 0-1 0 0,0 0 0 0 0,1-1 0 0 0,0 1 0 0 0,0 0 0 0 0,1-1 0 0 0,0 1 0 0 0,0-1 0 0 0,1 0 1 0 0,4 10-1 0 0,-2-9-16 0 0,-1-1 0 0 0,1 0 0 0 0,0 0 0 0 0,0 0 1 0 0,1 0-1 0 0,0-1 0 0 0,0 0 0 0 0,0 0 0 0 0,0-1 1 0 0,1 0-1 0 0,-1 0 0 0 0,1 0 0 0 0,0-1 0 0 0,9 3 1 0 0,-5-2-29 0 0,-1-1-1 0 0,1 0 1 0 0,0-1 0 0 0,0 0 0 0 0,1 0 0 0 0,-1-1 0 0 0,0-1 0 0 0,1 0 0 0 0,-1-1 0 0 0,0 0 0 0 0,0 0 0 0 0,1-1 0 0 0,-1-1 0 0 0,0 0-1 0 0,-1 0 1 0 0,1-1 0 0 0,-1 0 0 0 0,14-8 0 0 0,-13 5-489 0 0,1-1 0 0 0,-1 0 0 0 0,0-1 0 0 0,-1 0 0 0 0,14-14 0 0 0,-10 7-1418 0 0,4-5-4098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8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118 165 2392 0 0,'17'-24'5101'0'0,"22"-41"0"0"0,0-2 1013 0 0,-29 59-2728 0 0,-12 27-2053 0 0,-14 32-357 0 0,-12 18-25 0 0,-42 73 0 0 0,19-43-1692 0 0,7 3-3644 0 0,42-98 3773 0 0,-7 22-2526 0 0,9-5-6198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 2200 0 0,'24'-26'2380'0'0,"4"-6"2517"0"0,49-41-1 0 0,-76 72-4816 0 0,-1 1 0 0 0,1-1-1 0 0,-1 1 1 0 0,1-1-1 0 0,-1 1 1 0 0,1-1-1 0 0,-1 1 1 0 0,1 0 0 0 0,-1-1-1 0 0,1 1 1 0 0,-1 0-1 0 0,1 0 1 0 0,-1-1 0 0 0,1 1-1 0 0,0 0 1 0 0,-1 0-1 0 0,1 0 1 0 0,-1 0 0 0 0,1 0-1 0 0,0-1 1 0 0,-1 1-1 0 0,1 0 1 0 0,0 1 0 0 0,-1-1-1 0 0,1 0 1 0 0,-1 0-1 0 0,1 0 1 0 0,0 0 0 0 0,-1 0-1 0 0,1 1 1 0 0,-1-1-1 0 0,1 0 1 0 0,0 0-1 0 0,-1 1 1 0 0,1-1 0 0 0,-1 0-1 0 0,1 1 1 0 0,-1-1-1 0 0,1 1 1 0 0,-1-1 0 0 0,0 1-1 0 0,1-1 1 0 0,-1 1-1 0 0,1-1 1 0 0,-1 1 0 0 0,0-1-1 0 0,1 1 1 0 0,-1-1-1 0 0,0 1 1 0 0,0 0 0 0 0,0-1-1 0 0,1 1 1 0 0,-1-1-1 0 0,0 1 1 0 0,0 1-1 0 0,1 2 174 0 0,0 0 0 0 0,-1 0-1 0 0,1 0 1 0 0,-1 1-1 0 0,0-1 1 0 0,-1 6 0 0 0,-7 23 480 0 0,-2-1 1 0 0,0 0 0 0 0,-26 51 0 0 0,8-20-483 0 0,20-45-104 0 0,0-1-1 0 0,-15 23 1 0 0,22-38-84 0 0,3-9-51 0 0,-1 0-1 0 0,2 0 0 0 0,-1 0 0 0 0,1 0 1 0 0,0 0-1 0 0,0 1 0 0 0,1-1 0 0 0,0 1 1 0 0,7-9-1 0 0,0-1-26 0 0,24-39-4 0 0,53-62 0 0 0,-73 99 11 0 0,1 1 0 0 0,0 0 0 0 0,1 2 0 0 0,1 0 0 0 0,1 1 0 0 0,0 0 0 0 0,23-11 0 0 0,-37 23-7 0 0,1-1 1 0 0,-1 1 0 0 0,1 0 0 0 0,-1 0 0 0 0,1 1 0 0 0,0-1 0 0 0,0 1 0 0 0,0 1 0 0 0,0-1 0 0 0,0 1 0 0 0,0 0-1 0 0,0 0 1 0 0,9 2 0 0 0,-11-1 15 0 0,-1 0 0 0 0,0 0 0 0 0,1 1 1 0 0,-1-1-1 0 0,0 1 0 0 0,0-1 0 0 0,0 1 0 0 0,0 0 0 0 0,0 0 0 0 0,0 1 0 0 0,0-1 0 0 0,-1 1 0 0 0,1-1 0 0 0,-1 1 0 0 0,0 0 0 0 0,0 0 0 0 0,0 0 0 0 0,0 0 0 0 0,0 0 0 0 0,-1 0 0 0 0,1 0 0 0 0,-1 1 0 0 0,2 6 1 0 0,-2-3 34 0 0,0 0 0 0 0,0 0 0 0 0,-1 0 0 0 0,0 0 1 0 0,0 0-1 0 0,-1 0 0 0 0,1 0 0 0 0,-2 0 1 0 0,1 0-1 0 0,-1 0 0 0 0,-5 13 0 0 0,-2 3 142 0 0,-25 43-1 0 0,16-37-137 0 0,10-16-26 0 0,0 0 1 0 0,0 1 0 0 0,2-1 0 0 0,-1 1 0 0 0,2 0-1 0 0,-5 17 1 0 0,10-30-22 0 0,0 0 1 0 0,0 0-1 0 0,0 0 0 0 0,0 0 0 0 0,1 0 0 0 0,-1 0 0 0 0,0 0 0 0 0,0 0 0 0 0,1 0 0 0 0,-1 0 1 0 0,0 0-1 0 0,1-1 0 0 0,-1 1 0 0 0,1 0 0 0 0,-1 0 0 0 0,1 0 0 0 0,0-1 0 0 0,-1 1 1 0 0,1 0-1 0 0,0-1 0 0 0,-1 1 0 0 0,1 0 0 0 0,0-1 0 0 0,1 1 0 0 0,21 9-612 0 0,-14-9 165 0 0,-1 0 0 0 0,1-1 0 0 0,0-1 0 0 0,0 1 0 0 0,0-1-1 0 0,0-1 1 0 0,-1 1 0 0 0,1-2 0 0 0,-1 1 0 0 0,1-1 0 0 0,10-5 0 0 0,-1-1-1481 0 0,-1 0 0 0 0,0-1 0 0 0,0-1 0 0 0,16-14 0 0 0,-5 0-4790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49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158 101 2432 0 0,'-55'-35'5705'0'0,"-31"-25"1785"0"0,86 60-7482 0 0,-1-1 0 0 0,1 1 1 0 0,0 0-1 0 0,0-1 0 0 0,-1 1 1 0 0,1 0-1 0 0,0-1 0 0 0,-1 1 0 0 0,1 0 1 0 0,0-1-1 0 0,-1 1 0 0 0,1 0 1 0 0,-1 0-1 0 0,1-1 0 0 0,0 1 0 0 0,-1 0 1 0 0,1 0-1 0 0,-1 0 0 0 0,1 0 1 0 0,-1 0-1 0 0,1-1 0 0 0,0 1 0 0 0,-1 0 1 0 0,1 0-1 0 0,-1 0 0 0 0,1 0 1 0 0,-1 0-1 0 0,1 0 0 0 0,-1 1 0 0 0,1-1 1 0 0,-1 0-1 0 0,1 0 0 0 0,0 0 1 0 0,-1 0-1 0 0,1 0 0 0 0,-1 1 0 0 0,1-1 1 0 0,-1 1-1 0 0,1-1-110 0 0,0 1-1 0 0,-1 0 1 0 0,1 0 0 0 0,0-1-1 0 0,0 1 1 0 0,0 0-1 0 0,0 0 1 0 0,0 0 0 0 0,0-1-1 0 0,0 1 1 0 0,1 0-1 0 0,-1 0 1 0 0,0 0 0 0 0,0-1-1 0 0,1 1 1 0 0,-1 0-1 0 0,0-1 1 0 0,1 2 0 0 0,11 16-5668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0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557 210 784 0 0,'17'-15'3632'0'0,"0"-2"0"0"0,17-22 0 0 0,-27 29-2426 0 0,1 0 1 0 0,-2-1-1 0 0,1 0 1 0 0,-1 0-1 0 0,7-21 0 0 0,-12 31-1095 0 0,-1-1-1 0 0,1 1 1 0 0,0-1-1 0 0,-1 1 1 0 0,1-1-1 0 0,-1 1 1 0 0,0-1-1 0 0,0 0 1 0 0,1 1-1 0 0,-1-1 0 0 0,0 0 1 0 0,0 1-1 0 0,0-1 1 0 0,-1 1-1 0 0,1-1 1 0 0,0 0-1 0 0,-1 1 1 0 0,1-1-1 0 0,-1 1 1 0 0,1-1-1 0 0,-1 0 0 0 0,0 1 1 0 0,1 0-1 0 0,-1-1 1 0 0,0 1-1 0 0,0-1 1 0 0,-2 0-1 0 0,1 0-52 0 0,-1 1 0 0 0,0 0 0 0 0,1-1 0 0 0,-1 1 0 0 0,0 1 0 0 0,0-1 0 0 0,0 0 0 0 0,0 1 0 0 0,0-1 0 0 0,0 1 0 0 0,0 0 0 0 0,1 0 0 0 0,-1 0 0 0 0,-4 1 0 0 0,-15 2 110 0 0,0 0 0 0 0,1 2-1 0 0,-1 1 1 0 0,-24 9 0 0 0,-81 39 281 0 0,99-41-311 0 0,-24 11 66 0 0,-63 39-1 0 0,98-51-150 0 0,0 0 1 0 0,0 0-1 0 0,1 2 0 0 0,0 0 0 0 0,1 1 1 0 0,-24 32-1 0 0,35-42-39 0 0,1-1 1 0 0,0 1-1 0 0,0 0 1 0 0,1 0-1 0 0,-1 1 0 0 0,1-1 1 0 0,1 0-1 0 0,-1 1 0 0 0,1-1 1 0 0,0 1-1 0 0,0 0 1 0 0,0-1-1 0 0,1 1 0 0 0,0 0 1 0 0,0 0-1 0 0,0-1 1 0 0,1 1-1 0 0,1 7 0 0 0,0-7 3 0 0,0 0-1 0 0,1 0 0 0 0,0 0 0 0 0,0-1 1 0 0,0 1-1 0 0,0-1 0 0 0,1 0 0 0 0,0 0 1 0 0,0 0-1 0 0,0 0 0 0 0,1 0 0 0 0,0-1 1 0 0,0 0-1 0 0,0 0 0 0 0,11 6 0 0 0,-4-4 21 0 0,1 0 0 0 0,0 0 0 0 0,0-2 0 0 0,0 1 0 0 0,0-2-1 0 0,19 4 1 0 0,83 3 629 0 0,-83-11-294 0 0,0-1 1 0 0,43-8 0 0 0,-17 1 1 0 0,-48 8-327 0 0,0-1-1 0 0,-1 0 1 0 0,1-1 0 0 0,11-4-1 0 0,-20 6-41 0 0,-1 1-11 0 0,0 0 5 0 0,0 0 1 0 0,0 0-1 0 0,0-1 0 0 0,0 1 0 0 0,0 0 0 0 0,1 0 0 0 0,-1-1 0 0 0,0 1 0 0 0,0 0 0 0 0,0 0 0 0 0,0 0 0 0 0,0-1 0 0 0,0 1 1 0 0,0 0-1 0 0,1 0 0 0 0,-1 0 0 0 0,0 0 0 0 0,0 0 0 0 0,0-1 0 0 0,0 1 0 0 0,1 0 0 0 0,-1 0 0 0 0,0 0 0 0 0,0 0 0 0 0,0 0 1 0 0,1 0-1 0 0,-1 0 0 0 0,0 0 0 0 0,0-1 0 0 0,1 1 0 0 0,0-1-21 0 0,-5-2 15 0 0,2 2 35 0 0,0 0-54 0 0,1 0 27 0 0,-1 0 0 0 0,0 0 0 0 0,0 0 1 0 0,0 0-1 0 0,0 0 0 0 0,-1 1 0 0 0,1-1 1 0 0,0 1-1 0 0,0-1 0 0 0,-3 1 1 0 0,-3-2-18 0 0,-51-11-29 0 0,57 13 114 0 0,-2-1 738 0 0,1 1 18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1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467 217 640 0 0,'4'-5'798'0'0,"0"0"-1"0"0,0 0 1 0 0,0-1-1 0 0,-1 1 1 0 0,1-1-1 0 0,-1 0 1 0 0,-1 0-1 0 0,1 0 1 0 0,-1-1 0 0 0,0 1-1 0 0,0-1 1 0 0,1-11-1 0 0,-3 13-574 0 0,0-1 1 0 0,-1 1-1 0 0,1 0 0 0 0,-1-1 0 0 0,0 1 0 0 0,0 0 1 0 0,-1 0-1 0 0,0 0 0 0 0,0 0 0 0 0,0 0 0 0 0,0 0 1 0 0,-1 0-1 0 0,0 1 0 0 0,0-1 0 0 0,0 1 0 0 0,-5-6 1 0 0,4 6-126 0 0,-1 0 0 0 0,1 1 1 0 0,-1-1-1 0 0,1 1 0 0 0,-1 0 1 0 0,0 1-1 0 0,0-1 0 0 0,-1 1 1 0 0,1 0-1 0 0,0 0 0 0 0,-1 0 0 0 0,1 1 1 0 0,-1 0-1 0 0,0 0 0 0 0,1 0 1 0 0,-1 1-1 0 0,0 0 0 0 0,1 0 1 0 0,-1 0-1 0 0,-10 3 0 0 0,-2 0 99 0 0,1 1 0 0 0,0 0 0 0 0,0 2 1 0 0,0 0-1 0 0,-22 11 0 0 0,16-5-50 0 0,1 1 0 0 0,0 0 1 0 0,1 2-1 0 0,1 0 0 0 0,-27 27 0 0 0,40-36-122 0 0,0 1 0 0 0,1 0 0 0 0,0 0 0 0 0,0 1 0 0 0,1 0 0 0 0,0 0 0 0 0,0 0 0 0 0,1 1 0 0 0,0-1 0 0 0,1 1-1 0 0,-1 0 1 0 0,2 0 0 0 0,-1 0 0 0 0,1 1 0 0 0,1-1 0 0 0,0 0 0 0 0,0 20 0 0 0,2-23-13 0 0,0 1 0 0 0,1-1 0 0 0,0 1 1 0 0,0-1-1 0 0,0 0 0 0 0,1 0 0 0 0,0 0 1 0 0,0 0-1 0 0,0 0 0 0 0,1 0 0 0 0,0-1 1 0 0,0 0-1 0 0,0 0 0 0 0,1 0 0 0 0,0 0 1 0 0,0-1-1 0 0,0 0 0 0 0,0 0 0 0 0,1 0 1 0 0,-1 0-1 0 0,1-1 0 0 0,11 4 0 0 0,-10-4-9 0 0,0 0 0 0 0,1 0 0 0 0,-1-1-1 0 0,1 0 1 0 0,-1-1 0 0 0,1 0 0 0 0,0 0-1 0 0,-1 0 1 0 0,1-1 0 0 0,0 0 0 0 0,0-1-1 0 0,0 0 1 0 0,-1 0 0 0 0,1 0 0 0 0,-1-1-1 0 0,1 0 1 0 0,-1-1 0 0 0,0 0 0 0 0,9-4-1 0 0,2-5-4 0 0,-1 0-1 0 0,0-1 1 0 0,-1-1-1 0 0,-1-1 0 0 0,19-21 1 0 0,62-90-25 0 0,-52 65-8 0 0,-44 61 34 0 0,0-1-1 0 0,0 1 1 0 0,0 0-1 0 0,0 0 1 0 0,0-1 0 0 0,0 1-1 0 0,1 0 1 0 0,-1-1-1 0 0,0 1 1 0 0,0 0-1 0 0,0 0 1 0 0,1 0 0 0 0,-1-1-1 0 0,0 1 1 0 0,0 0-1 0 0,0 0 1 0 0,1-1 0 0 0,-1 1-1 0 0,0 0 1 0 0,0 0-1 0 0,1 0 1 0 0,-1 0-1 0 0,0 0 1 0 0,1 0 0 0 0,-1-1-1 0 0,0 1 1 0 0,0 0-1 0 0,1 0 1 0 0,-1 0-1 0 0,0 0 1 0 0,1 0 0 0 0,-1 0-1 0 0,0 0 1 0 0,1 0-1 0 0,-1 0 1 0 0,2 12-4 0 0,-7 14 43 0 0,-15 40-2 0 0,12-43-466 0 0,1 0-1 0 0,1 0 0 0 0,1 0 0 0 0,-3 44 1 0 0,9-52-1528 0 0,2-8-205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73 372 0 0,'10'-9'1754'0'0,"-4"3"-983"0"0,-1 1 0 0 0,1 0 0 0 0,-1 0 0 0 0,1 1 0 0 0,1 0-1 0 0,-1 0 1 0 0,1 0 0 0 0,-1 1 0 0 0,1-1 0 0 0,13-3 0 0 0,-17 7-566 0 0,0 0 1 0 0,-1 0-1 0 0,1 0 1 0 0,0 0-1 0 0,0 1 1 0 0,0-1-1 0 0,-1 1 1 0 0,1 0-1 0 0,0 0 1 0 0,-1 0-1 0 0,1 0 1 0 0,0 0-1 0 0,-1 0 1 0 0,1 1-1 0 0,-1-1 1 0 0,0 1-1 0 0,0 0 1 0 0,1 0-1 0 0,-1 0 1 0 0,0 0-1 0 0,0 0 1 0 0,-1 0-1 0 0,1 0 1 0 0,0 0-1 0 0,-1 1 1 0 0,0-1-1 0 0,1 1 1 0 0,-1-1-1 0 0,1 5 1 0 0,2 2 140 0 0,-1 0 1 0 0,0 1 0 0 0,-1-1 0 0 0,0 1 0 0 0,0-1-1 0 0,-1 1 1 0 0,0 10 0 0 0,-1-9-238 0 0,0-1 1 0 0,-1 1-1 0 0,-1-1 0 0 0,0 1 1 0 0,0-1-1 0 0,-1 0 0 0 0,0 0 1 0 0,0 0-1 0 0,-1 0 0 0 0,-1-1 0 0 0,0 1 1 0 0,0-1-1 0 0,-1 0 0 0 0,0-1 1 0 0,0 1-1 0 0,-15 14 0 0 0,19-22-97 0 0,1-1-1 0 0,0 1 0 0 0,-1 0 1 0 0,1 0-1 0 0,0 0 0 0 0,-1-1 1 0 0,1 1-1 0 0,-1-1 1 0 0,1 1-1 0 0,-1-1 0 0 0,0 0 1 0 0,1 1-1 0 0,-1-1 0 0 0,1 0 1 0 0,-1 0-1 0 0,-2 0 0 0 0,3 0-16 0 0,0-1 7 0 0,0 1-1 0 0,1 0 1 0 0,-1-1 0 0 0,1 1 0 0 0,-1 0 0 0 0,1-1 0 0 0,-1 1 0 0 0,1-1 0 0 0,-1 1 0 0 0,1-1 0 0 0,0 1 0 0 0,-1-1 0 0 0,1 1-1 0 0,0-1 1 0 0,-1 1 0 0 0,1-1 0 0 0,0 1 0 0 0,0-1 0 0 0,-1 1 0 0 0,1-1 0 0 0,0 0 0 0 0,0 1 0 0 0,0-1 0 0 0,0 0 0 0 0,0 1-1 0 0,0-1 1 0 0,0 1 0 0 0,0-1 0 0 0,0 0 0 0 0,0 1 0 0 0,0-1 0 0 0,0 0 0 0 0,0 1 0 0 0,1-1 0 0 0,-1 0 0 0 0,5-22 26 0 0,3 2-14 0 0,0 1 0 0 0,2 0 0 0 0,0 1 0 0 0,1 0-1 0 0,1 1 1 0 0,0 0 0 0 0,2 1 0 0 0,25-26 0 0 0,-29 34-20 0 0,-1 0 1 0 0,1 0-1 0 0,1 1 1 0 0,0 0 0 0 0,0 1-1 0 0,0 1 1 0 0,1 0-1 0 0,0 0 1 0 0,0 1-1 0 0,0 0 1 0 0,1 1-1 0 0,-1 1 1 0 0,1 0-1 0 0,0 0 1 0 0,20 0-1 0 0,-28 3 9 0 0,0 0-1 0 0,0 1 1 0 0,0-1 0 0 0,0 1-1 0 0,0 0 1 0 0,0 1-1 0 0,0-1 1 0 0,-1 1 0 0 0,1 0-1 0 0,-1 0 1 0 0,1 0-1 0 0,-1 1 1 0 0,0-1-1 0 0,0 1 1 0 0,0 0 0 0 0,7 7-1 0 0,-8-7 6 0 0,-1 0 0 0 0,0 0 0 0 0,0 0 0 0 0,0 0 0 0 0,0 1 0 0 0,0-1 0 0 0,-1 1 0 0 0,1-1 0 0 0,-1 1 0 0 0,0 0 0 0 0,0-1 0 0 0,0 1 0 0 0,-1 0 0 0 0,1 0 0 0 0,-1 0 0 0 0,0-1 0 0 0,0 1 0 0 0,0 0 0 0 0,-1 0 0 0 0,1 0 0 0 0,-1 0 0 0 0,-2 4 0 0 0,-1 4 4 0 0,-1 0 1 0 0,-1 0 0 0 0,0 0 0 0 0,-11 14 0 0 0,11-16-503 0 0,-1 0 0 0 0,1 1 1 0 0,1 0-1 0 0,-9 22 0 0 0,14-30 103 0 0,0-1-1 0 0,0 1 0 0 0,0-1 0 0 0,0 0 1 0 0,0 1-1 0 0,0-1 0 0 0,0 1 0 0 0,1-1 0 0 0,-1 1 1 0 0,1-1-1 0 0,0 0 0 0 0,0 1 0 0 0,0-1 1 0 0,0 0-1 0 0,0 0 0 0 0,0 0 0 0 0,1 0 0 0 0,-1 0 1 0 0,1 0-1 0 0,-1 0 0 0 0,1 0 0 0 0,0 0 1 0 0,0-1-1 0 0,0 1 0 0 0,0-1 0 0 0,0 1 0 0 0,0-1 1 0 0,0 0-1 0 0,0 0 0 0 0,4 2 0 0 0,12 4-4755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2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267 837 1460 0 0,'30'-25'3642'0'0,"46"-48"-1"0"0,-66 61-2516 0 0,1 0 0 0 0,-2-1 0 0 0,0 0 1 0 0,0-1-1 0 0,-1 0 0 0 0,11-29 0 0 0,-18 40-969 0 0,0 0 1 0 0,0 0-1 0 0,0 0 0 0 0,0-1 1 0 0,-1 1-1 0 0,0 0 0 0 0,0 0 1 0 0,0 0-1 0 0,0 0 0 0 0,0-1 1 0 0,0 1-1 0 0,-1 0 1 0 0,1 0-1 0 0,-1 0 0 0 0,0 0 1 0 0,0 0-1 0 0,-2-3 0 0 0,2 4-76 0 0,0 0 0 0 0,-1 0-1 0 0,1 0 1 0 0,-1 1 0 0 0,1-1-1 0 0,-1 1 1 0 0,0-1 0 0 0,0 1-1 0 0,1-1 1 0 0,-1 1 0 0 0,0 0-1 0 0,0 0 1 0 0,0 0-1 0 0,0 0 1 0 0,-1 0 0 0 0,1 0-1 0 0,0 1 1 0 0,0-1 0 0 0,-1 1-1 0 0,1 0 1 0 0,0-1 0 0 0,0 1-1 0 0,-1 0 1 0 0,-3 1 0 0 0,-11 0 93 0 0,0 2 0 0 0,0 0 1 0 0,0 1-1 0 0,0 0 0 0 0,0 2 1 0 0,1 0-1 0 0,0 1 0 0 0,-22 12 1 0 0,9-2-80 0 0,1 2 0 0 0,1 0 0 0 0,-36 34 0 0 0,35-24-46 0 0,20-18-37 0 0,-1 0 1 0 0,-8 17-1 0 0,15-25-4 0 0,0 0-1 0 0,1 0 1 0 0,-1 0 0 0 0,1 0 0 0 0,0 0 0 0 0,0 0 0 0 0,0 1-1 0 0,0-1 1 0 0,1 0 0 0 0,0 1 0 0 0,-1-1 0 0 0,1 1 0 0 0,0-1-1 0 0,0 0 1 0 0,1 1 0 0 0,-1-1 0 0 0,1 1 0 0 0,0-1-1 0 0,0 0 1 0 0,0 0 0 0 0,1 4 0 0 0,0-4-3 0 0,0 0-1 0 0,0-1 1 0 0,0 1 0 0 0,1 0-1 0 0,-1-1 1 0 0,1 0 0 0 0,-1 1-1 0 0,1-1 1 0 0,0 0 0 0 0,0-1-1 0 0,0 1 1 0 0,0 0 0 0 0,0-1-1 0 0,0 0 1 0 0,0 1 0 0 0,1-1-1 0 0,-1-1 1 0 0,0 1-1 0 0,1 0 1 0 0,-1-1 0 0 0,4 1-1 0 0,4-1 12 0 0,0 0 0 0 0,0-1 0 0 0,-1 0 0 0 0,1-1 0 0 0,-1 0-1 0 0,1-1 1 0 0,-1 0 0 0 0,0 0 0 0 0,0-1 0 0 0,19-10 0 0 0,-6 0 2 0 0,0 0 1 0 0,-2-1 0 0 0,26-23 0 0 0,-9 3-135 0 0,-3-1 0 0 0,-1-2 0 0 0,52-75 1 0 0,65-140-352 0 0,-151 252 467 0 0,63-123-90 0 0,-56 107 83 0 0,-1 0 0 0 0,0 0-1 0 0,-1 0 1 0 0,-1 0 0 0 0,3-32 0 0 0,-7 47 9 0 0,0 0 0 0 0,1 1 0 0 0,-1-1 1 0 0,0 1-1 0 0,0-1 0 0 0,0 0 0 0 0,-1 1 0 0 0,1-1 0 0 0,0 1 0 0 0,-1-1 0 0 0,1 1 0 0 0,-1-1 0 0 0,1 1 1 0 0,-1-1-1 0 0,0 1 0 0 0,1-1 0 0 0,-1 1 0 0 0,0 0 0 0 0,0-1 0 0 0,-2-1 0 0 0,2 2-2 0 0,0 1-1 0 0,-1-1 1 0 0,1 1 0 0 0,0-1-1 0 0,-1 1 1 0 0,1 0-1 0 0,0-1 1 0 0,-1 1 0 0 0,1 0-1 0 0,0 0 1 0 0,-1 0-1 0 0,1 0 1 0 0,-1 0-1 0 0,1 0 1 0 0,0 0 0 0 0,-1 0-1 0 0,1 1 1 0 0,-3 0-1 0 0,-2 2 11 0 0,-1-1-1 0 0,1 1 0 0 0,0 1 0 0 0,0-1 0 0 0,0 1 1 0 0,0 0-1 0 0,1 1 0 0 0,-7 5 0 0 0,-5 10 105 0 0,2 0 0 0 0,0 0 1 0 0,1 1-1 0 0,1 1 0 0 0,1 1 0 0 0,1 0 0 0 0,1 0 1 0 0,-10 32-1 0 0,5 0 46 0 0,2 1 1 0 0,-10 92 0 0 0,15-61-437 0 0,5 1 0 0 0,8 108 0 0 0,8-74-4090 0 0,7 0-5240 0 0,-15-86 2416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3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867 97 888 0 0,'4'-12'1763'0'0,"1"0"0"0"0,0 0 1 0 0,0 0-1 0 0,1 1 0 0 0,1 0 0 0 0,11-15 874 0 0,-17 26-2496 0 0,0 0 1 0 0,0 0-1 0 0,-1 0 1 0 0,1 0-1 0 0,0 0 0 0 0,0 0 1 0 0,0 0-1 0 0,0 0 1 0 0,0 0-1 0 0,-1 1 1 0 0,1-1-1 0 0,0 0 0 0 0,0 1 1 0 0,0-1-1 0 0,-1 1 1 0 0,1-1-1 0 0,1 1 1 0 0,1 5 170 0 0,0 1 0 0 0,0-1 1 0 0,0 0-1 0 0,-1 1 0 0 0,0-1 1 0 0,0 1-1 0 0,0 0 0 0 0,-1 0 1 0 0,1 12-1 0 0,-2 71 1009 0 0,-2-61-1078 0 0,-9 157 462 0 0,-2 36-420 0 0,13-193-253 0 0,0 30 166 0 0,1-57-186 0 0,-1-2-20 0 0,1 0 7 0 0,-1-1 1 0 0,0 1-1 0 0,1 0 0 0 0,-1-1 1 0 0,1 1-1 0 0,-1 0 1 0 0,0-1-1 0 0,1 1 0 0 0,-1 0 1 0 0,0-1-1 0 0,0 1 1 0 0,1-1-1 0 0,-1 1 0 0 0,0 0 1 0 0,0-1-1 0 0,0 1 1 0 0,1-1-1 0 0,-1 1 0 0 0,0-1 1 0 0,0 1-1 0 0,0-1 1 0 0,0 1-1 0 0,0-1 0 0 0,0 1 1 0 0,0-1-1 0 0,0 1 1 0 0,0-1-1 0 0,0 1 0 0 0,0-1 1 0 0,-1 0-1 0 0,-1-20-15 0 0,2 18 23 0 0,-1-5-6 0 0,-1 0 0 0 0,1 0 0 0 0,-1 0 0 0 0,-1 0 0 0 0,1 0 1 0 0,-1 1-1 0 0,-1-1 0 0 0,-6-10 0 0 0,8 15-2 0 0,0 1-1 0 0,0-1 1 0 0,0 1 0 0 0,0 0 0 0 0,-1-1-1 0 0,1 1 1 0 0,-1 1 0 0 0,1-1 0 0 0,-1 0-1 0 0,0 1 1 0 0,0-1 0 0 0,0 1 0 0 0,0 0-1 0 0,0 0 1 0 0,0 0 0 0 0,0 0-1 0 0,0 0 1 0 0,0 1 0 0 0,-1-1 0 0 0,1 1-1 0 0,0 0 1 0 0,0 0 0 0 0,-1 0 0 0 0,-5 2-1 0 0,-24 4 2 0 0,0 1 0 0 0,-52 19 0 0 0,-64 33 28 0 0,80-30-4 0 0,-39 15-62 0 0,-195 77-58 0 0,266-106-353 0 0,25-10-2709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4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56 1288 0 0,'10'-54'15147'0'0,"-10"53"-15061"0"0,1 1 0 0 0,-1 0 0 0 0,0 0 1 0 0,0 0-1 0 0,0 0 0 0 0,1 0 0 0 0,10 9 649 0 0,-1 1-1 0 0,0 0 0 0 0,17 21 1 0 0,-15-16-434 0 0,27 26 1 0 0,193 168 272 0 0,-196-174-416 0 0,-35-34-161 0 0,-1-1 4 0 0,0 0-1 0 0,0 0 1 0 0,0 1 0 0 0,0-1 0 0 0,0 0-1 0 0,0 0 1 0 0,0 0 0 0 0,0 0-1 0 0,0 0 1 0 0,0 1 0 0 0,0-1 0 0 0,0 0-1 0 0,0 0 1 0 0,0 0 0 0 0,0 0-1 0 0,0 1 1 0 0,0-1 0 0 0,0 0-1 0 0,0 0 1 0 0,0 0 0 0 0,0 0 0 0 0,0 0-1 0 0,0 1 1 0 0,0-1 0 0 0,0 0-1 0 0,0 0 1 0 0,0 0 0 0 0,0 0 0 0 0,-1 0-1 0 0,1 0 1 0 0,0 1 0 0 0,0-1-1 0 0,0 0 1 0 0,0 0 0 0 0,0 0 0 0 0,0 0-1 0 0,0 0 1 0 0,-1 0 0 0 0,1 0-1 0 0,0 0 1 0 0,0 0 0 0 0,0 0 0 0 0,0 1-1 0 0,0-1 1 0 0,-1 0 0 0 0,1 0-1 0 0,0 0 1 0 0,0 0 0 0 0,-11 6 10 0 0,8-5-12 0 0,-170 35 693 0 0,7-1 61 0 0,113-22-616 0 0,11-4-78 0 0,1 2 0 0 0,0 1-1 0 0,-74 35 1 0 0,112-45-249 0 0,-1-1 0 0 0,1 1 0 0 0,0 1-1 0 0,0-1 1 0 0,0 0 0 0 0,0 1 0 0 0,0 0 0 0 0,1-1-1 0 0,-1 1 1 0 0,1 0 0 0 0,0 0 0 0 0,-3 5 0 0 0,5-7 3 0 0,-1 0 1 0 0,1 0-1 0 0,-1 0 1 0 0,1 0 0 0 0,0 1-1 0 0,0-1 1 0 0,0 0-1 0 0,0 0 1 0 0,0 0 0 0 0,0 0-1 0 0,0 0 1 0 0,0 0-1 0 0,0 1 1 0 0,0-1 0 0 0,0 0-1 0 0,1 0 1 0 0,0 2-1 0 0,0-1-105 0 0,0-1 0 0 0,0 1 0 0 0,0-1-1 0 0,1 1 1 0 0,-1-1 0 0 0,0 1-1 0 0,1-1 1 0 0,-1 0 0 0 0,1 0 0 0 0,0 0-1 0 0,-1 0 1 0 0,1 0 0 0 0,3 1 0 0 0,11 5-4036 0 0,1-2-2191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4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7 392 0 0,'30'-7'16057'0'0,"-36"7"-15471"0"0,-1 0 1 0 0,0 0-1 0 0,1 1 0 0 0,-1 0 1 0 0,1 0-1 0 0,-1 1 1 0 0,-11 4-1 0 0,-49 22 1074 0 0,47-19-1259 0 0,-38 18 292 0 0,-61 39-1 0 0,10 10-2715 0 0,100-64-1882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4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250 269 2240 0 0,'9'-8'1563'0'0,"-1"-1"0"0"0,-1 0 1 0 0,9-14-1 0 0,-13 19-890 0 0,-1 0 1 0 0,1 0 0 0 0,-1-1 0 0 0,-1 1-1 0 0,1-1 1 0 0,0 1 0 0 0,-1-1-1 0 0,0 0 1 0 0,0 1 0 0 0,0-8-1 0 0,-1 11-561 0 0,0 1 0 0 0,0-1 0 0 0,0 0 0 0 0,0 1 0 0 0,0-1 0 0 0,0 0 0 0 0,0 1 0 0 0,0-1 0 0 0,-1 0 0 0 0,1 1 0 0 0,0-1 0 0 0,0 0 0 0 0,-1 1 0 0 0,1-1 0 0 0,0 1 1 0 0,-1-1-1 0 0,1 0 0 0 0,0 1 0 0 0,-1-1 0 0 0,1 1 0 0 0,-1-1 0 0 0,1 1 0 0 0,-1 0 0 0 0,1-1 0 0 0,-1 1 0 0 0,0-1 0 0 0,0 1 0 0 0,-1-1 25 0 0,1 1 0 0 0,-1 0 1 0 0,1-1-1 0 0,-1 1 1 0 0,1 0-1 0 0,-1 0 0 0 0,1 0 1 0 0,-1 1-1 0 0,1-1 1 0 0,-1 0-1 0 0,-2 1 0 0 0,-2 1 180 0 0,0 0-1 0 0,0 1 0 0 0,1 0 1 0 0,-9 4-1 0 0,-10 12 73 0 0,2 1 0 0 0,-1 1 0 0 0,2 1 1 0 0,1 1-1 0 0,1 0 0 0 0,1 1 0 0 0,-23 43 0 0 0,33-55-340 0 0,1 2 0 0 0,0-1 1 0 0,1 1-1 0 0,1 0 0 0 0,0 0 0 0 0,1 0 1 0 0,0 1-1 0 0,1 0 0 0 0,-1 22 0 0 0,4-31-34 0 0,0 0 0 0 0,0 0 0 0 0,1 1 0 0 0,-1-1 0 0 0,2 0 0 0 0,-1 0 0 0 0,0 0 0 0 0,1-1 0 0 0,0 1-1 0 0,1 0 1 0 0,-1-1 0 0 0,1 1 0 0 0,0-1 0 0 0,1 0 0 0 0,-1 0 0 0 0,1 0 0 0 0,0 0 0 0 0,0-1 0 0 0,0 1 0 0 0,1-1 0 0 0,0 0-1 0 0,-1-1 1 0 0,1 1 0 0 0,1-1 0 0 0,8 5 0 0 0,0-2-2 0 0,0-1 1 0 0,1 0-1 0 0,0-1 0 0 0,0-1 0 0 0,0 0 0 0 0,0-1 1 0 0,0-1-1 0 0,0 0 0 0 0,1-1 0 0 0,-1 0 1 0 0,0-2-1 0 0,1 0 0 0 0,-1 0 0 0 0,22-7 0 0 0,-16 2-24 0 0,-1 1 0 0 0,1-2 0 0 0,-1-1 0 0 0,-1-1 0 0 0,0 0 0 0 0,0-1 0 0 0,-1-1 0 0 0,0-1 0 0 0,26-25 0 0 0,-27 20 6 0 0,0-1 0 0 0,-2-1 0 0 0,0 0 0 0 0,-1-1 0 0 0,-1-1 0 0 0,18-41 1 0 0,-24 48-2 0 0,-2 0 0 0 0,0-1 0 0 0,0 0 0 0 0,-2 0 0 0 0,0 0 0 0 0,0 0 0 0 0,-2 0 0 0 0,0-1 0 0 0,-1 1 0 0 0,0-1 0 0 0,-5-23 0 0 0,3 31 8 0 0,0 0 1 0 0,0 0-1 0 0,-1 1 0 0 0,-1-1 0 0 0,1 1 0 0 0,-1-1 1 0 0,-1 1-1 0 0,0 0 0 0 0,0 1 0 0 0,0-1 1 0 0,-1 1-1 0 0,0 0 0 0 0,0 0 0 0 0,-1 1 1 0 0,0 0-1 0 0,0 0 0 0 0,-1 1 0 0 0,1 0 1 0 0,-1 0-1 0 0,0 0 0 0 0,-1 1 0 0 0,1 1 0 0 0,-1-1 1 0 0,1 1-1 0 0,-1 1 0 0 0,0-1 0 0 0,0 2 1 0 0,0-1-1 0 0,0 1 0 0 0,-1 1 0 0 0,1-1 1 0 0,0 2-1 0 0,0-1 0 0 0,0 1 0 0 0,0 1 1 0 0,0-1-1 0 0,0 2 0 0 0,0-1 0 0 0,-13 6 0 0 0,6 0-202 0 0,0 0-1 0 0,1 1 1 0 0,0 1 0 0 0,1 0-1 0 0,0 1 1 0 0,0 0-1 0 0,1 1 1 0 0,1 1-1 0 0,0 0 1 0 0,-19 26-1 0 0,15-14-1869 0 0,-25 49-1 0 0,-2 33-6456 0 0,25-54-530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95 2264 0 0,'0'-25'2738'0'0,"-1"7"449"0"0,4-32-1 0 0,-3 48-2620 0 0,2 4-9 0 0,-1 2-427 0 0,1-1 0 0 0,0 1-1 0 0,-1 0 1 0 0,0-1 0 0 0,0 1-1 0 0,0 0 1 0 0,0 0 0 0 0,-1 0-1 0 0,1 0 1 0 0,-1 0-1 0 0,0 0 1 0 0,0 0 0 0 0,0 0-1 0 0,-1 0 1 0 0,0 0 0 0 0,1 0-1 0 0,-3 4 1 0 0,-2 12 83 0 0,-1-1 1 0 0,-9 20-1 0 0,-5 5-1104 0 0,-46 77 1 0 0,-5-20-5460 0 0,38-62 1413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19 556 2828 0 0,'0'17'5349'0'0,"-1"3"-2146"0"0,-7 37-1 0 0,4-33-1857 0 0,-1 28-1 0 0,4-44-1178 0 0,1-1-1 0 0,1 1 1 0 0,0-1 0 0 0,0 0-1 0 0,0 1 1 0 0,1-1 0 0 0,0 0 0 0 0,3 8-1 0 0,-4-12-130 0 0,0-1 0 0 0,0 0 0 0 0,1 1 0 0 0,-1-1 0 0 0,1 0 0 0 0,-1 0 0 0 0,1 0 0 0 0,0 0 1 0 0,0 0-1 0 0,0-1 0 0 0,0 1 0 0 0,0-1 0 0 0,0 1 0 0 0,1-1 0 0 0,-1 0 0 0 0,4 2 0 0 0,-1-1-2 0 0,0-1 0 0 0,0 1 1 0 0,0-1-1 0 0,1-1 0 0 0,-1 1 0 0 0,0-1 1 0 0,9 0-1 0 0,5-2 0 0 0,0 0 0 0 0,-1-2-1 0 0,27-8 1 0 0,-25 6-24 0 0,0-2-1 0 0,0 0 1 0 0,-1-1-1 0 0,0-1 1 0 0,0-1-1 0 0,-1-1 1 0 0,24-20-1 0 0,-19 11-4 0 0,0 0 0 0 0,-2-2 0 0 0,-1 0-1 0 0,27-43 1 0 0,-13 9-5 0 0,-3-1 0 0 0,-2-2-1 0 0,-3-1 1 0 0,22-75 0 0 0,-37 101-23 0 0,-1 10 231 0 0,-2-1 1 0 0,-1-1-1 0 0,5-40 0 0 0,-12 66-194 0 0,0 0 0 0 0,1 1 0 0 0,-1-1 0 0 0,0 0 0 0 0,0 1 0 0 0,0-1 0 0 0,0 0 0 0 0,0 1 0 0 0,0-1 0 0 0,0 0 0 0 0,-1 0 0 0 0,1 1 0 0 0,0-1 0 0 0,0 0 0 0 0,0 1 0 0 0,-1-1 0 0 0,1 0 0 0 0,0 1 0 0 0,-1-1 0 0 0,1 1 1 0 0,-1-1-1 0 0,1 0 0 0 0,-1 0 0 0 0,0 1-1 0 0,1 0 1 0 0,-1 0 0 0 0,0 0-1 0 0,1 0 1 0 0,-1 0 0 0 0,0 0-1 0 0,1 0 1 0 0,-1 0 0 0 0,0 0-1 0 0,1 1 1 0 0,-1-1 0 0 0,1 0-1 0 0,-1 0 1 0 0,1 0 0 0 0,-1 1-1 0 0,0-1 1 0 0,1 0 0 0 0,-1 1-1 0 0,1-1 1 0 0,-1 1-1 0 0,-27 28 370 0 0,6 1-192 0 0,2 0 0 0 0,-23 47 1 0 0,-26 73 85 0 0,42-88-189 0 0,-78 203 237 0 0,93-226-470 0 0,1 0 0 0 0,3 1 1 0 0,1 1-1 0 0,-3 79 1 0 0,10-109-349 0 0,0 0-1 0 0,1 1 1 0 0,0-1 0 0 0,1 0 0 0 0,4 13 0 0 0,-5-20-8 0 0,1 0 0 0 0,0 1 0 0 0,0-1 0 0 0,0 0 0 0 0,1 0 0 0 0,3 5 0 0 0,-4-7-180 0 0,1 1 0 0 0,-1 0 0 0 0,1-1 0 0 0,-1 0 0 0 0,1 0 0 0 0,0 0 0 0 0,0 0 0 0 0,0 0 0 0 0,5 1-1 0 0,7 3-5744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7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284 331 2120 0 0,'-23'-12'1740'0'0,"-1"1"-1"0"0,0 1 1 0 0,0 1-1 0 0,-1 1 1 0 0,0 1-1 0 0,-50-6 1 0 0,72 12-1644 0 0,0 0 1 0 0,1 1 0 0 0,-1-1 0 0 0,0 1-1 0 0,1 0 1 0 0,-1 0 0 0 0,0 0 0 0 0,0 0-1 0 0,1 1 1 0 0,-1-1 0 0 0,0 1-1 0 0,1-1 1 0 0,-1 1 0 0 0,1 0 0 0 0,-1 0-1 0 0,0 0 1 0 0,1 0 0 0 0,0 1 0 0 0,-1-1-1 0 0,1 1 1 0 0,-3 2 0 0 0,4-4-84 0 0,1 1 1 0 0,0-1-1 0 0,0 0 0 0 0,-1 1 1 0 0,1-1-1 0 0,0 0 0 0 0,0 1 1 0 0,0-1-1 0 0,-1 1 1 0 0,1-1-1 0 0,0 1 0 0 0,0-1 1 0 0,0 0-1 0 0,0 1 0 0 0,0-1 1 0 0,0 1-1 0 0,0-1 1 0 0,0 1-1 0 0,0-1 0 0 0,0 0 1 0 0,0 1-1 0 0,0-1 0 0 0,0 1 1 0 0,1-1-1 0 0,-1 1 1 0 0,0-1-1 0 0,0 0 0 0 0,0 1 1 0 0,0-1-1 0 0,1 1 0 0 0,-1-1 1 0 0,0 0-1 0 0,1 1 1 0 0,-1-1-1 0 0,0 0 0 0 0,0 1 1 0 0,1-1-1 0 0,-1 0 0 0 0,1 0 1 0 0,-1 1-1 0 0,1-1 1 0 0,16 8 169 0 0,-3-4-117 0 0,0-1 0 0 0,0 0 0 0 0,1-1 0 0 0,28 0 0 0 0,63-7 17 0 0,-79 3-61 0 0,248-25 70 0 0,-217 18-238 0 0,-1-2 0 0 0,95-33-1 0 0,-136 38 85 0 0,0-1 0 0 0,-1 0 1 0 0,0-1-1 0 0,0-1 0 0 0,18-14 0 0 0,-27 18 40 0 0,1-1 1 0 0,-1 1-1 0 0,-1-1 0 0 0,1 0 1 0 0,-1-1-1 0 0,0 1 0 0 0,0-1 1 0 0,-1 0-1 0 0,0 0 0 0 0,0-1 1 0 0,-1 1-1 0 0,5-15 1 0 0,-7 20 26 0 0,-1 1 1 0 0,1-1 0 0 0,-1 0 0 0 0,0 0 0 0 0,1 1 0 0 0,-1-1 0 0 0,0 0 0 0 0,0 0 0 0 0,0 1-1 0 0,-1-1 1 0 0,1 0 0 0 0,0 0 0 0 0,0 1 0 0 0,-1-1 0 0 0,0 0 0 0 0,1 1 0 0 0,-1-1-1 0 0,0 0 1 0 0,1 1 0 0 0,-1-1 0 0 0,0 1 0 0 0,0-1 0 0 0,0 1 0 0 0,-1 0 0 0 0,1-1 0 0 0,0 1-1 0 0,0 0 1 0 0,-1 0 0 0 0,1 0 0 0 0,-1 0 0 0 0,-1-1 0 0 0,1 1 15 0 0,-1 0 0 0 0,1 0 0 0 0,-1 1 1 0 0,1-1-1 0 0,0 1 0 0 0,-1 0 0 0 0,1-1 0 0 0,-1 1 0 0 0,1 0 1 0 0,-1 0-1 0 0,1 1 0 0 0,-1-1 0 0 0,1 1 0 0 0,-1-1 1 0 0,1 1-1 0 0,0 0 0 0 0,-1-1 0 0 0,1 1 0 0 0,0 1 0 0 0,0-1 1 0 0,0 0-1 0 0,-3 2 0 0 0,-6 6 65 0 0,1 0 1 0 0,0 1-1 0 0,0 0 1 0 0,1 1-1 0 0,0-1 1 0 0,1 2-1 0 0,0 0 1 0 0,-10 20-1 0 0,-43 110 535 0 0,48-108-501 0 0,-86 298 617 0 0,57-176-532 0 0,29-112-76 0 0,9-28-61 0 0,6-24-44 0 0,9-23-44 0 0,1 1 1 0 0,1 1 0 0 0,2 0 0 0 0,21-32-1 0 0,-26 46 9 0 0,0 1-1 0 0,0 1 0 0 0,1-1 0 0 0,1 2 0 0 0,0 0 0 0 0,28-21 0 0 0,-33 28 10 0 0,0 1-1 0 0,0 0 1 0 0,1 0 0 0 0,-1 0 0 0 0,1 1-1 0 0,0 1 1 0 0,10-3 0 0 0,-13 4 4 0 0,0 0 0 0 0,0 0 0 0 0,1 1 0 0 0,-1 0 0 0 0,0 0 0 0 0,0 1 0 0 0,0-1 0 0 0,0 1 0 0 0,0 0 1 0 0,0 1-1 0 0,0-1 0 0 0,8 4 0 0 0,-9-2 14 0 0,0 0 0 0 0,0-1 0 0 0,0 2 0 0 0,0-1 0 0 0,0 0-1 0 0,-1 1 1 0 0,0-1 0 0 0,1 1 0 0 0,-1 0 0 0 0,-1 0 0 0 0,1 1 0 0 0,-1-1 0 0 0,1 0 0 0 0,-1 1 0 0 0,0 0 0 0 0,-1-1 0 0 0,1 1 0 0 0,-1 0 0 0 0,0 0 0 0 0,0 0 0 0 0,0 9 0 0 0,0 5 123 0 0,-1 1 1 0 0,0-1-1 0 0,-2 0 0 0 0,-4 24 1 0 0,-8 25 181 0 0,8-46-221 0 0,1 1 0 0 0,2 0 0 0 0,-3 33 0 0 0,6-54-94 0 0,0-1 1 0 0,0 1 0 0 0,1 0-1 0 0,-1-1 1 0 0,0 1-1 0 0,0-1 1 0 0,1 1 0 0 0,-1 0-1 0 0,1-1 1 0 0,-1 1 0 0 0,1-1-1 0 0,0 1 1 0 0,0-1 0 0 0,-1 0-1 0 0,1 1 1 0 0,0-1 0 0 0,0 0-1 0 0,1 1 1 0 0,-1-1-1 0 0,2 1 1 0 0,-1 0-2 0 0,0-1 0 0 0,0 0-1 0 0,1 0 1 0 0,-1 0 0 0 0,1 0 0 0 0,-1 0-1 0 0,1-1 1 0 0,-1 1 0 0 0,1-1 0 0 0,-1 1-1 0 0,5-1 1 0 0,3 0 3 0 0,0-1-1 0 0,0 0 1 0 0,0-1-1 0 0,0 0 1 0 0,15-5 0 0 0,-4-1-36 0 0,1-1-1 0 0,-1-1 1 0 0,-1-1 0 0 0,0-1 0 0 0,-1 0 0 0 0,33-29 0 0 0,-22 14-15 0 0,-2-1 0 0 0,-1-2-1 0 0,26-35 1 0 0,-42 49 25 0 0,0 0-1 0 0,14-30 0 0 0,-22 40 19 0 0,0-1 0 0 0,-1 1 0 0 0,1-1 0 0 0,-2 0 0 0 0,1 0-1 0 0,-1 0 1 0 0,1 0 0 0 0,-2 0 0 0 0,1 0 0 0 0,-2-10 0 0 0,1 15 2 0 0,0 0 1 0 0,0 1-1 0 0,0-1 0 0 0,0 1 1 0 0,-1-1-1 0 0,1 1 1 0 0,-1-1-1 0 0,1 1 0 0 0,-1-1 1 0 0,0 1-1 0 0,1-1 0 0 0,-1 1 1 0 0,0 0-1 0 0,0-1 1 0 0,0 1-1 0 0,0 0 0 0 0,0 0 1 0 0,0 0-1 0 0,0 0 0 0 0,-1 0 1 0 0,1 0-1 0 0,0 0 1 0 0,-1 0-1 0 0,1 0 0 0 0,0 1 1 0 0,-1-1-1 0 0,1 0 0 0 0,-1 1 1 0 0,1-1-1 0 0,-1 1 1 0 0,1 0-1 0 0,-1-1 0 0 0,0 1 1 0 0,1 0-1 0 0,-1 0 0 0 0,1 0 1 0 0,-1 0-1 0 0,0 0 1 0 0,1 0-1 0 0,-1 1 0 0 0,1-1 1 0 0,-1 1-1 0 0,1-1 0 0 0,-4 2 1 0 0,-3 1 39 0 0,0 0 0 0 0,1 0 0 0 0,-1 1 0 0 0,1 0 0 0 0,-1 1 0 0 0,1 0 0 0 0,-7 6 0 0 0,0 2 48 0 0,0 0 0 0 0,1 2 0 0 0,0-1 0 0 0,1 2 1 0 0,1-1-1 0 0,-13 27 0 0 0,19-34-57 0 0,1 0 0 0 0,0 1-1 0 0,1 0 1 0 0,0 0 0 0 0,0 0 0 0 0,1 0 0 0 0,0 1-1 0 0,0-1 1 0 0,1 0 0 0 0,1 1 0 0 0,0-1 0 0 0,0 1-1 0 0,0-1 1 0 0,2 1 0 0 0,1 9 0 0 0,-1-13-17 0 0,1 1 0 0 0,0-1 0 0 0,0 0 0 0 0,0 0 0 0 0,1-1 0 0 0,0 1 0 0 0,0-1 0 0 0,1 0 0 0 0,-1 0 0 0 0,1 0 0 0 0,0 0 0 0 0,0-1 0 0 0,1 0 1 0 0,-1 0-1 0 0,1-1 0 0 0,0 1 0 0 0,0-1 0 0 0,0 0 0 0 0,12 3 0 0 0,2 1-184 0 0,0-2 0 0 0,0 0 0 0 0,1-1 0 0 0,0-1 1 0 0,23 0-1 0 0,1-2-2001 0 0,65-8 1 0 0,-8-7-5320 0 0,-45 2-572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8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1176 0 0,'1'-5'645'0'0,"0"1"1"0"0,1-1-1 0 0,-1 1 0 0 0,1 0 0 0 0,0-1 1 0 0,0 1-1 0 0,1 0 0 0 0,-1 0 0 0 0,1 1 1 0 0,0-1-1 0 0,0 0 0 0 0,5-3 1 0 0,-7 5-468 0 0,1 1 0 0 0,0 0 1 0 0,0 0-1 0 0,0 0 0 0 0,0 0 1 0 0,0 0-1 0 0,0 0 0 0 0,0 1 1 0 0,0-1-1 0 0,0 1 0 0 0,1-1 1 0 0,-1 1-1 0 0,0 0 0 0 0,0 0 1 0 0,0 0-1 0 0,1 0 0 0 0,-1 0 1 0 0,0 0-1 0 0,0 1 1 0 0,0-1-1 0 0,0 1 0 0 0,0-1 1 0 0,0 1-1 0 0,0 0 0 0 0,0 0 1 0 0,0 0-1 0 0,0 0 0 0 0,3 2 1 0 0,1 2 98 0 0,0 0 0 0 0,0 0 0 0 0,-1 0 0 0 0,1 1 0 0 0,-1 0 0 0 0,-1 0 0 0 0,1 0 0 0 0,-1 1 1 0 0,0-1-1 0 0,0 1 0 0 0,5 14 0 0 0,2 9 393 0 0,10 48 1 0 0,-17-62-534 0 0,8 38 168 0 0,-8-32-220 0 0,0-1 0 0 0,2 1-1 0 0,0-1 1 0 0,2-1 0 0 0,18 38 0 0 0,-26-57-80 0 0,1 0-1 0 0,0 1 1 0 0,0-1 0 0 0,0 0 0 0 0,0 0 0 0 0,0 0-1 0 0,1 0 1 0 0,-1 0 0 0 0,0 0 0 0 0,0 0 0 0 0,1 0-1 0 0,-1 0 1 0 0,0 0 0 0 0,1-1 0 0 0,-1 1 0 0 0,1 0 0 0 0,-1-1-1 0 0,1 0 1 0 0,-1 1 0 0 0,3-1 0 0 0,-1 0-2 0 0,0 0 1 0 0,0 0-1 0 0,0-1 1 0 0,-1 1-1 0 0,1-1 1 0 0,0 0-1 0 0,-1 0 1 0 0,1 0-1 0 0,0 0 0 0 0,4-3 1 0 0,2-2 1 0 0,0 0-1 0 0,-1-1 1 0 0,0 0 0 0 0,0 0 0 0 0,8-10-1 0 0,9-15-24 0 0,-1-2-1 0 0,28-51 1 0 0,7-12-41 0 0,-57 94 59 0 0,0 0 0 0 0,0 0 0 0 0,1 1 0 0 0,-1-1 0 0 0,0 0 0 0 0,1 1 0 0 0,-1 0 0 0 0,1-1 0 0 0,0 1 0 0 0,0 0 0 0 0,0 1 0 0 0,0-1 1 0 0,0 0-1 0 0,1 1 0 0 0,-1 0 0 0 0,0-1 0 0 0,1 1 0 0 0,-1 1 0 0 0,0-1 0 0 0,6 0 0 0 0,-3 1 2 0 0,1 1-1 0 0,-1 0 1 0 0,0 0-1 0 0,1 0 1 0 0,-1 1-1 0 0,0 0 1 0 0,0 0-1 0 0,0 1 1 0 0,0 0-1 0 0,7 4 1 0 0,119 58 34 0 0,-114-57-24 0 0,0-2 0 0 0,0 0 1 0 0,1-1-1 0 0,0-1 1 0 0,32 3-1 0 0,-46-7-11 0 0,0 0 1 0 0,1 0-1 0 0,-1-1 0 0 0,0 0 0 0 0,0 1 1 0 0,1-2-1 0 0,-1 1 0 0 0,0 0 0 0 0,0-1 0 0 0,0 0 1 0 0,-1-1-1 0 0,1 1 0 0 0,0-1 0 0 0,-1 1 1 0 0,0-1-1 0 0,1-1 0 0 0,-1 1 0 0 0,0-1 0 0 0,-1 1 1 0 0,1-1-1 0 0,-1 0 0 0 0,1 0 0 0 0,-1-1 1 0 0,-1 1-1 0 0,1-1 0 0 0,0 1 0 0 0,-1-1 1 0 0,0 0-1 0 0,0 0 0 0 0,-1 0 0 0 0,1 0 0 0 0,-1 0 1 0 0,0-1-1 0 0,-1 1 0 0 0,1 0 0 0 0,-1 0 1 0 0,0-1-1 0 0,0 1 0 0 0,-1 0 0 0 0,1 0 0 0 0,-1-1 1 0 0,-3-9-1 0 0,3 13 0 0 0,1-1 0 0 0,-1 1 0 0 0,0-1 0 0 0,0 1 0 0 0,0-1 0 0 0,0 1 0 0 0,-1-1 0 0 0,1 1-1 0 0,-1 0 1 0 0,1 0 0 0 0,-1 0 0 0 0,0 0 0 0 0,0 0 0 0 0,0 0 0 0 0,0 0 0 0 0,0 0 0 0 0,0 1 0 0 0,0-1 0 0 0,-1 1 0 0 0,1 0 0 0 0,-1 0 0 0 0,1 0 0 0 0,-1 0 0 0 0,-4-1 0 0 0,2 1-1 0 0,1 1 1 0 0,-1 0-1 0 0,1 0 0 0 0,0 0 1 0 0,-1 0-1 0 0,1 1 0 0 0,0 0 1 0 0,-1 0-1 0 0,1 0 1 0 0,0 0-1 0 0,0 1 0 0 0,0 0 1 0 0,0-1-1 0 0,0 2 0 0 0,-4 2 1 0 0,-12 9 102 0 0,1 0 0 0 0,1 2 1 0 0,0 1-1 0 0,2 0 0 0 0,0 1 0 0 0,0 0 1 0 0,2 1-1 0 0,0 1 0 0 0,2 1 0 0 0,0 0 1 0 0,1 0-1 0 0,1 1 0 0 0,-10 31 0 0 0,18-45-82 0 0,0-1-1 0 0,1 1 0 0 0,0 0 1 0 0,0 0-1 0 0,0-1 0 0 0,1 1 1 0 0,1 0-1 0 0,-1 0 0 0 0,1 0 1 0 0,0-1-1 0 0,5 16 1 0 0,-4-18-11 0 0,0 0 0 0 0,1 0 0 0 0,-1 0-1 0 0,1 0 1 0 0,0 0 0 0 0,1-1 0 0 0,-1 1 0 0 0,1-1 0 0 0,0 0 0 0 0,0 0 0 0 0,0 0 0 0 0,0-1 0 0 0,1 1 0 0 0,0-1 0 0 0,-1 0 0 0 0,11 4 0 0 0,2 0-270 0 0,0-1 1 0 0,1-1-1 0 0,-1 0 0 0 0,1-1 0 0 0,0-1 0 0 0,1-1 0 0 0,-1-1 1 0 0,0 0-1 0 0,34-4 0 0 0,-31 1-1907 0 0,30-8 0 0 0,-33 5-1689 0 0,30-12-1 0 0,-30 8-1201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9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273 163 1936 0 0,'41'-163'16849'0'0,"-154"448"-11742"0"0,4-10-3416 0 0,39-36-700 0 0,63-207-910 0 0,1 0-1 0 0,2 1 1 0 0,1 0-1 0 0,1-1 1 0 0,5 53-1 0 0,-2-79-117 0 0,0 1 1 0 0,1-1-1 0 0,-1 0 0 0 0,1 1 0 0 0,1-1 1 0 0,-1 0-1 0 0,1 0 0 0 0,0 0 0 0 0,0 0 1 0 0,1-1-1 0 0,-1 1 0 0 0,1-1 0 0 0,1 0 1 0 0,-1 0-1 0 0,1-1 0 0 0,0 1 0 0 0,0-1 0 0 0,0 0 1 0 0,0 0-1 0 0,1-1 0 0 0,-1 1 0 0 0,1-1 1 0 0,9 3-1 0 0,-5-2-541 0 0,0-1 1 0 0,0 0-1 0 0,0-1 0 0 0,0 0 0 0 0,1-1 1 0 0,-1 0-1 0 0,1 0 0 0 0,-1-1 1 0 0,0-1-1 0 0,1 0 0 0 0,-1 0 1 0 0,0-1-1 0 0,1 0 0 0 0,10-4 1 0 0,-6 0-1206 0 0,0-1 0 0 0,-1 0 1 0 0,1 0-1 0 0,-1-2 1 0 0,22-16-1 0 0,-20 12-2627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8:59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72 764 0 0,'15'-13'4562'0'0,"-11"10"-3665"0"0,0-1 0 0 0,-1 1 1 0 0,1-1-1 0 0,-1 0 1 0 0,1 0-1 0 0,3-6 1 0 0,-6 9-433 0 0,-1-6 162 0 0,-1-7 298 0 0,0 13-715 0 0,-2 0-124 0 0,0 0-1 0 0,0 1 0 0 0,1-1 0 0 0,-1 1 1 0 0,0 0-1 0 0,0 0 0 0 0,0 0 1 0 0,0 0-1 0 0,-5 1 0 0 0,7-1-58 0 0,-7 2 84 0 0,0 1 1 0 0,1 0 0 0 0,-1 0 0 0 0,1 0 0 0 0,0 1-1 0 0,-1 0 1 0 0,-6 6 0 0 0,-3 2 123 0 0,-23 23 0 0 0,27-22-165 0 0,0 0 0 0 0,0 1 0 0 0,2 1 0 0 0,0 0 0 0 0,0 1 0 0 0,-12 25 0 0 0,20-35-71 0 0,0-1 0 0 0,1 0 0 0 0,0 1 0 0 0,1-1 1 0 0,-1 1-1 0 0,1 0 0 0 0,0-1 0 0 0,0 1 0 0 0,1 0 0 0 0,-1 0 0 0 0,1-1 0 0 0,1 1 0 0 0,-1 0 0 0 0,1 0 0 0 0,0 0 1 0 0,0-1-1 0 0,1 1 0 0 0,-1-1 0 0 0,1 1 0 0 0,1-1 0 0 0,-1 0 0 0 0,1 1 0 0 0,0-1 0 0 0,0-1 0 0 0,5 7 1 0 0,-1-3-274 0 0,0-1 0 0 0,0 0 1 0 0,1-1-1 0 0,-1 0 1 0 0,2 0-1 0 0,-1-1 1 0 0,0 0-1 0 0,1 0 1 0 0,11 4-1 0 0,-7-5-1317 0 0,-1 0 0 0 0,1 0 1 0 0,22 2-1 0 0,-10-3-3452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0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91 1604 0 0,'-10'-6'1386'0'0,"1"1"-239"0"0,0 0 1 0 0,0-1-1 0 0,0 0 1 0 0,1 0-1 0 0,0-1 1 0 0,-8-9-1 0 0,16 15-1101 0 0,-1 1 0 0 0,1 0 0 0 0,-1-1-1 0 0,1 1 1 0 0,0-1 0 0 0,-1 1 0 0 0,1-1-1 0 0,0 1 1 0 0,0-1 0 0 0,-1 0 0 0 0,1 1 0 0 0,0-1-1 0 0,0 1 1 0 0,0-1 0 0 0,0 1 0 0 0,0-1-1 0 0,-1 0 1 0 0,1 1 0 0 0,0-1 0 0 0,1 1-1 0 0,-1-1 1 0 0,0 0 0 0 0,0 1 0 0 0,0-1-1 0 0,0 1 1 0 0,0-1 0 0 0,0 0 0 0 0,1 1 0 0 0,-1-1-1 0 0,1 0 1 0 0,0 0-2 0 0,0 0 0 0 0,0 0 0 0 0,1 0 0 0 0,-1 0-1 0 0,0 0 1 0 0,1 0 0 0 0,-1 1 0 0 0,0-1 0 0 0,1 1 0 0 0,-1-1 0 0 0,4 0 0 0 0,43-5 172 0 0,-46 6-159 0 0,31 0-825 0 0,62 8-1 0 0,-11 5-4810 0 0,-51-6 1858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0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2452 0 0,'-8'8'4727'0'0,"1"-1"-4040"0"0,0-1 0 0 0,1 2 1 0 0,0-1-1 0 0,1 1 1 0 0,0-1-1 0 0,0 1 0 0 0,0 1 1 0 0,1-1-1 0 0,-5 14 0 0 0,-23 89 867 0 0,19-60-775 0 0,7-30-664 0 0,1 0 1 0 0,0 1-1 0 0,2-1 1 0 0,0 1-1 0 0,2 0 1 0 0,0 0-1 0 0,4 32 1 0 0,-2-48-106 0 0,0 0 0 0 0,1-1 0 0 0,-1 1 1 0 0,2-1-1 0 0,-1 1 0 0 0,0-1 0 0 0,1 0 0 0 0,0 0 0 0 0,0 0 0 0 0,1 0 1 0 0,0 0-1 0 0,-1-1 0 0 0,1 1 0 0 0,1-1 0 0 0,-1 0 0 0 0,1-1 1 0 0,-1 1-1 0 0,1-1 0 0 0,0 0 0 0 0,0 0 0 0 0,1 0 0 0 0,8 3 0 0 0,-8-4-4 0 0,0 0 0 0 0,0-1 0 0 0,0 1 0 0 0,0-1 0 0 0,1-1 0 0 0,-1 1 0 0 0,0-1 0 0 0,1 0 0 0 0,-1 0 0 0 0,0-1 0 0 0,0 0 0 0 0,1 0 0 0 0,-1 0 0 0 0,0-1 0 0 0,0 0 0 0 0,0 0 0 0 0,0-1 0 0 0,-1 1 0 0 0,1-1 0 0 0,-1 0 0 0 0,7-5 0 0 0,-4 0 0 0 0,1 1 0 0 0,-1-1 0 0 0,0-1 0 0 0,-1 0 0 0 0,0 0 0 0 0,-1 0 1 0 0,0-1-1 0 0,0 1 0 0 0,-1-2 0 0 0,0 1 0 0 0,0 0 0 0 0,-2-1 0 0 0,1 0 1 0 0,-1 0-1 0 0,-1 0 0 0 0,0 0 0 0 0,1-14 0 0 0,-3 16 30 0 0,1-1 0 0 0,-2 0 0 0 0,1 1 0 0 0,-1-1 0 0 0,-1 0 0 0 0,0 1 0 0 0,0-1-1 0 0,-1 1 1 0 0,0 0 0 0 0,0 0 0 0 0,-1 0 0 0 0,0 0 0 0 0,-1 1 0 0 0,0 0 0 0 0,0 0 0 0 0,-1 0 0 0 0,0 0 0 0 0,0 1 0 0 0,-1 0-1 0 0,-11-9 1 0 0,7 8-14 0 0,-1 0-1 0 0,0 1 0 0 0,0 0 0 0 0,0 1 1 0 0,-1 1-1 0 0,-22-8 0 0 0,28 11-30 0 0,1 0 1 0 0,-1 1-1 0 0,1 0 0 0 0,-1 0 0 0 0,0 0 1 0 0,1 1-1 0 0,-1 0 0 0 0,0 0 0 0 0,1 1 1 0 0,-1 0-1 0 0,1 0 0 0 0,-1 0 0 0 0,1 1 1 0 0,-1 0-1 0 0,1 0 0 0 0,-6 4 0 0 0,11-6-78 0 0,0 1 0 0 0,0-1-1 0 0,0 1 1 0 0,0-1-1 0 0,0 1 1 0 0,0-1-1 0 0,0 1 1 0 0,0 0-1 0 0,0 0 1 0 0,0-1 0 0 0,1 1-1 0 0,-1 0 1 0 0,0 0-1 0 0,0 0 1 0 0,1 0-1 0 0,-1 0 1 0 0,1 0 0 0 0,-1 0-1 0 0,1 0 1 0 0,-1 0-1 0 0,1 0 1 0 0,0 0-1 0 0,-1 0 1 0 0,1 0 0 0 0,0 0-1 0 0,0 1 1 0 0,0-1-1 0 0,0 0 1 0 0,0 0-1 0 0,0 0 1 0 0,0 0 0 0 0,0 0-1 0 0,1 0 1 0 0,-1 2-1 0 0,2 0-580 0 0,0 0 0 0 0,-1-1 0 0 0,1 1 0 0 0,0 0 0 0 0,1-1-1 0 0,-1 0 1 0 0,0 1 0 0 0,1-1 0 0 0,-1 0 0 0 0,1 0 0 0 0,3 2 0 0 0,9 5-4389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1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1792 0 0,'8'-6'2018'0'0,"-6"3"-1487"0"0,1 0 0 0 0,0 0 0 0 0,-1 1 0 0 0,1 0 0 0 0,0-1 0 0 0,0 1 0 0 0,0 0 0 0 0,1 1 0 0 0,-1-1 0 0 0,0 1 0 0 0,1-1 0 0 0,-1 1 1 0 0,1 0-1 0 0,0 0 0 0 0,-1 0 0 0 0,1 1 0 0 0,0-1 0 0 0,5 1 0 0 0,0 2-179 0 0,-1 0-1 0 0,0 0 1 0 0,1 1 0 0 0,-1 0 0 0 0,-1 0 0 0 0,1 1-1 0 0,0 0 1 0 0,-1 1 0 0 0,0-1 0 0 0,0 1-1 0 0,0 1 1 0 0,-1-1 0 0 0,1 1 0 0 0,-1 1 0 0 0,-1-1-1 0 0,1 1 1 0 0,8 13 0 0 0,-9-11-180 0 0,1 1 0 0 0,-1-1 0 0 0,-1 1-1 0 0,0 0 1 0 0,0 0 0 0 0,-1 1 0 0 0,0-1 0 0 0,-1 1 0 0 0,0-1 0 0 0,0 1 0 0 0,-2 0-1 0 0,1 0 1 0 0,-1-1 0 0 0,-2 15 0 0 0,0-14 93 0 0,0 0-1 0 0,0 1 1 0 0,-2-1-1 0 0,1 0 1 0 0,-1-1 0 0 0,-1 1-1 0 0,0-1 1 0 0,-1 0-1 0 0,1 0 1 0 0,-2 0 0 0 0,0-1-1 0 0,0 0 1 0 0,-11 11-1 0 0,16-18 279 0 0,2-4-519 0 0,0 1-1 0 0,0 0 1 0 0,1-1 0 0 0,-1 1-1 0 0,0 0 1 0 0,1 0-1 0 0,-1-1 1 0 0,0 1-1 0 0,1 0 1 0 0,0 0 0 0 0,-1 0-1 0 0,2-2 1 0 0,31-31-318 0 0,2 1 0 0 0,1 1 0 0 0,2 3 1 0 0,65-41-1 0 0,84-27-7779 0 0,-129 72 57 0 0,-30 12 614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1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838 27 2240 0 0,'10'-9'2097'0'0,"-9"8"-1697"0"0,0-1-1 0 0,1 1 1 0 0,-1-1-1 0 0,0 1 1 0 0,1 0-1 0 0,-1 0 1 0 0,1 0-1 0 0,0 0 1 0 0,-1 0-1 0 0,1 0 1 0 0,0 0 0 0 0,0 0-1 0 0,-1 1 1 0 0,1-1-1 0 0,0 0 1 0 0,0 1-1 0 0,0 0 1 0 0,0-1-1 0 0,0 1 1 0 0,0 0-1 0 0,0 0 1 0 0,3 1 0 0 0,-1 3 506 0 0,-1 12-268 0 0,-1-1-1 0 0,0 1 1 0 0,-1 0-1 0 0,-1 0 0 0 0,-1 1 1 0 0,-2 17-1 0 0,-22 102 812 0 0,18-103-1138 0 0,-36 153 510 0 0,-37 215-298 0 0,81-372-839 0 0,1-24-85 0 0,2-19 222 0 0,-3 4 153 0 0,0 0 0 0 0,0-1 0 0 0,-1 1 0 0 0,-1 0 0 0 0,1 0 0 0 0,-2 0 0 0 0,1 0 0 0 0,-1 0 0 0 0,-5-14 0 0 0,5 18 24 0 0,0 1 1 0 0,-1 0-1 0 0,0 0 0 0 0,1 0 1 0 0,-1 0-1 0 0,-1 0 0 0 0,1 0 0 0 0,-1 1 1 0 0,0 0-1 0 0,0 0 0 0 0,0 0 1 0 0,-1 0-1 0 0,1 0 0 0 0,-1 1 0 0 0,0 0 1 0 0,0 0-1 0 0,0 0 0 0 0,-6-1 1 0 0,-3-1 2 0 0,0 2 1 0 0,0 0-1 0 0,-1 0 1 0 0,1 2-1 0 0,-1-1 1 0 0,1 2-1 0 0,-1 0 1 0 0,1 1-1 0 0,-29 5 1 0 0,-1 3 42 0 0,-81 29 0 0 0,-37 27 47 0 0,142-55-234 0 0,0 1 0 0 0,0 1 0 0 0,1 1 0 0 0,0 1 0 0 0,-25 24 0 0 0,42-36-71 0 0,0 1 0 0 0,0 0 0 0 0,0-1 0 0 0,0 1-1 0 0,1 0 1 0 0,-1 0 0 0 0,-1 4 0 0 0,3-6 11 0 0,0 0 0 0 0,0 0 0 0 0,0 0 0 0 0,-1-1 0 0 0,1 1 0 0 0,0 0 0 0 0,0 0 0 0 0,0 0 0 0 0,0 0 0 0 0,0-1 0 0 0,0 1 0 0 0,1 0 0 0 0,-1 0 0 0 0,0 0 0 0 0,1 1 0 0 0,36 7-12579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2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1428 0 0,'31'-21'5247'0'0,"37"-20"3957"0"0,-67 40-9145 0 0,0 1 1 0 0,0-1 0 0 0,1 1-1 0 0,-1 0 1 0 0,0 0-1 0 0,1 0 1 0 0,-1 0-1 0 0,0 0 1 0 0,1 0 0 0 0,-1 0-1 0 0,0 0 1 0 0,1 0-1 0 0,-1 0 1 0 0,0 1-1 0 0,0-1 1 0 0,1 1 0 0 0,-1-1-1 0 0,0 1 1 0 0,0-1-1 0 0,0 1 1 0 0,1 0-1 0 0,0 1 1 0 0,21 19 409 0 0,-16-10-407 0 0,0 0 1 0 0,-1 0-1 0 0,0 0 0 0 0,0 1 0 0 0,-2-1 0 0 0,1 1 0 0 0,-2 0 0 0 0,1 1 0 0 0,-2-1 0 0 0,0 1 0 0 0,0-1 1 0 0,-1 1-1 0 0,0 0 0 0 0,-2 17 0 0 0,0-21 34 0 0,0 0 0 0 0,0 1 0 0 0,-1-1 0 0 0,0 0 0 0 0,0 0 0 0 0,-1 0 0 0 0,0 0 0 0 0,-1-1 0 0 0,0 1 0 0 0,0-1 0 0 0,-1 0 0 0 0,0 0 0 0 0,0 0 0 0 0,-1-1 0 0 0,0 0 0 0 0,0 0 0 0 0,-1 0 0 0 0,0-1 0 0 0,-15 11 0 0 0,20-15-32 0 0,-1 0 0 0 0,0 0-1 0 0,0-1 1 0 0,-1 1 0 0 0,1-1 0 0 0,0 0 0 0 0,0 1 0 0 0,-1-2 0 0 0,1 1-1 0 0,-1 0 1 0 0,1-1 0 0 0,-1 1 0 0 0,1-1 0 0 0,-1 0 0 0 0,1 0 0 0 0,-1-1-1 0 0,-5 0 1 0 0,9 1-60 0 0,-1-1 0 0 0,1 1 0 0 0,-1 0 0 0 0,1-1 0 0 0,-1 1 1 0 0,1-1-1 0 0,0 1 0 0 0,-1 0 0 0 0,1-1 0 0 0,0 1 0 0 0,-1-1 0 0 0,1 1 0 0 0,0-1 0 0 0,-1 1 0 0 0,1-1 0 0 0,0 1 0 0 0,0-1 0 0 0,0 1 0 0 0,0-1 0 0 0,-1 0 0 0 0,1 1 0 0 0,0-1 0 0 0,0 1 0 0 0,0-1 0 0 0,0 1 0 0 0,0-1 0 0 0,0 1 0 0 0,1-1 0 0 0,-1 0 0 0 0,0 1 0 0 0,0-1 0 0 0,0 1 0 0 0,1-1 0 0 0,7-18 40 0 0,-7 17-37 0 0,12-16 2 0 0,1 0-1 0 0,0 0 1 0 0,2 2 0 0 0,0-1-1 0 0,0 2 1 0 0,23-16-1 0 0,-18 14 6 0 0,123-95 4 0 0,-12 10 40 0 0,-128 98-56 0 0,0 1-4 0 0,0 1 1 0 0,0-1 0 0 0,-1-1 0 0 0,1 1-1 0 0,-1 0 1 0 0,0-1 0 0 0,0 0 0 0 0,0 1-1 0 0,-1-1 1 0 0,4-7 0 0 0,-6 11 0 0 0,0-1 0 0 0,0 1 1 0 0,1 0-1 0 0,-1-1 0 0 0,0 1 1 0 0,0-1-1 0 0,0 1 0 0 0,0-1 1 0 0,0 1-1 0 0,0-1 0 0 0,0 1 1 0 0,0 0-1 0 0,-1-1 0 0 0,1 1 1 0 0,0-1-1 0 0,0 1 0 0 0,0-1 1 0 0,0 1-1 0 0,-1 0 0 0 0,1-1 1 0 0,0 1-1 0 0,0 0 0 0 0,-1-1 1 0 0,1 1-1 0 0,0-1 0 0 0,0 1 1 0 0,-1 0-1 0 0,1 0 0 0 0,-1-1 1 0 0,0 0-1 0 0,-1 1-1 0 0,1-1 1 0 0,0 1 0 0 0,-1 0 0 0 0,1-1 0 0 0,0 1 0 0 0,-1 0 0 0 0,1 0 0 0 0,-1 0 0 0 0,1 0 0 0 0,-1 0-1 0 0,1 0 1 0 0,0 0 0 0 0,-1 0 0 0 0,1 1 0 0 0,0-1 0 0 0,-1 0 0 0 0,1 1 0 0 0,0-1 0 0 0,-1 1 0 0 0,0 0-1 0 0,-3 2-2 0 0,-9 2 3 0 0,1 1 1 0 0,0 1-1 0 0,0 0 0 0 0,0 1 0 0 0,1 0 1 0 0,0 1-1 0 0,0 0 0 0 0,1 1 0 0 0,1 0 1 0 0,0 1-1 0 0,0 0 0 0 0,1 0 0 0 0,0 1 1 0 0,1 1-1 0 0,-11 20 0 0 0,16-27 2 0 0,1-1 1 0 0,0 1-1 0 0,1 0 1 0 0,-1 0-1 0 0,1-1 1 0 0,0 1-1 0 0,1 0 1 0 0,-1 0-1 0 0,1 0 1 0 0,0 0-1 0 0,1 0 1 0 0,0 0-1 0 0,-1 0 1 0 0,2-1-1 0 0,-1 1 1 0 0,5 10-1 0 0,-3-9 3 0 0,1 0-1 0 0,-1 0 1 0 0,2 0-1 0 0,-1-1 1 0 0,1 0 0 0 0,0 0-1 0 0,0 0 1 0 0,1-1 0 0 0,0 0-1 0 0,0 0 1 0 0,0 0-1 0 0,11 6 1 0 0,0-1-323 0 0,2-1 0 0 0,-1-1 0 0 0,1-1 0 0 0,0 0 0 0 0,1-1 0 0 0,-1-1 1 0 0,1-1-1 0 0,0-1 0 0 0,23 0 0 0 0,-17-2-2250 0 0,0-1 0 0 0,0-2 1 0 0,45-8-1 0 0,-28 1-3619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2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33 1608 0 0,'14'-13'4583'0'0,"-13"11"-3960"0"0,1 0 0 0 0,0 0 0 0 0,0 0 0 0 0,0 0 1 0 0,0 1-1 0 0,0-1 0 0 0,0 1 0 0 0,1-1 0 0 0,3-1 0 0 0,-4 3 95 0 0,11 18 1152 0 0,-12-7-1570 0 0,0-1 0 0 0,-1 0 0 0 0,0 0 0 0 0,-1 0 1 0 0,0 0-1 0 0,-4 14 0 0 0,-19 61 145 0 0,12-47-239 0 0,-22 97 167 0 0,30-115-724 0 0,2 0 0 0 0,0 0 0 0 0,0 0 0 0 0,4 38 0 0 0,-1-51 4 0 0,0-1 0 0 0,0 0 0 0 0,1 1-1 0 0,0-1 1 0 0,0 0 0 0 0,1 1 0 0 0,-1-1 0 0 0,1-1 0 0 0,4 7 0 0 0,-4-8-92 0 0,-1-1 0 0 0,0 0 0 0 0,1-1 1 0 0,0 1-1 0 0,-1 0 0 0 0,1-1 1 0 0,0 1-1 0 0,1-1 0 0 0,-1 0 0 0 0,0 0 1 0 0,0 0-1 0 0,1-1 0 0 0,-1 1 1 0 0,1-1-1 0 0,0 0 0 0 0,7 2 0 0 0,6-1-2607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2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97 328 3028 0 0,'126'-122'5789'0'0,"-106"100"-4304"0"0,0-2 1 0 0,-2 0 0 0 0,27-47 0 0 0,-43 67-1285 0 0,0 0-1 0 0,0 0 1 0 0,0-1 0 0 0,0 1 0 0 0,1-8-1 0 0,-3 11-163 0 0,0 0-1 0 0,0 0 0 0 0,0 0 1 0 0,0-1-1 0 0,0 1 0 0 0,0 0 0 0 0,0 0 1 0 0,0 0-1 0 0,0 0 0 0 0,-1-1 1 0 0,1 1-1 0 0,0 0 0 0 0,-1 0 1 0 0,1 0-1 0 0,-1 0 0 0 0,0 0 1 0 0,1 0-1 0 0,-1 0 0 0 0,0 0 0 0 0,1 0 1 0 0,-1 1-1 0 0,0-1 0 0 0,0 0 1 0 0,0 0-1 0 0,-1 0 0 0 0,1 0-19 0 0,-1 0-1 0 0,1 1 1 0 0,-1-1-1 0 0,1 1 1 0 0,-1 0-1 0 0,1-1 1 0 0,-1 1-1 0 0,1 0 1 0 0,-1 0-1 0 0,1 0 1 0 0,-1 0-1 0 0,1 0 1 0 0,-1 0-1 0 0,1 1 1 0 0,-1-1-1 0 0,1 0 1 0 0,-1 1-1 0 0,1-1 1 0 0,-3 2-1 0 0,-25 13 174 0 0,24-11-176 0 0,0 0 1 0 0,1-1-1 0 0,-1 2 0 0 0,1-1 0 0 0,-1 0 0 0 0,1 1 1 0 0,0 0-1 0 0,1 0 0 0 0,-1 0 0 0 0,1 0 0 0 0,0 1 1 0 0,1-1-1 0 0,-1 1 0 0 0,1 0 0 0 0,0-1 0 0 0,-1 9 1 0 0,1-6-7 0 0,2 0 0 0 0,-1-1 0 0 0,1 1 0 0 0,0 0 1 0 0,0-1-1 0 0,1 1 0 0 0,0-1 0 0 0,1 1 0 0 0,0-1 1 0 0,0 1-1 0 0,0-1 0 0 0,7 13 0 0 0,10 16 222 0 0,37 51-1 0 0,2 2 364 0 0,-57-87-528 0 0,1 0 0 0 0,-1-1 0 0 0,-1 1 0 0 0,1 0 0 0 0,0 0 0 0 0,0 0 0 0 0,-1 0 0 0 0,1 0 0 0 0,-1 0 0 0 0,1 0 0 0 0,-1 0 0 0 0,0 0 0 0 0,0 0 0 0 0,0 0 0 0 0,0 0 0 0 0,0 0 0 0 0,0 0 0 0 0,0 0 0 0 0,-1 0 0 0 0,1-1 0 0 0,-1 1 0 0 0,0 0 0 0 0,1 0 0 0 0,-3 3-1 0 0,1-3-18 0 0,0 1-1 0 0,0-1 1 0 0,-1 0-1 0 0,1 1 1 0 0,-1-1-1 0 0,0-1 1 0 0,0 1-1 0 0,1 0 1 0 0,-1-1-1 0 0,0 1 1 0 0,0-1-1 0 0,0 0 1 0 0,-1 0-1 0 0,-5 1 1 0 0,-3 1-211 0 0,-2-2 0 0 0,1 1 0 0 0,0-1 0 0 0,0-1 0 0 0,0-1 0 0 0,0 0 0 0 0,0 0 0 0 0,0-1 0 0 0,0-1 0 0 0,0 0 0 0 0,0-1 0 0 0,-14-6 0 0 0,15 5-1068 0 0,1-1 1 0 0,0 0-1 0 0,0 0 0 0 0,0-1 1 0 0,1-1-1 0 0,0 0 0 0 0,-16-17 1 0 0,1-5-5493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3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1872 0 0,'6'-15'3176'0'0,"-2"-1"-811"0"0,-2 6-485 0 0,3-2-460 0 0,-3 3-312 0 0,3 3 472 0 0,-2-8-984 0 0,7 19-3748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4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418 631 2532 0 0,'-22'-87'6432'0'0,"15"56"-3920"0"0,-11-33 0 0 0,18 63-2475 0 0,-1 0 1 0 0,1-1-1 0 0,-1 1 0 0 0,0 0 0 0 0,1-1 1 0 0,-1 1-1 0 0,0 0 0 0 0,0 0 1 0 0,0 0-1 0 0,1 0 0 0 0,-1 0 0 0 0,0 0 1 0 0,-1 0-1 0 0,1 0 0 0 0,0 0 1 0 0,0 0-1 0 0,0 1 0 0 0,0-1 0 0 0,-1 0 1 0 0,1 1-1 0 0,0-1 0 0 0,-1 1 1 0 0,1-1-1 0 0,0 1 0 0 0,-1 0 0 0 0,1 0 1 0 0,-1-1-1 0 0,1 1 0 0 0,-1 0 1 0 0,1 0-1 0 0,0 1 0 0 0,-1-1 0 0 0,1 0 1 0 0,-1 0-1 0 0,1 1 0 0 0,0-1 1 0 0,-1 0-1 0 0,1 1 0 0 0,-2 1 1 0 0,-7 2 61 0 0,1 1 1 0 0,-1 0 0 0 0,1 1-1 0 0,-10 8 1 0 0,10-8 19 0 0,-21 17 48 0 0,0 1 0 0 0,1 1 0 0 0,2 1-1 0 0,0 2 1 0 0,2 1 0 0 0,2 1-1 0 0,-23 35 1 0 0,43-60-150 0 0,0 0 0 0 0,1 0-1 0 0,-1 1 1 0 0,1-1 0 0 0,0 1 0 0 0,1-1 0 0 0,-1 1 0 0 0,-1 11 0 0 0,3-15-13 0 0,0 0 1 0 0,0 0 0 0 0,1 0 0 0 0,-1 0 0 0 0,0 0 0 0 0,1 0 0 0 0,-1 0 0 0 0,1 0 0 0 0,-1 0 0 0 0,1 0-1 0 0,0 0 1 0 0,0 0 0 0 0,0 0 0 0 0,0 0 0 0 0,0 0 0 0 0,1-1 0 0 0,-1 1 0 0 0,0-1 0 0 0,1 1-1 0 0,-1-1 1 0 0,1 1 0 0 0,0-1 0 0 0,-1 0 0 0 0,1 0 0 0 0,0 0 0 0 0,0 0 0 0 0,3 2 0 0 0,3 0 0 0 0,1-1 0 0 0,-1 1 1 0 0,0-1-1 0 0,1-1 1 0 0,0 1-1 0 0,-1-1 1 0 0,1-1-1 0 0,0 0 0 0 0,0 0 1 0 0,-1-1-1 0 0,1 0 1 0 0,0 0-1 0 0,-1-1 1 0 0,1 0-1 0 0,-1-1 0 0 0,0 0 1 0 0,1 0-1 0 0,-2 0 1 0 0,1-1-1 0 0,11-8 1 0 0,-3 2-3 0 0,0-2 0 0 0,-1 1 0 0 0,-1-2 0 0 0,0 0 1 0 0,0-1-1 0 0,-2 0 0 0 0,1-1 0 0 0,11-20 0 0 0,-4 2 78 0 0,-3-2-1 0 0,0 0 0 0 0,-3-1 1 0 0,-1 0-1 0 0,10-45 0 0 0,-22 79 68 0 0,-3 4-143 0 0,1 0 0 0 0,-1 0 1 0 0,1 0-1 0 0,-1 0 1 0 0,1 0-1 0 0,0 0 0 0 0,0 1 1 0 0,0-1-1 0 0,1 0 1 0 0,-1 1-1 0 0,0 2 0 0 0,-7 27 21 0 0,1 1 0 0 0,2 0 0 0 0,2 1 0 0 0,0-1 0 0 0,3 1 0 0 0,0-1 0 0 0,2 1 0 0 0,12 57 0 0 0,-11-78-8 0 0,0-1-1 0 0,2 0 1 0 0,-1 0-1 0 0,1-1 1 0 0,1 1-1 0 0,0-1 0 0 0,0 0 1 0 0,2-1-1 0 0,-1 1 1 0 0,1-2-1 0 0,16 17 1 0 0,-19-22-11 0 0,0 1 0 0 0,1-1 0 0 0,-1-1 0 0 0,1 1 1 0 0,0-1-1 0 0,0 0 0 0 0,0 0 0 0 0,0-1 0 0 0,1 1 0 0 0,-1-1 1 0 0,1-1-1 0 0,-1 1 0 0 0,1-1 0 0 0,0-1 0 0 0,-1 1 0 0 0,1-1 1 0 0,0 0-1 0 0,-1 0 0 0 0,1-1 0 0 0,0 0 0 0 0,-1 0 0 0 0,1-1 1 0 0,12-4-1 0 0,-5 0-5 0 0,-1-1 0 0 0,1-1 0 0 0,-1 0 0 0 0,0-1 1 0 0,-1 0-1 0 0,0-1 0 0 0,0 0 0 0 0,-1-1 0 0 0,-1 0 1 0 0,0-1-1 0 0,16-23 0 0 0,2-9-4 0 0,-3 0-1 0 0,25-58 1 0 0,2-23 50 0 0,-6-3 0 0 0,47-206 0 0 0,-79 270 265 0 0,-14 63-248 0 0,-2 2-56 0 0,-1 1-1 0 0,1 0 0 0 0,0 0 1 0 0,0 0-1 0 0,0 0 1 0 0,0 1-1 0 0,0-1 1 0 0,0 0-1 0 0,1 1 0 0 0,-1-1 1 0 0,1 1-1 0 0,-2 3 1 0 0,-14 38 35 0 0,14-34-27 0 0,-46 150 627 0 0,-34 197-1 0 0,80-341-614 0 0,-21 128 180 0 0,22-123-169 0 0,1 1 1 0 0,0 0-1 0 0,2 0 0 0 0,5 34 1 0 0,-6-51-33 0 0,1 0 1 0 0,0 1 0 0 0,1-1-1 0 0,-1 0 1 0 0,1 0 0 0 0,0 0-1 0 0,0 0 1 0 0,1-1 0 0 0,-1 1-1 0 0,1-1 1 0 0,0 1 0 0 0,1-1-1 0 0,-1 0 1 0 0,1 0 0 0 0,-1 0-1 0 0,1-1 1 0 0,0 1 0 0 0,0-1-1 0 0,1 0 1 0 0,-1 0 0 0 0,1 0-1 0 0,0-1 1 0 0,-1 1 0 0 0,1-1-1 0 0,0-1 1 0 0,0 1 0 0 0,1-1-1 0 0,-1 1 1 0 0,0-1 0 0 0,0-1-1 0 0,1 1 1 0 0,-1-1 0 0 0,0 0-1 0 0,1 0 1 0 0,-1-1 0 0 0,0 1-1 0 0,0-1 1 0 0,1 0 0 0 0,8-4-1 0 0,0 0 2 0 0,0-1-1 0 0,-1 0 0 0 0,0-1 1 0 0,-1-1-1 0 0,1 0 0 0 0,-1-1 1 0 0,-1 0-1 0 0,0-1 0 0 0,0 0 0 0 0,14-18 1 0 0,7-13-15 0 0,44-73 0 0 0,-50 73 28 0 0,3-7 136 0 0,20-31 146 0 0,-43 71-278 0 0,1-1-1 0 0,-1 2 0 0 0,2-1 1 0 0,-1 1-1 0 0,1 0 1 0 0,14-9-1 0 0,-20 14-24 0 0,1 0 1 0 0,0 0-1 0 0,0 1 1 0 0,0 0-1 0 0,0 0 0 0 0,0 0 1 0 0,0 0-1 0 0,0 0 1 0 0,1 0-1 0 0,-1 1 0 0 0,0-1 1 0 0,0 1-1 0 0,1 0 1 0 0,-1 0-1 0 0,0 0 0 0 0,0 1 1 0 0,1-1-1 0 0,2 2 1 0 0,-1 0 3 0 0,0-1 1 0 0,-1 2-1 0 0,0-1 1 0 0,1 0 0 0 0,-1 1-1 0 0,0 0 1 0 0,0 0-1 0 0,-1 0 1 0 0,1 0 0 0 0,6 8-1 0 0,-2 0 40 0 0,0 1 0 0 0,0-1-1 0 0,-1 1 1 0 0,-1 1 0 0 0,0-1 0 0 0,-1 1-1 0 0,6 22 1 0 0,-8-25 5 0 0,-1 0 0 0 0,0 1 0 0 0,-1-1 0 0 0,0 1 0 0 0,0 0 0 0 0,-1 0 0 0 0,-1-1 0 0 0,0 1 0 0 0,0-1 0 0 0,-1 1 0 0 0,-1-1 0 0 0,0 1 0 0 0,0-1 0 0 0,-1 0 0 0 0,0 0 0 0 0,0-1 0 0 0,-1 1 0 0 0,-1-1 0 0 0,0 0 0 0 0,0 0 0 0 0,0-1 0 0 0,-1 0 0 0 0,-1 0 0 0 0,1 0 0 0 0,-1-1 0 0 0,0 0 0 0 0,-1-1 0 0 0,0 0 0 0 0,0 0 0 0 0,0-1 0 0 0,-1 0 0 0 0,1-1 0 0 0,-1 0 0 0 0,0 0 0 0 0,-20 4 0 0 0,19-6-166 0 0,0 0 1 0 0,-21-1-1 0 0,29-1-222 0 0,0 0 0 0 0,-1 0 0 0 0,1-1 0 0 0,0 1 1 0 0,0-1-1 0 0,0 0 0 0 0,0 0 0 0 0,0 0 0 0 0,0 0 1 0 0,0 0-1 0 0,1-1 0 0 0,-1 1 0 0 0,-4-5 1 0 0,7 6 184 0 0,-1-1 1 0 0,1 0 0 0 0,0 0-1 0 0,0 0 1 0 0,0 0 0 0 0,0 1-1 0 0,0-1 1 0 0,0 0 0 0 0,0 0 0 0 0,0 0-1 0 0,0 0 1 0 0,1 1 0 0 0,-1-1-1 0 0,0 0 1 0 0,1 0 0 0 0,-1 0 0 0 0,0 1-1 0 0,1-1 1 0 0,-1 0 0 0 0,1 0-1 0 0,0-2-639 0 0,1 1 140 0 0,-1 0 0 0 0,0 0 0 0 0,1 0 0 0 0,-1 0 0 0 0,1 0 0 0 0,0 0 0 0 0,0 0 0 0 0,0 0 0 0 0,3-2 0 0 0,13-7-6449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4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193 115 640 0 0,'2'-1'299'0'0,"-1"0"1"0"0,0-1-1 0 0,0 1 1 0 0,0-1-1 0 0,0 1 0 0 0,0-1 1 0 0,0 1-1 0 0,-1-1 1 0 0,1 1-1 0 0,0-1 0 0 0,-1 0 1 0 0,1 1-1 0 0,-1-1 1 0 0,0 0-1 0 0,1 0 0 0 0,-1 1 1 0 0,0-1-1 0 0,0 0 1 0 0,0 0-1 0 0,-1 1 1 0 0,1-1-1 0 0,0 0 0 0 0,0 0 1 0 0,-1 1-1 0 0,0-1 1 0 0,1 0-1 0 0,-1 1 0 0 0,0-1 1 0 0,1 0-1 0 0,-1 1 1 0 0,0-1-1 0 0,0 1 0 0 0,0 0 1 0 0,0-1-1 0 0,-1 1 1 0 0,1 0-1 0 0,0 0 0 0 0,-1-1 1 0 0,1 1-1 0 0,0 0 1 0 0,-1 0-1 0 0,1 1 0 0 0,-1-1 1 0 0,0 0-1 0 0,1 0 1 0 0,-1 1-1 0 0,-1-1 0 0 0,-1 0-133 0 0,0 0 0 0 0,0 0-1 0 0,1 0 1 0 0,-1 1-1 0 0,0 0 1 0 0,0-1 0 0 0,0 1-1 0 0,1 1 1 0 0,-1-1 0 0 0,0 1-1 0 0,0-1 1 0 0,1 1-1 0 0,-1 0 1 0 0,0 0 0 0 0,1 1-1 0 0,-1-1 1 0 0,1 1-1 0 0,-1 0 1 0 0,1 0 0 0 0,0 0-1 0 0,0 0 1 0 0,0 0 0 0 0,0 1-1 0 0,-5 4 1 0 0,0 1-17 0 0,1 1 0 0 0,-1-1 0 0 0,1 1 0 0 0,1 1 0 0 0,0-1 0 0 0,0 1 0 0 0,-5 11 1 0 0,7-9-90 0 0,0 0 0 0 0,0-1 1 0 0,1 1-1 0 0,1 1 0 0 0,0-1 1 0 0,0 0-1 0 0,1 0 1 0 0,1 1-1 0 0,0-1 0 0 0,1 0 1 0 0,0 1-1 0 0,1-1 1 0 0,0 0-1 0 0,1 0 0 0 0,1 0 1 0 0,6 16-1 0 0,-6-20-45 0 0,-1 0 0 0 0,2 0 0 0 0,-1-1 0 0 0,1 1-1 0 0,0-1 1 0 0,1 0 0 0 0,-1-1 0 0 0,1 1 0 0 0,1-1 0 0 0,-1 0 0 0 0,1-1 0 0 0,0 0-1 0 0,0 0 1 0 0,1 0 0 0 0,0-1 0 0 0,-1 0 0 0 0,1 0 0 0 0,1-1 0 0 0,-1 0 0 0 0,0-1-1 0 0,1 0 1 0 0,-1 0 0 0 0,16 1 0 0 0,-12-3 42 0 0,-1 0 1 0 0,1-1-1 0 0,-1 0 1 0 0,1-1-1 0 0,-1 0 1 0 0,0-1-1 0 0,1 0 1 0 0,-1-1-1 0 0,-1 0 0 0 0,1 0 1 0 0,-1-1-1 0 0,1-1 1 0 0,-2 0-1 0 0,1 0 1 0 0,0-1-1 0 0,-1 0 1 0 0,-1-1-1 0 0,16-17 0 0 0,-13 13 5 0 0,-1-1-1 0 0,0 0 0 0 0,-2-1 0 0 0,1 0 1 0 0,-1 0-1 0 0,-1-1 0 0 0,-1 0 0 0 0,0 0 1 0 0,-1-1-1 0 0,-1 1 0 0 0,0-1 0 0 0,-1 0 1 0 0,1-17-1 0 0,-4 23-40 0 0,0 1 0 0 0,0 0 0 0 0,-1 0-1 0 0,-1 0 1 0 0,1 0 0 0 0,-2 0 0 0 0,1 0 0 0 0,-1 1 0 0 0,0-1 0 0 0,-1 1 0 0 0,0-1-1 0 0,0 1 1 0 0,-1 1 0 0 0,0-1 0 0 0,-7-7 0 0 0,9 11-46 0 0,0 1-1 0 0,0-1 1 0 0,0 1-1 0 0,-1 0 1 0 0,0 0-1 0 0,0 0 1 0 0,0 0-1 0 0,0 1 1 0 0,0 0-1 0 0,0-1 1 0 0,-1 2-1 0 0,1-1 1 0 0,-1 0-1 0 0,1 1 1 0 0,-1 0-1 0 0,0 0 1 0 0,1 0-1 0 0,-1 1 1 0 0,0-1-1 0 0,0 1 1 0 0,0 0-1 0 0,1 1 1 0 0,-1-1-1 0 0,0 1 1 0 0,0 0-1 0 0,1 0 1 0 0,-1 0-1 0 0,1 1 1 0 0,-9 3-1 0 0,10-3-145 0 0,0-1 0 0 0,0 1 0 0 0,1 0 0 0 0,-1 0 0 0 0,1-1 0 0 0,-1 2 0 0 0,1-1 0 0 0,0 0 0 0 0,0 0 0 0 0,0 1 0 0 0,0-1 0 0 0,0 1 0 0 0,0 0 0 0 0,1-1 0 0 0,-1 1 0 0 0,1 0 0 0 0,0 0 0 0 0,0 0 0 0 0,0 0 0 0 0,0 0 0 0 0,0 0 0 0 0,0 4 0 0 0,1-2-533 0 0,0-1 1 0 0,0 1-1 0 0,0 0 1 0 0,1-1-1 0 0,-1 1 1 0 0,1-1-1 0 0,0 1 0 0 0,1-1 1 0 0,-1 0-1 0 0,1 1 1 0 0,-1-1-1 0 0,1 0 1 0 0,1 0-1 0 0,3 6 0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3052 0 0,'85'-70'10021'0'0,"-19"14"-3387"0"0,-65 55-6558 0 0,-1 1 1 0 0,1-1-1 0 0,-1 1 0 0 0,0 0 0 0 0,1-1 1 0 0,-1 1-1 0 0,1 0 0 0 0,-1-1 0 0 0,1 1 1 0 0,-1 0-1 0 0,1-1 0 0 0,-1 1 0 0 0,1 0 1 0 0,-1 0-1 0 0,1 0 0 0 0,0 0 0 0 0,-1 0 1 0 0,1 0-1 0 0,-1 0 0 0 0,1 0 0 0 0,-1 0 1 0 0,1 0-1 0 0,0 0 0 0 0,-1 0 0 0 0,1 0 1 0 0,-1 0-1 0 0,1 0 0 0 0,-1 0 0 0 0,1 1 1 0 0,0-1-1 0 0,0 1 10 0 0,0 0-1 0 0,-1 0 1 0 0,1 0 0 0 0,-1 0 0 0 0,1 0-1 0 0,-1 0 1 0 0,1 0 0 0 0,-1 1 0 0 0,0-1 0 0 0,1 0-1 0 0,-1 0 1 0 0,0 0 0 0 0,0 0 0 0 0,0 2 0 0 0,-3 40 1478 0 0,-11 16-194 0 0,-42 106-1 0 0,33-102-3000 0 0,-19 76 0 0 0,38-100-2559 0 0,5-27 365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22 111 2544 0 0,'39'-88'12877'0'0,"-39"87"-12819"0"0,0 1 0 0 0,0 0-1 0 0,0 0 1 0 0,0-1 0 0 0,0 1-1 0 0,0 0 1 0 0,0-1 0 0 0,0 1-1 0 0,0 0 1 0 0,0-1 0 0 0,1 1-1 0 0,-1 0 1 0 0,0 0 0 0 0,0-1-1 0 0,0 1 1 0 0,0 0 0 0 0,1 0-1 0 0,-1-1 1 0 0,0 1 0 0 0,0 0-1 0 0,1 0 1 0 0,-1 0 0 0 0,0-1-1 0 0,0 1 1 0 0,1 0 0 0 0,-1 0-1 0 0,0 0 1 0 0,1 0 0 0 0,-1 0-1 0 0,0 0 1 0 0,1 0 0 0 0,-1 0-1 0 0,0-1 1 0 0,0 1 0 0 0,1 0-1 0 0,-1 0 1 0 0,0 0 0 0 0,1 1-1 0 0,7 10 1048 0 0,2 18-66 0 0,-8-6-640 0 0,0 0 0 0 0,-1 0 1 0 0,-2 0-1 0 0,0 0 1 0 0,-8 42-1 0 0,2-33-215 0 0,-1 0 1 0 0,-2-1-1 0 0,-20 45 0 0 0,27-71-156 0 0,-6 12 81 0 0,9-16-105 0 0,0-1 0 0 0,-1 0 0 0 0,1 1 1 0 0,0-1-1 0 0,-1 0 0 0 0,1 0 0 0 0,0 1 0 0 0,-1-1 0 0 0,1 0 1 0 0,0 0-1 0 0,-1 0 0 0 0,1 0 0 0 0,-1 1 0 0 0,1-1 0 0 0,0 0 0 0 0,-1 0 1 0 0,1 0-1 0 0,-1 0 0 0 0,1 0 0 0 0,0 0 0 0 0,-1 0 0 0 0,1 0 1 0 0,-1 0-1 0 0,1 0 0 0 0,0 0 0 0 0,-1 0 0 0 0,1 0 0 0 0,-1 0 0 0 0,1-1 1 0 0,0 1-1 0 0,-1 0 0 0 0,1 0 0 0 0,0 0 0 0 0,-1-1 0 0 0,0-3-9 0 0,8-16-13 0 0,0 1 0 0 0,1-1 0 0 0,0 2 0 0 0,23-36 1 0 0,55-67-107 0 0,-64 92 74 0 0,46-47 0 0 0,-61 68 38 0 0,1 1-1 0 0,-1 1 1 0 0,2-1 0 0 0,-1 1 0 0 0,1 1 0 0 0,0 0-1 0 0,0 0 1 0 0,0 1 0 0 0,1 0 0 0 0,0 0-1 0 0,11-2 1 0 0,-17 5 13 0 0,0 0-1 0 0,0 1 1 0 0,-1 0 0 0 0,1 0-1 0 0,0 0 1 0 0,0 0 0 0 0,0 1-1 0 0,0-1 1 0 0,0 1 0 0 0,-1 0-1 0 0,1 0 1 0 0,0 0 0 0 0,-1 1-1 0 0,1 0 1 0 0,6 3 0 0 0,-6-2 0 0 0,0 0 0 0 0,0 1 1 0 0,0 0-1 0 0,0-1 1 0 0,-1 1-1 0 0,0 1 0 0 0,1-1 1 0 0,-1 0-1 0 0,-1 1 1 0 0,4 6-1 0 0,-1 1 9 0 0,-1 0-1 0 0,0 0 1 0 0,-1 0-1 0 0,0 0 1 0 0,-1 0 0 0 0,0 0-1 0 0,-1 1 1 0 0,0-1-1 0 0,-2 14 1 0 0,-4 9-3 0 0,-1-1 1 0 0,-1 1-1 0 0,-19 49 0 0 0,5-17-3117 0 0,17-56 1581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5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245 251 1464 0 0,'-21'-31'3172'0'0,"1"2"-823"0"0,-3 0-493 0 0,-2 2-424 0 0,1 1-224 0 0,1 0-224 0 0,3 7-212 0 0,1 0-132 0 0,3 4-144 0 0,2 3-120 0 0,2 1-244 0 0,2 6-364 0 0,-7 4-1196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5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721 100 908 0 0,'8'-7'1978'0'0,"-3"4"-1048"0"0,0-1-1 0 0,0 1 0 0 0,0-2 0 0 0,0 1 0 0 0,-1 0 0 0 0,0-1 1 0 0,0 0-1 0 0,0 0 0 0 0,-1 0 0 0 0,1 0 0 0 0,4-12 1 0 0,-8 17-882 0 0,0-1 1 0 0,0 0 0 0 0,0 0-1 0 0,0 0 1 0 0,0 0 0 0 0,0 0 0 0 0,0 1-1 0 0,0-1 1 0 0,0 0 0 0 0,-1 0-1 0 0,1 0 1 0 0,0 0 0 0 0,-1 1 0 0 0,1-1-1 0 0,-1 0 1 0 0,1 1 0 0 0,-1-1-1 0 0,1 0 1 0 0,-1 0 0 0 0,1 1 0 0 0,-1-1-1 0 0,0 1 1 0 0,1-1 0 0 0,-1 1-1 0 0,0-1 1 0 0,1 1 0 0 0,-1-1 0 0 0,0 1-1 0 0,0 0 1 0 0,1-1 0 0 0,-1 1-1 0 0,0 0 1 0 0,0 0 0 0 0,-1-1 0 0 0,-27-4 694 0 0,7 5-411 0 0,0 1-1 0 0,0 1 1 0 0,1 1 0 0 0,-42 10 0 0 0,-81 36 435 0 0,130-44-682 0 0,-34 13 190 0 0,1 2-1 0 0,-73 44 1 0 0,98-50-201 0 0,0 1 0 0 0,1 1 0 0 0,0 1 0 0 0,2 1-1 0 0,0 0 1 0 0,-32 42 0 0 0,46-53-51 0 0,0 1 1 0 0,1-1-1 0 0,-1 1 0 0 0,2 0 1 0 0,-1 0-1 0 0,1 0 0 0 0,0 1 1 0 0,1-1-1 0 0,0 1 0 0 0,0 0 0 0 0,0 14 1 0 0,2-16-9 0 0,0-1 1 0 0,1 1-1 0 0,0-1 1 0 0,0 1-1 0 0,0-1 1 0 0,1 0-1 0 0,0 1 1 0 0,0-1-1 0 0,0 0 1 0 0,1 0-1 0 0,0-1 1 0 0,0 1 0 0 0,1 0-1 0 0,0-1 1 0 0,0 0-1 0 0,6 7 1 0 0,3 0-74 0 0,0-1 1 0 0,1 0 0 0 0,0-1 0 0 0,0 0 0 0 0,1-1-1 0 0,1-1 1 0 0,23 10 0 0 0,-16-10-1403 0 0,-1-1 1 0 0,1 0-1 0 0,0-2 0 0 0,46 6 1 0 0,-35-11-2925 0 0,0-1-1953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05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3376 0 0,'10'-5'3501'0'0,"-1"1"-785"0"0,1-3-672 0 0,-3 0-384 0 0,2-1-344 0 0,-4 1-260 0 0,2-3-199 0 0,-2 1-173 0 0,-2 0-152 0 0,-1-3-132 0 0,0 4-352 0 0,-1-1-376 0 0,-2-1-352 0 0,-6-4-1973 0 0,-9 2-3395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1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29 700 0 0,'-16'-3'784'0'0,"2"-2"-240"0"0,2 1 232 0 0,-7-1-308 0 0,4 0-200 0 0,0 2-28 0 0,3-1-204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15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40 0 0,'0'0'2142'0'0,"13"-3"-344"0"0,-12 3-1796 0 0,0 0 1 0 0,1 0-1 0 0,-1 0 1 0 0,0 0 0 0 0,1 0-1 0 0,-1 1 1 0 0,0-1-1 0 0,0 0 1 0 0,1 1-1 0 0,-1-1 1 0 0,0 1 0 0 0,0-1-1 0 0,0 1 1 0 0,2 1-1 0 0,-2-1 65 0 0,-1-10-1316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22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1 372 0 0,'0'0'228'0'0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19:28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0 180 0 0,'-33'4'968'0'0,"0"-1"-252"0"0,-3-1-152 0 0,-1-2-136 0 0,2 2-96 0 0,4-2-64 0 0,5 1-128 0 0,2 1-152 0 0,6 0-144 0 0,4 1-916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280 161 1260 0 0,'4'-16'3804'0'0,"-2"12"-3249"0"0,-1-1-1 0 0,0 1 0 0 0,0 0 0 0 0,0 0 0 0 0,0 0 0 0 0,-1 0 0 0 0,0-1 0 0 0,0 1 1 0 0,0 0-1 0 0,0-1 0 0 0,-1 1 0 0 0,1 0 0 0 0,-1 0 0 0 0,0 0 0 0 0,-1 0 1 0 0,-1-6-1 0 0,2 9-280 0 0,-11-1 210 0 0,10 2-466 0 0,1 0 1 0 0,0-1 0 0 0,-1 1 0 0 0,1 0-1 0 0,0 0 1 0 0,0 0 0 0 0,-1 0 0 0 0,1 0-1 0 0,0 0 1 0 0,-1 0 0 0 0,1 0 0 0 0,0 1-1 0 0,0-1 1 0 0,-1 0 0 0 0,1 1 0 0 0,0-1-1 0 0,0 1 1 0 0,-2 1 0 0 0,-11 7 36 0 0,0 1-1 0 0,1 1 1 0 0,0 0 0 0 0,1 0 0 0 0,1 1 0 0 0,0 1 0 0 0,0 0 0 0 0,-11 20-1 0 0,-8 15 13 0 0,-24 57-1 0 0,47-91-47 0 0,1 1 1 0 0,1 0-1 0 0,0 0 1 0 0,1 0-1 0 0,0 0 1 0 0,1 1-1 0 0,1 0 1 0 0,1-1-1 0 0,0 22 1 0 0,1-32-12 0 0,0 0 1 0 0,1 1 0 0 0,-1-1 0 0 0,1 0 0 0 0,1 1 0 0 0,-1-1 0 0 0,1 0 0 0 0,0 0 0 0 0,0 0 0 0 0,0 0 0 0 0,1 0 0 0 0,0-1 0 0 0,0 1 0 0 0,0-1 0 0 0,0 0 0 0 0,1 0 0 0 0,-1 0 0 0 0,1 0 0 0 0,0 0-1 0 0,1-1 1 0 0,-1 0 0 0 0,0 0 0 0 0,1 0 0 0 0,0 0 0 0 0,0-1 0 0 0,-1 0 0 0 0,1 0 0 0 0,1 0 0 0 0,-1 0 0 0 0,8 0 0 0 0,-4 0 8 0 0,1-1 0 0 0,-1 0 0 0 0,1 0 0 0 0,-1-1 0 0 0,1-1 0 0 0,-1 0 0 0 0,1 0 0 0 0,-1-1 0 0 0,0 0 0 0 0,0 0 0 0 0,1-1 0 0 0,-2 0 1 0 0,1-1-1 0 0,0 0 0 0 0,-1 0 0 0 0,0-1 0 0 0,0 0 0 0 0,8-7 0 0 0,-7 5 9 0 0,-1 0-1 0 0,0-1 1 0 0,0 0 0 0 0,-1 0 0 0 0,0-1 0 0 0,-1 0-1 0 0,1 0 1 0 0,-2-1 0 0 0,1 0 0 0 0,-1 0-1 0 0,-1 0 1 0 0,0 0 0 0 0,0-1 0 0 0,3-21 0 0 0,-5 13-9 0 0,0 0 1 0 0,-2 0-1 0 0,0 1 1 0 0,-1-1-1 0 0,-1 0 1 0 0,-1 0-1 0 0,0 1 1 0 0,-13-35-1 0 0,11 36-16 0 0,-2 0 0 0 0,0 1 0 0 0,-1 0 0 0 0,-1 0 0 0 0,0 1 0 0 0,-1 0 0 0 0,-1 1-1 0 0,0 0 1 0 0,-21-19 0 0 0,22 25-11 0 0,-1 0 0 0 0,0 1 0 0 0,0 0 0 0 0,-1 1-1 0 0,0 0 1 0 0,0 1 0 0 0,-19-6 0 0 0,27 10 9 0 0,1 1-1 0 0,-1-1 1 0 0,1 0 0 0 0,-1 1 0 0 0,0 0 0 0 0,1 0-1 0 0,-1 0 1 0 0,1 0 0 0 0,-1 1 0 0 0,1-1-1 0 0,-1 1 1 0 0,1 0 0 0 0,-1 0 0 0 0,1 0-1 0 0,0 1 1 0 0,-1-1 0 0 0,1 1 0 0 0,0-1-1 0 0,0 1 1 0 0,-5 5 0 0 0,5-5-76 0 0,1-1 0 0 0,0 1 0 0 0,0 0 0 0 0,0 1-1 0 0,0-1 1 0 0,0 0 0 0 0,1 0 0 0 0,-1 1 0 0 0,1-1 0 0 0,-1 1 0 0 0,1 0 0 0 0,0-1 0 0 0,0 1 0 0 0,0 0-1 0 0,1 0 1 0 0,-1-1 0 0 0,0 1 0 0 0,1 0 0 0 0,0 0 0 0 0,0 0 0 0 0,0 0 0 0 0,0 0 0 0 0,0 0 0 0 0,1 4-1 0 0,2 1-413 0 0,0 1-1 0 0,0-1 0 0 0,0-1 1 0 0,1 1-1 0 0,0 0 0 0 0,1-1 0 0 0,-1 0 1 0 0,11 12-1 0 0,15 8-4390 0 0,-14-16 1054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2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0 133 732 0 0,'15'-35'9144'0'0,"-2"5"-4965"0"0,-11 28-4042 0 0,-1 1-1 0 0,1-1 0 0 0,0 1 0 0 0,0 0 0 0 0,-1 0 1 0 0,1 0-1 0 0,0 0 0 0 0,0 0 0 0 0,0 0 1 0 0,0 0-1 0 0,0 0 0 0 0,1 1 0 0 0,-1-1 1 0 0,0 1-1 0 0,0 0 0 0 0,0-1 0 0 0,0 1 1 0 0,1 0-1 0 0,-1 0 0 0 0,0 1 0 0 0,0-1 0 0 0,0 0 1 0 0,3 1-1 0 0,0 1-72 0 0,-1-1 1 0 0,0 1-1 0 0,1 0 0 0 0,-1 0 1 0 0,0 0-1 0 0,-1 0 0 0 0,1 1 1 0 0,0 0-1 0 0,-1 0 0 0 0,1 0 1 0 0,-1 0-1 0 0,0 0 0 0 0,0 1 1 0 0,0-1-1 0 0,0 1 0 0 0,-1 0 1 0 0,1 0-1 0 0,1 4 0 0 0,2 3 8 0 0,-1 1-1 0 0,-1-1 0 0 0,0 1 1 0 0,-1 0-1 0 0,3 16 0 0 0,-4-11-39 0 0,0 0 0 0 0,-2 0 0 0 0,0 0 1 0 0,-1 0-1 0 0,0 0 0 0 0,-2 0 0 0 0,-5 22 0 0 0,-7 11 419 0 0,-21 51 0 0 0,26-76 38 0 0,3-8 518 0 0,8-25-376 0 0,11-30-351 0 0,11-12-257 0 0,3 0 0 0 0,1 2 1 0 0,3 1-1 0 0,2 1 0 0 0,2 1 0 0 0,45-45 0 0 0,-62 72-401 0 0,1 1 0 0 0,1 1 0 0 0,25-18 0 0 0,-33 28-608 0 0,0 0-1 0 0,0 0 0 0 0,13-4 0 0 0,-15 7-835 0 0,0 0-1 0 0,0 1 0 0 0,0 0 0 0 0,17-1 0 0 0,-9 3-3903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5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72 1264 0 0,'4'-13'3849'0'0,"-1"-1"-1"0"0,-1 0 1 0 0,1-17-1 0 0,-14 63-2040 0 0,-26 157-335 0 0,33-151-2464 0 0,1 0 1 0 0,2 0-1 0 0,5 41 1 0 0,-4-73 489 0 0,1 0-1 0 0,0-1 1 0 0,0 1 0 0 0,1-1 0 0 0,-1 1-1 0 0,3 4 1 0 0,-3-8 12 0 0,0 0 0 0 0,1 0-1 0 0,-1 0 1 0 0,0 0 0 0 0,0 0 0 0 0,1-1-1 0 0,-1 1 1 0 0,1-1 0 0 0,0 1 0 0 0,-1-1-1 0 0,4 2 1 0 0,5 2-3704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5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237 132 2104 0 0,'8'-13'1607'0'0,"18"-35"4087"0"0,-24 44-5330 0 0,-1 1 0 0 0,0-1 0 0 0,1 0 0 0 0,-1 1-1 0 0,-1-1 1 0 0,1 0 0 0 0,-1 0 0 0 0,1 0-1 0 0,-1 0 1 0 0,0 1 0 0 0,-1-7 0 0 0,0 8-297 0 0,0 1 1 0 0,0 0-1 0 0,1 0 1 0 0,-1-1-1 0 0,0 1 1 0 0,0 0-1 0 0,0 0 1 0 0,0 0-1 0 0,0 0 1 0 0,0 0-1 0 0,-1 0 1 0 0,1 0 0 0 0,0 1-1 0 0,0-1 1 0 0,-1 0-1 0 0,1 1 1 0 0,0-1-1 0 0,-1 1 1 0 0,1-1-1 0 0,-1 1 1 0 0,1 0-1 0 0,-1-1 1 0 0,1 1-1 0 0,-1 0 1 0 0,1 0-1 0 0,-1 0 1 0 0,1 0 0 0 0,-1 0-1 0 0,1 1 1 0 0,-3 0-1 0 0,-1 0-22 0 0,0 0 0 0 0,-1 1 0 0 0,1 0 0 0 0,0 0 0 0 0,1 1 0 0 0,-1-1 0 0 0,0 1-1 0 0,1 0 1 0 0,-1 0 0 0 0,1 0 0 0 0,0 1 0 0 0,0 0 0 0 0,0-1 0 0 0,1 1 0 0 0,-1 1 0 0 0,1-1 0 0 0,0 0 0 0 0,0 1 0 0 0,-2 6-1 0 0,3-7-32 0 0,1 0-1 0 0,0-1 0 0 0,0 1 0 0 0,0 0 0 0 0,0 0 1 0 0,1 0-1 0 0,-1 1 0 0 0,1-1 0 0 0,0 0 0 0 0,0 0 1 0 0,1 0-1 0 0,-1 0 0 0 0,1 0 0 0 0,0 0 0 0 0,0 0 1 0 0,0 0-1 0 0,1-1 0 0 0,-1 1 0 0 0,1 0 0 0 0,0-1 1 0 0,0 1-1 0 0,0-1 0 0 0,1 1 0 0 0,-1-1 0 0 0,5 4 1 0 0,10 10 18 0 0,0-2 0 0 0,23 16 0 0 0,-24-20 7 0 0,-1 1 0 0 0,0 0 1 0 0,25 28-1 0 0,-39-38 1 0 0,0-1-1 0 0,1 1 1 0 0,-1 0 0 0 0,0 0 0 0 0,0 0-1 0 0,0 0 1 0 0,0 0 0 0 0,0 0 0 0 0,-1 0-1 0 0,1 0 1 0 0,0 0 0 0 0,-1 0 0 0 0,0 0-1 0 0,1 0 1 0 0,-1 1 0 0 0,0-1 0 0 0,0 0-1 0 0,0 0 1 0 0,-1 3 0 0 0,0-2-13 0 0,0-1 1 0 0,0 0-1 0 0,0 1 1 0 0,0-1-1 0 0,0 0 0 0 0,-1 0 1 0 0,1 1-1 0 0,-1-1 1 0 0,0 0-1 0 0,1-1 0 0 0,-1 1 1 0 0,0 0-1 0 0,0 0 1 0 0,0-1-1 0 0,0 1 0 0 0,-4 1 1 0 0,-5 3-15 0 0,0-1 0 0 0,-1 0 0 0 0,1 0 1 0 0,-1-1-1 0 0,-1-1 0 0 0,1 0 0 0 0,0-1 1 0 0,0 0-1 0 0,-1-1 0 0 0,-21 0 0 0 0,22-1-478 0 0,1-2 0 0 0,-1 1-1 0 0,1-1 1 0 0,0-1-1 0 0,-12-3 1 0 0,15 3-551 0 0,1-1 1 0 0,-1 1 0 0 0,1-1-1 0 0,0 0 1 0 0,0-1-1 0 0,0 1 1 0 0,-9-9-1 0 0,2-3-4237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5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2012 0 0,'5'-19'2228'0'0,"0"5"-427"0"0,0-1-261 0 0,-3 3-212 0 0,3 0-276 0 0,-3 0-200 0 0,-1 3-152 0 0,3 1 252 0 0,-1-8-336 0 0,1 6-440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3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80 810 1904 0 0,'-5'-1'858'0'0,"-32"-5"3283"0"0,36 6-3974 0 0,-1 0-1 0 0,1 0 1 0 0,-1 0-1 0 0,1 0 1 0 0,0 0-1 0 0,-1 0 1 0 0,1 1-1 0 0,-1-1 1 0 0,1 0-1 0 0,0 1 1 0 0,-1 0-1 0 0,1-1 1 0 0,0 1-1 0 0,0 0 1 0 0,-1-1-1 0 0,1 1 1 0 0,0 0-1 0 0,0 0 1 0 0,0 0-1 0 0,0 0 1 0 0,0 0-1 0 0,0 0 1 0 0,0 0-1 0 0,0 2 1 0 0,-1 2 29 0 0,1 0 0 0 0,0 0 0 0 0,0 0 0 0 0,0 0 0 0 0,1 0 0 0 0,0 0 0 0 0,0 0 0 0 0,0 0 0 0 0,0 0 0 0 0,1 0 0 0 0,0 0 0 0 0,0 0 0 0 0,0-1 0 0 0,1 1 0 0 0,0 0 0 0 0,0 0 0 0 0,0-1 0 0 0,0 1 0 0 0,4 5 0 0 0,-3-5-92 0 0,0 0 0 0 0,0 0 0 0 0,1-1 0 0 0,-1 1 0 0 0,1 0 0 0 0,0-1 0 0 0,0 0 0 0 0,0 0 0 0 0,1 0 0 0 0,0-1 0 0 0,-1 0 0 0 0,1 1 0 0 0,1-2 0 0 0,-1 1 0 0 0,0-1 0 0 0,11 4 0 0 0,-7-4-63 0 0,0-2 0 0 0,-1 1 0 0 0,1-1 1 0 0,0 0-1 0 0,0-1 0 0 0,-1 0 0 0 0,1-1 0 0 0,-1 0 0 0 0,1 0 0 0 0,7-3 0 0 0,-3 0-16 0 0,-1-1 0 0 0,1-1 0 0 0,-2 1 0 0 0,1-2 0 0 0,19-15 0 0 0,-10 4-41 0 0,-1-2 0 0 0,-1 0 0 0 0,-1-1 0 0 0,0 0 0 0 0,21-38 0 0 0,14-40-177 0 0,60-160-1 0 0,-70 153 63 0 0,76-138 0 0 0,-116 239 114 0 0,1 1 1 0 0,0-1 0 0 0,0 1-1 0 0,0 0 1 0 0,10-9-1 0 0,-3 8-5 0 0,-10 6 24 0 0,0-1 0 0 0,0 1 0 0 0,0 0 0 0 0,0 0 0 0 0,0 0 0 0 0,0 0 0 0 0,1 0 0 0 0,-1 1 0 0 0,0-1 0 0 0,0 0 0 0 0,0 0 0 0 0,0 1 0 0 0,0-1 0 0 0,0 1 0 0 0,0-1 0 0 0,0 1 0 0 0,0-1 0 0 0,-1 1 0 0 0,1-1 0 0 0,0 1 0 0 0,1 1 0 0 0,0 0 11 0 0,0 0 0 0 0,-1 0-1 0 0,1 1 1 0 0,-1-1 0 0 0,1 1 0 0 0,-1-1 0 0 0,0 1 0 0 0,1 3 0 0 0,1 5 72 0 0,0 0 0 0 0,2 24 0 0 0,-5-34-81 0 0,3 41 140 0 0,-2 0 1 0 0,-2 0 0 0 0,-6 43-1 0 0,-28 124 171 0 0,0-52-38 0 0,-14 71-2351 0 0,49-214 868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3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43 1456 0 0,'-132'-38'15722'0'0,"145"36"-15401"0"0,0 1 1 0 0,-1 0 0 0 0,1 0 0 0 0,18 2 0 0 0,6 0-99 0 0,391 13-1069 0 0,-348-4-1730 0 0,-30 1-5027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40 2376 0 0,'-1'-2'2020'0'0,"1"0"-1723"0"0,0 0-1 0 0,-1 0 1 0 0,0 1-1 0 0,1-1 1 0 0,-1 0-1 0 0,0 1 1 0 0,0-1-1 0 0,0 0 0 0 0,0 1 1 0 0,0-1-1 0 0,0 1 1 0 0,0 0-1 0 0,0-1 1 0 0,-1 1-1 0 0,1 0 1 0 0,-1 0-1 0 0,1 0 1 0 0,-1 0-1 0 0,1 0 1 0 0,-1 0-1 0 0,1 0 0 0 0,-4-1 1 0 0,1 1 33 0 0,0 0 0 0 0,0 0 1 0 0,-1 1-1 0 0,1-1 0 0 0,-1 1 1 0 0,1 0-1 0 0,-1 0 0 0 0,1 0 0 0 0,-6 2 1 0 0,-4 1 103 0 0,1 0 0 0 0,-1 1 1 0 0,1 1-1 0 0,0 0 0 0 0,-17 10 1 0 0,6-1-114 0 0,2 0-1 0 0,0 2 1 0 0,1 1 0 0 0,0 1 0 0 0,-23 26 0 0 0,32-31-246 0 0,0 1-1 0 0,1 1 0 0 0,1 0 0 0 0,1 0 0 0 0,0 1 1 0 0,1 0-1 0 0,0 1 0 0 0,-9 32 0 0 0,15-43-84 0 0,1-1 0 0 0,0 1 0 0 0,0 0 0 0 0,1-1-1 0 0,-1 1 1 0 0,1 0 0 0 0,1 0 0 0 0,-1-1 0 0 0,1 1 0 0 0,0 0 0 0 0,0-1 0 0 0,1 1-1 0 0,-1 0 1 0 0,1-1 0 0 0,0 0 0 0 0,1 1 0 0 0,-1-1 0 0 0,1 0 0 0 0,0 0 0 0 0,4 4-1 0 0,0-2-134 0 0,-1 0 0 0 0,1-1 0 0 0,0 0 0 0 0,0 0 0 0 0,1-1 0 0 0,0 1 0 0 0,0-2 0 0 0,0 1 0 0 0,1-1 0 0 0,-1-1 0 0 0,17 6 0 0 0,-3-4-228 0 0,2 0-1 0 0,-1-1 1 0 0,0-2 0 0 0,1 0-1 0 0,-1-2 1 0 0,1 0-1 0 0,0-2 1 0 0,-1 0-1 0 0,0-2 1 0 0,1 0 0 0 0,-2-2-1 0 0,1 0 1 0 0,27-13-1 0 0,-29 11 312 0 0,-1-1 0 0 0,0-2-1 0 0,-1 0 1 0 0,0 0 0 0 0,-1-2-1 0 0,0 0 1 0 0,-1-1 0 0 0,-1-1-1 0 0,0-1 1 0 0,-1 0-1 0 0,-1-1 1 0 0,0-1 0 0 0,-1 0-1 0 0,13-26 1 0 0,-22 37 266 0 0,-1-1 1 0 0,0 0-1 0 0,0 1 0 0 0,0-1 0 0 0,1-11 1 0 0,-4 15-61 0 0,1 0 1 0 0,-1 1-1 0 0,0-1 1 0 0,0 0-1 0 0,0 1 1 0 0,-1-1-1 0 0,1 0 0 0 0,-1 1 1 0 0,0-1-1 0 0,0 1 1 0 0,0-1-1 0 0,0 1 1 0 0,-4-6-1 0 0,5 8-108 0 0,-1 1 0 0 0,1-1 0 0 0,-1 1 0 0 0,1-1 0 0 0,-1 1 0 0 0,1-1 0 0 0,-1 1 0 0 0,1-1 0 0 0,-1 1 0 0 0,1 0 0 0 0,-1-1-1 0 0,1 1 1 0 0,-1 0 0 0 0,0 0 0 0 0,1-1 0 0 0,-1 1 0 0 0,0 0 0 0 0,1 0 0 0 0,-1 0 0 0 0,0 0 0 0 0,1 0 0 0 0,-1 0 0 0 0,0 0 0 0 0,1 0-1 0 0,-1 0 1 0 0,0 0 0 0 0,1 0 0 0 0,-2 1 0 0 0,-16 7 473 0 0,12-4-421 0 0,0 1 1 0 0,0 1 0 0 0,0-1 0 0 0,0 1 0 0 0,1 0 0 0 0,0 1 0 0 0,0-1 0 0 0,1 1 0 0 0,0 0 0 0 0,0 0 0 0 0,0 0 0 0 0,1 0 0 0 0,0 1 0 0 0,0 0 0 0 0,1-1 0 0 0,0 1 0 0 0,1 0 0 0 0,0 0 0 0 0,-1 16-1 0 0,2-18-74 0 0,0 1-1 0 0,0 0 0 0 0,1-1 1 0 0,0 1-1 0 0,0-1 0 0 0,1 1 0 0 0,0-1 1 0 0,0 0-1 0 0,0 0 0 0 0,1 0 1 0 0,0 0-1 0 0,0 0 0 0 0,0 0 0 0 0,1-1 1 0 0,0 1-1 0 0,0-1 0 0 0,0 0 0 0 0,1 0 1 0 0,0-1-1 0 0,-1 0 0 0 0,2 1 1 0 0,-1-1-1 0 0,0-1 0 0 0,10 6 0 0 0,-5-5 2 0 0,0 0-1 0 0,0 0 0 0 0,0-1 1 0 0,0-1-1 0 0,1 1 0 0 0,-1-2 1 0 0,0 1-1 0 0,1-2 0 0 0,0 1 0 0 0,-1-1 1 0 0,1-1-1 0 0,-1 0 0 0 0,14-3 1 0 0,-17 2-13 0 0,0 0 0 0 0,0 0 0 0 0,-1 0 1 0 0,1-1-1 0 0,-1 0 0 0 0,1-1 0 0 0,-1 1 0 0 0,0-1 1 0 0,0 0-1 0 0,-1-1 0 0 0,1 1 0 0 0,-1-1 0 0 0,0 0 1 0 0,-1-1-1 0 0,1 1 0 0 0,-1-1 0 0 0,0 0 0 0 0,0 0 1 0 0,-1 0-1 0 0,5-10 0 0 0,-4 3-6 0 0,0 1-1 0 0,0-1 1 0 0,-2 1-1 0 0,1-1 1 0 0,-2 0-1 0 0,0 0 1 0 0,0 0-1 0 0,-1 0 0 0 0,-1 0 1 0 0,0 0-1 0 0,-4-18 1 0 0,3 24-2 0 0,1-1 0 0 0,-1 1 0 0 0,-1 1 0 0 0,1-1 0 0 0,-1 0-1 0 0,0 0 1 0 0,-1 1 0 0 0,0 0 0 0 0,0 0 0 0 0,0 0 0 0 0,0 0 0 0 0,-1 1 0 0 0,0-1 0 0 0,-1 1 0 0 0,1 0 0 0 0,-1 1-1 0 0,0-1 1 0 0,0 1 0 0 0,0 1 0 0 0,0-1 0 0 0,-12-4 0 0 0,12 6 2 0 0,-1 1 0 0 0,1 0 0 0 0,-1 0 0 0 0,1 1 0 0 0,-1 0 0 0 0,1 0 0 0 0,0 0 0 0 0,-1 1 0 0 0,1 0 0 0 0,-1 0 0 0 0,1 1 0 0 0,0 0 0 0 0,0 0 0 0 0,0 0 0 0 0,0 1 0 0 0,-10 5 0 0 0,10-4 9 0 0,0-1-1 0 0,0 1 1 0 0,0 0 0 0 0,1 0 0 0 0,0 0-1 0 0,0 1 1 0 0,0 0 0 0 0,1 0 0 0 0,-1 0-1 0 0,1 1 1 0 0,1-1 0 0 0,-1 1 0 0 0,1 0 0 0 0,0 0-1 0 0,-5 13 1 0 0,7-17-1 0 0,1 1 0 0 0,-1-1-1 0 0,1 1 1 0 0,0-1 0 0 0,0 1 0 0 0,0 0 0 0 0,0-1 0 0 0,0 1-1 0 0,0-1 1 0 0,1 1 0 0 0,-1-1 0 0 0,1 1 0 0 0,0-1-1 0 0,0 1 1 0 0,0-1 0 0 0,0 0 0 0 0,0 1 0 0 0,2 1-1 0 0,0 0 3 0 0,-1-1-1 0 0,1 0 0 0 0,0 0 0 0 0,0 0 0 0 0,1-1 0 0 0,-1 1 0 0 0,1-1 0 0 0,-1 1 0 0 0,1-1 0 0 0,5 2 0 0 0,1 0-2 0 0,1-1-1 0 0,-1 1 1 0 0,1-2-1 0 0,0 0 1 0 0,0 0 0 0 0,0-1-1 0 0,19 0 1 0 0,-14-2-26 0 0,1-1 0 0 0,-1 0 0 0 0,0-2-1 0 0,0 0 1 0 0,15-6 0 0 0,76-36-131 0 0,-78 32 85 0 0,0 0 1 0 0,1 3-1 0 0,44-12 1 0 0,-70 22 65 0 0,0 0-1 0 0,0 0 1 0 0,0 0-1 0 0,0 1 1 0 0,0 0-1 0 0,0-1 1 0 0,0 2-1 0 0,0-1 1 0 0,0 0-1 0 0,0 1 1 0 0,0 0-1 0 0,0 0 1 0 0,0 0-1 0 0,0 0 1 0 0,0 1-1 0 0,-1-1 1 0 0,1 1-1 0 0,0 0 1 0 0,-1 0-1 0 0,1 0 1 0 0,-1 1-1 0 0,0-1 1 0 0,0 1-1 0 0,0 0 1 0 0,0 0-1 0 0,0 0 1 0 0,-1 0-1 0 0,1 0 1 0 0,-1 1-1 0 0,0-1 1 0 0,0 1 0 0 0,0-1-1 0 0,-1 1 1 0 0,3 6-1 0 0,-1 2 18 0 0,0 0-1 0 0,0 0 0 0 0,-1 0 1 0 0,-1 1-1 0 0,0-1 1 0 0,-1 1-1 0 0,0-1 1 0 0,-1 0-1 0 0,0 1 1 0 0,-4 13-1 0 0,1-10 31 0 0,0 0 0 0 0,-1 0 1 0 0,-1-1-1 0 0,0 1 0 0 0,-15 22 0 0 0,20-36-6 0 0,1-3-35 0 0,-1 1 0 0 0,1-1-1 0 0,-1 0 1 0 0,1 0-1 0 0,-1 1 1 0 0,1-1-1 0 0,-1 0 1 0 0,1 0 0 0 0,0 0-1 0 0,0 1 1 0 0,-1-1-1 0 0,1 0 1 0 0,0 0-1 0 0,0 0 1 0 0,0 0 0 0 0,0 0-1 0 0,0 0 1 0 0,0 1-1 0 0,0-1 1 0 0,0-1-1 0 0,6-29-23 0 0,1 1 0 0 0,2 1-1 0 0,0-1 1 0 0,2 1-1 0 0,2 1 1 0 0,20-37-1 0 0,-25 54 10 0 0,0-1-1 0 0,0 1 0 0 0,1 0 0 0 0,1 1 0 0 0,0 0 0 0 0,0 0 0 0 0,1 1 1 0 0,0 1-1 0 0,23-14 0 0 0,-30 19 16 0 0,1 0-1 0 0,-1 1 1 0 0,1 0 0 0 0,0 0-1 0 0,0 1 1 0 0,-1-1 0 0 0,1 1-1 0 0,0 0 1 0 0,1 0 0 0 0,-1 1-1 0 0,0 0 1 0 0,0-1 0 0 0,0 2-1 0 0,0-1 1 0 0,0 1 0 0 0,0-1 0 0 0,0 1-1 0 0,0 1 1 0 0,0-1 0 0 0,0 1-1 0 0,0 0 1 0 0,-1 0 0 0 0,1 0-1 0 0,-1 0 1 0 0,1 1 0 0 0,-1 0-1 0 0,0 0 1 0 0,0 0 0 0 0,0 1-1 0 0,4 4 1 0 0,-3-2 11 0 0,1 0 0 0 0,-2 1 0 0 0,1 0 0 0 0,-1 0-1 0 0,0 0 1 0 0,0 0 0 0 0,-1 1 0 0 0,0 0 0 0 0,0-1 0 0 0,-1 1 0 0 0,3 14 0 0 0,-2 4 15 0 0,-1 0 0 0 0,-2 35 0 0 0,1 20 16 0 0,-1-78-110 0 0,0-1 1 0 0,1 0 0 0 0,-1 0 0 0 0,1-1-1 0 0,-1 1 1 0 0,1 0 0 0 0,-1 0 0 0 0,1 0-1 0 0,0 0 1 0 0,0 0 0 0 0,0-1-1 0 0,0 1 1 0 0,0 0 0 0 0,1-1 0 0 0,-1 1-1 0 0,0-1 1 0 0,1 1 0 0 0,-1-1 0 0 0,1 1-1 0 0,-1-1 1 0 0,1 0 0 0 0,0 0-1 0 0,0 0 1 0 0,-1 0 0 0 0,1 0 0 0 0,0-1-1 0 0,0 1 1 0 0,0 0 0 0 0,0-1 0 0 0,0 1-1 0 0,0-1 1 0 0,0 0 0 0 0,0 0-1 0 0,4 0 1 0 0,6 0-1486 0 0,0-1 0 0 0,0 0 0 0 0,0-1 0 0 0,19-5 0 0 0,-27 6 785 0 0,26-6-4712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64 144 168 0 0,'-17'-19'16689'0'0,"18"21"-16663"0"0,-1-1 0 0 0,1 0 1 0 0,-1 0-1 0 0,1 0 0 0 0,-1 0 1 0 0,1 0-1 0 0,0 0 0 0 0,0 1 0 0 0,-1-2 1 0 0,1 1-1 0 0,0 0 0 0 0,0 0 1 0 0,0 0-1 0 0,0 0 0 0 0,0 0 0 0 0,0-1 1 0 0,0 1-1 0 0,1-1 0 0 0,-1 1 1 0 0,0 0-1 0 0,2-1 0 0 0,0 1 7 0 0,1 0 1 0 0,0 0-1 0 0,0-1 1 0 0,-1 1-1 0 0,1-1 1 0 0,0 0-1 0 0,5-1 0 0 0,1 0-5 0 0,1-1 0 0 0,-1 0 0 0 0,0-1 0 0 0,13-5 0 0 0,-19 7-21 0 0,0-1 1 0 0,0 1 0 0 0,0-1-1 0 0,-1 0 1 0 0,1 0 0 0 0,0 0-1 0 0,-1-1 1 0 0,1 1 0 0 0,-1-1-1 0 0,0 0 1 0 0,0 0 0 0 0,0 0-1 0 0,-1 0 1 0 0,1-1 0 0 0,-1 1-1 0 0,1-1 1 0 0,-1 0 0 0 0,0 1-1 0 0,0-1 1 0 0,-1 0 0 0 0,1 0-1 0 0,-1 0 1 0 0,1-7 0 0 0,-1 9-6 0 0,-1 0 0 0 0,0 0 0 0 0,1 0 1 0 0,-1 0-1 0 0,0 0 0 0 0,0 1 1 0 0,0-1-1 0 0,-1 0 0 0 0,1 0 0 0 0,0 0 1 0 0,-1 0-1 0 0,1 0 0 0 0,-1 1 1 0 0,0-1-1 0 0,1 0 0 0 0,-1 1 0 0 0,0-1 1 0 0,0 0-1 0 0,0 1 0 0 0,0-1 1 0 0,-1 1-1 0 0,1-1 0 0 0,0 1 0 0 0,0 0 1 0 0,-1 0-1 0 0,1-1 0 0 0,-1 1 0 0 0,1 0 1 0 0,-1 0-1 0 0,0 0 0 0 0,1 1 1 0 0,-1-1-1 0 0,0 0 0 0 0,0 1 0 0 0,0-1 1 0 0,1 1-1 0 0,-1-1 0 0 0,0 1 1 0 0,0 0-1 0 0,0 0 0 0 0,0 0 0 0 0,0 0 1 0 0,1 0-1 0 0,-5 1 0 0 0,-1-1-5 0 0,-1 2 0 0 0,1-1-1 0 0,0 1 1 0 0,-1 0 0 0 0,1 0-1 0 0,0 1 1 0 0,0 0 0 0 0,-12 8-1 0 0,8-3 17 0 0,1 0 0 0 0,0 1 0 0 0,0 0 0 0 0,1 0 0 0 0,0 1-1 0 0,1 1 1 0 0,0 0 0 0 0,-8 14 0 0 0,13-20-7 0 0,1 0 1 0 0,0 0-1 0 0,0 0 1 0 0,1 0-1 0 0,-1 0 0 0 0,1 0 1 0 0,0 0-1 0 0,0 0 1 0 0,1 0-1 0 0,0 8 0 0 0,0-9-3 0 0,0 0 0 0 0,1-1 0 0 0,0 1 0 0 0,0 0 0 0 0,0-1 0 0 0,1 1-1 0 0,-1-1 1 0 0,1 0 0 0 0,0 1 0 0 0,-1-1 0 0 0,1 0 0 0 0,1 0 0 0 0,-1 0-1 0 0,0 0 1 0 0,1-1 0 0 0,3 4 0 0 0,2 0-9 0 0,-1-1 0 0 0,1 0-1 0 0,0-1 1 0 0,1 0 0 0 0,-1 0 0 0 0,0 0 0 0 0,1-1-1 0 0,0-1 1 0 0,0 1 0 0 0,0-2 0 0 0,12 2 0 0 0,15 0-1034 0 0,54-2 0 0 0,-84-1 829 0 0,145-12-7584 0 0,-93 4 2026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8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477 512 1528 0 0,'-1'-16'4719'0'0,"-2"11"-4381"0"0,1 1 0 0 0,-1 0-1 0 0,0 0 1 0 0,0 0-1 0 0,0 0 1 0 0,0 1 0 0 0,-1-1-1 0 0,0 1 1 0 0,1 0 0 0 0,-1 0-1 0 0,0 0 1 0 0,-1 1 0 0 0,1-1-1 0 0,0 1 1 0 0,-1 0 0 0 0,1 0-1 0 0,-1 1 1 0 0,-8-3 0 0 0,3 2-45 0 0,0-1 1 0 0,0 2 0 0 0,0-1-1 0 0,-1 1 1 0 0,1 1 0 0 0,0 0 0 0 0,-1 0-1 0 0,-11 2 1 0 0,7 2-119 0 0,1 0 1 0 0,0 1-1 0 0,0 1 0 0 0,0 0 0 0 0,1 1 1 0 0,0 0-1 0 0,0 1 0 0 0,1 0 0 0 0,0 1 1 0 0,0 1-1 0 0,-16 17 0 0 0,14-12-99 0 0,1 0 0 0 0,0 1 0 0 0,1 1-1 0 0,1 0 1 0 0,0 0 0 0 0,1 1 0 0 0,-14 38 0 0 0,22-50-60 0 0,0 1 0 0 0,0 0 1 0 0,1 0-1 0 0,-1 0 0 0 0,2 0 1 0 0,-1 0-1 0 0,1 0 1 0 0,0 0-1 0 0,0 0 0 0 0,1 0 1 0 0,1 8-1 0 0,0-10-35 0 0,-1 0 0 0 0,1-1 0 0 0,0 1 0 0 0,0-1 0 0 0,0 0 0 0 0,1 1-1 0 0,-1-1 1 0 0,1 0 0 0 0,0 0 0 0 0,0-1 0 0 0,1 1 0 0 0,-1-1 0 0 0,1 1 0 0 0,0-1 0 0 0,-1 0 0 0 0,10 4 0 0 0,1 1-313 0 0,0-2 1 0 0,1 0 0 0 0,0-1 0 0 0,0-1-1 0 0,0 0 1 0 0,1-1 0 0 0,-1 0 0 0 0,27 0-1 0 0,2-3-1161 0 0,82-9 0 0 0,-70 1 529 0 0,0-2 0 0 0,-1-3-1 0 0,83-30 1 0 0,-105 30 1065 0 0,-1-1 0 0 0,0-2 0 0 0,-1-1-1 0 0,-1-1 1 0 0,-1-2 0 0 0,52-45 0 0 0,-71 56 273 0 0,-1-1 0 0 0,0 0 0 0 0,15-23 0 0 0,-22 30-261 0 0,0 0 0 0 0,0 1 0 0 0,-1-1 0 0 0,1 0 0 0 0,-1 0 0 0 0,0 0 0 0 0,0-1 0 0 0,0 1 0 0 0,0 0 0 0 0,0 0 0 0 0,-1 0 0 0 0,0-1 0 0 0,1 1 0 0 0,-1 0 0 0 0,0-1 0 0 0,-1 1 0 0 0,1 0 0 0 0,0-1 0 0 0,-1 1 0 0 0,0 0 1 0 0,0 0-1 0 0,-2-5 0 0 0,2 7-54 0 0,0 0 1 0 0,0 0 0 0 0,-1 0 0 0 0,1 0 0 0 0,0 0 0 0 0,-1 0 0 0 0,1 0 0 0 0,-1 0-1 0 0,1 1 1 0 0,-1-1 0 0 0,1 0 0 0 0,-1 1 0 0 0,0-1 0 0 0,1 1 0 0 0,-1 0 0 0 0,0 0-1 0 0,1 0 1 0 0,-1-1 0 0 0,0 1 0 0 0,0 1 0 0 0,1-1 0 0 0,-1 0 0 0 0,0 0 0 0 0,-1 1-1 0 0,-5 0 112 0 0,1 1-1 0 0,-1 0 0 0 0,1 0 0 0 0,-10 4 0 0 0,-3 4 66 0 0,0 1-1 0 0,0 1 1 0 0,1 0-1 0 0,-27 24 1 0 0,36-27-191 0 0,0 0-1 0 0,1 0 1 0 0,0 1-1 0 0,1 1 1 0 0,0-1 0 0 0,0 1-1 0 0,1 1 1 0 0,1-1 0 0 0,-6 15-1 0 0,10-22-30 0 0,1 0-1 0 0,0 0 1 0 0,0 0 0 0 0,0 1-1 0 0,0-1 1 0 0,1 1-1 0 0,0-1 1 0 0,0 0 0 0 0,1 9-1 0 0,-1-11-8 0 0,0 0 1 0 0,1 0-1 0 0,-1 0 0 0 0,1 0 0 0 0,0 0 0 0 0,0 0 0 0 0,0 0 1 0 0,0 0-1 0 0,0 0 0 0 0,0 0 0 0 0,0-1 0 0 0,1 1 0 0 0,-1 0 1 0 0,1-1-1 0 0,-1 1 0 0 0,1-1 0 0 0,0 0 0 0 0,-1 1 0 0 0,1-1 0 0 0,0 0 1 0 0,0 0-1 0 0,2 1 0 0 0,-1-1-8 0 0,1 1 1 0 0,0-1-1 0 0,0 0 1 0 0,0 0-1 0 0,0 0 0 0 0,-1-1 1 0 0,1 1-1 0 0,0-1 1 0 0,0 0-1 0 0,0 0 0 0 0,0 0 1 0 0,0-1-1 0 0,0 0 1 0 0,0 1-1 0 0,0-1 0 0 0,7-3 1 0 0,-6 1-18 0 0,1 0 0 0 0,0 0 1 0 0,-1-1-1 0 0,0 0 0 0 0,0 0 0 0 0,0 0 0 0 0,0 0 1 0 0,-1-1-1 0 0,7-8 0 0 0,0-3-29 0 0,0-1 0 0 0,-2-1-1 0 0,1 1 1 0 0,-2-2 0 0 0,10-31 0 0 0,-9 23 1 0 0,11-44-151 0 0,-20 70 181 0 0,-1 17 165 0 0,0 1 0 0 0,-5 18 0 0 0,-3 22 7 0 0,8-46-125 0 0,1-1 0 0 0,0 1 0 0 0,0 0 1 0 0,1-1-1 0 0,4 18 0 0 0,-4-25-31 0 0,0 1 1 0 0,0-1-1 0 0,1 0 0 0 0,-1 0 0 0 0,1 0 1 0 0,-1 0-1 0 0,1 0 0 0 0,0 0 0 0 0,0-1 0 0 0,0 1 1 0 0,1 0-1 0 0,-1-1 0 0 0,1 0 0 0 0,-1 1 1 0 0,1-1-1 0 0,0 0 0 0 0,-1 0 0 0 0,1-1 1 0 0,0 1-1 0 0,0-1 0 0 0,5 2 0 0 0,0-1-147 0 0,0 0 1 0 0,-1-1-1 0 0,1 0 0 0 0,0 0 0 0 0,0-1 0 0 0,0 0 1 0 0,0 0-1 0 0,0-1 0 0 0,0 0 0 0 0,-1-1 0 0 0,1 1 0 0 0,0-2 1 0 0,-1 1-1 0 0,1-1 0 0 0,-1 0 0 0 0,0 0 0 0 0,0-1 1 0 0,0 0-1 0 0,0 0 0 0 0,7-7 0 0 0,3-3-85 0 0,-1 0 1 0 0,0-1-1 0 0,-1 0 0 0 0,-1-1 0 0 0,-1-1 0 0 0,15-23 0 0 0,0-8 196 0 0,-2-1 0 0 0,-3 0-1 0 0,-1-2 1 0 0,-3-1-1 0 0,-3 0 1 0 0,-1-1 0 0 0,8-65-1 0 0,-21 97 324 0 0,0 1 1 0 0,-2-1-1 0 0,0 1 1 0 0,-7-41-1 0 0,7 61-277 0 0,0-1-1 0 0,0 1 1 0 0,0-1 0 0 0,-1 1 0 0 0,1-1 0 0 0,0 1-1 0 0,0 0 1 0 0,0-1 0 0 0,-1 1 0 0 0,1-1 0 0 0,0 1-1 0 0,0 0 1 0 0,-1-1 0 0 0,1 1 0 0 0,0 0 0 0 0,-1-1-1 0 0,1 1 1 0 0,0 0 0 0 0,-1-1 0 0 0,1 1 0 0 0,0 0-1 0 0,-1 0 1 0 0,1-1 0 0 0,-1 1 0 0 0,1 0 0 0 0,-1 0-1 0 0,1 0 1 0 0,-1 0 0 0 0,1 0 0 0 0,0-1 0 0 0,-1 1-1 0 0,1 0 1 0 0,-1 0 0 0 0,1 0 0 0 0,-1 0 0 0 0,1 0-1 0 0,-1 0 1 0 0,1 1 0 0 0,-1-1 0 0 0,1 0 0 0 0,-1 0-1 0 0,1 0 1 0 0,0 0 0 0 0,-1 1 0 0 0,1-1 0 0 0,-1 0-1 0 0,1 0 1 0 0,0 1 0 0 0,-1-1 0 0 0,1 0 0 0 0,0 0-1 0 0,-1 1 1 0 0,-20 16 306 0 0,9-4-156 0 0,1 1 1 0 0,1 1 0 0 0,0 0 0 0 0,-10 22-1 0 0,-25 70 545 0 0,33-73-526 0 0,1 0 0 0 0,1 1-1 0 0,2 1 1 0 0,2-1 0 0 0,-3 70-1 0 0,9-91-157 0 0,1 0 0 0 0,0 0 1 0 0,1 0-1 0 0,1 0 0 0 0,0 0 0 0 0,1-1 0 0 0,10 24 0 0 0,-9-28-32 0 0,0 1-1 0 0,0-1 0 0 0,1-1 1 0 0,1 1-1 0 0,-1-1 1 0 0,1 0-1 0 0,1 0 0 0 0,0-1 1 0 0,0 0-1 0 0,0 0 0 0 0,14 8 1 0 0,-10-8-162 0 0,1-1-1 0 0,-1 0 1 0 0,2 0 0 0 0,-1-1 0 0 0,1-1 0 0 0,-1 0-1 0 0,1-1 1 0 0,0 0 0 0 0,1-1 0 0 0,-1-1-1 0 0,0 0 1 0 0,0-1 0 0 0,1-1 0 0 0,-1 0 0 0 0,0-1-1 0 0,0 0 1 0 0,0-1 0 0 0,0-1 0 0 0,0 0-1 0 0,-1-1 1 0 0,0-1 0 0 0,0 0 0 0 0,0 0 0 0 0,-1-1-1 0 0,1-1 1 0 0,-2 0 0 0 0,1-1 0 0 0,-1 0-1 0 0,-1-1 1 0 0,18-19 0 0 0,-9 3 105 0 0,-1 1 0 0 0,-1-2 0 0 0,-2-1 0 0 0,-1 0 0 0 0,21-57 0 0 0,-23 48 388 0 0,-1 0 1 0 0,-3-1-1 0 0,-1 0 1 0 0,4-57 0 0 0,-11 87-122 0 0,0 0 0 0 0,0 1 0 0 0,-1-1 0 0 0,0 1 0 0 0,0-1 0 0 0,0 0 1 0 0,-5-10-1 0 0,6 16-49 0 0,-3 3 36 0 0,-1 0-129 0 0,1 0-1 0 0,0 1 1 0 0,0 0-1 0 0,0-1 1 0 0,0 1-1 0 0,0 0 0 0 0,0 0 1 0 0,1 1-1 0 0,-1-1 1 0 0,0 1-1 0 0,1-1 1 0 0,0 1-1 0 0,0 0 0 0 0,0 0 1 0 0,0 0-1 0 0,0 0 1 0 0,-2 6-1 0 0,-5 11 191 0 0,-11 36 0 0 0,15-40-162 0 0,-3 10 84 0 0,1 0 0 0 0,1 0 0 0 0,1 1 0 0 0,-1 39 0 0 0,5-49-591 0 0,2-1 0 0 0,0 1 0 0 0,5 22 1 0 0,-4-29-623 0 0,1 0-1 0 0,0 0 1 0 0,0 0 0 0 0,1-1 0 0 0,0 1 0 0 0,7 10 0 0 0,1-6-4221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233 196 1648 0 0,'-8'-6'8830'0'0,"8"6"-8772"0"0,-1 0 1 0 0,0 1-1 0 0,0-1 1 0 0,1 0 0 0 0,-1 0-1 0 0,0 1 1 0 0,1-1 0 0 0,-1 1-1 0 0,0-1 1 0 0,1 0-1 0 0,-1 1 1 0 0,1-1 0 0 0,-1 1-1 0 0,1-1 1 0 0,-1 1 0 0 0,1 0-1 0 0,-1-1 1 0 0,1 1-1 0 0,-1 0 1 0 0,1-1 0 0 0,0 1-1 0 0,-1 0 1 0 0,1-1-1 0 0,0 1 1 0 0,-1 0 0 0 0,1-1-1 0 0,0 1 1 0 0,0 0 0 0 0,0 0-1 0 0,0 0 1 0 0,0-1-1 0 0,0 1 1 0 0,0 0 0 0 0,0 0-1 0 0,0-1 1 0 0,0 1 0 0 0,0 0-1 0 0,1 0 1 0 0,-1-1-1 0 0,0 1 1 0 0,0 0 0 0 0,1-1-1 0 0,-1 1 1 0 0,1 0 0 0 0,-1-1-1 0 0,0 1 1 0 0,1 0-1 0 0,-1-1 1 0 0,1 1 0 0 0,0-1-1 0 0,0 1 1 0 0,1 3 17 0 0,1-1 1 0 0,0 0 0 0 0,-1 0-1 0 0,1-1 1 0 0,0 1 0 0 0,1-1-1 0 0,-1 1 1 0 0,0-1-1 0 0,7 3 1 0 0,-2-2-27 0 0,0 0 0 0 0,1-1 0 0 0,-1 0 1 0 0,1 0-1 0 0,0-1 0 0 0,0 0 0 0 0,-1-1 0 0 0,1 0 0 0 0,0 0 1 0 0,0-1-1 0 0,14-3 0 0 0,-18 3-44 0 0,-1 0 1 0 0,1 0-1 0 0,-1-1 1 0 0,0 0-1 0 0,0 0 1 0 0,0 0-1 0 0,0 0 1 0 0,0-1-1 0 0,0 1 1 0 0,-1-1-1 0 0,1 0 1 0 0,-1 0-1 0 0,1-1 1 0 0,-1 1-1 0 0,0-1 1 0 0,-1 1-1 0 0,1-1 1 0 0,-1 0-1 0 0,1 0 0 0 0,-1 0 1 0 0,0 0-1 0 0,-1-1 1 0 0,3-6-1 0 0,-3 4-10 0 0,1 0 0 0 0,-1 0 0 0 0,-1 0 0 0 0,1 0 0 0 0,-1 0 0 0 0,0 0 0 0 0,-1 0 0 0 0,0 0-1 0 0,0 0 1 0 0,0 0 0 0 0,-1 0 0 0 0,0 0 0 0 0,-1 0 0 0 0,1 1 0 0 0,-1-1 0 0 0,0 1 0 0 0,-1 0-1 0 0,-5-8 1 0 0,6 10-1 0 0,0 0 0 0 0,0 1 0 0 0,-1-1 0 0 0,1 1 0 0 0,-1 0-1 0 0,0 0 1 0 0,0 0 0 0 0,0 1 0 0 0,0-1 0 0 0,0 1 0 0 0,0 0-1 0 0,-1 0 1 0 0,1 0 0 0 0,-1 1 0 0 0,0-1 0 0 0,1 1 0 0 0,-1 0-1 0 0,0 1 1 0 0,0-1 0 0 0,1 1 0 0 0,-1 0 0 0 0,0 0 0 0 0,0 1-1 0 0,0-1 1 0 0,1 1 0 0 0,-1 0 0 0 0,-7 2 0 0 0,-5 4 12 0 0,0 0 1 0 0,0 1 0 0 0,1 0-1 0 0,0 2 1 0 0,1 0 0 0 0,0 0-1 0 0,-17 16 1 0 0,9-5 21 0 0,2 1-1 0 0,1 0 1 0 0,-29 41-1 0 0,44-55-17 0 0,0-1 1 0 0,0 1-1 0 0,1 0 0 0 0,0 1 1 0 0,1-1-1 0 0,0 1 1 0 0,0-1-1 0 0,1 1 0 0 0,0 0 1 0 0,0 0-1 0 0,1 0 0 0 0,0 17 1 0 0,1-20-81 0 0,1-1-1 0 0,0 0 1 0 0,0 1 0 0 0,0-1 0 0 0,1 1 0 0 0,-1-1 0 0 0,1 0 0 0 0,1 0-1 0 0,-1 0 1 0 0,1 0 0 0 0,0-1 0 0 0,0 1 0 0 0,0-1 0 0 0,0 1-1 0 0,1-1 1 0 0,0 0 0 0 0,0 0 0 0 0,0-1 0 0 0,0 1 0 0 0,1-1 0 0 0,-1 0-1 0 0,7 3 1 0 0,1 0-911 0 0,0-1-1 0 0,1 0 0 0 0,-1 0 1 0 0,1-1-1 0 0,0-1 0 0 0,23 3 1 0 0,-3-2-3311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4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473 568 552 0 0,'0'-2'304'0'0,"1"1"-1"0"0,-1-1 1 0 0,1 1 0 0 0,-1-1-1 0 0,0 0 1 0 0,0 1-1 0 0,0-1 1 0 0,0 0 0 0 0,0 1-1 0 0,0-1 1 0 0,0 0-1 0 0,0 1 1 0 0,-1-1 0 0 0,1 0-1 0 0,-1 1 1 0 0,1-1 0 0 0,-1 1-1 0 0,1-1 1 0 0,-1 1-1 0 0,0-1 1 0 0,0 1 0 0 0,0 0-1 0 0,-1-2 1 0 0,-1 0-5 0 0,1 2 0 0 0,-1-1 0 0 0,0 0-1 0 0,1 0 1 0 0,-1 1 0 0 0,0-1 0 0 0,0 1 0 0 0,0 0 0 0 0,0 0 0 0 0,0 0 0 0 0,-5 0 0 0 0,-5-1 344 0 0,-1 1 0 0 0,1 0 0 0 0,-1 1 0 0 0,-22 3 0 0 0,10 0-195 0 0,2 2 0 0 0,-1 1 0 0 0,0 1 0 0 0,1 1 1 0 0,-33 15-1 0 0,45-17-376 0 0,-1 1 0 0 0,1 0 0 0 0,1 0 0 0 0,-1 2 0 0 0,1-1 0 0 0,1 1 0 0 0,-1 1 0 0 0,2 0 0 0 0,-1 0 0 0 0,1 1 0 0 0,-11 18 0 0 0,18-25-60 0 0,-1-1 0 0 0,2 1-1 0 0,-1 0 1 0 0,0 0 0 0 0,1 0-1 0 0,0 0 1 0 0,0 0 0 0 0,0 0-1 0 0,0 1 1 0 0,0-1 0 0 0,1 0-1 0 0,0 0 1 0 0,0 1 0 0 0,0-1-1 0 0,1 0 1 0 0,-1 0 0 0 0,1 0-1 0 0,0 1 1 0 0,0-1 0 0 0,1 0-1 0 0,1 5 1 0 0,0-5-6 0 0,-1 0-1 0 0,1 0 1 0 0,0 0-1 0 0,1 0 1 0 0,-1-1-1 0 0,1 1 1 0 0,-1-1-1 0 0,1 0 1 0 0,0 0 0 0 0,0 0-1 0 0,0 0 1 0 0,1-1-1 0 0,-1 0 1 0 0,1 0-1 0 0,-1 0 1 0 0,1 0-1 0 0,0-1 1 0 0,6 2-1 0 0,-1-2 0 0 0,0 0 0 0 0,0 0 0 0 0,0-1 0 0 0,1 0 1 0 0,-1 0-1 0 0,0-1 0 0 0,0-1 0 0 0,0 0 0 0 0,0 0 0 0 0,0-1 0 0 0,0 0 0 0 0,15-8 0 0 0,1-2-8 0 0,-2-1 0 0 0,0 0 0 0 0,32-26 0 0 0,-32 19-17 0 0,0-1-1 0 0,-1 0 1 0 0,-1-2-1 0 0,-1-1 1 0 0,-1-1-1 0 0,24-42 1 0 0,-9 5-89 0 0,48-122-1 0 0,-65 140 52 0 0,-3-1-1 0 0,-1 0 0 0 0,11-74 1 0 0,-24 119 55 0 0,-1 1 0 0 0,0-1 0 0 0,0 0 0 0 0,0 0 0 0 0,0 1-1 0 0,1-1 1 0 0,-1 0 0 0 0,0 0 0 0 0,0 1 0 0 0,-1-1 0 0 0,1 0 0 0 0,0 0 0 0 0,0 1 0 0 0,0-1 0 0 0,0 0 0 0 0,-1 0 0 0 0,1 1 0 0 0,0-1 0 0 0,-1 0 0 0 0,1 1 0 0 0,0-1 0 0 0,-1 0 0 0 0,1 1 0 0 0,-1-1 0 0 0,1 1 0 0 0,-1-1 0 0 0,0 0 0 0 0,0 1 1 0 0,0 0 0 0 0,0 0 0 0 0,0-1 0 0 0,0 1 0 0 0,0 0 0 0 0,0 0 0 0 0,0 1 0 0 0,0-1 0 0 0,0 0 0 0 0,0 0 0 0 0,0 0 0 0 0,0 1 1 0 0,0-1-1 0 0,0 0 0 0 0,0 1 0 0 0,-2 0 0 0 0,-4 4-2 0 0,0-1 1 0 0,1 1 0 0 0,-11 10-1 0 0,-9 11 37 0 0,1 1 0 0 0,2 1 0 0 0,1 1 0 0 0,1 1-1 0 0,1 1 1 0 0,2 1 0 0 0,1 0 0 0 0,2 1 0 0 0,1 1 0 0 0,1 1 0 0 0,2 0-1 0 0,2 0 1 0 0,1 1 0 0 0,2 0 0 0 0,-4 71 0 0 0,11-94-275 0 0,0-1 0 0 0,0 1 0 0 0,1-1 1 0 0,1 1-1 0 0,0-1 0 0 0,0 0 0 0 0,11 22 0 0 0,-10-24-1047 0 0,1-1 0 0 0,1 0-1 0 0,0 0 1 0 0,0-1-1 0 0,14 15 1 0 0,0-4-5044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0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72 1352 0 0,'0'0'2662'0'0,"-7"-31"2903"0"0,-10 7-3919 0 0,16 23-1501 0 0,-10-6 300 0 0,9 6-416 0 0,0 0 0 0 0,0 0 1 0 0,0 0-1 0 0,0 0 0 0 0,0 0 0 0 0,0 1 0 0 0,-1-1 0 0 0,1 0 0 0 0,0 1 1 0 0,0 0-1 0 0,-1 0 0 0 0,1-1 0 0 0,0 1 0 0 0,-1 1 0 0 0,1-1 1 0 0,-3 1-1 0 0,0 0-5 0 0,0 0 0 0 0,0 1 1 0 0,1 0-1 0 0,-1 0 0 0 0,0 0 0 0 0,1 0 1 0 0,-5 4-1 0 0,-7 6 21 0 0,1 0 0 0 0,1 2 0 0 0,-13 13 0 0 0,21-20 13 0 0,-10 11-23 0 0,0 0 0 0 0,2 1 1 0 0,0 0-1 0 0,2 1 0 0 0,-16 31 1 0 0,22-39-30 0 0,1 0 0 0 0,1 0 0 0 0,0 0 0 0 0,1 1 0 0 0,0-1 1 0 0,1 1-1 0 0,0 0 0 0 0,1 0 0 0 0,0 0 0 0 0,1-1 0 0 0,3 21 1 0 0,-2-27-30 0 0,1-1 0 0 0,-1 1 0 0 0,1-1 0 0 0,1 0 0 0 0,-1 1 0 0 0,1-1 0 0 0,0 0 0 0 0,0-1 1 0 0,0 1-1 0 0,0-1 0 0 0,1 1 0 0 0,0-1 0 0 0,0 0 0 0 0,0 0 0 0 0,1-1 0 0 0,-1 1 1 0 0,1-1-1 0 0,0 0 0 0 0,0 0 0 0 0,0 0 0 0 0,0-1 0 0 0,7 3 0 0 0,9 2-1509 0 0,-1-1 1 0 0,1-1-1 0 0,1-1 0 0 0,32 3 0 0 0,-36-6-907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1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97 732 0 0,'0'-16'3938'0'0,"14"-56"4674"0"0,-14 71-8123 0 0,3-6 631 0 0,0 6-88 0 0,-3 10-297 0 0,-7 81 402 0 0,8 171 0 0 0,0-252-1115 0 0,0 1 0 0 0,1 0 0 0 0,0 0 0 0 0,0-1 1 0 0,1 1-1 0 0,1-1 0 0 0,-1 0 0 0 0,1 0 0 0 0,8 13 0 0 0,-9-19-20 0 0,-1 1-1 0 0,1-1 1 0 0,-1 0-1 0 0,1 0 1 0 0,0 0-1 0 0,0-1 0 0 0,1 1 1 0 0,-1-1-1 0 0,0 0 1 0 0,1 0-1 0 0,0 0 1 0 0,-1 0-1 0 0,1 0 0 0 0,0-1 1 0 0,0 0-1 0 0,0 1 1 0 0,0-2-1 0 0,0 1 0 0 0,0 0 1 0 0,0-1-1 0 0,0 0 1 0 0,0 0-1 0 0,0 0 1 0 0,0 0-1 0 0,6-2 0 0 0,5-1-479 0 0,-1 0-1 0 0,0-2 0 0 0,0 1 0 0 0,0-2 0 0 0,-1 0 0 0 0,18-10 0 0 0,70-54-8018 0 0,-71 48 3560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230 210 140 0 0,'9'-15'1464'0'0,"-1"1"0"0"0,-1-1 0 0 0,0 0 0 0 0,7-23 0 0 0,-12 31-1089 0 0,0 1 0 0 0,0-1-1 0 0,-1 0 1 0 0,0 0 0 0 0,-1 0-1 0 0,1 0 1 0 0,-1 0 0 0 0,-1 1-1 0 0,1-1 1 0 0,-1 0 0 0 0,0 0-1 0 0,-1 0 1 0 0,-2-7 0 0 0,4 13-340 0 0,-1 1 1 0 0,1-1 0 0 0,-1 1-1 0 0,1-1 1 0 0,-1 0-1 0 0,1 1 1 0 0,-1-1 0 0 0,1 1-1 0 0,-1-1 1 0 0,0 1-1 0 0,1-1 1 0 0,-1 1 0 0 0,0 0-1 0 0,1-1 1 0 0,-1 1-1 0 0,0 0 1 0 0,1-1 0 0 0,-1 1-1 0 0,0 0 1 0 0,0 0-1 0 0,1 0 1 0 0,-1 0 0 0 0,0 0-1 0 0,0 0 1 0 0,1 0-1 0 0,-1 0 1 0 0,0 0 0 0 0,0 0-1 0 0,1 0 1 0 0,-1 0-1 0 0,0 1 1 0 0,0-1 0 0 0,-1 1-1 0 0,-23 10 556 0 0,11 0-419 0 0,0 0 0 0 0,1 1 0 0 0,0 1 0 0 0,1 0 0 0 0,0 0-1 0 0,1 2 1 0 0,-9 15 0 0 0,-4 10 15 0 0,-28 62 1 0 0,44-86-155 0 0,2 1-1 0 0,0-1 1 0 0,1 1 0 0 0,0 1 0 0 0,1-1 0 0 0,1 0 0 0 0,1 1-1 0 0,0 22 1 0 0,2-34-41 0 0,0 0 1 0 0,1 0-1 0 0,0 0 0 0 0,0-1 0 0 0,0 1 0 0 0,0 0 1 0 0,1-1-1 0 0,0 1 0 0 0,0-1 0 0 0,0 1 0 0 0,1-1 0 0 0,0 0 1 0 0,0 0-1 0 0,0 0 0 0 0,1-1 0 0 0,0 1 0 0 0,-1-1 1 0 0,2 0-1 0 0,-1 0 0 0 0,0 0 0 0 0,1 0 0 0 0,0-1 0 0 0,-1 0 1 0 0,2 0-1 0 0,-1 0 0 0 0,0 0 0 0 0,0-1 0 0 0,10 3 1 0 0,-5-2-56 0 0,1-1 1 0 0,-1 1 0 0 0,1-2 0 0 0,0 0 0 0 0,0 0 0 0 0,0-1 0 0 0,0 0-1 0 0,0 0 1 0 0,0-2 0 0 0,-1 1 0 0 0,1-1 0 0 0,0-1 0 0 0,16-5 0 0 0,-13 1 5 0 0,-1 1 1 0 0,1-2 0 0 0,-1 0-1 0 0,0 0 1 0 0,0-1 0 0 0,-1-1 0 0 0,-1 0-1 0 0,0-1 1 0 0,11-12 0 0 0,28-39 184 0 0,-3-2 0 0 0,40-73 0 0 0,-86 136-64 0 0,-10 23-10 0 0,5-11-35 0 0,0 0 1 0 0,0 0 0 0 0,1 0-1 0 0,1 1 1 0 0,0-1-1 0 0,0 0 1 0 0,1 1 0 0 0,1 0-1 0 0,0-1 1 0 0,0 1-1 0 0,4 16 1 0 0,-4-23-9 0 0,2 1 0 0 0,-1 0-1 0 0,1 0 1 0 0,-1 0 0 0 0,2 0 0 0 0,-1-1 0 0 0,1 1-1 0 0,0-1 1 0 0,0 0 0 0 0,0 0 0 0 0,0 0 0 0 0,1 0-1 0 0,0-1 1 0 0,0 1 0 0 0,1-1 0 0 0,-1 0 0 0 0,1 0 0 0 0,0 0-1 0 0,0-1 1 0 0,0 0 0 0 0,0 0 0 0 0,1 0 0 0 0,6 2-1 0 0,-5-2-2 0 0,0-1 0 0 0,0 0 0 0 0,1 0 0 0 0,-1-1-1 0 0,0 1 1 0 0,1-2 0 0 0,-1 1 0 0 0,1-1-1 0 0,-1 0 1 0 0,0-1 0 0 0,1 1 0 0 0,-1-2-1 0 0,0 1 1 0 0,1-1 0 0 0,-1 0 0 0 0,0 0 0 0 0,0-1-1 0 0,0 0 1 0 0,-1 0 0 0 0,1-1 0 0 0,-1 0-1 0 0,0 0 1 0 0,0 0 0 0 0,0-1 0 0 0,0 0 0 0 0,-1 0-1 0 0,0 0 1 0 0,0-1 0 0 0,0 0 0 0 0,-1 0-1 0 0,8-13 1 0 0,-5 5-2 0 0,0-1-1 0 0,0 1 0 0 0,-1-1 1 0 0,-1-1-1 0 0,-1 1 0 0 0,0-1 1 0 0,-1 0-1 0 0,2-29 0 0 0,-4 35-7 0 0,-1 0 0 0 0,0 0 0 0 0,-1-1 0 0 0,0 2 0 0 0,0-1 0 0 0,-1 0 0 0 0,-1 0 0 0 0,1 0 0 0 0,-2 1 0 0 0,1-1 0 0 0,-1 1 0 0 0,-1 0 0 0 0,0 0 0 0 0,0 1 0 0 0,-8-11-1 0 0,10 16 2 0 0,-1-1 0 0 0,1 2 0 0 0,-1-1 0 0 0,0 0 0 0 0,1 1 0 0 0,-1-1 0 0 0,0 1 0 0 0,-1 0-1 0 0,1 1 1 0 0,0-1 0 0 0,0 1 0 0 0,-1-1 0 0 0,1 1 0 0 0,-1 1 0 0 0,1-1 0 0 0,-1 1 0 0 0,0-1-1 0 0,1 1 1 0 0,-1 1 0 0 0,1-1 0 0 0,-1 0 0 0 0,1 1 0 0 0,-5 1 0 0 0,1 0 2 0 0,0 1 0 0 0,0-1 0 0 0,1 1 0 0 0,-1 0 0 0 0,1 1 1 0 0,0 0-1 0 0,0 0 0 0 0,0 0 0 0 0,1 1 0 0 0,-1 0 0 0 0,1 0 0 0 0,-7 8 0 0 0,11-10-83 0 0,0-1 0 0 0,0 1 0 0 0,0-1-1 0 0,1 1 1 0 0,-1 0 0 0 0,1-1 0 0 0,0 1-1 0 0,0 0 1 0 0,0 0 0 0 0,0 0 0 0 0,0 0-1 0 0,0 0 1 0 0,1 0 0 0 0,0 0 0 0 0,-1 0-1 0 0,1 1 1 0 0,0-1 0 0 0,1 0 0 0 0,-1 0-1 0 0,0 0 1 0 0,1 0 0 0 0,0 0-1 0 0,0 0 1 0 0,0 0 0 0 0,2 4 0 0 0,-1-4-423 0 0,-1 0 1 0 0,1 0-1 0 0,0 0 1 0 0,0-1-1 0 0,1 1 1 0 0,-1-1-1 0 0,1 0 1 0 0,-1 1-1 0 0,1-1 1 0 0,0 0 0 0 0,-1 0-1 0 0,1-1 1 0 0,0 1-1 0 0,0-1 1 0 0,5 2-1 0 0,5 1-3022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2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2500 0 0,'16'-57'12183'0'0,"-15"58"-12115"0"0,1-1 1 0 0,0 1-1 0 0,0-1 0 0 0,0 1 0 0 0,-1 0 0 0 0,1 0 0 0 0,0 0 0 0 0,-1 0 0 0 0,1 0 1 0 0,-1 0-1 0 0,1 1 0 0 0,-1-1 0 0 0,0 0 0 0 0,1 1 0 0 0,-1-1 0 0 0,0 1 1 0 0,0-1-1 0 0,0 1 0 0 0,0 0 0 0 0,0-1 0 0 0,0 3 0 0 0,17 40 482 0 0,-18-43-538 0 0,9 28 120 0 0,-1 1 0 0 0,-2 1 1 0 0,-1-1-1 0 0,-1 1 0 0 0,-1 47 1 0 0,-2 10 92 0 0,-1-86-166 0 0,1-2-54 0 0,-1 0-1 0 0,0-1 1 0 0,0 1-1 0 0,0 0 1 0 0,0 0-1 0 0,1 0 1 0 0,-1 0-1 0 0,0 0 1 0 0,0 0-1 0 0,0 0 1 0 0,1 0-1 0 0,-1 0 1 0 0,0 0-1 0 0,0 0 1 0 0,0 0-1 0 0,1 0 1 0 0,-1 0-1 0 0,0 0 1 0 0,0 0-1 0 0,0 0 1 0 0,1 0 0 0 0,-1 0-1 0 0,0 0 1 0 0,0 0-1 0 0,0 0 1 0 0,1 0-1 0 0,-1 0 1 0 0,0 0-1 0 0,0 0 1 0 0,0 1-1 0 0,0-1 1 0 0,1 0-1 0 0,-1 0 1 0 0,0 0-1 0 0,0 0 1 0 0,0 0-1 0 0,0 1 1 0 0,0-1-1 0 0,0 0 1 0 0,1 0-1 0 0,-1 0 1 0 0,0 0-1 0 0,0 1 1 0 0,0-1-1 0 0,0 0 1 0 0,0 0-1 0 0,0 0 1 0 0,0 1-1 0 0,0-1 1 0 0,0 0-1 0 0,35-75 90 0 0,-17 35-41 0 0,42-71 0 0 0,-52 100-54 0 0,-1 0 0 0 0,1 1 0 0 0,1 0 0 0 0,0 1 0 0 0,1 0-1 0 0,-1 0 1 0 0,2 1 0 0 0,-1 0 0 0 0,1 1 0 0 0,20-11 0 0 0,-28 17 0 0 0,0 0 1 0 0,-1-1 0 0 0,1 1-1 0 0,0 1 1 0 0,0-1 0 0 0,0 0-1 0 0,0 1 1 0 0,0 0 0 0 0,0-1-1 0 0,0 1 1 0 0,0 0 0 0 0,1 1-1 0 0,-1-1 1 0 0,0 0 0 0 0,0 1-1 0 0,0 0 1 0 0,2 1 0 0 0,0 0-2 0 0,-1 0 1 0 0,0 0 0 0 0,0 0 0 0 0,-1 1 0 0 0,1 0 0 0 0,0 0 0 0 0,-1 0 0 0 0,0 0 0 0 0,0 1 0 0 0,4 4 0 0 0,2 5-2 0 0,-1 0 0 0 0,0 1 0 0 0,-1 1 0 0 0,-1-1 0 0 0,7 21 0 0 0,-7-13-439 0 0,-1 0-1 0 0,-1 0 0 0 0,1 26 0 0 0,7 36-1229 0 0,-11-80 691 0 0,1 1-1 0 0,0-1 1 0 0,0 0-1 0 0,0-1 1 0 0,0 1-1 0 0,1 0 1 0 0,4 5-1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1012 0 0,'0'-23'3734'0'0,"-1"-4"6026"0"0,3 40-9520 0 0,8 52 1040 0 0,31 108 0 0 0,-27-121-1098 0 0,-11-40-117 0 0,1 1 0 0 0,0-1 0 0 0,1 0 1 0 0,1 0-1 0 0,12 20 0 0 0,-17-31-36 0 0,-1 0-1 0 0,1 0 1 0 0,-1 0 0 0 0,1-1-1 0 0,0 1 1 0 0,0 0 0 0 0,-1 0-1 0 0,1-1 1 0 0,0 1 0 0 0,0-1-1 0 0,0 1 1 0 0,0-1 0 0 0,0 1-1 0 0,0-1 1 0 0,0 1 0 0 0,0-1-1 0 0,0 0 1 0 0,0 1 0 0 0,0-1-1 0 0,0 0 1 0 0,0 0 0 0 0,0 0-1 0 0,0 0 1 0 0,2 0 0 0 0,-1-1-2 0 0,0 1 1 0 0,0-1-1 0 0,0 0 0 0 0,0 0 1 0 0,0 0-1 0 0,0 0 0 0 0,0 0 1 0 0,-1 0-1 0 0,1-1 0 0 0,0 1 1 0 0,2-3-1 0 0,2-3 19 0 0,1-1-1 0 0,-1 0 1 0 0,9-16-1 0 0,70-143 114 0 0,-17 28-139 0 0,-64 132-20 0 0,-1 0-9 0 0,1 0 1 0 0,0 0-1 0 0,0 0 1 0 0,1 0-1 0 0,-1 1 1 0 0,1-1-1 0 0,1 1 1 0 0,-1 1-1 0 0,1-1 1 0 0,12-8-1 0 0,-5 10-16 0 0,-8 4 23 0 0,0 0 0 0 0,0 0 0 0 0,0 0 1 0 0,0 1-1 0 0,-1 0 0 0 0,1 0 0 0 0,0 0 1 0 0,0 1-1 0 0,-1-1 0 0 0,1 1 0 0 0,-1 0 0 0 0,1 0 1 0 0,4 4-1 0 0,11 7 12 0 0,26 23 1 0 0,-29-22-12 0 0,6 4 12 0 0,0-2-1 0 0,1 0 1 0 0,0-1-1 0 0,1-1 1 0 0,47 17-1 0 0,-70-30-11 0 0,-1-1 0 0 0,1 0 0 0 0,-1 1 0 0 0,1-1 0 0 0,-1 0 0 0 0,1 0 0 0 0,0 0 0 0 0,-1-1-1 0 0,1 1 1 0 0,-1 0 0 0 0,1-1 0 0 0,-1 1 0 0 0,1 0 0 0 0,-1-1 0 0 0,0 0 0 0 0,1 1 0 0 0,-1-1-1 0 0,0 0 1 0 0,1 0 0 0 0,-1 0 0 0 0,1-1 0 0 0,1 0-2 0 0,-1 1 1 0 0,-1-1 0 0 0,1 0-1 0 0,0 0 1 0 0,0 0-1 0 0,-1-1 1 0 0,1 1-1 0 0,-1 0 1 0 0,0-1-1 0 0,0 1 1 0 0,2-4-1 0 0,-2 0-6 0 0,1 1-1 0 0,-1-1 1 0 0,0 0 0 0 0,-1 0-1 0 0,0-1 1 0 0,1 1-1 0 0,-2 0 1 0 0,1 0-1 0 0,-1 0 1 0 0,0 0-1 0 0,0 0 1 0 0,-1 0-1 0 0,1 1 1 0 0,-4-8-1 0 0,4 11 4 0 0,-1-1-1 0 0,1 0 1 0 0,-1 1-1 0 0,0-1 1 0 0,0 1-1 0 0,0-1 0 0 0,0 1 1 0 0,0 0-1 0 0,-1 0 1 0 0,1 0-1 0 0,-1 0 0 0 0,1 0 1 0 0,-1 1-1 0 0,0-1 1 0 0,0 1-1 0 0,1 0 1 0 0,-1-1-1 0 0,0 1 0 0 0,0 1 1 0 0,0-1-1 0 0,0 0 1 0 0,-1 1-1 0 0,1-1 1 0 0,0 1-1 0 0,0 0 0 0 0,0 0 1 0 0,0 0-1 0 0,0 1 1 0 0,-4 0-1 0 0,-5 1 5 0 0,1 1 0 0 0,-1 1 0 0 0,1 0 0 0 0,-1 1 0 0 0,1 0 0 0 0,0 0 0 0 0,1 1 0 0 0,-1 1 1 0 0,1-1-1 0 0,1 2 0 0 0,-1-1 0 0 0,-12 15 0 0 0,9-8-2 0 0,1-1 1 0 0,1 2 0 0 0,0 0 0 0 0,0 0-1 0 0,2 1 1 0 0,0 0 0 0 0,-11 29 0 0 0,17-38 8 0 0,1 0 1 0 0,0 0-1 0 0,1 0 0 0 0,0 0 1 0 0,0 0-1 0 0,0 0 1 0 0,1 1-1 0 0,0-1 1 0 0,0 0-1 0 0,1 0 1 0 0,0 0-1 0 0,0 0 1 0 0,1 0-1 0 0,0 0 0 0 0,0 0 1 0 0,0 0-1 0 0,1-1 1 0 0,0 1-1 0 0,1-1 1 0 0,4 7-1 0 0,-1-2-150 0 0,2-1 1 0 0,-1 0-1 0 0,1-1 0 0 0,1 0 0 0 0,0 0 0 0 0,0-1 1 0 0,1-1-1 0 0,0 1 0 0 0,0-2 0 0 0,15 8 1 0 0,-6-5-690 0 0,1-1 1 0 0,0 0 0 0 0,27 5-1 0 0,-34-10-799 0 0,0-1 0 0 0,0 0 0 0 0,22-1 0 0 0,-9-3-3399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3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1060 0 0,'1'-8'1003'0'0,"2"-28"4225"0"0,10-45-1 0 0,-13 81-5191 0 0,1-1 0 0 0,-1 1-1 0 0,0-1 1 0 0,1 1-1 0 0,-1-1 1 0 0,1 1 0 0 0,-1 0-1 0 0,1-1 1 0 0,-1 1-1 0 0,1 0 1 0 0,-1-1 0 0 0,1 1-1 0 0,-1 0 1 0 0,1 0-1 0 0,-1 0 1 0 0,1-1-1 0 0,0 1 1 0 0,-1 0 0 0 0,1 0-1 0 0,-1 0 1 0 0,1 0-1 0 0,0 0 1 0 0,-1 0 0 0 0,1 0-1 0 0,-1 0 1 0 0,1 0-1 0 0,0 0 1 0 0,-1 0 0 0 0,1 1-1 0 0,-1-1 1 0 0,1 0-1 0 0,-1 0 1 0 0,1 1-1 0 0,-1-1 1 0 0,1 0 0 0 0,-1 0-1 0 0,1 1 1 0 0,21 10 566 0 0,-14-4-453 0 0,0 0 1 0 0,0 0 0 0 0,-1 1 0 0 0,0 0-1 0 0,0 0 1 0 0,-1 0 0 0 0,0 1 0 0 0,-1 0-1 0 0,1 0 1 0 0,-2 1 0 0 0,0 0-1 0 0,6 17 1 0 0,-6-13-18 0 0,0 0-1 0 0,-1 0 0 0 0,-1 1 1 0 0,0-1-1 0 0,-1 1 0 0 0,0 0 1 0 0,-1-1-1 0 0,-4 24 1 0 0,2-29 112 0 0,0-1 1 0 0,0 1-1 0 0,-1-1 1 0 0,-1 1-1 0 0,1-1 1 0 0,-1 0-1 0 0,-1-1 1 0 0,1 1-1 0 0,-1-1 1 0 0,-1 0-1 0 0,-7 8 536 0 0,10-16-620 0 0,3 1-158 0 0,0 0 1 0 0,-1 0-1 0 0,1 0 1 0 0,0 0 0 0 0,0 0-1 0 0,0 0 1 0 0,-1 0-1 0 0,1 0 1 0 0,0 0 0 0 0,0 0-1 0 0,0 0 1 0 0,-1 0-1 0 0,1 0 1 0 0,0 0 0 0 0,0 0-1 0 0,0 0 1 0 0,-1 0 0 0 0,1 0-1 0 0,0 0 1 0 0,0-1-1 0 0,0 1 1 0 0,0 0 0 0 0,-1 0-1 0 0,1 0 1 0 0,0 0-1 0 0,0 0 1 0 0,0-1 0 0 0,0 1-1 0 0,0 0 1 0 0,0 0-1 0 0,-1 0 1 0 0,1 0 0 0 0,0-1-1 0 0,0 1 1 0 0,0 0-1 0 0,0 0 1 0 0,0 0 0 0 0,0-1-1 0 0,0 1 1 0 0,0 0 0 0 0,0 0-1 0 0,0 0 1 0 0,0-1-1 0 0,0 1 1 0 0,0 0 0 0 0,7-18 29 0 0,1 1 0 0 0,1 1 0 0 0,0-1 1 0 0,2 2-1 0 0,16-22 0 0 0,71-71 15 0 0,-29 35-7 0 0,-53 55-37 0 0,-9 12-24 0 0,-1-1 0 0 0,0-1 0 0 0,0 1 0 0 0,7-13 0 0 0,-12 19 3 0 0,-16 5-32 0 0,9-1 41 0 0,0 0 1 0 0,1 0-1 0 0,-1 1 1 0 0,1 0-1 0 0,-1 0 1 0 0,1 0-1 0 0,1 1 1 0 0,-6 5 0 0 0,-33 46-2 0 0,29-36-8 0 0,6-11 20 0 0,2 1 0 0 0,0 0 0 0 0,0 1 0 0 0,1 0 0 0 0,0 0 0 0 0,0 0 0 0 0,2 0 0 0 0,-1 0 0 0 0,-1 16 0 0 0,4-22 4 0 0,0 1 0 0 0,1-1 0 0 0,0 1-1 0 0,0-1 1 0 0,0 1 0 0 0,1-1 0 0 0,0 1-1 0 0,0-1 1 0 0,0 1 0 0 0,1-1 0 0 0,-1 0-1 0 0,1 0 1 0 0,1 0 0 0 0,-1 0 0 0 0,1 0-1 0 0,0 0 1 0 0,0 0 0 0 0,0-1 0 0 0,1 0-1 0 0,-1 1 1 0 0,9 6 0 0 0,0-2-105 0 0,0-1-1 0 0,1 0 1 0 0,0-1 0 0 0,0 0 0 0 0,1-1-1 0 0,0 0 1 0 0,0-1 0 0 0,27 5-1 0 0,-1-2-1366 0 0,0-2-1 0 0,43 0 1 0 0,26-7-5719 0 0,-47-4 563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4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73 1916 0 0,'-11'-32'6157'0'0,"9"29"-5727"0"0,1-1 1 0 0,-1 1 0 0 0,0 0 0 0 0,0 0-1 0 0,0-1 1 0 0,0 1 0 0 0,-1 1 0 0 0,1-1 0 0 0,-1 0-1 0 0,-4-3 1 0 0,6 5-358 0 0,0 1 0 0 0,0-1 0 0 0,-1 1 0 0 0,1-1 0 0 0,0 1 0 0 0,-1 0 0 0 0,1-1 0 0 0,0 1 0 0 0,-1 0 0 0 0,1 0 0 0 0,0 0 0 0 0,-1 0-1 0 0,1 0 1 0 0,0 0 0 0 0,-1 1 0 0 0,1-1 0 0 0,0 0 0 0 0,-2 1 0 0 0,-22 11 673 0 0,12-2-501 0 0,1 1 1 0 0,-1 0-1 0 0,2 0 0 0 0,0 2 0 0 0,0-1 0 0 0,-17 28 0 0 0,9-8-88 0 0,2 0-1 0 0,-15 37 1 0 0,27-58-122 0 0,1 1 1 0 0,0 0-1 0 0,1 0 0 0 0,0 0 0 0 0,1 1 1 0 0,0-1-1 0 0,1 23 0 0 0,1-29-48 0 0,0-1-1 0 0,1 1 1 0 0,0 0 0 0 0,0-1-1 0 0,0 1 1 0 0,1 0-1 0 0,0-1 1 0 0,0 0-1 0 0,1 1 1 0 0,-1-1-1 0 0,1 0 1 0 0,0 0-1 0 0,0 0 1 0 0,1-1-1 0 0,-1 1 1 0 0,1-1-1 0 0,0 0 1 0 0,9 7 0 0 0,1-2-300 0 0,0 0 0 0 0,0-1 1 0 0,1-1-1 0 0,0 0 1 0 0,0-2-1 0 0,0 1 1 0 0,1-2-1 0 0,0 0 1 0 0,0-1-1 0 0,0 0 0 0 0,25 0 1 0 0,-13-2-106 0 0,-1-2 1 0 0,0 0 0 0 0,0-2-1 0 0,0-1 1 0 0,0-1-1 0 0,30-10 1 0 0,-33 6 300 0 0,0 0 1 0 0,-1-2 0 0 0,0 0-1 0 0,-1-2 1 0 0,0 0-1 0 0,27-22 1 0 0,-36 24 427 0 0,1-1 0 0 0,-1 0 1 0 0,-1-1-1 0 0,0-1 0 0 0,-1 0 1 0 0,-1 0-1 0 0,0-1 0 0 0,-1 0 1 0 0,14-31-1 0 0,-17 24 632 0 0,-6 22-930 0 0,0 0 0 0 0,0 0 0 0 0,0 0 0 0 0,0 0 0 0 0,-1 0 0 0 0,1 0 0 0 0,0 0 0 0 0,0 0 0 0 0,0-1 0 0 0,0 1 0 0 0,0 0 0 0 0,0 0 0 0 0,-1 0 0 0 0,1 0 0 0 0,0 0 0 0 0,0 0 0 0 0,0 0 0 0 0,0 0 0 0 0,0 0 1 0 0,-1 0-1 0 0,1 0 0 0 0,0 0 0 0 0,0 0 0 0 0,0 0 0 0 0,0 0 0 0 0,0 0 0 0 0,-1 0 0 0 0,1 0 0 0 0,0 0 0 0 0,0 1 0 0 0,0-1 0 0 0,0 0 0 0 0,0 0 0 0 0,0 0 0 0 0,-1 0 0 0 0,1 0 0 0 0,0 0 0 0 0,0 0 0 0 0,0 0 0 0 0,0 0 1 0 0,0 1-1 0 0,0-1 0 0 0,0 0 0 0 0,0 0 0 0 0,0 0 0 0 0,0 0 0 0 0,-1 0 0 0 0,1 0 0 0 0,0 1 0 0 0,0-1 0 0 0,0 0 0 0 0,0 0 0 0 0,0 0 0 0 0,0 0 0 0 0,0 1 0 0 0,-3 3 91 0 0,-1 1-1 0 0,1 0 1 0 0,0 1-1 0 0,-4 7 0 0 0,3-1-58 0 0,1 0-1 0 0,-1 0 0 0 0,2 0 0 0 0,0 0 0 0 0,0 0 0 0 0,1 0 1 0 0,1 0-1 0 0,0 1 0 0 0,0-1 0 0 0,2 0 0 0 0,4 22 1 0 0,-5-29-36 0 0,1 1 0 0 0,0 0 0 0 0,0-1 0 0 0,0 1 1 0 0,1-1-1 0 0,0 0 0 0 0,0 0 0 0 0,0 0 0 0 0,1 0 1 0 0,-1-1-1 0 0,1 1 0 0 0,0-1 0 0 0,1 0 0 0 0,-1 0 1 0 0,1 0-1 0 0,-1-1 0 0 0,1 0 0 0 0,1 0 0 0 0,-1 0 1 0 0,0 0-1 0 0,0-1 0 0 0,1 0 0 0 0,0 0 0 0 0,-1 0 1 0 0,1-1-1 0 0,8 2 0 0 0,-7-2-5 0 0,1-1-1 0 0,0 0 1 0 0,0 0-1 0 0,0 0 1 0 0,-1-1-1 0 0,1 0 1 0 0,0 0-1 0 0,-1-1 1 0 0,1 0-1 0 0,-1-1 1 0 0,1 1-1 0 0,-1-1 0 0 0,0-1 1 0 0,0 1-1 0 0,-1-1 1 0 0,1-1-1 0 0,6-4 1 0 0,-5 2 0 0 0,-1 0 0 0 0,1-1-1 0 0,-2 1 1 0 0,1-1 0 0 0,-1-1 0 0 0,0 1 0 0 0,0-1 0 0 0,-1 0-1 0 0,-1-1 1 0 0,1 1 0 0 0,-2-1 0 0 0,5-15 0 0 0,-5 15-7 0 0,-1 0 1 0 0,-1 0-1 0 0,0 0 1 0 0,0 0-1 0 0,-1-1 0 0 0,0 1 1 0 0,-1 0-1 0 0,0 0 1 0 0,0 0-1 0 0,-1 0 1 0 0,0 0-1 0 0,-1 0 0 0 0,-1 1 1 0 0,1-1-1 0 0,-1 1 1 0 0,-1 0-1 0 0,0 0 1 0 0,0 0-1 0 0,-1 1 1 0 0,0 0-1 0 0,0 0 0 0 0,-1 0 1 0 0,0 1-1 0 0,0 0 1 0 0,-11-8-1 0 0,-61-54-49 0 0,79 68 52 0 0,0 1 0 0 0,0 0 0 0 0,0 0 0 0 0,0-1 0 0 0,0 1-1 0 0,0 0 1 0 0,0 0 0 0 0,0-1 0 0 0,0 1 0 0 0,0 0 0 0 0,0 0 0 0 0,0-1 0 0 0,1 1 0 0 0,-1 0-1 0 0,0 0 1 0 0,0-1 0 0 0,0 1 0 0 0,0 0 0 0 0,0 0 0 0 0,1 0 0 0 0,-1-1 0 0 0,0 1 0 0 0,0 0 0 0 0,0 0-1 0 0,0 0 1 0 0,1 0 0 0 0,-1-1 0 0 0,0 1 0 0 0,0 0 0 0 0,1 0 0 0 0,-1 0 0 0 0,0 0 0 0 0,0 0-1 0 0,0 0 1 0 0,1 0 0 0 0,-1 0 0 0 0,0 0 0 0 0,0 0 0 0 0,1 0 0 0 0,-1 0 0 0 0,0 0 0 0 0,0 0-1 0 0,1 0 1 0 0,-1 0 0 0 0,18-3 4 0 0,10 6-7 0 0,-1 1-1 0 0,0 1 1 0 0,-1 2-1 0 0,0 0 1 0 0,0 2-1 0 0,0 1 1 0 0,-1 1-1 0 0,25 16 1 0 0,-16-8-9 0 0,-2 2 0 0 0,-1 2 0 0 0,0 1 1 0 0,-2 1-1 0 0,35 37 0 0 0,-55-51 10 0 0,0 0 0 0 0,0 0 0 0 0,-1 1 0 0 0,0 0 0 0 0,-1 0 0 0 0,0 1 0 0 0,-1 0 0 0 0,-1 0 0 0 0,8 27 0 0 0,-13-37 13 0 0,0 0-1 0 0,0 0 0 0 0,0 0 0 0 0,0 0 0 0 0,0 1 1 0 0,0-1-1 0 0,-1 0 0 0 0,1 0 0 0 0,-1 0 0 0 0,0 0 1 0 0,0 0-1 0 0,0-1 0 0 0,-1 1 0 0 0,1 0 0 0 0,-1 0 1 0 0,1-1-1 0 0,-1 1 0 0 0,0-1 0 0 0,-3 4 0 0 0,4-5 71 0 0,0-3-72 0 0,-4-7-9 0 0,6 6 3 0 0,-1 0-1 0 0,1-1 0 0 0,0 1 0 0 0,-1 0 0 0 0,2 0 0 0 0,-1-1 1 0 0,0 1-1 0 0,1 0 0 0 0,2-4 0 0 0,22-32-15 0 0,-22 33 13 0 0,14-20 13 0 0,1 2 0 0 0,2 0 0 0 0,43-39 0 0 0,-49 51 109 0 0,0 0 1 0 0,1 0-1 0 0,1 2 1 0 0,0 0 0 0 0,0 1-1 0 0,1 1 1 0 0,26-9-1 0 0,-38 15-99 0 0,0 1 0 0 0,0 0 0 0 0,0 0 0 0 0,0 0 0 0 0,0 1 0 0 0,0 0 0 0 0,0 0 0 0 0,0 1 0 0 0,0-1 0 0 0,0 1 0 0 0,0 1 0 0 0,0-1 0 0 0,0 1 0 0 0,0 0 0 0 0,-1 0 0 0 0,1 1 0 0 0,-1 0 0 0 0,1 0 0 0 0,-1 0 0 0 0,0 0 0 0 0,0 1 0 0 0,-1 0 0 0 0,1 0 0 0 0,-1 0 0 0 0,0 1 0 0 0,0-1 0 0 0,0 1 0 0 0,0 0 0 0 0,-1 0 0 0 0,0 0 0 0 0,0 1 0 0 0,0-1 0 0 0,-1 1 0 0 0,0-1 0 0 0,0 1-1 0 0,0 0 1 0 0,-1 0 0 0 0,0 0 0 0 0,0 0 0 0 0,0 0 0 0 0,-1 0 0 0 0,0 0 0 0 0,0 0 0 0 0,-1 7 0 0 0,-3 17 16 0 0,-3 33-1634 0 0,7-57 1008 0 0,0-1 1 0 0,0 1-1 0 0,1-1 0 0 0,0 1 1 0 0,0-1-1 0 0,0 1 0 0 0,1-1 0 0 0,3 10 1 0 0,-4-14 206 0 0,0 1 1 0 0,0-1-1 0 0,-1 0 1 0 0,1 0 0 0 0,0 0-1 0 0,0 0 1 0 0,0 0-1 0 0,1 0 1 0 0,-1 0-1 0 0,0 0 1 0 0,0 0 0 0 0,2 1-1 0 0,7 3-3437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95 306 744 0 0,'64'-56'11083'0'0,"-63"55"-10513"0"0,16 2 1493 0 0,30 6 0 0 0,15 2-1064 0 0,-48-8-903 0 0,1-1 0 0 0,-1 0 0 0 0,0-1 0 0 0,1-1 0 0 0,-1 0 0 0 0,25-8 0 0 0,-34 9-86 0 0,1-1-1 0 0,-1-1 0 0 0,0 1 1 0 0,0-1-1 0 0,0 0 0 0 0,0 0 1 0 0,0-1-1 0 0,-1 1 0 0 0,1-1 0 0 0,-1 0 1 0 0,0 0-1 0 0,0 0 0 0 0,-1-1 1 0 0,1 0-1 0 0,-1 1 0 0 0,0-1 0 0 0,0 0 1 0 0,0 0-1 0 0,2-10 0 0 0,-2 7-7 0 0,-1 0 0 0 0,0 0 0 0 0,-1 0-1 0 0,1 0 1 0 0,-2 0 0 0 0,1 0 0 0 0,-1 0 0 0 0,0 0-1 0 0,-1-1 1 0 0,0 1 0 0 0,-2-8 0 0 0,2 12-3 0 0,0 1-1 0 0,0 0 1 0 0,0-1 0 0 0,-1 1 0 0 0,0 0 0 0 0,1 0-1 0 0,-1 0 1 0 0,0 0 0 0 0,0 0 0 0 0,-1 1 0 0 0,1-1-1 0 0,0 0 1 0 0,-1 1 0 0 0,0 0 0 0 0,0-1 0 0 0,1 1-1 0 0,-1 0 1 0 0,-1 1 0 0 0,1-1 0 0 0,0 1 0 0 0,0-1-1 0 0,0 1 1 0 0,-1 0 0 0 0,1 0 0 0 0,-1 0 0 0 0,1 0-1 0 0,-1 1 1 0 0,-3-1 0 0 0,-8 1-6 0 0,0 1 1 0 0,0 0-1 0 0,0 0 0 0 0,0 2 1 0 0,0 0-1 0 0,0 0 0 0 0,1 2 1 0 0,0 0-1 0 0,0 0 0 0 0,0 1 1 0 0,-22 14-1 0 0,12-5 22 0 0,1 1 0 0 0,1 1 0 0 0,0 0 0 0 0,1 2-1 0 0,-26 30 1 0 0,39-39 7 0 0,0-1-1 0 0,1 1 1 0 0,0 1-1 0 0,0-1 0 0 0,1 1 1 0 0,0 0-1 0 0,1 1 0 0 0,-7 22 1 0 0,11-29-13 0 0,0 0 1 0 0,1 0-1 0 0,-1 0 1 0 0,1 0-1 0 0,0 0 1 0 0,0 0-1 0 0,0 0 1 0 0,1 0-1 0 0,0 0 1 0 0,0 0-1 0 0,0-1 1 0 0,1 1-1 0 0,-1 0 0 0 0,1 0 1 0 0,0-1-1 0 0,1 1 1 0 0,-1-1-1 0 0,1 0 1 0 0,0 0-1 0 0,0 0 1 0 0,0 0-1 0 0,0 0 1 0 0,1-1-1 0 0,6 6 1 0 0,2 1-164 0 0,1-2 0 0 0,0 0 1 0 0,1 0-1 0 0,0-1 0 0 0,0-1 1 0 0,0 0-1 0 0,1-1 1 0 0,15 4-1 0 0,-1-3-2051 0 0,0 0 0 0 0,0-2 0 0 0,39 0 0 0 0,-19-4-3994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6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13 434 376 0 0,'-10'31'7469'0'0,"8"17"-3354"0"0,2-44-3955 0 0,0-2-55 0 0,0 1 0 0 0,0-1 0 0 0,0 0 0 0 0,1 1 0 0 0,-1-1 0 0 0,1 0-1 0 0,0 1 1 0 0,0-1 0 0 0,0 0 0 0 0,0 0 0 0 0,0 1 0 0 0,0-1-1 0 0,1 0 1 0 0,-1 0 0 0 0,0 0 0 0 0,1-1 0 0 0,0 1 0 0 0,-1 0 0 0 0,1 0-1 0 0,0-1 1 0 0,0 0 0 0 0,0 1 0 0 0,0-1 0 0 0,0 0 0 0 0,1 0 0 0 0,-1 0-1 0 0,0 0 1 0 0,0 0 0 0 0,1 0 0 0 0,-1-1 0 0 0,0 1 0 0 0,1-1 0 0 0,2 1-1 0 0,3 0-27 0 0,0-1-1 0 0,0 1 0 0 0,0-1 0 0 0,0-1 1 0 0,0 1-1 0 0,-1-1 0 0 0,1-1 0 0 0,13-3 1 0 0,-12 1-60 0 0,1-1 0 0 0,-1 0 1 0 0,0 0-1 0 0,-1-1 0 0 0,1 0 1 0 0,-1-1-1 0 0,-1 1 1 0 0,1-1-1 0 0,-1-1 0 0 0,0 0 1 0 0,-1 0-1 0 0,0 0 1 0 0,0 0-1 0 0,0-1 0 0 0,-1 0 1 0 0,4-12-1 0 0,6-14-10 0 0,-2 0 0 0 0,-2-1 0 0 0,8-38 1 0 0,-8 29-12 0 0,-3-1 0 0 0,-1 0 1 0 0,1-55-1 0 0,-8 100 3 0 0,0 1 0 0 0,0-1 0 0 0,1 0 1 0 0,-1 1-1 0 0,0-1 0 0 0,0 0 0 0 0,0 1 0 0 0,0-1 0 0 0,-1 0 1 0 0,1 1-1 0 0,0-1 0 0 0,0 0 0 0 0,0 1 0 0 0,-1-1 0 0 0,1 0 1 0 0,0 1-1 0 0,0-1 0 0 0,-1 0 0 0 0,1 1 0 0 0,-1-1 0 0 0,1 1 1 0 0,0-1-1 0 0,-1 1 0 0 0,1-1 0 0 0,-1 1 0 0 0,0-1 1 0 0,0 1 0 0 0,0 0 0 0 0,1 0 0 0 0,-1 0 0 0 0,0 0 0 0 0,0 0 0 0 0,1 1 1 0 0,-1-1-1 0 0,0 0 0 0 0,0 0 0 0 0,1 1 0 0 0,-1-1 0 0 0,0 1 0 0 0,1-1 1 0 0,-1 0-1 0 0,0 1 0 0 0,1-1 0 0 0,-1 1 0 0 0,0 0 0 0 0,-4 4 29 0 0,1 0 1 0 0,0 0-1 0 0,0 0 0 0 0,-5 9 1 0 0,-1 8 81 0 0,2 0 1 0 0,0 1 0 0 0,1 0 0 0 0,1 1-1 0 0,2-1 1 0 0,0 1 0 0 0,1 0-1 0 0,2 0 1 0 0,1 27 0 0 0,0-41-79 0 0,1 1 0 0 0,1-1-1 0 0,-1 0 1 0 0,2 0 0 0 0,-1-1 0 0 0,1 1 0 0 0,1 0 0 0 0,-1-1-1 0 0,2 0 1 0 0,-1 0 0 0 0,1 0 0 0 0,1 0 0 0 0,6 7-1 0 0,-6-9-237 0 0,-1-1-1 0 0,1-1 1 0 0,0 1 0 0 0,1-1-1 0 0,-1 0 1 0 0,1 0-1 0 0,0-1 1 0 0,0 0-1 0 0,0 0 1 0 0,1-1-1 0 0,-1 0 1 0 0,1 0-1 0 0,0-1 1 0 0,0 0-1 0 0,0 0 1 0 0,12 0-1 0 0,-15-1-374 0 0,-1-1-1 0 0,1 0 1 0 0,-1 0-1 0 0,1-1 1 0 0,-1 1-1 0 0,0-1 1 0 0,1 0-1 0 0,-1 0 1 0 0,0 0-1 0 0,0-1 1 0 0,0 0-1 0 0,5-2 1 0 0,12-7-4361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6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49 113 1856 0 0,'-46'-102'10507'0'0,"45"102"-10487"0"0,1-1-1 0 0,0 1 1 0 0,0 0-1 0 0,-1-1 1 0 0,1 1-1 0 0,0 0 1 0 0,0-1-1 0 0,0 1 1 0 0,0 0-1 0 0,0-1 1 0 0,0 1-1 0 0,-1 0 1 0 0,1-1-1 0 0,0 1 1 0 0,0 0-1 0 0,0-1 1 0 0,0 1-1 0 0,0 0 1 0 0,0-1-1 0 0,0 1 1 0 0,1 0-1 0 0,-1-1 1 0 0,0 1-1 0 0,0 0 1 0 0,0-1-1 0 0,0 1 1 0 0,0 0-1 0 0,0-1 1 0 0,1 1-1 0 0,-1 0 1 0 0,0-1-1 0 0,12 2-257 0 0,17 14-1770 0 0,-25-13 1432 0 0,14 7-2648 0 0,-1 1-1313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6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759 226 2252 0 0,'9'-16'1854'0'0,"0"-1"0"0"0,-1 0-1 0 0,11-35 1 0 0,-18 47-1561 0 0,1-1 0 0 0,-1 1 0 0 0,0-1 0 0 0,0 0 0 0 0,0 1 0 0 0,-1-1 0 0 0,0 1 1 0 0,0-1-1 0 0,-1 0 0 0 0,1 1 0 0 0,-1-1 0 0 0,0 0 0 0 0,-1 1 0 0 0,1 0 0 0 0,-1-1 0 0 0,0 1 0 0 0,-5-8 0 0 0,6 11-235 0 0,-1 1-1 0 0,1 0 0 0 0,0-1 1 0 0,-1 1-1 0 0,1 0 1 0 0,-1 0-1 0 0,0 0 1 0 0,1 0-1 0 0,-1 0 1 0 0,0 0-1 0 0,0 1 1 0 0,0-1-1 0 0,0 0 1 0 0,1 1-1 0 0,-1 0 1 0 0,0-1-1 0 0,0 1 1 0 0,0 0-1 0 0,0 0 1 0 0,0 0-1 0 0,0 0 1 0 0,0 0-1 0 0,0 1 1 0 0,0-1-1 0 0,0 0 1 0 0,0 1-1 0 0,1 0 1 0 0,-1-1-1 0 0,0 1 0 0 0,-2 1 1 0 0,-7 3 120 0 0,1 0 0 0 0,-1 1 0 0 0,-15 11 0 0 0,2 2-14 0 0,0 2 0 0 0,1 1 0 0 0,1 0 0 0 0,1 2 0 0 0,1 0 0 0 0,1 2-1 0 0,2 0 1 0 0,-20 38 0 0 0,2 7 158 0 0,3 1-1 0 0,-26 87 1 0 0,-73 325 297 0 0,28-88-373 0 0,85-332-205 0 0,-31 89 402 0 0,49-152-453 0 0,0-1 1 0 0,0 1 0 0 0,0-1-1 0 0,0 0 1 0 0,0 1 0 0 0,0-1-1 0 0,-1 0 1 0 0,1 1 0 0 0,0-1-1 0 0,0 0 1 0 0,-1 1 0 0 0,1-1-1 0 0,0 0 1 0 0,0 1 0 0 0,-1-1-1 0 0,1 0 1 0 0,0 0 0 0 0,-1 1-1 0 0,1-1 1 0 0,0 0 0 0 0,-1 0-1 0 0,1 0 1 0 0,-1 1 0 0 0,1-1-1 0 0,0 0 1 0 0,-1 0 0 0 0,1 0-1 0 0,-1 0 1 0 0,1 0 0 0 0,0 0-1 0 0,-1 0 1 0 0,1 0 0 0 0,-1 0-1 0 0,1 0 1 0 0,0 0 0 0 0,-1 0-1 0 0,1 0 1 0 0,-1 0 0 0 0,1 0-1 0 0,0-1 1 0 0,-1 1 0 0 0,1 0-1 0 0,0 0 1 0 0,-1 0 0 0 0,1-1-1 0 0,0 1 1 0 0,-1 0 0 0 0,1 0-1 0 0,-1-1 1 0 0,-11-13-1460 0 0,9 9 408 0 0,1 0-1 0 0,0 0 1 0 0,0-1 0 0 0,0 1-1 0 0,1-1 1 0 0,0 1 0 0 0,0-1-1 0 0,0-11 1 0 0,1 16 707 0 0,-2-22-6625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10 111 1532 0 0,'-2'-4'797'0'0,"1"-1"0"0"0,-1 1-1 0 0,1-1 1 0 0,0 1 0 0 0,0-1 0 0 0,1 1-1 0 0,-1-1 1 0 0,1-7 0 0 0,0 10-700 0 0,1 0-1 0 0,-1 0 1 0 0,1 1 0 0 0,-1-1 0 0 0,1 0 0 0 0,0 1-1 0 0,-1-1 1 0 0,1 0 0 0 0,0 1 0 0 0,0-1-1 0 0,0 1 1 0 0,0-1 0 0 0,1 1 0 0 0,-1 0 0 0 0,0-1-1 0 0,1 1 1 0 0,-1 0 0 0 0,1 0 0 0 0,-1 0 0 0 0,1 0-1 0 0,-1 0 1 0 0,1 0 0 0 0,3-1 0 0 0,11-3 65 0 0,0-1 0 0 0,0 2 0 0 0,0 0 1 0 0,1 1-1 0 0,22-1 0 0 0,86 2-2427 0 0,-71 3-1248 0 0,-14-1-304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8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29 413 1280 0 0,'-3'1'504'0'0,"1"1"1"0"0,0 0-1 0 0,0 0 0 0 0,0-1 0 0 0,0 1 0 0 0,1 0 1 0 0,-1 1-1 0 0,0-1 0 0 0,1 0 0 0 0,0 0 0 0 0,-1 1 1 0 0,1-1-1 0 0,0 1 0 0 0,0-1 0 0 0,0 1 0 0 0,1-1 1 0 0,-1 1-1 0 0,1-1 0 0 0,-1 1 0 0 0,1 4 0 0 0,1-6-451 0 0,0 0 0 0 0,-1-1-1 0 0,1 1 1 0 0,0 0 0 0 0,0-1-1 0 0,0 1 1 0 0,0-1-1 0 0,1 1 1 0 0,-1-1 0 0 0,0 1-1 0 0,0-1 1 0 0,0 0 0 0 0,0 0-1 0 0,0 1 1 0 0,1-1-1 0 0,-1 0 1 0 0,2 0 0 0 0,18 1 232 0 0,-5-1-229 0 0,1-1 0 0 0,-1-1 0 0 0,-1 0-1 0 0,1-1 1 0 0,0 0 0 0 0,-1-2 0 0 0,1 0 0 0 0,-1 0 0 0 0,-1-2-1 0 0,1 0 1 0 0,-1 0 0 0 0,0-1 0 0 0,18-15 0 0 0,-17 10-51 0 0,0 0-1 0 0,-1-1 1 0 0,-1-1 0 0 0,0 0 0 0 0,-1-1 0 0 0,-1 0 0 0 0,0-1 0 0 0,-1 0 0 0 0,-1-1 0 0 0,9-25 0 0 0,-6 11 37 0 0,-2-2 0 0 0,-1 1 0 0 0,6-45 0 0 0,-15 78-40 0 0,1-1 0 0 0,-1 0 0 0 0,0 1 0 0 0,0-1 0 0 0,0 0-1 0 0,0 1 1 0 0,0-1 0 0 0,0 0 0 0 0,0 1 0 0 0,0-1 0 0 0,0 0 0 0 0,0 1-1 0 0,0-1 1 0 0,0 0 0 0 0,-1 1 0 0 0,1-1 0 0 0,0 0 0 0 0,0 1 0 0 0,-1-1-1 0 0,1 1 1 0 0,0-1 0 0 0,-1 1 0 0 0,1-1 0 0 0,-1 0 0 0 0,1 1 0 0 0,-1-1-1 0 0,1 1 1 0 0,-1 0 0 0 0,1-1 0 0 0,-1 1 0 0 0,1-1 0 0 0,-1 1 0 0 0,0 0-1 0 0,1-1 1 0 0,-1 1 0 0 0,1 0 0 0 0,-1 0 0 0 0,0 0 0 0 0,1-1 0 0 0,-1 1-1 0 0,0 0 1 0 0,1 0 0 0 0,-1 0 0 0 0,0 0 0 0 0,1 0 0 0 0,-1 0 0 0 0,0 0-1 0 0,1 0 1 0 0,-1 1 0 0 0,0-1 0 0 0,1 0 0 0 0,-1 0 0 0 0,0 0 0 0 0,1 1-1 0 0,-2 0 1 0 0,-3 3 49 0 0,1 1 0 0 0,-1-1-1 0 0,1 1 1 0 0,0 1-1 0 0,0-1 1 0 0,0 0 0 0 0,1 1-1 0 0,-1 0 1 0 0,2 0-1 0 0,-4 9 1 0 0,-3 5 29 0 0,1 1-1 0 0,1 0 1 0 0,1 1-1 0 0,1 0 1 0 0,1 0-1 0 0,-2 42 1 0 0,6-50-64 0 0,0 1-1 0 0,2 0 1 0 0,-1 0 0 0 0,2-1-1 0 0,0 1 1 0 0,0-1 0 0 0,2 0-1 0 0,-1 0 1 0 0,2 0-1 0 0,0-1 1 0 0,11 19 0 0 0,-14-28-174 0 0,0 1 0 0 0,0-1 0 0 0,1 0 0 0 0,-1 0 0 0 0,8 6 0 0 0,8 1-1723 0 0,-17-11 1273 0 0,0 1 0 0 0,0-1 0 0 0,0 1 1 0 0,1-1-1 0 0,-1 0 0 0 0,0 0 0 0 0,0 0 0 0 0,4 0 0 0 0,14-3-4199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8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61 148 1816 0 0,'-5'-19'2173'0'0,"-1"1"-1"0"0,0-1 1 0 0,-15-28 0 0 0,3 4-556 0 0,17 42-1653 0 0,-1 8-1241 0 0,2-7 1122 0 0,-1 1 0 0 0,1-1 0 0 0,0 1 1 0 0,0-1-1 0 0,0 1 0 0 0,-1-1 0 0 0,1 0 0 0 0,0 1 1 0 0,0-1-1 0 0,0 1 0 0 0,0-1 0 0 0,0 1 1 0 0,0-1-1 0 0,0 1 0 0 0,0-1 0 0 0,0 1 0 0 0,0-1 1 0 0,1 1-1 0 0,-1-1 0 0 0,0 0 0 0 0,0 1 1 0 0,0-1-1 0 0,0 1 0 0 0,1-1 0 0 0,-1 1 0 0 0,0-1 1 0 0,0 0-1 0 0,1 1 0 0 0,0 0-154 0 0,6 10-3300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8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24 716 0 0,'14'-19'10598'0'0,"-9"14"-9421"0"0,-2 8-992 0 0,-1 1-1 0 0,1-1 0 0 0,-1 0 1 0 0,0 1-1 0 0,0 0 1 0 0,0 0-1 0 0,0-1 0 0 0,-1 1 1 0 0,1 0-1 0 0,-1 0 1 0 0,0 1-1 0 0,0-1 0 0 0,0 8 1 0 0,1 12 370 0 0,-2 28 1 0 0,0-36-326 0 0,-3 59 317 0 0,-16 88 0 0 0,8-89-396 0 0,0 90 0 0 0,11-155-362 0 0,0 0 1 0 0,1 0 0 0 0,0 0 0 0 0,1 0-1 0 0,0 0 1 0 0,0 0 0 0 0,1-1-1 0 0,5 13 1 0 0,-5-17-373 0 0,-1 1 1 0 0,1 0-1 0 0,0-1 0 0 0,1 1 1 0 0,-1-1-1 0 0,1 0 0 0 0,-1 0 1 0 0,1 0-1 0 0,0 0 0 0 0,1-1 0 0 0,-1 0 1 0 0,1 0-1 0 0,-1 0 0 0 0,1 0 1 0 0,6 1-1 0 0,6 3-3607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8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125 107 888 0 0,'-114'-80'13109'0'0,"114"80"-13060"0"0,-1 0 0 0 0,1 0 0 0 0,-1-1 0 0 0,1 1-1 0 0,-1 0 1 0 0,0 0 0 0 0,1-1 0 0 0,-1 1 0 0 0,1 0-1 0 0,0-1 1 0 0,-1 1 0 0 0,1 0 0 0 0,-1-1 0 0 0,1 1-1 0 0,-1-1 1 0 0,1 1 0 0 0,0-1 0 0 0,-1 1 0 0 0,1-1 0 0 0,0 1-1 0 0,0-1 1 0 0,-1 1 0 0 0,1-1 0 0 0,0 0 0 0 0,0 1-1 0 0,0-1 1 0 0,0 1 0 0 0,-1-1 0 0 0,1 1 0 0 0,0-2 0 0 0,1 1-16 0 0,0 0 0 0 0,0 1 1 0 0,-1-1-1 0 0,1 0 1 0 0,0 1-1 0 0,0-1 1 0 0,0 1-1 0 0,0-1 0 0 0,0 1 1 0 0,0-1-1 0 0,0 1 1 0 0,0 0-1 0 0,0 0 1 0 0,0-1-1 0 0,1 1 0 0 0,45-4 176 0 0,-47 4-189 0 0,73 0 222 0 0,0 3-1 0 0,130 24 0 0 0,-30 13-2096 0 0,-7 11-5740 0 0,-141-42 2451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1:59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33 1364 0 0,'-17'-17'6397'0'0,"14"15"-5517"0"0,0-1 1 0 0,-1 1-1 0 0,0 0 0 0 0,1 0 1 0 0,-8-2-1 0 0,10 4-811 0 0,0 0 0 0 0,0 1-1 0 0,1-1 1 0 0,-1 1 0 0 0,0-1-1 0 0,0 1 1 0 0,0-1 0 0 0,1 1-1 0 0,-1-1 1 0 0,0 1 0 0 0,1 0-1 0 0,-1-1 1 0 0,0 1 0 0 0,1 0-1 0 0,-1 0 1 0 0,0 1 70 0 0,-8 8 193 0 0,1 1 0 0 0,0 1 0 0 0,1 0 0 0 0,0 0 1 0 0,1 0-1 0 0,0 1 0 0 0,-4 14 0 0 0,-2 12-74 0 0,-8 44 0 0 0,16-62-332 0 0,1 1 1 0 0,0 0 0 0 0,2 33 0 0 0,2-42-795 0 0,0 0 0 0 0,5 21 0 0 0,-3-24-514 0 0,-1-1-1 0 0,2 0 1 0 0,-1-1-1 0 0,7 12 1 0 0,1-2-3859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0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93 188 0 0,'0'-5'887'0'0,"0"-1"0"0"0,0 1 0 0 0,-1-1 0 0 0,1 0 0 0 0,-2 1 0 0 0,1-1 0 0 0,-1 1-1 0 0,1 0 1 0 0,-6-10 0 0 0,6 13-702 0 0,0 0 0 0 0,-1 0 0 0 0,0 0 1 0 0,1 0-1 0 0,-1 0 0 0 0,0 0 0 0 0,0 1 0 0 0,1-1 0 0 0,-2 1 0 0 0,1-1 0 0 0,0 1 0 0 0,0 0 0 0 0,0 0 0 0 0,0 0 0 0 0,-1 0 0 0 0,1 0 0 0 0,0 0 0 0 0,-1 1 0 0 0,1-1 0 0 0,-1 1 0 0 0,1 0 0 0 0,-1 0 0 0 0,1-1 0 0 0,-5 2 0 0 0,-4 0 70 0 0,1 1-1 0 0,0 0 1 0 0,0 0 0 0 0,0 1-1 0 0,0 0 1 0 0,0 1-1 0 0,0 0 1 0 0,-16 10-1 0 0,19-10-205 0 0,1 0 0 0 0,0 1 0 0 0,0-1 0 0 0,0 1 0 0 0,0 1 0 0 0,1-1 0 0 0,0 1 0 0 0,0 0 0 0 0,1 0-1 0 0,-1 0 1 0 0,1 0 0 0 0,-6 14 0 0 0,9-16-41 0 0,0 0-1 0 0,0 0 1 0 0,0 0-1 0 0,1 0 1 0 0,0 0 0 0 0,-1 0-1 0 0,1 0 1 0 0,0 0-1 0 0,1 0 1 0 0,-1 0-1 0 0,1 0 1 0 0,0-1-1 0 0,0 1 1 0 0,0 0 0 0 0,0 0-1 0 0,1 0 1 0 0,0-1-1 0 0,-1 1 1 0 0,1-1-1 0 0,0 1 1 0 0,1-1-1 0 0,-1 0 1 0 0,4 4-1 0 0,7 7 6 0 0,1 0 0 0 0,1-1 0 0 0,26 19-1 0 0,1 0-34 0 0,-37-27-36 0 0,1 0 126 0 0,-1 0 0 0 0,0 0 0 0 0,0 0-1 0 0,0 1 1 0 0,0 0 0 0 0,5 8 0 0 0,-10-12-45 0 0,1-1 0 0 0,-1 1 1 0 0,1 0-1 0 0,-1-1 0 0 0,1 1 1 0 0,-1-1-1 0 0,0 1 1 0 0,0-1-1 0 0,0 1 0 0 0,0 0 1 0 0,0-1-1 0 0,0 1 0 0 0,0 0 1 0 0,-1-1-1 0 0,1 1 0 0 0,0-1 1 0 0,-1 1-1 0 0,1-1 0 0 0,-1 1 1 0 0,0-1-1 0 0,1 1 0 0 0,-1-1 1 0 0,0 0-1 0 0,0 1 0 0 0,0-1 1 0 0,0 0-1 0 0,0 1 0 0 0,0-1 1 0 0,-1 0-1 0 0,1 0 0 0 0,0 0 1 0 0,-1 0-1 0 0,1 0 0 0 0,-3 1 1 0 0,-6 4-31 0 0,-1 1 0 0 0,0-1 1 0 0,0-1-1 0 0,-1 0 0 0 0,1-1 1 0 0,-1 0-1 0 0,0 0 0 0 0,0-1 1 0 0,-1-1-1 0 0,-22 2 0 0 0,24-4-927 0 0,0-1 0 0 0,-20-2-1 0 0,22 1-652 0 0,-1 0 0 0 0,1-1-1 0 0,-14-6 1 0 0,-3-4-4837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0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2376 0 0,'0'-11'2072'0'0,"0"-1"-495"0"0,0 2 687 0 0,0-7-852 0 0,4 3-596 0 0,3 2-628 0 0,7 5-1240 0 0,6 4-6197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1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384 147 1260 0 0,'0'-10'1213'0'0,"-1"1"0"0"0,0-1 0 0 0,0 1 0 0 0,-1-1 0 0 0,0 1 0 0 0,-5-15 0 0 0,5 19-963 0 0,0 0 0 0 0,-1 0 0 0 0,1 1-1 0 0,-1-1 1 0 0,0 1 0 0 0,0 0-1 0 0,0 0 1 0 0,-1 0 0 0 0,0 0-1 0 0,0 0 1 0 0,0 1 0 0 0,0 0 0 0 0,-5-4-1 0 0,6 6-202 0 0,1 0 1 0 0,-1 1-1 0 0,1-1 0 0 0,-1 1 0 0 0,1-1 1 0 0,-1 1-1 0 0,1 0 0 0 0,-1 0 0 0 0,1 0 1 0 0,-1 0-1 0 0,1 0 0 0 0,-1 1 0 0 0,1-1 1 0 0,-1 1-1 0 0,1 0 0 0 0,-5 2 0 0 0,-38 18 376 0 0,31-12-339 0 0,0 1 0 0 0,0 1 0 0 0,1 1 1 0 0,0-1-1 0 0,-16 21 0 0 0,9-7-14 0 0,1 1 0 0 0,-17 30-1 0 0,27-40-44 0 0,1-1 0 0 0,1 1 0 0 0,0 1 0 0 0,1-1-1 0 0,0 1 1 0 0,-4 27 0 0 0,9-39-20 0 0,0 0 0 0 0,0 0-1 0 0,1-1 1 0 0,0 1 0 0 0,0 0 0 0 0,0 0 0 0 0,1 0 0 0 0,0 0 0 0 0,0 0-1 0 0,0-1 1 0 0,0 1 0 0 0,1 0 0 0 0,-1-1 0 0 0,1 1 0 0 0,0-1-1 0 0,1 0 1 0 0,-1 0 0 0 0,1 1 0 0 0,0-1 0 0 0,0-1 0 0 0,0 1 0 0 0,0 0-1 0 0,1-1 1 0 0,0 0 0 0 0,-1 0 0 0 0,1 0 0 0 0,0 0 0 0 0,6 2-1 0 0,-2-1-8 0 0,0 0 0 0 0,1-1 0 0 0,0 0 0 0 0,-1 0-1 0 0,1-1 1 0 0,0 0 0 0 0,0-1 0 0 0,0 0-1 0 0,1 0 1 0 0,-1-1 0 0 0,0 0 0 0 0,0-1-1 0 0,0 0 1 0 0,0-1 0 0 0,0 1 0 0 0,0-2 0 0 0,0 1-1 0 0,0-1 1 0 0,11-6 0 0 0,-9 4-3 0 0,-1-1 0 0 0,1 0 1 0 0,-1-1-1 0 0,-1 0 0 0 0,1-1 1 0 0,-1 0-1 0 0,-1 0 0 0 0,1-1 0 0 0,-1 0 1 0 0,-1 0-1 0 0,0-1 0 0 0,0 0 1 0 0,-1-1-1 0 0,7-13 0 0 0,-2-5 193 0 0,0 0 1 0 0,-2-1-1 0 0,-2 0 1 0 0,0 0-1 0 0,-2-1 0 0 0,2-58 1 0 0,-8 84 477 0 0,-1 6-214 0 0,-4 16-17 0 0,-4 23-157 0 0,4-10-147 0 0,2 1 0 0 0,1 0 1 0 0,1 0-1 0 0,4 54 0 0 0,-1-73-432 0 0,1-1 0 0 0,1 0 0 0 0,0 0 0 0 0,0 0 0 0 0,1 0 0 0 0,0 0 0 0 0,6 9 0 0 0,-6-13-430 0 0,1-1 1 0 0,-1 1 0 0 0,1-1-1 0 0,0 0 1 0 0,0-1-1 0 0,1 1 1 0 0,0-1 0 0 0,0 0-1 0 0,0-1 1 0 0,0 1 0 0 0,10 4-1 0 0,8 2-4740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1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38 2648 0 0,'0'-1'250'0'0,"-10"-23"5083"0"0,10 23-5204 0 0,-1 0 0 0 0,1 0 0 0 0,-1 1 0 0 0,1-1 0 0 0,-1 0 0 0 0,1 1 0 0 0,-1-1 0 0 0,0 0 0 0 0,1 1 0 0 0,-1-1 0 0 0,0 1 0 0 0,1-1 0 0 0,-1 1 0 0 0,0-1 0 0 0,0 1 0 0 0,1-1 0 0 0,-1 1 0 0 0,0 0 0 0 0,0 0 0 0 0,0-1 0 0 0,0 1 0 0 0,1 0 0 0 0,-1 0 0 0 0,0 0 0 0 0,0 0 0 0 0,0 0 0 0 0,0 0 0 0 0,0 0 0 0 0,-1 1 0 0 0,-11 3 237 0 0,1 2 0 0 0,0-1 0 0 0,0 2 0 0 0,1-1 0 0 0,0 2 0 0 0,0 0 0 0 0,0 0 0 0 0,1 0 0 0 0,1 2 0 0 0,-1-1 0 0 0,1 1 0 0 0,-8 13 0 0 0,5-7-273 0 0,0 1 0 0 0,2 0 1 0 0,0 1-1 0 0,1 0 0 0 0,0 1 0 0 0,2 0 0 0 0,-8 30 0 0 0,13-41-135 0 0,0 0 0 0 0,1 0-1 0 0,0 0 1 0 0,1 0 0 0 0,0 0 0 0 0,0 0-1 0 0,1 0 1 0 0,0 0 0 0 0,0 0-1 0 0,1 0 1 0 0,0 0 0 0 0,0-1 0 0 0,1 1-1 0 0,0-1 1 0 0,7 13 0 0 0,-6-14-253 0 0,0 0 0 0 0,0-1 0 0 0,1 1 0 0 0,0-1 0 0 0,0 0 0 0 0,0 0 0 0 0,1-1 0 0 0,0 0 0 0 0,0 0 0 0 0,0 0 0 0 0,0 0 0 0 0,0-1 0 0 0,1 0 0 0 0,-1-1 0 0 0,1 1 0 0 0,0-1 0 0 0,13 2 0 0 0,-8-2-907 0 0,1 0 0 0 0,-1-2 0 0 0,0 1-1 0 0,18-3 1 0 0,1-1-2001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2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30 145 1060 0 0,'8'-17'1996'0'0,"-1"1"1"0"0,0-1-1 0 0,-1-1 0 0 0,5-22 1 0 0,-12 35-1005 0 0,-4 8-290 0 0,-6 9 41 0 0,3 4-533 0 0,0-1 0 0 0,1 1 0 0 0,1 0 1 0 0,1 1-1 0 0,0 0 0 0 0,1 0 0 0 0,1 0 0 0 0,1 0 1 0 0,0 0-1 0 0,1 0 0 0 0,2 33 0 0 0,0-42-186 0 0,1 0-1 0 0,-1 0 0 0 0,1 0 0 0 0,1 0 1 0 0,-1 0-1 0 0,1 0 0 0 0,1-1 0 0 0,-1 0 1 0 0,1 1-1 0 0,1-1 0 0 0,-1 0 0 0 0,1-1 1 0 0,11 11-1 0 0,-8-9-13 0 0,0-1-1 0 0,0-1 1 0 0,1 0 0 0 0,1 0 0 0 0,-1-1 0 0 0,1 0 0 0 0,-1 0-1 0 0,1-1 1 0 0,1-1 0 0 0,11 4 0 0 0,-13-5-22 0 0,1 0 1 0 0,0 0-1 0 0,0-1 1 0 0,-1-1-1 0 0,1 1 0 0 0,0-1 1 0 0,0-1-1 0 0,0 0 1 0 0,-1 0-1 0 0,1-1 0 0 0,0 0 1 0 0,11-5-1 0 0,-17 5-1 0 0,1 0-1 0 0,0 0 0 0 0,-1-1 1 0 0,1 0-1 0 0,-1 1 0 0 0,0-2 1 0 0,0 1-1 0 0,0 0 0 0 0,0-1 1 0 0,-1 0-1 0 0,0 0 0 0 0,1 0 1 0 0,-1 0-1 0 0,-1 0 0 0 0,1-1 1 0 0,0 1-1 0 0,-1-1 0 0 0,0 1 1 0 0,0-1-1 0 0,-1 0 0 0 0,1 0 1 0 0,-1 0-1 0 0,0 0 0 0 0,0-10 1 0 0,0 6 7 0 0,-1 0 0 0 0,-1 0 0 0 0,0 0 0 0 0,0 0 0 0 0,-1 0 0 0 0,0 0 0 0 0,0 1 0 0 0,-1-1 0 0 0,0 1 0 0 0,0-1 0 0 0,-1 1 0 0 0,0 0 0 0 0,-1 0 0 0 0,0 1 0 0 0,0-1 1 0 0,-1 1-1 0 0,0 0 0 0 0,-11-11 0 0 0,-9-4 2 0 0,-1 1 0 0 0,-1 0 0 0 0,-47-25 0 0 0,53 33-4 0 0,19 11-5 0 0,3 1 13 0 0,0 0 0 0 0,0 1 0 0 0,-1-1 0 0 0,1 0 0 0 0,0 1 0 0 0,0-1 0 0 0,0 0 0 0 0,0 1 0 0 0,0-1 0 0 0,0 0 0 0 0,0 0 0 0 0,0 1 0 0 0,0-1 0 0 0,1 0 0 0 0,-1 1 0 0 0,0-1 0 0 0,0 0 0 0 0,0 1 0 0 0,1-1 0 0 0,-1 1 0 0 0,0-1 0 0 0,1 0 0 0 0,-1 1 0 0 0,1-1 0 0 0,-1 1 0 0 0,1-1 0 0 0,-1 1 0 0 0,1-1 0 0 0,-1 1 0 0 0,1-1 0 0 0,-1 1 0 0 0,1 0 0 0 0,-1-1 0 0 0,1 1 0 0 0,0 0 0 0 0,-1-1 0 0 0,1 1 0 0 0,0 0 0 0 0,-1 0 0 0 0,2 0 0 0 0,-1-1 0 0 0,18-5 2 0 0,1 0 1 0 0,0 1 0 0 0,0 1-1 0 0,1 1 1 0 0,-1 0 0 0 0,1 2-1 0 0,33 2 1 0 0,-36 0-13 0 0,-1 0-1 0 0,0 1 1 0 0,1 1-1 0 0,-1 1 1 0 0,-1 1-1 0 0,1 0 1 0 0,-1 1-1 0 0,0 1 1 0 0,0 0-1 0 0,0 1 1 0 0,16 12-1 0 0,-23-14 8 0 0,-1 0 0 0 0,0 1 0 0 0,0 0 0 0 0,0 1 0 0 0,-1 0 0 0 0,0 0 0 0 0,-1 0 0 0 0,1 1 0 0 0,-2 0 0 0 0,1 1 0 0 0,-1-1 0 0 0,-1 1 0 0 0,0 0 0 0 0,0 0 0 0 0,-1 0 0 0 0,0 0 0 0 0,-1 1 0 0 0,0-1-1 0 0,1 13 1 0 0,-4 7 104 0 0,-7 54 0 0 0,8-82-23 0 0,15-17-40 0 0,10-48-36 0 0,-13 32-4 0 0,25-47 0 0 0,-33 70 1 0 0,1 0 1 0 0,0 1 0 0 0,0 0-1 0 0,1 0 1 0 0,0 0 0 0 0,0 1-1 0 0,0-1 1 0 0,1 2-1 0 0,0-1 1 0 0,14-8 0 0 0,-18 12 12 0 0,1 1 0 0 0,-1-1 0 0 0,0 1 0 0 0,1 0 1 0 0,-1 0-1 0 0,1 0 0 0 0,0 0 0 0 0,-1 1 0 0 0,1-1 0 0 0,0 1 0 0 0,-1 0 1 0 0,1 0-1 0 0,0 1 0 0 0,-1-1 0 0 0,7 2 0 0 0,-5 0 36 0 0,1 0 0 0 0,0 0 0 0 0,-1 1-1 0 0,0 0 1 0 0,0 0 0 0 0,1 0 0 0 0,-2 0 0 0 0,9 8 0 0 0,0 2 60 0 0,-1 1 1 0 0,0 0 0 0 0,-1 0 0 0 0,-1 1-1 0 0,11 21 1 0 0,-7-7-15 0 0,-1 1 0 0 0,18 61 0 0 0,-7-15 150 0 0,-23-74-226 0 0,-1 0-1 0 0,1 0 1 0 0,0 0 0 0 0,0 0 0 0 0,-1-1 0 0 0,1 1 0 0 0,0 0 0 0 0,1-1 0 0 0,-1 1 0 0 0,0-1 0 0 0,0 1 0 0 0,2 1 0 0 0,-2-3-17 0 0,-1 0 1 0 0,0 0-1 0 0,1 0 1 0 0,-1 1-1 0 0,0-1 1 0 0,1 0-1 0 0,-1 0 1 0 0,1 0-1 0 0,-1 0 1 0 0,0 0-1 0 0,1 0 1 0 0,-1 0-1 0 0,0 0 1 0 0,1 0-1 0 0,-1 0 1 0 0,0-1-1 0 0,1 1 1 0 0,-1 0-1 0 0,0 0 1 0 0,1 0-1 0 0,-1 0 1 0 0,0 0-1 0 0,1-1 1 0 0,0 1-1 0 0,10-14 9 0 0,4-15 21 0 0,18-51-1 0 0,-26 59-31 0 0,2 0 0 0 0,0 0 0 0 0,1 0-1 0 0,1 1 1 0 0,21-27 0 0 0,-31 44-4 0 0,1 1 0 0 0,0 0 0 0 0,0 0 0 0 0,0 0 0 0 0,0 0 0 0 0,0 0 0 0 0,1 0 0 0 0,-1 0 0 0 0,1 1 0 0 0,-1-1 1 0 0,1 1-1 0 0,-1 0 0 0 0,1 0 0 0 0,0 0 0 0 0,0 0 0 0 0,-1 0 0 0 0,1 0 0 0 0,0 1 0 0 0,0 0 0 0 0,0-1 0 0 0,0 1 0 0 0,0 0 1 0 0,4 1-1 0 0,2 1-3 0 0,0 1 1 0 0,0 1-1 0 0,0 0 1 0 0,0 0-1 0 0,-1 1 1 0 0,12 7-1 0 0,51 43 1 0 0,-37-28 9 0 0,79 52 51 0 0,-100-71-27 0 0,-1-1-1 0 0,1 0 0 0 0,1-1 1 0 0,-1-1-1 0 0,1 0 1 0 0,0-1-1 0 0,18 3 0 0 0,-28-6-19 0 0,0-1 0 0 0,-1 0-1 0 0,1 0 1 0 0,0 0 0 0 0,0 0-1 0 0,0 0 1 0 0,-1-1 0 0 0,1 0 0 0 0,0 0-1 0 0,-1 0 1 0 0,1 0 0 0 0,-1-1-1 0 0,1 1 1 0 0,-1-1 0 0 0,1 0-1 0 0,2-2 1 0 0,-2 1-2 0 0,0-1 0 0 0,0 0 0 0 0,-1 1 0 0 0,1-1-1 0 0,-1-1 1 0 0,0 1 0 0 0,0 0 0 0 0,-1-1 0 0 0,1 0 0 0 0,2-6 0 0 0,0-4-9 0 0,-1 0 1 0 0,0 0-1 0 0,-1-1 0 0 0,-1 1 1 0 0,0-1-1 0 0,-1-23 1 0 0,0 39 1 0 0,-1-1 1 0 0,0 0-1 0 0,0 0 1 0 0,0 1 0 0 0,0-1-1 0 0,0 0 1 0 0,0 0-1 0 0,0 1 1 0 0,-1-1 0 0 0,1 0-1 0 0,0 0 1 0 0,0 1-1 0 0,-1-1 1 0 0,1 0-1 0 0,0 1 1 0 0,-1-1 0 0 0,1 0-1 0 0,0 1 1 0 0,-1-1-1 0 0,1 0 1 0 0,-1 1 0 0 0,1-1-1 0 0,-1 1 1 0 0,0-1-1 0 0,1 1 1 0 0,-1-1-1 0 0,1 1 1 0 0,-1-1 0 0 0,0 1-1 0 0,1 0 1 0 0,-1-1-1 0 0,0 1 1 0 0,0 0 0 0 0,1 0-1 0 0,-1 0 1 0 0,0-1-1 0 0,0 1 1 0 0,1 0-1 0 0,-1 0 1 0 0,0 0 0 0 0,0 0-1 0 0,1 0 1 0 0,-1 0-1 0 0,0 0 1 0 0,0 1 0 0 0,1-1-1 0 0,-1 0 1 0 0,0 0-1 0 0,0 1 1 0 0,1-1-1 0 0,-1 0 1 0 0,-1 1 0 0 0,-2 1-10 0 0,-1 0 0 0 0,1 1 0 0 0,-1-1 1 0 0,1 1-1 0 0,0 0 0 0 0,-6 5 1 0 0,-3 5-10 0 0,2 1 1 0 0,-1 0 0 0 0,2 1-1 0 0,0 0 1 0 0,-13 26 0 0 0,19-34 27 0 0,1 1 0 0 0,-1 1-1 0 0,1-1 1 0 0,1 0 0 0 0,0 1 0 0 0,0-1 0 0 0,0 1 0 0 0,1 0 0 0 0,0 0 0 0 0,1-1 0 0 0,0 1 0 0 0,1 0-1 0 0,1 12 1 0 0,0-16-1 0 0,0 0 0 0 0,0-1 0 0 0,1 1 0 0 0,0 0-1 0 0,-1-1 1 0 0,1 0 0 0 0,1 1 0 0 0,-1-1 0 0 0,1-1 0 0 0,-1 1-1 0 0,1 0 1 0 0,0-1 0 0 0,1 0 0 0 0,-1 0 0 0 0,0 0-1 0 0,1 0 1 0 0,0-1 0 0 0,0 0 0 0 0,8 3 0 0 0,10 3-4 0 0,0-1 0 0 0,44 7 0 0 0,-40-10-387 0 0,1-1 0 0 0,-1-1 0 0 0,0-1-1 0 0,1-2 1 0 0,31-4 0 0 0,-39 2-728 0 0,0-1 0 0 0,0-1 1 0 0,0-1-1 0 0,-1 0 0 0 0,1-2 0 0 0,-2 0 0 0 0,27-16 0 0 0,-14 3-3420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2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12 126 1712 0 0,'-12'-106'12086'0'0,"26"107"-11657"0"0,-11 0-366 0 0,-1-1 1 0 0,1 1-1 0 0,-1 0 1 0 0,0 0 0 0 0,1 0-1 0 0,-1 1 1 0 0,0-1-1 0 0,0 0 1 0 0,0 1-1 0 0,0-1 1 0 0,3 4 0 0 0,18 21 560 0 0,-20-22-547 0 0,8 9 178 0 0,-1 1-1 0 0,0 0 1 0 0,-1 0 0 0 0,-1 1-1 0 0,0 1 1 0 0,-1-1-1 0 0,-1 1 1 0 0,0 0-1 0 0,6 30 1 0 0,-11-35-169 0 0,1 0 0 0 0,-1-1 0 0 0,-1 1 1 0 0,0 0-1 0 0,0 0 0 0 0,-1 0 1 0 0,-1 0-1 0 0,1 0 0 0 0,-2 0 0 0 0,0-1 1 0 0,0 1-1 0 0,-1-1 0 0 0,0 0 0 0 0,-1 0 1 0 0,0 0-1 0 0,-7 10 0 0 0,6-11 5 0 0,-1 1 1 0 0,-1-1-1 0 0,0-1 0 0 0,0 0 0 0 0,0 0 1 0 0,-1 0-1 0 0,-13 8 0 0 0,20-15-56 0 0,1-1-32 0 0,1 0-1 0 0,-1 0 1 0 0,1 0 0 0 0,-1 0-1 0 0,1 0 1 0 0,0 0 0 0 0,-1 0 0 0 0,1 0-1 0 0,-1 0 1 0 0,1-1 0 0 0,0 1 0 0 0,-1 0-1 0 0,1 0 1 0 0,-1 0 0 0 0,1-1-1 0 0,0 1 1 0 0,-1 0 0 0 0,1 0 0 0 0,0-1-1 0 0,-1 1 1 0 0,1 0 0 0 0,0-1-1 0 0,0 1 1 0 0,-1-1 0 0 0,13-20 2 0 0,0 0 1 0 0,2 0-1 0 0,0 2 1 0 0,1 0-1 0 0,20-20 1 0 0,1-2-2 0 0,34-35-23 0 0,84-69 1 0 0,-84 80 11 0 0,-57 54 3 0 0,-9 8-5 0 0,0-1-1 0 0,0 1 1 0 0,0-1 0 0 0,0 0 0 0 0,4-7 0 0 0,-8 10-3 0 0,-1 1 11 0 0,0 0 0 0 0,-1 0 0 0 0,1 0 0 0 0,-1 0 0 0 0,1 0 0 0 0,0 1 0 0 0,-1-1 0 0 0,1 1 0 0 0,0-1 0 0 0,-1 1 0 0 0,1-1 0 0 0,0 1 0 0 0,0 0 0 0 0,0 0 0 0 0,-1-1 0 0 0,0 3 0 0 0,-21 18-7 0 0,16-15 11 0 0,-27 24 82 0 0,-44 53 1 0 0,70-73-65 0 0,0 0 1 0 0,0 1-1 0 0,1 0 0 0 0,0 1 0 0 0,1-1 0 0 0,1 1 1 0 0,0 0-1 0 0,0 0 0 0 0,1 1 0 0 0,-2 14 1 0 0,5-21-12 0 0,0 0 0 0 0,1 0 0 0 0,0 0 1 0 0,0 0-1 0 0,0 0 0 0 0,1 0 0 0 0,0 0 1 0 0,0-1-1 0 0,1 1 0 0 0,-1 0 0 0 0,1 0 1 0 0,0-1-1 0 0,1 0 0 0 0,5 10 0 0 0,-3-8 18 0 0,1 1 0 0 0,0-1 0 0 0,0 0 0 0 0,1-1-1 0 0,-1 0 1 0 0,2 0 0 0 0,-1 0 0 0 0,14 7 0 0 0,4 0-374 0 0,0-2 0 0 0,1 0 0 0 0,0-2-1 0 0,1-1 1 0 0,34 6 0 0 0,-42-10-901 0 0,-1-2 0 0 0,33 2 0 0 0,7-9-5205 0 0,-25-1-119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4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10 145 76 0 0,'-2'-10'4940'0'0,"-6"-37"13360"0"0,15 49-18111 0 0,-1 1-1 0 0,0 0 1 0 0,1 0 0 0 0,-1 1 0 0 0,-1 0-1 0 0,1 0 1 0 0,0 1 0 0 0,-1-1-1 0 0,0 1 1 0 0,0 0 0 0 0,7 10-1 0 0,-2-1 6 0 0,0 0-1 0 0,-1 1 0 0 0,13 28 1 0 0,49 150 284 0 0,-60-159-420 0 0,6 18 61 0 0,-16-51-84 0 0,-1 2 27 0 0,1-1 1 0 0,0 1-1 0 0,-1-1 1 0 0,1 0-1 0 0,0 1 1 0 0,1-1-1 0 0,1 4 1 0 0,5-21-62 0 0,-1 0 1 0 0,0 0-1 0 0,-2-1 1 0 0,0 0-1 0 0,5-21 1 0 0,4-16-67 0 0,2 1 26 0 0,3 1 0 0 0,47-91 0 0 0,-46 103-109 0 0,-13 25-1112 0 0,-1 1 0 0 0,2 1 0 0 0,11-17 0 0 0,-17 28 840 0 0,-1-1-1 0 0,0 1 0 0 0,1 0 0 0 0,-1 0 1 0 0,1 0-1 0 0,-1 0 0 0 0,1 0 0 0 0,0 0 1 0 0,-1 0-1 0 0,1 0 0 0 0,0 0 0 0 0,-1 1 1 0 0,4-1-1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5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3 986 2408 0 0,'-3'6'12868'0'0,"5"-9"-12757"0"0,-1 0-1 0 0,1 0 1 0 0,-1 0-1 0 0,1 0 1 0 0,0 0-1 0 0,0 0 1 0 0,0 1-1 0 0,0-1 1 0 0,1 1-1 0 0,-1-1 1 0 0,1 1-1 0 0,-1 0 1 0 0,4-2 0 0 0,46-29 579 0 0,-34 23-563 0 0,82-49 201 0 0,157-106-54 0 0,-237 150-258 0 0,12-9 36 0 0,-2 0 0 0 0,53-57-1 0 0,-70 61-71 0 0,-13 19 19 0 0,0 1 0 0 0,0-1 0 0 0,1 0 0 0 0,-1 1-1 0 0,0-1 1 0 0,0 0 0 0 0,0 1 0 0 0,0-1 0 0 0,0 0 0 0 0,0 0-1 0 0,0 1 1 0 0,0-1 0 0 0,0 0 0 0 0,0 0 0 0 0,-1 1 0 0 0,1-1-1 0 0,0 0 1 0 0,0 1 0 0 0,-1-1 0 0 0,1 0 0 0 0,0 1 0 0 0,-1-1-1 0 0,1 1 1 0 0,-1-1 0 0 0,1 0 0 0 0,-1 1 0 0 0,0-1 0 0 0,-1 0-1 0 0,1 0 0 0 0,-1 1-1 0 0,1-1 1 0 0,-1 1 0 0 0,1 0 0 0 0,-1 0 0 0 0,1 0 0 0 0,-1-1 0 0 0,1 1 0 0 0,-1 1 0 0 0,1-1 0 0 0,-1 0 0 0 0,1 0 0 0 0,-1 0 0 0 0,1 1 0 0 0,-1-1 0 0 0,-1 1 0 0 0,-24 10-20 0 0,22-9 21 0 0,1 1 0 0 0,-1-1 1 0 0,1 1-1 0 0,0 0 0 0 0,0 0 0 0 0,0 0 0 0 0,0 0 1 0 0,1 1-1 0 0,-1-1 0 0 0,1 1 0 0 0,0 0 0 0 0,0 0 0 0 0,0 1 1 0 0,0-1-1 0 0,1 0 0 0 0,0 1 0 0 0,0 0 0 0 0,0-1 1 0 0,1 1-1 0 0,-1 0 0 0 0,1 0 0 0 0,0 0 0 0 0,0 0 1 0 0,1 0-1 0 0,0 0 0 0 0,0 0 0 0 0,0 0 0 0 0,0 0 0 0 0,1 0 1 0 0,-1 0-1 0 0,2 0 0 0 0,-1 0 0 0 0,0 0 0 0 0,1-1 1 0 0,0 1-1 0 0,0 0 0 0 0,0-1 0 0 0,1 0 0 0 0,-1 1 1 0 0,5 4-1 0 0,13 17-2 0 0,1-1 0 0 0,1-1 0 0 0,44 35 0 0 0,-39-35 4 0 0,-1 1 0 0 0,39 46 1 0 0,-64-69 9 0 0,0-1 0 0 0,0 1 0 0 0,0-1 1 0 0,0 1-1 0 0,0-1 0 0 0,0 1 0 0 0,-1-1 1 0 0,1 1-1 0 0,0 0 0 0 0,-1-1 0 0 0,1 1 1 0 0,-1 0-1 0 0,0 0 0 0 0,0-1 0 0 0,1 1 0 0 0,-1 0 1 0 0,0 0-1 0 0,-1 0 0 0 0,1-1 0 0 0,0 1 1 0 0,-1 2-1 0 0,0-2 18 0 0,0 0 1 0 0,0 1-1 0 0,-1-1 0 0 0,1 0 1 0 0,0 0-1 0 0,-1 0 1 0 0,0 0-1 0 0,1-1 0 0 0,-1 1 1 0 0,0 0-1 0 0,0-1 1 0 0,0 1-1 0 0,-4 1 0 0 0,-2 2 87 0 0,0-2-1 0 0,0 1 1 0 0,0-1-1 0 0,-1 0 1 0 0,0 0-1 0 0,0-1 1 0 0,-16 1-1 0 0,19-2-74 0 0,1-1 0 0 0,-1 0-1 0 0,1 0 1 0 0,0-1-1 0 0,-1 1 1 0 0,1-1-1 0 0,0 0 1 0 0,-1-1-1 0 0,1 1 1 0 0,-8-5 0 0 0,12 6-40 0 0,1-1 1 0 0,0 1 0 0 0,0 0 0 0 0,-1-1 0 0 0,1 1-1 0 0,0-1 1 0 0,0 1 0 0 0,0-1 0 0 0,-1 1 0 0 0,1-1-1 0 0,0 1 1 0 0,0-1 0 0 0,0 1 0 0 0,0-1 0 0 0,0 1-1 0 0,0-1 1 0 0,0 1 0 0 0,0-1 0 0 0,0 1 0 0 0,0-1-1 0 0,0 1 1 0 0,0-1 0 0 0,1 1 0 0 0,-1-1 0 0 0,0 1-1 0 0,0-1 1 0 0,0 1 0 0 0,1 0 0 0 0,-1-1 0 0 0,0 1-1 0 0,0-1 1 0 0,1 1 0 0 0,-1 0 0 0 0,1-1 0 0 0,-1 1-1 0 0,0 0 1 0 0,1-1 0 0 0,-1 1 0 0 0,0 0 0 0 0,2-1 0 0 0,15-13 9 0 0,160-81-35 0 0,4-3-5 0 0,-40-1 33 0 0,-116 79-6 0 0,-1-2 0 0 0,-1 0 0 0 0,27-34 0 0 0,-46 50-1 0 0,0 0 0 0 0,0 0 1 0 0,-1 0-1 0 0,0 0 1 0 0,4-12-1 0 0,-6 15-5 0 0,0 0 0 0 0,0 1 0 0 0,0-1 0 0 0,-1 0-1 0 0,1 0 1 0 0,-1 0 0 0 0,0 0 0 0 0,0 0 0 0 0,0 0 0 0 0,0 0-1 0 0,-1 0 1 0 0,1 0 0 0 0,-1 0 0 0 0,0 0 0 0 0,-1-4 0 0 0,2 7 4 0 0,-1-1 0 0 0,0 0 0 0 0,1 1 1 0 0,-1-1-1 0 0,1 0 0 0 0,-1 1 0 0 0,0-1 1 0 0,1 1-1 0 0,-1-1 0 0 0,0 1 1 0 0,1-1-1 0 0,-1 1 0 0 0,0-1 0 0 0,0 1 1 0 0,0 0-1 0 0,1-1 0 0 0,-1 1 1 0 0,0 0-1 0 0,0 0 0 0 0,0 0 0 0 0,0 0 1 0 0,0 0-1 0 0,1 0 0 0 0,-1 0 1 0 0,0 0-1 0 0,-1 0 0 0 0,-23 7-26 0 0,14-1 18 0 0,0 0 1 0 0,1 1-1 0 0,0 0 1 0 0,0 1-1 0 0,1 0 1 0 0,-1 1-1 0 0,-9 12 1 0 0,7-7 6 0 0,1 1 1 0 0,1 0-1 0 0,0 0 1 0 0,-11 24-1 0 0,18-33 6 0 0,1 1 0 0 0,-1-1 0 0 0,1 1 0 0 0,0 0 1 0 0,1 0-1 0 0,0-1 0 0 0,0 1 0 0 0,0 0 0 0 0,1 0 0 0 0,0 0 0 0 0,0 0 0 0 0,1 0 0 0 0,0 0 0 0 0,0 0 0 0 0,0 0 0 0 0,1-1 1 0 0,0 1-1 0 0,0-1 0 0 0,6 12 0 0 0,-3-10 3 0 0,0 0 0 0 0,1-1 0 0 0,0 1 1 0 0,0-1-1 0 0,1 0 0 0 0,-1-1 0 0 0,2 0 0 0 0,-1 0 1 0 0,0 0-1 0 0,1-1 0 0 0,0 0 0 0 0,1 0 0 0 0,-1-1 1 0 0,12 4-1 0 0,3 0-54 0 0,1-2 1 0 0,0 0-1 0 0,0-2 0 0 0,0 0 1 0 0,1-2-1 0 0,-1 0 1 0 0,1-2-1 0 0,45-5 1 0 0,-26-2-479 0 0,0-1 1 0 0,0-2 0 0 0,-1-2 0 0 0,42-19 0 0 0,-49 15 86 0 0,-1-1 1 0 0,0-2 0 0 0,-1-2 0 0 0,-2-1 0 0 0,0-1 0 0 0,-1-2 0 0 0,37-39 0 0 0,-30 23 226 0 0,-1-2 0 0 0,-2-1 0 0 0,-2-2 0 0 0,42-77 0 0 0,-60 94 518 0 0,-1 0 0 0 0,-1-2-1 0 0,-2 1 1 0 0,-1-2 0 0 0,-2 1 0 0 0,-1-1-1 0 0,-1 0 1 0 0,2-60 0 0 0,-8 92-256 0 0,0-1 0 0 0,1 1 0 0 0,-1-1 1 0 0,0 1-1 0 0,0-1 0 0 0,0 1 0 0 0,0-1 0 0 0,0 1 1 0 0,-1-1-1 0 0,1 1 0 0 0,0-1 0 0 0,0 1 0 0 0,0-1 0 0 0,0 1 1 0 0,0-1-1 0 0,-1 1 0 0 0,1 0 0 0 0,0-1 0 0 0,0 1 1 0 0,-1-1-1 0 0,1 1 0 0 0,0 0 0 0 0,-1-1 0 0 0,1 1 1 0 0,-1-1-1 0 0,-8 5 522 0 0,-7 16 188 0 0,4 12-104 0 0,1 0 1 0 0,2 0 0 0 0,-9 58 0 0 0,8-36-200 0 0,-100 468 2026 0 0,105-500-2404 0 0,-7 46-29 0 0,11-63-39 0 0,1 0 0 0 0,0 0 0 0 0,0 0 0 0 0,0 1 0 0 0,1-1 1 0 0,0 0-1 0 0,0 0 0 0 0,0 0 0 0 0,1 0 0 0 0,2 7 0 0 0,-3-10-35 0 0,1 0 1 0 0,-1 0-1 0 0,0 0 0 0 0,1 0 0 0 0,0 0 0 0 0,-1-1 0 0 0,1 1 1 0 0,0 0-1 0 0,0-1 0 0 0,0 1 0 0 0,0-1 0 0 0,0 0 0 0 0,0 0 1 0 0,1 0-1 0 0,-1 0 0 0 0,0 0 0 0 0,1 0 0 0 0,-1-1 1 0 0,0 1-1 0 0,1-1 0 0 0,-1 1 0 0 0,1-1 0 0 0,-1 0 0 0 0,1 0 1 0 0,-1 0-1 0 0,0 0 0 0 0,1-1 0 0 0,-1 1 0 0 0,1-1 1 0 0,-1 1-1 0 0,3-2 0 0 0,5-1-427 0 0,0 0 1 0 0,0-1-1 0 0,-1 0 1 0 0,1-1-1 0 0,-1 0 0 0 0,8-6 1 0 0,-3 0-1104 0 0,-1 0 1 0 0,-1 0 0 0 0,0-1-1 0 0,0-1 1 0 0,-1 0 0 0 0,17-28-1 0 0,-11 11-4592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05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31 1456 0 0,'-114'-17'8545'0'0,"44"7"-3819"0"0,67 10-3489 0 0,5-1-729 0 0,28-1-40 0 0,1 1 1 0 0,58 7-1 0 0,-48-3-325 0 0,235 19 463 0 0,-139-3-2552 0 0,-1 8-5766 0 0,-105-20 1148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378 270 772 0 0,'0'0'4479'0'0,"-26"-6"-102"0"0,25 6-4438 0 0,-15-6 1391 0 0,15 6-1306 0 0,1 0 1 0 0,0 0-1 0 0,-1 0 1 0 0,1 0-1 0 0,0 0 0 0 0,0-1 1 0 0,-1 1-1 0 0,1 0 1 0 0,0 0-1 0 0,0 0 0 0 0,-1 0 1 0 0,1 0-1 0 0,0-1 1 0 0,0 1-1 0 0,0 0 0 0 0,-1 0 1 0 0,1 0-1 0 0,0-1 1 0 0,0 1-1 0 0,0 0 0 0 0,0 0 1 0 0,-1-1-1 0 0,1 1 1 0 0,0 0-1 0 0,0 0 0 0 0,0-1 1 0 0,0 1-1 0 0,0 0 1 0 0,0-1-1 0 0,0 1 0 0 0,0 0 1 0 0,0 0-1 0 0,0-1 1 0 0,0 1-1 0 0,0 0 0 0 0,0 0 1 0 0,0-1-1 0 0,0 1 1 0 0,0 0-1 0 0,0-1 0 0 0,0 1 1 0 0,0 0-1 0 0,1 0 1 0 0,-1-1-1 0 0,0 1 1 0 0,0 0-1 0 0,0 0 0 0 0,0 0 1 0 0,1-1-1 0 0,0 0 9 0 0,19-3-9 0 0,-10 2-6 0 0,-7 1-41 0 0,-1 0 18 0 0,10-3 20 0 0,-1 0 0 0 0,1 0 0 0 0,-1-2 0 0 0,0 1 0 0 0,-1-1 0 0 0,11-8 0 0 0,-18 12-7 0 0,0-1 0 0 0,-1 1 0 0 0,1-1 0 0 0,0 1 0 0 0,-1-1 0 0 0,0 0 0 0 0,0 0 0 0 0,0 0 0 0 0,0 0 0 0 0,0 0 0 0 0,-1-1 0 0 0,1 1-1 0 0,-1 0 1 0 0,0-1 0 0 0,0 1 0 0 0,0-1 0 0 0,0 1 0 0 0,-1-1 0 0 0,1 0 0 0 0,-1 1 0 0 0,0-1 0 0 0,0 0 0 0 0,-1 1 0 0 0,1-1 0 0 0,-1 1 0 0 0,1-1 0 0 0,-1 0 0 0 0,0 1 0 0 0,-1-1 0 0 0,-1-4 0 0 0,-1 2-5 0 0,1 0 1 0 0,-1 0-1 0 0,0 0 1 0 0,-1 1-1 0 0,1-1 1 0 0,-1 1-1 0 0,0 0 1 0 0,0 1 0 0 0,-1-1-1 0 0,1 1 1 0 0,-1 0-1 0 0,0 0 1 0 0,0 1-1 0 0,0 0 1 0 0,-7-3-1 0 0,7 4-6 0 0,-1 0 0 0 0,1 0 0 0 0,-1 0 0 0 0,1 1 0 0 0,-1 0-1 0 0,1 1 1 0 0,-1-1 0 0 0,1 1 0 0 0,-1 0 0 0 0,0 1 0 0 0,1 0-1 0 0,-1 0 1 0 0,-9 3 0 0 0,7-1-18 0 0,-1 1 1 0 0,1 1-1 0 0,0-1 0 0 0,0 1 1 0 0,1 1-1 0 0,0 0 0 0 0,0 0 0 0 0,-9 8 1 0 0,-5 8-14 0 0,0 1 0 0 0,1 1 0 0 0,1 1 0 0 0,1 0 0 0 0,2 2 0 0 0,1 0 0 0 0,0 1 0 0 0,2 0 0 0 0,-14 44 0 0 0,25-65 127 0 0,1 1 0 0 0,0 0 0 0 0,1-1 0 0 0,0 1 0 0 0,0 0 0 0 0,0 0 0 0 0,1 0-1 0 0,0-1 1 0 0,1 1 0 0 0,0 0 0 0 0,0 0 0 0 0,5 13 0 0 0,-4-16-18 0 0,0 0 0 0 0,0 0 0 0 0,1-1-1 0 0,0 1 1 0 0,0-1 0 0 0,0 1 0 0 0,1-1 0 0 0,-1 0 0 0 0,1-1 0 0 0,0 1 0 0 0,0-1 0 0 0,0 1 0 0 0,1-1 0 0 0,-1 0-1 0 0,1-1 1 0 0,0 1 0 0 0,-1-1 0 0 0,1 0 0 0 0,9 2 0 0 0,5 2 33 0 0,0-2 0 0 0,1-1 0 0 0,0 0 0 0 0,-1-1 0 0 0,40-2 0 0 0,101-18 92 0 0,-118 12-147 0 0,42-7-1732 0 0,-82 12 883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4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0 127 244 0 0,'8'-19'3446'0'0,"-4"7"-2066"0"0,1 1-1 0 0,0 0 1 0 0,1 1-1 0 0,11-17 0 0 0,-15 25-1233 0 0,0-1-1 0 0,1 0 0 0 0,-1 1 0 0 0,1-1 0 0 0,0 1 1 0 0,0 0-1 0 0,0 0 0 0 0,0 0 0 0 0,0 0 1 0 0,0 1-1 0 0,1-1 0 0 0,-1 1 0 0 0,1 0 1 0 0,-1 0-1 0 0,1 0 0 0 0,-1 0 0 0 0,1 1 0 0 0,-1-1 1 0 0,7 1-1 0 0,-5 0-74 0 0,1 1 1 0 0,-1-1-1 0 0,0 1 1 0 0,0 0-1 0 0,0 1 1 0 0,0-1-1 0 0,0 1 0 0 0,0 0 1 0 0,0 0-1 0 0,0 1 1 0 0,-1-1-1 0 0,1 1 1 0 0,-1 0-1 0 0,0 0 1 0 0,0 1-1 0 0,0-1 0 0 0,0 1 1 0 0,0 0-1 0 0,-1 0 1 0 0,0 0-1 0 0,3 5 1 0 0,-2-2-47 0 0,0-1 0 0 0,-1 1 0 0 0,0-1 0 0 0,0 1 0 0 0,0 0 1 0 0,-1 0-1 0 0,0 0 0 0 0,-1 0 0 0 0,0 1 0 0 0,0-1 0 0 0,0 0 0 0 0,-1 1 0 0 0,0-1 1 0 0,-2 12-1 0 0,1-7-2 0 0,-1-1 0 0 0,-1 0 0 0 0,0 1-1 0 0,0-1 1 0 0,-1-1 0 0 0,-1 1 0 0 0,0 0 0 0 0,0-1 0 0 0,-1 0 0 0 0,0 0 0 0 0,-1-1 0 0 0,-11 13 0 0 0,14-17 38 0 0,-9 6 74 0 0,13-11-120 0 0,-1 1 0 0 0,1-1 1 0 0,0 0-1 0 0,-1 0 1 0 0,1 0-1 0 0,0 0 1 0 0,0 0-1 0 0,-1 0 1 0 0,1 0-1 0 0,0 1 0 0 0,-1-1 1 0 0,1 0-1 0 0,0 0 1 0 0,-1 0-1 0 0,1 0 1 0 0,0 0-1 0 0,-1 0 1 0 0,1-1-1 0 0,0 1 0 0 0,-1 0 1 0 0,1 0-1 0 0,0 0 1 0 0,-1 0-1 0 0,1 0 1 0 0,0 0-1 0 0,0 0 0 0 0,-1-1 1 0 0,1 1-1 0 0,0 0 1 0 0,0 0-1 0 0,-1 0 1 0 0,1-1-1 0 0,0 1 1 0 0,0 0-1 0 0,-1 0 0 0 0,1-1 1 0 0,0 1-1 0 0,0 0 1 0 0,0-1-1 0 0,0-2 1 0 0,0 1 0 0 0,1-1 0 0 0,0 1 0 0 0,-1-1 0 0 0,1 0 0 0 0,0 1 0 0 0,0-1 0 0 0,1 1 0 0 0,-1 0 0 0 0,0-1 0 0 0,4-3 0 0 0,-3 3 1 0 0,16-24 4 0 0,1 1 1 0 0,1 2-1 0 0,1 0 1 0 0,1 1-1 0 0,35-29 1 0 0,-24 23 10 0 0,49-57 0 0 0,-82 86-34 0 0,1-1 1 0 0,-1 1-1 0 0,1-1 0 0 0,-1 1 0 0 0,0 0 0 0 0,1-1 1 0 0,-1 1-1 0 0,1-1 0 0 0,-1 1 0 0 0,0-1 1 0 0,0 1-1 0 0,1-1 0 0 0,-1 1 0 0 0,0-1 0 0 0,0 0 1 0 0,0 1-1 0 0,0-1 0 0 0,1 1 0 0 0,-1-1 0 0 0,0 1 1 0 0,0-1-1 0 0,0 0 0 0 0,0 1 0 0 0,0-1 0 0 0,-1 0 1 0 0,-10 0-37 0 0,-16 11-6 0 0,13-1 50 0 0,2 2-1 0 0,-1 0 0 0 0,2 0 1 0 0,-1 1-1 0 0,2 0 1 0 0,-1 1-1 0 0,2 0 0 0 0,-13 22 1 0 0,17-26 92 0 0,0 0 0 0 0,0 0 1 0 0,1 1-1 0 0,0-1 0 0 0,1 1 1 0 0,0 0-1 0 0,1 0 0 0 0,0 0 1 0 0,0 0-1 0 0,1 1 0 0 0,0-1 0 0 0,2 13 1 0 0,-1-19-61 0 0,0 1 0 0 0,1 0 0 0 0,0-1-1 0 0,0 1 1 0 0,1-1 0 0 0,-1 0 0 0 0,1 1 0 0 0,0-1 0 0 0,0 0 0 0 0,0 0 0 0 0,0 0 0 0 0,1 0 0 0 0,0-1 0 0 0,0 1 0 0 0,0-1 0 0 0,0 1-1 0 0,0-1 1 0 0,1 0 0 0 0,-1 0 0 0 0,1-1 0 0 0,0 1 0 0 0,0-1 0 0 0,0 1 0 0 0,0-1 0 0 0,0-1 0 0 0,1 1 0 0 0,-1-1 0 0 0,1 1-1 0 0,6 0 1 0 0,14 3-862 0 0,1-2 0 0 0,50 1-1 0 0,-50-5-3887 0 0,33-5-1 0 0,-38 3-275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5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21 127 2068 0 0,'-4'-16'7145'0'0,"0"-7"-1840"0"0,-2-20-577 0 0,2 8-2183 0 0,2 25-4764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6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236 367 1716 0 0,'2'-2'1557'0'0,"14"-5"968"0"0,0 1-1 0 0,18-5 1 0 0,-32 11-2158 0 0,0-1-9 0 0,21-5 854 0 0,-20 6-1028 0 0,11-6 542 0 0,7-2-318 0 0,0-1 0 0 0,0-1 0 0 0,-1 0 0 0 0,35-25 0 0 0,-46 28-390 0 0,0-1 0 0 0,-1 0 0 0 0,1 0 1 0 0,-2-1-1 0 0,1 0 0 0 0,-1-1 0 0 0,-1 1 0 0 0,1-1 1 0 0,-2-1-1 0 0,1 1 0 0 0,5-18 0 0 0,7-33 24 0 0,-17 55-48 0 0,0 0 1 0 0,0 1-1 0 0,-1-1 0 0 0,0 0 0 0 0,0 1 0 0 0,0-1 1 0 0,-1 0-1 0 0,-2-10 0 0 0,3 16 4 0 0,0-1 0 0 0,0 1 0 0 0,-1-1 0 0 0,1 1 0 0 0,0 0 0 0 0,-1-1 1 0 0,1 1-1 0 0,0 0 0 0 0,-1-1 0 0 0,1 1 0 0 0,0 0 0 0 0,-1 0 0 0 0,1-1 0 0 0,-1 1 0 0 0,1 0 0 0 0,-1 0 0 0 0,1 0 0 0 0,0-1 0 0 0,-1 1 0 0 0,1 0 0 0 0,-1 0 0 0 0,1 0 0 0 0,-1 0 1 0 0,1 0-1 0 0,-1 0 0 0 0,1 0 0 0 0,-1 0 0 0 0,1 0 0 0 0,-1 0 0 0 0,1 0 0 0 0,-1 1 0 0 0,1-1 0 0 0,-1 0 0 0 0,1 0 0 0 0,0 0 0 0 0,-1 1 0 0 0,1-1 0 0 0,-1 0 0 0 0,1 0 0 0 0,0 1 0 0 0,-1-1 1 0 0,-16 12-52 0 0,-2 14-3 0 0,2 0 0 0 0,-27 55 1 0 0,26-46 37 0 0,-167 346 107 0 0,10-20 127 0 0,120-268-21 0 0,54-92-189 0 0,1 0-1 0 0,-1-1 0 0 0,1 1 0 0 0,-1 0 1 0 0,1 0-1 0 0,-1-1 0 0 0,1 1 0 0 0,-1 0 0 0 0,1-1 1 0 0,-1 1-1 0 0,0 0 0 0 0,0-1 0 0 0,1 1 0 0 0,-1-1 1 0 0,0 1-1 0 0,0-1 0 0 0,0 1 0 0 0,1-1 1 0 0,-1 0-1 0 0,-2 1 0 0 0,3-1-1 0 0,-1 0 0 0 0,0-1 1 0 0,1 1-1 0 0,-1 0 0 0 0,0 0 0 0 0,1 0 0 0 0,-1-1 0 0 0,1 1 1 0 0,-1 0-1 0 0,0-1 0 0 0,1 1 0 0 0,-1-1 0 0 0,1 1 0 0 0,-1-1 1 0 0,1 1-1 0 0,-1-1 0 0 0,1 1 0 0 0,-1-1 0 0 0,1 1 0 0 0,-1-2 1 0 0,-1-1 7 0 0,0-1 1 0 0,0 0-1 0 0,0 0 1 0 0,1-1 0 0 0,-1 1-1 0 0,0-6 1 0 0,-1-8-20 0 0,1 1 0 0 0,1-1 0 0 0,0 1 0 0 0,1-1 1 0 0,1 1-1 0 0,1-1 0 0 0,0 1 0 0 0,8-25 0 0 0,-9 36 4 0 0,1-1-1 0 0,1 1 0 0 0,-1-1 0 0 0,1 1 1 0 0,0 0-1 0 0,0 0 0 0 0,1 1 0 0 0,0-1 1 0 0,0 1-1 0 0,0-1 0 0 0,1 1 1 0 0,-1 0-1 0 0,1 1 0 0 0,1-1 0 0 0,-1 1 1 0 0,0 0-1 0 0,1 1 0 0 0,0-1 0 0 0,0 1 1 0 0,0 0-1 0 0,0 0 0 0 0,1 1 1 0 0,-1 0-1 0 0,13-3 0 0 0,-7 4 23 0 0,0 1-1 0 0,-1 0 1 0 0,1 1-1 0 0,-1 0 1 0 0,1 1 0 0 0,-1 0-1 0 0,1 0 1 0 0,-1 1-1 0 0,0 1 1 0 0,0 0 0 0 0,0 1-1 0 0,-1 0 1 0 0,0 0-1 0 0,10 7 1 0 0,17 13 39 0 0,-2 1-1 0 0,42 39 1 0 0,-56-46-40 0 0,2 0 0 0 0,36 22 0 0 0,-47-34-67 0 0,0 0-1 0 0,1-2 1 0 0,0 1-1 0 0,-1-2 1 0 0,2 0 0 0 0,-1 0-1 0 0,20 2 1 0 0,-14-4-91 0 0,1 0 1 0 0,-1-2-1 0 0,0 0 1 0 0,1-2-1 0 0,-1 0 1 0 0,0-1-1 0 0,0-1 0 0 0,0 0 1 0 0,-1-2-1 0 0,0 0 1 0 0,0-1-1 0 0,0-1 1 0 0,30-18-1 0 0,-35 18 114 0 0,-1-1 0 0 0,0 0 0 0 0,0-1-1 0 0,-1-1 1 0 0,-1 1 0 0 0,0-2 0 0 0,0 1 0 0 0,-1-2-1 0 0,0 1 1 0 0,-1-1 0 0 0,-1 0 0 0 0,0-1 0 0 0,-1 0-1 0 0,0 0 1 0 0,-1 0 0 0 0,0 0 0 0 0,-2-1-1 0 0,3-17 1 0 0,-4 18 185 0 0,-1-1-1 0 0,-1-21 1 0 0,0 32-113 0 0,0 0-1 0 0,-1 0 1 0 0,1 0 0 0 0,-1 0-1 0 0,0 0 1 0 0,0 0 0 0 0,0 0 0 0 0,-1 0-1 0 0,1 0 1 0 0,-1 1 0 0 0,0-1-1 0 0,0 1 1 0 0,-4-5 0 0 0,6 7-32 0 0,-1 0 0 0 0,0 1 0 0 0,0-1 0 0 0,1 1 0 0 0,-1-1 0 0 0,0 1 1 0 0,0-1-1 0 0,0 1 0 0 0,1 0 0 0 0,-1-1 0 0 0,0 1 0 0 0,0 0 0 0 0,0-1 0 0 0,0 1 0 0 0,0 0 1 0 0,0 0-1 0 0,0 0 0 0 0,0 0 0 0 0,1 0 0 0 0,-1 0 0 0 0,0 0 0 0 0,-2 1 0 0 0,1-1 17 0 0,0 1 0 0 0,-1 0 0 0 0,1 0 0 0 0,0 0 0 0 0,0 0 0 0 0,0 1 0 0 0,0-1 0 0 0,-3 3 0 0 0,-2 3 69 0 0,0 0-1 0 0,1 0 0 0 0,-7 10 0 0 0,-5 8 141 0 0,-27 49 0 0 0,40-62-211 0 0,-1-1 1 0 0,2 1-1 0 0,-1-1 1 0 0,2 1 0 0 0,0 0-1 0 0,0 1 1 0 0,-1 15 0 0 0,4-23-20 0 0,-1 0 0 0 0,1 0 1 0 0,1 0-1 0 0,-1 0 1 0 0,1 0-1 0 0,0 0 1 0 0,0 0-1 0 0,0-1 1 0 0,1 1-1 0 0,0 0 1 0 0,0-1-1 0 0,0 1 1 0 0,0-1-1 0 0,1 0 1 0 0,4 6-1 0 0,-3-6-3 0 0,0 1 0 0 0,1-1 0 0 0,-1 0 0 0 0,1-1 0 0 0,0 1 0 0 0,0-1 0 0 0,1 0 0 0 0,-1 0 0 0 0,0 0 0 0 0,1-1 0 0 0,6 2 0 0 0,5 0-8 0 0,0-1-1 0 0,0 0 0 0 0,0-1 1 0 0,0-1-1 0 0,1-1 0 0 0,-1 0 1 0 0,32-5-1 0 0,-23 0-56 0 0,-1 0-1 0 0,0-2 1 0 0,0-1-1 0 0,0-1 1 0 0,-1-1-1 0 0,0-1 0 0 0,-1-1 1 0 0,-1-1-1 0 0,0-1 1 0 0,0-1-1 0 0,-2-1 1 0 0,22-21-1 0 0,-11 6-44 0 0,-2-2-1 0 0,-2 0 0 0 0,0-2 0 0 0,-3-1 1 0 0,-1-1-1 0 0,27-60 0 0 0,14-49-36 0 0,-54 120 268 0 0,-1-1-1 0 0,-2 1 0 0 0,7-50 0 0 0,-13 73-99 0 0,-1 1 0 0 0,0 0 0 0 0,0 0 0 0 0,0 0 0 0 0,0-1 0 0 0,-1 1 0 0 0,1 0-1 0 0,-1 0 1 0 0,1 0 0 0 0,-1 0 0 0 0,0 0 0 0 0,1 0 0 0 0,-2-3 0 0 0,1 5-9 0 0,1 0-1 0 0,0-1 1 0 0,-1 1 0 0 0,1-1-1 0 0,0 1 1 0 0,-1 0 0 0 0,1-1-1 0 0,-1 1 1 0 0,1 0-1 0 0,0 0 1 0 0,-1-1 0 0 0,1 1-1 0 0,-1 0 1 0 0,1 0 0 0 0,-1 0-1 0 0,1-1 1 0 0,-1 1 0 0 0,1 0-1 0 0,-1 0 1 0 0,1 0 0 0 0,-1 0-1 0 0,0 0 1 0 0,0 0 16 0 0,0 1 0 0 0,-1-1 0 0 0,1 0 0 0 0,0 1 0 0 0,0-1 0 0 0,0 1 0 0 0,0-1 0 0 0,0 1 1 0 0,0 0-1 0 0,0-1 0 0 0,0 1 0 0 0,0 0 0 0 0,-1 1 0 0 0,-8 10 255 0 0,0 0 0 0 0,1 0 0 0 0,1 1 1 0 0,0 0-1 0 0,0 1 0 0 0,-10 28 0 0 0,5-12 74 0 0,-12 25 30 0 0,3 1 0 0 0,2 1-1 0 0,3 2 1 0 0,2-1-1 0 0,-7 64 1 0 0,20-108-345 0 0,1 0 0 0 0,0 0 0 0 0,1 1 0 0 0,1-1-1 0 0,0 0 1 0 0,1 0 0 0 0,1 0 0 0 0,5 17 0 0 0,-7-27-75 0 0,1 1-1 0 0,0 0 1 0 0,0-1-1 0 0,1 1 1 0 0,-1-1-1 0 0,1 0 1 0 0,0 0 0 0 0,0 0-1 0 0,0 0 1 0 0,1 0-1 0 0,-1-1 1 0 0,1 1 0 0 0,0-1-1 0 0,0 0 1 0 0,0 0-1 0 0,1-1 1 0 0,-1 1-1 0 0,1-1 1 0 0,-1 0 0 0 0,1 0-1 0 0,0 0 1 0 0,0-1-1 0 0,-1 0 1 0 0,1 0-1 0 0,0 0 1 0 0,6 0 0 0 0,-3 0-351 0 0,0-1 0 0 0,0 0 0 0 0,0-1 0 0 0,0 0 0 0 0,0 0 0 0 0,0 0 0 0 0,-1-1 0 0 0,1 0 0 0 0,0-1 1 0 0,-1 0-1 0 0,1 0 0 0 0,-1-1 0 0 0,0 1 0 0 0,0-2 0 0 0,11-8 0 0 0,-11 7-550 0 0,0 0 0 0 0,0-1 0 0 0,-1 0 0 0 0,0 0 0 0 0,-1 0 0 0 0,0-1 0 0 0,0 1 0 0 0,5-13 0 0 0,0-4-3956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7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95 300 0 0,'-47'-15'4314'0'0,"3"0"2028"0"0,-86-17 0 0 0,119 28-5083 0 0,19 0-492 0 0,19-2-317 0 0,225-3-1938 0 0,-34 3-8679 0 0,-166 2 4452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7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4 845 1104 0 0,'-1'2'376'0'0,"1"0"1"0"0,-1 0-1 0 0,0 0 0 0 0,1 0 1 0 0,0 0-1 0 0,-1 1 0 0 0,1-1 1 0 0,0 0-1 0 0,0 0 1 0 0,0 1-1 0 0,0-1 0 0 0,1 0 1 0 0,-1 0-1 0 0,1 1 0 0 0,-1-1 1 0 0,1 0-1 0 0,0 0 0 0 0,-1 0 1 0 0,1 0-1 0 0,0 0 0 0 0,1 0 1 0 0,-1 0-1 0 0,0 0 0 0 0,0-1 1 0 0,1 1-1 0 0,-1 0 0 0 0,4 2 1 0 0,-1 0 8 0 0,-1-1 1 0 0,1 0 0 0 0,0-1-1 0 0,0 1 1 0 0,0-1-1 0 0,0 1 1 0 0,1-1 0 0 0,-1 0-1 0 0,1-1 1 0 0,-1 1-1 0 0,1-1 1 0 0,-1 0 0 0 0,9 1-1 0 0,5-2-167 0 0,-1-1 1 0 0,1-1-1 0 0,-1-1 0 0 0,0 0 0 0 0,0-1 0 0 0,0 0 0 0 0,-1-2 0 0 0,1 0 1 0 0,27-15-1 0 0,-2-2-152 0 0,-1-2 0 0 0,53-43 0 0 0,-61 40-51 0 0,0-2 0 0 0,-3-1 1 0 0,0-1-1 0 0,-2-2 1 0 0,-2-1-1 0 0,27-46 0 0 0,115-243 7 0 0,-99 181-62 0 0,-68 141 28 0 0,0-1 2 0 0,0 0 0 0 0,0 1 0 0 0,1-1 0 0 0,-1 1 0 0 0,1-1 0 0 0,-1 1 0 0 0,1 0 0 0 0,0-1 0 0 0,0 1-1 0 0,2-2 1 0 0,-3 4 15 0 0,0 1 0 0 0,0-1 0 0 0,0 1-1 0 0,0-1 1 0 0,0 1 0 0 0,0-1 0 0 0,-1 1-1 0 0,1-1 1 0 0,0 1 0 0 0,0 0 0 0 0,-1 0-1 0 0,1-1 1 0 0,0 1 0 0 0,-1 0 0 0 0,1 0-1 0 0,0 0 1 0 0,-1 0 0 0 0,1 0 0 0 0,-1 0-1 0 0,0-1 1 0 0,1 1 0 0 0,-1 0-1 0 0,0 0 1 0 0,1 0 0 0 0,-1 1 0 0 0,0 0-1 0 0,6 34 225 0 0,-6-30-181 0 0,6 51 563 0 0,-3 107-1 0 0,-20 57 80 0 0,7-102-589 0 0,-17 134 199 0 0,27-252-313 0 0,0 1-1 0 0,-1 0 1 0 0,1-1-1 0 0,0 1 1 0 0,1 0-1 0 0,-1-1 0 0 0,0 1 1 0 0,0 0-1 0 0,1-1 1 0 0,-1 1-1 0 0,1-1 1 0 0,-1 1-1 0 0,1 0 1 0 0,0-1-1 0 0,0 1 0 0 0,0-1 1 0 0,0 0-1 0 0,0 1 1 0 0,0-1-1 0 0,0 0 1 0 0,0 0-1 0 0,0 1 1 0 0,3 0-1 0 0,-3-1-124 0 0,0 0 0 0 0,0-1 0 0 0,0 1 0 0 0,1-1-1 0 0,-1 0 1 0 0,0 1 0 0 0,0-1 0 0 0,1 0 0 0 0,-1 0 0 0 0,0 0 0 0 0,0 0 0 0 0,1 0 0 0 0,-1 0-1 0 0,0 0 1 0 0,1 0 0 0 0,-1-1 0 0 0,0 1 0 0 0,0 0 0 0 0,1-1 0 0 0,-1 1 0 0 0,0-1 0 0 0,0 1-1 0 0,0-1 1 0 0,0 0 0 0 0,0 0 0 0 0,0 1 0 0 0,2-2 0 0 0,-2 0-80 0 0,1 0 1 0 0,-1 1-1 0 0,0-1 0 0 0,0 0 1 0 0,0 0-1 0 0,0 0 0 0 0,0 0 0 0 0,0 0 1 0 0,0 0-1 0 0,-1 0 0 0 0,1 0 1 0 0,-1 0-1 0 0,1 0 0 0 0,-1 0 1 0 0,0-1-1 0 0,0 1 0 0 0,0 0 1 0 0,0 0-1 0 0,0 0 0 0 0,-1-3 0 0 0,0-1-361 0 0,0 0 0 0 0,-1-1 0 0 0,1 1 0 0 0,-6-12 0 0 0,1 8 367 0 0,0 0 1 0 0,0 0-1 0 0,-1 1 0 0 0,-1-1 0 0 0,1 2 0 0 0,-2-1 0 0 0,1 1 1 0 0,-1 0-1 0 0,0 1 0 0 0,-1 0 0 0 0,1 0 0 0 0,-1 1 0 0 0,-12-5 1 0 0,-18-7 1778 0 0,-1 1 1 0 0,-47-12 0 0 0,62 21-490 0 0,-45-11 4342 0 0,248 8-3598 0 0,195 15-2504 0 0,-248 4-2780 0 0,0 3-4068 0 0,-91-8 1106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50 244 0 0,'-10'-24'6727'0'0,"5"7"-3878"0"0,2 9-327 0 0,6 21-1919 0 0,-1 0 1 0 0,0 0-1 0 0,-1 0 1 0 0,0 0-1 0 0,-1 0 1 0 0,-1 0-1 0 0,-3 21 1 0 0,-25 93 752 0 0,24-109-1138 0 0,-65 208 851 0 0,9-34-681 0 0,50-159-200 0 0,11-31-93 0 0,4-14-89 0 0,2-3-15 0 0,0 1-1 0 0,2-1 1 0 0,-1 1 0 0 0,2 1 0 0 0,0 0 0 0 0,1 0-1 0 0,0 1 1 0 0,1 0 0 0 0,0 0 0 0 0,13-9 0 0 0,-14 13 1 0 0,-1 2 0 0 0,1-1 0 0 0,0 1 1 0 0,0 1-1 0 0,1-1 0 0 0,0 2 0 0 0,-1 0 1 0 0,2 0-1 0 0,-1 1 0 0 0,0 0 0 0 0,1 1 1 0 0,-1 0-1 0 0,1 1 0 0 0,16 0 1 0 0,-18 2 3 0 0,0 0 1 0 0,0 1 0 0 0,0 0-1 0 0,0 0 1 0 0,-1 1 0 0 0,1 0 0 0 0,-1 1-1 0 0,0 0 1 0 0,0 1 0 0 0,0-1 0 0 0,0 2-1 0 0,-1-1 1 0 0,11 11 0 0 0,-15-13 10 0 0,-1 0-1 0 0,1 0 1 0 0,-1 1-1 0 0,0-1 1 0 0,0 1 0 0 0,0 0-1 0 0,-1 0 1 0 0,0 0-1 0 0,1 0 1 0 0,-1 1 0 0 0,-1-1-1 0 0,1 0 1 0 0,-1 1-1 0 0,1 0 1 0 0,-1-1 0 0 0,0 1-1 0 0,-1 0 1 0 0,1-1 0 0 0,-1 1-1 0 0,0 0 1 0 0,0-1-1 0 0,-1 1 1 0 0,0 0 0 0 0,1 0-1 0 0,-1-1 1 0 0,-1 1-1 0 0,1-1 1 0 0,-1 1 0 0 0,-3 6-1 0 0,0-2 14 0 0,0-1 1 0 0,-1 0-1 0 0,0 0 0 0 0,0-1 0 0 0,-1 0 0 0 0,0 0 1 0 0,0-1-1 0 0,-1 1 0 0 0,0-1 0 0 0,0-1 0 0 0,0 0 1 0 0,0 0-1 0 0,-1-1 0 0 0,-18 7 0 0 0,10-5 19 0 0,0-1-1 0 0,-1 0 1 0 0,0-1-1 0 0,0-2 0 0 0,0 1 1 0 0,0-2-1 0 0,-22-1 1 0 0,29-1-291 0 0,0 0 0 0 0,0-1-1 0 0,0 0 1 0 0,0-1 0 0 0,0-1 0 0 0,1 1 0 0 0,0-1 0 0 0,-1-1 0 0 0,-8-6-1 0 0,18 11 105 0 0,0-1 0 0 0,0 1 0 0 0,1-1-1 0 0,-1 1 1 0 0,0-1 0 0 0,0 1 0 0 0,1-1-1 0 0,-1 0 1 0 0,0 1 0 0 0,1-1 0 0 0,-1 0-1 0 0,1 0 1 0 0,-1 0 0 0 0,1 1 0 0 0,-1-1-1 0 0,1 0 1 0 0,0 0 0 0 0,-1 0 0 0 0,1 0-1 0 0,0 0 1 0 0,0 0 0 0 0,0 0 0 0 0,-1 1-1 0 0,1-1 1 0 0,0 0 0 0 0,0 0 0 0 0,1-1-1 0 0,-1 0-259 0 0,1 1-1 0 0,-1-1 0 0 0,1 1 0 0 0,-1-1 0 0 0,1 1 1 0 0,0 0-1 0 0,0-1 0 0 0,0 1 0 0 0,-1 0 0 0 0,2 0 1 0 0,-1-1-1 0 0,0 1 0 0 0,0 0 0 0 0,0 0 1 0 0,2-1-1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9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189 122 2388 0 0,'3'0'2296'0'0,"42"5"5954"0"0,-42-5-7529 0 0,0 0-101 0 0,106 12 3485 0 0,-89-11-3998 0 0,0-1 0 0 0,0-1 1 0 0,0-1-1 0 0,0 0 0 0 0,33-10 1 0 0,-52 12-111 0 0,1 0 0 0 0,0-1 1 0 0,0 0-1 0 0,0 1 1 0 0,-1-1-1 0 0,1 0 0 0 0,0 0 1 0 0,-1 0-1 0 0,1 0 0 0 0,-1 0 1 0 0,1 0-1 0 0,-1-1 0 0 0,0 1 1 0 0,1 0-1 0 0,-1-1 0 0 0,0 1 1 0 0,0-1-1 0 0,0 0 1 0 0,0 1-1 0 0,0-1 0 0 0,0 0 1 0 0,-1 1-1 0 0,1-1 0 0 0,0 0 1 0 0,-1 0-1 0 0,1 0 0 0 0,-1 1 1 0 0,0-1-1 0 0,0 0 0 0 0,0 0 1 0 0,0-3-1 0 0,0 2-7 0 0,-1 0 0 0 0,0 0 0 0 0,0 0 0 0 0,0 0-1 0 0,0 0 1 0 0,-1 0 0 0 0,1 0 0 0 0,-1 0 0 0 0,0 1 0 0 0,0-1 0 0 0,0 1-1 0 0,0-1 1 0 0,0 1 0 0 0,0 0 0 0 0,0 0 0 0 0,-1 0 0 0 0,1 0 0 0 0,-5-2-1 0 0,-2-1 0 0 0,0 1-1 0 0,0 1 0 0 0,-1 0 1 0 0,1 0-1 0 0,-1 0 0 0 0,0 2 0 0 0,0-1 1 0 0,0 1-1 0 0,0 0 0 0 0,1 1 1 0 0,-1 0-1 0 0,0 1 0 0 0,-14 2 1 0 0,-7 3 53 0 0,0 1-1 0 0,-55 21 1 0 0,58-17 152 0 0,-49 25 0 0 0,67-30-105 0 0,0 0 0 0 0,1 0 0 0 0,0 0 0 0 0,1 1-1 0 0,-1 1 1 0 0,1 0 0 0 0,1 0 0 0 0,-10 12 0 0 0,16-18-64 0 0,-1 0 0 0 0,1 0 0 0 0,-1 0 0 0 0,1 0 0 0 0,0 0 1 0 0,0 0-1 0 0,0 1 0 0 0,0-1 0 0 0,1 0 0 0 0,-1 1 0 0 0,0-1 0 0 0,1 1 0 0 0,0-1 1 0 0,0 1-1 0 0,0-1 0 0 0,0 1 0 0 0,0-1 0 0 0,0 0 0 0 0,0 1 0 0 0,1-1 0 0 0,-1 1 0 0 0,1-1 1 0 0,0 0-1 0 0,0 1 0 0 0,0-1 0 0 0,0 0 0 0 0,0 0 0 0 0,0 1 0 0 0,1-1 0 0 0,-1 0 1 0 0,1 0-1 0 0,-1-1 0 0 0,1 1 0 0 0,0 0 0 0 0,0 0 0 0 0,-1-1 0 0 0,1 1 0 0 0,1-1 1 0 0,2 2-1 0 0,8 4 13 0 0,0 0 0 0 0,0-1 0 0 0,0 0 0 0 0,1-1 0 0 0,19 4 0 0 0,18 3-708 0 0,1-2-1 0 0,-1-2 0 0 0,64 1 1 0 0,-67-8-4140 0 0,84-11 1 0 0,-87 4-1615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19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495 152 1704 0 0,'-1'-11'1254'0'0,"-1"0"0"0"0,0 1 0 0 0,-1-1 0 0 0,0 0 0 0 0,-6-12-1 0 0,7 18-1011 0 0,-1 1 0 0 0,1-1 0 0 0,-1 1 0 0 0,0-1 0 0 0,-1 1 0 0 0,1 0 0 0 0,-1 0 0 0 0,1 1 0 0 0,-1-1 0 0 0,0 1 0 0 0,-1 0 0 0 0,1 0 0 0 0,-6-3 0 0 0,2 3-53 0 0,1 0 0 0 0,-1 0 0 0 0,0 1 0 0 0,0 0 0 0 0,0 0 1 0 0,0 1-1 0 0,0 0 0 0 0,-1 0 0 0 0,1 1 0 0 0,0 0 0 0 0,0 1 0 0 0,0 0 0 0 0,0 0 0 0 0,-1 1 0 0 0,1-1 0 0 0,1 2 0 0 0,-1-1 0 0 0,0 1 0 0 0,1 1 0 0 0,-9 4 1 0 0,-8 5 70 0 0,2 1 1 0 0,0 1 0 0 0,0 1-1 0 0,-36 36 1 0 0,45-40-176 0 0,1 1 1 0 0,1 0-1 0 0,1 1 0 0 0,-1 0 1 0 0,-8 19-1 0 0,15-28-59 0 0,2 1 0 0 0,-1-1 1 0 0,1 1-1 0 0,-1-1 0 0 0,2 1 0 0 0,-1 0 1 0 0,1 0-1 0 0,0 0 0 0 0,0 0 0 0 0,0 0 1 0 0,1 0-1 0 0,0 0 0 0 0,0 1 0 0 0,1-1 1 0 0,-1 0-1 0 0,1 0 0 0 0,1 0 0 0 0,1 6 1 0 0,-1-8-17 0 0,1 1 1 0 0,-1-1-1 0 0,1 0 0 0 0,0 0 1 0 0,0 0-1 0 0,0 0 1 0 0,1 0-1 0 0,-1-1 1 0 0,1 1-1 0 0,0-1 1 0 0,0 0-1 0 0,0 0 0 0 0,0 0 1 0 0,1-1-1 0 0,-1 1 1 0 0,1-1-1 0 0,-1 0 1 0 0,1-1-1 0 0,0 1 0 0 0,0-1 1 0 0,0 0-1 0 0,0 0 1 0 0,0 0-1 0 0,0-1 1 0 0,6 0-1 0 0,-2 0-8 0 0,0 0 0 0 0,0-1 0 0 0,0 0 0 0 0,-1 0 1 0 0,1-1-1 0 0,0 0 0 0 0,-1-1 0 0 0,1 0 0 0 0,-1 0 0 0 0,0-1 0 0 0,0 0 0 0 0,0 0 0 0 0,11-9 0 0 0,-3-2-5 0 0,0-1-1 0 0,-1-1 0 0 0,-1 0 1 0 0,-1-1-1 0 0,17-30 1 0 0,7-8-104 0 0,-36 54 87 0 0,1 4 2 0 0,-1-2 18 0 0,0 1-1 0 0,0 0 1 0 0,0 1-1 0 0,0-1 1 0 0,0 0-1 0 0,0 0 1 0 0,0 0-1 0 0,0 1 1 0 0,-1-1 0 0 0,1 0-1 0 0,-1 0 1 0 0,1 1-1 0 0,-1-1 1 0 0,1 1-1 0 0,-1-1 1 0 0,0 0-1 0 0,0 1 1 0 0,1-1-1 0 0,-1 1 1 0 0,0-1-1 0 0,0 1 1 0 0,-1-1-1 0 0,1 1 1 0 0,0-1-1 0 0,0 0 1 0 0,-1 1-1 0 0,0 1 1 0 0,1-3 1 0 0,-1 49 19 0 0,-1-33-1256 0 0,2 0 1 0 0,0 1-1 0 0,0-1 0 0 0,5 23 1 0 0,5-19-4598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0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1660 0 0,'2'-4'687'0'0,"-1"0"0"0"0,1 0 0 0 0,0 0 0 0 0,1 1 1 0 0,-1-1-1 0 0,1 0 0 0 0,-1 1 0 0 0,1 0 0 0 0,0 0 0 0 0,0 0 0 0 0,7-5 0 0 0,-7 6-376 0 0,0 1 1 0 0,0 0-1 0 0,0 0 1 0 0,0 0-1 0 0,0 0 0 0 0,0 0 1 0 0,0 1-1 0 0,0 0 1 0 0,0-1-1 0 0,0 1 0 0 0,0 0 1 0 0,0 0-1 0 0,0 1 1 0 0,1-1-1 0 0,-1 1 0 0 0,0-1 1 0 0,3 2-1 0 0,0 0-134 0 0,0 0 0 0 0,0 0 0 0 0,0 1 1 0 0,-1-1-1 0 0,1 1 0 0 0,-1 1 0 0 0,0-1 0 0 0,0 1 0 0 0,0 0 0 0 0,0 0 1 0 0,-1 0-1 0 0,1 0 0 0 0,-1 1 0 0 0,0 0 0 0 0,0 0 0 0 0,-1 0 0 0 0,0 0 0 0 0,0 1 1 0 0,0-1-1 0 0,0 1 0 0 0,-1 0 0 0 0,0 0 0 0 0,0 0 0 0 0,-1 0 0 0 0,1 0 1 0 0,-1 0-1 0 0,-1 0 0 0 0,1 0 0 0 0,-1 1 0 0 0,0-1 0 0 0,0 0 0 0 0,-1 0 0 0 0,-1 7 1 0 0,1-6-112 0 0,0-1 0 0 0,-1 1 0 0 0,0 0 0 0 0,0-1 0 0 0,0 1 0 0 0,-1-1 0 0 0,0 0 0 0 0,0 1 0 0 0,-8 10 0 0 0,10-16 50 0 0,0-1-114 0 0,1 0 1 0 0,-1 0-1 0 0,0 0 0 0 0,1 0 0 0 0,-1 0 0 0 0,0 0 0 0 0,1-1 0 0 0,-1 1 0 0 0,1 0 0 0 0,-1 0 0 0 0,1 0 0 0 0,-1-1 0 0 0,0 1 0 0 0,1 0 0 0 0,-1-1 0 0 0,1 1 0 0 0,0-1 1 0 0,-1 1-1 0 0,1 0 0 0 0,-1-1 0 0 0,1 1 0 0 0,-1-1 0 0 0,1 1 0 0 0,0-1 0 0 0,-1 1 0 0 0,1-1 0 0 0,0 0 0 0 0,0 1 0 0 0,0-1 0 0 0,-1 1 0 0 0,1-1 0 0 0,0 1 1 0 0,0-1-1 0 0,0 0 0 0 0,0 1 0 0 0,0-1 0 0 0,0 0 0 0 0,0 1 0 0 0,0-2 0 0 0,6-28 5 0 0,-4 22 17 0 0,3-14-44 0 0,2 0 1 0 0,0 1 0 0 0,1 0-1 0 0,1 1 1 0 0,1 0-1 0 0,0 0 1 0 0,2 1 0 0 0,0 0-1 0 0,2 1 1 0 0,24-27-1 0 0,-34 42 24 0 0,-1 0 1 0 0,0 0-1 0 0,1 0 0 0 0,-1 1 0 0 0,1 0 0 0 0,0-1 0 0 0,0 1 0 0 0,0 0 0 0 0,0 1 0 0 0,0-1 0 0 0,0 1 0 0 0,0 0 1 0 0,1 0-1 0 0,-1 0 0 0 0,0 1 0 0 0,1-1 0 0 0,-1 1 0 0 0,0 0 0 0 0,1 0 0 0 0,-1 1 0 0 0,0-1 0 0 0,1 1 0 0 0,-1 0 1 0 0,0 0-1 0 0,8 3 0 0 0,-6-1 63 0 0,0 0 0 0 0,-1 0 0 0 0,1 0 1 0 0,-1 1-1 0 0,0-1 0 0 0,0 1 0 0 0,0 1 0 0 0,0-1 1 0 0,-1 1-1 0 0,0-1 0 0 0,0 1 0 0 0,0 0 0 0 0,0 1 1 0 0,-1-1-1 0 0,0 1 0 0 0,0 0 0 0 0,2 7 0 0 0,-2-5 44 0 0,-1 0 0 0 0,0 1 0 0 0,0 0 0 0 0,-1-1-1 0 0,0 1 1 0 0,-1 0 0 0 0,-1 17 0 0 0,-2-2 70 0 0,-11 36 1 0 0,9-37-220 0 0,0-1-1 0 0,-2 31 1 0 0,6-51-70 0 0,1 1 0 0 0,0-1 0 0 0,0 1 0 0 0,0 0 0 0 0,1-1 0 0 0,-1 1 0 0 0,1-1 0 0 0,-1 1 0 0 0,1-1 0 0 0,0 1 0 0 0,0-1-1 0 0,0 1 1 0 0,0-1 0 0 0,0 0 0 0 0,1 0 0 0 0,-1 0 0 0 0,0 1 0 0 0,1-1 0 0 0,0 0 0 0 0,0-1 0 0 0,0 1 0 0 0,0 0 0 0 0,0 0 0 0 0,0-1 0 0 0,0 1 0 0 0,4 1 0 0 0,-1-1-769 0 0,0 0 0 0 0,0-1-1 0 0,1 1 1 0 0,-1-1 0 0 0,0 0-1 0 0,1 0 1 0 0,-1-1 0 0 0,1 0 0 0 0,-1 0-1 0 0,1 0 1 0 0,0 0 0 0 0,5-2-1 0 0,17-4-7056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0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1536 0 0,'1'-4'393'0'0,"0"-1"0"0"0,0 1 1 0 0,1 0-1 0 0,-1 0 0 0 0,1-1 0 0 0,0 1 0 0 0,0 0 0 0 0,0 1 0 0 0,0-1 1 0 0,1 0-1 0 0,0 1 0 0 0,0-1 0 0 0,0 1 0 0 0,0 0 0 0 0,0 0 0 0 0,1 0 1 0 0,-1 0-1 0 0,1 0 0 0 0,0 1 0 0 0,0 0 0 0 0,0 0 0 0 0,0 0 0 0 0,0 0 1 0 0,5-1-1 0 0,-3 2-168 0 0,-1 0 1 0 0,1 0-1 0 0,0 0 1 0 0,0 1-1 0 0,0 0 0 0 0,0 0 1 0 0,-1 1-1 0 0,1-1 1 0 0,0 1-1 0 0,0 0 1 0 0,-1 1-1 0 0,1 0 0 0 0,-1 0 1 0 0,1 0-1 0 0,-1 0 1 0 0,0 1-1 0 0,0 0 1 0 0,6 3-1 0 0,-5-1-127 0 0,0-1 0 0 0,-1 1 0 0 0,1 0-1 0 0,-1 0 1 0 0,0 1 0 0 0,0-1 0 0 0,-1 1 0 0 0,1 0 0 0 0,-1 0-1 0 0,-1 1 1 0 0,1-1 0 0 0,-1 1 0 0 0,0 0 0 0 0,-1 0 0 0 0,0 0-1 0 0,0 0 1 0 0,0 0 0 0 0,-1 1 0 0 0,0-1 0 0 0,0 0-1 0 0,-1 1 1 0 0,0-1 0 0 0,0 1 0 0 0,-1-1 0 0 0,0 0 0 0 0,0 1-1 0 0,-1-1 1 0 0,0 0 0 0 0,0 0 0 0 0,0 0 0 0 0,-1 0 0 0 0,-5 8-1 0 0,-1 5 1 0 0,6-13-56 0 0,0 0 0 0 0,-1 0 1 0 0,1 0-1 0 0,-1-1 1 0 0,-1 0-1 0 0,1 1 1 0 0,-11 9-1 0 0,13-14-6 0 0,2-3-36 0 0,0 1 1 0 0,-1 0-1 0 0,1 0 0 0 0,0 0 1 0 0,0 0-1 0 0,-1-1 0 0 0,1 1 0 0 0,0 0 1 0 0,0 0-1 0 0,-1-1 0 0 0,1 1 1 0 0,0 0-1 0 0,0 0 0 0 0,0-1 0 0 0,-1 1 1 0 0,1 0-1 0 0,0-1 0 0 0,0 1 1 0 0,0 0-1 0 0,0-1 0 0 0,0 1 0 0 0,0 0 1 0 0,0-1-1 0 0,0 1 0 0 0,0 0 1 0 0,0-1-1 0 0,0 0 0 0 0,3-18-33 0 0,1 0-1 0 0,1 0 1 0 0,1 1 0 0 0,1-1-1 0 0,0 1 1 0 0,1 1 0 0 0,1 0-1 0 0,1 0 1 0 0,0 0 0 0 0,1 1-1 0 0,19-20 1 0 0,-24 30 24 0 0,0-1-1 0 0,1 1 0 0 0,0 0 1 0 0,1 0-1 0 0,-1 1 1 0 0,1 0-1 0 0,0 0 1 0 0,0 1-1 0 0,0 0 1 0 0,1 1-1 0 0,0 0 0 0 0,9-3 1 0 0,-11 5 4 0 0,0 0 0 0 0,0 0 0 0 0,0 1 0 0 0,0 0-1 0 0,1 0 1 0 0,-1 1 0 0 0,0-1 0 0 0,0 1 0 0 0,0 1 0 0 0,0 0 0 0 0,0 0 0 0 0,0 0 0 0 0,-1 1 0 0 0,1 0 0 0 0,-1 0-1 0 0,7 4 1 0 0,-3 0 16 0 0,-1 0 0 0 0,0 1 0 0 0,0 0 0 0 0,-1 0 0 0 0,1 1 0 0 0,-2 0 0 0 0,0 1 0 0 0,0-1 0 0 0,0 1 0 0 0,-1 1 0 0 0,-1-1 0 0 0,0 1 0 0 0,0 0 0 0 0,-1 0 0 0 0,0 1 0 0 0,-1-1 0 0 0,-1 1 0 0 0,0-1 0 0 0,0 1 0 0 0,-1 0 0 0 0,0 0 0 0 0,-1 0-1 0 0,-1 0 1 0 0,-2 16 0 0 0,3-26-3 0 0,-1 1-1 0 0,1-1 1 0 0,-1 1-1 0 0,1-1 0 0 0,-1 0 1 0 0,0 1-1 0 0,0-1 0 0 0,0 0 1 0 0,0 0-1 0 0,-1 0 0 0 0,1 0 1 0 0,0 0-1 0 0,-1 0 1 0 0,1 0-1 0 0,-1 0 0 0 0,0 0 1 0 0,0-1-1 0 0,-3 3 0 0 0,4-6-6 0 0,0-1 0 0 0,1 0 0 0 0,-1 0 0 0 0,1 0 0 0 0,0 0 0 0 0,-1 0 0 0 0,2-4 0 0 0,-1 5-1 0 0,2-16-8 0 0,1 1 0 0 0,1-1 0 0 0,0 0 0 0 0,1 1 0 0 0,1 0-1 0 0,1 1 1 0 0,1-1 0 0 0,0 1 0 0 0,1 0 0 0 0,0 1 0 0 0,1 0 0 0 0,1 1 0 0 0,1 0 0 0 0,22-21 0 0 0,-31 32 26 0 0,1 0 0 0 0,0 0 0 0 0,0 1 0 0 0,0-1-1 0 0,0 1 1 0 0,1 0 0 0 0,-1 0 0 0 0,0 1 0 0 0,1-1 0 0 0,0 1 0 0 0,-1 0 0 0 0,1 0-1 0 0,0 0 1 0 0,-1 1 0 0 0,1 0 0 0 0,0 0 0 0 0,0 0 0 0 0,-1 0 0 0 0,1 1 0 0 0,0 0 0 0 0,0 0-1 0 0,-1 0 1 0 0,1 1 0 0 0,-1-1 0 0 0,1 1 0 0 0,-1 0 0 0 0,0 0 0 0 0,0 1 0 0 0,0-1-1 0 0,0 1 1 0 0,0 0 0 0 0,0 0 0 0 0,-1 0 0 0 0,0 1 0 0 0,1-1 0 0 0,-1 1 0 0 0,0 0-1 0 0,-1-1 1 0 0,1 2 0 0 0,-1-1 0 0 0,0 0 0 0 0,3 6 0 0 0,0 5 55 0 0,0 0 0 0 0,-1 0 0 0 0,-1 0 0 0 0,-1 0 1 0 0,0 0-1 0 0,-1 1 0 0 0,0-1 0 0 0,-3 26 0 0 0,1-17-1214 0 0,2 1 0 0 0,3 28 0 0 0,-3-48 651 0 0,0-1 0 0 0,0 0-1 0 0,0 0 1 0 0,0 0 0 0 0,1 0 0 0 0,2 5 0 0 0,11 9-5091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1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2856 0 0,'1'-3'719'0'0,"-1"1"0"0"0,1-1 0 0 0,0 1 0 0 0,-1-1 0 0 0,1 1 0 0 0,1-1 1 0 0,-1 1-1 0 0,0 0 0 0 0,0-1 0 0 0,4-3 1159 0 0,-2 6-1487 0 0,-1 1-1 0 0,1-1 0 0 0,0 1 1 0 0,-1 0-1 0 0,1 0 1 0 0,-1 0-1 0 0,1 0 0 0 0,-1 1 1 0 0,1-1-1 0 0,-1 0 1 0 0,4 4-1 0 0,27 25 996 0 0,-24-22-857 0 0,39 36-387 0 0,2-2 0 0 0,65 42-1 0 0,-54-50-3531 0 0,-18-20-3925 0 0,-29-12 1474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46 1580 0 0,'-3'-4'674'0'0,"0"0"0"0"0,0 1 0 0 0,0-1 0 0 0,0 1 0 0 0,-1 0 0 0 0,1 0 0 0 0,-1 1 0 0 0,0-1 0 0 0,0 1 0 0 0,0-1 0 0 0,-8-2 0 0 0,7 3-234 0 0,-1 1 0 0 0,1 0-1 0 0,-1 0 1 0 0,0 0 0 0 0,1 1 0 0 0,-1 0-1 0 0,0 0 1 0 0,1 0 0 0 0,-9 2-1 0 0,-8 3 293 0 0,1 0 0 0 0,-1 2 0 0 0,1 0 0 0 0,0 1 0 0 0,1 1 0 0 0,-27 17 0 0 0,14-6-247 0 0,1 2 1 0 0,-54 48-1 0 0,69-54-503 0 0,0 1 0 0 0,-23 31 0 0 0,35-40-551 0 0,0-1 0 0 0,0 0 0 0 0,1 1 1 0 0,0 0-1 0 0,0 0 0 0 0,1 1 0 0 0,0-1 0 0 0,0 0 1 0 0,1 1-1 0 0,-2 12 0 0 0,4-19 16 0 0,0-1-1 0 0,0 1 1 0 0,0 0-1 0 0,0 0 1 0 0,0-1-1 0 0,1 1 1 0 0,-1 0-1 0 0,0 0 1 0 0,1-1 0 0 0,1 4-1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1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62 284 0 0,'4'-7'1141'0'0,"1"1"0"0"0,1 0 1 0 0,-1 0-1 0 0,1 0 0 0 0,0 1 0 0 0,0-1 1 0 0,1 2-1 0 0,13-9 0 0 0,-18 12-943 0 0,0 1 1 0 0,0-1-1 0 0,-1 1 1 0 0,1 0-1 0 0,0 0 1 0 0,0-1-1 0 0,0 2 1 0 0,0-1-1 0 0,0 0 1 0 0,0 0-1 0 0,0 0 1 0 0,0 1-1 0 0,0-1 1 0 0,-1 1-1 0 0,1 0 1 0 0,0-1-1 0 0,0 1 1 0 0,0 0-1 0 0,-1 0 1 0 0,1 0-1 0 0,-1 0 1 0 0,1 1-1 0 0,-1-1 1 0 0,1 0-1 0 0,-1 1 1 0 0,0-1-1 0 0,1 0 1 0 0,-1 1-1 0 0,0 0 1 0 0,0-1-1 0 0,1 3 1 0 0,2 4 145 0 0,0 0-1 0 0,-1 1 1 0 0,0 0 0 0 0,-1-1 0 0 0,1 1 0 0 0,-2 0 0 0 0,1 0-1 0 0,-1 0 1 0 0,-1 1 0 0 0,1-1 0 0 0,-3 16 0 0 0,-2 10 132 0 0,-17 60 1 0 0,6-33-156 0 0,5-24-39 0 0,9-34-163 0 0,7-22-211 0 0,-6 18 91 0 0,12-36-267 0 0,3-11-28 0 0,28-60 0 0 0,-37 95 273 0 0,0 0 0 0 0,1 0 0 0 0,1 0 0 0 0,0 1 0 0 0,0 0 0 0 0,1 1-1 0 0,0 0 1 0 0,1 0 0 0 0,18-14 0 0 0,-25 23 22 0 0,-1-1 0 0 0,0 1-1 0 0,0-1 1 0 0,1 1 0 0 0,-1 0 0 0 0,0 0-1 0 0,1 0 1 0 0,-1 0 0 0 0,1 1 0 0 0,-1-1 0 0 0,1 1-1 0 0,0-1 1 0 0,-1 1 0 0 0,1 0 0 0 0,0 0-1 0 0,-1 0 1 0 0,1 0 0 0 0,-1 1 0 0 0,1-1-1 0 0,0 1 1 0 0,-1-1 0 0 0,5 3 0 0 0,-4-1 33 0 0,0-1-1 0 0,0 1 1 0 0,-1 0 0 0 0,1 1 0 0 0,-1-1 0 0 0,1 0 0 0 0,-1 1-1 0 0,0-1 1 0 0,0 1 0 0 0,0 0 0 0 0,0 0 0 0 0,0 0 0 0 0,0 0-1 0 0,-1 0 1 0 0,0 0 0 0 0,0 0 0 0 0,2 5 0 0 0,0 8 91 0 0,-1-1 0 0 0,-1 1 0 0 0,0 0 0 0 0,-1 0 0 0 0,-1-1 0 0 0,0 1 0 0 0,-1-1 0 0 0,-5 20 0 0 0,2-10 19 0 0,-2 48 1 0 0,7-72-147 0 0,0 0 0 0 0,0 1 1 0 0,1-1-1 0 0,-1 0 0 0 0,0 1 1 0 0,0-1-1 0 0,1 0 0 0 0,-1 1 1 0 0,1-1-1 0 0,-1 0 0 0 0,1 0 0 0 0,0 1 1 0 0,0-1-1 0 0,-1 0 0 0 0,1 0 1 0 0,0 0-1 0 0,0 0 0 0 0,0 0 1 0 0,0 0-1 0 0,0 0 0 0 0,0 0 1 0 0,0-1-1 0 0,0 1 0 0 0,1 0 0 0 0,-1-1 1 0 0,0 1-1 0 0,0 0 0 0 0,1-1 1 0 0,-1 0-1 0 0,0 1 0 0 0,1-1 1 0 0,-1 0-1 0 0,0 0 0 0 0,1 1 1 0 0,-1-1-1 0 0,3 0 0 0 0,2 0-248 0 0,1-1 0 0 0,-1 1-1 0 0,1-1 1 0 0,-1 0 0 0 0,1 0-1 0 0,8-4 1 0 0,5-3-1276 0 0,0 0 0 0 0,-1-2 0 0 0,20-13-1 0 0,0-2-3974 0 0,-2 0-2035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2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2496 0 0,'3'-16'4801'0'0,"-3"16"-4651"0"0,1-1-1 0 0,-1 0 1 0 0,1 1-1 0 0,0-1 0 0 0,-1 0 1 0 0,1 1-1 0 0,0-1 1 0 0,-1 1-1 0 0,1-1 0 0 0,0 1 1 0 0,0-1-1 0 0,0 1 1 0 0,0 0-1 0 0,-1-1 0 0 0,1 1 1 0 0,0 0-1 0 0,0 0 1 0 0,0-1-1 0 0,0 1 0 0 0,0 0 1 0 0,0 0-1 0 0,0 0 1 0 0,0 0-1 0 0,-1 0 1 0 0,1 0-1 0 0,1 1 0 0 0,1 0 26 0 0,-1 0 1 0 0,0 0-1 0 0,1 0 0 0 0,-1 0 0 0 0,0 0 0 0 0,0 1 0 0 0,0-1 0 0 0,0 1 0 0 0,3 2 1 0 0,3 4 202 0 0,-1 1 0 0 0,-1-1 0 0 0,10 15 0 0 0,-10-12-256 0 0,0 1 0 0 0,-1-1 0 0 0,0 1-1 0 0,-1 0 1 0 0,-1 0 0 0 0,1 1 0 0 0,-2-1 0 0 0,0 1-1 0 0,0-1 1 0 0,-2 1 0 0 0,1 0 0 0 0,-1 0 0 0 0,-1-1-1 0 0,-1 1 1 0 0,1 0 0 0 0,-2-1 0 0 0,-6 21 0 0 0,7-28-90 0 0,-1-1 1 0 0,0 1 0 0 0,0 0 0 0 0,0-1 0 0 0,-7 8 0 0 0,9-11 0 0 0,-14 0 39 0 0,14-4-69 0 0,0 1 0 0 0,0-1-1 0 0,0 0 1 0 0,0 1 0 0 0,0-1 0 0 0,1 0-1 0 0,0 0 1 0 0,-1 0 0 0 0,1 1 0 0 0,0-1-1 0 0,0 0 1 0 0,1 0 0 0 0,-1 0 0 0 0,0 0-1 0 0,1 1 1 0 0,1-4 0 0 0,16-51-30 0 0,-14 47 23 0 0,1-4-3 0 0,1 0 0 0 0,1 1 0 0 0,0 0 0 0 0,0 1 0 0 0,2 0 0 0 0,-1 0 0 0 0,2 0 0 0 0,19-18 0 0 0,-22 23 7 0 0,0 1-1 0 0,0 1 0 0 0,0 0 1 0 0,1 0-1 0 0,-1 0 0 0 0,1 1 0 0 0,0 0 1 0 0,1 0-1 0 0,-1 1 0 0 0,1 0 1 0 0,-1 1-1 0 0,1 0 0 0 0,0 0 1 0 0,0 1-1 0 0,16-1 0 0 0,-19 2 14 0 0,-1 1 0 0 0,1 0 1 0 0,-1 0-1 0 0,1 0 0 0 0,-1 1 0 0 0,0 0 0 0 0,0 0 0 0 0,0 0 0 0 0,0 0 0 0 0,0 1 1 0 0,0 0-1 0 0,6 5 0 0 0,-4-2 14 0 0,0 0 0 0 0,-1 1 0 0 0,0 0 0 0 0,0 0 0 0 0,0 0 0 0 0,-1 0 1 0 0,5 11-1 0 0,-3-4 9 0 0,-1 0 0 0 0,0 0 0 0 0,-1 1 0 0 0,-1 0 0 0 0,0 0 0 0 0,-1 0 0 0 0,0 0 0 0 0,0 28 0 0 0,-3-38-29 0 0,0 15 49 0 0,-3 29-1 0 0,2-44-37 0 0,0 1 0 0 0,0-1 0 0 0,-1 0 0 0 0,1 0 0 0 0,-1 0 0 0 0,0 0 0 0 0,0-1 0 0 0,-1 1 0 0 0,1 0 0 0 0,-6 5 0 0 0,7-8 16 0 0,0-2-33 0 0,0 0 1 0 0,1 0 0 0 0,-1 0-1 0 0,0 0 1 0 0,1 0 0 0 0,-1 0 0 0 0,0 0-1 0 0,1 0 1 0 0,-1 0 0 0 0,0 0-1 0 0,1 0 1 0 0,-1-1 0 0 0,1 1-1 0 0,-1 0 1 0 0,0 0 0 0 0,1-1 0 0 0,-1 1-1 0 0,1-1 1 0 0,-1 1 0 0 0,1 0-1 0 0,-1-1 1 0 0,-1-12-26 0 0,1 1 0 0 0,1-1 0 0 0,0 1 0 0 0,0-1 0 0 0,1 1 0 0 0,1 0 0 0 0,0-1 0 0 0,8-21 0 0 0,-5 17-13 0 0,2 0-1 0 0,0 0 0 0 0,0 1 1 0 0,2 0-1 0 0,17-25 1 0 0,-19 32 31 0 0,1 0 1 0 0,0 1-1 0 0,1 0 1 0 0,0 0-1 0 0,0 1 1 0 0,1 0-1 0 0,0 1 1 0 0,0 0-1 0 0,0 0 1 0 0,1 1-1 0 0,0 1 1 0 0,0-1-1 0 0,0 2 1 0 0,13-3-1 0 0,-18 4 13 0 0,0 1-1 0 0,0 0 1 0 0,0 1-1 0 0,0-1 1 0 0,0 1-1 0 0,0 1 0 0 0,0-1 1 0 0,0 1-1 0 0,0 0 1 0 0,0 0-1 0 0,0 0 0 0 0,0 1 1 0 0,-1 0-1 0 0,1 0 1 0 0,-1 1-1 0 0,1 0 0 0 0,-1 0 1 0 0,0 0-1 0 0,0 0 1 0 0,0 1-1 0 0,0 0 0 0 0,-1 0 1 0 0,1 0-1 0 0,-1 0 1 0 0,0 1-1 0 0,-1-1 0 0 0,1 1 1 0 0,-1 0-1 0 0,4 6 1 0 0,-5-5 5 0 0,1 0 0 0 0,-1 0 0 0 0,0 0 0 0 0,0 0 0 0 0,-1 0 0 0 0,0 0 0 0 0,0 0 0 0 0,0 0 0 0 0,0 1 0 0 0,-1-1 0 0 0,-1 0 0 0 0,0 11 0 0 0,-3 3-214 0 0,-1-1-1 0 0,-12 32 1 0 0,11-37-878 0 0,1 1 0 0 0,1 0 0 0 0,0-1 0 0 0,1 1 0 0 0,-2 28 0 0 0,6-28-2386 0 0,4-3-1533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4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335 680 548 0 0,'9'-14'2031'0'0,"-2"-1"0"0"0,0 0 0 0 0,-1 0 0 0 0,8-26 1 0 0,-13 37-1772 0 0,0-1 0 0 0,0 0 1 0 0,0 0-1 0 0,0 1 0 0 0,-1-1 0 0 0,0 0 1 0 0,0 0-1 0 0,0 0 0 0 0,0 1 1 0 0,-1-1-1 0 0,0 0 0 0 0,0 0 1 0 0,0 1-1 0 0,-1-1 0 0 0,1 1 1 0 0,-1-1-1 0 0,0 1 0 0 0,-1-1 1 0 0,1 1-1 0 0,-4-5 0 0 0,4 7-205 0 0,-1 1-1 0 0,1-1 1 0 0,-1 0-1 0 0,1 1 1 0 0,-1 0-1 0 0,0-1 1 0 0,1 1-1 0 0,-1 0 1 0 0,0 0-1 0 0,0 1 1 0 0,0-1-1 0 0,0 1 1 0 0,0-1-1 0 0,0 1 1 0 0,0 0-1 0 0,1 0 1 0 0,-1 0-1 0 0,0 0 1 0 0,0 1-1 0 0,0-1 1 0 0,0 1-1 0 0,0 0 1 0 0,-4 1-1 0 0,-7 3 53 0 0,1 0 0 0 0,0 0 0 0 0,-18 12 0 0 0,9-4-40 0 0,1 1 0 0 0,1 1 0 0 0,0 0 0 0 0,1 2 0 0 0,1 0 0 0 0,1 1 0 0 0,0 1 0 0 0,-14 22 0 0 0,26-35-47 0 0,1 1-1 0 0,0 0 1 0 0,1 0-1 0 0,0 0 1 0 0,0 0-1 0 0,0 1 1 0 0,1-1-1 0 0,0 1 1 0 0,-2 13-1 0 0,4-18-13 0 0,0 0-1 0 0,0 0 0 0 0,0 0 1 0 0,0 0-1 0 0,1 0 1 0 0,-1 0-1 0 0,1 0 0 0 0,-1 0 1 0 0,1 0-1 0 0,0 0 1 0 0,0 0-1 0 0,1 0 0 0 0,-1-1 1 0 0,1 1-1 0 0,-1 0 0 0 0,1-1 1 0 0,0 1-1 0 0,0-1 1 0 0,0 0-1 0 0,0 0 0 0 0,0 0 1 0 0,0 0-1 0 0,1 0 1 0 0,-1 0-1 0 0,1 0 0 0 0,5 2 1 0 0,-2-1-30 0 0,1 1 1 0 0,1-2 0 0 0,-1 1-1 0 0,0-1 1 0 0,1 0 0 0 0,-1-1 0 0 0,1 1-1 0 0,-1-1 1 0 0,1-1 0 0 0,0 0-1 0 0,-1 0 1 0 0,1 0 0 0 0,0-1-1 0 0,-1 0 1 0 0,1-1 0 0 0,-1 0-1 0 0,1 0 1 0 0,-1 0 0 0 0,0-1-1 0 0,0 0 1 0 0,0 0 0 0 0,7-5-1 0 0,-1-1-39 0 0,1-1-1 0 0,-1-1 1 0 0,-1 0-1 0 0,1-1 0 0 0,-2 0 1 0 0,0-1-1 0 0,-1 0 0 0 0,0 0 1 0 0,9-17-1 0 0,-6 9 80 0 0,-1 0 0 0 0,-1-1 0 0 0,-1 0 0 0 0,0-1-1 0 0,-2 0 1 0 0,8-39 0 0 0,-15 60 65 0 0,-3 2-55 0 0,1 1 0 0 0,-1-1 1 0 0,1 1-1 0 0,-1 0 0 0 0,1-1 0 0 0,0 1 0 0 0,-1 0 1 0 0,1 0-1 0 0,0 0 0 0 0,0 0 0 0 0,0 0 0 0 0,-1 0 1 0 0,1 0-1 0 0,0 0 0 0 0,0 0 0 0 0,1 1 0 0 0,-1-1 1 0 0,0 0-1 0 0,0 1 0 0 0,0-1 0 0 0,0 2 0 0 0,-14 35 374 0 0,14-35-368 0 0,-6 18 85 0 0,0 1 1 0 0,2 0-1 0 0,0 0 0 0 0,2 0 1 0 0,-2 39-1 0 0,5-55-103 0 0,0 1-1 0 0,0 0 1 0 0,1 0 0 0 0,0-1 0 0 0,1 1 0 0 0,-1 0 0 0 0,1-1-1 0 0,0 1 1 0 0,1-1 0 0 0,0 0 0 0 0,0 0 0 0 0,0 0-1 0 0,1 0 1 0 0,0 0 0 0 0,0-1 0 0 0,0 1 0 0 0,0-1 0 0 0,1 0-1 0 0,0-1 1 0 0,0 1 0 0 0,1-1 0 0 0,-1 0 0 0 0,7 3-1 0 0,-5-3-28 0 0,0 0-1 0 0,0-1 1 0 0,1 0-1 0 0,-1-1 0 0 0,0 0 1 0 0,1 0-1 0 0,0 0 0 0 0,-1-1 1 0 0,1 0-1 0 0,0-1 0 0 0,0 1 1 0 0,0-2-1 0 0,-1 1 0 0 0,1-1 1 0 0,0 0-1 0 0,0-1 0 0 0,11-3 1 0 0,-8 1-70 0 0,-1 0 0 0 0,-1-1 0 0 0,1 0-1 0 0,0-1 1 0 0,-1 0 0 0 0,0 0 0 0 0,-1-1 0 0 0,0 0 0 0 0,0-1 0 0 0,0 0 0 0 0,-1 0 0 0 0,8-11 0 0 0,4-10-142 0 0,-1-1 0 0 0,-1-1 1 0 0,-1-1-1 0 0,-2 0 0 0 0,15-55 0 0 0,32-175-379 0 0,-58 248 584 0 0,7-44 32 0 0,-2-1 0 0 0,1-80 0 0 0,-9 139-10 0 0,0-1 0 0 0,0 1 0 0 0,0-1 0 0 0,1 1 0 0 0,-1 0 0 0 0,0-1 1 0 0,0 1-1 0 0,0-1 0 0 0,-1 1 0 0 0,1-1 0 0 0,0 1 0 0 0,0 0 1 0 0,0-1-1 0 0,0 1 0 0 0,0-1 0 0 0,0 1 0 0 0,-1 0 0 0 0,1-1 0 0 0,0 1 1 0 0,0-1-1 0 0,-1 1 0 0 0,1 0 0 0 0,0-1 0 0 0,0 1 0 0 0,-1 0 1 0 0,1 0-1 0 0,0-1 0 0 0,-1 1 0 0 0,0-1 0 0 0,-10 7 15 0 0,-7 16 45 0 0,-1 16 179 0 0,2 0 0 0 0,1 1 0 0 0,2 1 0 0 0,-11 54 0 0 0,16-59-87 0 0,-12 45 138 0 0,4 2 0 0 0,3 0 0 0 0,-4 101 0 0 0,17-171-255 0 0,1 1-1 0 0,1 0 0 0 0,0 0 0 0 0,0 0 0 0 0,1-1 0 0 0,1 1 0 0 0,5 14 0 0 0,-6-23-25 0 0,-1 0-1 0 0,1 0 1 0 0,0 0-1 0 0,1 0 1 0 0,-1-1 0 0 0,0 1-1 0 0,1-1 1 0 0,0 0-1 0 0,0 1 1 0 0,0-1-1 0 0,0-1 1 0 0,1 1-1 0 0,-1 0 1 0 0,1-1-1 0 0,-1 0 1 0 0,1 1-1 0 0,0-1 1 0 0,0-1-1 0 0,0 1 1 0 0,0-1-1 0 0,0 1 1 0 0,0-1-1 0 0,1-1 1 0 0,7 2-1 0 0,-2-2-3 0 0,0 0 0 0 0,0-1 0 0 0,0 0 0 0 0,-1 0 0 0 0,1-1 0 0 0,0-1-1 0 0,-1 1 1 0 0,1-2 0 0 0,-1 1 0 0 0,0-1 0 0 0,0 0 0 0 0,0-1 0 0 0,-1 0-1 0 0,1-1 1 0 0,-1 0 0 0 0,12-11 0 0 0,-3 0-6 0 0,0 0 0 0 0,0-2 0 0 0,-2 1 1 0 0,0-2-1 0 0,19-35 0 0 0,-18 27-4 0 0,-2 0 0 0 0,15-45 0 0 0,-25 60-4 0 0,0 1 0 0 0,-1-1 0 0 0,-1 1 0 0 0,0-1 0 0 0,0 0 1 0 0,-1 0-1 0 0,-1 0 0 0 0,-2-25 0 0 0,1 34 4 0 0,0 0 0 0 0,0 0 0 0 0,-1 0 0 0 0,1 1 0 0 0,-1-1 0 0 0,0 1 0 0 0,0-1 0 0 0,0 1 0 0 0,0-1 0 0 0,0 1 0 0 0,-5-4-1 0 0,6 6-6 0 0,-2 1 6 0 0,-19 7 3 0 0,18-1 5 0 0,3-3-2 0 0,-1 1-1 0 0,-1 0 1 0 0,1 0-1 0 0,0 0 0 0 0,1 1 0 0 0,-1-1 0 0 0,1 1 1 0 0,-1-1-1 0 0,1 1 0 0 0,1-1 0 0 0,-1 1 1 0 0,1 0-1 0 0,0-1 0 0 0,0 1 0 0 0,1 6 0 0 0,-1-3 8 0 0,1 0-1 0 0,1-1 0 0 0,0 1 0 0 0,0 0 0 0 0,0-1 1 0 0,1 0-1 0 0,6 12 0 0 0,-3-8 3 0 0,1-1-1 0 0,1-1 1 0 0,0 0-1 0 0,0 0 1 0 0,1 0 0 0 0,0-1-1 0 0,0 0 1 0 0,1-1-1 0 0,0 0 1 0 0,0 0-1 0 0,1-1 1 0 0,0-1-1 0 0,0 1 1 0 0,18 4 0 0 0,-21-7-25 0 0,1-1 0 0 0,-1 1 1 0 0,1-2-1 0 0,0 1 1 0 0,-1-2-1 0 0,1 1 0 0 0,0-1 1 0 0,0 0-1 0 0,0-1 0 0 0,0 0 1 0 0,-1 0-1 0 0,1-1 1 0 0,0 0-1 0 0,-1 0 0 0 0,1-1 1 0 0,-1 0-1 0 0,0-1 1 0 0,0 0-1 0 0,0 0 0 0 0,12-10 1 0 0,-12 7-3 0 0,1 0 1 0 0,-1-1-1 0 0,-1 0 1 0 0,1 0-1 0 0,-1-1 1 0 0,-1 0-1 0 0,0 0 1 0 0,0-1-1 0 0,-1 0 1 0 0,0 0-1 0 0,-1 0 0 0 0,0 0 1 0 0,3-12-1 0 0,-7 21 14 0 0,1 1 0 0 0,-1-1 0 0 0,0 0 0 0 0,0 0 0 0 0,1 0 0 0 0,-1 0 0 0 0,0 0 0 0 0,0 0 0 0 0,0 0 0 0 0,0 0 0 0 0,-1 0 0 0 0,1 0 0 0 0,0 0 0 0 0,0 0 0 0 0,0 0 0 0 0,-1 0 0 0 0,1 0 0 0 0,-1 0 0 0 0,1 0-1 0 0,0 1 1 0 0,-1-1 0 0 0,1 0 0 0 0,-1 0 0 0 0,0 0 0 0 0,1 1 0 0 0,-2-2 0 0 0,1 2 8 0 0,0-1 0 0 0,-1 1 0 0 0,1 0 0 0 0,0-1 0 0 0,-1 1 0 0 0,1 0 0 0 0,0 0 0 0 0,0 0 0 0 0,-1 0 0 0 0,1 0 0 0 0,0 1 0 0 0,-1-1 0 0 0,1 0 0 0 0,0 0 0 0 0,0 1 0 0 0,-3 0 0 0 0,-3 2 57 0 0,0 1 0 0 0,0 0 0 0 0,0 0 0 0 0,0 0 0 0 0,-7 7 0 0 0,0 2 53 0 0,1 0 0 0 0,0 1 0 0 0,0 1-1 0 0,2 1 1 0 0,0-1 0 0 0,-13 25 0 0 0,18-28-76 0 0,0 1 1 0 0,1-1-1 0 0,0 1 1 0 0,1 0-1 0 0,1 0 1 0 0,0 0-1 0 0,1 0 1 0 0,0 0-1 0 0,0 27 1 0 0,2-35-37 0 0,1-1 0 0 0,-1 0 1 0 0,1 1-1 0 0,-1-1 1 0 0,1 0-1 0 0,1 0 1 0 0,-1 0-1 0 0,1 0 1 0 0,-1 0-1 0 0,1 0 1 0 0,0 0-1 0 0,1 0 1 0 0,-1-1-1 0 0,0 1 0 0 0,1-1 1 0 0,0 1-1 0 0,0-1 1 0 0,0 0-1 0 0,0 0 1 0 0,1-1-1 0 0,-1 1 1 0 0,1-1-1 0 0,0 1 1 0 0,-1-1-1 0 0,1 0 1 0 0,0 0-1 0 0,0-1 1 0 0,0 1-1 0 0,1-1 0 0 0,-1 0 1 0 0,8 1-1 0 0,-1-1-124 0 0,0 0 0 0 0,1-1 0 0 0,-1 0 0 0 0,1 0 0 0 0,-1-1 0 0 0,1-1 0 0 0,-1 0 0 0 0,0-1 0 0 0,0 0 0 0 0,21-9 0 0 0,-16 4-34 0 0,0-1 1 0 0,0-1-1 0 0,-1 0 0 0 0,-1-1 0 0 0,1-1 0 0 0,21-22 1 0 0,64-90-333 0 0,-75 87 678 0 0,-2-2-1 0 0,21-46 1 0 0,-29 55 318 0 0,-14 25 435 0 0,-10 16-433 0 0,-10 18 94 0 0,0 7-342 0 0,1 0-1 0 0,3 1 1 0 0,1 1 0 0 0,1 1 0 0 0,2 0 0 0 0,-6 44 0 0 0,17-78-510 0 0,-1 0-1 0 0,1 0 1 0 0,0 0-1 0 0,0 0 1 0 0,1 0-1 0 0,0-1 1 0 0,-1 1 0 0 0,2 0-1 0 0,-1 0 1 0 0,0-1-1 0 0,1 1 1 0 0,3 5-1 0 0,-4-7-369 0 0,1-1 0 0 0,0 1-1 0 0,0-1 1 0 0,0 1 0 0 0,0-1-1 0 0,0 0 1 0 0,0 0 0 0 0,1 0-1 0 0,-1 0 1 0 0,1 0 0 0 0,4 3-1 0 0,20-7-9093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4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0 297 820 0 0,'3'-9'1218'0'0,"0"0"0"0"0,0 0 0 0 0,1 0 0 0 0,1 1 0 0 0,-1-1 0 0 0,1 1 0 0 0,0 0 0 0 0,12-12 0 0 0,-16 19-1109 0 0,1 0 0 0 0,-1 0 0 0 0,1 0 0 0 0,0 0-1 0 0,-1 1 1 0 0,1-1 0 0 0,0 0 0 0 0,-1 1 0 0 0,1 0-1 0 0,0-1 1 0 0,0 1 0 0 0,-1 0 0 0 0,1 0 0 0 0,0 0-1 0 0,0 0 1 0 0,-1 0 0 0 0,1 1 0 0 0,0-1-1 0 0,1 1 1 0 0,34 11 1389 0 0,-30-9-1262 0 0,0 0 0 0 0,-1 1 0 0 0,1 1 0 0 0,-1-1 0 0 0,0 1 1 0 0,0 0-1 0 0,-1 0 0 0 0,0 1 0 0 0,1-1 0 0 0,-2 1 0 0 0,1 0 0 0 0,-1 1 0 0 0,7 11 0 0 0,-9-13-148 0 0,1 1 1 0 0,-1 0-1 0 0,0-1 0 0 0,0 1 0 0 0,-1 0 1 0 0,0 0-1 0 0,0 0 0 0 0,0 0 1 0 0,-1 0-1 0 0,1 0 0 0 0,-2 0 1 0 0,1 0-1 0 0,-1 0 0 0 0,1 0 0 0 0,-2 0 1 0 0,1-1-1 0 0,-1 1 0 0 0,-2 6 1 0 0,0-3-40 0 0,-1-1 0 0 0,1 0 0 0 0,-2 0 1 0 0,1 0-1 0 0,-1-1 0 0 0,0 0 1 0 0,-1 0-1 0 0,0 0 0 0 0,0-1 0 0 0,0 0 1 0 0,-1-1-1 0 0,-10 7 0 0 0,16-11 21 0 0,1-1-72 0 0,1 0 0 0 0,0 0 1 0 0,-1 0-1 0 0,1 0 1 0 0,0-1-1 0 0,-1 1 0 0 0,1 0 1 0 0,0 0-1 0 0,0 0 1 0 0,-1-1-1 0 0,1 1 0 0 0,0 0 1 0 0,0 0-1 0 0,-1-1 1 0 0,1 1-1 0 0,0 0 0 0 0,0-1 1 0 0,0 1-1 0 0,-1 0 0 0 0,1 0 1 0 0,0-1-1 0 0,0 1 1 0 0,0 0-1 0 0,0-1 0 0 0,0 1 1 0 0,0-1-1 0 0,10-17-112 0 0,1 0 0 0 0,0 0 1 0 0,1 1-1 0 0,27-28 0 0 0,3-4-25 0 0,92-103-89 0 0,14-19 134 0 0,-147 171 92 0 0,0-1 0 0 0,-1 0 0 0 0,1 1 1 0 0,0-1-1 0 0,-1 0 0 0 0,1 0 0 0 0,-1 0 1 0 0,1 0-1 0 0,-1 1 0 0 0,0-1 1 0 0,1 0-1 0 0,-1 0 0 0 0,0 0 0 0 0,0 0 1 0 0,1 0-1 0 0,-1-1 0 0 0,0 2 5 0 0,-1-1-1 0 0,1 1 0 0 0,0 0 1 0 0,-1 0-1 0 0,1 0 0 0 0,0 0 1 0 0,-1 0-1 0 0,1-1 1 0 0,0 1-1 0 0,-1 0 0 0 0,1 0 1 0 0,-1 0-1 0 0,1 0 0 0 0,0 0 1 0 0,-1 0-1 0 0,1 0 1 0 0,0 0-1 0 0,-1 1 0 0 0,1-1 1 0 0,0 0-1 0 0,-1 0 0 0 0,1 0 1 0 0,0 0-1 0 0,-1 0 0 0 0,1 0 1 0 0,-1 1-1 0 0,-29 16 250 0 0,-1 11 130 0 0,1 1-1 0 0,2 1 1 0 0,1 1-1 0 0,1 2 1 0 0,-36 60-1 0 0,56-82-316 0 0,-1 0 0 0 0,1 0-1 0 0,1 1 1 0 0,0 0 0 0 0,1 0-1 0 0,0 0 1 0 0,1 0 0 0 0,-3 16 0 0 0,6-23-42 0 0,-1-1 1 0 0,1 1 0 0 0,0-1-1 0 0,0 1 1 0 0,1-1-1 0 0,-1 1 1 0 0,1-1 0 0 0,0 1-1 0 0,0-1 1 0 0,0 0 0 0 0,1 1-1 0 0,0-1 1 0 0,0 0 0 0 0,0 0-1 0 0,0 0 1 0 0,0 0-1 0 0,1 0 1 0 0,0-1 0 0 0,-1 1-1 0 0,2-1 1 0 0,-1 0 0 0 0,0 1-1 0 0,0-1 1 0 0,1-1 0 0 0,0 1-1 0 0,4 2 1 0 0,1 0-107 0 0,1-1-1 0 0,-1 0 1 0 0,1-1 0 0 0,0 0 0 0 0,0 0-1 0 0,0-1 1 0 0,1-1 0 0 0,-1 1 0 0 0,0-2-1 0 0,1 1 1 0 0,-1-1 0 0 0,1-1-1 0 0,-1 0 1 0 0,11-3 0 0 0,-6 1-951 0 0,0 0-1 0 0,-1-2 1 0 0,23-9-1 0 0,-24 8-1137 0 0,0-1-1 0 0,0 0 1 0 0,18-15-1 0 0,-8 3-5217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4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267 163 2648 0 0,'-42'-25'4105'0'0,"1"-2"-1"0"0,2-1 1 0 0,-51-47-1 0 0,81 67-4572 0 0,-3 23-3673 0 0,-7 0-1897 0 0,4-8 23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2 732 0 0,'-55'-2'2212'0'0,"-230"6"8858"0"0,284-5-10984 0 0,0 1-1 0 0,0 0 1 0 0,1 0 0 0 0,-1 0 0 0 0,0 0-1 0 0,1 1 1 0 0,-1-1 0 0 0,0 0 0 0 0,0 0-1 0 0,1 0 1 0 0,-1 1 0 0 0,0-1-1 0 0,1 0 1 0 0,-1 1 0 0 0,0-1 0 0 0,1 0-1 0 0,-1 1 1 0 0,0 0 0 0 0,8 6 850 0 0,25 4-311 0 0,206 36 186 0 0,-120-27-603 0 0,281 61-4851 0 0,-121-23-439 0 0,-162-35-1012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7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254 322 80 0 0,'7'-9'6525'0'0,"-7"9"-6405"0"0,0-1 1 0 0,1 0 0 0 0,-1 0 0 0 0,0 0 0 0 0,0 1 0 0 0,1-1 0 0 0,-1 0-1 0 0,0 0 1 0 0,0 0 0 0 0,0 0 0 0 0,0 1 0 0 0,0-1 0 0 0,0 0-1 0 0,0 0 1 0 0,-1 0 0 0 0,1 0 0 0 0,0 1 0 0 0,0-1 0 0 0,-1 0-1 0 0,1 0 1 0 0,0 0 0 0 0,-1 1 0 0 0,1-1 0 0 0,-1 0 0 0 0,1 1 0 0 0,-1-1-1 0 0,1 0 1 0 0,-1 1 0 0 0,0-1 0 0 0,1 1 0 0 0,-1-1 0 0 0,0 0-1 0 0,1 1 1 0 0,-1 0 0 0 0,-1-1 0 0 0,-28-21 448 0 0,1-1 1 0 0,2-1-1 0 0,-33-35 1 0 0,56 54-565 0 0,-1 0 0 0 0,1-1 0 0 0,0 1 0 0 0,0-1 1 0 0,-5-12-1 0 0,8 16 7 0 0,2 0-25 0 0,0 0 13 0 0,0 1-1 0 0,1-1 1 0 0,-1 0 0 0 0,0 1-1 0 0,1-1 1 0 0,-1 1 0 0 0,1 0-1 0 0,0-1 1 0 0,0 1-1 0 0,-1 0 1 0 0,1 0 0 0 0,0 0-1 0 0,0 0 1 0 0,0 0 0 0 0,0 1-1 0 0,0-1 1 0 0,0 1-1 0 0,0-1 1 0 0,0 1 0 0 0,0 0-1 0 0,0-1 1 0 0,3 1 0 0 0,13-1 1 0 0,31 2 0 0 0,-25 0 1 0 0,216 6 148 0 0,-102 0-65 0 0,147-14 0 0 0,-280 7-87 0 0,0 0 0 0 0,0-1 0 0 0,0 1 0 0 0,-1-1 1 0 0,1-1-1 0 0,0 1 0 0 0,0-1 0 0 0,-1 1 0 0 0,1-1 0 0 0,-1-1 0 0 0,1 1 0 0 0,6-5 0 0 0,-11 6 0 0 0,0 0 0 0 0,1 1 0 0 0,-1-1 0 0 0,1 0 0 0 0,-1 0 0 0 0,0 0 0 0 0,0 1 0 0 0,1-1 1 0 0,-1 0-1 0 0,0 0 0 0 0,0 0 0 0 0,0 0 0 0 0,0 0 0 0 0,0 1 0 0 0,0-1 0 0 0,0 0 0 0 0,0 0 0 0 0,-1 0 0 0 0,1 0 0 0 0,0 0 0 0 0,0 1 0 0 0,-1-1 0 0 0,1 0 1 0 0,0 0-1 0 0,-1 0 0 0 0,1 1 0 0 0,-1-1 0 0 0,1 0 0 0 0,-1 1 0 0 0,0-2 0 0 0,-16-18-47 0 0,13 17 51 0 0,1 0 0 0 0,-1 1 1 0 0,0-1-1 0 0,0 1 1 0 0,1 0-1 0 0,-1 0 1 0 0,-1 0-1 0 0,1 0 1 0 0,0 1-1 0 0,0 0 1 0 0,-1 0-1 0 0,1 0 1 0 0,0 0-1 0 0,-8 0 0 0 0,9 2 16 0 0,0-1 0 0 0,-1 1 0 0 0,1 0 0 0 0,0-1 0 0 0,0 1 0 0 0,0 1-1 0 0,0-1 1 0 0,0 0 0 0 0,0 1 0 0 0,0-1 0 0 0,1 1 0 0 0,-1 0 0 0 0,1 0 0 0 0,-1 0-1 0 0,1 0 1 0 0,-1 1 0 0 0,1-1 0 0 0,0 1 0 0 0,0-1 0 0 0,-3 6 0 0 0,-4 9 189 0 0,0-1 0 0 0,2 1 0 0 0,0 1 0 0 0,-10 34 1 0 0,-9 78 360 0 0,17-78-392 0 0,-30 230 285 0 0,-6 32-165 0 0,42-302-274 0 0,0 1 0 0 0,0-1 1 0 0,-1 0-1 0 0,-1 0 0 0 0,0 0 1 0 0,0 0-1 0 0,-11 14 1 0 0,14-23-17 0 0,-1 1 1 0 0,0 0 0 0 0,0-1-1 0 0,0 0 1 0 0,-1 1 0 0 0,1-1-1 0 0,-1-1 1 0 0,0 1 0 0 0,1 0 0 0 0,-1-1-1 0 0,-1 0 1 0 0,1 0 0 0 0,0 0-1 0 0,0-1 1 0 0,-1 1 0 0 0,1-1 0 0 0,-1 0-1 0 0,1 0 1 0 0,-1 0 0 0 0,1-1-1 0 0,-1 0 1 0 0,0 0 0 0 0,-6 0 0 0 0,-6-3-9 0 0,1 0 0 0 0,-1-1 0 0 0,1 0 0 0 0,0-2 0 0 0,-16-7 0 0 0,-77-42-14 0 0,77 38 15 0 0,-175-97-100 0 0,191 104-112 0 0,16 9 179 0 0,0 1 1 0 0,0 0 0 0 0,0 0-1 0 0,0 0 1 0 0,0 0-1 0 0,0 0 1 0 0,0 0 0 0 0,-1-1-1 0 0,1 1 1 0 0,0 0-1 0 0,0 0 1 0 0,0 0-1 0 0,0 0 1 0 0,0 0 0 0 0,0 0-1 0 0,0-1 1 0 0,0 1-1 0 0,0 0 1 0 0,0 0 0 0 0,0 0-1 0 0,0 0 1 0 0,0 0-1 0 0,0-1 1 0 0,0 1-1 0 0,0 0 1 0 0,0 0 0 0 0,0 0-1 0 0,1 0 1 0 0,-1 0-1 0 0,0 0 1 0 0,0-1 0 0 0,0 1-1 0 0,0 0 1 0 0,0 0-1 0 0,0 0 1 0 0,0 0-1 0 0,0 0 1 0 0,0 0 0 0 0,0 0-1 0 0,1 0 1 0 0,-1 0-1 0 0,0-1 1 0 0,0 1 0 0 0,0 0-1 0 0,0 0 1 0 0,0 0-1 0 0,0 0 1 0 0,1 0-1 0 0,-1 0 1 0 0,0 0 0 0 0,29-2-3989 0 0,-20 2 3547 0 0,14-2-2793 0 0,1-1-1250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28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64 1916 0 0,'-19'-63'10530'0'0,"18"65"-9805"0"0,-2 10-202 0 0,1 0 0 0 0,0 1 1 0 0,1-1-1 0 0,0 0 1 0 0,1 17-1 0 0,-1 19 242 0 0,-18 99 54 0 0,-5-1-1 0 0,-45 144 1 0 0,67-284-794 0 0,-6 18 73 0 0,8-24-94 0 0,0 1-1 0 0,0-1 0 0 0,-1 1 1 0 0,1-1-1 0 0,0 1 1 0 0,-1-1-1 0 0,1 1 0 0 0,0-1 1 0 0,-1 0-1 0 0,1 1 0 0 0,-1-1 1 0 0,1 1-1 0 0,-1-1 1 0 0,1 0-1 0 0,-1 1 0 0 0,1-1 1 0 0,-1 0-1 0 0,1 0 0 0 0,-1 1 1 0 0,1-1-1 0 0,-1 0 0 0 0,1 0 1 0 0,-1 0-1 0 0,1 0 1 0 0,-1 1-1 0 0,0-1 0 0 0,1 0 1 0 0,-1 0-1 0 0,1 0 0 0 0,-1 0 1 0 0,0-1-1 0 0,0 1 0 0 0,0-1-2 0 0,0 0-1 0 0,0-1 0 0 0,1 1 0 0 0,-1-1 0 0 0,0 1 1 0 0,1-1-1 0 0,-1 1 0 0 0,1-1 0 0 0,-1 1 0 0 0,1-1 1 0 0,0 1-1 0 0,0-1 0 0 0,-1 0 0 0 0,1 1 0 0 0,0-1 1 0 0,1 1-1 0 0,-1-3 0 0 0,0 3-2 0 0,1-13-21 0 0,0 0 0 0 0,1 0 0 0 0,0 0 0 0 0,2 0 0 0 0,-1 0-1 0 0,2 1 1 0 0,0 0 0 0 0,0 0 0 0 0,1 0 0 0 0,1 1 0 0 0,0-1-1 0 0,0 1 1 0 0,12-13 0 0 0,-12 17 16 0 0,-1 1-1 0 0,1-1 1 0 0,0 1-1 0 0,1 1 0 0 0,-1-1 1 0 0,1 1-1 0 0,1 1 1 0 0,-1-1-1 0 0,1 1 1 0 0,0 1-1 0 0,0 0 1 0 0,0 0-1 0 0,1 1 1 0 0,-1 0-1 0 0,1 0 1 0 0,0 1-1 0 0,-1 1 1 0 0,1-1-1 0 0,16 1 1 0 0,-20 2 9 0 0,0-1 0 0 0,0 1 0 0 0,1 0 0 0 0,-1 0 0 0 0,0 1 0 0 0,0 0 0 0 0,0 0 0 0 0,-1 0 0 0 0,1 1 0 0 0,-1-1 0 0 0,1 1 0 0 0,-1 1 0 0 0,0-1 0 0 0,0 1 0 0 0,0 0 0 0 0,0 0 0 0 0,-1 1 0 0 0,0-1 0 0 0,0 1 0 0 0,0 0 0 0 0,0 0 0 0 0,-1 0 0 0 0,0 0 0 0 0,0 1 0 0 0,0-1 0 0 0,3 12 0 0 0,1 5 37 0 0,-2-1-1 0 0,-1 2 0 0 0,0-1 0 0 0,-1 0 0 0 0,-2 1 1 0 0,-1 23-1 0 0,0-24-19 0 0,-1 0-2 0 0,4 30 1 0 0,-3-47-13 0 0,1 0 0 0 0,0 0 0 0 0,0 0 1 0 0,0 0-1 0 0,1 0 0 0 0,0-1 0 0 0,0 1 1 0 0,0-1-1 0 0,0 1 0 0 0,1-1 0 0 0,5 8 0 0 0,-5-10 3 0 0,0 1-1 0 0,0-1 0 0 0,1 1 0 0 0,-1-1 0 0 0,1 0 0 0 0,-1 0 0 0 0,1-1 0 0 0,0 1 1 0 0,0-1-1 0 0,0 1 0 0 0,0-1 0 0 0,0-1 0 0 0,0 1 0 0 0,0 0 0 0 0,0-1 0 0 0,0 0 0 0 0,1 0 1 0 0,-1 0-1 0 0,0-1 0 0 0,6-1 0 0 0,5 0 2 0 0,-1-2 1 0 0,0 0-1 0 0,0 0 0 0 0,19-10 0 0 0,-10 3-1 0 0,0-2 0 0 0,0-1 0 0 0,-2 0 0 0 0,0-2 0 0 0,0 0 0 0 0,-1-2 0 0 0,30-34 0 0 0,-28 24-15 0 0,0 0 1 0 0,-3 0-1 0 0,0-2 1 0 0,-2-1 0 0 0,18-42-1 0 0,-32 67 5 0 0,-1 0-1 0 0,0 0 1 0 0,0 0-1 0 0,-1 0 0 0 0,0 0 1 0 0,0 0-1 0 0,0 0 1 0 0,-1-1-1 0 0,1 1 1 0 0,-2-7-1 0 0,1 12 3 0 0,0 1-1 0 0,0-1 1 0 0,-1 1 0 0 0,1-1 0 0 0,0 1-1 0 0,0-1 1 0 0,-1 1 0 0 0,1 0-1 0 0,0-1 1 0 0,-1 1 0 0 0,1-1-1 0 0,0 1 1 0 0,-1-1 0 0 0,1 1-1 0 0,-1 0 1 0 0,1-1 0 0 0,-1 1-1 0 0,1 0 1 0 0,-1 0 0 0 0,1-1-1 0 0,-1 1 1 0 0,1 0 0 0 0,-1 0-1 0 0,1 0 1 0 0,-1 0 0 0 0,1-1-1 0 0,-1 1 1 0 0,1 0 0 0 0,-1 0-1 0 0,1 0 1 0 0,-1 0 0 0 0,0 0-1 0 0,1 0 1 0 0,-1 0 0 0 0,1 1-1 0 0,-1-1 1 0 0,1 0 0 0 0,-1 0-1 0 0,-21 8 13 0 0,14-1 47 0 0,0-1-1 0 0,0 1 0 0 0,0 0 0 0 0,1 1 1 0 0,0 0-1 0 0,-7 9 0 0 0,-2 6 211 0 0,-15 28 1 0 0,24-38-167 0 0,1 0 0 0 0,0 1 1 0 0,0-1-1 0 0,1 1 0 0 0,1 1 0 0 0,1-1 1 0 0,-4 27-1 0 0,7-35-76 0 0,-1-1 1 0 0,1 1-1 0 0,0-1 0 0 0,1 1 0 0 0,-1-1 0 0 0,1 1 1 0 0,0-1-1 0 0,1 1 0 0 0,-1-1 0 0 0,1 0 1 0 0,0 0-1 0 0,1 0 0 0 0,-1 0 0 0 0,1 0 1 0 0,0 0-1 0 0,0-1 0 0 0,0 1 0 0 0,1-1 1 0 0,-1 0-1 0 0,1 0 0 0 0,0 0 0 0 0,0 0 0 0 0,10 5 1 0 0,0-1 0 0 0,1-1 1 0 0,0 0-1 0 0,0-1 1 0 0,0-1-1 0 0,1-1 1 0 0,0 0-1 0 0,30 3 0 0 0,-5-3-305 0 0,81-4-1 0 0,-61-4-1850 0 0,71-15-1 0 0,-95 11-2114 0 0,51-18 0 0 0,-49 11-2633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38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36 575 196 0 0,'-27'29'10014'0'0,"19"-18"-7025"0"0,14-18-1326 0 0,16-15-1306 0 0,506-426-177 0 0,-522 444-176 0 0,109-98 118 0 0,-112 99-122 0 0,8-10-15 0 0,-11 12 13 0 0,1 1 0 0 0,-1-1 1 0 0,0 1-1 0 0,0-1 0 0 0,0 1 0 0 0,0-1 0 0 0,0 1 1 0 0,0-1-1 0 0,0 1 0 0 0,0-1 0 0 0,0 1 1 0 0,0-1-1 0 0,0 1 0 0 0,0-1 0 0 0,0 1 0 0 0,-1 0 1 0 0,1-1-1 0 0,0 1 0 0 0,0-1 0 0 0,0 1 0 0 0,-1-1 1 0 0,1 1-1 0 0,0-1 0 0 0,-1 1 0 0 0,1 0 0 0 0,0-1 1 0 0,-1 1-1 0 0,0-1 0 0 0,0 1-3 0 0,0-1 0 0 0,0 1 1 0 0,0 0-1 0 0,-1 0 0 0 0,1-1 0 0 0,0 1 0 0 0,0 0 1 0 0,-1 0-1 0 0,1 0 0 0 0,0 1 0 0 0,0-1 0 0 0,-1 0 1 0 0,1 0-1 0 0,0 1 0 0 0,0-1 0 0 0,0 1 0 0 0,-1-1 1 0 0,1 1-1 0 0,0-1 0 0 0,0 1 0 0 0,-1 0 0 0 0,-25 15-39 0 0,6-1 14 0 0,0 0 0 0 0,-22 23 0 0 0,38-33 23 0 0,1-1 0 0 0,-1 2 0 0 0,1-1-1 0 0,0 0 1 0 0,0 1 0 0 0,0-1 0 0 0,1 1 0 0 0,0 0 0 0 0,0 1 0 0 0,1-1 0 0 0,-1 0 0 0 0,1 1 0 0 0,-2 12 0 0 0,4-14 6 0 0,1-1 1 0 0,-1 1-1 0 0,1 0 1 0 0,0-1-1 0 0,0 1 1 0 0,0 0-1 0 0,1-1 1 0 0,0 1-1 0 0,0-1 0 0 0,0 0 1 0 0,0 0-1 0 0,0 0 1 0 0,1 0-1 0 0,0 0 1 0 0,0 0-1 0 0,0 0 1 0 0,7 5-1 0 0,6 6 0 0 0,2-1 0 0 0,27 18-1 0 0,-29-22 0 0 0,6 5 31 0 0,0 0 0 0 0,-1 2 0 0 0,-1 0 1 0 0,30 33-1 0 0,-49-48-17 0 0,1-1 1 0 0,-1 0-1 0 0,0 1 1 0 0,0 0-1 0 0,0-1 1 0 0,0 1-1 0 0,0 0 1 0 0,-1-1-1 0 0,1 1 1 0 0,0 0-1 0 0,-1 0 1 0 0,1 0-1 0 0,-1-1 0 0 0,0 1 1 0 0,0 0-1 0 0,1 0 1 0 0,-1 0-1 0 0,0 0 1 0 0,-1 0-1 0 0,1 0 1 0 0,0 0-1 0 0,-1 3 1 0 0,-1-3 49 0 0,1 1 0 0 0,-1 0 0 0 0,1-1 0 0 0,-1 1-1 0 0,0-1 1 0 0,0 1 0 0 0,0-1 0 0 0,0 0 0 0 0,-1 0 0 0 0,1 0 0 0 0,-1 0 0 0 0,-4 2 0 0 0,-2 2 104 0 0,-1-1-1 0 0,0-1 1 0 0,-1 0 0 0 0,1 0-1 0 0,-1-1 1 0 0,-20 3 0 0 0,2-3-104 0 0,0-1-1 0 0,0-2 1 0 0,0-1 0 0 0,0-1 0 0 0,0-2-1 0 0,-31-7 1 0 0,58 10-183 0 0,0 1 0 0 0,0 0-1 0 0,1-1 1 0 0,-1 1 0 0 0,0-1 0 0 0,1 1-1 0 0,-1-1 1 0 0,1 0 0 0 0,-1 0 0 0 0,1 1-1 0 0,-1-1 1 0 0,1 0 0 0 0,-1-1 0 0 0,1 1-1 0 0,0 0 1 0 0,0 0 0 0 0,0 0 0 0 0,-1-1 0 0 0,1 1-1 0 0,-1-3 1 0 0,2 2-196 0 0,0 1 0 0 0,0 0 0 0 0,0-1 0 0 0,0 1 0 0 0,1-1 0 0 0,-1 1-1 0 0,0 0 1 0 0,1-1 0 0 0,-1 1 0 0 0,1 0 0 0 0,0-1 0 0 0,-1 1 0 0 0,1 0 0 0 0,0 0 0 0 0,0 0 0 0 0,0 0-1 0 0,0 0 1 0 0,0-1 0 0 0,0 2 0 0 0,0-1 0 0 0,0 0 0 0 0,0 0 0 0 0,0 0 0 0 0,0 0 0 0 0,3 0 0 0 0,12-11-4422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38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0 136 0 0,'0'0'7772'0'0,"-14"3"-4830"0"0,12-1-2832 0 0,0 0 0 0 0,0 0 0 0 0,0 1 0 0 0,0-1 0 0 0,0 0 0 0 0,0 1 0 0 0,0-1 0 0 0,1 1 0 0 0,-1-1 0 0 0,1 1 0 0 0,0 0 0 0 0,-1 0 0 0 0,2 0 0 0 0,-1 0 0 0 0,0-1 0 0 0,0 1 1 0 0,1 0-1 0 0,0 0 0 0 0,-1 1 0 0 0,1-1 0 0 0,0 0 0 0 0,1 0 0 0 0,-1 0 0 0 0,0 0 0 0 0,1 0 0 0 0,0 0 0 0 0,0-1 0 0 0,0 1 0 0 0,0 0 0 0 0,0 0 0 0 0,0 0 0 0 0,1-1 0 0 0,1 4 0 0 0,0-3-78 0 0,-1 0 1 0 0,1 0-1 0 0,0 0 1 0 0,0 0 0 0 0,0 0-1 0 0,0-1 1 0 0,1 1-1 0 0,-1-1 1 0 0,1 0-1 0 0,0 0 1 0 0,-1 0 0 0 0,1-1-1 0 0,0 1 1 0 0,0-1-1 0 0,0 0 1 0 0,0 0-1 0 0,0 0 1 0 0,0-1 0 0 0,0 1-1 0 0,0-1 1 0 0,1 0-1 0 0,-1 0 1 0 0,0-1 0 0 0,0 1-1 0 0,0-1 1 0 0,0 0-1 0 0,0 0 1 0 0,0 0-1 0 0,0-1 1 0 0,0 1 0 0 0,-1-1-1 0 0,1 0 1 0 0,0 0-1 0 0,-1 0 1 0 0,5-4-1 0 0,13-6 128 0 0,-21 12-208 0 0,0 0 0 0 0,0 0 1 0 0,0 0-1 0 0,-1 0 0 0 0,1 0 0 0 0,0-1 0 0 0,0 1 0 0 0,0 0 0 0 0,-1 0 0 0 0,1 0 0 0 0,0 0 0 0 0,0 0 0 0 0,0 0 0 0 0,0 0 0 0 0,-1-1 0 0 0,1 1 0 0 0,0 0 0 0 0,0 0 0 0 0,0 0 0 0 0,0 0 0 0 0,0-1 0 0 0,-1 1 0 0 0,1 0 0 0 0,0 0 0 0 0,0 0 0 0 0,0-1 0 0 0,0 1 0 0 0,0 0 0 0 0,0 0 0 0 0,0 0 0 0 0,0-1 0 0 0,0 1 0 0 0,0 0 0 0 0,0 0 0 0 0,0-1 0 0 0,0 1 0 0 0,0 0 0 0 0,0 0 0 0 0,0 0 0 0 0,0-1 0 0 0,0 1 0 0 0,0 0 0 0 0,0 0 0 0 0,0 0 0 0 0,0-1 0 0 0,1 1 0 0 0,-1 0 0 0 0,0 0 0 0 0,0 0 0 0 0,0-1 0 0 0,0 1 0 0 0,0 0 0 0 0,1 0 0 0 0,-1 0 0 0 0,0 0 0 0 0,0 0 0 0 0,0-1 0 0 0,1 1 0 0 0,-1 0 0 0 0,0 0 0 0 0,0 0 0 0 0,0 0 0 0 0,1 0 0 0 0,-1 0 0 0 0,0 0 0 0 0,0 0 0 0 0,0 0-33 0 0,0-1 0 0 0,-1 1-1 0 0,1 0 1 0 0,0 0-1 0 0,-1 0 1 0 0,1 0 0 0 0,0 0-1 0 0,-1 0 1 0 0,1 0-1 0 0,0 0 1 0 0,-1 0 0 0 0,1 0-1 0 0,0 0 1 0 0,-1 0-1 0 0,1 0 1 0 0,-1 0-1 0 0,1 0 1 0 0,0 0 0 0 0,-1 0-1 0 0,1 0 1 0 0,0 0-1 0 0,-1 1 1 0 0,1-1 0 0 0,-1 0-1 0 0,-22 8-8187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39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35 1676 0 0,'16'-35'11281'0'0,"-15"40"-11179"0"0,1 0 0 0 0,-1-1-1 0 0,1 1 1 0 0,-1 0 0 0 0,-1 0 0 0 0,1 0 0 0 0,-1 10-1 0 0,-3 38 318 0 0,1-36-275 0 0,-41 247 1159 0 0,30-201-1075 0 0,9-46 419 0 0,2-5 596 0 0,5-25-796 0 0,3-11-360 0 0,4-17-34 0 0,1 0-1 0 0,2 0 1 0 0,33-71 0 0 0,-39 98-66 0 0,1 1 0 0 0,1 0 0 0 0,-1 0 0 0 0,2 1 0 0 0,0 0 0 0 0,0 1 0 0 0,15-12 0 0 0,-22 20 9 0 0,0 1 0 0 0,0-1 0 0 0,0 1 1 0 0,1 0-1 0 0,-1 0 0 0 0,1 0 0 0 0,-1 1 0 0 0,1-1 0 0 0,0 1 0 0 0,-1 0 0 0 0,1 0 0 0 0,0 0 0 0 0,0 1 0 0 0,0-1 0 0 0,0 1 0 0 0,0 0 0 0 0,0 0 0 0 0,0 0 0 0 0,-1 1 0 0 0,1-1 0 0 0,0 1 0 0 0,0 0 0 0 0,0 0 0 0 0,-1 0 0 0 0,1 1 0 0 0,0-1 0 0 0,-1 1 0 0 0,1 0 0 0 0,-1 0 0 0 0,0 0 1 0 0,0 1-1 0 0,1-1 0 0 0,2 4 0 0 0,0 0 2 0 0,0 0 1 0 0,0 0 0 0 0,-1 1-1 0 0,0-1 1 0 0,0 1 0 0 0,0 1-1 0 0,-1-1 1 0 0,0 1 0 0 0,0-1-1 0 0,-1 1 1 0 0,4 17 0 0 0,-1 0 20 0 0,-2 1 0 0 0,1 41 0 0 0,-4-42-183 0 0,1-1 1 0 0,2 1 0 0 0,6 25 0 0 0,-9-46-77 0 0,0 0 1 0 0,1-1 0 0 0,-1 1-1 0 0,1-1 1 0 0,0 0 0 0 0,0 1 0 0 0,1-1-1 0 0,-1 0 1 0 0,0 0 0 0 0,1 0-1 0 0,0-1 1 0 0,0 1 0 0 0,0-1 0 0 0,0 1-1 0 0,0-1 1 0 0,0 0 0 0 0,7 3-1 0 0,-5-3-645 0 0,1 1-1 0 0,0-1 0 0 0,-1-1 1 0 0,1 1-1 0 0,0-1 0 0 0,10 1 1 0 0,11-2-3854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0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196 776 1504 0 0,'-13'0'11994'0'0,"17"1"-11855"0"0,0 0-1 0 0,0 0 1 0 0,1 0 0 0 0,-1 0 0 0 0,0 0 0 0 0,0-1-1 0 0,0 0 1 0 0,1 0 0 0 0,-1 0 0 0 0,0 0 0 0 0,0-1-1 0 0,1 0 1 0 0,-1 1 0 0 0,0-2 0 0 0,6-1 0 0 0,2-1-97 0 0,-1 0 1 0 0,0-1 0 0 0,0 0-1 0 0,18-12 1 0 0,-24 14-40 0 0,-1 0 0 0 0,1-1 1 0 0,-1 0-1 0 0,0 0 0 0 0,0 0 0 0 0,0 0 0 0 0,-1 0 0 0 0,0-1 1 0 0,1 1-1 0 0,-1-1 0 0 0,-1 0 0 0 0,1 0 0 0 0,-1 0 0 0 0,0-1 0 0 0,0 1 1 0 0,0 0-1 0 0,-1-1 0 0 0,0 1 0 0 0,0-1 0 0 0,0 0 0 0 0,-1 1 1 0 0,0-1-1 0 0,0 1 0 0 0,0-1 0 0 0,-1 0 0 0 0,0 1 0 0 0,0-1 1 0 0,0 1-1 0 0,-1-1 0 0 0,0 1 0 0 0,0 0 0 0 0,0 0 0 0 0,-5-10 0 0 0,5 13-9 0 0,0-1 0 0 0,0 1 0 0 0,0 0 0 0 0,0-1 0 0 0,-1 1 0 0 0,1 0 0 0 0,-1 0 0 0 0,1 0 0 0 0,-1 1 0 0 0,0-1 0 0 0,1 0 0 0 0,-1 1 0 0 0,0 0 0 0 0,0 0 0 0 0,0 0 0 0 0,-4-1 0 0 0,2 1-1 0 0,0 1 0 0 0,0 0 1 0 0,0 0-1 0 0,0 0 0 0 0,0 0 1 0 0,0 1-1 0 0,0 0 0 0 0,0 0 1 0 0,-6 2-1 0 0,-3 2-3 0 0,1 0 0 0 0,0 1 0 0 0,1 1 0 0 0,-1 0 0 0 0,1 1 0 0 0,-13 11 0 0 0,1 1-2 0 0,1 0 0 0 0,-31 37 0 0 0,46-48 21 0 0,1 0 1 0 0,0 1-1 0 0,1-1 1 0 0,0 1-1 0 0,1 0 0 0 0,0 1 1 0 0,0 0-1 0 0,1-1 1 0 0,0 2-1 0 0,-2 11 0 0 0,6-20 0 0 0,-1 1 0 0 0,1-1 0 0 0,0 0 0 0 0,0 1 0 0 0,0-1 0 0 0,0 0 0 0 0,0 1 0 0 0,1-1 0 0 0,0 0 0 0 0,0 1 0 0 0,-1-1 0 0 0,2 0 0 0 0,-1 0 0 0 0,0 0 0 0 0,1 0 0 0 0,-1 0 0 0 0,1 0 0 0 0,2 3 0 0 0,0-2 1 0 0,0-1 0 0 0,-1 1 0 0 0,1-1 0 0 0,1 0 0 0 0,-1 0 0 0 0,0 0 0 0 0,1-1 0 0 0,-1 1 0 0 0,1-1 0 0 0,8 3 0 0 0,8 0 4 0 0,-1-1 0 0 0,1 0 0 0 0,0-2 0 0 0,35 1 0 0 0,-7-3-338 0 0,1-3 0 0 0,-1-1 0 0 0,0-3 0 0 0,-1-1 0 0 0,0-3-1 0 0,0-2 1 0 0,74-31 0 0 0,-105 36-53 0 0,0-1 1 0 0,-1 0-1 0 0,0-1 0 0 0,0-1 0 0 0,-2-1 0 0 0,1 0 1 0 0,-1 0-1 0 0,-1-2 0 0 0,0 0 0 0 0,19-28 0 0 0,-17 19-9 0 0,-1-1-1 0 0,-2-1 0 0 0,0 0 1 0 0,-1-1-1 0 0,-2 0 1 0 0,11-46-1 0 0,-14 43 962 0 0,-1-1 0 0 0,-1 1-1 0 0,-1-1 1 0 0,-2 0 0 0 0,-1 0 0 0 0,-1 0 0 0 0,-2 0 0 0 0,0 1-1 0 0,-3-1 1 0 0,0 1 0 0 0,-13-34 0 0 0,12 45 442 0 0,-8-32 1 0 0,15 50-1011 0 0,0-1 0 0 0,0 1 0 0 0,0 0 0 0 0,0-1 0 0 0,0 1 0 0 0,0 0 0 0 0,0-1 0 0 0,0 1 1 0 0,0 0-1 0 0,0 0 0 0 0,0-1 0 0 0,0 1 0 0 0,0 0 0 0 0,0-1 0 0 0,0 1 0 0 0,0 0 0 0 0,0-1 0 0 0,-1 1 0 0 0,1 0 0 0 0,0 0 1 0 0,0-1-1 0 0,0 1 0 0 0,0 0 0 0 0,-1 0 0 0 0,1-1 0 0 0,0 1 0 0 0,0 0 0 0 0,-1 0 0 0 0,1 0 0 0 0,0 0 0 0 0,0-1 0 0 0,-1 1 1 0 0,1 0-1 0 0,0 0 0 0 0,0 0 0 0 0,-1 0 0 0 0,1 0 0 0 0,0 0 0 0 0,-1 0 0 0 0,1 0 0 0 0,0 0 0 0 0,-1 0 0 0 0,1 0 0 0 0,0 0 1 0 0,0 0-1 0 0,-1 0 0 0 0,1 0 0 0 0,0 0 0 0 0,-1 0 0 0 0,1 0 0 0 0,0 0 0 0 0,0 0 0 0 0,-1 0 0 0 0,1 0 0 0 0,0 1 0 0 0,-1-1 1 0 0,1 0-1 0 0,0 0 0 0 0,0 0 0 0 0,-1 0 0 0 0,1 1 0 0 0,0-1 0 0 0,0 0 0 0 0,0 0 0 0 0,-1 1 0 0 0,-10 18 360 0 0,0 25 445 0 0,2 1 1 0 0,-7 90-1 0 0,5-27-30 0 0,5-65-553 0 0,-9 67 133 0 0,-2 125-1 0 0,17-227-346 0 0,0-1 0 0 0,1 0 1 0 0,0 1-1 0 0,0-1 0 0 0,0 0 0 0 0,1 0 1 0 0,0 0-1 0 0,1 0 0 0 0,-1 0 0 0 0,5 7 0 0 0,-5-11-110 0 0,0 0-1 0 0,0 0 1 0 0,0 0-1 0 0,0-1 1 0 0,1 1-1 0 0,-1-1 0 0 0,1 0 1 0 0,0 1-1 0 0,0-1 1 0 0,-1-1-1 0 0,1 1 1 0 0,1 0-1 0 0,-1-1 0 0 0,0 1 1 0 0,0-1-1 0 0,1 0 1 0 0,-1 0-1 0 0,0 0 1 0 0,1 0-1 0 0,-1-1 0 0 0,1 0 1 0 0,-1 1-1 0 0,4-1 1 0 0,1-1-605 0 0,-1 1 0 0 0,0-1 1 0 0,-1-1-1 0 0,1 1 0 0 0,0-1 1 0 0,0 0-1 0 0,-1-1 1 0 0,1 1-1 0 0,-1-1 0 0 0,1-1 1 0 0,-1 1-1 0 0,0-1 0 0 0,-1 0 1 0 0,1 0-1 0 0,6-7 0 0 0,5-9-4287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0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215 132 512 0 0,'-205'-80'15782'0'0,"204"80"-15744"0"0,1 0 1 0 0,-1 0-1 0 0,1 0 0 0 0,-1 0 1 0 0,1 0-1 0 0,0 0 0 0 0,-1 0 0 0 0,1-1 1 0 0,-1 1-1 0 0,1 0 0 0 0,0 0 0 0 0,-1-1 1 0 0,1 1-1 0 0,0 0 0 0 0,-1 0 0 0 0,1-1 1 0 0,0 1-1 0 0,-1 0 0 0 0,1-1 1 0 0,0 1-1 0 0,0 0 0 0 0,-1-1 0 0 0,1 1 1 0 0,0-1-1 0 0,0 1 0 0 0,0 0 0 0 0,0-1 1 0 0,0 1-1 0 0,-1-1 0 0 0,1 1 1 0 0,0-1-1 0 0,11-7 365 0 0,19 0-213 0 0,43-3 43 0 0,0 3-1 0 0,84 1 1 0 0,46 17-3542 0 0,-155-4 923 0 0,-19 0-3156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196 406 580 0 0,'0'-6'1089'0'0,"0"0"0"0"0,-1 0 0 0 0,0 0 0 0 0,0 1 1 0 0,-1-1-1 0 0,0 0 0 0 0,-3-6 0 0 0,3 7-634 0 0,0 1 0 0 0,0 0 0 0 0,0 0 0 0 0,-1 0 0 0 0,0 0 0 0 0,0 0 0 0 0,0 1 0 0 0,0 0 0 0 0,-5-5 0 0 0,7 8-396 0 0,0-1-1 0 0,0 0 0 0 0,0 1 1 0 0,-1-1-1 0 0,1 0 0 0 0,0 1 1 0 0,0 0-1 0 0,0-1 1 0 0,-1 1-1 0 0,1 0 0 0 0,0-1 1 0 0,0 1-1 0 0,-1 0 0 0 0,1 0 1 0 0,0 0-1 0 0,-1 0 1 0 0,1 0-1 0 0,0 1 0 0 0,0-1 1 0 0,-1 0-1 0 0,0 1 0 0 0,-1 0-7 0 0,0 1 1 0 0,0-1-1 0 0,0 1 0 0 0,0-1 0 0 0,0 1 0 0 0,0 0 0 0 0,1 1 0 0 0,-3 1 0 0 0,-4 5 16 0 0,2 1 0 0 0,-1-1 0 0 0,-9 18 0 0 0,9-14-10 0 0,0 1 0 0 0,1 0 0 0 0,1 1 0 0 0,0 0 0 0 0,1 0 0 0 0,1 0 0 0 0,0 0 0 0 0,1 1 0 0 0,-1 27 0 0 0,3-36-39 0 0,1 0 1 0 0,1 0-1 0 0,0 1 0 0 0,0-1 0 0 0,0 0 0 0 0,1 0 1 0 0,0-1-1 0 0,0 1 0 0 0,0 0 0 0 0,1 0 0 0 0,0-1 1 0 0,1 0-1 0 0,-1 0 0 0 0,1 0 0 0 0,0 0 1 0 0,1 0-1 0 0,0-1 0 0 0,-1 0 0 0 0,2 0 0 0 0,-1 0 1 0 0,0 0-1 0 0,1-1 0 0 0,10 6 0 0 0,-4-4-5 0 0,-1-1 0 0 0,1-1 0 0 0,0 0 0 0 0,0 0 0 0 0,0-1 0 0 0,0-1 0 0 0,1 0-1 0 0,-1-1 1 0 0,1 0 0 0 0,0-1 0 0 0,-1 0 0 0 0,1-1 0 0 0,-1 0 0 0 0,1-1 0 0 0,-1-1 0 0 0,0 0 0 0 0,0-1 0 0 0,0 0-1 0 0,0 0 1 0 0,-1-1 0 0 0,12-7 0 0 0,-17 8-7 0 0,0 0-1 0 0,0-1 0 0 0,-1 0 0 0 0,1 1 1 0 0,-1-2-1 0 0,0 1 0 0 0,-1-1 1 0 0,1 0-1 0 0,-1 0 0 0 0,0 0 1 0 0,0 0-1 0 0,5-14 0 0 0,-6 10-1 0 0,0 0 0 0 0,0-1 0 0 0,-1 1 0 0 0,0-1 0 0 0,-1 0 1 0 0,0 0-1 0 0,0 0 0 0 0,-2-12 0 0 0,-1 6-6 0 0,0 1 0 0 0,-1 0 0 0 0,-1 0 1 0 0,0 0-1 0 0,-1 1 0 0 0,-1-1 0 0 0,0 1 0 0 0,-1 1 1 0 0,0-1-1 0 0,-2 1 0 0 0,-15-21 0 0 0,18 28-8 0 0,1 1 0 0 0,-1 0 0 0 0,0 1 0 0 0,0 0 0 0 0,-1-1 0 0 0,1 2-1 0 0,-1-1 1 0 0,0 1 0 0 0,0 0 0 0 0,-15-5 0 0 0,17 8 2 0 0,1 0 1 0 0,-1 0-1 0 0,0 0 1 0 0,1 0-1 0 0,-1 1 1 0 0,0 0-1 0 0,0 0 1 0 0,0 0-1 0 0,0 0 1 0 0,1 1-1 0 0,-1 0 0 0 0,0 0 1 0 0,1 0-1 0 0,-1 1 1 0 0,0 0-1 0 0,1-1 1 0 0,0 1-1 0 0,-1 1 1 0 0,-7 5-1 0 0,8-5 3 0 0,-1 1 0 0 0,1-1-1 0 0,0 1 1 0 0,0 0 0 0 0,0 1-1 0 0,1-1 1 0 0,-1 1 0 0 0,1 0 0 0 0,0-1-1 0 0,1 1 1 0 0,-1 1 0 0 0,1-1-1 0 0,0 0 1 0 0,0 1 0 0 0,0-1-1 0 0,0 7 1 0 0,1-9 7 0 0,1 1 0 0 0,0-1 0 0 0,0 1 0 0 0,0-1 0 0 0,0 0 0 0 0,0 1-1 0 0,1-1 1 0 0,0 0 0 0 0,-1 1 0 0 0,1-1 0 0 0,1 0 0 0 0,-1 0 0 0 0,0 0 0 0 0,1 0 0 0 0,-1 0 0 0 0,1 0 0 0 0,0 0-1 0 0,0 0 1 0 0,0-1 0 0 0,0 1 0 0 0,1-1 0 0 0,-1 0 0 0 0,1 1 0 0 0,0-1 0 0 0,-1 0 0 0 0,1-1 0 0 0,0 1 0 0 0,4 2 0 0 0,6 1 4 0 0,0 0 1 0 0,0-1-1 0 0,0 0 1 0 0,1-1 0 0 0,0-1-1 0 0,-1 0 1 0 0,1 0-1 0 0,0-2 1 0 0,0 0 0 0 0,20-2-1 0 0,-2-2 4 0 0,0-1 0 0 0,0-2-1 0 0,42-15 1 0 0,-44 11 8 0 0,0-2 1 0 0,-1-1 0 0 0,-1-1-1 0 0,-1-1 1 0 0,0-2-1 0 0,-1 0 1 0 0,33-31-1 0 0,-29 20-8 0 0,-2-1-1 0 0,-1-1 0 0 0,-1-1 0 0 0,-1-1 1 0 0,25-48-1 0 0,-39 57-115 0 0,-22 40 56 0 0,-23 49 91 0 0,-34 92-1 0 0,53-118 90 0 0,-208 538 1344 0 0,66-167-1044 0 0,102-265-293 0 0,-63 153 9 0 0,83-221 29 0 0,-79 127-1 0 0,111-199-107 0 0,0 1 1 0 0,0-1-1 0 0,-1 0 1 0 0,1-1-1 0 0,-1 1 0 0 0,0-1 1 0 0,-1 0-1 0 0,1 0 1 0 0,-1 0-1 0 0,0 0 1 0 0,0-1-1 0 0,-10 6 1 0 0,14-9-59 0 0,0 0 0 0 0,-1 0 0 0 0,1 0 0 0 0,0 0 0 0 0,0 0 0 0 0,0 0 0 0 0,-1 0 0 0 0,1 0 0 0 0,0-1 0 0 0,0 1 0 0 0,0 0 0 0 0,0-1 0 0 0,0 1 0 0 0,0-1 0 0 0,-1 0 0 0 0,1 1 0 0 0,0-1 0 0 0,0 0 0 0 0,1 1 0 0 0,-1-1 0 0 0,0 0 0 0 0,0 0 0 0 0,0 0 0 0 0,0 0 0 0 0,1 0 0 0 0,-1 0 0 0 0,0 0 0 0 0,1 0 0 0 0,-1 0 0 0 0,1 0 0 0 0,-1-2 0 0 0,-2-3 15 0 0,1-1 0 0 0,0 1-1 0 0,-3-14 1 0 0,1-7-1 0 0,1 0 0 0 0,2 0 1 0 0,1 0-1 0 0,1 0 0 0 0,1 0 0 0 0,1 0 0 0 0,14-52 1 0 0,-5 38-32 0 0,1 1 1 0 0,2 1 0 0 0,2 1 0 0 0,31-53-1 0 0,-21 49 63 0 0,1 1 0 0 0,2 1 1 0 0,2 1-1 0 0,2 2 0 0 0,1 2 0 0 0,1 1 0 0 0,67-48 0 0 0,-67 58-414 0 0,1 2 0 0 0,1 1 0 0 0,61-24 0 0 0,-63 32-1038 0 0,2 1 0 0 0,-1 2 1 0 0,1 2-1 0 0,45-5 1 0 0,-35 8-4483 0 0,-25 2 891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2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6 255 568 0 0,'0'0'3689'0'0,"-5"-11"-89"0"0,5 3-3023 0 0,0-1 0 0 0,1 1 0 0 0,0-1 0 0 0,0 1 1 0 0,1-1-1 0 0,0 1 0 0 0,0 0 0 0 0,5-10 0 0 0,1-6 185 0 0,33-107 1468 0 0,-41 129-2214 0 0,2 2 4 0 0,-1 0-20 0 0,0-1 0 0 0,-1 1 0 0 0,1 0 1 0 0,0 0-1 0 0,-1 0 0 0 0,1 0 0 0 0,0 0 0 0 0,0 0 1 0 0,-1 0-1 0 0,1 0 0 0 0,0 0 0 0 0,-1 0 0 0 0,1 0 0 0 0,0 1 1 0 0,-1-1-1 0 0,1 0 0 0 0,0 0 0 0 0,-1 1 0 0 0,1-1 1 0 0,0 0-1 0 0,-1 1 0 0 0,1-1 0 0 0,-1 1 0 0 0,1-1 1 0 0,-1 0-1 0 0,1 1 0 0 0,-1 0 0 0 0,1-1 0 0 0,-1 1 0 0 0,1-1 1 0 0,-1 1-1 0 0,0-1 0 0 0,1 2 0 0 0,0-1 2 0 0,8 13 40 0 0,0 0 0 0 0,-1 0 0 0 0,0 1 0 0 0,-1 0 0 0 0,-1 0 0 0 0,7 28 0 0 0,-4-16 5 0 0,32 105 129 0 0,25 65 84 0 0,-51-169 93 0 0,-14-27-322 0 0,0 0 1 0 0,0 0-1 0 0,-1 0 0 0 0,1 0 0 0 0,0 0 0 0 0,0 0 0 0 0,1 0 0 0 0,-1 0 0 0 0,0-1 0 0 0,0 1 0 0 0,0-1 0 0 0,0 1 0 0 0,1 0 0 0 0,-1-1 0 0 0,0 0 0 0 0,1 1 0 0 0,-1-1 0 0 0,0 0 0 0 0,1 0 0 0 0,-1 0 0 0 0,0 0 0 0 0,1 0 0 0 0,0 0 0 0 0,4-1-4 0 0,-1-1-1 0 0,0 1 1 0 0,0-2-1 0 0,0 1 1 0 0,0 0-1 0 0,0-1 1 0 0,-1 0-1 0 0,1 0 1 0 0,-1 0-1 0 0,1-1 1 0 0,-1 1 0 0 0,0-1-1 0 0,-1 0 1 0 0,6-7-1 0 0,6-9 27 0 0,24-44 0 0 0,-16 25-13 0 0,2-1-17 0 0,-11 16-30 0 0,1 0 1 0 0,1 1-1 0 0,1 0 1 0 0,22-22-1 0 0,-33 40 1 0 0,0 0 1 0 0,0 0-1 0 0,0 0 0 0 0,0 1 1 0 0,1 0-1 0 0,-1 0 0 0 0,1 0 0 0 0,0 1 1 0 0,1 0-1 0 0,-1 1 0 0 0,0-1 1 0 0,1 1-1 0 0,-1 1 0 0 0,1-1 1 0 0,0 2-1 0 0,-1-1 0 0 0,1 1 1 0 0,0 0-1 0 0,14 2 0 0 0,26 8-6 0 0,1 2 1 0 0,60 23-1 0 0,-66-19 54 0 0,0-2 0 0 0,83 15 0 0 0,-123-29-52 0 0,-1 1 0 0 0,1-1-1 0 0,-1 0 1 0 0,1 0 0 0 0,-1 0 0 0 0,1 0-1 0 0,-1 0 1 0 0,1 0 0 0 0,-1-1 0 0 0,1 1-1 0 0,-1-1 1 0 0,1 1 0 0 0,-1-1 0 0 0,1 0-1 0 0,-1 0 1 0 0,0 0 0 0 0,0-1 0 0 0,1 1-1 0 0,-1-1 1 0 0,0 1 0 0 0,0-1 0 0 0,0 1-1 0 0,-1-1 1 0 0,1 0 0 0 0,0 0 0 0 0,-1 0-1 0 0,1 0 1 0 0,-1 0 0 0 0,0 0 0 0 0,2-5-1 0 0,-1 3-31 0 0,-1-1 0 0 0,0 0 0 0 0,0 1-1 0 0,0-1 1 0 0,-1 0 0 0 0,0 0 0 0 0,0 0-1 0 0,0 0 1 0 0,-1 1 0 0 0,1-1 0 0 0,-1 0-1 0 0,0 0 1 0 0,0 1 0 0 0,-4-10 0 0 0,3 9 22 0 0,0-1-1 0 0,0 1 1 0 0,-1 0 0 0 0,1 0 0 0 0,-1 0 0 0 0,0 0 0 0 0,-1 0 0 0 0,1 1 0 0 0,-1-1 0 0 0,0 1 0 0 0,0 0 0 0 0,0 0 0 0 0,0 0 0 0 0,-1 1-1 0 0,0 0 1 0 0,0 0 0 0 0,-7-4 0 0 0,10 7 14 0 0,-1-1-1 0 0,0 1 1 0 0,0 0-1 0 0,0 0 1 0 0,0 0-1 0 0,0 0 1 0 0,0 0 0 0 0,0 1-1 0 0,0-1 1 0 0,1 1-1 0 0,-1 0 1 0 0,0 0-1 0 0,0 0 1 0 0,1 0-1 0 0,-1 0 1 0 0,-3 3-1 0 0,-3 1-2 0 0,0 0-1 0 0,1 1 1 0 0,-10 9-1 0 0,9-6 6 0 0,0 0 1 0 0,0 1-1 0 0,0 0 0 0 0,2 1 0 0 0,-1 0 1 0 0,1 0-1 0 0,1 1 0 0 0,0-1 0 0 0,0 1 1 0 0,2 1-1 0 0,-8 24 0 0 0,11-31 6 0 0,0 0 1 0 0,0 0-1 0 0,0 0 0 0 0,1 0 0 0 0,0 0 0 0 0,0 0 0 0 0,0 1 1 0 0,1-1-1 0 0,0 0 0 0 0,0 0 0 0 0,0 0 0 0 0,1 0 1 0 0,0 0-1 0 0,0-1 0 0 0,1 1 0 0 0,-1 0 0 0 0,1-1 0 0 0,1 0 1 0 0,-1 0-1 0 0,1 0 0 0 0,0 0 0 0 0,0 0 0 0 0,0-1 0 0 0,0 1 1 0 0,1-1-1 0 0,0 0 0 0 0,5 3 0 0 0,2 0-486 0 0,-1-1-1 0 0,1 0 0 0 0,0-1 1 0 0,0 0-1 0 0,0-1 0 0 0,1-1 1 0 0,25 5-1 0 0,-24-6-898 0 0,-1-1 0 0 0,1-1-1 0 0,0 0 1 0 0,18-3 0 0 0,0-3-2448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243 132 2812 0 0,'1'-7'987'0'0,"-1"-1"0"0"0,0 1 0 0 0,0-1 0 0 0,-1 1-1 0 0,0-1 1 0 0,0 1 0 0 0,-1 0 0 0 0,-5-14 0 0 0,6 18-758 0 0,-1-1 1 0 0,1 1 0 0 0,-1 0 0 0 0,0-1-1 0 0,0 1 1 0 0,-1 0 0 0 0,1 1-1 0 0,0-1 1 0 0,-1 0 0 0 0,0 1 0 0 0,0-1-1 0 0,0 1 1 0 0,0 0 0 0 0,0 0 0 0 0,0 0-1 0 0,0 0 1 0 0,-1 1 0 0 0,1-1-1 0 0,-5 0 1 0 0,6 1-139 0 0,-1 1 0 0 0,0 0 0 0 0,1 0 0 0 0,-1 0 0 0 0,0 0 0 0 0,0 1 0 0 0,1-1 0 0 0,-1 1 1 0 0,0 0-1 0 0,1-1 0 0 0,-1 1 0 0 0,1 0 0 0 0,-1 1 0 0 0,1-1 0 0 0,0 0 0 0 0,-4 3 0 0 0,0 0 109 0 0,0 1 0 0 0,0-1-1 0 0,0 1 1 0 0,-7 9 0 0 0,2 0-56 0 0,0 0 0 0 0,2 1 1 0 0,0 0-1 0 0,0 1 0 0 0,1 0 0 0 0,1 0 1 0 0,1 0-1 0 0,0 1 0 0 0,1 0 0 0 0,-3 24 0 0 0,7-32-120 0 0,0 0 0 0 0,0 1 0 0 0,1-1 0 0 0,1 0 0 0 0,0 1 0 0 0,0-1 0 0 0,0 0 0 0 0,1 0 0 0 0,5 12 0 0 0,-5-14-14 0 0,1-1-1 0 0,1 0 1 0 0,-1 1 0 0 0,1-1-1 0 0,0-1 1 0 0,0 1 0 0 0,1-1-1 0 0,0 1 1 0 0,0-1 0 0 0,0 0-1 0 0,0-1 1 0 0,1 0 0 0 0,9 6 0 0 0,-1-2-354 0 0,0-1 0 0 0,1-1 0 0 0,0-1 1 0 0,0 0-1 0 0,0 0 0 0 0,0-2 0 0 0,1 0 1 0 0,0-1-1 0 0,-1 0 0 0 0,1-1 0 0 0,0-1 1 0 0,0 0-1 0 0,0-2 0 0 0,0 0 0 0 0,-1 0 1 0 0,19-6-1 0 0,-15 3-258 0 0,0-1 1 0 0,-1-1-1 0 0,1-1 1 0 0,-2 0-1 0 0,1-1 1 0 0,-1-1-1 0 0,0-1 0 0 0,-1 0 1 0 0,-1-1-1 0 0,0-1 1 0 0,0 0-1 0 0,21-27 1 0 0,23-46-2469 0 0,-33 38 1411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3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88 443 4156 0 0,'82'-388'10193'0'0,"-73"335"-8662"0"0,-9 51-931 0 0,-1 5-153 0 0,-9 24 424 0 0,1 1 1 0 0,2 1-1 0 0,-4 34 0 0 0,-1-3-142 0 0,-28 117 633 0 0,-37 192-538 0 0,75-356-978 0 0,-7 64-1159 0 0,9-70 769 0 0,-1 1 0 0 0,2-1 0 0 0,-1 0 1 0 0,1 1-1 0 0,0-1 0 0 0,1 0 1 0 0,-1 0-1 0 0,4 8 0 0 0,8 3-2870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83 154 3116 0 0,'21'-91'14654'0'0,"-22"92"-14545"0"0,-1 1 0 0 0,1-1 0 0 0,0 1-1 0 0,0 0 1 0 0,0-1 0 0 0,1 1 0 0 0,-1 0-1 0 0,0 0 1 0 0,0 0 0 0 0,1 0 0 0 0,0-1 0 0 0,-1 1-1 0 0,1 0 1 0 0,0 3 0 0 0,-1-1 100 0 0,-6 26 314 0 0,2 1-1 0 0,1-1 0 0 0,0 32 1 0 0,4-50-458 0 0,1 0 0 0 0,0 0 0 0 0,0 0 0 0 0,1 0 0 0 0,0 0 0 0 0,1 0 0 0 0,1-1 0 0 0,0 1 0 0 0,0-1 0 0 0,12 19 0 0 0,-12-24-51 0 0,0-1 0 0 0,0 1 0 0 0,1-1-1 0 0,0 0 1 0 0,0-1 0 0 0,0 1 0 0 0,1-1 0 0 0,0 0 0 0 0,-1 0-1 0 0,1-1 1 0 0,1 0 0 0 0,-1 0 0 0 0,0 0 0 0 0,1-1 0 0 0,-1 0-1 0 0,1 0 1 0 0,0 0 0 0 0,0-1 0 0 0,0 0 0 0 0,0-1 0 0 0,0 1-1 0 0,-1-1 1 0 0,1-1 0 0 0,0 1 0 0 0,0-1 0 0 0,0-1 0 0 0,0 1-1 0 0,0-1 1 0 0,-1 0 0 0 0,1 0 0 0 0,-1-1 0 0 0,0 0 0 0 0,1 0-1 0 0,-1-1 1 0 0,-1 1 0 0 0,1-1 0 0 0,0-1 0 0 0,-1 1 0 0 0,5-6-1 0 0,-3 1-11 0 0,-1 1-1 0 0,0-2 1 0 0,-1 1-1 0 0,0 0 0 0 0,-1-1 1 0 0,0 0-1 0 0,0 0 0 0 0,-1 0 1 0 0,0-1-1 0 0,-1 1 1 0 0,0-1-1 0 0,-1 0 0 0 0,0 1 1 0 0,0-1-1 0 0,-1 0 0 0 0,-1 1 1 0 0,0-1-1 0 0,-3-15 1 0 0,1 13-3 0 0,0 0 0 0 0,0 0 0 0 0,-2 0 0 0 0,1 1 1 0 0,-2-1-1 0 0,0 1 0 0 0,0 0 0 0 0,-1 1 1 0 0,0-1-1 0 0,-1 1 0 0 0,0 1 0 0 0,-1 0 1 0 0,0 0-1 0 0,-14-11 0 0 0,18 18 12 0 0,-1-1 0 0 0,0 1-1 0 0,0 1 1 0 0,0-1 0 0 0,0 1 0 0 0,0 0 0 0 0,0 0-1 0 0,-1 1 1 0 0,1 0 0 0 0,-1 0 0 0 0,1 1 0 0 0,-1-1-1 0 0,1 1 1 0 0,-1 1 0 0 0,1-1 0 0 0,0 1 0 0 0,-1 0-1 0 0,1 1 1 0 0,0-1 0 0 0,-8 4 0 0 0,3-1-108 0 0,0 0 0 0 0,0 1 0 0 0,0 0 0 0 0,1 1 0 0 0,-1 0 0 0 0,2 1 0 0 0,-1 0 0 0 0,1 0 1 0 0,0 1-1 0 0,-10 11 0 0 0,14-14-206 0 0,1 1 1 0 0,0 0-1 0 0,0 0 1 0 0,0 1-1 0 0,1-1 1 0 0,0 1-1 0 0,0-1 1 0 0,1 1 0 0 0,-3 11-1 0 0,4-13-224 0 0,1 0-1 0 0,-1 0 1 0 0,1 0-1 0 0,0 0 1 0 0,0 0-1 0 0,2 6 1 0 0,-1-7-261 0 0,0 0 0 0 0,0 0 1 0 0,0 0-1 0 0,1 0 1 0 0,-1 0-1 0 0,1-1 1 0 0,0 1-1 0 0,3 3 0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4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1628 0 0,'14'-18'4221'0'0,"-11"14"-2974"0"0,0-1 0 0 0,0 1 0 0 0,1 0 0 0 0,-1 0 0 0 0,8-6 0 0 0,-9 10-1130 0 0,-1-1 1 0 0,0 1-1 0 0,0-1 0 0 0,0 1 0 0 0,0 0 0 0 0,0 0 0 0 0,0-1 1 0 0,0 1-1 0 0,0 0 0 0 0,1 0 0 0 0,-1 0 0 0 0,0 0 0 0 0,0 0 1 0 0,0 0-1 0 0,0 1 0 0 0,0-1 0 0 0,1 0 0 0 0,-1 1 0 0 0,0-1 1 0 0,1 1-1 0 0,20 12 1091 0 0,-15-7-1064 0 0,-1 1 0 0 0,0-1 0 0 0,0 1 0 0 0,0 0 0 0 0,-1 0 1 0 0,0 0-1 0 0,-1 1 0 0 0,1 0 0 0 0,-2 0 0 0 0,1 0 0 0 0,-1 0 0 0 0,0 1 1 0 0,0-1-1 0 0,-1 1 0 0 0,-1 0 0 0 0,1 0 0 0 0,-1-1 0 0 0,-1 1 1 0 0,0 0-1 0 0,0 0 0 0 0,0 0 0 0 0,-4 13 0 0 0,-2 11 419 0 0,-3-1 0 0 0,0 1 1 0 0,-2-2-1 0 0,-24 48 0 0 0,27-63 936 0 0,9-23-554 0 0,13-27-560 0 0,11-7-305 0 0,1 2 1 0 0,53-59 0 0 0,-57 75-87 0 0,1 0 0 0 0,1 2 1 0 0,1 1-1 0 0,50-31 0 0 0,-37 29-545 0 0,1 3 1 0 0,50-18-1 0 0,26 2-7670 0 0,-101 33 4982 0 0,-1 1-2122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4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62 1220 0 0,'-101'-20'4474'0'0,"-140"-22"8850"0"0,359 48-12409 0 0,-47-5-788 0 0,12 3-74 0 0,383 20-249 0 0,-155-4-3304 0 0,-161-10 76 0 0,-51-8-2744 0 0,-67-2 1747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45 1964 0 0,'0'-3'2782'0'0,"-3"-18"1097"0"0,-1 9-1704 0 0,4 11-2132 0 0,0 1-1 0 0,0 0 0 0 0,0-1 1 0 0,0 1-1 0 0,-1 0 0 0 0,1-1 1 0 0,0 1-1 0 0,0 0 0 0 0,0-1 1 0 0,0 1-1 0 0,0 0 0 0 0,0 0 1 0 0,0-1-1 0 0,-1 1 0 0 0,1 0 1 0 0,0 0-1 0 0,0-1 0 0 0,0 1 1 0 0,-1 0-1 0 0,1 0 0 0 0,0-1 1 0 0,0 1-1 0 0,-1 0 0 0 0,1 0 1 0 0,0 0-1 0 0,0 0 1 0 0,-1-1-1 0 0,1 1 0 0 0,0 0 1 0 0,-1 0-1 0 0,1 0 0 0 0,0 0 1 0 0,0 0-1 0 0,-1 0 0 0 0,0 14 549 0 0,10 39-505 0 0,-6-35 138 0 0,8 54 144 0 0,-3 0 1 0 0,-1 121 0 0 0,-11-146-333 0 0,-1 26 1252 0 0,-4-115-769 0 0,12 4-489 0 0,1-1 0 0 0,1 1-1 0 0,3 0 1 0 0,1 1 0 0 0,1 0-1 0 0,17-37 1 0 0,-26 69-34 0 0,1 0 0 0 0,0 0 0 0 0,1 0 0 0 0,-1 1 0 0 0,1-1-1 0 0,0 1 1 0 0,0-1 0 0 0,0 1 0 0 0,1 0 0 0 0,-1 0 0 0 0,1 0 0 0 0,0 1 0 0 0,0 0 0 0 0,1-1-1 0 0,-1 1 1 0 0,8-3 0 0 0,-10 5 2 0 0,0 1-1 0 0,0-1 1 0 0,0 1 0 0 0,-1 0-1 0 0,1 0 1 0 0,0 0-1 0 0,0 0 1 0 0,0 0 0 0 0,0 1-1 0 0,0-1 1 0 0,0 1-1 0 0,-1-1 1 0 0,1 1 0 0 0,0-1-1 0 0,0 1 1 0 0,-1 0 0 0 0,1 0-1 0 0,0 0 1 0 0,-1 0-1 0 0,1 0 1 0 0,2 3 0 0 0,25 26-19 0 0,-16-11 26 0 0,-1 0-1 0 0,0 0 0 0 0,-2 1 1 0 0,0 0-1 0 0,-2 1 0 0 0,0 0 1 0 0,-1 1-1 0 0,-1-1 0 0 0,-2 1 1 0 0,4 25-1 0 0,-4-15-525 0 0,2 14-5659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0 129 432 0 0,'1'-2'2823'0'0,"-1"-5"-1500"0"0,1 1 1 0 0,1-1-1 0 0,-1 1 0 0 0,1-1 0 0 0,0 1 1 0 0,5-9-1 0 0,-5 11-1083 0 0,1-1-1 0 0,0 1 1 0 0,0 0 0 0 0,0 0 0 0 0,1 0-1 0 0,0 1 1 0 0,-1-1 0 0 0,1 1 0 0 0,0 0-1 0 0,1 0 1 0 0,-1 0 0 0 0,0 1 0 0 0,1-1-1 0 0,8-2 1 0 0,-1 1-102 0 0,-1 0-1 0 0,1 1 1 0 0,1 0 0 0 0,-1 1-1 0 0,0 0 1 0 0,1 1 0 0 0,12 1-1 0 0,32 3-1212 0 0,0 3-4102 0 0,-34-3 1270 0 0,-8-1-745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49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531 101 1524 0 0,'3'-4'683'0'0,"0"-1"-1"0"0,0-1 1 0 0,-1 1 0 0 0,0 0-1 0 0,0 0 1 0 0,0-1 0 0 0,-1 1-1 0 0,0-1 1 0 0,0 0-1 0 0,0 1 1 0 0,-1-1 0 0 0,0-6-1 0 0,0 11-372 0 0,0 0-281 0 0,0 1 1 0 0,1-1 0 0 0,-1 0 0 0 0,0 1 0 0 0,0-1 0 0 0,0 0-1 0 0,0 1 1 0 0,0-1 0 0 0,0 0 0 0 0,0 0 0 0 0,0 1 0 0 0,0-1-1 0 0,0 0 1 0 0,0 1 0 0 0,-1-1 0 0 0,1 0 0 0 0,0 1 0 0 0,0-1-1 0 0,-1 0 1 0 0,1 1 0 0 0,0-1 0 0 0,-1 1 0 0 0,1-1 0 0 0,-1 1-1 0 0,1-1 1 0 0,-1 1 0 0 0,0-2 0 0 0,0 2 1 0 0,-1-1 1 0 0,1 0-1 0 0,-1 1 1 0 0,1-1-1 0 0,-1 1 0 0 0,1-1 1 0 0,-1 1-1 0 0,0 0 1 0 0,1 0-1 0 0,-1-1 1 0 0,-2 1-1 0 0,-3 1-3 0 0,1-1 0 0 0,-1 1 0 0 0,1 1-1 0 0,-1-1 1 0 0,-7 3 0 0 0,-26 14 4 0 0,1 2 0 0 0,1 1 0 0 0,1 2 1 0 0,1 1-1 0 0,-56 50 0 0 0,87-71-26 0 0,1 1 1 0 0,0 0-1 0 0,0 1 1 0 0,0-1 0 0 0,1 1-1 0 0,-1 0 1 0 0,1 0-1 0 0,0 0 1 0 0,1 0-1 0 0,-1 0 1 0 0,1 0-1 0 0,-3 11 1 0 0,4-13 10 0 0,1 0 0 0 0,0 0 0 0 0,0 0 0 0 0,0 0 0 0 0,0 0 0 0 0,0-1 0 0 0,1 1 0 0 0,-1 0 1 0 0,1 0-1 0 0,-1 0 0 0 0,1 0 0 0 0,0-1 0 0 0,1 1 0 0 0,-1 0 0 0 0,0-1 0 0 0,1 1 0 0 0,-1-1 0 0 0,1 1 0 0 0,0-1 0 0 0,0 0 0 0 0,0 0 0 0 0,0 1 1 0 0,0-1-1 0 0,0-1 0 0 0,0 1 0 0 0,5 3 0 0 0,58 34 456 0 0,-34-22-269 0 0,41 31-1 0 0,-64-42-175 0 0,-1 1-1 0 0,1 0 1 0 0,-1 0-1 0 0,0 1 0 0 0,-1-1 1 0 0,0 2-1 0 0,0-1 1 0 0,-1 1-1 0 0,8 14 1 0 0,-12-20-15 0 0,0-1 1 0 0,0 0 0 0 0,-1 1-1 0 0,1-1 1 0 0,0 1 0 0 0,-1-1-1 0 0,0 1 1 0 0,1-1-1 0 0,-1 1 1 0 0,0 0 0 0 0,0-1-1 0 0,-1 1 1 0 0,1-1 0 0 0,0 1-1 0 0,-1-1 1 0 0,0 1 0 0 0,1-1-1 0 0,-1 1 1 0 0,-2 3 0 0 0,1-3 30 0 0,-1 0 1 0 0,1 0-1 0 0,-1 0 0 0 0,1 0 1 0 0,-1 0-1 0 0,0-1 1 0 0,0 0-1 0 0,0 1 0 0 0,0-1 1 0 0,0 0-1 0 0,-1 0 1 0 0,-3 1-1 0 0,-2 1 67 0 0,0-1 0 0 0,-1 0 0 0 0,1-1 0 0 0,0 0 0 0 0,-1 0 0 0 0,0-1 0 0 0,1 0 0 0 0,-1-1 0 0 0,-16-1 0 0 0,-5-5 103 0 0,1-1-1 0 0,1-1 1 0 0,-1-2-1 0 0,2-1 0 0 0,-1-1 1 0 0,-36-22-1 0 0,55 25-148 0 0,11-9-42 0 0,-1 16-19 0 0,8-1-186 0 0,-12 8 181 0 0,4-3-7 0 0,-15 6 112 0 0,5-3-3891 0 0,10-5 3727 0 0,0 0 1 0 0,0 0-1 0 0,0 1 1 0 0,0-1-1 0 0,0 0 1 0 0,0 0-1 0 0,0 0 1 0 0,0 1-1 0 0,0-1 1 0 0,0 0-1 0 0,0 0 1 0 0,0 0-1 0 0,0 0 1 0 0,0 1-1 0 0,1-1 1 0 0,-1 0-1 0 0,0 0 1 0 0,0 0-1 0 0,0 0 1 0 0,0 1-1 0 0,0-1 1 0 0,0 0-1 0 0,0 0 1 0 0,1 1-357 0 0,-1-1 356 0 0,1 0 1 0 0,-1 0-1 0 0,0 0 1 0 0,0 0-1 0 0,0 0 1 0 0,0 0-1 0 0,1 0 1 0 0,-1 0-1 0 0,0 0 1 0 0,0 0-1 0 0,0 0 1 0 0,0 0-1 0 0,1 0 1 0 0,-1 0-1 0 0,0 0 1 0 0,0 0-1 0 0,1 0 1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72 448 0 0,'-8'-17'6094'0'0,"8"15"-5932"0"0,0-1-1 0 0,0 1 1 0 0,1 0 0 0 0,-1 0-1 0 0,1 0 1 0 0,-1 0 0 0 0,1 0-1 0 0,0 0 1 0 0,0 0-1 0 0,0 0 1 0 0,0 0 0 0 0,0 1-1 0 0,0-1 1 0 0,1 0 0 0 0,-1 1-1 0 0,0-1 1 0 0,1 0 0 0 0,0 1-1 0 0,-1 0 1 0 0,1-1 0 0 0,0 1-1 0 0,-1 0 1 0 0,1 0 0 0 0,0 0-1 0 0,0 0 1 0 0,3-1 0 0 0,0 1-36 0 0,0-1 1 0 0,0 1-1 0 0,0-1 0 0 0,0 1 1 0 0,0 1-1 0 0,0-1 1 0 0,1 1-1 0 0,-1 0 1 0 0,0 0-1 0 0,6 1 1 0 0,-5 1-110 0 0,0-1 0 0 0,0 1 0 0 0,-1 0 0 0 0,1 0 0 0 0,-1 0 0 0 0,1 1 0 0 0,-1 0 1 0 0,0 0-1 0 0,0 1 0 0 0,0-1 0 0 0,0 1 0 0 0,-1 0 0 0 0,0 0 0 0 0,0 1 0 0 0,0-1 0 0 0,0 1 0 0 0,0 0 0 0 0,-1 0 1 0 0,0 0-1 0 0,0 0 0 0 0,-1 1 0 0 0,4 8 0 0 0,-2-3-5 0 0,-1 0-1 0 0,0 1 1 0 0,0-1 0 0 0,-1 0-1 0 0,-1 1 1 0 0,0 0 0 0 0,-1-1-1 0 0,0 1 1 0 0,0-1 0 0 0,-4 21-1 0 0,-1-10 22 0 0,-1 0 1 0 0,-1-1-1 0 0,-1 0 0 0 0,-1 0 0 0 0,-1 0 0 0 0,0-1 0 0 0,-19 26 1 0 0,-36 45 1372 0 0,64-89-918 0 0,2-4-471 0 0,0-1 1 0 0,0 1 0 0 0,0 0-1 0 0,1 0 1 0 0,-1 0 0 0 0,1 1-1 0 0,-1-1 1 0 0,1 0 0 0 0,2-1-1 0 0,-2 1-21 0 0,44-42 29 0 0,2 2 0 0 0,2 2 0 0 0,61-36 0 0 0,-73 50-13 0 0,230-148 82 0 0,-232 147-78 0 0,-34 25-16 0 0,-4-1-7 0 0,2 3 7 0 0,0-1 0 0 0,0 1-1 0 0,0 0 1 0 0,0 0 0 0 0,1-1-1 0 0,-1 1 1 0 0,-1 0-1 0 0,1 0 1 0 0,0 0 0 0 0,0-1-1 0 0,0 1 1 0 0,0 0 0 0 0,0 0-1 0 0,0-1 1 0 0,0 1-1 0 0,0 0 1 0 0,0 0 0 0 0,0 0-1 0 0,0-1 1 0 0,0 1-1 0 0,-1 0 1 0 0,1 0 0 0 0,0 0-1 0 0,0 0 1 0 0,0-1 0 0 0,0 1-1 0 0,-1 0 1 0 0,1 0-1 0 0,0 0 1 0 0,0 0 0 0 0,0 0-1 0 0,-1 0 1 0 0,1-1 0 0 0,0 1-1 0 0,0 0 1 0 0,0 0-1 0 0,-1 0 1 0 0,1 0 0 0 0,0 0-1 0 0,0 0 1 0 0,0 0 0 0 0,-1 0-1 0 0,1 0 1 0 0,-1 0-1 0 0,-9 2-4 0 0,0 0 0 0 0,-1 0 0 0 0,1 1 0 0 0,0 1 0 0 0,1 0-1 0 0,-1 0 1 0 0,0 1 0 0 0,1 0 0 0 0,-17 12 0 0 0,-8 10-12 0 0,-34 32-1 0 0,57-49 15 0 0,-5 5-1 0 0,1 0 0 0 0,1 2 0 0 0,-25 34 0 0 0,35-45 11 0 0,0 1-1 0 0,0 0 1 0 0,0 1-1 0 0,1-1 1 0 0,0 1-1 0 0,0-1 1 0 0,1 1-1 0 0,0 0 0 0 0,0 0 1 0 0,1 0-1 0 0,0 0 1 0 0,0 0-1 0 0,1 14 1 0 0,1-18-5 0 0,1 1 0 0 0,-1-1 1 0 0,1 0-1 0 0,0 0 0 0 0,0 0 1 0 0,0 0-1 0 0,0 0 0 0 0,1 0 1 0 0,-1 0-1 0 0,1-1 0 0 0,0 1 0 0 0,0-1 1 0 0,1 0-1 0 0,-1 0 0 0 0,1 0 1 0 0,-1 0-1 0 0,1-1 0 0 0,0 1 1 0 0,0-1-1 0 0,0 0 0 0 0,6 2 1 0 0,7 3 1 0 0,1 0 1 0 0,0-2 0 0 0,32 7 0 0 0,108 4 23 0 0,-78-10 60 0 0,-47-4-29 0 0,-30-2-50 0 0,0 0-4 0 0,25-2 24 0 0,-25 2-24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2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39 576 216 0 0,'-3'0'2041'0'0,"-3"2"-1476"0"0,-24 2 8810 0 0,44-7-8361 0 0,9-3-705 0 0,-1-1 0 0 0,1-1 1 0 0,25-14-1 0 0,67-40-179 0 0,-75 40-51 0 0,40-27-27 0 0,-2-3 0 0 0,-3-3 0 0 0,-2-3 0 0 0,-3-4 0 0 0,77-86 0 0 0,-130 124-128 0 0,-17 24 75 0 0,0 0-1 0 0,0 0 1 0 0,0 0 0 0 0,0 0-1 0 0,0 0 1 0 0,0 0-1 0 0,0-1 1 0 0,0 1 0 0 0,0 0-1 0 0,0 0 1 0 0,0 0 0 0 0,0 0-1 0 0,0 0 1 0 0,0 0-1 0 0,0 0 1 0 0,0-1 0 0 0,0 1-1 0 0,0 0 1 0 0,0 0-1 0 0,0 0 1 0 0,0 0 0 0 0,0 0-1 0 0,0 0 1 0 0,0 0-1 0 0,0 0 1 0 0,0-1 0 0 0,0 1-1 0 0,0 0 1 0 0,0 0-1 0 0,0 0 1 0 0,0 0 0 0 0,0 0-1 0 0,-1 0 1 0 0,1 0 0 0 0,0 0-1 0 0,0 0 1 0 0,0 0-1 0 0,0-1 1 0 0,0 1 0 0 0,0 0-1 0 0,0 0 1 0 0,0 0-1 0 0,0 0 1 0 0,0 0 0 0 0,-1 0-1 0 0,1 0 1 0 0,0 0-1 0 0,0 0 1 0 0,0 0 0 0 0,0 0-1 0 0,0 0 1 0 0,0 0-1 0 0,0 0 1 0 0,-1 0 0 0 0,1 0-1 0 0,0 0 1 0 0,0 0 0 0 0,-15 8-44 0 0,-11 10 2 0 0,1 0-1 0 0,-34 35 1 0 0,50-45 34 0 0,1 1 1 0 0,-1 1 0 0 0,2-1 0 0 0,0 1-1 0 0,0 1 1 0 0,1-1 0 0 0,0 1 0 0 0,1 0 0 0 0,-6 17-1 0 0,9-22 13 0 0,1 0 0 0 0,0 1-1 0 0,1-1 1 0 0,-1 1 0 0 0,1-1 0 0 0,1 1-1 0 0,-1-1 1 0 0,1 1 0 0 0,0-1-1 0 0,1 1 1 0 0,-1-1 0 0 0,1 0 0 0 0,0 0-1 0 0,1 0 1 0 0,-1 0 0 0 0,1 0-1 0 0,1 0 1 0 0,-1-1 0 0 0,6 8 0 0 0,8 8 12 0 0,2-1 1 0 0,0-1 0 0 0,30 24 0 0 0,-11-10-1 0 0,-13-11-15 0 0,22 24 33 0 0,-47-46-33 0 0,1 1 0 0 0,-1-1 0 0 0,0 1 0 0 0,0-1 0 0 0,0 1-1 0 0,1-1 1 0 0,-1 1 0 0 0,0-1 0 0 0,0 1 0 0 0,0-1 0 0 0,0 1 0 0 0,0-1 0 0 0,0 1 0 0 0,0-1 0 0 0,0 1 0 0 0,-1-1-1 0 0,1 1 1 0 0,0-1 0 0 0,0 1 0 0 0,0-1 0 0 0,0 1 0 0 0,-1-1 0 0 0,1 1 0 0 0,0-1 0 0 0,0 1 0 0 0,-1-1 0 0 0,1 1-1 0 0,0-1 1 0 0,-1 0 0 0 0,1 1 0 0 0,-1-1 0 0 0,1 0 0 0 0,-1 1 0 0 0,-15 10 31 0 0,5-7-24 0 0,0-1 0 0 0,-1 0 0 0 0,0-1 0 0 0,0 0 0 0 0,1-1 1 0 0,-1 0-1 0 0,0-1 0 0 0,-24-2 0 0 0,-94-22 48 0 0,129 24-56 0 0,-53-13-560 0 0,0-2-1 0 0,-61-26 1 0 0,109 34-1511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252 192 80 0 0,'5'-7'941'0'0,"0"0"0"0"0,-1 0 0 0 0,0 0 0 0 0,0 0 0 0 0,-1-1 1 0 0,0 0-1 0 0,0 1 0 0 0,-1-1 0 0 0,3-14 0 0 0,-4 18-728 0 0,-1-1 0 0 0,0 1 0 0 0,0-1 1 0 0,0 1-1 0 0,0-1 0 0 0,-1 1 0 0 0,0-1 0 0 0,0 1 1 0 0,0 0-1 0 0,0-1 0 0 0,-1 1 0 0 0,0 0 0 0 0,1 0 0 0 0,-1 0 1 0 0,-1 0-1 0 0,1 0 0 0 0,-1 1 0 0 0,1-1 0 0 0,-6-5 1 0 0,6 8-168 0 0,1-1 1 0 0,-1 1-1 0 0,0 0 1 0 0,0-1 0 0 0,0 1-1 0 0,1 0 1 0 0,-1 0 0 0 0,0 0-1 0 0,0 0 1 0 0,0 1-1 0 0,0-1 1 0 0,-1 0 0 0 0,1 1-1 0 0,0 0 1 0 0,0-1-1 0 0,0 1 1 0 0,0 0 0 0 0,-3 0-1 0 0,1 1-14 0 0,-1-1 0 0 0,1 1 0 0 0,0 0 0 0 0,-1 1 0 0 0,1-1 0 0 0,0 1 0 0 0,0 0 0 0 0,-5 3 0 0 0,-5 3-7 0 0,1 2 0 0 0,1-1 0 0 0,-22 23 0 0 0,22-20-14 0 0,1 0 0 0 0,0 1 0 0 0,1 1 0 0 0,1 0 0 0 0,0 0 0 0 0,1 1 0 0 0,0 0 1 0 0,1 0-1 0 0,-6 23 0 0 0,11-32-5 0 0,0 1 0 0 0,1 0 0 0 0,0-1 0 0 0,1 1 1 0 0,-1 0-1 0 0,1 0 0 0 0,1 0 0 0 0,-1-1 0 0 0,1 1 1 0 0,0 0-1 0 0,3 7 0 0 0,-2-9 1 0 0,0 1-1 0 0,0-1 0 0 0,1 0 1 0 0,0 0-1 0 0,0-1 1 0 0,0 1-1 0 0,1 0 1 0 0,0-1-1 0 0,-1 0 1 0 0,2 0-1 0 0,-1 0 1 0 0,0-1-1 0 0,1 1 1 0 0,-1-1-1 0 0,7 3 1 0 0,-3-2 6 0 0,-1 0 1 0 0,2 0 0 0 0,-1-1-1 0 0,0 0 1 0 0,1 0-1 0 0,-1-1 1 0 0,1 0-1 0 0,0-1 1 0 0,-1 0 0 0 0,18 0-1 0 0,-20-1-8 0 0,-1-1 1 0 0,0 1-1 0 0,0-1 0 0 0,0 0 0 0 0,0-1 0 0 0,0 1 1 0 0,0-1-1 0 0,0 0 0 0 0,0 0 0 0 0,-1-1 0 0 0,1 1 1 0 0,-1-1-1 0 0,1 0 0 0 0,-1 0 0 0 0,0-1 0 0 0,0 1 1 0 0,-1-1-1 0 0,1 0 0 0 0,4-6 0 0 0,0-3-10 0 0,-1 1-1 0 0,0-1 0 0 0,-1 0 1 0 0,-1-1-1 0 0,0 1 1 0 0,3-18-1 0 0,12-86-19 0 0,-15 81-25 0 0,-5 32-17 0 0,0 6 29 0 0,-2 13 20 0 0,-3 25 12 0 0,2-2 25 0 0,-1 61 62 0 0,4-84-63 0 0,1-1-1 0 0,0 0 1 0 0,2 0-1 0 0,6 26 1 0 0,-7-35-65 0 0,0-1-1 0 0,1 0 1 0 0,-1 0 0 0 0,1 0 0 0 0,-1 0-1 0 0,1 0 1 0 0,0 0 0 0 0,1-1 0 0 0,-1 1 0 0 0,1-1-1 0 0,-1 0 1 0 0,1 0 0 0 0,0-1 0 0 0,0 1-1 0 0,0-1 1 0 0,9 4 0 0 0,-7-3-609 0 0,1-1 0 0 0,-1 0 1 0 0,0 0-1 0 0,1-1 0 0 0,-1 1 0 0 0,1-1 1 0 0,0-1-1 0 0,-1 1 0 0 0,1-1 0 0 0,0-1 0 0 0,12-1 1 0 0,2-4-3784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3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144 279 1484 0 0,'34'-264'13490'0'0,"-34"249"-12509"0"0,-8 26-751 0 0,-8 27-190 0 0,-126 529 199 0 0,137-542-281 0 0,2 1 0 0 0,0 0 1 0 0,2 37-1 0 0,2-52-451 0 0,0 0 0 0 0,1-1-1 0 0,0 1 1 0 0,5 15 0 0 0,-4-19-301 0 0,0-1 0 0 0,0 0 0 0 0,0 0 0 0 0,0 0 0 0 0,1 0 0 0 0,0-1 0 0 0,0 1 0 0 0,6 4 0 0 0,3 3-3487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3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6 167 940 0 0,'10'-28'3209'0'0,"48"-111"9068"0"0,-54 153-11889 0 0,-39 133 333 0 0,23-105-739 0 0,1 2 0 0 0,-8 80 1 0 0,19-120-277 0 0,-1 0 0 0 0,2 0 1 0 0,-1 0-1 0 0,0 1 0 0 0,1-1 1 0 0,2 6-1 0 0,7 10-4800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62 225 112 0 0,'-27'-189'12931'0'0,"26"185"-12836"0"0,1 1-108 0 0,-5-17 497 0 0,5 19-658 0 0,-1 1 0 0 0,1-1 0 0 0,0 1 0 0 0,0-1 0 0 0,-1 1 0 0 0,1-1 0 0 0,0 1 1 0 0,-1-1-1 0 0,1 1 0 0 0,-3-2-1043 0 0,3 1 1043 0 0,-1 1 0 0 0,1 0 0 0 0,-1 0 0 0 0,1 0 0 0 0,-1-1 0 0 0,1 1 0 0 0,-1 0 0 0 0,1 0 1 0 0,-1 0-1 0 0,1 0 0 0 0,-1 0 0 0 0,1 0 0 0 0,-1 0 0 0 0,1 0 0 0 0,-1 0 0 0 0,1 0 0 0 0,-1 0 1 0 0,0 1-1 0 0,-12 3-4771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3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19 1084 0 0,'-103'-3'9397'0'0,"100"3"-8354"0"0,4-1-975 0 0,0 0 0 0 0,0 0 0 0 0,1 0 1 0 0,-1 0-1 0 0,0 1 0 0 0,1-1 0 0 0,-1 1 0 0 0,1-1 0 0 0,-1 1 1 0 0,1-1-1 0 0,-1 1 0 0 0,1 0 0 0 0,2-1 0 0 0,61-3 140 0 0,-1 2 0 0 0,1 3 0 0 0,77 11 0 0 0,26 13-1802 0 0,-56-3-3633 0 0,-60-11 1142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4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80 320 0 0,'8'-17'10600'0'0,"-9"14"-10429"0"0,1 0 0 0 0,-1 0 0 0 0,0 0 0 0 0,0 0 0 0 0,-1 0 0 0 0,1 0 0 0 0,-1 0 0 0 0,1 1 0 0 0,-1-1 0 0 0,0 1 0 0 0,0-1 0 0 0,0 1 1 0 0,0-1-1 0 0,0 1 0 0 0,-1 0 0 0 0,1 0 0 0 0,0 0 0 0 0,-1 1 0 0 0,0-1 0 0 0,1 1 0 0 0,-1-1 0 0 0,0 1 0 0 0,0 0 0 0 0,0 0 0 0 0,0 0 0 0 0,-4-1 0 0 0,0 1-133 0 0,1 0 0 0 0,0 0-1 0 0,-1 1 1 0 0,1 0 0 0 0,0 0-1 0 0,-1 0 1 0 0,1 0-1 0 0,0 1 1 0 0,-1 1 0 0 0,1-1-1 0 0,0 1 1 0 0,-8 3-1 0 0,7-2-26 0 0,0 1-1 0 0,0 0 0 0 0,0 0 0 0 0,0 1 1 0 0,1-1-1 0 0,0 2 0 0 0,0-1 0 0 0,0 1 1 0 0,1 0-1 0 0,0 0 0 0 0,0 0 0 0 0,1 1 1 0 0,-1-1-1 0 0,1 1 0 0 0,-3 9 0 0 0,4-10-4 0 0,1 0-1 0 0,0 0 0 0 0,1 0 0 0 0,0 0 0 0 0,0 0 0 0 0,0 0 0 0 0,0 0 0 0 0,1 1 0 0 0,0-1 0 0 0,1 0 1 0 0,-1 0-1 0 0,1 0 0 0 0,0 1 0 0 0,1-1 0 0 0,0 0 0 0 0,0-1 0 0 0,0 1 0 0 0,0 0 0 0 0,7 10 0 0 0,4 3 14 0 0,1-2-1 0 0,0 1 0 0 0,2-2 1 0 0,0 0-1 0 0,18 14 0 0 0,20 19-9 0 0,-53-48-7 0 0,0 0-1 0 0,0 0 1 0 0,0 0 0 0 0,-1-1-1 0 0,1 1 1 0 0,0 0 0 0 0,0 0-1 0 0,-1 0 1 0 0,1 0 0 0 0,0 0-1 0 0,-1 0 1 0 0,1 1 0 0 0,-1-1-1 0 0,0 0 1 0 0,1 0 0 0 0,-1 0-1 0 0,0 0 1 0 0,0 1 0 0 0,0-1-1 0 0,1 0 1 0 0,-1 0 0 0 0,0 1-1 0 0,-1-1 1 0 0,1 0 0 0 0,0 1-1 0 0,-1 0 1 0 0,0-1 0 0 0,0 1-1 0 0,0-1 1 0 0,0 1 0 0 0,0-1 0 0 0,0 0-1 0 0,-1 1 1 0 0,1-1 0 0 0,0 0 0 0 0,-1 0-1 0 0,1 0 1 0 0,-1 0 0 0 0,1 0 0 0 0,-4 1-1 0 0,-5 2 6 0 0,0 0 0 0 0,0-1 0 0 0,0-1 0 0 0,-15 3 0 0 0,-10-1 83 0 0,-55 0-1 0 0,72-4-325 0 0,0-1 1 0 0,0-1-1 0 0,0-1 0 0 0,-32-9 0 0 0,49 12 28 0 0,0-1 0 0 0,0 1 0 0 0,0-1 0 0 0,0 1 0 0 0,0-1-1 0 0,0 1 1 0 0,0-1 0 0 0,0 0 0 0 0,0 0 0 0 0,0 0 0 0 0,0 0 0 0 0,-1-1 0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5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396 566 820 0 0,'6'-7'1578'0'0,"1"0"1"0"0,-2-1-1 0 0,1 1 0 0 0,-1-1 1 0 0,0-1-1 0 0,-1 1 0 0 0,0-1 0 0 0,4-10 1 0 0,-7 14-1269 0 0,1 0 1 0 0,-1 0 0 0 0,1 0-1 0 0,0 1 1 0 0,1-1-1 0 0,-1 1 1 0 0,5-5 0 0 0,-7 8-209 0 0,3-5-14 0 0,0 0 0 0 0,0 1 0 0 0,1 0 0 0 0,5-8 0 0 0,-6 9-158 0 0,10-19 71 0 0,0 0-1 0 0,-1-2 1 0 0,-1 1-1 0 0,-1-1 1 0 0,-1-1-1 0 0,-2 0 0 0 0,-1 0 1 0 0,0 0-1 0 0,-2-1 1 0 0,-1 0-1 0 0,-2-48 1 0 0,-1 70-9 0 0,0 0 0 0 0,-1 0 0 0 0,0 0 0 0 0,0 0 0 0 0,-4-9 0 0 0,5 14 6 0 0,0-1 1 0 0,-1 0 0 0 0,1 1-1 0 0,0-1 1 0 0,-1 1 0 0 0,1-1-1 0 0,-1 1 1 0 0,1-1 0 0 0,0 1-1 0 0,-1-1 1 0 0,1 1 0 0 0,-1-1-1 0 0,1 1 1 0 0,-1-1 0 0 0,0 1-1 0 0,1 0 1 0 0,-1-1 0 0 0,1 1-1 0 0,-1 0 1 0 0,-1-1 0 0 0,1 1 1 0 0,0 0 1 0 0,0 1-1 0 0,0-1 1 0 0,1 0 0 0 0,-1 0-1 0 0,0 1 1 0 0,0-1-1 0 0,0 0 1 0 0,0 1-1 0 0,0-1 1 0 0,1 1 0 0 0,-1-1-1 0 0,0 1 1 0 0,0 0-1 0 0,1-1 1 0 0,-1 1-1 0 0,0 0 1 0 0,1-1-1 0 0,-1 1 1 0 0,0 1 0 0 0,-6 8-4 0 0,0 0 1 0 0,0 1-1 0 0,1 0 1 0 0,1 0-1 0 0,0 0 1 0 0,0 1-1 0 0,-5 22 1 0 0,-13 92-8 0 0,20-104 18 0 0,-35 318 1153 0 0,-4 28 591 0 0,14-180-1273 0 0,-77 421 63 0 0,104-607-538 0 0,-2 15 143 0 0,-2-1-1 0 0,0 1 0 0 0,-8 17 0 0 0,12-30-56 0 0,-1-1 1 0 0,0 1-1 0 0,0 0 0 0 0,-1-1 1 0 0,1 0-1 0 0,-1 1 0 0 0,0-1 1 0 0,1 0-1 0 0,-1 0 1 0 0,-1 0-1 0 0,1-1 0 0 0,0 1 1 0 0,-1-1-1 0 0,1 0 0 0 0,-1 0 1 0 0,0 0-1 0 0,-7 2 1 0 0,8-3-57 0 0,0-1 0 0 0,1 0 0 0 0,-1 0 0 0 0,0 0 0 0 0,0 0 1 0 0,1-1-1 0 0,-1 1 0 0 0,0-1 0 0 0,0 1 0 0 0,1-1 0 0 0,-1 0 1 0 0,1 0-1 0 0,-1 0 0 0 0,1-1 0 0 0,-1 1 0 0 0,1-1 0 0 0,0 1 1 0 0,-1-1-1 0 0,1 0 0 0 0,-2-2 0 0 0,-4-3 12 0 0,1 0 0 0 0,1 0 0 0 0,-1-1 0 0 0,-5-9 0 0 0,2 0-8 0 0,1-1 1 0 0,0 0-1 0 0,1 0 1 0 0,2 0-1 0 0,-1-1 0 0 0,-5-34 1 0 0,6 13-39 0 0,1 0 0 0 0,1-53 0 0 0,5 58-1 0 0,1 0 0 0 0,2 0 0 0 0,1 1 0 0 0,2-1 0 0 0,2 2 0 0 0,0-1-1 0 0,23-49 1 0 0,-15 46 15 0 0,2 1-1 0 0,2 1 0 0 0,1 1 0 0 0,1 1 1 0 0,2 1-1 0 0,35-35 0 0 0,-20 25-781 0 0,2 3-1 0 0,2 1 0 0 0,82-55 0 0 0,-124 92 705 0 0,16-11-2137 0 0,0 2-1 0 0,1 0 0 0 0,0 1 1 0 0,36-12-1 0 0,-30 11-2656 0 0,-14 6 915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5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34 105 1036 0 0,'3'-8'1601'0'0,"-1"-1"0"0"0,0 1 1 0 0,0-1-1 0 0,-1 1 0 0 0,0-18 0 0 0,2-11 2782 0 0,-2 53-3426 0 0,0-2-485 0 0,15 157 2800 0 0,-12-147-3056 0 0,1-1-1 0 0,1 1 1 0 0,1-1 0 0 0,1 0 0 0 0,11 22-1 0 0,-17-41-189 0 0,0 0-1 0 0,1 0 0 0 0,-1-1 0 0 0,1 1 1 0 0,-1 0-1 0 0,1-1 0 0 0,0 0 1 0 0,0 1-1 0 0,1-1 0 0 0,-1 0 0 0 0,1-1 1 0 0,0 1-1 0 0,-1-1 0 0 0,1 1 0 0 0,7 2 1 0 0,-7-4-14 0 0,-1 0 0 0 0,1-1 0 0 0,0 1 0 0 0,-1-1 0 0 0,1 0 0 0 0,-1 1 0 0 0,1-2 0 0 0,0 1 0 0 0,-1 0 0 0 0,1-1 0 0 0,-1 1 0 0 0,1-1 0 0 0,0 0-1 0 0,-1-1 1 0 0,0 1 0 0 0,1 0 0 0 0,-1-1 0 0 0,0 0 0 0 0,0 0 0 0 0,4-2 0 0 0,4-4-2 0 0,-1-1 0 0 0,1-1 0 0 0,-1 0 0 0 0,-1 0 0 0 0,0-1 0 0 0,0 0 0 0 0,13-23 0 0 0,40-93 25 0 0,-46 90-19 0 0,-7 15-31 0 0,-6 14-8 0 0,0 1 0 0 0,0-1 0 0 0,1 0-1 0 0,8-10 1 0 0,-11 17 13 0 0,-1 38 3 0 0,-2 62 26 0 0,-44 273 981 0 0,33-299-825 0 0,-4 0-1 0 0,-3-1 0 0 0,-29 70 0 0 0,34-108-110 0 0,0 0 0 0 0,-30 44 0 0 0,37-66 18 0 0,-1 0 0 0 0,0 0 0 0 0,-1 0-1 0 0,0-2 1 0 0,-1 1 0 0 0,0-1 0 0 0,-1-1 0 0 0,-22 15 0 0 0,31-22-36 0 0,1-1-1 0 0,-1 1 1 0 0,0-1 0 0 0,1 0-1 0 0,-1 0 1 0 0,0 0 0 0 0,0 0 0 0 0,0 0-1 0 0,0 0 1 0 0,0-1 0 0 0,0 0-1 0 0,0 0 1 0 0,-1 0 0 0 0,1 0 0 0 0,0 0-1 0 0,0 0 1 0 0,0-1 0 0 0,0 1-1 0 0,0-1 1 0 0,0 0 0 0 0,-5-2 0 0 0,5 1-25 0 0,0-1 1 0 0,0 1 0 0 0,0-1-1 0 0,1 1 1 0 0,-1-1 0 0 0,0 0 0 0 0,1 0-1 0 0,0 0 1 0 0,0 0 0 0 0,0 0 0 0 0,0-1-1 0 0,0 1 1 0 0,1-1 0 0 0,-1 1 0 0 0,1-1-1 0 0,0 1 1 0 0,-1-5 0 0 0,0-7-16 0 0,0 1 1 0 0,0 0-1 0 0,2-1 1 0 0,0 1-1 0 0,0-1 1 0 0,5-23-1 0 0,-1 13-41 0 0,2 1 0 0 0,17-49 0 0 0,-10 44-208 0 0,1 1 0 0 0,2 0 0 0 0,0 1-1 0 0,2 0 1 0 0,1 1 0 0 0,1 2 0 0 0,2 0-1 0 0,0 1 1 0 0,37-30 0 0 0,90-56-4366 0 0,8 11-3783 0 0,-124 78 5998 0 0,7-5-3017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5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1024 0 0,'6'-25'4896'0'0,"4"-38"1"0"0,-4 24-463 0 0,-11 69-1892 0 0,0 189 907 0 0,14-73-7456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6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81 2532 0 0,'-10'-19'1908'0'0,"-2"6"-371"0"0,3-1-341 0 0,1 4-192 0 0,1-1-216 0 0,-2 3 284 0 0,-5 2-180 0 0,1 12-540 0 0,8 9-256 0 0,5-5-264 0 0,0 2-512 0 0,0 0-668 0 0,1 2-1572 0 0,3 2-937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6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2276 0 0,'0'0'1802'0'0,"10"7"2213"0"0,20 18-1605 0 0,94 88 2283 0 0,-111-98-4517 0 0,1 0 0 0 0,-2 1-1 0 0,0 0 1 0 0,-1 1 0 0 0,-1 0 0 0 0,11 26 0 0 0,-19-39-134 0 0,0 1 0 0 0,0 0 0 0 0,0 0-1 0 0,-1 0 1 0 0,0 1 0 0 0,0-1 0 0 0,0 0 0 0 0,-1 0 0 0 0,0 1 0 0 0,0-1 0 0 0,0 0 0 0 0,-1 0 0 0 0,1 1-1 0 0,-1-1 1 0 0,0 0 0 0 0,-1 0 0 0 0,1 0 0 0 0,-5 8 0 0 0,6-13-40 0 0,0 0 0 0 0,0 1 1 0 0,0-1-1 0 0,0 0 0 0 0,0 0 0 0 0,0 1 1 0 0,0-1-1 0 0,-1 0 0 0 0,1 1 0 0 0,0-1 1 0 0,0 0-1 0 0,0 0 0 0 0,-1 1 0 0 0,1-1 1 0 0,0 0-1 0 0,0 0 0 0 0,-1 0 0 0 0,1 1 1 0 0,0-1-1 0 0,-1 0 0 0 0,1 0 0 0 0,0 0 0 0 0,0 0 1 0 0,-1 0-1 0 0,1 0 0 0 0,0 0 0 0 0,-1 0 1 0 0,1 1-1 0 0,0-1 0 0 0,-1 0 0 0 0,1 0 1 0 0,0 0-1 0 0,-1-1 0 0 0,1 1 0 0 0,0 0 1 0 0,-1 0-1 0 0,1 0 0 0 0,0 0 0 0 0,0 0 1 0 0,-1 0-1 0 0,1 0 0 0 0,0 0 0 0 0,-1-1 1 0 0,1 1-1 0 0,0 0 0 0 0,0 0 0 0 0,-1 0 1 0 0,1-1-1 0 0,0 1 0 0 0,0 0 0 0 0,-1 0 1 0 0,1-1-1 0 0,0 1 0 0 0,0 0 0 0 0,0 0 0 0 0,0-1 1 0 0,0 1-1 0 0,-1 0 0 0 0,1 0 0 0 0,0-1 1 0 0,-7-18 50 0 0,7 10-48 0 0,1-1 1 0 0,1 0-1 0 0,0 1 1 0 0,0-1-1 0 0,1 1 1 0 0,0 0-1 0 0,6-12 1 0 0,-2 6-9 0 0,1 0 1 0 0,1 0-1 0 0,13-18 0 0 0,-14 24 2 0 0,0 0 0 0 0,0 0 0 0 0,0 1 0 0 0,1 0 0 0 0,0 1 0 0 0,1 0-1 0 0,0 0 1 0 0,0 1 0 0 0,0 0 0 0 0,12-4 0 0 0,-15 7-1 0 0,0 1 0 0 0,0 0 1 0 0,1 0-1 0 0,-1 0 0 0 0,0 1 0 0 0,1 0 1 0 0,-1 1-1 0 0,0 0 0 0 0,1 0 0 0 0,-1 1 1 0 0,1-1-1 0 0,-1 1 0 0 0,0 1 0 0 0,0 0 1 0 0,1 0-1 0 0,-1 0 0 0 0,7 4 0 0 0,-5-2 11 0 0,-1 1-1 0 0,-1-1 0 0 0,1 1 0 0 0,-1 1 1 0 0,0-1-1 0 0,0 1 0 0 0,0 1 0 0 0,-1-1 1 0 0,0 1-1 0 0,0 0 0 0 0,-1 0 0 0 0,0 1 1 0 0,0 0-1 0 0,-1 0 0 0 0,0 0 1 0 0,0 0-1 0 0,2 9 0 0 0,1 6-31 0 0,-2-1 0 0 0,-1 1 0 0 0,-1 0 0 0 0,-1 0 0 0 0,-1 34 0 0 0,-1-52-392 0 0,3 29-1093 0 0,4-18-1143 0 0,7-6-3288 0 0,1-4 1443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7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612 169 2568 0 0,'19'-18'2243'0'0,"0"0"0"0"0,-1-1 0 0 0,-1-1 0 0 0,17-27 0 0 0,-32 45-2066 0 0,-1-1 0 0 0,0 0 1 0 0,0 1-1 0 0,0-1 0 0 0,0 0 1 0 0,0 0-1 0 0,1-5 0 0 0,-2 7-154 0 0,0 0-1 0 0,0 1 0 0 0,0-1 0 0 0,0 0 0 0 0,0 1 0 0 0,0-1 1 0 0,0 0-1 0 0,0 1 0 0 0,0-1 0 0 0,-1 0 0 0 0,1 0 0 0 0,0 1 1 0 0,0-1-1 0 0,-1 0 0 0 0,1 1 0 0 0,0-1 0 0 0,-1 1 0 0 0,1-1 1 0 0,0 0-1 0 0,-1 1 0 0 0,1-1 0 0 0,-1 1 0 0 0,1-1 0 0 0,-1 1 1 0 0,1 0-1 0 0,-1-1 0 0 0,1 1 0 0 0,-1-1 0 0 0,0 1 0 0 0,1 0 1 0 0,-1-1-1 0 0,0 1 0 0 0,1 0 0 0 0,-1 0 0 0 0,0 0 0 0 0,1-1 1 0 0,-1 1-1 0 0,0 0 0 0 0,-1 0 0 0 0,-8 0 15 0 0,1 1 1 0 0,-1 0-1 0 0,0 1 0 0 0,0 0 0 0 0,1 0 0 0 0,-1 1 1 0 0,1 0-1 0 0,0 0 0 0 0,0 1 0 0 0,0 1 0 0 0,0-1 1 0 0,1 1-1 0 0,-13 11 0 0 0,5-4-21 0 0,0 1 0 0 0,1 1 1 0 0,1 0-1 0 0,0 1 0 0 0,-22 31 0 0 0,34-42-7 0 0,0-1 0 0 0,0 1 0 0 0,0 0 1 0 0,0-1-1 0 0,0 1 0 0 0,1 0 0 0 0,0 0 0 0 0,0 0 0 0 0,0 0 0 0 0,0 0 0 0 0,0 0 0 0 0,1 0 0 0 0,0 1 0 0 0,0-1 0 0 0,0 0 0 0 0,0 0 1 0 0,2 7-1 0 0,-1-9-3 0 0,0 1 1 0 0,0 0 0 0 0,1-1 0 0 0,-1 0 0 0 0,0 1 0 0 0,1-1 0 0 0,0 0 0 0 0,-1 1 0 0 0,1-1-1 0 0,0 0 1 0 0,0 0 0 0 0,0 0 0 0 0,1-1 0 0 0,-1 1 0 0 0,0-1 0 0 0,1 1 0 0 0,-1-1 0 0 0,1 0-1 0 0,-1 1 1 0 0,1-1 0 0 0,-1-1 0 0 0,1 1 0 0 0,0 0 0 0 0,0-1 0 0 0,-1 1 0 0 0,6-1 0 0 0,5 1 9 0 0,0-1 0 0 0,0 0 1 0 0,0-1-1 0 0,0-1 0 0 0,0 0 1 0 0,0-1-1 0 0,0 0 0 0 0,0-1 1 0 0,23-11-1 0 0,5-5 41 0 0,58-39 0 0 0,-65 37 27 0 0,-5 4 60 0 0,-12 6-32 0 0,1 1 0 0 0,1 1 0 0 0,0 0 1 0 0,32-11-1 0 0,-49 21-103 0 0,-1-1 0 0 0,1 1 0 0 0,0 0 0 0 0,-1 0 0 0 0,1 0 0 0 0,0 0 0 0 0,0 0 0 0 0,-1 0 0 0 0,1 0 0 0 0,0 1 0 0 0,-1-1 0 0 0,1 1 0 0 0,-1-1 0 0 0,1 1 1 0 0,0 0-1 0 0,-1-1 0 0 0,1 1 0 0 0,-1 0 0 0 0,0 0 0 0 0,1 0 0 0 0,-1 0 0 0 0,0 0 0 0 0,0 1 0 0 0,1-1 0 0 0,-1 0 0 0 0,0 0 0 0 0,0 1 0 0 0,1 1 0 0 0,1 2 105 0 0,0 0 0 0 0,0 1 0 0 0,-1-1 0 0 0,1 1 0 0 0,-1 0 0 0 0,1 7 0 0 0,0 3 81 0 0,-1 0-1 0 0,-1 0 0 0 0,0 0 1 0 0,-1 0-1 0 0,-1 0 0 0 0,-1 0 1 0 0,0 0-1 0 0,-1-1 0 0 0,0 1 0 0 0,-7 17 1 0 0,-8 17 533 0 0,-41 80 1 0 0,-131 191 893 0 0,-30-20-1046 0 0,197-271-417 0 0,-2 0 0 0 0,-1-1 0 0 0,-42 35-1 0 0,56-54 136 0 0,-1-1-1 0 0,0 0 0 0 0,0-1 1 0 0,0-1-1 0 0,-1 0 0 0 0,0 0 0 0 0,-1-2 1 0 0,1 0-1 0 0,-1 0 0 0 0,0-2 1 0 0,-25 4-1 0 0,32-7-201 0 0,0 1 0 0 0,0-1 0 0 0,1-1 0 0 0,-1 0 0 0 0,0 0 0 0 0,0 0 0 0 0,1-1 0 0 0,-1 0 0 0 0,1-1 0 0 0,-1 1 1 0 0,1-2-1 0 0,0 1 0 0 0,0-1 0 0 0,1 0 0 0 0,-1 0 0 0 0,1-1 0 0 0,0 1 0 0 0,0-2 0 0 0,0 1 0 0 0,0-1 0 0 0,-4-5 0 0 0,4 2 15 0 0,0 0 1 0 0,0 0-1 0 0,1 0 1 0 0,0-1-1 0 0,0 1 1 0 0,1-1-1 0 0,0 0 1 0 0,1-1-1 0 0,0 1 1 0 0,1 0-1 0 0,0-1 1 0 0,1 0-1 0 0,0 1 1 0 0,1-21-1 0 0,1 14-145 0 0,1 1 0 0 0,1-1 0 0 0,0 1 0 0 0,2 0 0 0 0,-1 0 0 0 0,2 0 0 0 0,0 0 0 0 0,1 1 0 0 0,15-24 0 0 0,-10 22-88 0 0,1 0 0 0 0,0 0 0 0 0,2 1-1 0 0,0 1 1 0 0,1 0 0 0 0,30-21-1 0 0,-15 14-124 0 0,2 3 0 0 0,0 0-1 0 0,40-15 1 0 0,108-29-494 0 0,49 18-4975 0 0,-162 34 859 0 0,-1-1-3696 0 0,-42 7 346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13 797 716 0 0,'-5'21'4169'0'0,"3"-13"-3469"0"0,0-1 1 0 0,1 0 0 0 0,0 1 0 0 0,0 7 0 0 0,1 26 3328 0 0,16-45-3201 0 0,-5 0-658 0 0,-1 0 0 0 0,0-1 0 0 0,0 0-1 0 0,0 0 1 0 0,-1-1 0 0 0,13-10 0 0 0,-1-2-27 0 0,26-28-1 0 0,-5-1-26 0 0,-2-3 0 0 0,39-64-1 0 0,56-114 18 0 0,24-38-169 0 0,-153 257 25 0 0,0 0 0 0 0,1 0 0 0 0,0 1 0 0 0,1 0 0 0 0,0 1 0 0 0,0-1 0 0 0,16-9 0 0 0,-22 15 8 0 0,1 1 0 0 0,-1 0 0 0 0,1 0 0 0 0,-1 0 0 0 0,1 0 0 0 0,-1 0 0 0 0,1 0 0 0 0,0 1 0 0 0,-1-1 0 0 0,1 1 0 0 0,0 0 0 0 0,-1 0 0 0 0,1 0 0 0 0,0 0 0 0 0,2 1 0 0 0,-2 0 2 0 0,-1 0 1 0 0,1 0 0 0 0,0 0 0 0 0,-1 1-1 0 0,1-1 1 0 0,-1 1 0 0 0,0-1-1 0 0,1 1 1 0 0,-1 0 0 0 0,0 0 0 0 0,0 0-1 0 0,0 0 1 0 0,-1 0 0 0 0,1 0 0 0 0,0 1-1 0 0,-1-1 1 0 0,2 4 0 0 0,2 4 5 0 0,-1 0 0 0 0,0 0-1 0 0,0 1 1 0 0,-1-1 0 0 0,-1 1 0 0 0,1 0 0 0 0,0 21 0 0 0,-3 79-10 0 0,0-102 3 0 0,-24 253-99 0 0,-2 62 98 0 0,26-299 24 0 0,-1-14 7 0 0,1 1 0 0 0,0 0 0 0 0,1 0-1 0 0,0 0 1 0 0,1-1 0 0 0,0 1-1 0 0,6 17 1 0 0,-7-27-29 0 0,0-2 3 0 0,0 0 0 0 0,-1 0 0 0 0,1 0 0 0 0,0 0-1 0 0,-1-1 1 0 0,1 1 0 0 0,-1 0 0 0 0,1 0 0 0 0,0-1 0 0 0,-1 1-1 0 0,1 0 1 0 0,-1-1 0 0 0,1 1 0 0 0,-1-1 0 0 0,1 1-1 0 0,-1-1 1 0 0,2 0 0 0 0,0-6-2 0 0,0 1-1 0 0,-1-1 1 0 0,1 0-1 0 0,-1 0 1 0 0,0 0-1 0 0,-1 0 1 0 0,0-1 0 0 0,0 1-1 0 0,-3-14 1 0 0,-16-68 3 0 0,18 82 0 0 0,-8-26 9 0 0,0 1 0 0 0,-2 0-1 0 0,-1 1 1 0 0,-2 1 0 0 0,-1 0 0 0 0,-1 0 0 0 0,-21-27 0 0 0,28 46-12 0 0,0 0 1 0 0,0 1 0 0 0,-1 1-1 0 0,0 0 1 0 0,-1 0 0 0 0,0 1-1 0 0,0 0 1 0 0,-20-10 0 0 0,21 13-5 0 0,0 1 1 0 0,-1 1 0 0 0,0 0 0 0 0,1 0 0 0 0,-1 1 0 0 0,0 0 0 0 0,0 1-1 0 0,0 0 1 0 0,-1 1 0 0 0,1 0 0 0 0,-21 3 0 0 0,22-1-13 0 0,0 0 1 0 0,0 1-1 0 0,0 0 0 0 0,-15 7 1 0 0,21-9 10 0 0,0 1 0 0 0,0 0 0 0 0,1 0 0 0 0,-1 0 0 0 0,1 1 0 0 0,0-1 0 0 0,0 1 0 0 0,0 0 0 0 0,0-1 0 0 0,0 2 0 0 0,1-1 1 0 0,-1 0-1 0 0,1 0 0 0 0,-3 6 0 0 0,4-7 6 0 0,1-1 0 0 0,0 1 0 0 0,0-1 0 0 0,-1 1 0 0 0,1-1 0 0 0,0 1 0 0 0,0-1 0 0 0,0 1 0 0 0,1-1-1 0 0,-1 1 1 0 0,0-1 0 0 0,1 1 0 0 0,-1-1 0 0 0,0 0 0 0 0,1 1 0 0 0,0-1 0 0 0,-1 1 0 0 0,1-1 0 0 0,0 0 0 0 0,0 0 0 0 0,0 1 0 0 0,0-1 0 0 0,0 0 0 0 0,0 0 0 0 0,0 0 0 0 0,0 0 0 0 0,0 0 0 0 0,0 0 0 0 0,0 0 0 0 0,1-1 0 0 0,-1 1 0 0 0,0 0 0 0 0,3 0 0 0 0,4 3 8 0 0,-1 0 0 0 0,1-1 0 0 0,1 0 0 0 0,11 2 0 0 0,33 5 16 0 0,0-2 0 0 0,102 1 0 0 0,109-23 108 0 0,-174 1-593 0 0,-87 12-146 0 0,2 2-505 0 0,9 1-2701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9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55 1320 0 0,'-10'-10'4023'0'0,"-4"-2"-1234"0"0,19-2-1563 0 0,-3 12-1157 0 0,1 0 0 0 0,-1 1 0 0 0,1-1-1 0 0,-1 0 1 0 0,1 1 0 0 0,-1-1 0 0 0,1 1-1 0 0,0 0 1 0 0,0 0 0 0 0,0 0 0 0 0,0 0-1 0 0,0 1 1 0 0,-1-1 0 0 0,1 1 0 0 0,0 0 0 0 0,0 0-1 0 0,0 0 1 0 0,0 0 0 0 0,0 0 0 0 0,0 0-1 0 0,0 1 1 0 0,0 0 0 0 0,0-1 0 0 0,0 1 0 0 0,0 0-1 0 0,0 1 1 0 0,-1-1 0 0 0,5 2 0 0 0,-1 1-35 0 0,0 0 1 0 0,1 0-1 0 0,-1 1 1 0 0,-1-1-1 0 0,1 1 1 0 0,-1 0-1 0 0,0 1 0 0 0,0-1 1 0 0,0 1-1 0 0,-1 0 1 0 0,4 7-1 0 0,-2 0-9 0 0,0-1 0 0 0,-1 1 0 0 0,-1 1 0 0 0,0-1 0 0 0,-1 1 0 0 0,0-1 0 0 0,-1 1-1 0 0,-1 0 1 0 0,0 0 0 0 0,-1 0 0 0 0,0 0 0 0 0,-1 0 0 0 0,-1 0 0 0 0,0 0 0 0 0,-6 20-1 0 0,2-14 263 0 0,-1 0 0 0 0,-1-1 0 0 0,0 0-1 0 0,-2 0 1 0 0,0-1 0 0 0,-1 0 0 0 0,-1-1 0 0 0,0 0-1 0 0,-27 28 1012 0 0,42-59-1128 0 0,3 6-137 0 0,0-1-1 0 0,0 1 0 0 0,0 1 0 0 0,1-1 0 0 0,11-9 0 0 0,2-2 0 0 0,301-319 144 0 0,-277 289-268 0 0,-43 48 74 0 0,-17 18-22 0 0,3 1 27 0 0,1 1 0 0 0,1 0 0 0 0,-15 32 0 0 0,22-42 13 0 0,1 1-1 0 0,-1 0 1 0 0,1 0 0 0 0,1 0 0 0 0,0 0-1 0 0,0 0 1 0 0,1 0 0 0 0,1 1 0 0 0,0 19 0 0 0,2-24 3 0 0,-1-1 0 0 0,1 1 0 0 0,0 0 1 0 0,0-1-1 0 0,1 0 0 0 0,0 1 0 0 0,0-1 1 0 0,0 0-1 0 0,0 0 0 0 0,1-1 1 0 0,0 1-1 0 0,0-1 0 0 0,0 1 0 0 0,0-1 1 0 0,1-1-1 0 0,0 1 0 0 0,0-1 0 0 0,6 4 1 0 0,9 4-31 0 0,1 0 1 0 0,0-2 0 0 0,29 9 0 0 0,-16-6-642 0 0,2-3 0 0 0,-1-1 0 0 0,59 6 0 0 0,-67-12-1127 0 0,-1-2-1 0 0,0-1 1 0 0,31-4-1 0 0,-14-3-2313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9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97 1292 0 0,'-6'-26'2593'0'0,"2"7"507"0"0,-10-32 2325 0 0,16 51-5280 0 0,0 1 1 0 0,0-1-1 0 0,0 1 1 0 0,0 0-1 0 0,0-1 1 0 0,-1 1-1 0 0,1 0 1 0 0,0 0-1 0 0,0 1 1 0 0,-1-1-1 0 0,1 0 0 0 0,2 3 1 0 0,22 23 785 0 0,-18-18-626 0 0,47 43 515 0 0,2-3 0 0 0,2-2 0 0 0,127 75-1 0 0,-24-29-123 0 0,-154-87-589 0 0,-8-2-26 0 0,-15-1-14 0 0,8-2-78 0 0,-28 7 19 0 0,0 2-1 0 0,1 1 1 0 0,1 2 0 0 0,-42 22 0 0 0,60-29-8 0 0,-116 60 58 0 0,110-53-185 0 0,0 0 1 0 0,1 1-1 0 0,-36 32 0 0 0,51-40-294 0 0,0-1-1 0 0,0 1 1 0 0,0 0-1 0 0,-5 8 1 0 0,3 8-2594 0 0,7-20 2400 0 0,0-1 1 0 0,0 1-1 0 0,0 0 1 0 0,0 0-1 0 0,1 0 1 0 0,-1-1-1 0 0,0 1 1 0 0,1 0-1 0 0,-1 0 1 0 0,3 3-1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2:59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66 1144 0 0,'3'-2'760'0'0,"7"-4"1322"0"0,0-1 1 0 0,-1 0 0 0 0,0-1 0 0 0,0 1 0 0 0,10-13 0 0 0,-17 18-1501 0 0,-5 0 150 0 0,3 1-714 0 0,0 1 0 0 0,0 0 1 0 0,0 0-1 0 0,0 0 0 0 0,0-1 0 0 0,0 1 1 0 0,0 0-1 0 0,0 0 0 0 0,0 0 1 0 0,0-1-1 0 0,0 1 0 0 0,0 0 0 0 0,-1 0 1 0 0,1 0-1 0 0,0 0 0 0 0,0 0 1 0 0,0-1-1 0 0,0 1 0 0 0,0 0 0 0 0,-1 0 1 0 0,1 0-1 0 0,0 0 0 0 0,0 0 1 0 0,0 0-1 0 0,0-1 0 0 0,-1 1 0 0 0,1 0 1 0 0,0 0-1 0 0,0 0 0 0 0,0 0 1 0 0,-1 0-1 0 0,1 0 0 0 0,0 0 0 0 0,0 0 1 0 0,0 0-1 0 0,-1 0 0 0 0,1 0 1 0 0,0 0-1 0 0,0 0 0 0 0,-14 1 289 0 0,1 1-1 0 0,0 0 1 0 0,0 0-1 0 0,0 2 1 0 0,0-1-1 0 0,-23 12 1 0 0,-75 41 76 0 0,95-47-296 0 0,-30 16-236 0 0,-94 55 839 0 0,118-66-1511 0 0,2 1 1 0 0,0 1-1 0 0,1 1 1 0 0,-23 24-1 0 0,28-19-5682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0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285 195 864 0 0,'19'-34'4413'0'0,"-2"-1"0"0"0,17-47 0 0 0,-34 82-4387 0 0,0-1 1 0 0,1 1-1 0 0,-1 0 1 0 0,0 0-1 0 0,0-1 1 0 0,0 1 0 0 0,0 0-1 0 0,0-1 1 0 0,0 1-1 0 0,0 0 1 0 0,0-1-1 0 0,0 1 1 0 0,0 0-1 0 0,0-1 1 0 0,0 1 0 0 0,0 0-1 0 0,0-1 1 0 0,0 1-1 0 0,0 0 1 0 0,0-1-1 0 0,0 1 1 0 0,0 0-1 0 0,-1-1 1 0 0,1 1 0 0 0,0 0-1 0 0,0-1 1 0 0,0 1-1 0 0,0 0 1 0 0,-1 0-1 0 0,1-1 1 0 0,0 1-1 0 0,0 0 1 0 0,-1 0 0 0 0,1-1-1 0 0,0 1 1 0 0,-1 0-1 0 0,1 0 1 0 0,0 0-1 0 0,0 0 1 0 0,-1-1-1 0 0,1 1 1 0 0,0 0 0 0 0,-1 0-1 0 0,1 0 1 0 0,0 0-1 0 0,-1 0 1 0 0,1 0-1 0 0,0 0 1 0 0,-1 0 0 0 0,1 0-1 0 0,-1 0 1 0 0,1 0-1 0 0,0 0 1 0 0,-1 0-1 0 0,1 0 1 0 0,-1 1-1 0 0,-20 5 647 0 0,11 1-443 0 0,-1 1 0 0 0,2-1 0 0 0,-1 2 0 0 0,1-1 0 0 0,0 1 0 0 0,-13 17 0 0 0,-41 68 523 0 0,47-69-515 0 0,-12 20 145 0 0,2 0-1 0 0,2 2 0 0 0,2 0 0 0 0,2 2 0 0 0,-16 59 0 0 0,34-98-299 0 0,0 0-1 0 0,0 0 1 0 0,1 1-1 0 0,0-1 0 0 0,0 0 1 0 0,1 1-1 0 0,1-1 1 0 0,0 0-1 0 0,0 1 0 0 0,5 14 1 0 0,-4-18-33 0 0,1 0 1 0 0,0 0-1 0 0,0 0 1 0 0,1-1-1 0 0,0 0 1 0 0,0 1-1 0 0,0-1 1 0 0,1-1-1 0 0,0 1 1 0 0,0-1 0 0 0,1 0-1 0 0,-1 0 1 0 0,1 0-1 0 0,0-1 1 0 0,8 5-1 0 0,5 1 30 0 0,1-1 1 0 0,-1 0-1 0 0,1-2 0 0 0,0 0 1 0 0,1-2-1 0 0,0 0 0 0 0,0-1 1 0 0,0-1-1 0 0,0-1 1 0 0,0-1-1 0 0,1-1 0 0 0,-1-1 1 0 0,0-1-1 0 0,0-1 0 0 0,23-5 1 0 0,-14 1-13 0 0,0-2 1 0 0,-1 0-1 0 0,0-2 1 0 0,0-2-1 0 0,-1 0 1 0 0,-1-2-1 0 0,0-1 1 0 0,-1-1-1 0 0,42-37 1 0 0,-40 28-48 0 0,-1-1 0 0 0,-1-2 1 0 0,-1-1-1 0 0,34-54 0 0 0,-48 66-33 0 0,-1 0 0 0 0,-1-1-1 0 0,0 0 1 0 0,-2 0 0 0 0,0-1 0 0 0,-1 0 0 0 0,-1 0-1 0 0,-1 0 1 0 0,-1-1 0 0 0,1-27 0 0 0,-4 38 16 0 0,-1 0 1 0 0,0 0-1 0 0,0 1 0 0 0,-1-1 1 0 0,0 0-1 0 0,0 1 0 0 0,-1-1 1 0 0,-1 1-1 0 0,0 0 0 0 0,0 0 1 0 0,0 0-1 0 0,-1 1 0 0 0,-1-1 1 0 0,1 1-1 0 0,-1 0 0 0 0,-1 1 1 0 0,0 0-1 0 0,0 0 0 0 0,-8-7 1 0 0,5 7-7 0 0,-1-1-1 0 0,-1 1 1 0 0,1 1 0 0 0,-1 0 0 0 0,0 1 0 0 0,0 0-1 0 0,-1 1 1 0 0,1 0 0 0 0,-1 1 0 0 0,0 1 0 0 0,0 0-1 0 0,0 0 1 0 0,-25 1 0 0 0,16 2-260 0 0,0 1 1 0 0,0 1-1 0 0,0 1 0 0 0,0 0 1 0 0,1 2-1 0 0,-1 1 0 0 0,2 0 1 0 0,-39 20-1 0 0,43-18-745 0 0,0 1-1 0 0,1 1 1 0 0,0 0-1 0 0,1 1 1 0 0,0 0-1 0 0,-21 25 1 0 0,13-6-3554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2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1540 0 0,'7'-15'2677'0'0,"-1"-2"0"0"0,-1 1 0 0 0,4-19 0 0 0,-1 4-144 0 0,-8 30-2491 0 0,0 1 0 0 0,0 0-1 0 0,0-1 1 0 0,0 1 0 0 0,0 0-1 0 0,0 0 1 0 0,0-1 0 0 0,1 1-1 0 0,-1 0 1 0 0,0-1 0 0 0,0 1-1 0 0,0 0 1 0 0,0 0 0 0 0,0-1-1 0 0,0 1 1 0 0,1 0 0 0 0,-1 0 0 0 0,0 0-1 0 0,0-1 1 0 0,0 1 0 0 0,1 0-1 0 0,-1 0 1 0 0,0 0 0 0 0,0-1-1 0 0,1 1 1 0 0,-1 0 0 0 0,0 0-1 0 0,0 0 1 0 0,1 0 0 0 0,-1 0-1 0 0,1 0 1 0 0,4 6 361 0 0,2 17-88 0 0,-7 31 67 0 0,-12 102 1 0 0,5-101-397 0 0,2 91 1 0 0,5-136-299 0 0,5 43-1343 0 0,-4-51 1143 0 0,0 1 0 0 0,-1 0 0 0 0,1-1 1 0 0,0 1-1 0 0,0-1 0 0 0,0 0 0 0 0,0 1 1 0 0,1-1-1 0 0,-1 0 0 0 0,1 0 0 0 0,-1 1 1 0 0,1-1-1 0 0,0-1 0 0 0,0 1 0 0 0,0 0 1 0 0,3 2-1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3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92 2524 0 0,'1'-8'1136'0'0,"-1"0"-1"0"0,1 1 0 0 0,-2-1 1 0 0,1 0-1 0 0,-1 0 0 0 0,0 1 1 0 0,-1-1-1 0 0,-4-14 1 0 0,5 22-1089 0 0,1-1 0 0 0,-1 0 1 0 0,1 1-1 0 0,0-1 1 0 0,-1 1-1 0 0,1-1 1 0 0,-1 1-1 0 0,0 0 1 0 0,1-1-1 0 0,-1 1 1 0 0,1-1-1 0 0,-1 1 1 0 0,0 0-1 0 0,1 0 1 0 0,-1-1-1 0 0,1 1 1 0 0,-1 0-1 0 0,0 0 0 0 0,0 0 1 0 0,1 0-1 0 0,-1 0 1 0 0,0 0-1 0 0,1 0 1 0 0,-1 0-1 0 0,0 0 1 0 0,1 0-1 0 0,-1 0 1 0 0,0 0-1 0 0,1 0 1 0 0,-1 0-1 0 0,0 1 1 0 0,1-1-1 0 0,-2 1 1 0 0,-17 8 476 0 0,16-6-490 0 0,1 0 1 0 0,-1 0-1 0 0,1 0 0 0 0,0 0 1 0 0,0 0-1 0 0,0 0 1 0 0,0 0-1 0 0,0 1 1 0 0,1-1-1 0 0,0 1 0 0 0,-1-1 1 0 0,1 1-1 0 0,1 0 1 0 0,-1 0-1 0 0,0-1 1 0 0,1 7-1 0 0,-1 1-14 0 0,1 0 0 0 0,1-1 0 0 0,0 1 0 0 0,3 14-1 0 0,-1-11-10 0 0,1-1 0 0 0,1 0 0 0 0,0 0 0 0 0,1 0-1 0 0,0-1 1 0 0,11 17 0 0 0,2-3 1 0 0,34 39 0 0 0,-16-13 1173 0 0,-36-51-1080 0 0,-1 0 0 0 0,0 1 0 0 0,0-1 0 0 0,1 1 0 0 0,-1-1 0 0 0,0 1 0 0 0,0-1 0 0 0,0 0 0 0 0,-1 1 0 0 0,1-1 0 0 0,0 1 0 0 0,-1-1 0 0 0,1 0 0 0 0,0 1 0 0 0,-1-1 0 0 0,0 0 0 0 0,1 1 0 0 0,-1-1 0 0 0,0 0 1 0 0,1 0-1 0 0,-1 1 0 0 0,0-1 0 0 0,0 0 0 0 0,-2 1 0 0 0,-6 4 155 0 0,-1 0 1 0 0,0-1 0 0 0,0 0-1 0 0,0 0 1 0 0,-1-1 0 0 0,0-1-1 0 0,1 0 1 0 0,-1 0-1 0 0,0-1 1 0 0,-22 1 0 0 0,17-2-152 0 0,1 0 1 0 0,-1-2-1 0 0,0 0 1 0 0,0-1-1 0 0,0 0 1 0 0,1-1-1 0 0,-23-8 1 0 0,31 8-305 0 0,0 0 0 0 0,0 0 0 0 0,1-1 0 0 0,-1 0 0 0 0,1 0 0 0 0,0-1 0 0 0,0 0 0 0 0,0 0 0 0 0,0 0 0 0 0,1-1 0 0 0,0 0 0 0 0,0 0 0 0 0,-7-13 0 0 0,7 9-1608 0 0,0 0 0 0 0,0 0 0 0 0,1-1-1 0 0,0 1 1 0 0,-2-15 0 0 0,2 4-5313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60 107 1260 0 0,'-60'-107'13057'0'0,"60"112"-13466"0"0,4 32-6212 0 0,-1-22 1738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4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346 122 364 0 0,'-7'-18'2743'0'0,"4"8"-1819"0"0,-1 0 0 0 0,0 0 0 0 0,0 0 1 0 0,0 1-1 0 0,-2 0 0 0 0,1 0 0 0 0,-12-14 0 0 0,15 21-862 0 0,0 1-1 0 0,0-1 0 0 0,0 1 0 0 0,0 0 1 0 0,0 0-1 0 0,-1 0 0 0 0,1 0 0 0 0,0 0 1 0 0,0 1-1 0 0,-1-1 0 0 0,1 1 0 0 0,-1-1 1 0 0,1 1-1 0 0,0 0 0 0 0,-1 0 1 0 0,1 0-1 0 0,-1 0 0 0 0,1 0 0 0 0,0 1 1 0 0,-1-1-1 0 0,1 1 0 0 0,0-1 0 0 0,0 1 1 0 0,-1 0-1 0 0,1 0 0 0 0,-4 2 0 0 0,-3 2 57 0 0,0 0 0 0 0,0 1 0 0 0,0 0 0 0 0,-12 11 0 0 0,4-1-75 0 0,0 2-1 0 0,1 0 0 0 0,0 1 0 0 0,2 1 0 0 0,0 0 1 0 0,2 1-1 0 0,0 0 0 0 0,1 1 0 0 0,1 1 0 0 0,1-1 0 0 0,-6 25 1 0 0,13-40-25 0 0,1 1 0 0 0,0 0 0 0 0,0 0 0 0 0,0-1 0 0 0,1 1 0 0 0,0 0 0 0 0,0 0 0 0 0,1 0 0 0 0,0 0 0 0 0,1-1 1 0 0,-1 1-1 0 0,2 0 0 0 0,-1-1 0 0 0,5 10 0 0 0,-4-12-1 0 0,-1-1 0 0 0,1 1 0 0 0,1-1 1 0 0,-1 0-1 0 0,0 0 0 0 0,1 0 0 0 0,0 0 0 0 0,0 0 1 0 0,0-1-1 0 0,1 0 0 0 0,-1 0 0 0 0,1 0 0 0 0,-1 0 0 0 0,1-1 1 0 0,0 0-1 0 0,0 0 0 0 0,0 0 0 0 0,0-1 0 0 0,1 1 1 0 0,-1-1-1 0 0,9 1 0 0 0,-8-2-2 0 0,0 1 0 0 0,-1-1-1 0 0,1-1 1 0 0,0 1 0 0 0,-1-1 0 0 0,1 1 0 0 0,-1-2-1 0 0,1 1 1 0 0,-1 0 0 0 0,1-1 0 0 0,-1 0 0 0 0,0-1-1 0 0,0 1 1 0 0,0-1 0 0 0,0 0 0 0 0,0 0 0 0 0,-1 0-1 0 0,1-1 1 0 0,-1 0 0 0 0,7-8 0 0 0,-3 2 7 0 0,-1 0 0 0 0,0 0 0 0 0,-1-1 0 0 0,0-1 1 0 0,-1 1-1 0 0,0-1 0 0 0,0 0 0 0 0,3-15 0 0 0,23-105 1984 0 0,-30 130-1911 0 0,-1 1-84 0 0,1 1 0 0 0,-1-1 0 0 0,0 1 0 0 0,1 0 0 0 0,-1-1 0 0 0,0 1 1 0 0,1 0-1 0 0,-1-1 0 0 0,1 1 0 0 0,-1 0 0 0 0,1-1 0 0 0,-1 1 0 0 0,1 0 0 0 0,-1 0 0 0 0,1 0 0 0 0,-1 0 1 0 0,1-1-1 0 0,-1 1 0 0 0,2 0 0 0 0,4 11 42 0 0,1 1 1 0 0,-1-1 0 0 0,-1 1-1 0 0,0 0 1 0 0,4 19 0 0 0,4 8-23 0 0,-7-25 1 0 0,0 0-1 0 0,1 0 0 0 0,1-1 0 0 0,0 1 1 0 0,0-2-1 0 0,1 1 0 0 0,1-1 1 0 0,0-1-1 0 0,13 12 0 0 0,-15-16-155 0 0,1-1 0 0 0,0 1 0 0 0,1-1 0 0 0,-1-1 0 0 0,1 0 0 0 0,0 0-1 0 0,0-1 1 0 0,1 0 0 0 0,-1-1 0 0 0,1 0 0 0 0,0-1 0 0 0,0 0 0 0 0,15 1-1 0 0,-11-3-1341 0 0,-1 1 0 0 0,1-2-1 0 0,0 0 1 0 0,22-5-1 0 0,-4-4-4458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5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35 932 0 0,'-1'-3'736'0'0,"1"0"1"0"0,0 0-1 0 0,-1 0 1 0 0,0 0-1 0 0,0 0 0 0 0,0 0 1 0 0,0 1-1 0 0,-2-6 0 0 0,1 6 6 0 0,2 2-695 0 0,0 0 1 0 0,-1 0 0 0 0,1 0 0 0 0,-1-1-1 0 0,1 1 1 0 0,-1 0 0 0 0,1 0 0 0 0,0 0-1 0 0,-1 0 1 0 0,1 0 0 0 0,-1 0 0 0 0,1 0-1 0 0,-1-1 1 0 0,1 1 0 0 0,-1 1 0 0 0,1-1-1 0 0,-1 0 1 0 0,1 0 0 0 0,-1 0 0 0 0,1 0-1 0 0,0 0 1 0 0,-1 0 0 0 0,1 0-1 0 0,-1 1 1 0 0,1-1 0 0 0,-1 0 0 0 0,1 0-1 0 0,0 1 1 0 0,-1-1 0 0 0,1 1 0 0 0,-16 7 459 0 0,15-7-465 0 0,-6 5 156 0 0,0 0 1 0 0,0 1 0 0 0,1 0-1 0 0,-1 0 1 0 0,2 1 0 0 0,-10 14-1 0 0,-25 55 304 0 0,33-60-390 0 0,-14 27 2 0 0,-25 82 1 0 0,40-103-103 0 0,1 0 0 0 0,0 0 0 0 0,2 0 0 0 0,0 0 0 0 0,2 43 0 0 0,2-58-1 0 0,-1-1 0 0 0,2 0 0 0 0,-1 1 0 0 0,1-1 0 0 0,0 0 0 0 0,0 1 0 0 0,1-1 0 0 0,0-1 0 0 0,0 1 0 0 0,0 0 0 0 0,1-1 0 0 0,0 1 0 0 0,1-1 0 0 0,9 10 0 0 0,-7-10-26 0 0,0 0 0 0 0,0 0 0 0 0,1-1 0 0 0,-1 0 0 0 0,2 0 0 0 0,-1-1 0 0 0,0 0 0 0 0,1 0 0 0 0,-1-1 0 0 0,18 4 0 0 0,-8-4-136 0 0,0-1 0 0 0,0 0 0 0 0,0-1 0 0 0,0-1 0 0 0,0-1 0 0 0,0 0 0 0 0,0-2 0 0 0,0 0 0 0 0,-1 0 0 0 0,1-2 0 0 0,31-12 0 0 0,-32 8 203 0 0,1-1 1 0 0,-1 0-1 0 0,-1-1 0 0 0,0-1 0 0 0,0 0 1 0 0,-1-1-1 0 0,-1-1 0 0 0,0 0 1 0 0,-1-1-1 0 0,-1-1 0 0 0,0 0 1 0 0,-1 0-1 0 0,-1-1 0 0 0,0-1 0 0 0,-2 1 1 0 0,0-2-1 0 0,-1 1 0 0 0,0-1 1 0 0,-2 0-1 0 0,0 0 0 0 0,-1-1 0 0 0,2-30 1 0 0,-6 49-27 0 0,0-1 48 0 0,1-1 0 0 0,-1 0 0 0 0,0 0-1 0 0,0 1 1 0 0,0-1 0 0 0,0 0 0 0 0,-1 0 0 0 0,1 1 0 0 0,-2-6 0 0 0,1 8-67 0 0,0 1 0 0 0,0-1 1 0 0,0 1-1 0 0,1-1 0 0 0,-1 0 1 0 0,0 1-1 0 0,0-1 0 0 0,1 1 1 0 0,-1 0-1 0 0,0-1 1 0 0,1 1-1 0 0,-1 0 0 0 0,1-1 1 0 0,-1 1-1 0 0,1 0 0 0 0,-1 0 1 0 0,1-1-1 0 0,-1 1 0 0 0,1 0 1 0 0,-1 0-1 0 0,1 0 1 0 0,0 0-1 0 0,-9 25 55 0 0,8-20-41 0 0,-5 12 7 0 0,2 1 0 0 0,0 0 0 0 0,1-1 0 0 0,0 39 1 0 0,3-45-17 0 0,0 1 1 0 0,1-1 0 0 0,1 1 0 0 0,0-1 0 0 0,1 1 0 0 0,0-1 0 0 0,1 0-1 0 0,8 16 1 0 0,-9-22 10 0 0,0-1-1 0 0,1 0 0 0 0,-1 0 1 0 0,1 0-1 0 0,1 0 1 0 0,-1-1-1 0 0,1 1 0 0 0,-1-1 1 0 0,1 0-1 0 0,0-1 0 0 0,1 1 1 0 0,-1-1-1 0 0,1 0 1 0 0,-1-1-1 0 0,1 1 0 0 0,0-1 1 0 0,0 0-1 0 0,0 0 0 0 0,0-1 1 0 0,0 0-1 0 0,0 0 1 0 0,1 0-1 0 0,-1-1 0 0 0,0 0 1 0 0,0 0-1 0 0,1-1 1 0 0,8-1-1 0 0,-8 1-7 0 0,-1 0 1 0 0,1-1-1 0 0,0 1 1 0 0,0-2-1 0 0,-1 1 1 0 0,1-1-1 0 0,-1 0 1 0 0,0 0-1 0 0,1 0 1 0 0,-2-1-1 0 0,1 0 1 0 0,0 0-1 0 0,-1-1 1 0 0,0 0-1 0 0,0 0 1 0 0,0 0-1 0 0,-1 0 1 0 0,1-1-1 0 0,-1 0 1 0 0,0 1-1 0 0,-1-2 1 0 0,0 1-1 0 0,0 0 1 0 0,3-9-1 0 0,-4 3 2 0 0,0-1 1 0 0,0 1-1 0 0,-1-1 0 0 0,-1 1 0 0 0,0-1 0 0 0,-1 1 0 0 0,0-1 0 0 0,-1 1 0 0 0,0-1 0 0 0,-1 1 0 0 0,-1 0 0 0 0,0 0 1 0 0,-9-20-1 0 0,7 20-8 0 0,1 1 0 0 0,-2 0 0 0 0,1 1 0 0 0,-2-1 0 0 0,1 2 0 0 0,-1-1 0 0 0,-1 1 0 0 0,0 0 1 0 0,0 0-1 0 0,-1 1 0 0 0,0 1 0 0 0,0 0 0 0 0,-20-11 0 0 0,22 15-17 0 0,1 0 0 0 0,0 1-1 0 0,-1 0 1 0 0,0 0 0 0 0,1 1 0 0 0,-1 0 0 0 0,0 0 0 0 0,0 0-1 0 0,0 1 1 0 0,0 1 0 0 0,1-1 0 0 0,-10 3 0 0 0,11-2 2 0 0,0 1 0 0 0,1-1 0 0 0,-1 1 0 0 0,0 0 0 0 0,0 1 0 0 0,1 0 0 0 0,0 0 0 0 0,-1 0 0 0 0,1 0 0 0 0,0 1 0 0 0,1 0 0 0 0,-1 0 0 0 0,1 0 0 0 0,-1 0 0 0 0,1 1 0 0 0,-3 5 0 0 0,6-9 4 0 0,0 0 1 0 0,0 1-1 0 0,0-1 1 0 0,0 0-1 0 0,0 1 1 0 0,1-1-1 0 0,-1 1 1 0 0,0 0-1 0 0,1-1 1 0 0,-1 1-1 0 0,1-1 1 0 0,0 1-1 0 0,-1 0 1 0 0,1-1-1 0 0,0 1 1 0 0,0 0-1 0 0,0-1 1 0 0,0 1-1 0 0,1 0 1 0 0,-1-1-1 0 0,0 1 1 0 0,1 0-1 0 0,0 1 1 0 0,0-1 0 0 0,0 0 1 0 0,1 0-1 0 0,-1-1 1 0 0,1 1-1 0 0,-1 0 1 0 0,1-1-1 0 0,0 0 1 0 0,0 1 0 0 0,0-1-1 0 0,-1 0 1 0 0,1 0-1 0 0,0 0 1 0 0,1 0-1 0 0,3 1 1 0 0,5 2-5 0 0,0-2 0 0 0,1 1 1 0 0,-1-2-1 0 0,1 1 0 0 0,14-2 1 0 0,14-2-35 0 0,0-3 1 0 0,-1-1 0 0 0,1-2 0 0 0,67-23 0 0 0,-57 15 18 0 0,99-17 1 0 0,-141 32 16 0 0,0 0 1 0 0,0 1-1 0 0,0-1 0 0 0,0 1 0 0 0,0 1 0 0 0,0 0 0 0 0,0 0 0 0 0,0 0 0 0 0,0 1 0 0 0,0 1 0 0 0,-1-1 1 0 0,1 1-1 0 0,-1 0 0 0 0,1 1 0 0 0,-1 0 0 0 0,0 0 0 0 0,-1 0 0 0 0,1 1 0 0 0,-1 0 0 0 0,0 0 0 0 0,0 1 1 0 0,0 0-1 0 0,-1 0 0 0 0,0 0 0 0 0,0 0 0 0 0,0 1 0 0 0,-1 0 0 0 0,6 12 0 0 0,-3-2-22 0 0,1 0 0 0 0,-2 0 0 0 0,0 0 0 0 0,4 27 0 0 0,7 73 61 0 0,-9-50 243 0 0,-8-65-184 0 0,11-24-44 0 0,-2-12 7 0 0,41-118 106 0 0,-44 136-148 0 0,1 1 1 0 0,1 1 0 0 0,0 0 0 0 0,1 0-1 0 0,0 0 1 0 0,1 1 0 0 0,20-19 0 0 0,-28 29-19 0 0,1 1 1 0 0,0-1-1 0 0,0 1 1 0 0,0 0-1 0 0,0-1 1 0 0,1 1-1 0 0,-1 1 1 0 0,1-1-1 0 0,-1 1 0 0 0,1-1 1 0 0,-1 1-1 0 0,1 0 1 0 0,0 0-1 0 0,0 0 1 0 0,0 1-1 0 0,-1 0 1 0 0,1-1-1 0 0,0 1 1 0 0,0 1-1 0 0,4-1 1 0 0,-3 2 3 0 0,1-1 1 0 0,-1 1-1 0 0,0 0 1 0 0,0 1-1 0 0,0-1 1 0 0,0 1-1 0 0,0 0 1 0 0,0 0-1 0 0,0 1 0 0 0,-1-1 1 0 0,0 1-1 0 0,0 0 1 0 0,5 6-1 0 0,7 11 26 0 0,-1 1-1 0 0,0 1 1 0 0,-2 0-1 0 0,-1 1 0 0 0,14 38 1 0 0,-15-36 22 0 0,0 0 0 0 0,2 0 0 0 0,1-1 1 0 0,29 40-1 0 0,-41-62-32 0 0,0-1 0 0 0,1 1 0 0 0,-1-1-1 0 0,1 1 1 0 0,-1-1 0 0 0,1 0 0 0 0,0 0 0 0 0,0 0 0 0 0,0 0 0 0 0,6 2 0 0 0,-7-3-14 0 0,-1-1 0 0 0,1 0-1 0 0,-1 0 1 0 0,1 0 0 0 0,0 0 0 0 0,-1 0-1 0 0,1 0 1 0 0,0 0 0 0 0,-1 0 0 0 0,1 0 0 0 0,-1-1-1 0 0,1 1 1 0 0,-1-1 0 0 0,1 1 0 0 0,-1-1-1 0 0,1 0 1 0 0,-1 1 0 0 0,1-1 0 0 0,-1 0-1 0 0,0 0 1 0 0,1 0 0 0 0,-1 0 0 0 0,0 0 0 0 0,0 0-1 0 0,2-3 1 0 0,4-5 4 0 0,-2 0 0 0 0,1 0-1 0 0,-1-1 1 0 0,0 0 0 0 0,-1 0 0 0 0,6-18-1 0 0,0 0 2 0 0,-2 7 14 0 0,5-11 13 0 0,31-58 0 0 0,-40 82-35 0 0,1 0-1 0 0,0 1 1 0 0,1-1-1 0 0,0 1 1 0 0,0 1 0 0 0,0-1-1 0 0,1 1 1 0 0,0 0-1 0 0,0 0 1 0 0,1 1-1 0 0,0 0 1 0 0,10-5-1 0 0,-17 9-1 0 0,1 0 0 0 0,-1 1 0 0 0,0-1-1 0 0,1 0 1 0 0,-1 1 0 0 0,1-1-1 0 0,-1 1 1 0 0,1-1 0 0 0,-1 1 0 0 0,1-1-1 0 0,0 1 1 0 0,-1 0 0 0 0,1 0 0 0 0,-1 0-1 0 0,1 0 1 0 0,0 0 0 0 0,-1 0-1 0 0,1 1 1 0 0,2 0 0 0 0,0 0 0 0 0,3 0-4 0 0,-1 1 0 0 0,0-1 0 0 0,0 1 1 0 0,0 0-1 0 0,0 1 0 0 0,0 0 0 0 0,0 0 1 0 0,8 6-1 0 0,41 35-16 0 0,-26-19 19 0 0,-5-6 16 0 0,2-1-1 0 0,0-2 0 0 0,36 18 0 0 0,-48-28 5 0 0,-1 0-1 0 0,1-1 1 0 0,1 0 0 0 0,-1-1-1 0 0,1-1 1 0 0,-1 0 0 0 0,1-1-1 0 0,29 0 1 0 0,-40-2-15 0 0,0 0 0 0 0,0-1 1 0 0,0 1-1 0 0,1-1 0 0 0,-1 0 0 0 0,0 0 1 0 0,0 0-1 0 0,0-1 0 0 0,0 0 1 0 0,-1 1-1 0 0,1-1 0 0 0,0-1 0 0 0,-1 1 1 0 0,1 0-1 0 0,-1-1 0 0 0,0 0 0 0 0,0 0 1 0 0,0 0-1 0 0,4-5 0 0 0,-4 3 2 0 0,0 0 0 0 0,-1 0-1 0 0,0 0 1 0 0,0 0 0 0 0,0-1-1 0 0,0 1 1 0 0,-1 0 0 0 0,0-1-1 0 0,0 0 1 0 0,0 1-1 0 0,-1-1 1 0 0,0 0 0 0 0,0 1-1 0 0,-1-7 1 0 0,1 0 0 0 0,-1-1-1 0 0,-1 1 1 0 0,0 0 0 0 0,-1-1-1 0 0,0 1 1 0 0,-1 1 0 0 0,-1-1-1 0 0,-7-16 1 0 0,11 27-6 0 0,1 0 0 0 0,-1 0 0 0 0,0 0 0 0 0,0 0 0 0 0,1 0-1 0 0,-1 0 1 0 0,0 0 0 0 0,0 0 0 0 0,0 0 0 0 0,0 1 0 0 0,0-1 0 0 0,0 0 0 0 0,0 1 0 0 0,0-1-1 0 0,-1 1 1 0 0,1-1 0 0 0,0 1 0 0 0,0-1 0 0 0,-1 1 0 0 0,1 0 0 0 0,0-1 0 0 0,0 1 0 0 0,-1 0-1 0 0,-1 0 1 0 0,1 1 0 0 0,0-1-1 0 0,-1 1 0 0 0,1-1 0 0 0,-1 1 1 0 0,1 0-1 0 0,0 0 0 0 0,-1 1 0 0 0,1-1 1 0 0,0 0-1 0 0,0 1 0 0 0,-3 2 0 0 0,-2 3-2 0 0,0 0 0 0 0,0 0 0 0 0,1 1 0 0 0,0 0-1 0 0,-6 10 1 0 0,-2 6 75 0 0,2 1 0 0 0,1-1 0 0 0,1 2 0 0 0,-8 33 0 0 0,14-44-33 0 0,1 0 0 0 0,1 0 0 0 0,0 0-1 0 0,1 1 1 0 0,1-1 0 0 0,0 0 0 0 0,1 1-1 0 0,1-1 1 0 0,3 16 0 0 0,-3-22-21 0 0,1-1 0 0 0,0 0 0 0 0,1 0 0 0 0,-1 0-1 0 0,1-1 1 0 0,1 1 0 0 0,-1-1 0 0 0,1 0 0 0 0,1 0 0 0 0,6 7 0 0 0,-2-5 12 0 0,0 0 0 0 0,0-1 0 0 0,0-1 0 0 0,1 1 0 0 0,0-2 0 0 0,15 8 1 0 0,-4-5-459 0 0,2 0 1 0 0,-1-2 0 0 0,1-1 0 0 0,0 0 0 0 0,0-2 0 0 0,42 3 0 0 0,-53-7-570 0 0,1 0 0 0 0,-1-1 0 0 0,0-1 0 0 0,0 0 0 0 0,0 0 0 0 0,18-7 0 0 0,4-4-3618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6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39 217 748 0 0,'-12'-114'9102'0'0,"12"114"-9072"0"0,0-1 0 0 0,0 0 1 0 0,0 1-1 0 0,0-1 1 0 0,0 0-1 0 0,0 1 0 0 0,0-1 1 0 0,0 1-1 0 0,0-1 0 0 0,0 0 1 0 0,0 1-1 0 0,1-1 1 0 0,-1 0-1 0 0,0 1 0 0 0,0-1 1 0 0,1 1-1 0 0,-1-1 1 0 0,0 1-1 0 0,1-1 0 0 0,-1 1 1 0 0,1-1-1 0 0,-1 1 0 0 0,1-1 1 0 0,-1 1-1 0 0,1-1 1 0 0,-1 1-1 0 0,1 0 0 0 0,-1-1 1 0 0,2 0-1 0 0,-1 1-1 0 0,0 0 1 0 0,1 0-1 0 0,-1 0 0 0 0,0 0 0 0 0,1 0 0 0 0,-1 0 0 0 0,0 1 1 0 0,1-1-1 0 0,-1 0 0 0 0,0 1 0 0 0,0-1 0 0 0,1 1 1 0 0,1 0-1 0 0,33 23 406 0 0,-28-18-299 0 0,-1 1 0 0 0,-1 0 0 0 0,1 0 0 0 0,-1 0 0 0 0,0 1 0 0 0,-1 0 0 0 0,0 0 0 0 0,0 0 0 0 0,-1 0 0 0 0,0 1-1 0 0,0 0 1 0 0,-1 0 0 0 0,0 0 0 0 0,-1 0 0 0 0,0 0 0 0 0,0 1 0 0 0,-1-1 0 0 0,0 15 0 0 0,-1-11 49 0 0,-1 1-1 0 0,0-1 1 0 0,-1 0 0 0 0,-1 0-1 0 0,0 0 1 0 0,0-1-1 0 0,-1 1 1 0 0,-1-1 0 0 0,0 0-1 0 0,-1 0 1 0 0,0 0 0 0 0,-15 19-1 0 0,12-18 69 0 0,0-1 1 0 0,-1 0-1 0 0,0 0 0 0 0,-1-1 0 0 0,0-1 1 0 0,-24 17-1 0 0,35-26-232 0 0,-1-1 0 0 0,1 0 0 0 0,-1 1-1 0 0,1-1 1 0 0,-1 0 0 0 0,1 1 0 0 0,-1-1 0 0 0,1 0 0 0 0,-1 1 0 0 0,0-1 0 0 0,1 0-1 0 0,-1 0 1 0 0,1 0 0 0 0,-1 0 0 0 0,1 0 0 0 0,-1 0 0 0 0,0 0 0 0 0,1 0-1 0 0,-1 0 1 0 0,1 0 0 0 0,-1 0 0 0 0,0 0 0 0 0,1 0 0 0 0,-1 0 0 0 0,0-1 0 0 0,0 1-13 0 0,1-1 0 0 0,0 1 0 0 0,-1-1 1 0 0,1 0-1 0 0,0 1 0 0 0,0-1 1 0 0,-1 0-1 0 0,1 1 0 0 0,0-1 0 0 0,0 1 1 0 0,0-1-1 0 0,0 0 0 0 0,0 1 1 0 0,0-1-1 0 0,0 0 0 0 0,0 1 0 0 0,0-1 1 0 0,1-1-1 0 0,9-29 43 0 0,10-1-36 0 0,1 1 1 0 0,1 1-1 0 0,2 1 1 0 0,40-38-1 0 0,118-93 64 0 0,15 5-123 0 0,-181 139 23 0 0,-16 16 20 0 0,0 0 1 0 0,0 0 0 0 0,0 0-1 0 0,0 0 1 0 0,0 0-1 0 0,0 0 1 0 0,0-1 0 0 0,0 1-1 0 0,0 0 1 0 0,0 0-1 0 0,0 0 1 0 0,0 0 0 0 0,0 0-1 0 0,0 0 1 0 0,-1-1 0 0 0,1 1-1 0 0,0 0 1 0 0,0 0-1 0 0,0 0 1 0 0,0 0 0 0 0,0 0-1 0 0,0 0 1 0 0,0 0-1 0 0,0 0 1 0 0,0 0 0 0 0,0-1-1 0 0,-1 1 1 0 0,1 0-1 0 0,0 0 1 0 0,0 0 0 0 0,0 0-1 0 0,0 0 1 0 0,0 0-1 0 0,0 0 1 0 0,-1 0 0 0 0,1 0-1 0 0,0 0 1 0 0,0 0-1 0 0,0 0 1 0 0,0 0 0 0 0,0 0-1 0 0,0 0 1 0 0,-1 0 0 0 0,1 0-1 0 0,0 0 1 0 0,0 0-1 0 0,0 0 1 0 0,0 0 0 0 0,0 0-1 0 0,0 0 1 0 0,-1 0-1 0 0,1 0 1 0 0,0 0 0 0 0,0 1-1 0 0,0-1 1 0 0,0 0-1 0 0,0 0 1 0 0,-26 10-20 0 0,2 5 18 0 0,1 2 0 0 0,0 1 0 0 0,2 0 0 0 0,0 2 0 0 0,1 0-1 0 0,0 2 1 0 0,2 0 0 0 0,1 1 0 0 0,1 0 0 0 0,-15 29-1 0 0,28-46 11 0 0,0 0-1 0 0,1 0 1 0 0,-1 0-1 0 0,1 0 0 0 0,1 0 1 0 0,-1 1-1 0 0,1-1 1 0 0,0 1-1 0 0,1-1 0 0 0,-1 1 1 0 0,1-1-1 0 0,1 1 1 0 0,-1-1-1 0 0,1 0 1 0 0,0 1-1 0 0,2 6 0 0 0,0-6 3 0 0,0 0 0 0 0,0 0 0 0 0,1 0 0 0 0,0 0 0 0 0,0-1 0 0 0,1 1 0 0 0,0-1 0 0 0,0 0 0 0 0,0-1 0 0 0,1 1 0 0 0,-1-1 0 0 0,2 0 0 0 0,6 4 0 0 0,3 2 11 0 0,1-2 1 0 0,1 0 0 0 0,0-1-1 0 0,0 0 1 0 0,0-2 0 0 0,26 6-1 0 0,0-2-696 0 0,72 5-1 0 0,-90-13-1138 0 0,35-2 1 0 0,-3-7-4491 0 0,-27 0 437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7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2092 0 0,'10'-11'4755'0'0,"18"-21"2391"0"0,-26 30-6616 0 0,7-3 1581 0 0,-8 6-2099 0 0,0 1 1 0 0,0-1 0 0 0,0 0 0 0 0,0 1 0 0 0,0-1-1 0 0,0 1 1 0 0,0-1 0 0 0,0 1 0 0 0,0-1 0 0 0,-1 1-1 0 0,1-1 1 0 0,-1 1 0 0 0,1 0 0 0 0,-1-1 0 0 0,0 1-1 0 0,1 0 1 0 0,-1 2 0 0 0,4 44 73 0 0,-3-33-62 0 0,3 26 133 0 0,16 70 0 0 0,-15-94-808 0 0,0-1 0 0 0,12 24 0 0 0,-12-30-537 0 0,0-1 0 0 0,1 1 0 0 0,0-1 0 0 0,1-1 0 0 0,7 9 0 0 0,6 2-4615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08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66 84 0 0,'-3'-6'1141'0'0,"-1"-1"0"0"0,1 0-1 0 0,-1 1 1 0 0,0 0 0 0 0,-1 0 0 0 0,0 0-1 0 0,-7-7 1 0 0,9 12-1007 0 0,1 0-1 0 0,-1-1 0 0 0,0 1 1 0 0,1 0-1 0 0,-1 1 1 0 0,0-1-1 0 0,0 0 1 0 0,0 1-1 0 0,0 0 0 0 0,0-1 1 0 0,0 1-1 0 0,0 0 1 0 0,0 1-1 0 0,1-1 0 0 0,-1 0 1 0 0,0 1-1 0 0,0 0 1 0 0,-4 1-1 0 0,-5 2-12 0 0,1 1 0 0 0,-1 0-1 0 0,1 1 1 0 0,0 0 0 0 0,1 1 0 0 0,0 0-1 0 0,0 1 1 0 0,0 0 0 0 0,1 0 0 0 0,0 1 0 0 0,-8 10-1 0 0,-1 3-31 0 0,2 0-1 0 0,0 0 0 0 0,-24 50 0 0 0,31-55-60 0 0,2 1 0 0 0,-1 0 0 0 0,2 0 0 0 0,1 0 0 0 0,0 1 0 0 0,-4 32 0 0 0,9-44-17 0 0,-1-1 1 0 0,1 0-1 0 0,1 1 1 0 0,-1-1-1 0 0,1 0 1 0 0,0 1 0 0 0,1-1-1 0 0,-1 0 1 0 0,1 0-1 0 0,0 0 1 0 0,1 0-1 0 0,-1 0 1 0 0,1-1-1 0 0,1 1 1 0 0,-1-1-1 0 0,1 0 1 0 0,0 0 0 0 0,0 0-1 0 0,0 0 1 0 0,1-1-1 0 0,-1 1 1 0 0,1-1-1 0 0,0 0 1 0 0,7 3-1 0 0,3 2-20 0 0,1-1-1 0 0,-1-1 0 0 0,2 0 1 0 0,-1-1-1 0 0,1-1 0 0 0,-1-1 1 0 0,2 0-1 0 0,-1-1 0 0 0,0-1 1 0 0,0 0-1 0 0,1-2 0 0 0,-1 0 1 0 0,1 0-1 0 0,-1-2 1 0 0,0 0-1 0 0,1-2 0 0 0,22-6 1 0 0,-16 3-35 0 0,0-2 0 0 0,-1 0 0 0 0,-1-2 0 0 0,0 0 0 0 0,0-2 0 0 0,-1 0 0 0 0,-1-1 0 0 0,0-1 0 0 0,-1-1 0 0 0,0-1 0 0 0,25-31 0 0 0,50-87 1213 0 0,-59 81-25 0 0,-34 52-1062 0 0,3 13-24 0 0,-3-3-35 0 0,-1 0 0 0 0,0 0-1 0 0,0 0 1 0 0,-4 14-1 0 0,1 8 46 0 0,2-9-28 0 0,1 0 1 0 0,0 0-1 0 0,2 0 1 0 0,0 0-1 0 0,7 24 0 0 0,-7-37-24 0 0,1 1 0 0 0,0 0-1 0 0,0-1 1 0 0,1 1 0 0 0,1-1-1 0 0,-1 0 1 0 0,1 0 0 0 0,0-1-1 0 0,1 1 1 0 0,0-1 0 0 0,0-1-1 0 0,1 1 1 0 0,-1-1 0 0 0,11 7 0 0 0,-8-7 0 0 0,1 0 1 0 0,0 0 0 0 0,0-1 0 0 0,0-1-1 0 0,1 1 1 0 0,-1-2 0 0 0,1 0 0 0 0,0 0 0 0 0,0-1-1 0 0,0 0 1 0 0,1-1 0 0 0,-1 0 0 0 0,0-1-1 0 0,17-1 1 0 0,-22 0-9 0 0,0 0-1 0 0,0 0 1 0 0,0 0-1 0 0,0-1 1 0 0,0 0-1 0 0,0 0 0 0 0,-1-1 1 0 0,1 0-1 0 0,-1 0 1 0 0,1 0-1 0 0,-1 0 1 0 0,0-1-1 0 0,-1 0 1 0 0,1 0-1 0 0,0 0 1 0 0,-1-1-1 0 0,0 1 1 0 0,0-1-1 0 0,0 0 1 0 0,-1 0-1 0 0,0-1 0 0 0,0 1 1 0 0,0-1-1 0 0,-1 1 1 0 0,1-1-1 0 0,-1 0 1 0 0,2-10-1 0 0,-2 7-4 0 0,-1 0 0 0 0,0 0-1 0 0,0 0 1 0 0,-1 0 0 0 0,0 0-1 0 0,0 0 1 0 0,-1 0 0 0 0,-1 0 0 0 0,1 0-1 0 0,-6-17 1 0 0,2 14 3 0 0,0 0 0 0 0,-1 0-1 0 0,-1 0 1 0 0,1 1 0 0 0,-2 0 0 0 0,-14-18-1 0 0,-1 6 3 0 0,0 1-1 0 0,0 1 1 0 0,-2 1 0 0 0,-1 1-1 0 0,-39-21 1 0 0,-102-47-37 0 0,165 86 21 0 0,37-4 11 0 0,-6 8-14 0 0,0 0 1 0 0,-1 2 0 0 0,1 1-1 0 0,-1 1 1 0 0,0 2 0 0 0,-1 0 0 0 0,0 2-1 0 0,0 1 1 0 0,38 24 0 0 0,-39-19 2 0 0,0 1 1 0 0,-1 1 0 0 0,-1 1-1 0 0,-1 2 1 0 0,0 0-1 0 0,-2 1 1 0 0,-1 2 0 0 0,27 41-1 0 0,-41-56 12 0 0,-1-1 0 0 0,0 1 0 0 0,0 0 1 0 0,-1 0-1 0 0,5 20 0 0 0,-8-25 19 0 0,0 1-1 0 0,0-1 1 0 0,-1 0 0 0 0,0 1 0 0 0,0-1 0 0 0,0 0 0 0 0,-1 1-1 0 0,1-1 1 0 0,-1 0 0 0 0,0 0 0 0 0,-1 0 0 0 0,1 0-1 0 0,-4 8 1 0 0,5-12-19 0 0,0-1-1 0 0,-1 0 0 0 0,1 1 1 0 0,0-1-1 0 0,0 0 0 0 0,0 1 1 0 0,0-1-1 0 0,0 0 1 0 0,0 0-1 0 0,0 1 0 0 0,0-1 1 0 0,-1 0-1 0 0,1 1 0 0 0,0-1 1 0 0,0 0-1 0 0,0 0 1 0 0,-1 1-1 0 0,1-1 0 0 0,0 0 1 0 0,0 0-1 0 0,-1 1 0 0 0,1-1 1 0 0,0 0-1 0 0,0 0 0 0 0,-1 0 1 0 0,1 1-1 0 0,0-1 1 0 0,-1 0-1 0 0,1 0 0 0 0,0 0 1 0 0,-1 0-1 0 0,1 0 0 0 0,0 0 1 0 0,-1 0-1 0 0,1 0 1 0 0,0 0-1 0 0,-1 0 0 0 0,1 0 1 0 0,0 0-1 0 0,-1 0 0 0 0,1 0 1 0 0,0 0-1 0 0,-1 0 0 0 0,1 0 1 0 0,0 0-1 0 0,0-1 1 0 0,-1 1-1 0 0,1 0 0 0 0,0 0 1 0 0,-1 0-1 0 0,1 0 0 0 0,0-1 1 0 0,-1 1-1 0 0,1-1 1 0 0,-1 0 0 0 0,1 1 0 0 0,-1-1 0 0 0,1 0 0 0 0,-1 0 0 0 0,1 0 0 0 0,0 0 0 0 0,-1 0 0 0 0,1 0 0 0 0,0 0 0 0 0,0 0 0 0 0,0 0 0 0 0,-1 0 0 0 0,1-1 0 0 0,5-16 5 0 0,0 0 0 0 0,1 1 0 0 0,1-1 1 0 0,0 1-1 0 0,2 1 0 0 0,16-27 0 0 0,-19 34-9 0 0,1 0 0 0 0,-1 0 0 0 0,2 1 0 0 0,-1 0-1 0 0,1 0 1 0 0,0 1 0 0 0,1 0 0 0 0,-1 0 0 0 0,1 1 0 0 0,1 0 0 0 0,-1 1-1 0 0,1 0 1 0 0,0 0 0 0 0,20-5 0 0 0,-24 8-2 0 0,1 1 0 0 0,-1-1 1 0 0,1 2-1 0 0,-1-1 0 0 0,0 1 0 0 0,1 0 1 0 0,-1 0-1 0 0,1 0 0 0 0,-1 1 0 0 0,1 0 0 0 0,-1 1 1 0 0,0-1-1 0 0,0 1 0 0 0,0 0 0 0 0,0 1 1 0 0,0-1-1 0 0,0 1 0 0 0,0 1 0 0 0,-1-1 1 0 0,0 1-1 0 0,1 0 0 0 0,-1 0 0 0 0,-1 0 1 0 0,1 1-1 0 0,-1-1 0 0 0,6 8 0 0 0,-4-3 16 0 0,-1-1 0 0 0,1 1 0 0 0,-2 0 0 0 0,1 0 0 0 0,-1 0 0 0 0,-1 1 0 0 0,5 15 0 0 0,-3 3 68 0 0,3 38 0 0 0,-5-37 20 0 0,9 41 0 0 0,-12-68-51 0 0,1 0-1 0 0,-1 1 0 0 0,1-1 0 0 0,0 0 1 0 0,0 1-1 0 0,0-1 0 0 0,0 0 0 0 0,1 0 1 0 0,-1 0-1 0 0,0 0 0 0 0,1 0 0 0 0,-1 0 1 0 0,1-1-1 0 0,0 1 0 0 0,0 0 0 0 0,0-1 1 0 0,0 1-1 0 0,0-1 0 0 0,0 0 0 0 0,0 0 1 0 0,0 1-1 0 0,0-1 0 0 0,1-1 0 0 0,-1 1 1 0 0,0 0-1 0 0,1-1 0 0 0,-1 1 0 0 0,0-1 1 0 0,5 1-1 0 0,4-3 18 0 0,1 0 1 0 0,-1-1-1 0 0,1 0 1 0 0,-1-1-1 0 0,0 0 1 0 0,0-1-1 0 0,-1 0 1 0 0,0-1-1 0 0,0 0 1 0 0,0 0-1 0 0,0-1 1 0 0,8-9-1 0 0,18-15 113 0 0,50-60-1 0 0,-54 53 425 0 0,-1-1-1 0 0,-1-2 0 0 0,42-79 1 0 0,-72 119-601 0 0,1 1 1 0 0,-1 0 0 0 0,0-1-1 0 0,0 1 1 0 0,1 0 0 0 0,-1 0-1 0 0,0-1 1 0 0,0 1-1 0 0,0 0 1 0 0,1-1 0 0 0,-1 1-1 0 0,0-1 1 0 0,0 1 0 0 0,0 0-1 0 0,0-1 1 0 0,0 1 0 0 0,0 0-1 0 0,0-1 1 0 0,0 1-1 0 0,0-1 1 0 0,0 1 0 0 0,0 0-1 0 0,0-1 1 0 0,0 1 0 0 0,0 0-1 0 0,0-1 1 0 0,0 1-1 0 0,-1-1 1 0 0,1 1 0 0 0,0 0-1 0 0,0-1 1 0 0,0 1 0 0 0,0 0-1 0 0,-1 0 1 0 0,1-1 0 0 0,0 1-1 0 0,0 0 1 0 0,-1-1-1 0 0,1 1 1 0 0,0 0 0 0 0,-1 0-1 0 0,1-1 1 0 0,0 1 0 0 0,-1 0-1 0 0,1 0 1 0 0,0 0 0 0 0,-1 0-1 0 0,1 0 1 0 0,0-1-1 0 0,-1 1 1 0 0,1 0 0 0 0,0 0-1 0 0,-1 0 1 0 0,1 0 0 0 0,-1 0-1 0 0,1 0 1 0 0,0 0-1 0 0,-1 0 1 0 0,0 0 0 0 0,-1 1 4 0 0,-1-1 0 0 0,0 0 0 0 0,1 1 0 0 0,-1 0 0 0 0,1-1 0 0 0,0 1 0 0 0,-1 0 0 0 0,-2 2-1 0 0,-11 7 28 0 0,-1 2-1 0 0,1 0 1 0 0,1 1-1 0 0,0 0 1 0 0,1 1-1 0 0,-18 24 1 0 0,22-25-19 0 0,0 1 1 0 0,1 0-1 0 0,1 0 1 0 0,0 1 0 0 0,1 0-1 0 0,1 0 1 0 0,0 0-1 0 0,-4 22 1 0 0,8-33-10 0 0,2 1 0 0 0,-1 0 1 0 0,0 0-1 0 0,1 0 1 0 0,0 0-1 0 0,0 0 0 0 0,1 0 1 0 0,-1-1-1 0 0,1 1 1 0 0,0 0-1 0 0,0 0 0 0 0,1 0 1 0 0,-1-1-1 0 0,1 1 1 0 0,0-1-1 0 0,0 1 1 0 0,1-1-1 0 0,2 4 0 0 0,0-2-2 0 0,0 0 0 0 0,0-1 0 0 0,1 0 0 0 0,0 0-1 0 0,0-1 1 0 0,0 1 0 0 0,1-1 0 0 0,-1-1-1 0 0,1 1 1 0 0,0-1 0 0 0,9 3 0 0 0,12 3-555 0 0,0-1 0 0 0,0-1 1 0 0,1-2-1 0 0,47 4 0 0 0,-13-7-5076 0 0,68-7-1 0 0,-69 1-2040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1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2932 0 0,'5'-27'5124'0'0,"2"-15"1225"0"0,4 84-4587 0 0,3 55-18 0 0,-4-1 1 0 0,-4 134 0 0 0,-6-182-1323 0 0,0-45-273 0 0,0 15 1711 0 0,0-54-1787 0 0,2 0 1 0 0,12-69-1 0 0,-11 91-76 0 0,0 1 0 0 0,1 0 0 0 0,1-1 0 0 0,0 2 0 0 0,1-1 0 0 0,0 0 0 0 0,0 1 0 0 0,2 0 0 0 0,-1 1 0 0 0,19-20 0 0 0,-24 28-5 0 0,1 1 0 0 0,0-1 0 0 0,0 1 0 0 0,0 0 0 0 0,0 0 0 0 0,0 0 0 0 0,0 0 0 0 0,1 0 0 0 0,-1 1 0 0 0,1 0 0 0 0,-1-1 0 0 0,1 1 0 0 0,0 1 0 0 0,-1-1 0 0 0,1 0 0 0 0,0 1 0 0 0,-1 0 0 0 0,1 0 0 0 0,0 0 0 0 0,0 0 0 0 0,-1 1 0 0 0,1-1 0 0 0,0 1 0 0 0,-1 0 0 0 0,1 0 0 0 0,-1 0 0 0 0,1 1 0 0 0,-1-1 0 0 0,1 1 0 0 0,-1 0 0 0 0,0 0 0 0 0,4 3 0 0 0,1 1-6 0 0,1 0-1 0 0,-1 1 0 0 0,-1 1 1 0 0,1-1-1 0 0,-1 1 0 0 0,-1 0 1 0 0,0 1-1 0 0,0 0 0 0 0,0 0 1 0 0,5 12-1 0 0,-5-6 33 0 0,0 0 0 0 0,-1 0 0 0 0,0 1 0 0 0,-2-1 0 0 0,1 1 1 0 0,-2 0-1 0 0,0 0 0 0 0,-1 0 0 0 0,-1 1 0 0 0,-1-1 0 0 0,-2 17 0 0 0,3-31 1 0 0,0-2-10 0 0,-1 0-1 0 0,1 1 1 0 0,0-1 0 0 0,-1 0-1 0 0,1 1 1 0 0,0-1 0 0 0,0 1-1 0 0,0-1 1 0 0,-1 0-1 0 0,1 1 1 0 0,0-1 0 0 0,0 1-1 0 0,0-1 1 0 0,0 0-1 0 0,0 1 1 0 0,0-1 0 0 0,0 1-1 0 0,0-1 1 0 0,0 1 0 0 0,0-1-1 0 0,0 0 1 0 0,0 1-1 0 0,-1 1 91 0 0,-5-5-106 0 0,3-1 12 0 0,1 0 0 0 0,-1 0 0 0 0,1 0 0 0 0,0 0 0 0 0,0 0-1 0 0,1 0 1 0 0,-1-1 0 0 0,1 1 0 0 0,-1-6 0 0 0,0-3 7 0 0,0-1 1 0 0,2 1 0 0 0,-1-1-1 0 0,4-25 1 0 0,-2 31-15 0 0,0-1 0 0 0,0 1-1 0 0,1 0 1 0 0,1 0 0 0 0,-1 0 0 0 0,1 0 0 0 0,1 0 0 0 0,-1 1-1 0 0,8-11 1 0 0,12-16-14 0 0,13-16 68 0 0,-17 30-61 0 0,1 1 0 0 0,1 2 0 0 0,1 0 0 0 0,0 1-1 0 0,1 1 1 0 0,1 1 0 0 0,47-20 0 0 0,-69 33 4 0 0,1 0 0 0 0,-1 0-1 0 0,1 0 1 0 0,0 1 0 0 0,-1-1 0 0 0,1 1 0 0 0,0 0-1 0 0,0 0 1 0 0,-1 0 0 0 0,1 0 0 0 0,0 0 0 0 0,0 1 0 0 0,-1-1-1 0 0,1 1 1 0 0,0-1 0 0 0,-1 1 0 0 0,1 0 0 0 0,3 2-1 0 0,-2-2 10 0 0,0 1-11 0 0,-1 0 1 0 0,1 1-1 0 0,0-1 0 0 0,-1 1 0 0 0,0-1 0 0 0,1 1 1 0 0,-1 0-1 0 0,0 1 0 0 0,-1-1 0 0 0,1 0 0 0 0,0 1 1 0 0,-1-1-1 0 0,0 1 0 0 0,3 5 0 0 0,-1 1-5 0 0,1 0 0 0 0,-2 0 1 0 0,1 0-1 0 0,2 15 0 0 0,-2 1 24 0 0,-2 0 0 0 0,0 1 0 0 0,-2-1 0 0 0,-2 27 0 0 0,-20 106-124 0 0,12-88 135 0 0,5-51-38 0 0,1 3 62 0 0,4-21 0 0 0,0-1-19 0 0,0-1-28 0 0,-1 1 1 0 0,1-1-1 0 0,0 0 0 0 0,0 0 1 0 0,0 1-1 0 0,0-1 1 0 0,0 0-1 0 0,0 0 0 0 0,0 0 1 0 0,0 1-1 0 0,0-1 0 0 0,0 0 1 0 0,0 0-1 0 0,0 1 0 0 0,0-1 1 0 0,0 0-1 0 0,0 0 0 0 0,0 1 1 0 0,0-1-1 0 0,0 0 0 0 0,0 0 1 0 0,1 0-1 0 0,-1 1 0 0 0,0-1 1 0 0,0 0-1 0 0,0 0 0 0 0,0 0 1 0 0,0 1-1 0 0,1-1 0 0 0,-1 0 1 0 0,0 0-1 0 0,0 0 0 0 0,0 0 1 0 0,0 1-1 0 0,1-1 0 0 0,-1 0 1 0 0,0 0-1 0 0,1 0 0 0 0,8-3-220 0 0,121-41-5455 0 0,-110 36 2146 0 0,-2-1 0 0 0,26-17 0 0 0,-31 19-1593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10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240 148 332 0 0,'-58'-41'4462'0'0,"-86"-58"2112"0"0,143 98-6605 0 0,-1 0 0 0 0,0 0 0 0 0,0 0 1 0 0,0 0-1 0 0,0 1 0 0 0,0-1 0 0 0,0 1 0 0 0,0-1 1 0 0,0 1-1 0 0,0 0 0 0 0,0-1 0 0 0,0 1 0 0 0,0 0 1 0 0,0 0-1 0 0,-1 1 0 0 0,-2 0 0 0 0,5-1-130 0 0,0 0-1 0 0,0 1 0 0 0,0-1 1 0 0,0 1-1 0 0,0-1 0 0 0,0 0 0 0 0,0 1 1 0 0,-1-1-1 0 0,1 1 0 0 0,1-1 1 0 0,-1 1-1 0 0,0-1 0 0 0,0 0 0 0 0,0 1 1 0 0,0-1-1 0 0,0 1 0 0 0,0-1 1 0 0,0 0-1 0 0,1 1 0 0 0,-1-1 1 0 0,2 2-648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11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32 2820 0 0,'6'-25'8969'0'0,"-4"19"-7203"0"0,1 7-606 0 0,4 15-117 0 0,4 26-275 0 0,-4 38 481 0 0,-7 163 1 0 0,-39 79-1075 0 0,36-303-982 0 0,-5 22-1376 0 0,-1-13-5742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1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46 175 2288 0 0,'2'-12'1281'0'0,"0"1"1"0"0,0-1-1 0 0,2 0 0 0 0,-1 1 0 0 0,1-1 1 0 0,11-20-1 0 0,-11 27-1074 0 0,-1 0 1 0 0,1 0-1 0 0,0 0 1 0 0,0 1-1 0 0,1-1 1 0 0,-1 1-1 0 0,1 0 1 0 0,0 1-1 0 0,0-1 1 0 0,0 1-1 0 0,0 0 1 0 0,1 0-1 0 0,0 1 1 0 0,-1-1-1 0 0,10-2 1 0 0,-1 2-74 0 0,0 1 1 0 0,0 0 0 0 0,0 0 0 0 0,0 2-1 0 0,0 0 1 0 0,0 0 0 0 0,0 1 0 0 0,0 1-1 0 0,0 0 1 0 0,-1 1 0 0 0,1 1-1 0 0,13 4 1 0 0,-6 0-15 0 0,0 1-1 0 0,0 1 0 0 0,0 1 1 0 0,-2 1-1 0 0,1 0 0 0 0,27 24 1 0 0,-42-32-101 0 0,-1 0 1 0 0,0 0 0 0 0,1 1-1 0 0,-2-1 1 0 0,1 1-1 0 0,0 0 1 0 0,-1 0 0 0 0,0 1-1 0 0,0-1 1 0 0,-1 1 0 0 0,4 7-1 0 0,-6-9-9 0 0,1-1-1 0 0,0 1 0 0 0,-1 0 1 0 0,0 0-1 0 0,1 0 0 0 0,-2-1 1 0 0,1 1-1 0 0,0 0 0 0 0,-1 0 0 0 0,0 0 1 0 0,1-1-1 0 0,-1 1 0 0 0,-1 0 1 0 0,1-1-1 0 0,-1 1 0 0 0,1-1 1 0 0,-1 1-1 0 0,0-1 0 0 0,-3 4 1 0 0,-5 5 4 0 0,0-1 0 0 0,0 0 0 0 0,-1-1 0 0 0,-1 0 1 0 0,0-1-1 0 0,0 0 0 0 0,0 0 0 0 0,-1-2 0 0 0,-22 10 1 0 0,3-3 10 0 0,-1-1 1 0 0,-1-2 0 0 0,-34 7 0 0 0,48-14 3 0 0,0 0 0 0 0,0-1 0 0 0,0-1 0 0 0,-1-1 0 0 0,1-1 0 0 0,0 0 0 0 0,-1-2 0 0 0,1 0 0 0 0,0-2 0 0 0,-30-8 0 0 0,140 76 843 0 0,-42-28-606 0 0,67 44-14 0 0,217 112-1 0 0,-269-164-1821 0 0,-28-19-1193 0 0,-30-9 1659 0 0,-1 1 0 0 0,1-1 0 0 0,0 0 1 0 0,-1 0-1 0 0,7-1 0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1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2036 0 0,'3'-23'2643'0'0,"-1"9"-874"0"0,0 0-1 0 0,1 0 1 0 0,5-14 0 0 0,-8 27-1680 0 0,0 1 1 0 0,0-1-1 0 0,1 0 0 0 0,-1 0 1 0 0,0 1-1 0 0,0-1 1 0 0,1 0-1 0 0,-1 1 0 0 0,1-1 1 0 0,-1 1-1 0 0,0-1 1 0 0,1 0-1 0 0,-1 1 0 0 0,1-1 1 0 0,-1 1-1 0 0,1-1 1 0 0,0 1-1 0 0,-1-1 0 0 0,1 1 1 0 0,0 0-1 0 0,-1-1 1 0 0,1 1-1 0 0,0 0 0 0 0,-1 0 1 0 0,1-1-1 0 0,0 1 1 0 0,-1 0-1 0 0,1 0 0 0 0,0 0 1 0 0,1 0-1 0 0,0 0 9 0 0,-1 1 0 0 0,1-1 0 0 0,-1 1 0 0 0,1 0-1 0 0,-1 0 1 0 0,1 0 0 0 0,-1-1 0 0 0,0 1 0 0 0,1 1 0 0 0,-1-1-1 0 0,0 0 1 0 0,0 0 0 0 0,1 2 0 0 0,4 4 192 0 0,0 1-1 0 0,-1 0 1 0 0,7 14 0 0 0,0 7 59 0 0,-2 0 1 0 0,8 33 0 0 0,1 6 123 0 0,-16-56-50 0 0,0 0 1405 0 0,-2-12-1812 0 0,-1 0 1 0 0,0 0 0 0 0,0 0-1 0 0,0 0 1 0 0,1 0 0 0 0,-1 0 0 0 0,0 0-1 0 0,0 0 1 0 0,1 0 0 0 0,-1 0 0 0 0,0 0-1 0 0,0 0 1 0 0,1 0 0 0 0,-1 0-1 0 0,0 0 1 0 0,0-1 0 0 0,1 1 0 0 0,-1 0-1 0 0,0 0 1 0 0,0 0 0 0 0,0 0 0 0 0,1 0-1 0 0,-1 0 1 0 0,0-1 0 0 0,0 1-1 0 0,0 0 1 0 0,0 0 0 0 0,1 0 0 0 0,-1-1-1 0 0,0 1 1 0 0,0 0 0 0 0,0 0 0 0 0,0 0-1 0 0,0-1 1 0 0,0 1 0 0 0,0 0 0 0 0,0 0-1 0 0,0-1 1 0 0,0 1 0 0 0,0 0-1 0 0,0 0 1 0 0,0-1 0 0 0,0 1 0 0 0,6-13 117 0 0,0 0-1 0 0,4-20 1 0 0,3-4-119 0 0,-4 13-18 0 0,2 1 0 0 0,0 0 0 0 0,1 1 0 0 0,2 0 0 0 0,0 1 0 0 0,1 0 0 0 0,1 1 0 0 0,1 1 0 0 0,1 1 0 0 0,0 0 0 0 0,22-15 0 0 0,-38 31-4 0 0,1 1 1 0 0,0-1-1 0 0,0 0 1 0 0,0 1 0 0 0,0 0-1 0 0,0 0 1 0 0,0 0 0 0 0,0 0-1 0 0,0 0 1 0 0,1 0-1 0 0,-1 1 1 0 0,0 0 0 0 0,0 0-1 0 0,6 0 1 0 0,-3 1 5 0 0,0 0 0 0 0,0 0 0 0 0,-1 0 0 0 0,1 1 0 0 0,0 0 0 0 0,-1 0 1 0 0,9 5-1 0 0,1 3 13 0 0,-1 0 0 0 0,1 0 0 0 0,-1 2 0 0 0,16 16 1 0 0,-13-10 43 0 0,-1 0 0 0 0,-1 1 1 0 0,0 0-1 0 0,-1 1 1 0 0,-1 1-1 0 0,17 37 0 0 0,-24-42-236 0 0,0 0 0 0 0,-1 0 1 0 0,-1 0-1 0 0,3 21 0 0 0,-5-23-547 0 0,-1 0 1 0 0,-1 1 0 0 0,0-1 0 0 0,-1 1 0 0 0,-4 19 0 0 0,-8 27-6765 0 0,4-31 347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1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4412 0 0,'26'-5'4025'0'0,"-4"0"-921"0"0,-4 2-156 0 0,-3-1-319 0 0,-1-1-421 0 0,1 2-540 0 0,-1-4-236 0 0,-2 2-376 0 0,0-2-112 0 0,-2 0-276 0 0,2-2-104 0 0,-3 1-692 0 0,0-3-380 0 0,-1-1-692 0 0,-3 0-920 0 0,2-1-572 0 0,-7-3-3341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4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460 344 628 0 0,'-3'3'1192'0'0,"1"0"0"0"0,0 0 0 0 0,0 0-1 0 0,0 1 1 0 0,0-1 0 0 0,0 0 0 0 0,-1 6 0 0 0,1-4-807 0 0,1-3 295 0 0,-5 11 1910 0 0,6-12-2552 0 0,0-1 1 0 0,0 0-1 0 0,-1 0 0 0 0,1 1 0 0 0,0-1 1 0 0,0 0-1 0 0,0 0 0 0 0,0 1 0 0 0,0-1 0 0 0,-1 0 1 0 0,1 1-1 0 0,0-1 0 0 0,0 0 0 0 0,0 0 1 0 0,0 1-1 0 0,0-1 0 0 0,0 0 0 0 0,0 1 1 0 0,0-1-1 0 0,0 0 0 0 0,0 1 0 0 0,0-1 1 0 0,0 0-1 0 0,0 0 0 0 0,0 1 0 0 0,1-1 1 0 0,-1 0-1 0 0,0 1 0 0 0,0-1 0 0 0,0 0 1 0 0,0 0-1 0 0,0 1 0 0 0,1-1 0 0 0,-1 0 1 0 0,0 0-1 0 0,0 1 0 0 0,1-1 0 0 0,-1 0 1 0 0,0 0-1 0 0,0 0 0 0 0,0 0 0 0 0,1 1 1 0 0,-1-1-1 0 0,0 0 0 0 0,1 0 0 0 0,-1 0 1 0 0,0 0-1 0 0,0 0 0 0 0,1 0 0 0 0,-1 0 1 0 0,1 0-1 0 0,7-1 49 0 0,-1-2 0 0 0,1 1 0 0 0,0-1 0 0 0,-1 0 0 0 0,0-1 0 0 0,0 0 0 0 0,13-9 1 0 0,45-38 68 0 0,-51 38-143 0 0,0-1 1 0 0,-1-1 0 0 0,-1 0 0 0 0,0-1 0 0 0,-1 0 0 0 0,-1-1 0 0 0,10-19 0 0 0,-1-7-2 0 0,26-80-1 0 0,-43 109-32 0 0,-9 26 7 0 0,-11 29 1 0 0,-56 164 64 0 0,10-25 18 0 0,-112 241 248 0 0,118-299-101 0 0,-100 156 0 0 0,152-268-198 0 0,-52 72 79 0 0,51-73-55 0 0,0 0-1 0 0,-1-1 0 0 0,0 0 0 0 0,0 0 1 0 0,-1-1-1 0 0,-14 9 0 0 0,22-16-35 0 0,0 1-1 0 0,1-1 1 0 0,-1 1 0 0 0,0-1-1 0 0,0 1 1 0 0,0-1 0 0 0,0 0-1 0 0,0 1 1 0 0,0-1 0 0 0,0 0-1 0 0,0 0 1 0 0,0 0 0 0 0,0 0 0 0 0,0 0-1 0 0,0 0 1 0 0,0 0 0 0 0,0 0-1 0 0,0 0 1 0 0,0-1 0 0 0,0 1-1 0 0,0 0 1 0 0,0 0 0 0 0,-2-2-1 0 0,2 1 0 0 0,-1 0 1 0 0,1 0-1 0 0,0-1 0 0 0,-1 1 0 0 0,1 0 0 0 0,0-1 0 0 0,0 1 0 0 0,0-1 0 0 0,0 0 0 0 0,0 1 0 0 0,-1-4 1 0 0,-1-5 7 0 0,0 1 1 0 0,0 0 0 0 0,-1-18-1 0 0,4 24-4 0 0,-3-20-1 0 0,2-1 0 0 0,1 0 0 0 0,0 0 0 0 0,2 0 0 0 0,6-30 0 0 0,0 18-34 0 0,1 0 0 0 0,24-58 0 0 0,-29 84 21 0 0,0 1 0 0 0,1 0 0 0 0,0 0 0 0 0,0 1-1 0 0,1-1 1 0 0,0 1 0 0 0,0 1 0 0 0,8-8 0 0 0,-11 12 4 0 0,0 1 1 0 0,0-1 0 0 0,0 1-1 0 0,0 0 1 0 0,1 0 0 0 0,-1 0-1 0 0,0 1 1 0 0,1-1 0 0 0,-1 1-1 0 0,1 0 1 0 0,0 0 0 0 0,-1 0-1 0 0,1 0 1 0 0,0 1 0 0 0,0-1-1 0 0,0 1 1 0 0,-1 0-1 0 0,1 0 1 0 0,0 0 0 0 0,0 1-1 0 0,-1 0 1 0 0,1-1 0 0 0,0 1-1 0 0,4 2 1 0 0,7 3 26 0 0,-1 1 0 0 0,0 0 1 0 0,-1 1-1 0 0,0 0 0 0 0,0 1 0 0 0,23 22 0 0 0,62 75 114 0 0,-2-2-96 0 0,-87-97-35 0 0,-1 0 0 0 0,1-1-1 0 0,0 0 1 0 0,0 0 0 0 0,1-1 0 0 0,-1 0-1 0 0,1-1 1 0 0,0 0 0 0 0,1 0-1 0 0,-1-1 1 0 0,1-1 0 0 0,13 3-1 0 0,-10-4-5 0 0,0-1 0 0 0,-1 0 0 0 0,1 0 0 0 0,0-2 0 0 0,0 1 0 0 0,-1-2 0 0 0,1 0 0 0 0,-1-1 0 0 0,16-6 0 0 0,-1-1-4 0 0,-2-2-1 0 0,1-2 1 0 0,-2 0 0 0 0,0-1-1 0 0,-1-1 1 0 0,-1-2 0 0 0,0 0-1 0 0,-1-2 1 0 0,23-29-1 0 0,-21 22-16 0 0,-2-2 0 0 0,-1-1 0 0 0,-1-1 0 0 0,-2 0-1 0 0,-1-1 1 0 0,-2-1 0 0 0,11-36 0 0 0,-23 60 14 0 0,0 0 0 0 0,-1-1 0 0 0,0 1 0 0 0,0 0 0 0 0,-1 0 0 0 0,-1-1 0 0 0,0 1 0 0 0,-2-17 0 0 0,2 27 4 0 0,0-1-1 0 0,0 0 0 0 0,0 1 0 0 0,-1-1 0 0 0,1 1 1 0 0,0-1-1 0 0,0 1 0 0 0,0-1 0 0 0,-1 1 1 0 0,1-1-1 0 0,0 1 0 0 0,-1 0 0 0 0,1-1 0 0 0,0 1 1 0 0,-1-1-1 0 0,1 1 0 0 0,-1 0 0 0 0,1-1 1 0 0,0 1-1 0 0,-1 0 0 0 0,1-1 0 0 0,-1 1 0 0 0,1 0 1 0 0,-1 0-1 0 0,1-1 0 0 0,-1 1 0 0 0,1 0 1 0 0,-1 0-1 0 0,1 0 0 0 0,-1 0 0 0 0,1 0 0 0 0,-1 0 1 0 0,0 0-1 0 0,1 0 0 0 0,-1 0 0 0 0,1 0 1 0 0,-1 0-1 0 0,1 0 0 0 0,-1 0 0 0 0,1 0 0 0 0,-2 1 1 0 0,-19 10-22 0 0,2 7 38 0 0,0 1-1 0 0,1 0 0 0 0,1 2 0 0 0,-24 38 1 0 0,16-16 66 0 0,-32 72-1 0 0,52-103-78 0 0,0 0-1 0 0,1 1 0 0 0,1-1 0 0 0,0 1 0 0 0,0 0 0 0 0,1 0 0 0 0,0 24 0 0 0,2-32-1 0 0,0 0 0 0 0,1 0-1 0 0,0 1 1 0 0,-1-1 0 0 0,2 0-1 0 0,-1 0 1 0 0,0-1 0 0 0,1 1 0 0 0,0 0-1 0 0,0 0 1 0 0,1-1 0 0 0,-1 1-1 0 0,1-1 1 0 0,0 0 0 0 0,0 0-1 0 0,0 0 1 0 0,1 0 0 0 0,0 0-1 0 0,-1-1 1 0 0,1 0 0 0 0,0 1-1 0 0,8 3 1 0 0,-2-3-2 0 0,0 1-1 0 0,0-2 1 0 0,1 0-1 0 0,-1 0 1 0 0,1-1-1 0 0,0 0 1 0 0,0-1-1 0 0,0 0 1 0 0,0 0-1 0 0,0-2 1 0 0,0 1-1 0 0,-1-1 1 0 0,1-1-1 0 0,14-3 1 0 0,7-3-101 0 0,-1-2 1 0 0,-1-1-1 0 0,47-22 0 0 0,-41 13-131 0 0,0-2 0 0 0,-2-1 0 0 0,-1-1-1 0 0,0-2 1 0 0,-2-1 0 0 0,-1-2 0 0 0,-2-1-1 0 0,0-1 1 0 0,45-69 0 0 0,-31 33 80 0 0,-4-2 0 0 0,-2-2 0 0 0,-3-1 0 0 0,29-98 0 0 0,-49 129 197 0 0,-2 0 0 0 0,7-55 0 0 0,-18 94-29 0 0,0 1 0 0 0,1-1 1 0 0,-1 1-1 0 0,0 0 0 0 0,0-1 0 0 0,0 1 1 0 0,0-1-1 0 0,0 1 0 0 0,0 0 0 0 0,-1-1 1 0 0,1 1-1 0 0,0-1 0 0 0,-1 1 0 0 0,1 0 1 0 0,-2-2-1 0 0,2 3-4 0 0,0-1 0 0 0,-1 1 0 0 0,1 0 0 0 0,-1 0 0 0 0,1-1 0 0 0,0 1-1 0 0,-1 0 1 0 0,1 0 0 0 0,-1 0 0 0 0,1 0 0 0 0,0 0 0 0 0,-1 0 0 0 0,1 0 0 0 0,-1 0 0 0 0,1 0 0 0 0,-1 0 0 0 0,1 0 0 0 0,0 0 0 0 0,-1 0 0 0 0,1 0-1 0 0,-1 0 1 0 0,1 0 0 0 0,-1 1 0 0 0,1-1 0 0 0,0 0 0 0 0,-1 0 0 0 0,1 0 0 0 0,0 1 0 0 0,-1-1 0 0 0,0 1 0 0 0,-3 2 66 0 0,0 0 0 0 0,1 0 0 0 0,-1 1 0 0 0,0 0 0 0 0,1-1 0 0 0,-4 6 1 0 0,-20 34 647 0 0,-37 80 1 0 0,-11 53 472 0 0,62-142-983 0 0,-13 33 363 0 0,-22 92-1 0 0,38-117-436 0 0,2 1 0 0 0,2 0-1 0 0,-1 63 1 0 0,7-98-125 0 0,0 1-1 0 0,1-1 1 0 0,0 0 0 0 0,0 0 0 0 0,1 0 0 0 0,0 0-1 0 0,0 0 1 0 0,1 0 0 0 0,0-1 0 0 0,5 10-1 0 0,-6-15-26 0 0,0 1 0 0 0,-1 0-1 0 0,1-1 1 0 0,1 1-1 0 0,-1-1 1 0 0,0 0 0 0 0,1 0-1 0 0,-1 0 1 0 0,1 0-1 0 0,-1 0 1 0 0,1 0 0 0 0,0-1-1 0 0,0 1 1 0 0,0-1-1 0 0,0 0 1 0 0,0 0-1 0 0,0 0 1 0 0,0 0 0 0 0,0-1-1 0 0,0 1 1 0 0,0-1-1 0 0,1 0 1 0 0,-1 0 0 0 0,0 0-1 0 0,0 0 1 0 0,1 0-1 0 0,-1-1 1 0 0,5-1 0 0 0,4-1-471 0 0,-1-1 0 0 0,0 0 1 0 0,1-1-1 0 0,-1 0 1 0 0,-1 0-1 0 0,1-2 1 0 0,-1 1-1 0 0,13-12 0 0 0,-8 6-1308 0 0,0-2 0 0 0,-1 0 0 0 0,-1 0 0 0 0,16-23 0 0 0,-8 6-3404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4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60 744 0 0,'-48'3'6933'0'0,"-76"14"0"0"0,110-15-5952 0 0,11-1 357 0 0,20-11-809 0 0,6 3-381 0 0,0 1-1 0 0,1 0 0 0 0,32-2 0 0 0,-22 2-78 0 0,229-20-1285 0 0,-132 15-7132 0 0,-104 8 2200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45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616 72 2368 0 0,'17'-25'11811'0'0,"-27"37"-9854"0"0,-321 411 2473 0 0,94-116-3783 0 0,231-298-603 0 0,4-6 1 0 0,-1 0-1 0 0,1 0 1 0 0,0 0-1 0 0,-1 0 1 0 0,0 0-1 0 0,0-1 1 0 0,1 1-1 0 0,-1-1 1 0 0,-1 0-1 0 0,-5 3 1 0 0,9-5-42 0 0,-1 0 0 0 0,1 0 1 0 0,-1 0-1 0 0,1 0 0 0 0,0 0 0 0 0,-1 0 1 0 0,1 0-1 0 0,-1 0 0 0 0,1 0 1 0 0,0 0-1 0 0,-1-1 0 0 0,1 1 0 0 0,-1 0 1 0 0,1 0-1 0 0,0-1 0 0 0,-1 1 1 0 0,1 0-1 0 0,0 0 0 0 0,-1-1 0 0 0,1 1 1 0 0,0 0-1 0 0,-1-1 0 0 0,1 1 1 0 0,0 0-1 0 0,0-1 0 0 0,0 1 0 0 0,-1-1 1 0 0,1 1-1 0 0,0 0 0 0 0,0-1 1 0 0,0 1-1 0 0,0-1 0 0 0,0 1 0 0 0,0-1 1 0 0,0 1-1 0 0,0-1 0 0 0,-3-16 34 0 0,4 2-26 0 0,0 0-1 0 0,1 0 1 0 0,0 0-1 0 0,2 0 0 0 0,8-26 1 0 0,2 7-30 0 0,22-40-1 0 0,-34 69 12 0 0,1 1 1 0 0,-1 0-1 0 0,1 0 0 0 0,0 1 0 0 0,1-1 0 0 0,-1 1 0 0 0,0-1 0 0 0,1 1 0 0 0,0 0 0 0 0,0 0 0 0 0,0 0 0 0 0,0 1 0 0 0,0 0 1 0 0,8-4-1 0 0,-10 6 3 0 0,0-1 0 0 0,0 1 1 0 0,0 0-1 0 0,0 0 0 0 0,0 0 1 0 0,1 0-1 0 0,-1 0 0 0 0,0 0 1 0 0,0 0-1 0 0,0 1 0 0 0,0-1 0 0 0,0 1 1 0 0,0 0-1 0 0,0-1 0 0 0,0 1 1 0 0,0 0-1 0 0,3 2 0 0 0,29 21-15 0 0,-33-23 19 0 0,91 88-31 0 0,-66-61 32 0 0,2-1 0 0 0,42 32 0 0 0,-50-45 10 0 0,1 0 0 0 0,1-1 0 0 0,0-2 0 0 0,1 0 0 0 0,0-1 0 0 0,44 12 0 0 0,-58-19-2 0 0,1-2 1 0 0,-1 1-1 0 0,0-1 1 0 0,1 0-1 0 0,-1-1 1 0 0,1 0-1 0 0,-1-1 1 0 0,1 0-1 0 0,-1 0 1 0 0,0-1-1 0 0,0 0 1 0 0,1-1-1 0 0,-2 0 1 0 0,1 0-1 0 0,0-1 1 0 0,-1 0 0 0 0,1-1-1 0 0,-1 0 1 0 0,0 0-1 0 0,-1 0 1 0 0,9-8-1 0 0,-2-2-3 0 0,-1 0 0 0 0,0 0 0 0 0,-1-1 0 0 0,-1-1 0 0 0,-1 0 0 0 0,0 0 0 0 0,-1-1 0 0 0,-1 0 1 0 0,0-1-1 0 0,-2 0 0 0 0,0 0 0 0 0,-1-1 0 0 0,-1 1 0 0 0,2-28 0 0 0,-3 10-6 0 0,-2-1 1 0 0,-1 0-1 0 0,-2 0 0 0 0,-1 1 1 0 0,-2-1-1 0 0,-17-61 0 0 0,17 81-4 0 0,-1 0 0 0 0,-1 0 0 0 0,0 1 0 0 0,-12-22 0 0 0,15 33 1 0 0,0 0-1 0 0,0 0 0 0 0,-1 0 0 0 0,0 1 0 0 0,0-1 1 0 0,0 1-1 0 0,0 0 0 0 0,-1 0 0 0 0,0 1 1 0 0,0 0-1 0 0,0 0 0 0 0,-1 0 0 0 0,-12-4 0 0 0,18 7 4 0 0,0 0 0 0 0,-1 0 0 0 0,1 1 0 0 0,-1-1 0 0 0,1 1 0 0 0,0-1 0 0 0,-1 1 0 0 0,1-1-1 0 0,-1 1 1 0 0,1 0 0 0 0,-1 0 0 0 0,1 0 0 0 0,-1 0 0 0 0,1 0 0 0 0,-1 0 0 0 0,1 0 0 0 0,-3 1-1 0 0,0 0-24 0 0,2-1-50 0 0,0 0-1 0 0,0 1 0 0 0,0-1 0 0 0,0 0 0 0 0,0 1 1 0 0,0 0-1 0 0,0-1 0 0 0,1 1 0 0 0,-1 0 1 0 0,0 0-1 0 0,0 0 0 0 0,1 0 0 0 0,-1 0 0 0 0,0 1 1 0 0,1-1-1 0 0,-1 0 0 0 0,1 1 0 0 0,0-1 0 0 0,-1 1 1 0 0,1 0-1 0 0,0-1 0 0 0,0 1 0 0 0,0 0 1 0 0,-1 3-1 0 0,0-1-353 0 0,0 0 0 0 0,1 0-1 0 0,0 0 1 0 0,0 0 0 0 0,0 0 0 0 0,0 1 0 0 0,1-1 0 0 0,-1 0 0 0 0,2 8 0 0 0,6 16-6201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4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63 2028 0 0,'3'-2'737'0'0,"-1"0"0"0"0,1 0 0 0 0,0 0-1 0 0,-1 0 1 0 0,1 0 0 0 0,-1-1 0 0 0,4-4 764 0 0,-3-7 527 0 0,-3 12-1972 0 0,0 1 0 0 0,-1 0 0 0 0,1 0 0 0 0,0 0 0 0 0,0 0 0 0 0,-1 0 0 0 0,1 0 0 0 0,-1 0 0 0 0,1 0 0 0 0,-1 0 0 0 0,0 0 0 0 0,1 0 0 0 0,-1 0 0 0 0,0 0 0 0 0,0 0 0 0 0,1 0 0 0 0,-1 0 1 0 0,0 1-1 0 0,0-1 0 0 0,0 0 0 0 0,-2 0 0 0 0,1 0-14 0 0,-1 0 1 0 0,1 1 0 0 0,0-1 0 0 0,-1 0 0 0 0,1 1-1 0 0,-1 0 1 0 0,1 0 0 0 0,0 0 0 0 0,-1 0 0 0 0,-2 0-1 0 0,-5 2 1 0 0,0 0 1 0 0,0 0-1 0 0,1 1 0 0 0,-16 7 0 0 0,0 1 1 0 0,1 2-1 0 0,0 1 1 0 0,2 0 0 0 0,-1 2 0 0 0,2 0 0 0 0,-21 21 0 0 0,29-24-17 0 0,0 0 1 0 0,1 1 0 0 0,1 0 0 0 0,0 1 0 0 0,1 0-1 0 0,0 1 1 0 0,2 0 0 0 0,-1 0 0 0 0,-10 33 0 0 0,18-44-12 0 0,0 0 1 0 0,0 1-1 0 0,0-1 1 0 0,0 0 0 0 0,1 1-1 0 0,0-1 1 0 0,0 0-1 0 0,0 1 1 0 0,1-1 0 0 0,0 0-1 0 0,0 0 1 0 0,0 1 0 0 0,1-1-1 0 0,-1 0 1 0 0,1 0-1 0 0,0 0 1 0 0,1-1 0 0 0,-1 1-1 0 0,5 5 1 0 0,-3-5 8 0 0,0 0 0 0 0,1 0 1 0 0,0 0-1 0 0,0-1 0 0 0,0 1 0 0 0,0-1 0 0 0,1 0 1 0 0,0-1-1 0 0,0 0 0 0 0,0 0 0 0 0,0 0 1 0 0,0 0-1 0 0,1-1 0 0 0,11 3 0 0 0,21 1 342 0 0,1-2 0 0 0,70-2 0 0 0,-88-2-63 0 0,-19 0-215 0 0,1 0 1 0 0,9 0-6 0 0,-9 0-22 0 0,4-2-46 0 0,5-7-3770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47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271 234 2028 0 0,'13'-22'4130'0'0,"15"-29"6813"0"0,-28 53-10747 0 0,-2 15-96 0 0,-1 0 1 0 0,-1 0-1 0 0,0 0 1 0 0,-1-1-1 0 0,-1 1 1 0 0,-9 18-1 0 0,4-8-20 0 0,-183 429 260 0 0,183-431-287 0 0,7-15 213 0 0,0 0 0 0 0,-1-1 0 0 0,0 1 1 0 0,-7 9-1 0 0,10-17-27 0 0,-6-10 68 0 0,7 7-301 0 0,0 1 1 0 0,1 0-1 0 0,-1-1 0 0 0,0 1 1 0 0,1-1-1 0 0,-1 1 0 0 0,1-1 1 0 0,-1 1-1 0 0,1-1 0 0 0,-1 1 1 0 0,1-1-1 0 0,-1 1 0 0 0,1-1 1 0 0,0 0-1 0 0,-1 1 0 0 0,1-1 1 0 0,0 0-1 0 0,-1 1 0 0 0,1-1 1 0 0,0 0-1 0 0,0-1 0 0 0,-3-15 44 0 0,1 0 0 0 0,1-1-1 0 0,1 1 1 0 0,0 0 0 0 0,4-22 0 0 0,20-87-9 0 0,-19 103-26 0 0,10-47-11 0 0,3 0 0 0 0,31-73 0 0 0,-40 119-11 0 0,2 1 0 0 0,0 0 0 0 0,2 1 1 0 0,0 0-1 0 0,2 1 0 0 0,0 1 1 0 0,1 0-1 0 0,1 1 0 0 0,30-26 1 0 0,-39 40-1 0 0,0-1 0 0 0,0 1 0 0 0,0 0 1 0 0,0 0-1 0 0,1 1 0 0 0,0 1 0 0 0,0-1 1 0 0,0 1-1 0 0,0 1 0 0 0,1 0 0 0 0,-1 0 0 0 0,1 1 1 0 0,-1 0-1 0 0,1 0 0 0 0,15 2 0 0 0,-16 0 0 0 0,-1 0-1 0 0,0 1 0 0 0,-1 0 0 0 0,1 0 0 0 0,0 1 0 0 0,0 0 0 0 0,-1 0 0 0 0,0 1 0 0 0,0 0 0 0 0,0 0 0 0 0,0 1 0 0 0,0 0 0 0 0,-1 0 0 0 0,0 0 0 0 0,0 1 0 0 0,-1 0 0 0 0,1 0 0 0 0,7 13 0 0 0,-9-13 9 0 0,0 0 1 0 0,-1 0-1 0 0,1 1 0 0 0,-2-1 0 0 0,1 1 0 0 0,-1 0 0 0 0,0 0 0 0 0,0 0 1 0 0,-1 0-1 0 0,0 0 0 0 0,0 0 0 0 0,-1 0 0 0 0,0 0 0 0 0,0 0 1 0 0,-1 1-1 0 0,0-1 0 0 0,0 0 0 0 0,0 0 0 0 0,-1 0 0 0 0,0 0 1 0 0,-1-1-1 0 0,1 1 0 0 0,-1 0 0 0 0,0-1 0 0 0,-1 0 0 0 0,-7 10 1 0 0,0 0 5 0 0,-1 0 1 0 0,-1-1 0 0 0,0-1-1 0 0,-1 0 1 0 0,0-1 0 0 0,-1 0 0 0 0,-1-1-1 0 0,0-1 1 0 0,-1 0 0 0 0,0-1 0 0 0,0-1-1 0 0,-1-1 1 0 0,0-1 0 0 0,-1 0-1 0 0,0-1 1 0 0,-33 6 0 0 0,46-12-9 0 0,-69-3-13 0 0,64 3 5 0 0,10 0 6 0 0,1 0 0 0 0,-1 0 0 0 0,1 0-1 0 0,-1-1 1 0 0,1 2 0 0 0,-1-1 0 0 0,1 0 0 0 0,-1 0-1 0 0,1 0 1 0 0,-1 0 0 0 0,1 0 0 0 0,-1 0 0 0 0,1 0 0 0 0,-1 1-1 0 0,1-1 1 0 0,-1 0 0 0 0,1 0 0 0 0,-1 1 0 0 0,1-1 0 0 0,0 0-1 0 0,-1 1 1 0 0,1-1 0 0 0,-1 0 0 0 0,1 1 0 0 0,0-1 0 0 0,0 1-1 0 0,-1 0 1 0 0,1 1 1 0 0,0 1-1 0 0,0-1 0 0 0,1 0 1 0 0,-1 1-1 0 0,1-1 1 0 0,0 0-1 0 0,-1 0 0 0 0,1 1 1 0 0,0-1-1 0 0,0 0 0 0 0,0 0 1 0 0,1 0-1 0 0,-1 0 1 0 0,1 0-1 0 0,2 3 0 0 0,3 4 5 0 0,29 51 36 0 0,51 66-1 0 0,-65-98-138 0 0,1-1 0 0 0,1-1 0 0 0,2-2 0 0 0,35 28 0 0 0,-54-47-336 0 0,0 0 1 0 0,1 0 0 0 0,-1-1 0 0 0,15 6 0 0 0,7-4-2587 0 0,1-10-3441 0 0,-11-2 427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48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1156 0 0,'18'-143'12513'0'0,"-18"142"-12478"0"0,0 1 1 0 0,0-1 0 0 0,0 1 0 0 0,0-1-1 0 0,0 1 1 0 0,0 0 0 0 0,0-1 0 0 0,0 1 0 0 0,0-1-1 0 0,0 1 1 0 0,0-1 0 0 0,1 1 0 0 0,-1 0 0 0 0,0-1-1 0 0,0 1 1 0 0,0-1 0 0 0,0 1 0 0 0,1 0-1 0 0,-1-1 1 0 0,0 1 0 0 0,1 0 0 0 0,-1-1 0 0 0,0 1-1 0 0,0 0 1 0 0,1 0 0 0 0,-1-1 0 0 0,1 1-1 0 0,7 7 247 0 0,4 18-73 0 0,-7 0-45 0 0,-2 0-1 0 0,0 1 0 0 0,-1-1 1 0 0,-4 49-1 0 0,-23 101 765 0 0,23-166-749 0 0,2-5 135 0 0,-1 0 0 0 0,0 0-1 0 0,1 0 1 0 0,-1 0 0 0 0,-1-1-1 0 0,1 1 1 0 0,0 0 0 0 0,-1-1-1 0 0,0 1 1 0 0,0 0 0 0 0,-3 3-1 0 0,5-9-255 0 0,-1 0 1 0 0,0 0-1 0 0,1 0 0 0 0,-1 0 0 0 0,1 0 1 0 0,-1 0-1 0 0,1 0 0 0 0,0 0 0 0 0,0 0 1 0 0,0-4-1 0 0,0 6-48 0 0,6-34 44 0 0,1 1-1 0 0,1 1 1 0 0,2-1-1 0 0,1 2 1 0 0,2-1 0 0 0,23-42-1 0 0,-23 50-55 0 0,31-44-1 0 0,-40 62-6 0 0,1 1 0 0 0,-1-1 0 0 0,2 1 0 0 0,-1 0 1 0 0,0 0-1 0 0,1 0 0 0 0,0 1 0 0 0,0 0 0 0 0,0 0 0 0 0,1 1 0 0 0,-1-1 1 0 0,10-2-1 0 0,-14 6 5 0 0,1-1 1 0 0,0 1 0 0 0,0 0-1 0 0,0 0 1 0 0,0 0-1 0 0,0 0 1 0 0,-1 0 0 0 0,1 1-1 0 0,0-1 1 0 0,0 1 0 0 0,-1 0-1 0 0,1 0 1 0 0,0 0 0 0 0,-1 0-1 0 0,1 0 1 0 0,-1 1-1 0 0,1-1 1 0 0,-1 1 0 0 0,0-1-1 0 0,1 1 1 0 0,-1 0 0 0 0,0 0-1 0 0,0 0 1 0 0,0 0 0 0 0,2 4-1 0 0,2 2-7 0 0,-1 0 0 0 0,1 0 0 0 0,-1 1 0 0 0,-1 0 0 0 0,7 15 0 0 0,-7-11 12 0 0,-1 0 1 0 0,0 0-1 0 0,-1 0 1 0 0,0 0-1 0 0,-1 0 1 0 0,-1 23-1 0 0,-12 79 17 0 0,9-95-16 0 0,1-8 10 0 0,1-9-10 0 0,0 0 0 0 0,1 0 0 0 0,0 0 0 0 0,-1 0 0 0 0,1 0 0 0 0,0 0 0 0 0,0 0 0 0 0,1 1 0 0 0,-1-1 0 0 0,1 4 0 0 0,0-5-94 0 0,3-3-174 0 0,11-3-1263 0 0,1-1 0 0 0,21-10 0 0 0,9-9-6494 0 0,-23 11 1730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1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54 1508 0 0,'22'-13'12420'0'0,"-22"12"-12317"0"0,0 1 1 0 0,1 0-1 0 0,1-2 931 0 0,-2 2-930 0 0,0 0-1 0 0,1 0 0 0 0,-1-1 1 0 0,0 1-1 0 0,0 0 1 0 0,0-1-1 0 0,0 1 0 0 0,0 0 1 0 0,0 0-1 0 0,0-1 1 0 0,0 1-1 0 0,1 0 0 0 0,-1-1 1 0 0,0 1-1 0 0,-3-6 2556 0 0,-10-1-190 0 0,13 6-2485 0 0,-24-9 1784 0 0,17 0-5122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227 186 1872 0 0,'-13'-20'7530'0'0,"13"19"-7428"0"0,-1 1 0 0 0,1 0 1 0 0,0-1-1 0 0,-1 1 1 0 0,1-1-1 0 0,0 1 1 0 0,-1-1-1 0 0,1 1 1 0 0,0-1-1 0 0,0 1 0 0 0,-1-1 1 0 0,1 1-1 0 0,0-1 1 0 0,0 0-1 0 0,0 1 1 0 0,0-1-1 0 0,0 1 0 0 0,0-1 1 0 0,0 1-1 0 0,0-1 1 0 0,0 0-1 0 0,0 1 1 0 0,0-1-1 0 0,0 1 1 0 0,0-1-1 0 0,0 1 0 0 0,0-1 1 0 0,1 0-1 0 0,-1 1 1 0 0,0-1-1 0 0,0 1 1 0 0,1-1-1 0 0,-1 1 1 0 0,0 0-1 0 0,1-1 0 0 0,-1 1 1 0 0,1-1-1 0 0,-1 1 1 0 0,0-1-1 0 0,1 1 1 0 0,-1 0-1 0 0,1-1 1 0 0,-1 1-1 0 0,1 0 0 0 0,-1 0 1 0 0,1-1-1 0 0,-1 1 1 0 0,2 0-1 0 0,4-2-100 0 0,0 1 0 0 0,0 1 0 0 0,0-1 0 0 0,9 1 0 0 0,9-1 362 0 0,109-20-29 0 0,162-46 0 0 0,-142 18 872 0 0,-151 49-1142 0 0,-1 0-62 0 0,-1 0 0 0 0,0 0 0 0 0,1 0 0 0 0,-1 0 0 0 0,1 1 0 0 0,-1-1 0 0 0,0 0 0 0 0,1 1 0 0 0,-1-1 0 0 0,0 0 0 0 0,0 0 0 0 0,1 1 0 0 0,-1-1 0 0 0,0 1 0 0 0,0-1 0 0 0,1 0 0 0 0,-1 1 0 0 0,0-1 0 0 0,0 0 0 0 0,0 1 0 0 0,0-1 0 0 0,1 1 0 0 0,-1-1 0 0 0,0 1 0 0 0,0-1 0 0 0,0 0 0 0 0,0 1 0 0 0,0-1 0 0 0,0 1 0 0 0,0-1 0 0 0,0 1 0 0 0,0-1 0 0 0,0 0 0 0 0,-1 1 0 0 0,1-1 0 0 0,0 1 0 0 0,0-1 0 0 0,0 0 0 0 0,-1 1 0 0 0,-4 18 34 0 0,-60 136 158 0 0,-26 72 156 0 0,58-127-130 0 0,-33 93-89 0 0,51-158 232 0 0,0-1 0 0 0,-3-1 0 0 0,-28 42 0 0 0,42-68-239 0 0,-1-1 1 0 0,0 0-1 0 0,-1 0 1 0 0,1 0-1 0 0,-1-1 0 0 0,0 0 1 0 0,0 0-1 0 0,-1-1 1 0 0,1 1-1 0 0,-1-1 0 0 0,0-1 1 0 0,0 0-1 0 0,0 1 1 0 0,-1-2-1 0 0,-10 3 1 0 0,10-3-59 0 0,-1-1 1 0 0,0-1 0 0 0,0 1 0 0 0,1-1 0 0 0,-1-1 0 0 0,0 0 0 0 0,0 0 0 0 0,1 0 0 0 0,-1-1-1 0 0,1-1 1 0 0,0 1 0 0 0,-1-2 0 0 0,-11-5 0 0 0,-45-27 100 0 0,-78-57 0 0 0,96 64-201 0 0,43 26 997 0 0,-11-6-4395 0 0,32 18-3943 0 0,-16-9 7186 0 0,0 0-1 0 0,0 0 1 0 0,2-1-1 0 0,6 1-4000 0 0,18-3-1132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3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98 2756 0 0,'59'-98'14183'0'0,"-61"100"-14087"0"0,1 0 1 0 0,0 0 0 0 0,-1-1-1 0 0,1 1 1 0 0,0 0-1 0 0,0 0 1 0 0,1 0 0 0 0,-1 0-1 0 0,-1 4 1 0 0,1-4 25 0 0,-72 162 2115 0 0,20-50-1394 0 0,-143 360 677 0 0,161-388-1407 0 0,18-43-28 0 0,-20 47 307 0 0,36-89-209 0 0,2-4-169 0 0,22-51-44 0 0,3 0-1 0 0,1 2 0 0 0,3 1 1 0 0,2 2-1 0 0,64-78 1 0 0,-90 121 14 0 0,-1 0 0 0 0,1 1 0 0 0,0-1 0 0 0,0 1 0 0 0,0 0 1 0 0,13-7-1 0 0,-17 11 14 0 0,-1 1 0 0 0,1-1 1 0 0,0 0-1 0 0,0 1 0 0 0,-1-1 1 0 0,1 1-1 0 0,0-1 0 0 0,0 1 1 0 0,0 0-1 0 0,-1 0 0 0 0,1 0 1 0 0,0 0-1 0 0,0 0 0 0 0,0 0 1 0 0,0 0-1 0 0,-1 1 0 0 0,1-1 1 0 0,0 1-1 0 0,0-1 0 0 0,0 1 1 0 0,-1 0-1 0 0,1-1 0 0 0,-1 1 0 0 0,1 0 1 0 0,0 0-1 0 0,-1 0 0 0 0,1 0 1 0 0,-1 1-1 0 0,0-1 0 0 0,1 0 1 0 0,-1 1-1 0 0,0-1 0 0 0,0 1 1 0 0,0-1-1 0 0,1 2 0 0 0,2 4 11 0 0,0 0-1 0 0,-1-1 0 0 0,0 1 1 0 0,0 1-1 0 0,-1-1 0 0 0,0 0 1 0 0,0 1-1 0 0,1 11 1 0 0,0 6 22 0 0,-2 33 0 0 0,-2-43-24 0 0,0-1 0 0 0,2 0-1 0 0,0 1 1 0 0,0-1 0 0 0,1 0-1 0 0,1 0 1 0 0,9 26 0 0 0,-11-37-4 0 0,1 1 0 0 0,0-1 0 0 0,0 0 0 0 0,0 1 1 0 0,1-1-1 0 0,-1 0 0 0 0,1 0 0 0 0,-1-1 0 0 0,1 1 0 0 0,0 0 1 0 0,0-1-1 0 0,0 0 0 0 0,0 0 0 0 0,1 0 0 0 0,6 3 0 0 0,-4-3-3 0 0,0 0-1 0 0,0 0 0 0 0,1-1 1 0 0,-1 0-1 0 0,0 0 1 0 0,0-1-1 0 0,1 0 0 0 0,12-1 1 0 0,-3-1-14 0 0,1-1 0 0 0,-1-1 0 0 0,0-1 0 0 0,0 0 0 0 0,-1-1 0 0 0,24-12 0 0 0,-15 4-31 0 0,0-1 1 0 0,0-1-1 0 0,-2-1 1 0 0,0-1-1 0 0,-1-1 0 0 0,20-25 1 0 0,-26 28 15 0 0,-2-1 1 0 0,0-1-1 0 0,-1-1 0 0 0,0 1 1 0 0,-2-2-1 0 0,0 0 1 0 0,-2 0-1 0 0,10-30 1 0 0,-16 22 16 0 0,-2 27 9 0 0,0 1 0 0 0,0-1 0 0 0,0 1 0 0 0,0-1 0 0 0,0 1 0 0 0,0-1 0 0 0,0 1 0 0 0,0-1 0 0 0,0 1-1 0 0,0-1 1 0 0,0 1 0 0 0,0-1 0 0 0,-1 0 0 0 0,1 1 0 0 0,0-1 0 0 0,0 1 0 0 0,-1 0 0 0 0,1-1 0 0 0,0 1-1 0 0,-1-1 1 0 0,1 1 0 0 0,0-1 0 0 0,-1 1 0 0 0,1 0 0 0 0,0-1 0 0 0,-1 1 0 0 0,1 0 0 0 0,-1-1 0 0 0,1 1-1 0 0,-1 0 1 0 0,1 0 0 0 0,-1-1 0 0 0,1 1 0 0 0,-1 0 0 0 0,1 0 0 0 0,-1 0 0 0 0,1 0 0 0 0,-1 0 0 0 0,1 0-1 0 0,-1 0 1 0 0,1 0 0 0 0,-1 0 0 0 0,0 0 0 0 0,1 0 0 0 0,-1 0 0 0 0,1 0 0 0 0,-1 0 0 0 0,1 0 0 0 0,-1 0-1 0 0,0 1 1 0 0,-10 5 6 0 0,1 0 0 0 0,-1 0 0 0 0,1 1-1 0 0,1 0 1 0 0,-1 1 0 0 0,1 0 0 0 0,-9 11-1 0 0,-5 7 3 0 0,-27 40 0 0 0,35-44-11 0 0,-22 41 1 0 0,34-56 6 0 0,0 0-1 0 0,0 0 1 0 0,0 0 0 0 0,1 1-1 0 0,0-1 1 0 0,1 1-1 0 0,-1-1 1 0 0,1 1 0 0 0,1 0-1 0 0,0 14 1 0 0,0-20 0 0 0,1-1 1 0 0,-1 1-1 0 0,0 0 0 0 0,1-1 1 0 0,-1 1-1 0 0,1-1 1 0 0,-1 1-1 0 0,1 0 1 0 0,0-1-1 0 0,0 0 0 0 0,0 1 1 0 0,0-1-1 0 0,0 1 1 0 0,0-1-1 0 0,0 0 0 0 0,0 0 1 0 0,1 1-1 0 0,-1-1 1 0 0,0 0-1 0 0,2 1 1 0 0,0-1-3 0 0,0 0 1 0 0,0 0 0 0 0,0 0 0 0 0,0 0 0 0 0,0 0 0 0 0,1 0 0 0 0,-1-1 0 0 0,0 0 0 0 0,0 1-1 0 0,4-1 1 0 0,2-1-22 0 0,1 0 0 0 0,-1-1 1 0 0,0 1-1 0 0,1-2 0 0 0,-1 1 0 0 0,12-6 0 0 0,-1-2-92 0 0,-1-1 0 0 0,0-1 0 0 0,0-1 1 0 0,-1 0-1 0 0,-1-1 0 0 0,16-17 0 0 0,89-105-383 0 0,-70 74 362 0 0,19-20-161 0 0,-71 81 288 0 0,1-1 0 0 0,0 1 0 0 0,1 0 0 0 0,-1 0 0 0 0,0 0 0 0 0,0 0 0 0 0,0 1 0 0 0,0-1 0 0 0,1 0 0 0 0,-1 0 0 0 0,0 1 0 0 0,1-1 1 0 0,-1 1-1 0 0,1-1 0 0 0,-1 1 0 0 0,1 0 0 0 0,-1-1 0 0 0,1 1 0 0 0,1 0 0 0 0,-2 0 5 0 0,0 1 1 0 0,0-1 0 0 0,0 0-1 0 0,0 1 1 0 0,0-1-1 0 0,0 1 1 0 0,0 0 0 0 0,0-1-1 0 0,0 1 1 0 0,0 0 0 0 0,-1-1-1 0 0,1 1 1 0 0,0 0 0 0 0,-1 0-1 0 0,1 0 1 0 0,0 0-1 0 0,-1 0 1 0 0,1 0 0 0 0,-1 0-1 0 0,1 1 1 0 0,1 4 4 0 0,0 0-1 0 0,0 1 1 0 0,0-1 0 0 0,-1 1-1 0 0,0 0 1 0 0,0 12 0 0 0,-4 21 56 0 0,-1 0-1 0 0,-2 0 1 0 0,-17 60 0 0 0,22-97-38 0 0,-3-9-18 0 0,4 6-1 0 0,-1-1-1 0 0,1 1 0 0 0,-1 0 1 0 0,1 0-1 0 0,0-1 1 0 0,-1 1-1 0 0,1 0 0 0 0,0-1 1 0 0,-1 1-1 0 0,1 0 0 0 0,0-1 1 0 0,-1 1-1 0 0,1 0 1 0 0,0-1-1 0 0,0 1 0 0 0,0-1 1 0 0,-1 1-1 0 0,1-1 1 0 0,0 1-1 0 0,0-1 0 0 0,0 1 1 0 0,0 0-1 0 0,0-1 1 0 0,0 1-1 0 0,0-1 0 0 0,0 1 1 0 0,0-1-1 0 0,0 1 0 0 0,0-1 1 0 0,0 0-1 0 0,4-19-2 0 0,0 0 1 0 0,2 0-1 0 0,0 0 0 0 0,1 1 0 0 0,19-37 1 0 0,-18 41-9 0 0,1 1 0 0 0,0 0 0 0 0,1 0 1 0 0,1 1-1 0 0,0 0 0 0 0,1 1 0 0 0,23-19 1 0 0,-29 26-5 0 0,0 1 0 0 0,0 1 0 0 0,0-1 0 0 0,0 1 0 0 0,1 0 1 0 0,-1 0-1 0 0,1 1 0 0 0,-1 0 0 0 0,1 0 0 0 0,0 1 0 0 0,0 0 1 0 0,11-1-1 0 0,-15 2 15 0 0,0 0 0 0 0,1 1-1 0 0,-2-1 1 0 0,1 1 0 0 0,0 0 0 0 0,0-1 0 0 0,0 1 0 0 0,0 1 0 0 0,0-1 0 0 0,-1 0 0 0 0,1 1 0 0 0,0-1-1 0 0,-1 1 1 0 0,1 0 0 0 0,-1 0 0 0 0,0 0 0 0 0,0 0 0 0 0,0 0 0 0 0,0 0 0 0 0,0 1 0 0 0,0-1-1 0 0,0 1 1 0 0,-1 0 0 0 0,1-1 0 0 0,-1 1 0 0 0,0 0 0 0 0,0 0 0 0 0,0-1 0 0 0,0 1 0 0 0,0 3 0 0 0,1 5 7 0 0,0 0 1 0 0,0-1 0 0 0,-1 1 0 0 0,-1 0 0 0 0,0 0 0 0 0,-2 15 0 0 0,-15 65 21 0 0,11-63-19 0 0,-6 49 1 0 0,11-75-9 0 0,1 0-1 0 0,0 0 1 0 0,0 0 0 0 0,0 0 0 0 0,0 0-1 0 0,0 0 1 0 0,1 0 0 0 0,-1 0-1 0 0,1 0 1 0 0,-1-1 0 0 0,1 1 0 0 0,-1 0-1 0 0,1 0 1 0 0,0 0 0 0 0,0-1 0 0 0,0 1-1 0 0,0 0 1 0 0,0-1 0 0 0,1 1-1 0 0,-1-1 1 0 0,0 1 0 0 0,3 1 0 0 0,-2-2-4 0 0,1 1 0 0 0,-1-1 0 0 0,1-1 0 0 0,-1 1 0 0 0,1 0 1 0 0,0-1-1 0 0,-1 1 0 0 0,1-1 0 0 0,-1 0 0 0 0,1 1 0 0 0,0-1 0 0 0,-1-1 1 0 0,1 1-1 0 0,0 0 0 0 0,-1-1 0 0 0,1 1 0 0 0,3-2 0 0 0,23-9-743 0 0,1 0 0 0 0,-2-3 0 0 0,1 0 0 0 0,-2-1 0 0 0,27-21-1 0 0,0 2-1313 0 0,42-29-4306 0 0,-46 32 1028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4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90 797 2164 0 0,'-50'57'10368'0'0,"16"-19"-7223"0"0,34-38-3118 0 0,-1 0 1 0 0,1 1-1 0 0,0-1 0 0 0,-1 0 1 0 0,1 1-1 0 0,-1-1 0 0 0,1 0 1 0 0,0 1-1 0 0,-1-1 1 0 0,1 1-1 0 0,0-1 0 0 0,0 1 1 0 0,-1-1-1 0 0,1 1 0 0 0,0-1 1 0 0,0 1-1 0 0,0-1 1 0 0,0 1-1 0 0,-1-1 0 0 0,1 1 1 0 0,0-1-1 0 0,0 1 0 0 0,0-1 1 0 0,0 1-1 0 0,0-1 1 0 0,0 1-1 0 0,0-1 0 0 0,1 1 1 0 0,-1-1-1 0 0,0 1 0 0 0,0 0 1 0 0,1 0-7 0 0,0-1 0 0 0,0 0 0 0 0,0 1 0 0 0,0-1 0 0 0,0 1 0 0 0,0-1 0 0 0,-1 0 0 0 0,1 0 0 0 0,0 0-1 0 0,0 1 1 0 0,0-1 0 0 0,0 0 0 0 0,0 0 0 0 0,0 0 0 0 0,1-1 0 0 0,36-5 166 0 0,-13-3-147 0 0,1-2 0 0 0,-1 0 0 0 0,-1-1 0 0 0,0-2 0 0 0,-1 0 0 0 0,23-20 0 0 0,-9 4-19 0 0,-2-1 0 0 0,53-60 0 0 0,-35 25-69 0 0,73-118 1 0 0,27-84-131 0 0,-126 219 151 0 0,0 0-63 0 0,-26 47 63 0 0,-7 21-23 0 0,-70 144 127 0 0,-8 21 55 0 0,77-167-132 0 0,-6 16 13 0 0,-15 61-1 0 0,25-85-11 0 0,2 1 0 0 0,-1-1 1 0 0,1 1-1 0 0,1 0 0 0 0,-1-1 1 0 0,2 1-1 0 0,-1 0 0 0 0,2-1 0 0 0,-1 1 1 0 0,1 0-1 0 0,5 13 0 0 0,-6-20 1 0 0,1 1-1 0 0,-1-1 1 0 0,1 0-1 0 0,0 0 1 0 0,0 0-1 0 0,0 0 1 0 0,0-1 0 0 0,1 1-1 0 0,-1 0 1 0 0,1-1-1 0 0,-1 0 1 0 0,1 0-1 0 0,0 1 1 0 0,0-2-1 0 0,5 4 1 0 0,-3-3-23 0 0,1 0 1 0 0,-1 0-1 0 0,1-1 1 0 0,0 0-1 0 0,-1 0 1 0 0,1 0-1 0 0,0 0 1 0 0,10-1-1 0 0,0-2-90 0 0,-1 0 1 0 0,0 0-1 0 0,-1-2 0 0 0,1 1 0 0 0,-1-2 1 0 0,21-9-1 0 0,-5-1-125 0 0,0-2 0 0 0,-2-1 0 0 0,0-2 0 0 0,-1 0 0 0 0,-1-2 0 0 0,-1-1 0 0 0,-1 0 0 0 0,40-51-1 0 0,-13 3-155 0 0,-3-2-1 0 0,48-96 1 0 0,-85 148 316 0 0,49-103 255 0 0,-60 122-115 0 0,-2 5 6 0 0,-18 22 163 0 0,2 2-1 0 0,-29 55 1 0 0,18-31-31 0 0,-96 187 322 0 0,106-194-448 0 0,1 2-1 0 0,2 0 0 0 0,-15 72 0 0 0,30-115-54 0 0,1 0 0 0 0,0-1 0 0 0,-1 1-1 0 0,1 0 1 0 0,0 0 0 0 0,0 0 0 0 0,1 4 0 0 0,-1-7-19 0 0,0 0 0 0 0,0 1 0 0 0,1-1 1 0 0,-1 0-1 0 0,0 1 0 0 0,0-1 0 0 0,1 1 1 0 0,-1-1-1 0 0,0 0 0 0 0,0 0 0 0 0,1 1 1 0 0,-1-1-1 0 0,0 0 0 0 0,1 1 0 0 0,-1-1 1 0 0,1 0-1 0 0,-1 0 0 0 0,0 0 0 0 0,1 0 1 0 0,-1 1-1 0 0,1-1 0 0 0,-1 0 0 0 0,1 0 1 0 0,-1 0-1 0 0,0 0 0 0 0,1 0 0 0 0,-1 0 1 0 0,1 0-1 0 0,-1 0 0 0 0,1 0 0 0 0,-1 0 1 0 0,0 0-1 0 0,1 0 0 0 0,-1 0 0 0 0,1-1 1 0 0,-1 1-1 0 0,0 0 0 0 0,1 0 0 0 0,-1 0 1 0 0,1 0-1 0 0,-1-1 0 0 0,0 1 0 0 0,1 0 1 0 0,-1-1-1 0 0,0 1 0 0 0,1-1 0 0 0,4-3 6 0 0,0 0-1 0 0,-1 0 0 0 0,1 0 1 0 0,-1-1-1 0 0,0 0 0 0 0,-1 0 1 0 0,1 0-1 0 0,4-8 0 0 0,1-3 7 0 0,5-3 0 0 0,13-22-19 0 0,2 2 0 0 0,60-64-1 0 0,-81 95-2 0 0,0 0 0 0 0,0 1 0 0 0,1 0 0 0 0,0 0 0 0 0,0 1 0 0 0,1 0-1 0 0,0 0 1 0 0,20-7 0 0 0,-28 12 9 0 0,0 1 0 0 0,0-1 0 0 0,1 1 0 0 0,-1 0 1 0 0,0 0-1 0 0,1 0 0 0 0,-1 0 0 0 0,0 0 0 0 0,0 0 0 0 0,1 1 0 0 0,-1-1 0 0 0,0 1 0 0 0,0 0 1 0 0,1-1-1 0 0,-1 1 0 0 0,0 0 0 0 0,0 0 0 0 0,0 0 0 0 0,0 1 0 0 0,0-1 0 0 0,-1 0 0 0 0,1 1 0 0 0,0 0 1 0 0,0-1-1 0 0,-1 1 0 0 0,1 0 0 0 0,-1 0 0 0 0,0-1 0 0 0,0 1 0 0 0,3 4 0 0 0,-1 1 8 0 0,1 1-1 0 0,-1-1 1 0 0,-1 1 0 0 0,1-1-1 0 0,-1 1 1 0 0,-1 0-1 0 0,2 10 1 0 0,-1 60 54 0 0,-2-54-49 0 0,0 1-1 0 0,7 39 1 0 0,-7-62-8 0 0,1 0 1 0 0,-1 0-1 0 0,1 0 1 0 0,-1 0-1 0 0,1 0 1 0 0,0 0-1 0 0,0 0 1 0 0,0 0-1 0 0,0-1 1 0 0,0 1-1 0 0,1 0 1 0 0,-1-1 0 0 0,0 1-1 0 0,1-1 1 0 0,-1 1-1 0 0,1-1 1 0 0,0 0-1 0 0,-1 1 1 0 0,3 0-1 0 0,0 0 1 0 0,-1-1 0 0 0,0 0 0 0 0,0 0-1 0 0,1 0 1 0 0,-1-1 0 0 0,1 1 0 0 0,-1-1 0 0 0,1 0 0 0 0,-1 1-1 0 0,7-2 1 0 0,3-1 6 0 0,0-1 1 0 0,0 0-1 0 0,0-1 0 0 0,23-10 1 0 0,-2-2 23 0 0,-2-2 0 0 0,0-2 1 0 0,-1-1-1 0 0,-1-1 0 0 0,-1-2 1 0 0,-1 0-1 0 0,-1-2 0 0 0,-2-1 1 0 0,26-35-1 0 0,-49 59 8 0 0,1 0-1 0 0,-1-1 1 0 0,-1 1 0 0 0,1-1-1 0 0,0 1 1 0 0,-1-1-1 0 0,1 0 1 0 0,-1 0 0 0 0,0-5-1 0 0,0 7-7 0 0,-5 3-23 0 0,-1-1 0 0 0,1 1 0 0 0,0 0-1 0 0,0 0 1 0 0,0 0 0 0 0,0 1 0 0 0,1 0 0 0 0,-1-1 0 0 0,0 1 0 0 0,1 1 0 0 0,-1-1 0 0 0,1 0-1 0 0,0 1 1 0 0,-5 3 0 0 0,-6 9 34 0 0,-23 26-1 0 0,20-20-23 0 0,8-11-12 0 0,1 1-1 0 0,0 0 0 0 0,0 1 1 0 0,1-1-1 0 0,1 1 0 0 0,0 1 1 0 0,0-1-1 0 0,-4 16 0 0 0,9-24-3 0 0,0 0-1 0 0,0 0 0 0 0,0 0 1 0 0,1 1-1 0 0,-1-1 0 0 0,1 0 0 0 0,0 0 1 0 0,0 1-1 0 0,0-1 0 0 0,1 0 1 0 0,0 1-1 0 0,-1-1 0 0 0,2 0 1 0 0,-1 0-1 0 0,0 0 0 0 0,1 0 1 0 0,0 0-1 0 0,0 0 0 0 0,0 0 0 0 0,0 0 1 0 0,0-1-1 0 0,1 1 0 0 0,0-1 1 0 0,0 0-1 0 0,0 0 0 0 0,0 0 1 0 0,0 0-1 0 0,0 0 0 0 0,6 2 1 0 0,1 1 0 0 0,1-1 1 0 0,0 0 0 0 0,0-1-1 0 0,1 0 1 0 0,0-1 0 0 0,-1 0-1 0 0,1-1 1 0 0,0 0 0 0 0,0-1-1 0 0,0 0 1 0 0,0-1 0 0 0,19-2-1 0 0,-9 0-564 0 0,0-2 0 0 0,0 0 0 0 0,0-1 0 0 0,-1-1 1 0 0,40-18-1 0 0,-44 16-1397 0 0,0-1 0 0 0,18-14 0 0 0,-2-2-3747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4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52 304 0 0,'-69'9'3615'0'0,"24"-4"151"0"0,-67 16-1 0 0,110-20-3163 0 0,16 1 309 0 0,19-4-499 0 0,54-10 0 0 0,-35 4-282 0 0,305-37-2439 0 0,-270 34-1126 0 0,11-1-2334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70 454 1516 0 0,'-52'18'7574'0'0,"35"-11"-5200"0"0,17-6-2344 0 0,0-1 1 0 0,0 0 0 0 0,0 0 0 0 0,-1 0-1 0 0,1 0 1 0 0,0 0 0 0 0,0 0-1 0 0,0 0 1 0 0,0 0 0 0 0,0 0-1 0 0,0 0 1 0 0,0 1 0 0 0,0-1 0 0 0,0 0-1 0 0,0 0 1 0 0,0 0 0 0 0,0 0-1 0 0,0 0 1 0 0,1 1 522 0 0,-1-1-523 0 0,0 0 1 0 0,0 0 0 0 0,0 0-1 0 0,1 1 1 0 0,-1-1 0 0 0,0 0-1 0 0,0 0 1 0 0,0 0 0 0 0,0 0 0 0 0,0 0-1 0 0,0 0 1 0 0,0 0 0 0 0,0 0-1 0 0,0 0 1 0 0,0 0 0 0 0,1 0-1 0 0,-1 0 1 0 0,0 0 0 0 0,3 0 111 0 0,0 0-1 0 0,0 0 1 0 0,-1 0 0 0 0,1 0-1 0 0,0 0 1 0 0,0-1 0 0 0,5 0 0 0 0,56-20 180 0 0,-1-4 0 0 0,76-39 0 0 0,-89 40-234 0 0,227-118 107 0 0,-199 96-156 0 0,103-79 0 0 0,-179 124-38 0 0,0-1-1 0 0,0 1 1 0 0,0-1 0 0 0,0 0-1 0 0,-1 1 1 0 0,1-1 0 0 0,0 0-1 0 0,-1 0 1 0 0,0 0 0 0 0,1 0-1 0 0,-1 0 1 0 0,0-1 0 0 0,0 1-1 0 0,2-4 1 0 0,-3 4 4 0 0,-6 3-4 0 0,1 0 0 0 0,-1 0 0 0 0,0 1 1 0 0,1-1-1 0 0,0 1 0 0 0,-1 0 0 0 0,1 1 0 0 0,0-1 1 0 0,0 1-1 0 0,0 0 0 0 0,0 0 0 0 0,1 1 0 0 0,-1-1 1 0 0,1 1-1 0 0,-5 5 0 0 0,1 0 2 0 0,0 0 0 0 0,0 1-1 0 0,1-1 1 0 0,0 1 0 0 0,1 1 0 0 0,-7 13-1 0 0,11-19 4 0 0,0 1-1 0 0,1 0 0 0 0,-1 0 0 0 0,1-1 0 0 0,0 1 1 0 0,1 0-1 0 0,0 0 0 0 0,-1 0 0 0 0,2 0 0 0 0,-1 0 1 0 0,1 0-1 0 0,0 0 0 0 0,0 0 0 0 0,4 9 0 0 0,3 7 56 0 0,1 1-1 0 0,18 29 0 0 0,4 11 88 0 0,-30-60-61 0 0,0-1 0 0 0,0 1 0 0 0,-1-1-1 0 0,1 1 1 0 0,-1 0 0 0 0,0-1 0 0 0,0 1 0 0 0,0-1 0 0 0,0 1-1 0 0,0 0 1 0 0,-1-1 0 0 0,1 1 0 0 0,-1-1 0 0 0,1 1 0 0 0,-1-1-1 0 0,0 1 1 0 0,0-1 0 0 0,0 0 0 0 0,0 1 0 0 0,-1-1 0 0 0,1 0-1 0 0,0 0 1 0 0,-1 0 0 0 0,0 0 0 0 0,1 0 0 0 0,-1 0 0 0 0,0 0-1 0 0,0-1 1 0 0,0 1 0 0 0,-3 1 0 0 0,-1 1 40 0 0,0 0 0 0 0,0 0 0 0 0,0-1 0 0 0,-1 0 1 0 0,1 0-1 0 0,-1-1 0 0 0,0 0 0 0 0,0 0 0 0 0,-13 2 0 0 0,-4-3 13 0 0,1-1 0 0 0,-1-1 0 0 0,1-1 1 0 0,-1 0-1 0 0,1-2 0 0 0,-28-9 0 0 0,5 2-286 0 0,46 11 93 0 0,-1-1 1 0 0,0 1-1 0 0,1 0 1 0 0,-1-1-1 0 0,1 1 1 0 0,-1 0-1 0 0,1-1 1 0 0,-1 1-1 0 0,1-1 1 0 0,0 1-1 0 0,-1 0 1 0 0,1-1-1 0 0,-1 1 1 0 0,1-1 0 0 0,0 0-1 0 0,-1 1 1 0 0,1-1-1 0 0,0 1 1 0 0,0-1-1 0 0,0 1 1 0 0,-1-1-1 0 0,1 0 1 0 0,0 1-1 0 0,0-1 1 0 0,0 1-1 0 0,0-1 1 0 0,0 0-1 0 0,0 1 1 0 0,0-1-1 0 0,0 1 1 0 0,0-1-1 0 0,0 0 1 0 0,0 1-1 0 0,1-1 1 0 0,-1 0-1 0 0,10-19-1897 0 0,26-17-6104 0 0,-20 23 1450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6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0 2752 0 0,'0'0'6785'0'0,"0"2"-6018"0"0,-30 62 2285 0 0,-15 40-1653 0 0,-36 111 1749 0 0,99-238-2825 0 0,45-57-136 0 0,-30 34-186 0 0,2 3 0 0 0,3 1 0 0 0,76-67 0 0 0,-110 105-10 0 0,0 1 0 0 0,1 0 0 0 0,-1 0 0 0 0,1 0-1 0 0,0 1 1 0 0,-1 0 0 0 0,1 0 0 0 0,1 0 0 0 0,-1 0 0 0 0,10-1 0 0 0,-13 3 8 0 0,1 0 0 0 0,-1 0 1 0 0,1 0-1 0 0,-1 1 0 0 0,0-1 1 0 0,1 1-1 0 0,-1-1 1 0 0,0 1-1 0 0,0 0 0 0 0,1 0 1 0 0,-1 0-1 0 0,0 0 0 0 0,0 0 1 0 0,0 0-1 0 0,0 1 1 0 0,0-1-1 0 0,-1 1 0 0 0,1-1 1 0 0,0 1-1 0 0,-1 0 0 0 0,1-1 1 0 0,-1 1-1 0 0,1 0 0 0 0,-1 0 1 0 0,0 0-1 0 0,0 0 1 0 0,1 3-1 0 0,2 5 11 0 0,0-1 0 0 0,-1 1-1 0 0,-1-1 1 0 0,1 1 0 0 0,-2 0 0 0 0,1 0 0 0 0,-1 0 0 0 0,-1 14-1 0 0,-1 2 12 0 0,-1-1-1 0 0,-6 29 0 0 0,7-47-14 0 0,-1 0-1 0 0,0-1 1 0 0,0 1-1 0 0,0 0 1 0 0,-1 0-1 0 0,0-1 1 0 0,-5 9-1 0 0,7-14 5 0 0,1-1-10 0 0,-1 0 0 0 0,0-1 0 0 0,1 1 0 0 0,-1-1 0 0 0,1 1 0 0 0,-1 0 0 0 0,1-1 0 0 0,-1 1 0 0 0,1-1 0 0 0,-1 1 1 0 0,1-1-1 0 0,-1 1 0 0 0,1-1 0 0 0,0 0 0 0 0,-1 1 0 0 0,1-1 0 0 0,0 0 0 0 0,0-8-6 0 0,2 0-1 0 0,-1 0 1 0 0,2 0-1 0 0,-1 0 1 0 0,1 0 0 0 0,0 1-1 0 0,1-1 1 0 0,0 1-1 0 0,0 0 1 0 0,1 0 0 0 0,0 0-1 0 0,9-10 1 0 0,2-1-13 0 0,0 1 1 0 0,2 0 0 0 0,30-24-1 0 0,-37 34 7 0 0,1-1-1 0 0,0 2 0 0 0,1 0 0 0 0,0 0 1 0 0,0 1-1 0 0,0 0 0 0 0,1 2 1 0 0,21-6-1 0 0,-30 9 9 0 0,0 0 0 0 0,0 1 0 0 0,0-1 0 0 0,0 1 0 0 0,0 1 0 0 0,0-1 0 0 0,0 1 0 0 0,0-1 0 0 0,0 1 0 0 0,0 1 0 0 0,0-1 0 0 0,5 3 0 0 0,-7-2 4 0 0,1 0 1 0 0,-1 1 0 0 0,1-1 0 0 0,-1 1-1 0 0,0-1 1 0 0,0 1 0 0 0,0 0 0 0 0,0 0-1 0 0,-1 1 1 0 0,1-1 0 0 0,-1 1 0 0 0,0-1-1 0 0,0 1 1 0 0,0 0 0 0 0,0-1 0 0 0,1 8-1 0 0,1 4 10 0 0,-2 0-1 0 0,0 0 1 0 0,0 0-1 0 0,-2 0 1 0 0,0 0 0 0 0,0 0-1 0 0,-4 19 1 0 0,2-8-118 0 0,1-19-233 0 0,1 25-1418 0 0,0-31 1601 0 0,0 0 1 0 0,0 0 0 0 0,0 0-1 0 0,1 0 1 0 0,-1-1-1 0 0,0 1 1 0 0,1 0-1 0 0,-1 0 1 0 0,1 0 0 0 0,-1 0-1 0 0,1 0 1 0 0,-1-1-1 0 0,1 1 1 0 0,-1 0 0 0 0,1 0-1 0 0,0-1 1 0 0,-1 1-1 0 0,1 0 1 0 0,0-1-1 0 0,0 1 1 0 0,-1-1 0 0 0,1 1-1 0 0,0-1 1 0 0,0 0-1 0 0,0 1 1 0 0,0-1 0 0 0,0 0-1 0 0,1 1 1 0 0,16 2-3545 0 0,0-1-1688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458 529 2656 0 0,'1'-3'378'0'0,"-1"1"-1"0"0,0-1 1 0 0,1 0-1 0 0,-1 1 1 0 0,-1-1-1 0 0,1 0 1 0 0,0 1-1 0 0,-1-1 1 0 0,1 0-1 0 0,-1 1 0 0 0,0-1 1 0 0,1 1-1 0 0,-1-1 1 0 0,-1 1-1 0 0,1-1 1 0 0,0 1-1 0 0,-2-2 1 0 0,1 2-165 0 0,0 0 0 0 0,0 0 1 0 0,0 0-1 0 0,0 1 0 0 0,0-1 1 0 0,0 1-1 0 0,-1 0 0 0 0,1 0 1 0 0,0 0-1 0 0,-1 0 0 0 0,1 0 0 0 0,-1 0 1 0 0,1 0-1 0 0,-5 0 0 0 0,-1 0-31 0 0,0 1 0 0 0,0 0 0 0 0,0 0-1 0 0,0 1 1 0 0,-1 0 0 0 0,1 1 0 0 0,0-1-1 0 0,1 1 1 0 0,-16 7 0 0 0,-3 3-67 0 0,0 1-1 0 0,1 1 1 0 0,0 2 0 0 0,2 0 0 0 0,0 2-1 0 0,0 0 1 0 0,2 2 0 0 0,0 0 0 0 0,2 1-1 0 0,-31 42 1 0 0,46-56-99 0 0,-1 0 0 0 0,1 1-1 0 0,1-1 1 0 0,0 1 0 0 0,0 0 0 0 0,0 0-1 0 0,1 0 1 0 0,0 0 0 0 0,0 0 0 0 0,0 11-1 0 0,2-16-8 0 0,0 0 0 0 0,0-1 0 0 0,1 1 1 0 0,-1-1-1 0 0,1 1 0 0 0,-1-1 0 0 0,1 1 0 0 0,0-1 0 0 0,0 1 0 0 0,0-1 0 0 0,0 0 0 0 0,0 1 0 0 0,1-1 0 0 0,-1 0 0 0 0,2 3 0 0 0,0-3-2 0 0,-1-1-1 0 0,0 1 0 0 0,1 0 1 0 0,-1 0-1 0 0,1-1 1 0 0,0 1-1 0 0,-1-1 1 0 0,1 0-1 0 0,0 0 0 0 0,0 0 1 0 0,0 0-1 0 0,0-1 1 0 0,0 1-1 0 0,-1-1 1 0 0,1 0-1 0 0,3 1 0 0 0,3-1 0 0 0,0 0 0 0 0,-1-1-1 0 0,1 0 1 0 0,-1 0-1 0 0,1-1 1 0 0,-1 0-1 0 0,0 0 1 0 0,0-1 0 0 0,14-6-1 0 0,-10 2-4 0 0,0 0 0 0 0,0 0 0 0 0,-1-1 0 0 0,0-1 0 0 0,14-13 0 0 0,3-10-31 0 0,-2 0-1 0 0,44-70 0 0 0,-64 93 25 0 0,13-25-30 0 0,-16 29 7 0 0,-13 22 36 0 0,-8 14 42 0 0,-21 53 0 0 0,34-71-39 0 0,0 0 0 0 0,1 0 1 0 0,1 0-1 0 0,0 0 0 0 0,1 1 0 0 0,0-1 1 0 0,1 20-1 0 0,1-30-1 0 0,0 1-1 0 0,1-1 1 0 0,-1 1 0 0 0,1-1 0 0 0,-1 0-1 0 0,1 1 1 0 0,1-1 0 0 0,-1 0 0 0 0,0 0 0 0 0,1 1-1 0 0,-1-1 1 0 0,1 0 0 0 0,0 0 0 0 0,0-1-1 0 0,0 1 1 0 0,0 0 0 0 0,1-1 0 0 0,2 3-1 0 0,-1-2-1 0 0,-1-1 0 0 0,1 0 0 0 0,1 0 0 0 0,-1 0 0 0 0,0 0 0 0 0,0 0 0 0 0,1-1 0 0 0,-1 0 0 0 0,1 0 0 0 0,-1 0 0 0 0,1-1 0 0 0,4 1 0 0 0,6-1 0 0 0,0-1-1 0 0,0-1 1 0 0,0 0 0 0 0,0-1-1 0 0,0 0 1 0 0,-1-1 0 0 0,19-8 0 0 0,-6 0-15 0 0,0-2 1 0 0,-1-1 0 0 0,-1-1 0 0 0,0-2 0 0 0,-2 0 0 0 0,0-1 0 0 0,0-1 0 0 0,31-39 0 0 0,-14 10-58 0 0,-1-3 0 0 0,61-112 0 0 0,-90 147 58 0 0,53-107-65 0 0,-53 103 64 0 0,-1-1 0 0 0,-2-1 0 0 0,10-41 0 0 0,-17 62 9 0 0,0 1 0 0 0,1 0 0 0 0,-1-1 0 0 0,0 1 0 0 0,0-1 0 0 0,0 1 0 0 0,0 0 0 0 0,0-1 0 0 0,0 1 0 0 0,0-1 0 0 0,0 1-1 0 0,0 0 1 0 0,-1-1 0 0 0,1 1 0 0 0,-1 0 0 0 0,1-1 0 0 0,-1 1 0 0 0,1 0 0 0 0,-1 0 0 0 0,-1-2 0 0 0,1 2 1 0 0,0 1 0 0 0,0-1 0 0 0,0 1 0 0 0,0-1 0 0 0,0 1 0 0 0,0 0 0 0 0,0-1 0 0 0,0 1 0 0 0,0 0 0 0 0,0 0 0 0 0,0 0-1 0 0,0 0 1 0 0,0 0 0 0 0,0 0 0 0 0,0 0 0 0 0,0 0 0 0 0,0 0 0 0 0,0 1 0 0 0,0-1 0 0 0,-2 1 0 0 0,-5 2 3 0 0,1 1 0 0 0,-1 0 1 0 0,0 0-1 0 0,1 0 0 0 0,-8 8 0 0 0,-17 13 19 0 0,2 2 0 0 0,2 2-1 0 0,-48 59 1 0 0,42-42 49 0 0,3 1 0 0 0,-31 60 0 0 0,46-74-15 0 0,-21 60 0 0 0,32-77-35 0 0,1 1 0 0 0,0 0 0 0 0,1 0 0 0 0,1 1 0 0 0,-1 30 0 0 0,3-43-13 0 0,1 1 0 0 0,-1 0 1 0 0,1 0-1 0 0,0-1 0 0 0,1 1 1 0 0,-1 0-1 0 0,1-1 1 0 0,0 1-1 0 0,1-1 0 0 0,-1 0 1 0 0,1 0-1 0 0,0 0 0 0 0,0 0 1 0 0,1 0-1 0 0,-1-1 1 0 0,1 0-1 0 0,7 7 0 0 0,-4-5-2 0 0,1-1-1 0 0,0 0 0 0 0,-1-1 0 0 0,1 0 1 0 0,1 0-1 0 0,-1-1 0 0 0,1 0 0 0 0,-1 0 1 0 0,1-1-1 0 0,15 2 0 0 0,-4-2-3 0 0,0-1 0 0 0,0 0 0 0 0,0-2 0 0 0,0-1 0 0 0,0 0 0 0 0,-1-1 0 0 0,1-1 0 0 0,-1-1 0 0 0,0-1 0 0 0,34-15 0 0 0,-21 6-6 0 0,-1-2 0 0 0,0-1 0 0 0,-2-1 0 0 0,0-1 0 0 0,34-32 0 0 0,-24 16-29 0 0,-2-3 1 0 0,-2-1 0 0 0,-1-1 0 0 0,44-71 0 0 0,-59 80 13 0 0,-1-2 1 0 0,-1 1-1 0 0,-2-2 0 0 0,-2 0 1 0 0,-1-1-1 0 0,-1 0 0 0 0,6-48 0 0 0,-11 16 13 0 0,-6 62 4 0 0,0 0 1 0 0,-1-1-1 0 0,1 1 0 0 0,-2 0 0 0 0,1 0 1 0 0,0-1-1 0 0,-1 1 0 0 0,-4-8 0 0 0,6 13 2 0 0,-1 0 0 0 0,1 0 0 0 0,-1 0 0 0 0,1 0 0 0 0,-1 0 0 0 0,0 0 0 0 0,0 0 0 0 0,1 0 0 0 0,-1 1 0 0 0,0-1 0 0 0,0 0 0 0 0,0 0 0 0 0,0 1 0 0 0,0-1-1 0 0,0 0 1 0 0,0 1 0 0 0,0-1 0 0 0,0 1 0 0 0,0-1 0 0 0,-1 1 0 0 0,1 0 0 0 0,-2-1 0 0 0,1 1 0 0 0,0 0-1 0 0,-1 1 1 0 0,1-1 0 0 0,0 0 0 0 0,0 1-1 0 0,0-1 1 0 0,-1 1 0 0 0,1 0-1 0 0,0 0 1 0 0,0 0 0 0 0,-2 1 0 0 0,-5 4 8 0 0,0 1-1 0 0,0-1 1 0 0,-13 16 0 0 0,21-22-7 0 0,-25 29 251 0 0,1 1-1 0 0,1 1 1 0 0,-34 58-1 0 0,-47 111 726 0 0,77-142-691 0 0,-24 76 0 0 0,41-99-192 0 0,2 0 1 0 0,1 0 0 0 0,-5 64-1 0 0,12-92-130 0 0,1 0 0 0 0,0 1 0 0 0,1-1-1 0 0,-1 0 1 0 0,1 0 0 0 0,1 0 0 0 0,-1 0 0 0 0,1 0-1 0 0,0 0 1 0 0,1-1 0 0 0,0 1 0 0 0,0 0-1 0 0,0-1 1 0 0,1 0 0 0 0,0 0 0 0 0,0 0-1 0 0,1-1 1 0 0,-1 1 0 0 0,1-1 0 0 0,0 0-1 0 0,10 7 1 0 0,-8-7-354 0 0,0 0 0 0 0,1-1 0 0 0,-1 0-1 0 0,1 0 1 0 0,0-1 0 0 0,0 0 0 0 0,14 3 0 0 0,-12-4-599 0 0,0-1 1 0 0,0 0-1 0 0,1 0 1 0 0,-1-1-1 0 0,1 0 1 0 0,14-3-1 0 0,16-5-5073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8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92 1700 0 0,'0'-1'237'0'0,"0"0"-1"0"0,0 1 1 0 0,0-1 0 0 0,0 0-1 0 0,0 0 1 0 0,0 0 0 0 0,0 1-1 0 0,0-1 1 0 0,-1 0-1 0 0,1 0 1 0 0,0 1 0 0 0,0-1-1 0 0,-1 0 1 0 0,1 0 0 0 0,-1 1-1 0 0,1-1 1 0 0,0 0-1 0 0,-1 1 1 0 0,1-1 0 0 0,-1 1-1 0 0,0-1 1 0 0,1 0 0 0 0,-1 1-1 0 0,1 0 1 0 0,-1-1-1 0 0,0 1 1 0 0,1-1 0 0 0,-1 1-1 0 0,-1-1 1 0 0,0 1 4 0 0,0 0 0 0 0,1-1 0 0 0,-1 1 1 0 0,0 0-1 0 0,0 0 0 0 0,0 0 0 0 0,0 0 0 0 0,0 1 0 0 0,0-1 1 0 0,0 0-1 0 0,0 1 0 0 0,-2 0 0 0 0,0 1-39 0 0,0-1 0 0 0,0 1 1 0 0,0 0-1 0 0,0 0 0 0 0,0 1 0 0 0,1-1 0 0 0,-1 1 0 0 0,1-1 0 0 0,-1 1 1 0 0,1 0-1 0 0,0 0 0 0 0,-3 4 0 0 0,6-5-160 0 0,-1-1 1 0 0,0 0-1 0 0,0 1 0 0 0,1-1 1 0 0,-1 0-1 0 0,1 1 0 0 0,-1-1 1 0 0,1 1-1 0 0,-1-1 0 0 0,1 1 1 0 0,0-1-1 0 0,0 1 0 0 0,0-1 1 0 0,0 1-1 0 0,0-1 1 0 0,0 1-1 0 0,0-1 0 0 0,1 1 1 0 0,-1-1-1 0 0,0 0 0 0 0,1 1 1 0 0,-1-1-1 0 0,1 1 0 0 0,-1-1 1 0 0,1 0-1 0 0,0 1 0 0 0,1 1 1 0 0,0-1 3 0 0,0 0 1 0 0,1 0 0 0 0,-1-1 0 0 0,0 1 0 0 0,1 0-1 0 0,-1-1 1 0 0,1 0 0 0 0,-1 1 0 0 0,1-1 0 0 0,0 0-1 0 0,-1 0 1 0 0,1-1 0 0 0,0 1 0 0 0,5 0 0 0 0,3 0-26 0 0,-1-1 1 0 0,0-1 0 0 0,0 1 0 0 0,0-1-1 0 0,0-1 1 0 0,0 0 0 0 0,-1 0 0 0 0,1-1-1 0 0,0-1 1 0 0,-1 1 0 0 0,0-1 0 0 0,0-1-1 0 0,0 0 1 0 0,0 0 0 0 0,-1-1 0 0 0,0 0-1 0 0,0 0 1 0 0,-1-1 0 0 0,1 0 0 0 0,-1 0 0 0 0,-1 0-1 0 0,1-1 1 0 0,-1-1 0 0 0,7-13 0 0 0,-12 22-23 0 0,-1-1 0 0 0,0 0 0 0 0,1 1 0 0 0,-1-1 0 0 0,0 1 0 0 0,0-1 0 0 0,1 0 0 0 0,-1 1 0 0 0,0-1 0 0 0,0 0 0 0 0,0 1 0 0 0,0-1 0 0 0,0 0 0 0 0,0 1 0 0 0,0-1 0 0 0,0 0 0 0 0,0 1 0 0 0,0-1 0 0 0,0 0 0 0 0,0 1 0 0 0,0-1 0 0 0,-1 0 0 0 0,1 1 0 0 0,0-1 0 0 0,0 0 0 0 0,-1 1 0 0 0,1-1 0 0 0,-1 0 0 0 0,0 0 0 0 0,0 1 0 0 0,0-1 0 0 0,0 0 1 0 0,0 0-1 0 0,-1 1 0 0 0,1-1 0 0 0,0 1 0 0 0,0-1 1 0 0,-1 1-1 0 0,1 0 0 0 0,0 0 0 0 0,-1-1 0 0 0,-1 1 0 0 0,-4 0-1 0 0,-1 0-1 0 0,1 0 0 0 0,-13 3 0 0 0,-4 2 8 0 0,0 1-1 0 0,1 1 0 0 0,0 2 1 0 0,-35 17-1 0 0,24-8 23 0 0,0 2 0 0 0,-34 27 0 0 0,41-27-13 0 0,-37 39 1 0 0,54-49-13 0 0,0 1 0 0 0,1 0 0 0 0,1 1 0 0 0,-1 0 1 0 0,2 1-1 0 0,-8 15 0 0 0,14-25-1 0 0,-1 0 1 0 0,1 0-1 0 0,0-1 0 0 0,0 1 1 0 0,0 0-1 0 0,1 0 0 0 0,-1 0 1 0 0,1 0-1 0 0,0 0 0 0 0,-1 1 1 0 0,1-1-1 0 0,1 0 0 0 0,-1 0 1 0 0,0 0-1 0 0,1 0 0 0 0,-1 0 1 0 0,1 0-1 0 0,2 5 0 0 0,-1-5 0 0 0,0-1-1 0 0,0 1 0 0 0,0-1 0 0 0,0 1 0 0 0,0-1 0 0 0,1 0 0 0 0,-1 0 1 0 0,1 0-1 0 0,-1 0 0 0 0,1 0 0 0 0,0 0 0 0 0,0-1 0 0 0,0 0 0 0 0,6 3 0 0 0,3-1-153 0 0,0 0-1 0 0,0-1 0 0 0,0 0 0 0 0,1-1 0 0 0,-1 0 0 0 0,1-1 0 0 0,23-3 0 0 0,-4-3-522 0 0,0-1 0 0 0,0-1-1 0 0,-1-2 1 0 0,0-1 0 0 0,35-18-1 0 0,137-88-3569 0 0,-179 102 3882 0 0,30-20 367 0 0,0-1 0 0 0,86-79 1 0 0,-136 110 216 0 0,0 1 1 0 0,0 0-1 0 0,-1-1 1 0 0,1 0 0 0 0,-1 0-1 0 0,4-7 1 0 0,-7 11-182 0 0,0 1 0 0 0,0-1 0 0 0,0 1 0 0 0,0-1 0 0 0,0 0 1 0 0,0 1-1 0 0,-1-1 0 0 0,1 1 0 0 0,0-1 0 0 0,0 1 0 0 0,0-1 0 0 0,-1 0 1 0 0,1 1-1 0 0,0-1 0 0 0,0 1 0 0 0,-1-1 0 0 0,1 1 0 0 0,-1-1 0 0 0,1 1 0 0 0,0-1 1 0 0,-1 1-1 0 0,1 0 0 0 0,-1-1 0 0 0,1 1 0 0 0,-1 0 0 0 0,1-1 0 0 0,-1 1 1 0 0,1 0-1 0 0,-1 0 0 0 0,1-1 0 0 0,-1 1 0 0 0,0 0 0 0 0,1 0 0 0 0,-1 0 0 0 0,1 0 1 0 0,-1 0-1 0 0,1 0 0 0 0,-1 0 0 0 0,0 0 0 0 0,1 0 0 0 0,-1 0 0 0 0,1 0 1 0 0,-1 0-1 0 0,0 0 0 0 0,0 0 0 0 0,-9 2 112 0 0,0 1-1 0 0,0-1 1 0 0,0 2-1 0 0,1-1 1 0 0,-1 1-1 0 0,1 1 1 0 0,0 0-1 0 0,0 0 1 0 0,-15 12 0 0 0,19-14-92 0 0,1 1 0 0 0,0 0 0 0 0,0 0 1 0 0,0 0-1 0 0,1 1 0 0 0,-1-1 0 0 0,1 1 0 0 0,0 0 1 0 0,0 0-1 0 0,0 0 0 0 0,1 0 0 0 0,0 0 1 0 0,0 0-1 0 0,0 1 0 0 0,1-1 0 0 0,0 1 1 0 0,0 0-1 0 0,0-1 0 0 0,0 12 0 0 0,5 7 179 0 0,0 1 1 0 0,2-1-1 0 0,1 0 0 0 0,0 0 0 0 0,13 25 0 0 0,1 4 101 0 0,-20-50-265 0 0,0-1-1 0 0,0 0 1 0 0,-1 1 0 0 0,1-1 0 0 0,0 1 0 0 0,-1-1 0 0 0,1 1-1 0 0,-1-1 1 0 0,0 1 0 0 0,0-1 0 0 0,0 1 0 0 0,0-1 0 0 0,0 1-1 0 0,-1-1 1 0 0,1 1 0 0 0,-1-1 0 0 0,0 1 0 0 0,1-1 0 0 0,-1 1-1 0 0,0-1 1 0 0,-1 0 0 0 0,1 1 0 0 0,0-1 0 0 0,-1 0 0 0 0,1 0 0 0 0,-1 0-1 0 0,-3 3 1 0 0,1-2-34 0 0,0 0 0 0 0,-1-1 0 0 0,1 1 0 0 0,-1-1 0 0 0,0-1 1 0 0,0 1-1 0 0,1-1 0 0 0,-1 1 0 0 0,0-1 0 0 0,0-1 0 0 0,0 1 0 0 0,0-1 0 0 0,-7 0 0 0 0,3 0-48 0 0,0-1 1 0 0,0 0-1 0 0,1 0 0 0 0,-1-1 1 0 0,0 0-1 0 0,1-1 1 0 0,0 0-1 0 0,0 0 0 0 0,0-1 1 0 0,0 0-1 0 0,-10-7 1 0 0,15 10-178 0 0,1-1 0 0 0,-1 0 1 0 0,1 0-1 0 0,0 0 1 0 0,-1 0-1 0 0,1 0 1 0 0,0 0-1 0 0,1-1 1 0 0,-1 1-1 0 0,0-1 1 0 0,1 1-1 0 0,-1-1 1 0 0,1 0-1 0 0,0 0 0 0 0,0 0 1 0 0,0 1-1 0 0,0-1 1 0 0,0 0-1 0 0,1 0 1 0 0,-1 0-1 0 0,1 0 1 0 0,0 0-1 0 0,0 0 1 0 0,0 0-1 0 0,0 0 1 0 0,1 0-1 0 0,-1 0 0 0 0,1 0 1 0 0,0 0-1 0 0,0 0 1 0 0,0 0-1 0 0,0 0 1 0 0,0 0-1 0 0,0 1 1 0 0,1-1-1 0 0,2-3 1 0 0,12-15-3255 0 0,6-4-1456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8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99 860 0 0,'11'-15'2978'0'0,"-1"0"0"0"0,-1 0 0 0 0,14-34 1290 0 0,-23 48-4222 0 0,0 1 0 0 0,0 0 0 0 0,0 0 0 0 0,-1-1 1 0 0,1 1-1 0 0,0 0 0 0 0,0 0 0 0 0,0-1 0 0 0,-1 1 0 0 0,1 0 0 0 0,0 0 0 0 0,0 0 1 0 0,-1 0-1 0 0,1-1 0 0 0,0 1 0 0 0,-1 0 0 0 0,1 0 0 0 0,0 0 0 0 0,-1 0 0 0 0,1 0 0 0 0,0 0 1 0 0,-1 0-1 0 0,1 0 0 0 0,0 0 0 0 0,-1 0 0 0 0,1 0 0 0 0,0 0 0 0 0,0 0 0 0 0,-1 0 1 0 0,1 0-1 0 0,0 0 0 0 0,-1 0 0 0 0,1 0 0 0 0,0 0 0 0 0,-1 0 0 0 0,1 1 0 0 0,0-1 1 0 0,0 0-1 0 0,-1 0 0 0 0,1 0 0 0 0,0 1 0 0 0,0-1 0 0 0,-1 0 0 0 0,1 1 0 0 0,-14 13 956 0 0,11-11-795 0 0,-24 30 1249 0 0,1 2 1 0 0,-40 72-1 0 0,34-53-703 0 0,-16 27 39 0 0,3 2 0 0 0,4 2-1 0 0,-38 111 1 0 0,69-165-657 0 0,1-1-1 0 0,2 1 1 0 0,-6 49-1 0 0,12-79-125 0 0,1 1 0 0 0,0 0 1 0 0,0 0-1 0 0,0 0 0 0 0,0 0 0 0 0,0 0 0 0 0,0 0 0 0 0,0 0 1 0 0,1 0-1 0 0,-1 0 0 0 0,1-1 0 0 0,-1 1 0 0 0,1 0 0 0 0,0 0 1 0 0,0-1-1 0 0,0 1 0 0 0,0 0 0 0 0,0-1 0 0 0,0 1 1 0 0,0-1-1 0 0,0 1 0 0 0,1-1 0 0 0,-1 1 0 0 0,1-1 0 0 0,-1 0 1 0 0,1 0-1 0 0,-1 0 0 0 0,1 0 0 0 0,0 0 0 0 0,-1 0 0 0 0,1 0 1 0 0,0-1-1 0 0,0 1 0 0 0,0 0 0 0 0,-1-1 0 0 0,1 0 0 0 0,0 1 1 0 0,0-1-1 0 0,0 0 0 0 0,0 0 0 0 0,0 0 0 0 0,2 0 1 0 0,6-1-111 0 0,1 0 0 0 0,-1-1 0 0 0,1 0 0 0 0,-1-1 0 0 0,0 0 1 0 0,12-6-1 0 0,29-13-2266 0 0,73-42 1 0 0,-17-9-4041 0 0,-78 49 1524 0 0,-5 0-2552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08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229 104 120 0 0,'-224'-63'14886'0'0,"224"63"-14866"0"0,0 0 0 0 0,0 0-1 0 0,0 0 1 0 0,0 0 0 0 0,0 0 0 0 0,-1 0 0 0 0,1 0-1 0 0,0 0 1 0 0,0 0 0 0 0,0 0 0 0 0,0 0-1 0 0,0 0 1 0 0,-1 0 0 0 0,1 0 0 0 0,0 0 0 0 0,0 0-1 0 0,0 0 1 0 0,0 0 0 0 0,0 0 0 0 0,-1 0-1 0 0,1 0 1 0 0,0 0 0 0 0,0 0 0 0 0,0 0 0 0 0,0 0-1 0 0,0-1 1 0 0,0 1 0 0 0,0 0 0 0 0,-1 0-1 0 0,1 0 1 0 0,0 0 0 0 0,0 0 0 0 0,0 0 0 0 0,0 0-1 0 0,0-1 1 0 0,0 1 0 0 0,0 0 0 0 0,0 0-1 0 0,0 0 1 0 0,0 0 0 0 0,0 0 0 0 0,0-1 0 0 0,0 1-1 0 0,0 0 1 0 0,0 0 0 0 0,0 0 0 0 0,0 0 0 0 0,0 0-1 0 0,0-1 1 0 0,0 1 0 0 0,0 0 0 0 0,0 0-1 0 0,0 0 1 0 0,0 0 0 0 0,0 0 0 0 0,0 0 0 0 0,0-1-1 0 0,0 1 1 0 0,0 0 0 0 0,0 0 0 0 0,0 0-1 0 0,0 0 1 0 0,1 0 0 0 0,-1 0 0 0 0,0-1 0 0 0,0 1-1 0 0,15-5 384 0 0,23-2-239 0 0,277-3 791 0 0,-166 9-2785 0 0,0-7-5744 0 0,-116 5 1529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10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49 811 380 0 0,'-12'10'4603'0'0,"-24"25"6472"0"0,50-51-10316 0 0,255-205-15 0 0,-159 120-738 0 0,-96 86-15 0 0,-1 0-1 0 0,-1-1 1 0 0,0 0-1 0 0,0-1 0 0 0,11-25 1 0 0,-21 41 2 0 0,-1-1 1 0 0,0-1 0 0 0,0 1 0 0 0,0 0-1 0 0,0 0 1 0 0,-1 0 0 0 0,1 0-1 0 0,0-1 1 0 0,-1 1 0 0 0,0 0 0 0 0,1-1-1 0 0,-1 1 1 0 0,0 0 0 0 0,0-1 0 0 0,-1 1-1 0 0,1 0 1 0 0,0 0 0 0 0,-1-1 0 0 0,1 1-1 0 0,-1 0 1 0 0,0 0 0 0 0,0-1-1 0 0,1 1 1 0 0,-4-3 0 0 0,4 4 3 0 0,-1 0 0 0 0,0 1 1 0 0,0-1-1 0 0,0 1 0 0 0,0-1 0 0 0,0 1 0 0 0,0 0 1 0 0,0-1-1 0 0,0 1 0 0 0,0 0 0 0 0,0-1 1 0 0,0 1-1 0 0,0 0 0 0 0,0 0 0 0 0,-1 0 0 0 0,1 0 1 0 0,0 0-1 0 0,0 0 0 0 0,0 1 0 0 0,-2-1 1 0 0,-20 7-9 0 0,15-3 8 0 0,1-1 0 0 0,-1 2 0 0 0,0-1 1 0 0,1 1-1 0 0,0 0 0 0 0,0 1 0 0 0,1-1 1 0 0,0 1-1 0 0,0 1 0 0 0,0-1 1 0 0,0 1-1 0 0,-6 12 0 0 0,9-15 6 0 0,1 0-1 0 0,0 1 1 0 0,0-1-1 0 0,1 1 1 0 0,-1-1-1 0 0,1 1 1 0 0,0-1 0 0 0,0 1-1 0 0,1 0 1 0 0,-1 0-1 0 0,1 0 1 0 0,0-1-1 0 0,0 1 1 0 0,1 0 0 0 0,-1 0-1 0 0,1 0 1 0 0,0-1-1 0 0,0 1 1 0 0,1-1-1 0 0,0 1 1 0 0,0-1 0 0 0,0 1-1 0 0,0-1 1 0 0,3 4-1 0 0,8 9 5 0 0,1 0 0 0 0,0-1 0 0 0,2-1 1 0 0,-1-1-1 0 0,25 17 0 0 0,13 14-9 0 0,-43-37 12 0 0,-7-6 6 0 0,-1 0 1 0 0,1 1-1 0 0,0-1 0 0 0,0 1 0 0 0,-1 0 0 0 0,0 0 0 0 0,1 0 0 0 0,-1 0 1 0 0,0 0-1 0 0,0 0 0 0 0,2 7 0 0 0,-4-9 3 0 0,0 0 0 0 0,0 0-1 0 0,0 0 1 0 0,0 0 0 0 0,0 0 0 0 0,-1 0 0 0 0,1 0-1 0 0,0 0 1 0 0,0 0 0 0 0,-1 0 0 0 0,1 0 0 0 0,-1 0 0 0 0,1 0-1 0 0,-1 0 1 0 0,1 0 0 0 0,-1-1 0 0 0,1 1 0 0 0,-1 0-1 0 0,0 0 1 0 0,0-1 0 0 0,1 1 0 0 0,-1 0 0 0 0,0-1-1 0 0,0 1 1 0 0,0-1 0 0 0,-1 2 0 0 0,-23 10 338 0 0,10-8-249 0 0,0-1 0 0 0,0 0 0 0 0,0-1 0 0 0,0-1 1 0 0,-28 0-1 0 0,9-3-10 0 0,-46-9 1 0 0,74 10-94 0 0,-4 1-2 0 0,10 0-2 0 0,0 0-1 0 0,0 0 0 0 0,1 0 0 0 0,-1-1 0 0 0,0 1 0 0 0,0 0 1 0 0,0 0-1 0 0,0 0 0 0 0,1-1 0 0 0,-1 1 0 0 0,0 0 0 0 0,0 0 1 0 0,0-1-1 0 0,0 1 0 0 0,0 0 0 0 0,0 0 0 0 0,0-1 0 0 0,0 1 1 0 0,0 0-1 0 0,0 0 0 0 0,1-1 0 0 0,-1 1 0 0 0,0 0 0 0 0,-1 0 0 0 0,1-1 1 0 0,0 1-1 0 0,0 0 0 0 0,0-1 0 0 0,0 1 0 0 0,0 0 0 0 0,0 0 1 0 0,0-1-1 0 0,0 1 0 0 0,0 0 0 0 0,0 0 0 0 0,-1-1 0 0 0,1 1 1 0 0,0 0-1 0 0,0 0 0 0 0,0 0 0 0 0,-1-1 0 0 0,1 1 0 0 0,0 0 1 0 0,0 0-1 0 0,0 0 0 0 0,-1 0 0 0 0,1 0 0 0 0,0-1 0 0 0,0 1 1 0 0,-1 0-1 0 0,1 0 0 0 0,0 0 0 0 0,0 0 0 0 0,-1 0 0 0 0,1 0 1 0 0,0 0-1 0 0,0 0 0 0 0,-1 0 0 0 0,1 0 0 0 0,0 0 0 0 0,-1 0 0 0 0,1 0 1 0 0,18-13 6 0 0,243-73-45 0 0,-34 14-42 0 0,-187 56 65 0 0,-1-1 1 0 0,-1-2-1 0 0,55-35 0 0 0,-77 42 2 0 0,0 0 0 0 0,-1-1 0 0 0,16-16 0 0 0,-26 24 10 0 0,0-1-1 0 0,0 0 0 0 0,-1 0 1 0 0,0 0-1 0 0,0 0 0 0 0,0-1 0 0 0,-1 0 1 0 0,0 1-1 0 0,0-1 0 0 0,-1 0 1 0 0,3-11-1 0 0,-5 16-3 0 0,0 0-1 0 0,0 0 1 0 0,0-1 0 0 0,0 1-1 0 0,0 0 1 0 0,0 0-1 0 0,0 0 1 0 0,-1 0 0 0 0,1-1-1 0 0,-1 1 1 0 0,0 0 0 0 0,-1-3-1 0 0,1 4 3 0 0,1 0 1 0 0,-1 0-1 0 0,1 0 0 0 0,-1 1 0 0 0,0-1 0 0 0,0 0 1 0 0,1 0-1 0 0,-1 1 0 0 0,0-1 0 0 0,0 0 0 0 0,0 1 1 0 0,0-1-1 0 0,0 1 0 0 0,0-1 0 0 0,0 1 0 0 0,0 0 1 0 0,0-1-1 0 0,0 1 0 0 0,0 0 0 0 0,0 0 0 0 0,0 0 1 0 0,0 0-1 0 0,0-1 0 0 0,0 2 0 0 0,0-1 0 0 0,0 0 0 0 0,0 0 1 0 0,0 0-1 0 0,-2 1 0 0 0,-7 2-2 0 0,-1 1-1 0 0,0 0 0 0 0,1 1 1 0 0,0 0-1 0 0,0 1 1 0 0,1 0-1 0 0,-1 0 1 0 0,1 1-1 0 0,1 0 1 0 0,-1 1-1 0 0,1 0 0 0 0,0 0 1 0 0,1 1-1 0 0,-11 16 1 0 0,7-8 11 0 0,1 0 0 0 0,0 0 0 0 0,1 1 0 0 0,1 1 1 0 0,0-1-1 0 0,2 1 0 0 0,-8 34 0 0 0,13-46-2 0 0,0 0 0 0 0,0 0-1 0 0,1 1 1 0 0,-1-1 0 0 0,2 0-1 0 0,-1 1 1 0 0,1-1 0 0 0,0 0 0 0 0,1 0-1 0 0,-1 0 1 0 0,2 0 0 0 0,-1 0 0 0 0,1 0-1 0 0,0 0 1 0 0,0-1 0 0 0,1 1 0 0 0,-1-1-1 0 0,2 0 1 0 0,-1 0 0 0 0,1-1-1 0 0,5 6 1 0 0,-2-3 1 0 0,1-1-1 0 0,0-1 0 0 0,0 1 1 0 0,0-2-1 0 0,1 1 0 0 0,0-1 0 0 0,0-1 1 0 0,1 0-1 0 0,-1 0 0 0 0,1-1 1 0 0,0 0-1 0 0,0-1 0 0 0,12 1 1 0 0,6 0-70 0 0,0-1 1 0 0,1-2 0 0 0,-1-1-1 0 0,0-1 1 0 0,0-2 0 0 0,0-1-1 0 0,0-1 1 0 0,-1-1-1 0 0,0-2 1 0 0,0 0 0 0 0,-1-2-1 0 0,0-2 1 0 0,-1 0 0 0 0,-1-1-1 0 0,0-2 1 0 0,-1-1-1 0 0,0 0 1 0 0,-1-2 0 0 0,-2 0-1 0 0,0-2 1 0 0,23-28 0 0 0,-20 17-117 0 0,-2-1 0 0 0,-1 0 1 0 0,27-59-1 0 0,-22 30-39 0 0,25-86 0 0 0,-45 128 167 0 0,4-30 1 0 0,-9 44 47 0 0,0 0 0 0 0,-1 0 0 0 0,0 0 0 0 0,0 1 0 0 0,0-1 0 0 0,0 0 0 0 0,-1 0 0 0 0,0 1 0 0 0,0-1 0 0 0,-3-6 0 0 0,3 10 7 0 0,1 1-1 0 0,-1 0 0 0 0,1 0 1 0 0,-1 0-1 0 0,0 0 0 0 0,0 0 0 0 0,0 0 1 0 0,1 0-1 0 0,-1 0 0 0 0,0 0 0 0 0,0 0 1 0 0,0 0-1 0 0,0 1 0 0 0,0-1 1 0 0,-1 0-1 0 0,1 1 0 0 0,0-1 0 0 0,0 1 1 0 0,0-1-1 0 0,-1 1 0 0 0,-1-1 0 0 0,0 1 2 0 0,0 0-1 0 0,1 0 1 0 0,-1 0-1 0 0,0 0 1 0 0,0 0-1 0 0,1 1 1 0 0,-1 0-1 0 0,0-1 1 0 0,1 1-1 0 0,-3 1 1 0 0,-6 3 4 0 0,1 1 0 0 0,0 0 0 0 0,-18 13 0 0 0,9-2 81 0 0,0 0 1 0 0,1 1-1 0 0,1 1 1 0 0,1 0 0 0 0,0 1-1 0 0,-15 29 1 0 0,9-11 255 0 0,2 0 1 0 0,-28 77-1 0 0,36-78-180 0 0,1-1-1 0 0,-8 51 1 0 0,17-73-126 0 0,0-1 1 0 0,1 0 0 0 0,1 1-1 0 0,0 0 1 0 0,1-1 0 0 0,0 0-1 0 0,1 1 1 0 0,0-1-1 0 0,1 0 1 0 0,6 15 0 0 0,-7-22-22 0 0,1-1 1 0 0,0 0-1 0 0,-1 0 1 0 0,2 0-1 0 0,-1 0 0 0 0,0-1 1 0 0,1 1-1 0 0,0-1 1 0 0,0 0-1 0 0,1 0 1 0 0,-1-1-1 0 0,1 1 1 0 0,-1-1-1 0 0,8 4 0 0 0,-5-4-46 0 0,0 0 0 0 0,0 0-1 0 0,0-1 1 0 0,1 0-1 0 0,-1 0 1 0 0,1-1 0 0 0,0 0-1 0 0,-1 0 1 0 0,15-1-1 0 0,-10-1-483 0 0,0 0-1 0 0,-1-1 0 0 0,1 0 0 0 0,-1-1 0 0 0,1 0 0 0 0,-1-1 0 0 0,0 0 0 0 0,0-1 0 0 0,0 0 0 0 0,-1-1 0 0 0,0 0 0 0 0,0 0 0 0 0,16-15 0 0 0,-2-5-3138 0 0,-3-3-1464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1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30 164 0 0,'-47'-4'4400'0'0,"-88"-3"5311"0"0,132 7-8676 0 0,3 1-989 0 0,1 0 0 0 0,-1-1-1 0 0,0 0 1 0 0,1 1 0 0 0,-1-1 0 0 0,0 1-1 0 0,1-1 1 0 0,-1 1 0 0 0,1-1 0 0 0,-1 0-1 0 0,1 1 1 0 0,-1-1 0 0 0,1 0 0 0 0,-1 1-1 0 0,1-1 1 0 0,-1 0 0 0 0,1 0 0 0 0,-1 0-1 0 0,1 1 1 0 0,-1-1 0 0 0,1 0 0 0 0,0 0-1 0 0,-1 0 1 0 0,1 0 0 0 0,-1 0 0 0 0,2 0 0 0 0,21 1 161 0 0,-17-1-59 0 0,270-4 808 0 0,-79-1-800 0 0,108 2 299 0 0,-301 3-445 0 0,1 0 0 0 0,-1 0 0 0 0,1 0 1 0 0,-1-1-1 0 0,1 0 0 0 0,-1 0 0 0 0,1 0 1 0 0,-1 0-1 0 0,0-1 0 0 0,6-2 0 0 0,-9 3-85 0 0,-7-1-2226 0 0,4 1 1817 0 0,0 1 0 0 0,0 0 0 0 0,0-1-1 0 0,-1 1 1 0 0,1 0 0 0 0,0 0 0 0 0,0 0 0 0 0,-3 1-1 0 0,2-1 65 0 0,-1 1 36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13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66 2052 0 0,'0'0'1562'0'0,"18"-33"9342"0"0,-18 33-10646 0 0,1-1 1 0 0,-1 0-1 0 0,0 0 1 0 0,0 0-1 0 0,0 0 1 0 0,0 0-1 0 0,0 0 1 0 0,0 0-1 0 0,0 0 1 0 0,0 0-1 0 0,0 0 1 0 0,0 1-1 0 0,-1-1 1 0 0,1 0-1 0 0,0 0 1 0 0,-1 0-1 0 0,1 0 1 0 0,0 0-1 0 0,-1 1 1 0 0,1-1-1 0 0,-2-1 1 0 0,-3-11 655 0 0,-6 23-958 0 0,-6 12 52 0 0,-15 27-1 0 0,-1 2 5 0 0,-202 235 28 0 0,162-201-39 0 0,62-72-50 0 0,-2 1-569 0 0,0 0 0 0 0,2 1 0 0 0,0 1 0 0 0,1 0 1 0 0,-9 17-1 0 0,34-40-4118 0 0,-11 5 4485 0 0,-1-1 0 0 0,0 1 0 0 0,-1-1 0 0 0,1 0 0 0 0,0 0 1 0 0,-1 0-1 0 0,0-1 0 0 0,1 1 0 0 0,1-4 0 0 0,16-38-1516 0 0,-12 26 889 0 0,-1 3 190 0 0,61-129-1429 0 0,42-69 8082 0 0,-79 163-3763 0 0,-30 50-2161 0 0,-1 1 0 0 0,0-1 0 0 0,1 1 0 0 0,-1-1 0 0 0,1 1-1 0 0,-1-1 1 0 0,0 1 0 0 0,1 0 0 0 0,-1-1 0 0 0,1 1 0 0 0,-1 0 0 0 0,1-1-1 0 0,0 1 1 0 0,-1 0 0 0 0,1 0 0 0 0,-1-1 0 0 0,1 1 0 0 0,-1 0 0 0 0,1 0 0 0 0,0 0-1 0 0,-1 0 1 0 0,1 0 0 0 0,-1 0 0 0 0,1 0 0 0 0,0 0 0 0 0,-1 0 0 0 0,1 0-1 0 0,-1 0 1 0 0,1 1 0 0 0,0-1 0 0 0,-1 0 0 0 0,1 0 0 0 0,0 1 0 0 0,15 12 783 0 0,55 81 872 0 0,-54-69-1561 0 0,0-1-1 0 0,1-1 1 0 0,41 40 0 0 0,-1-18-589 0 0,-25-27-1651 0 0,3-8-3878 0 0,-21-10-379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15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322 128 1808 0 0,'0'-1'184'0'0,"0"-13"2535"0"0,0 0 0 0 0,-5-27 1 0 0,4 38-2497 0 0,1 0 1 0 0,-1-1 0 0 0,0 1 0 0 0,-1 0 0 0 0,1-1 0 0 0,0 1 0 0 0,-1 0 0 0 0,0 0 0 0 0,0 0 0 0 0,0 0 0 0 0,0 1 0 0 0,0-1-1 0 0,0 0 1 0 0,-1 1 0 0 0,1 0 0 0 0,-1-1 0 0 0,-3-1 0 0 0,5 3-189 0 0,-1 1 0 0 0,1-1 0 0 0,-1 1 0 0 0,0-1 1 0 0,1 1-1 0 0,-1 0 0 0 0,1-1 0 0 0,-1 1 0 0 0,0 0 0 0 0,1 0 0 0 0,-1 0 0 0 0,1 0 1 0 0,-1 1-1 0 0,0-1 0 0 0,1 0 0 0 0,-1 1 0 0 0,1-1 0 0 0,-1 1 0 0 0,1-1 0 0 0,-3 2 1 0 0,-27 18 178 0 0,30-19-197 0 0,-19 15 29 0 0,0 1 1 0 0,1 1-1 0 0,1 1 1 0 0,1 0 0 0 0,1 1-1 0 0,1 1 1 0 0,0 0-1 0 0,2 1 1 0 0,0 1-1 0 0,2 0 1 0 0,-17 49-1 0 0,25-66-40 0 0,2 1 0 0 0,-1-1 0 0 0,1 1 0 0 0,0 0 0 0 0,0 0 0 0 0,1-1 0 0 0,-1 1 0 0 0,2 0 0 0 0,-1 0 0 0 0,1-1 0 0 0,0 1 0 0 0,0 0 0 0 0,1-1 0 0 0,0 1 0 0 0,0-1 0 0 0,1 0 0 0 0,-1 1 0 0 0,1-1 0 0 0,1 0 0 0 0,-1-1 0 0 0,1 1 0 0 0,0-1 0 0 0,0 1 0 0 0,1-1 0 0 0,0 0 0 0 0,0-1 0 0 0,0 1 0 0 0,0-1 0 0 0,1 0 0 0 0,-1 0 0 0 0,1-1 0 0 0,0 0 0 0 0,0 0 0 0 0,0 0 0 0 0,1-1 0 0 0,-1 1 0 0 0,1-2 0 0 0,11 3 0 0 0,-7-2-18 0 0,1 0 0 0 0,0-1-1 0 0,0 0 1 0 0,0-1 0 0 0,0-1-1 0 0,0 1 1 0 0,0-2-1 0 0,0 0 1 0 0,0 0 0 0 0,-1-1-1 0 0,1-1 1 0 0,-1 0-1 0 0,0 0 1 0 0,0-1 0 0 0,0-1-1 0 0,18-12 1 0 0,-12 5-6 0 0,-1 0 0 0 0,0-2 1 0 0,-1 0-1 0 0,0 0 0 0 0,-2-1 1 0 0,0-1-1 0 0,0-1 0 0 0,16-31 0 0 0,-19 30-2 0 0,38-77 330 0 0,-47 94-305 0 0,-5 23 28 0 0,-1-10-17 0 0,2 1 1 0 0,-1-1 0 0 0,1 0-1 0 0,1 1 1 0 0,0-1 0 0 0,0 1-1 0 0,1 0 1 0 0,1 0-1 0 0,2 22 1 0 0,-2-29-5 0 0,1 0-1 0 0,0 0 1 0 0,0 0-1 0 0,1-1 1 0 0,-1 1-1 0 0,1-1 1 0 0,0 1-1 0 0,0-1 1 0 0,0 0-1 0 0,1 1 1 0 0,0-1-1 0 0,0 0 1 0 0,0-1-1 0 0,0 1 1 0 0,0-1-1 0 0,1 1 1 0 0,-1-1-1 0 0,1 0 1 0 0,0 0-1 0 0,0 0 1 0 0,0-1-1 0 0,0 0 1 0 0,1 1-1 0 0,-1-1 1 0 0,1-1-1 0 0,6 3 1 0 0,-6-3-1 0 0,1 0 0 0 0,0 0 1 0 0,-1 0-1 0 0,1 0 0 0 0,0-1 1 0 0,-1 0-1 0 0,1 0 0 0 0,0-1 1 0 0,-1 1-1 0 0,1-1 0 0 0,-1 0 1 0 0,1-1-1 0 0,-1 0 0 0 0,1 0 1 0 0,-1 0-1 0 0,0 0 0 0 0,0-1 1 0 0,6-3-1 0 0,-5 1-8 0 0,0 0 0 0 0,0 0 0 0 0,0-1 0 0 0,-1 0 0 0 0,1 0 0 0 0,-1-1-1 0 0,-1 1 1 0 0,1-1 0 0 0,-1 0 0 0 0,-1 0 0 0 0,1 0 0 0 0,2-10 0 0 0,-1 3 4 0 0,-1-1 0 0 0,0 1 1 0 0,-1-1-1 0 0,-1 1 0 0 0,-1-1 0 0 0,1-19 1 0 0,-2 28-10 0 0,0 1 1 0 0,-1-1-1 0 0,1 0 1 0 0,-1 0 0 0 0,0 1-1 0 0,0-1 1 0 0,-1 1-1 0 0,0-1 1 0 0,0 1-1 0 0,0-1 1 0 0,-1 1 0 0 0,1 0-1 0 0,-1 0 1 0 0,0 0-1 0 0,-1 1 1 0 0,1-1 0 0 0,-1 1-1 0 0,-8-8 1 0 0,8 10 1 0 0,-1-1 0 0 0,1 1 1 0 0,-1 0-1 0 0,1 1 0 0 0,-1-1 0 0 0,0 1 1 0 0,0 0-1 0 0,0 0 0 0 0,0 0 1 0 0,0 1-1 0 0,0-1 0 0 0,0 1 0 0 0,1 0 1 0 0,-1 1-1 0 0,0 0 0 0 0,0-1 0 0 0,0 1 1 0 0,0 1-1 0 0,0-1 0 0 0,1 1 0 0 0,-1 0 1 0 0,-5 3-1 0 0,-2 0 2 0 0,1 1 0 0 0,0 0-1 0 0,1 1 1 0 0,0 1 0 0 0,0-1 0 0 0,0 1 0 0 0,-14 16 0 0 0,21-20 1 0 0,1-1 1 0 0,-1 1 0 0 0,1 0 0 0 0,-1 0-1 0 0,1 0 1 0 0,-3 8 0 0 0,4-11-3 0 0,1 0 0 0 0,0 0 1 0 0,-1 0-1 0 0,1 0 0 0 0,0 0 0 0 0,0 0 1 0 0,0 0-1 0 0,0 0 0 0 0,0 0 0 0 0,0 1 0 0 0,0-1 1 0 0,0 0-1 0 0,0 0 0 0 0,0 0 0 0 0,1 0 0 0 0,-1 0 1 0 0,0 0-1 0 0,1 0 0 0 0,-1 0 0 0 0,1 0 1 0 0,-1 0-1 0 0,1 0 0 0 0,-1-1 0 0 0,1 1 0 0 0,0 0 1 0 0,-1 0-1 0 0,1 0 0 0 0,0-1 0 0 0,0 1 1 0 0,0 0-1 0 0,0-1 0 0 0,1 2 0 0 0,2-1-1 0 0,0 0 0 0 0,0 1 0 0 0,0-2-1 0 0,-1 1 1 0 0,2 0 0 0 0,-1-1 0 0 0,0 0-1 0 0,0 0 1 0 0,0 0 0 0 0,0 0 0 0 0,0-1 0 0 0,0 1-1 0 0,0-1 1 0 0,6-2 0 0 0,7-3-8 0 0,30-13 0 0 0,65-36-16 0 0,-60 27-12 0 0,2 3-1 0 0,81-27 1 0 0,-131 50 27 0 0,-1 1 0 0 0,1 0 0 0 0,0 1 0 0 0,0-1-1 0 0,0 1 1 0 0,0-1 0 0 0,0 1 0 0 0,0 0 0 0 0,0 1 0 0 0,0-1-1 0 0,0 1 1 0 0,0 0 0 0 0,0-1 0 0 0,-1 2 0 0 0,1-1 0 0 0,0 0-1 0 0,4 3 1 0 0,-5-2 7 0 0,0 1 0 0 0,0-1 0 0 0,-1 1-1 0 0,1-1 1 0 0,0 1 0 0 0,-1 0 0 0 0,0 0 0 0 0,0 0-1 0 0,0 1 1 0 0,0-1 0 0 0,0 0 0 0 0,0 1 0 0 0,-1-1-1 0 0,0 1 1 0 0,0 0 0 0 0,0-1 0 0 0,1 8 0 0 0,1 13-2 0 0,0 1 1 0 0,-2-1 0 0 0,-3 33-1 0 0,-12 73 510 0 0,9-88 273 0 0,4-40-227 0 0,4-3-349 0 0,0 0-169 0 0,0 0 1 0 0,0 0 0 0 0,-1-1-1 0 0,1 1 1 0 0,0-1-1 0 0,-1 0 1 0 0,1 1 0 0 0,-1-1-1 0 0,1-1 1 0 0,-1 1-1 0 0,4-5 1 0 0,25-36 106 0 0,-12 16-87 0 0,0 3-35 0 0,1 0 0 0 0,1 1-1 0 0,1 1 1 0 0,1 2-1 0 0,40-30 1 0 0,-60 48-25 0 0,-1 0-1 0 0,1 1 1 0 0,-1 0 0 0 0,1-1 0 0 0,0 1-1 0 0,-1 0 1 0 0,1 0 0 0 0,0 0 0 0 0,0 1 0 0 0,0-1-1 0 0,0 1 1 0 0,0-1 0 0 0,0 1 0 0 0,0 0 0 0 0,0 0-1 0 0,0 0 1 0 0,0 1 0 0 0,0-1 0 0 0,-1 1-1 0 0,1 0 1 0 0,0-1 0 0 0,0 1 0 0 0,4 2 0 0 0,-4-1 4 0 0,0 1 1 0 0,0-1-1 0 0,0 1 1 0 0,0-1-1 0 0,0 1 1 0 0,0 0-1 0 0,-1 0 1 0 0,1 0-1 0 0,-1 1 1 0 0,0-1-1 0 0,0 1 1 0 0,0-1-1 0 0,0 1 1 0 0,-1-1-1 0 0,1 1 1 0 0,1 7-1 0 0,10 71-513 0 0,-5-24-2011 0 0,-5-45 250 0 0,0-1-1 0 0,7 19 1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1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0 337 60 0 0,'41'-98'11150'0'0,"-41"98"-11118"0"0,0-1 0 0 0,0 1-1 0 0,1-1 1 0 0,-1 1-1 0 0,1 0 1 0 0,-1-1-1 0 0,1 1 1 0 0,-1-1 0 0 0,0 1-1 0 0,1 0 1 0 0,-1-1-1 0 0,1 1 1 0 0,-1 0 0 0 0,1 0-1 0 0,0-1 1 0 0,-1 1-1 0 0,1 0 1 0 0,-1 0-1 0 0,1 0 1 0 0,-1 0 0 0 0,1-1-1 0 0,0 1 1 0 0,-1 0-1 0 0,1 0 1 0 0,-1 0 0 0 0,1 1-1 0 0,0-1 1 0 0,-1 0-1 0 0,1 0 1 0 0,-1 0 0 0 0,1 0-1 0 0,-1 0 1 0 0,1 1-1 0 0,0-1 1 0 0,-1 0-1 0 0,1 1 1 0 0,19 12 562 0 0,-19-12-573 0 0,9 9 130 0 0,0 0 1 0 0,-1 1 0 0 0,0 0-1 0 0,-1 1 1 0 0,0 0-1 0 0,10 20 1 0 0,20 30 328 0 0,-37-60-420 0 0,0 0 0 0 0,0-1 0 0 0,1 1 0 0 0,-1-1 0 0 0,0 0 0 0 0,1 1 1 0 0,-1-1-1 0 0,1 0 0 0 0,-1 0 0 0 0,1 0 0 0 0,0 0 0 0 0,-1 0 0 0 0,1 0 0 0 0,0-1 1 0 0,0 1-1 0 0,0 0 0 0 0,0-1 0 0 0,-1 0 0 0 0,1 1 0 0 0,0-1 0 0 0,0 0 0 0 0,0 0 1 0 0,0 0-1 0 0,0 0 0 0 0,0 0 0 0 0,0 0 0 0 0,0-1 0 0 0,0 1 0 0 0,-1-1 1 0 0,1 1-1 0 0,0-1 0 0 0,0 0 0 0 0,0 0 0 0 0,-1 0 0 0 0,1 0 0 0 0,0 0 0 0 0,2-2 1 0 0,13-9 40 0 0,0-2 1 0 0,-1 0 0 0 0,0-1 0 0 0,24-28 0 0 0,-29 28-95 0 0,1 2 0 0 0,1-1 1 0 0,0 2-1 0 0,1 0 0 0 0,0 0 0 0 0,1 1 0 0 0,23-12 0 0 0,-32 19-15 0 0,-4 3 6 0 0,1-1 1 0 0,0 1-1 0 0,-1 0 1 0 0,1 0 0 0 0,0 1-1 0 0,0-1 1 0 0,0 0-1 0 0,0 1 1 0 0,-1 0 0 0 0,6 0-1 0 0,15-1 2 0 0,-1 1 0 0 0,0 1 0 0 0,1 2 0 0 0,-1 0 0 0 0,30 8 0 0 0,39 6 22 0 0,-80-16-20 0 0,11 2 25 0 0,0-2-1 0 0,0 0 1 0 0,27-2 0 0 0,-44 0-21 0 0,0 1-1 0 0,0-1 1 0 0,0 0-1 0 0,0 0 1 0 0,0-1 0 0 0,0 1-1 0 0,0-1 1 0 0,0 0 0 0 0,-1-1-1 0 0,1 1 1 0 0,-1-1 0 0 0,0 0-1 0 0,1 0 1 0 0,-1 0-1 0 0,-1 0 1 0 0,1-1 0 0 0,0 0-1 0 0,-1 1 1 0 0,5-8 0 0 0,-2 0-2 0 0,0 0 0 0 0,-1-1 0 0 0,0 0 0 0 0,-1 0 0 0 0,4-13 1 0 0,-7 20-15 0 0,0 0 1 0 0,0-1 0 0 0,0 1 0 0 0,-1 0-1 0 0,0 0 1 0 0,0 0 0 0 0,0 0 0 0 0,0 0-1 0 0,-1 0 1 0 0,0-1 0 0 0,0 1 0 0 0,0 0 0 0 0,-1 1-1 0 0,1-1 1 0 0,-4-5 0 0 0,4 9 3 0 0,1 0-1 0 0,-1 0 1 0 0,0 0 0 0 0,0 0 0 0 0,-1 0-1 0 0,1 0 1 0 0,0 0 0 0 0,0 0 0 0 0,0 1 0 0 0,-1-1-1 0 0,1 0 1 0 0,0 1 0 0 0,0-1 0 0 0,-1 1-1 0 0,1-1 1 0 0,-1 1 0 0 0,1 0 0 0 0,0 0-1 0 0,-3-1 1 0 0,-25 4-41 0 0,22-2 40 0 0,1 2 0 0 0,-1-1 0 0 0,1 1 0 0 0,0 0-1 0 0,0 0 1 0 0,0 0 0 0 0,1 1 0 0 0,-1 0 0 0 0,-8 8 0 0 0,-2 4-13 0 0,-21 25 0 0 0,37-40 19 0 0,-8 9 6 0 0,1 0 1 0 0,0 1-1 0 0,0-1 0 0 0,1 2 1 0 0,1-1-1 0 0,0 1 0 0 0,1 0 1 0 0,0 0-1 0 0,1 0 1 0 0,0 0-1 0 0,1 1 0 0 0,-2 17 1 0 0,4-24 4 0 0,0 0 0 0 0,0 0-1 0 0,0 0 1 0 0,1 0 0 0 0,-1 0 0 0 0,1 0 0 0 0,1 0 0 0 0,-1 0 0 0 0,1-1 0 0 0,0 1 0 0 0,1 0 0 0 0,-1-1 0 0 0,1 1 0 0 0,0-1 0 0 0,1 0 0 0 0,-1 0 0 0 0,1 0 0 0 0,0-1 0 0 0,0 1 0 0 0,0-1 0 0 0,1 0 0 0 0,-1 0 0 0 0,1 0 0 0 0,0-1 0 0 0,0 0 0 0 0,1 0 0 0 0,8 4 0 0 0,-3-2-1 0 0,-1-2 0 0 0,1 1 1 0 0,0-1-1 0 0,1-1 1 0 0,-1 0-1 0 0,0-1 0 0 0,1 0 1 0 0,-1 0-1 0 0,0-1 1 0 0,1-1-1 0 0,-1 0 0 0 0,0 0 1 0 0,1-1-1 0 0,-1-1 1 0 0,0 0-1 0 0,0 0 0 0 0,-1-1 1 0 0,13-7-1 0 0,37-17-21 0 0,76-47-1 0 0,-94 47-258 0 0,-41 27-79 0 0,-1 1 89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1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1080 0 0,'0'-16'3906'0'0,"0"14"-3707"0"0,1 0 0 0 0,-1 0 0 0 0,1-1 0 0 0,-1 1 0 0 0,1 0-1 0 0,0 1 1 0 0,0-1 0 0 0,0 0 0 0 0,0 0 0 0 0,0 0 0 0 0,0 0-1 0 0,0 1 1 0 0,1-1 0 0 0,-1 1 0 0 0,1-1 0 0 0,-1 1 0 0 0,1-1-1 0 0,0 1 1 0 0,-1 0 0 0 0,1 0 0 0 0,0 0 0 0 0,0 0 0 0 0,0 0-1 0 0,3-1 1 0 0,-2 1-119 0 0,0 1 0 0 0,1 0 0 0 0,-1 0 0 0 0,0 0 0 0 0,0 0 0 0 0,0 1 0 0 0,1 0 0 0 0,-1-1 0 0 0,0 1 0 0 0,0 0 0 0 0,0 0 0 0 0,0 0 0 0 0,0 1 0 0 0,-1-1-1 0 0,1 1 1 0 0,5 4 0 0 0,-3-3-17 0 0,1 1-1 0 0,-1 1 0 0 0,0-1 0 0 0,0 1 0 0 0,-1 0 0 0 0,1 0 1 0 0,-1 0-1 0 0,0 0 0 0 0,0 1 0 0 0,-1 0 0 0 0,0 0 1 0 0,0 0-1 0 0,0 0 0 0 0,-1 0 0 0 0,0 0 0 0 0,0 1 1 0 0,2 11-1 0 0,-4-9 2 0 0,1 0 1 0 0,-2 0-1 0 0,1 0 1 0 0,-1 0-1 0 0,0-1 1 0 0,-1 1-1 0 0,0 0 1 0 0,0 0-1 0 0,-1-1 1 0 0,0 0 0 0 0,-1 1-1 0 0,-8 13 1 0 0,-4 2 141 0 0,-1-1 0 0 0,-1-2 0 0 0,-34 33 0 0 0,50-52 28 0 0,3-4-232 0 0,-1 0 1 0 0,1-1 0 0 0,-1 1 0 0 0,1 0 0 0 0,0 0-1 0 0,0 0 1 0 0,0 0 0 0 0,0 0 0 0 0,0 0 0 0 0,0 1 0 0 0,0-1-1 0 0,3-2 1 0 0,22-24-15 0 0,-15 18 17 0 0,247-225 103 0 0,-158 149-63 0 0,-41 33 234 0 0,-58 51-254 0 0,-6 5-22 0 0,-1 0 0 0 0,1 0 0 0 0,0 0 0 0 0,0 0 1 0 0,0 1-1 0 0,0 0 0 0 0,-5 6 0 0 0,-3 1-9 0 0,-18 17-10 0 0,1 2 0 0 0,-37 47 1 0 0,59-66 31 0 0,-1 0 0 0 0,2 1 0 0 0,-1 0 0 0 0,2 0-1 0 0,-1 0 1 0 0,-7 25 0 0 0,13-33-9 0 0,0 1 0 0 0,0-1 0 0 0,0 1 0 0 0,0-1 1 0 0,1 1-1 0 0,0 0 0 0 0,0-1 0 0 0,0 1 0 0 0,1 0 0 0 0,1 6 0 0 0,-1-8-5 0 0,0 0 0 0 0,0 0 0 0 0,0 0 0 0 0,1-1 0 0 0,-1 1 0 0 0,1 0 0 0 0,0-1 0 0 0,-1 1 0 0 0,1-1 0 0 0,1 0 0 0 0,-1 0 0 0 0,0 1 0 0 0,0-1 0 0 0,1-1 0 0 0,-1 1 0 0 0,1 0 0 0 0,3 1 0 0 0,5 2-98 0 0,1 0 0 0 0,-1-1-1 0 0,1 0 1 0 0,0-1 0 0 0,0-1-1 0 0,0 1 1 0 0,0-2 0 0 0,17 1 0 0 0,14-3-2705 0 0,43-5 0 0 0,-55 3 188 0 0,-3-1-918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0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67 2008 0 0,'1'-2'342'0'0,"0"0"0"0"0,0 0 0 0 0,0 0-1 0 0,0 0 1 0 0,0 0 0 0 0,0 0 0 0 0,0 0 0 0 0,0-1 0 0 0,-1 1-1 0 0,1 0 1 0 0,-1 0 0 0 0,0-1 0 0 0,0 1 0 0 0,0 0-1 0 0,0 0 1 0 0,0-1 0 0 0,0 1 0 0 0,0 0 0 0 0,-1 0 0 0 0,1-1-1 0 0,-1 1 1 0 0,0 0 0 0 0,0 0 0 0 0,0 0 0 0 0,0 0-1 0 0,0 0 1 0 0,-1-2 0 0 0,1 2 46 0 0,-16-1 678 0 0,8 6-823 0 0,0-1 0 0 0,0 1 0 0 0,1 1 1 0 0,-1 0-1 0 0,1 0 0 0 0,0 0 0 0 0,-13 11 1 0 0,-55 48 680 0 0,47-38-616 0 0,-13 12 113 0 0,-49 55 1 0 0,73-71-344 0 0,1 0 0 0 0,2 1 1 0 0,0 1-1 0 0,-22 45 0 0 0,34-63-68 0 0,1 1-1 0 0,0 0 1 0 0,0 0 0 0 0,0 0-1 0 0,1 0 1 0 0,0 0 0 0 0,0 0 0 0 0,0 1-1 0 0,1-1 1 0 0,1 12 0 0 0,-1-15-8 0 0,1 0 0 0 0,0 0 0 0 0,0 0 0 0 0,0 0 0 0 0,0 0 0 0 0,1 0 0 0 0,-1-1-1 0 0,1 1 1 0 0,-1 0 0 0 0,1-1 0 0 0,0 1 0 0 0,0-1 0 0 0,0 0 0 0 0,1 0 0 0 0,-1 1 0 0 0,0-1 0 0 0,1-1 0 0 0,0 1 0 0 0,-1 0 0 0 0,1-1 0 0 0,0 1 0 0 0,0-1 0 0 0,4 2 0 0 0,2 0-101 0 0,1-1 1 0 0,0 0-1 0 0,0 0 1 0 0,-1-1-1 0 0,1 0 1 0 0,0-1-1 0 0,0 0 1 0 0,0 0-1 0 0,0-1 1 0 0,0-1-1 0 0,0 1 0 0 0,-1-2 1 0 0,1 1-1 0 0,0-1 1 0 0,-1-1-1 0 0,13-6 1 0 0,1-2-284 0 0,-1 0 0 0 0,-1-2 1 0 0,1-1-1 0 0,-2 0 1 0 0,23-22-1 0 0,-18 12 229 0 0,-1-2 0 0 0,-1 0 1 0 0,-1-1-1 0 0,-1-1 0 0 0,26-51 0 0 0,-45 78 657 0 0,-15 6 187 0 0,8-1-554 0 0,0 1 0 0 0,1 0 1 0 0,-1 0-1 0 0,1 0 0 0 0,0 0 0 0 0,1 1 0 0 0,-1 0 1 0 0,1 0-1 0 0,-3 5 0 0 0,-2 1 64 0 0,1 0-50 0 0,0 1 0 0 0,0-1-1 0 0,1 1 1 0 0,1 0-1 0 0,0 0 1 0 0,1 1 0 0 0,0 0-1 0 0,1-1 1 0 0,-3 28-1 0 0,5-36-114 0 0,1 1-1 0 0,0 0 0 0 0,0 0 1 0 0,0 0-1 0 0,0 0 0 0 0,1 0 1 0 0,0 0-1 0 0,0 0 0 0 0,1 0 1 0 0,-1-1-1 0 0,1 1 0 0 0,0-1 1 0 0,0 1-1 0 0,0-1 0 0 0,1 1 0 0 0,0-1 1 0 0,0 0-1 0 0,0 0 0 0 0,0-1 1 0 0,0 1-1 0 0,1-1 0 0 0,0 1 1 0 0,0-1-1 0 0,0 0 0 0 0,0 0 1 0 0,0-1-1 0 0,0 1 0 0 0,1-1 1 0 0,4 2-1 0 0,1-1-13 0 0,1 0 0 0 0,-1 0 0 0 0,1-1 0 0 0,-1 0 0 0 0,1-1 0 0 0,-1 0 0 0 0,1-1 0 0 0,0 0 0 0 0,0-1 0 0 0,-1 0 0 0 0,1 0 0 0 0,-1-1 0 0 0,1-1 1 0 0,-1 0-1 0 0,0 0 0 0 0,0-1 0 0 0,19-10 0 0 0,-16 7-20 0 0,0-1 1 0 0,0-1-1 0 0,-1 0 0 0 0,0-1 1 0 0,-1 0-1 0 0,0-1 1 0 0,0 0-1 0 0,-1-1 1 0 0,-1 0-1 0 0,0-1 1 0 0,15-26-1 0 0,-22 34-9 0 0,1 0 0 0 0,-1 0 0 0 0,-1 0-1 0 0,1-1 1 0 0,0 1 0 0 0,-1 0 0 0 0,0-1 0 0 0,-1 1 0 0 0,1-1 0 0 0,-1-9-1 0 0,0 12 4 0 0,-1 1 0 0 0,1 0 0 0 0,-1-1 0 0 0,0 1-1 0 0,1 0 1 0 0,-1-1 0 0 0,0 1 0 0 0,-1 0 0 0 0,1 0-1 0 0,0 0 1 0 0,0 0 0 0 0,-1 0 0 0 0,1 0 0 0 0,-1 0-1 0 0,0 0 1 0 0,0 0 0 0 0,1 1 0 0 0,-1-1 0 0 0,0 1-1 0 0,0 0 1 0 0,-1-1 0 0 0,1 1 0 0 0,0 0-1 0 0,0 0 1 0 0,-5-1 0 0 0,-3-1 1 0 0,0 1 0 0 0,1 1 0 0 0,-1 0 0 0 0,0 0 0 0 0,0 1 0 0 0,-1 0 0 0 0,1 1 0 0 0,0 0 0 0 0,1 0 0 0 0,-1 1 0 0 0,-11 4 0 0 0,6-2 9 0 0,0 1-1 0 0,1 1 1 0 0,0 0-1 0 0,0 1 0 0 0,0 1 1 0 0,-18 13-1 0 0,30-20-2 0 0,0 0 0 0 0,1 0 1 0 0,-1 0-1 0 0,0 0 0 0 0,1 1 0 0 0,-1-1 0 0 0,1 0 0 0 0,0 1 1 0 0,-1-1-1 0 0,1 1 0 0 0,0 0 0 0 0,0-1 0 0 0,0 1 1 0 0,0 0-1 0 0,0 0 0 0 0,0 0 0 0 0,1-1 0 0 0,-1 1 0 0 0,1 0 1 0 0,-1 0-1 0 0,1 0 0 0 0,0 0 0 0 0,-1 0 0 0 0,1 0 1 0 0,1 4-1 0 0,-1-5-3 0 0,1 0 0 0 0,-1-1 0 0 0,1 1 0 0 0,-1 0 0 0 0,1 0 0 0 0,-1-1 1 0 0,1 1-1 0 0,0 0 0 0 0,0 0 0 0 0,-1-1 0 0 0,1 1 0 0 0,0-1 0 0 0,0 1 0 0 0,0-1 0 0 0,0 1 1 0 0,-1-1-1 0 0,1 0 0 0 0,0 1 0 0 0,1-1 0 0 0,-1 1 1 0 0,4 1-1 0 0,-1-1 0 0 0,1 1 0 0 0,0-1 0 0 0,0 0 0 0 0,0 0 0 0 0,-1 0 0 0 0,1-1 0 0 0,0 0 0 0 0,0 0 0 0 0,0 0 0 0 0,6-1 0 0 0,53-12-36 0 0,-61 12 34 0 0,46-15-35 0 0,0-2 1 0 0,87-46-1 0 0,-57 25-70 0 0,-75 37 85 0 0,-1 1 0 0 0,1-1 0 0 0,0 1 0 0 0,0-1 0 0 0,0 1 0 0 0,-1 0 0 0 0,1 1 0 0 0,0-1 0 0 0,0 1 0 0 0,1 0 1 0 0,4 0-1 0 0,-8 0 16 0 0,1 1 1 0 0,0-1 0 0 0,-1 1-1 0 0,1 0 1 0 0,-1-1-1 0 0,1 1 1 0 0,-1 0 0 0 0,1 0-1 0 0,-1 0 1 0 0,0 0 0 0 0,1 0-1 0 0,-1 0 1 0 0,0 0 0 0 0,0 1-1 0 0,0-1 1 0 0,0 0 0 0 0,0 1-1 0 0,0-1 1 0 0,0 0 0 0 0,0 1-1 0 0,-1-1 1 0 0,1 1 0 0 0,-1 0-1 0 0,1-1 1 0 0,-1 1 0 0 0,1-1-1 0 0,-1 1 1 0 0,0 0 0 0 0,0-1-1 0 0,0 3 1 0 0,1 9 8 0 0,0 0 1 0 0,-1 0-1 0 0,-1 0 0 0 0,0 0 1 0 0,-5 17-1 0 0,-19 66 17 0 0,11-49 35 0 0,7-20 111 0 0,7-25-54 0 0,0-4-102 0 0,21-39-29 0 0,1 2 0 0 0,1 0-1 0 0,55-67 1 0 0,-67 93 9 0 0,0 0 1 0 0,16-12-1 0 0,-23 22 6 0 0,0-1-1 0 0,0 1 0 0 0,1 0 0 0 0,-1 0 0 0 0,1 0 1 0 0,0 1-1 0 0,0-1 0 0 0,0 1 0 0 0,0 0 0 0 0,6-1 1 0 0,-8 3 1 0 0,-1-1 0 0 0,1 1 1 0 0,-1 0-1 0 0,1 0 0 0 0,-1 0 0 0 0,1 0 1 0 0,-1 0-1 0 0,1 1 0 0 0,-1-1 1 0 0,1 1-1 0 0,-1-1 0 0 0,1 1 1 0 0,-1 0-1 0 0,0 0 0 0 0,0 0 1 0 0,1 1-1 0 0,-1-1 0 0 0,0 0 0 0 0,4 4 1 0 0,-4-2 6 0 0,0-1-1 0 0,1 1 1 0 0,-1 0 0 0 0,-1 1 0 0 0,1-1 0 0 0,0 0 0 0 0,-1 0 0 0 0,0 1-1 0 0,1-1 1 0 0,-1 1 0 0 0,-1-1 0 0 0,2 5 0 0 0,-1 9 23 0 0,0 0 0 0 0,-1 0 1 0 0,-1 0-1 0 0,-4 25 0 0 0,5-42-27 0 0,-12 69 37 0 0,6-41-4 0 0,2 1 0 0 0,-2 41 0 0 0,5-67-122 0 0,1-1 0 0 0,0 1 0 0 0,1-1 0 0 0,-1 1 1 0 0,0-1-1 0 0,1 1 0 0 0,-1-1 0 0 0,1 0 0 0 0,0 1 1 0 0,0-1-1 0 0,0 0 0 0 0,0 1 0 0 0,0-1 1 0 0,0 0-1 0 0,1 0 0 0 0,-1 0 0 0 0,1 0 0 0 0,0 0 1 0 0,-1 0-1 0 0,1 0 0 0 0,0-1 0 0 0,0 1 0 0 0,0-1 1 0 0,0 1-1 0 0,0-1 0 0 0,3 2 0 0 0,-4-3-26 0 0,1 0-1 0 0,-1 0 1 0 0,0 0-1 0 0,0 0 1 0 0,0 0-1 0 0,1 0 1 0 0,-1 0-1 0 0,0 0 1 0 0,0 0 0 0 0,0 0-1 0 0,0-1 1 0 0,1 1-1 0 0,-1 0 1 0 0,0-1-1 0 0,0 1 1 0 0,2-2-1 0 0,0 1-230 0 0,2-1-332 0 0,0 0 1 0 0,1-1 0 0 0,-1 1 0 0 0,0-1-1 0 0,0 0 1 0 0,-1-1 0 0 0,1 1-1 0 0,-1-1 1 0 0,5-4 0 0 0,11-11-3625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1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291 132 2156 0 0,'40'-118'11785'0'0,"-38"105"-10344"0"0,-9 13-183 0 0,-10 17-389 0 0,-7 21-3 0 0,2 1 1 0 0,-26 67 0 0 0,36-79-619 0 0,-102 247 1129 0 0,86-198-1019 0 0,-29 134 0 0 0,56-205-327 0 0,0 0 1 0 0,0 1-1 0 0,1-1 0 0 0,-1 0 0 0 0,1 1 1 0 0,1-1-1 0 0,-1 0 0 0 0,1 0 0 0 0,-1 1 1 0 0,1-1-1 0 0,1 0 0 0 0,-1 0 0 0 0,4 7 1 0 0,-4-9-33 0 0,1-1 0 0 0,0 1 0 0 0,0 0 0 0 0,1 0 1 0 0,-1-1-1 0 0,0 0 0 0 0,1 1 0 0 0,0-1 0 0 0,-1 0 0 0 0,1 0 1 0 0,0 0-1 0 0,0-1 0 0 0,0 1 0 0 0,0-1 0 0 0,0 1 0 0 0,1-1 1 0 0,-1 0-1 0 0,0 0 0 0 0,0-1 0 0 0,1 1 0 0 0,4 0 0 0 0,5-1-325 0 0,0 1-1 0 0,0-2 0 0 0,0 0 1 0 0,0-1-1 0 0,0 0 0 0 0,0 0 1 0 0,-1-2-1 0 0,17-5 0 0 0,95-48-3502 0 0,-120 55 3701 0 0,133-76-7740 0 0,-98 50 2168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1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207 103 556 0 0,'-198'-78'14409'0'0,"198"78"-14362"0"0,-1 0 1 0 0,1 0-1 0 0,-1 0 1 0 0,1 0-1 0 0,0 0 0 0 0,-1-1 1 0 0,1 1-1 0 0,-1 0 1 0 0,1 0-1 0 0,0 0 1 0 0,-1-1-1 0 0,1 1 1 0 0,0 0-1 0 0,-1 0 1 0 0,1-1-1 0 0,0 1 1 0 0,-1 0-1 0 0,1-1 1 0 0,0 1-1 0 0,0 0 0 0 0,-1-1 1 0 0,1 1-1 0 0,0-1 1 0 0,0 1-1 0 0,0 0 1 0 0,-1-1-1 0 0,1 1 1 0 0,0-1-1 0 0,0 0 1 0 0,10-6 395 0 0,19 0-195 0 0,-2 6-576 0 0,1 1 0 0 0,-1 1-1 0 0,1 1 1 0 0,53 12 0 0 0,41 22-7639 0 0,-94-24 2899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63 1988 0 0,'-6'-8'8457'0'0,"1"2"-7424"0"0,0 0 0 0 0,0 0 0 0 0,-1 1 0 0 0,1 0 0 0 0,-1 0 0 0 0,-7-4 0 0 0,10 7-970 0 0,-1 0-1 0 0,1 0 1 0 0,-1 1 0 0 0,1 0 0 0 0,-1-1 0 0 0,0 1-1 0 0,1 1 1 0 0,-1-1 0 0 0,0 0 0 0 0,0 1 0 0 0,0 0-1 0 0,1 0 1 0 0,-1 0 0 0 0,-6 1 0 0 0,-4 2-14 0 0,1 1-1 0 0,-1 0 1 0 0,1 0 0 0 0,0 2 0 0 0,1-1 0 0 0,-21 13 0 0 0,15-6-12 0 0,0 1 1 0 0,1 0-1 0 0,-23 23 1 0 0,33-30-15 0 0,0 2 0 0 0,0-1 1 0 0,1 1-1 0 0,1 0 0 0 0,-1 0 1 0 0,1 1-1 0 0,0 0 0 0 0,-5 15 0 0 0,9-20-16 0 0,0-1 0 0 0,0 0-1 0 0,0 0 1 0 0,1 0-1 0 0,-1 1 1 0 0,1-1 0 0 0,0 0-1 0 0,0 1 1 0 0,1-1-1 0 0,-1 0 1 0 0,0 0-1 0 0,1 1 1 0 0,0-1 0 0 0,0 0-1 0 0,0 0 1 0 0,0 0-1 0 0,0 0 1 0 0,1 0 0 0 0,0 0-1 0 0,-1 0 1 0 0,1 0-1 0 0,0-1 1 0 0,0 1 0 0 0,0-1-1 0 0,1 1 1 0 0,-1-1-1 0 0,0 0 1 0 0,1 0 0 0 0,3 2-1 0 0,-2-1-5 0 0,0 0-1 0 0,0-1 1 0 0,0 0 0 0 0,0 1-1 0 0,1-2 1 0 0,-1 1 0 0 0,1 0-1 0 0,-1-1 1 0 0,1 0 0 0 0,-1 0-1 0 0,1 0 1 0 0,0-1 0 0 0,-1 1-1 0 0,1-1 1 0 0,0 0 0 0 0,5-1-1 0 0,-3-1-8 0 0,0 0 0 0 0,0 0 0 0 0,0 0 0 0 0,-1-1 1 0 0,1 0-1 0 0,-1 0 0 0 0,1 0 0 0 0,-1-1 0 0 0,9-7 0 0 0,3-5-21 0 0,-1-1 0 0 0,0 0 1 0 0,-1-1-1 0 0,-1-1 0 0 0,14-24 0 0 0,-14 24 20 0 0,-10 13 6 0 0,-1 0-1 0 0,1 0 1 0 0,-1 0-1 0 0,0-1 0 0 0,3-8 1 0 0,-1 7-58 0 0,-3 14 165 0 0,-3 14 173 0 0,-3 4-32 0 0,-1 2 110 0 0,2 0 0 0 0,0 46 0 0 0,2-65-385 0 0,1-1 0 0 0,-1 0 0 0 0,1 0-1 0 0,1 0 1 0 0,-1 0 0 0 0,1 0-1 0 0,0 0 1 0 0,0 0 0 0 0,1-1 0 0 0,0 1-1 0 0,0-1 1 0 0,0 0 0 0 0,0 0-1 0 0,1 0 1 0 0,0 0 0 0 0,0 0-1 0 0,6 4 1 0 0,-9-8-133 0 0,0 0-1 0 0,1 0 0 0 0,-1 0 1 0 0,0 0-1 0 0,1 0 1 0 0,-1-1-1 0 0,0 1 1 0 0,1-1-1 0 0,-1 1 1 0 0,1-1-1 0 0,-1 1 0 0 0,1-1 1 0 0,0 0-1 0 0,-1 0 1 0 0,1 0-1 0 0,-1 0 1 0 0,1 0-1 0 0,-1 0 0 0 0,1 0 1 0 0,2-1-1 0 0,-1 0-115 0 0,0 0 0 0 0,0 0 0 0 0,-1-1 0 0 0,1 1 0 0 0,0-1 0 0 0,-1 0 0 0 0,1 0 0 0 0,-1 0 0 0 0,5-4 0 0 0,1-4-462 0 0,1 0-1 0 0,-1-1 1 0 0,10-20 0 0 0,-16 28 695 0 0,46-96-937 0 0,-7-2 4572 0 0,-20 46 1560 0 0,-20 56-5075 0 0,-1-1-1 0 0,1 1 1 0 0,-1 0-1 0 0,0-1 0 0 0,1 1 1 0 0,-1 0-1 0 0,0-1 1 0 0,0 1-1 0 0,1 0 1 0 0,-1-1-1 0 0,0 1 0 0 0,0 0 1 0 0,0 0-1 0 0,0-1 1 0 0,0 1-1 0 0,0 0 0 0 0,0-1 1 0 0,0 1-1 0 0,0 0 1 0 0,0 0-1 0 0,-1 0 1 0 0,-2 24 732 0 0,2-19-514 0 0,-21 246 2870 0 0,21-246-3552 0 0,1 1 0 0 0,0 0-1 0 0,1 0 1 0 0,0-1 0 0 0,0 1-1 0 0,0 0 1 0 0,1-1 0 0 0,0 1 0 0 0,5 11-1 0 0,1-11-2300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2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85 52 0 0,'-3'-14'2584'0'0,"-1"2"-752"0"0,1 2-355 0 0,0 0 743 0 0,-3-6-808 0 0,0 4-564 0 0,2 2-364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2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46 1392 0 0,'-3'0'7231'0'0,"1"1"-6994"0"0,1-1 0 0 0,-1 1 0 0 0,1 0 0 0 0,-1 0-1 0 0,1 0 1 0 0,-1-1 0 0 0,1 1 0 0 0,-1 0 0 0 0,1 1-1 0 0,0-1 1 0 0,-1 0 0 0 0,1 0 0 0 0,0 1 0 0 0,0-1-1 0 0,0 0 1 0 0,0 1 0 0 0,0-1 0 0 0,1 1 0 0 0,-1-1-1 0 0,0 1 1 0 0,1 0 0 0 0,-1-1 0 0 0,1 1 0 0 0,-1 0-1 0 0,1-1 1 0 0,0 4 0 0 0,-3 10 2 0 0,1 1 1 0 0,0 18-1 0 0,0-4 278 0 0,-2 17-223 0 0,3-33-222 0 0,0-1-1 0 0,0 1 0 0 0,-2 0 1 0 0,1-1-1 0 0,-2 0 1 0 0,0 0-1 0 0,-9 21 1 0 0,13-33-69 0 0,0 0 1 0 0,-1-1 0 0 0,1 1 0 0 0,0 0 0 0 0,-1-1 0 0 0,1 1 0 0 0,0 0 0 0 0,-1-1-1 0 0,1 1 1 0 0,-1-1 0 0 0,1 1 0 0 0,-1-1 0 0 0,1 1 0 0 0,-1-1 0 0 0,1 1 0 0 0,-1-1-1 0 0,0 0 1 0 0,1 1 0 0 0,-1-1 0 0 0,0 0 0 0 0,1 1 0 0 0,-1-1 0 0 0,0 0-1 0 0,1 0 1 0 0,-1 0 0 0 0,0 1 0 0 0,0-1 0 0 0,1 0 0 0 0,-1 0 0 0 0,0 0 0 0 0,1 0-1 0 0,-1 0 1 0 0,0-1 0 0 0,0 1 0 0 0,1 0 0 0 0,-2-1 0 0 0,1 1-3 0 0,0-1-1 0 0,0 0 1 0 0,0 0 0 0 0,0 0-1 0 0,0 0 1 0 0,0 0 0 0 0,0 0 0 0 0,0 0-1 0 0,1 0 1 0 0,-1-1 0 0 0,0 1 0 0 0,1 0-1 0 0,-1 0 1 0 0,1-1 0 0 0,0 1 0 0 0,-1 0-1 0 0,1 0 1 0 0,0-1 0 0 0,0 1 0 0 0,0-2-1 0 0,0-7-3 0 0,0-1 0 0 0,1 1 1 0 0,0 0-1 0 0,1-1 0 0 0,0 1 0 0 0,7-17 0 0 0,1 0-21 0 0,16-30 0 0 0,-19 43 9 0 0,1 0 1 0 0,1 1 0 0 0,0 0-1 0 0,0 0 1 0 0,2 1 0 0 0,-1 0 0 0 0,2 1-1 0 0,12-10 1 0 0,-18 16 17 0 0,0 0-1 0 0,0 1 1 0 0,1 0-1 0 0,0 0 1 0 0,0 1 0 0 0,0-1-1 0 0,0 2 1 0 0,0-1 0 0 0,0 1-1 0 0,1 0 1 0 0,0 0-1 0 0,-1 1 1 0 0,1 0 0 0 0,0 1-1 0 0,-1-1 1 0 0,1 2 0 0 0,0-1-1 0 0,11 3 1 0 0,-15-3 13 0 0,0 1 1 0 0,0 1-1 0 0,0-1 1 0 0,0 0-1 0 0,0 1 0 0 0,-1 0 1 0 0,1 0-1 0 0,-1 0 1 0 0,1 0-1 0 0,-1 0 0 0 0,0 1 1 0 0,1 0-1 0 0,-1-1 1 0 0,-1 1-1 0 0,1 0 1 0 0,0 1-1 0 0,2 3 0 0 0,-2-1 26 0 0,-1-1 0 0 0,0 0 0 0 0,0 1 0 0 0,0 0 0 0 0,0-1 0 0 0,-1 1 0 0 0,0 0 0 0 0,0 0 0 0 0,-1-1 0 0 0,0 12 0 0 0,-2 5 58 0 0,-1-1 0 0 0,-1 0 0 0 0,-1 1 1 0 0,-1-2-1 0 0,-11 28 0 0 0,16-46-140 0 0,-15 49-450 0 0,15-47-15 0 0,0-1-1 0 0,1 1 1 0 0,-1 0-1 0 0,1 0 1 0 0,0-1-1 0 0,0 1 1 0 0,0 0 0 0 0,0 0-1 0 0,1 0 1 0 0,0-1-1 0 0,1 6 1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2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65 888 0 0,'25'-65'17151'0'0,"-23"73"-15952"0"0,-1 15-316 0 0,-12 103 1872 0 0,2-24-3274 0 0,7-35-5287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2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99 228 0 0,'-5'-18'2388'0'0,"-2"6"-560"0"0,2 0-363 0 0,-1 2-293 0 0,0-2-236 0 0,2 3-172 0 0,-1 3-164 0 0,2-3 248 0 0,-4-1-152 0 0,-4 18-1724 0 0,17 9-3304 0 0,-6-8 1171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1 148 0 0,'0'0'2457'0'0,"1"0"-2049"0"0,0 0 0 0 0,0 0 0 0 0,0 0 0 0 0,0 0 0 0 0,-1 0 0 0 0,1 0 0 0 0,0 0 0 0 0,0 0 0 0 0,0 0 0 0 0,0 1 0 0 0,0-1 0 0 0,0 0 0 0 0,1 1 0 0 0,1 6 132 0 0,0 1 0 0 0,-1-1 0 0 0,0 1-1 0 0,0-1 1 0 0,0 1 0 0 0,-1 0 0 0 0,-1-1 0 0 0,1 1 0 0 0,-1 0 0 0 0,0 0 0 0 0,-2 8 0 0 0,-3 13-44 0 0,-13 46-1 0 0,10-42-33 0 0,8-34-458 0 0,0 1 0 0 0,0 0 0 0 0,0 0 1 0 0,0 0-1 0 0,0 0 0 0 0,0 0 0 0 0,0 0 0 0 0,0 0 0 0 0,0 0 1 0 0,0 0-1 0 0,0 0 0 0 0,0 0 0 0 0,1 0 0 0 0,-1 0 0 0 0,0 0 1 0 0,0 0-1 0 0,0 0 0 0 0,0 0 0 0 0,0 0 0 0 0,0 0 1 0 0,0 0-1 0 0,0 0 0 0 0,0 0 0 0 0,0 0 0 0 0,0 0 0 0 0,1 0 1 0 0,-1 0-1 0 0,0 0 0 0 0,0 0 0 0 0,0 0 0 0 0,0 0 1 0 0,0 0-1 0 0,0 0 0 0 0,0 0 0 0 0,0 0 0 0 0,0 0 0 0 0,0 0 1 0 0,0 0-1 0 0,0 0 0 0 0,1 0 0 0 0,-1 0 0 0 0,0 0 0 0 0,0 0 1 0 0,0 0-1 0 0,0 0 0 0 0,0 0 0 0 0,0 0 0 0 0,0 1 1 0 0,0-1-1 0 0,0 0 0 0 0,0 0 0 0 0,0 0 0 0 0,0 0 0 0 0,0 0 1 0 0,0 0-1 0 0,0 0 0 0 0,0 0 0 0 0,12-11 68 0 0,20-25-139 0 0,-19 21 83 0 0,3-3 10 0 0,1 1 1 0 0,1 1 0 0 0,24-17 0 0 0,-34 27-21 0 0,2 0 0 0 0,-1 0 0 0 0,0 1-1 0 0,1 1 1 0 0,0 0 0 0 0,0 0 0 0 0,0 1 0 0 0,1 0 0 0 0,14-2 0 0 0,-22 4-16 0 0,1 1 0 0 0,0 0 0 0 0,0 0 1 0 0,0 0-1 0 0,0 0 0 0 0,-1 1 0 0 0,1-1 0 0 0,0 1 0 0 0,0 0 0 0 0,-1 0 0 0 0,1 0 0 0 0,0 1 0 0 0,-1-1 0 0 0,0 1 1 0 0,1 0-1 0 0,4 4 0 0 0,-4-3 21 0 0,0 1 0 0 0,-1-1-1 0 0,0 1 1 0 0,0 0 0 0 0,0 0 0 0 0,-1 0 0 0 0,1 0 0 0 0,-1 1 0 0 0,0-1 0 0 0,0 0 0 0 0,2 8 0 0 0,-1 3 74 0 0,0 0-1 0 0,-1 0 1 0 0,0 0 0 0 0,-1 0 0 0 0,-1 0-1 0 0,-1 1 1 0 0,-2 16 0 0 0,2-27-157 0 0,-1 11-459 0 0,0 1-1 0 0,1 24 1 0 0,2-37-69 0 0,-1 0 0 0 0,0 0-1 0 0,1 1 1 0 0,0-1 0 0 0,0 0 0 0 0,0 0 0 0 0,1 0 0 0 0,-1 0 0 0 0,1 0 0 0 0,0 0 0 0 0,0-1 0 0 0,0 1-1 0 0,1 0 1 0 0,4 5 0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3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1266 146 740 0 0,'11'-10'2160'0'0,"-1"-1"0"0"0,15-21 0 0 0,-22 27-1794 0 0,-1 1-1 0 0,1 0 0 0 0,-1-1 0 0 0,0 0 0 0 0,0 1 0 0 0,0-1 0 0 0,-1 0 0 0 0,0 0 0 0 0,0 0 1 0 0,0 0-1 0 0,0-6 0 0 0,-1 10-336 0 0,0 0 1 0 0,0 0 0 0 0,0 0-1 0 0,0 0 1 0 0,0 0-1 0 0,0 0 1 0 0,0 0 0 0 0,-1-1-1 0 0,1 1 1 0 0,-1 0-1 0 0,1 0 1 0 0,0 0 0 0 0,-1 0-1 0 0,0 0 1 0 0,1 1-1 0 0,-1-1 1 0 0,0 0 0 0 0,1 0-1 0 0,-1 0 1 0 0,0 0 0 0 0,0 1-1 0 0,0-1 1 0 0,0 0-1 0 0,-1 0 1 0 0,0 0-2 0 0,0 0 1 0 0,0 0-1 0 0,-1 1 1 0 0,1-1-1 0 0,0 1 1 0 0,-1-1-1 0 0,1 1 1 0 0,-1 0-1 0 0,1 0 1 0 0,-4 0-1 0 0,-5 2 31 0 0,1-1 0 0 0,1 2 0 0 0,-20 6 0 0 0,17-5-28 0 0,0 1 0 0 0,1 1 0 0 0,0 0 0 0 0,-16 13 0 0 0,21-15-8 0 0,1 0 0 0 0,0 0 0 0 0,0 1 0 0 0,0 0 0 0 0,1 0 0 0 0,0 0 0 0 0,0 1 0 0 0,0 0 0 0 0,0-1 0 0 0,-2 7 0 0 0,6-11-15 0 0,-1 0 1 0 0,1 0 0 0 0,-1 0 0 0 0,1 0-1 0 0,0 0 1 0 0,-1 0 0 0 0,1 1-1 0 0,0-1 1 0 0,0 0 0 0 0,0 0 0 0 0,0 0-1 0 0,0 0 1 0 0,0 0 0 0 0,0 0 0 0 0,0 0-1 0 0,1 0 1 0 0,-1 0 0 0 0,0 0 0 0 0,0 0-1 0 0,1 0 1 0 0,-1 0 0 0 0,1 0 0 0 0,-1 0-1 0 0,1 0 1 0 0,0 0 0 0 0,-1 0-1 0 0,1 0 1 0 0,0-1 0 0 0,-1 1 0 0 0,1 0-1 0 0,0 0 1 0 0,0-1 0 0 0,0 1 0 0 0,0 0-1 0 0,-1-1 1 0 0,1 1 0 0 0,0-1 0 0 0,0 1-1 0 0,0-1 1 0 0,0 0 0 0 0,2 1 0 0 0,4 1 127 0 0,-1-1 1 0 0,0 0 0 0 0,0-1 0 0 0,1 1 0 0 0,-1-1 0 0 0,11-1-1 0 0,-9 0-13 0 0,0 1-1 0 0,1-1 0 0 0,-1 2 1 0 0,1-1-1 0 0,12 3 0 0 0,-18-2-70 0 0,-1 0 0 0 0,1-1 0 0 0,0 2-1 0 0,-1-1 1 0 0,1 0 0 0 0,-1 0 0 0 0,0 1-1 0 0,1-1 1 0 0,-1 1 0 0 0,0 0-1 0 0,0 0 1 0 0,0 0 0 0 0,0 0 0 0 0,0 0-1 0 0,-1 0 1 0 0,1 0 0 0 0,0 1 0 0 0,-1-1-1 0 0,0 0 1 0 0,0 1 0 0 0,2 5 0 0 0,1 5 280 0 0,-1 0 0 0 0,-1 0 1 0 0,0 1-1 0 0,-1-1 0 0 0,0 1 1 0 0,-1-1-1 0 0,0 1 1 0 0,-5 26-1 0 0,-4 7 469 0 0,-17 50 0 0 0,7-38-380 0 0,-3-1 0 0 0,-2-2 1 0 0,-2 0-1 0 0,-3-2 0 0 0,-3-1 0 0 0,-58 76 0 0 0,74-109-242 0 0,-2 0-1 0 0,0-1 1 0 0,0-1-1 0 0,-2-1 1 0 0,0-1 0 0 0,-1 0-1 0 0,-1-2 1 0 0,0 0 0 0 0,-25 10-1 0 0,25-14-68 0 0,0-2 0 0 0,0-1 0 0 0,-1-1 0 0 0,1-1 0 0 0,-1 0 0 0 0,0-2-1 0 0,-1-1 1 0 0,1-1 0 0 0,0-1 0 0 0,-32-3 0 0 0,26-1-53 0 0,0-2-1 0 0,0 0 1 0 0,1-2 0 0 0,0-1 0 0 0,1-1 0 0 0,-1-2-1 0 0,-49-28 1 0 0,47 20-1165 0 0,0-1 0 0 0,-28-25 0 0 0,26 17-5070 0 0,-40-48 0 0 0,54 53-3224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5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425 340 1500 0 0,'9'-18'2695'0'0,"0"-1"-1"0"0,1 1 0 0 0,13-18 1 0 0,-22 35-2336 0 0,1-5 724 0 0,-206 329 2391 0 0,-23-12-2508 0 0,193-269-634 0 0,33-41-253 0 0,-11-22 0 0 0,12-14-52 0 0,1-1 0 0 0,2 1 0 0 0,9-42 0 0 0,-12 76-26 0 0,0-1-4 0 0,0 1 0 0 0,0 0 1 0 0,1-1-1 0 0,-1 1 0 0 0,0-1 0 0 0,0 1 1 0 0,1 0-1 0 0,-1-1 0 0 0,1 1 0 0 0,0 0 1 0 0,-1 0-1 0 0,1-1 0 0 0,0 1 0 0 0,0 0 1 0 0,-1 0-1 0 0,1 0 0 0 0,0 0 1 0 0,0 0-1 0 0,0 0 0 0 0,0 0 0 0 0,0 0 1 0 0,1 1-1 0 0,0-2 0 0 0,-1 2 2 0 0,0-1 0 0 0,1 1 0 0 0,-1-1 0 0 0,0 1 0 0 0,0-1 1 0 0,1 1-1 0 0,-1 0 0 0 0,0 0 0 0 0,1 0 0 0 0,-1 0 0 0 0,0 0 0 0 0,0 0 0 0 0,1 0 0 0 0,-1 0 0 0 0,0 0 0 0 0,1 1 1 0 0,-1-1-1 0 0,0 0 0 0 0,0 1 0 0 0,2 0 0 0 0,1 1-1 0 0,6 3-3 0 0,0 0 1 0 0,0 0 0 0 0,-1 1 0 0 0,0 0-1 0 0,0 0 1 0 0,0 1 0 0 0,-1 0-1 0 0,0 1 1 0 0,9 10 0 0 0,15 13-3 0 0,4 1 17 0 0,81 55 1 0 0,-102-78-8 0 0,0-1 0 0 0,0-1-1 0 0,0 0 1 0 0,1-1 0 0 0,0-1-1 0 0,0 0 1 0 0,1-1 0 0 0,-1-1 0 0 0,26 2-1 0 0,-21-4 7 0 0,-1-1-1 0 0,1-1 0 0 0,-1 0 0 0 0,1-2 0 0 0,-1-1 1 0 0,0 0-1 0 0,0-1 0 0 0,-1-2 0 0 0,31-12 1 0 0,-41 14-1 0 0,1 0 1 0 0,-1-1 0 0 0,0 1-1 0 0,0-2 1 0 0,-1 1 0 0 0,0-1-1 0 0,0-1 1 0 0,-1 1-1 0 0,1-1 1 0 0,-2-1 0 0 0,1 1-1 0 0,-1-1 1 0 0,-1 0 0 0 0,1 0-1 0 0,-2-1 1 0 0,1 0 0 0 0,-1 0-1 0 0,-1 0 1 0 0,0 0 0 0 0,2-11-1 0 0,-1-5-2 0 0,-2 0-1 0 0,-1 0 0 0 0,-1-1 0 0 0,-1 1 0 0 0,-1 0 0 0 0,-2 0 0 0 0,-9-39 0 0 0,-2 13-14 0 0,-2 2-1 0 0,-39-83 0 0 0,41 102 2 0 0,-2 0 0 0 0,0 1-1 0 0,-32-39 1 0 0,42 60 4 0 0,-1 0 1 0 0,0 1-1 0 0,0 0 1 0 0,0 0-1 0 0,-1 0 1 0 0,-1 1-1 0 0,1 1 1 0 0,-1 0-1 0 0,0 0 0 0 0,0 1 1 0 0,-1 0-1 0 0,1 0 1 0 0,-1 1-1 0 0,-13-2 1 0 0,17 5-9 0 0,-1 0-1 0 0,0 0 1 0 0,0 1 0 0 0,1 0 0 0 0,-1 1-1 0 0,0-1 1 0 0,0 2 0 0 0,1-1 0 0 0,-1 1-1 0 0,1 0 1 0 0,-1 1 0 0 0,1-1 0 0 0,0 2 0 0 0,0-1-1 0 0,-10 7 1 0 0,8-4 48 0 0,0 1 0 0 0,1 0 0 0 0,0 0 0 0 0,1 1 0 0 0,-1 0 1 0 0,2 0-1 0 0,-1 1 0 0 0,1-1 0 0 0,0 2 0 0 0,-7 15 0 0 0,8-15-215 0 0,1 1 1 0 0,0-1-1 0 0,1 0 1 0 0,0 1-1 0 0,1 0 1 0 0,0 0-1 0 0,1 0 1 0 0,0 0-1 0 0,1 0 1 0 0,1 16-1 0 0,0-19-276 0 0,1 0 1 0 0,-1 0-1 0 0,1-1 0 0 0,1 1 0 0 0,-1 0 0 0 0,1-1 1 0 0,1 0-1 0 0,-1 0 0 0 0,1 0 0 0 0,0 0 0 0 0,1 0 0 0 0,0-1 1 0 0,0 0-1 0 0,0 0 0 0 0,8 6 0 0 0,8 5-2742 0 0,2-1-1022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6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39 996 0 0,'4'-9'5108'0'0,"4"-8"-871"0"0,1 5-1076 0 0,-12 36-2983 0 0,0 0 0 0 0,-1 0-1 0 0,-2-1 1 0 0,0 1 0 0 0,-2-1 0 0 0,-11 25 0 0 0,-10 32-52 0 0,21-54-389 0 0,-12 40-1116 0 0,11-23-5075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234 138 1964 0 0,'7'-8'1238'0'0,"0"0"0"0"0,0-1-1 0 0,-1 0 1 0 0,0 0 0 0 0,0-1-1 0 0,-1 0 1 0 0,-1 0 0 0 0,1 0 0 0 0,3-17-1 0 0,-7 26-1200 0 0,-1 0 0 0 0,0 1-1 0 0,1-1 1 0 0,-1 0 0 0 0,0 0-1 0 0,0 0 1 0 0,0 1-1 0 0,0-1 1 0 0,1 0 0 0 0,-1 0-1 0 0,0 1 1 0 0,0-1 0 0 0,-1 0-1 0 0,1 0 1 0 0,0 0 0 0 0,0 1-1 0 0,0-1 1 0 0,0 0-1 0 0,-1 0 1 0 0,1 1 0 0 0,0-1-1 0 0,-1 0 1 0 0,1 0 0 0 0,0 1-1 0 0,-1-1 1 0 0,1 0 0 0 0,-1 1-1 0 0,1-1 1 0 0,-1 1-1 0 0,0-1 1 0 0,1 1 0 0 0,-1-1-1 0 0,1 1 1 0 0,-1-1 0 0 0,0 1-1 0 0,0 0 1 0 0,1-1 0 0 0,-1 1-1 0 0,0 0 1 0 0,0-1-1 0 0,1 1 1 0 0,-1 0 0 0 0,-1 0-1 0 0,-1 0-2 0 0,0 0-1 0 0,0 0 0 0 0,0 1 1 0 0,0-1-1 0 0,0 1 0 0 0,1-1 1 0 0,-1 1-1 0 0,-5 3 0 0 0,-3 1 7 0 0,1 1-1 0 0,0 0 1 0 0,1 1-1 0 0,0 0 0 0 0,0 1 1 0 0,-8 8-1 0 0,12-11-29 0 0,0 1 0 0 0,0-1-1 0 0,1 1 1 0 0,-1 0 0 0 0,1 0 0 0 0,1 0 0 0 0,-1 0-1 0 0,1 1 1 0 0,0 0 0 0 0,-3 11 0 0 0,6-14-6 0 0,-1 0 0 0 0,1 0 1 0 0,0 0-1 0 0,0 0 0 0 0,0 0 1 0 0,1 0-1 0 0,0 0 0 0 0,-1 0 1 0 0,1 0-1 0 0,1 0 0 0 0,-1 0 0 0 0,1 0 1 0 0,2 5-1 0 0,4 3 8 0 0,0 0 0 0 0,14 17 0 0 0,11 17 14 0 0,-29-40-12 0 0,-1 1-1 0 0,0-1 1 0 0,0 1 0 0 0,0-1 0 0 0,-1 1-1 0 0,2 10 1 0 0,-4-14-4 0 0,0 1 0 0 0,0-1 0 0 0,0 0 0 0 0,0 0 1 0 0,-1 0-1 0 0,1 1 0 0 0,-1-1 0 0 0,0 0 0 0 0,0 0 0 0 0,0 0 0 0 0,0 0 0 0 0,0 0 0 0 0,-1 0 1 0 0,1-1-1 0 0,-1 1 0 0 0,-3 4 0 0 0,0-1 9 0 0,0 0 0 0 0,-1 0-1 0 0,0 0 1 0 0,0 0 0 0 0,0-1 0 0 0,-1 0 0 0 0,1 0 0 0 0,-1-1-1 0 0,0 1 1 0 0,-1-2 0 0 0,-13 6 0 0 0,16-7-282 0 0,0-1 0 0 0,0 0 1 0 0,-1 0-1 0 0,1 0 0 0 0,0-1 0 0 0,-1 1 1 0 0,-10-2-1 0 0,11 0-433 0 0,0 0 1 0 0,0 0-1 0 0,0 0 0 0 0,0-1 1 0 0,1 0-1 0 0,-1 0 1 0 0,0 0-1 0 0,1 0 0 0 0,-6-5 1 0 0,-9-6-5096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6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27 105 2576 0 0,'-4'-15'2312'0'0,"-1"1"-435"0"0,3 2-317 0 0,-1 3-316 0 0,0 1-304 0 0,-1-1 468 0 0,1-6-528 0 0,1 1-112 0 0,2 5-720 0 0,17 11-6040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7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411 102 1396 0 0,'0'-3'1950'0'0,"1"-24"2629"0"0,0 21-3831 0 0,0 0 0 0 0,-1-1 0 0 0,0 1 0 0 0,0 0 0 0 0,-1-1 0 0 0,0 1 0 0 0,-3-12 0 0 0,3 18-699 0 0,1-1 0 0 0,-1 0 0 0 0,0 0 0 0 0,0 0 0 0 0,0 0 0 0 0,0 1 1 0 0,0-1-1 0 0,-1 0 0 0 0,1 1 0 0 0,0-1 0 0 0,0 1 0 0 0,0 0 0 0 0,0-1 0 0 0,-1 1 0 0 0,1 0 0 0 0,0 0 0 0 0,0-1 0 0 0,-1 1 0 0 0,1 0 0 0 0,0 0 0 0 0,0 0 0 0 0,-1 1 0 0 0,0-1 0 0 0,-9 3 34 0 0,1 1 0 0 0,-1 1 0 0 0,1 0-1 0 0,0 0 1 0 0,0 1 0 0 0,1 0 0 0 0,0 0 0 0 0,0 1 0 0 0,-12 12-1 0 0,-72 82 597 0 0,78-84-605 0 0,-12 16 177 0 0,-45 71 0 0 0,62-87-206 0 0,0 0 0 0 0,2 1 1 0 0,0 0-1 0 0,1 1 0 0 0,1 0 0 0 0,-5 28 1 0 0,10-42-35 0 0,0 0 0 0 0,1-1 0 0 0,-1 1 0 0 0,1 0 1 0 0,0-1-1 0 0,1 1 0 0 0,-1 0 0 0 0,1-1 0 0 0,0 1 1 0 0,0 0-1 0 0,0-1 0 0 0,1 0 0 0 0,-1 1 0 0 0,1-1 0 0 0,0 0 1 0 0,1 0-1 0 0,-1 0 0 0 0,1 0 0 0 0,0 0 0 0 0,-1 0 1 0 0,2-1-1 0 0,2 4 0 0 0,0-3-37 0 0,0 1 1 0 0,0-1-1 0 0,0-1 1 0 0,1 0-1 0 0,-1 1 1 0 0,1-2-1 0 0,0 1 1 0 0,0-1-1 0 0,0 0 1 0 0,0-1-1 0 0,0 1 1 0 0,0-1-1 0 0,13 0 1 0 0,14-2-1056 0 0,0 0 0 0 0,0-3 0 0 0,47-9 0 0 0,39-18-4903 0 0,-65 14 1310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494 469 1720 0 0,'2'-3'477'0'0,"1"-1"-1"0"0,-1 1 1 0 0,-1-1-1 0 0,1 0 1 0 0,0 0 0 0 0,-1 1-1 0 0,0-1 1 0 0,0 0-1 0 0,0 0 1 0 0,0 0-1 0 0,-1-1 1 0 0,1 1 0 0 0,-1 0-1 0 0,0 0 1 0 0,-1 0-1 0 0,1 0 1 0 0,-1 0-1 0 0,-1-8 1 0 0,1 10-329 0 0,-1-1 1 0 0,1 0-1 0 0,0 1 0 0 0,-1-1 1 0 0,0 1-1 0 0,1 0 0 0 0,-1-1 1 0 0,0 1-1 0 0,0 0 0 0 0,0 0 1 0 0,-1 0-1 0 0,1 0 0 0 0,0 1 1 0 0,-1-1-1 0 0,1 1 0 0 0,-1-1 0 0 0,0 1 1 0 0,1 0-1 0 0,-1 0 0 0 0,0 0 1 0 0,0 0-1 0 0,1 0 0 0 0,-1 1 1 0 0,0 0-1 0 0,0-1 0 0 0,0 1 1 0 0,-5 0-1 0 0,-5 1 2 0 0,0 1-1 0 0,0 0 1 0 0,0 1 0 0 0,1 0 0 0 0,-1 0-1 0 0,1 2 1 0 0,0 0 0 0 0,0 0-1 0 0,0 1 1 0 0,-13 9 0 0 0,-10 8 100 0 0,-58 50 1 0 0,63-47-156 0 0,-31 34 0 0 0,52-50-79 0 0,1 0 0 0 0,0 0-1 0 0,0 1 1 0 0,1 0 0 0 0,1 0 0 0 0,0 1-1 0 0,-7 19 1 0 0,12-29-12 0 0,0 1 0 0 0,1-1 0 0 0,-1 0 0 0 0,0 1 0 0 0,1-1 0 0 0,0 1-1 0 0,-1-1 1 0 0,1 1 0 0 0,0-1 0 0 0,1 1 0 0 0,-1-1 0 0 0,0 0 0 0 0,1 1 0 0 0,-1-1 0 0 0,1 1-1 0 0,0-1 1 0 0,-1 0 0 0 0,1 1 0 0 0,0-1 0 0 0,1 0 0 0 0,-1 0 0 0 0,0 0 0 0 0,1 0-1 0 0,-1 0 1 0 0,1 0 0 0 0,-1 0 0 0 0,4 2 0 0 0,-1-1-2 0 0,1 0 0 0 0,-1-1 0 0 0,1 1 0 0 0,0-1 0 0 0,0 0 0 0 0,0 0 0 0 0,0-1 0 0 0,1 1 0 0 0,-1-1 0 0 0,0 0 0 0 0,9 0 0 0 0,1 0 2 0 0,-1-1 0 0 0,0-1 0 0 0,1 0 0 0 0,-1-1 0 0 0,0-1 0 0 0,0 0-1 0 0,0 0 1 0 0,0-2 0 0 0,-1 0 0 0 0,1 0 0 0 0,-1-1 0 0 0,15-10 0 0 0,-13 6-2 0 0,0 0-1 0 0,0-1 1 0 0,-1-1 0 0 0,-1-1-1 0 0,0 0 1 0 0,-1 0 0 0 0,0-1 0 0 0,-1-1-1 0 0,11-18 1 0 0,-10 11-10 0 0,-2-1 1 0 0,0 0-1 0 0,6-25 1 0 0,1-1-88 0 0,-17 47 60 0 0,-11 21-13 0 0,1 9 49 0 0,2 0 1 0 0,1 1-1 0 0,-4 32 1 0 0,9-49 2 0 0,1 0 1 0 0,0 0-1 0 0,1 0 1 0 0,1 0-1 0 0,0 0 0 0 0,0 0 1 0 0,1-1-1 0 0,1 1 1 0 0,0 0-1 0 0,7 16 1 0 0,-8-23 1 0 0,0-1 1 0 0,0 0 0 0 0,1 0-1 0 0,0 0 1 0 0,0 0-1 0 0,0-1 1 0 0,0 1 0 0 0,0-1-1 0 0,1 0 1 0 0,-1 0 0 0 0,1 0-1 0 0,0 0 1 0 0,0 0-1 0 0,0-1 1 0 0,0 0 0 0 0,1 0-1 0 0,-1 0 1 0 0,1 0 0 0 0,-1-1-1 0 0,1 0 1 0 0,-1 0 0 0 0,1 0-1 0 0,0 0 1 0 0,-1-1-1 0 0,1 0 1 0 0,0 0 0 0 0,0 0-1 0 0,-1 0 1 0 0,1-1 0 0 0,5-1-1 0 0,3-1-5 0 0,-1 0 0 0 0,0-1 0 0 0,0 0 0 0 0,-1-1 0 0 0,1 0 0 0 0,-1-1 0 0 0,0 0 0 0 0,0-1 0 0 0,-1-1 0 0 0,13-10 0 0 0,-4-1-40 0 0,0-2 0 0 0,-1 0-1 0 0,-1 0 1 0 0,-1-2-1 0 0,-1 0 1 0 0,-1-1 0 0 0,-1 0-1 0 0,14-39 1 0 0,-5 1-85 0 0,-3 0 1 0 0,16-92-1 0 0,-31 135 108 0 0,-1 0-1 0 0,0 0 1 0 0,-1 1 0 0 0,-2-1-1 0 0,0 0 1 0 0,-2-21 0 0 0,2 38 14 0 0,-1 1 1 0 0,1 0-1 0 0,0 0 1 0 0,-1-1-1 0 0,1 1 0 0 0,-1 0 1 0 0,1 0-1 0 0,-1 0 1 0 0,1 0-1 0 0,-1-1 0 0 0,0 1 1 0 0,0 0-1 0 0,0-1 1 0 0,0 2 0 0 0,1 0 1 0 0,-1-1-1 0 0,1 1 1 0 0,0 0-1 0 0,-1 0 0 0 0,1 0 1 0 0,-1-1-1 0 0,1 1 1 0 0,-1 0-1 0 0,1 0 1 0 0,-1 0-1 0 0,1 0 1 0 0,-1 0-1 0 0,1 0 1 0 0,-1 0-1 0 0,1 0 1 0 0,-1 0-1 0 0,1 0 0 0 0,-1 0 1 0 0,1 0-1 0 0,-2 0 1 0 0,0 1 0 0 0,0 0 0 0 0,0 1 0 0 0,0-1 1 0 0,0 0-1 0 0,0 1 0 0 0,0-1 0 0 0,1 1 0 0 0,-3 1 1 0 0,4-2 0 0 0,-11 10 7 0 0,1 1 0 0 0,1 0 0 0 0,1 1 1 0 0,-1-1-1 0 0,-6 17 0 0 0,-30 75 82 0 0,30-66-58 0 0,-6 15-4 0 0,2 1 0 0 0,-15 73-1 0 0,27-92-20 0 0,2 0 0 0 0,1 0 0 0 0,2 0-1 0 0,5 70 1 0 0,-2-95 5 0 0,0 0 0 0 0,1 0 1 0 0,0 0-1 0 0,1 0 0 0 0,0 0 0 0 0,1-1 0 0 0,0 1 0 0 0,0-1 0 0 0,1 0 0 0 0,6 9 1 0 0,-7-13-7 0 0,0 0 0 0 0,1 0 0 0 0,-1-1 1 0 0,1 1-1 0 0,0-1 0 0 0,0 0 0 0 0,0-1 0 0 0,0 1 1 0 0,1-1-1 0 0,0 0 0 0 0,-1 0 0 0 0,1-1 0 0 0,0 0 1 0 0,0 0-1 0 0,0 0 0 0 0,1 0 0 0 0,6 0 1 0 0,5-1-6 0 0,-1-1 0 0 0,1 0 0 0 0,-1-2 0 0 0,0 1 1 0 0,1-2-1 0 0,-1-1 0 0 0,0 0 0 0 0,-1-1 0 0 0,1 0 1 0 0,-1-2-1 0 0,0 0 0 0 0,-1-1 0 0 0,25-15 1 0 0,-5-1-10 0 0,0-2 1 0 0,-2-1-1 0 0,-1-2 1 0 0,39-43 0 0 0,-29 23 8 0 0,-2-1 0 0 0,-3-2 0 0 0,-1-1 0 0 0,-3-2 0 0 0,-2-1 1 0 0,-3-2-1 0 0,38-111 0 0 0,-36 40 1015 0 0,-30 129-1013 0 0,-1 0 0 0 0,1 1 0 0 0,0-1-1 0 0,0 0 1 0 0,-1 0 0 0 0,1 1 0 0 0,0-1 0 0 0,0 0 0 0 0,-1 0 0 0 0,1 0-1 0 0,0 1 1 0 0,-1-1 0 0 0,1 0 0 0 0,0 0 0 0 0,-1 0 0 0 0,1 0 0 0 0,0 0-1 0 0,-1 0 1 0 0,1 0 0 0 0,0 0 0 0 0,-1 0 0 0 0,1 0 0 0 0,0 0 0 0 0,-1 0-1 0 0,1 0 1 0 0,0 0 0 0 0,-1 0 0 0 0,1 0 0 0 0,0 0 0 0 0,-1 0 0 0 0,1 0-1 0 0,0 0 1 0 0,-1-1 0 0 0,1 1 0 0 0,0 0 0 0 0,0 0 0 0 0,-1 0 0 0 0,1-1-1 0 0,0 1 1 0 0,0 0 0 0 0,-1 0 0 0 0,1-1 0 0 0,0 1 0 0 0,0 0 0 0 0,-1 0-1 0 0,1-1 1 0 0,0 1 0 0 0,0 0 0 0 0,0-1 0 0 0,0 1 0 0 0,0 0-1 0 0,0-1 1 0 0,-1 1 0 0 0,1 0 0 0 0,0-1 0 0 0,0 1 0 0 0,0 0 0 0 0,0-1-1 0 0,0 1 1 0 0,0 0 0 0 0,0-1 0 0 0,0 1 0 0 0,1 0 0 0 0,-1-1 0 0 0,0 1-1 0 0,0 0 1 0 0,0-1 0 0 0,0 1 0 0 0,0-1 0 0 0,-21 19 60 0 0,3 8 156 0 0,1 0-1 0 0,2 0 1 0 0,-20 44-1 0 0,25-47-85 0 0,-17 36 187 0 0,3 1 0 0 0,3 1 0 0 0,-26 123 0 0 0,43-159-270 0 0,1 1 0 0 0,0 0 0 0 0,3 26-1 0 0,0-42-27 0 0,1 0 0 0 0,0 1 0 0 0,1-1 0 0 0,0 0 0 0 0,0 0 0 0 0,1 0 0 0 0,1 0 0 0 0,-1 0-1 0 0,2-1 1 0 0,6 13 0 0 0,-7-18-15 0 0,0 0 0 0 0,0 1 0 0 0,0-1 0 0 0,0-1 1 0 0,1 1-1 0 0,-1-1 0 0 0,1 0 0 0 0,0 0 0 0 0,0 0 0 0 0,0 0 0 0 0,0-1 0 0 0,1 0 0 0 0,-1 0 0 0 0,1-1 0 0 0,-1 1 0 0 0,1-1 0 0 0,0 0 0 0 0,-1-1 0 0 0,1 1 0 0 0,9-2 0 0 0,-1 1-2 0 0,0-1-1 0 0,0 0 0 0 0,-1-2 1 0 0,1 1-1 0 0,0-2 0 0 0,-1 0 1 0 0,17-7-1 0 0,-6 0-2 0 0,-1-2 1 0 0,0 0-1 0 0,-2-2 1 0 0,1 0-1 0 0,27-27 1 0 0,-21 15-21 0 0,-1-2 0 0 0,-1 0 0 0 0,21-34 0 0 0,-36 48 13 0 0,-1 1 0 0 0,-1-1 1 0 0,-1-1-1 0 0,0 0 0 0 0,-1 0 1 0 0,0 0-1 0 0,5-24 0 0 0,-12 39 3 0 0,1 0 0 0 0,-1-1 0 0 0,0 1 0 0 0,0 0 0 0 0,0-1 0 0 0,0 1 0 0 0,0-1 0 0 0,0 1 0 0 0,0 0 0 0 0,0-1 0 0 0,-1 1 0 0 0,1-1 0 0 0,-1-1-1 0 0,1 3 3 0 0,0 0-1 0 0,-1-1 0 0 0,1 1 0 0 0,0 0 0 0 0,0-1 0 0 0,-1 1 0 0 0,1 0 0 0 0,0-1 0 0 0,-1 1 1 0 0,1 0-1 0 0,-1 0 0 0 0,1-1 0 0 0,0 1 0 0 0,-1 0 0 0 0,1 0 0 0 0,-1 0 0 0 0,1 0 0 0 0,0 0 0 0 0,-1-1 1 0 0,1 1-1 0 0,-1 0 0 0 0,1 0 0 0 0,-1 0 0 0 0,1 0 0 0 0,-1 0 0 0 0,-1 1 2 0 0,0-1 0 0 0,0 1 0 0 0,0-1 0 0 0,0 1 0 0 0,0 0 0 0 0,0 0-1 0 0,0 0 1 0 0,-3 2 0 0 0,-11 10 16 0 0,1 0-1 0 0,0 1 1 0 0,1 1-1 0 0,1 0 1 0 0,-18 26-1 0 0,23-29-19 0 0,1 0 1 0 0,0 0-1 0 0,0 1 0 0 0,1 1 0 0 0,1-1 1 0 0,0 1-1 0 0,1 0 0 0 0,-3 21 0 0 0,6-30-26 0 0,1 0-1 0 0,0 0 1 0 0,0 0-1 0 0,0 0 1 0 0,1 0-1 0 0,0 0 1 0 0,0 0-1 0 0,0 0 1 0 0,0 0-1 0 0,1 0 0 0 0,0 0 1 0 0,0 0-1 0 0,0-1 1 0 0,0 1-1 0 0,1-1 1 0 0,0 0-1 0 0,0 0 1 0 0,0 0-1 0 0,1 0 1 0 0,-1 0-1 0 0,1-1 1 0 0,0 1-1 0 0,0-1 1 0 0,0 0-1 0 0,0 0 1 0 0,5 2-1 0 0,9 4-354 0 0,0 0 0 0 0,1-1 1 0 0,0-1-1 0 0,0-1 0 0 0,25 5 0 0 0,-5-3-992 0 0,0-2 0 0 0,1-1 0 0 0,0-3 0 0 0,-1-1 0 0 0,1-1 0 0 0,0-3 0 0 0,0-1 0 0 0,61-15 0 0 0,-47 6-2169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28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409 874 1124 0 0,'2'-5'634'0'0,"1"0"0"0"0,-1 0 0 0 0,0-1 0 0 0,0 1 0 0 0,0 0-1 0 0,-1-1 1 0 0,1 1 0 0 0,-1-1 0 0 0,-1 1 0 0 0,1-12 0 0 0,-2 13-379 0 0,1 0 0 0 0,-1 1 0 0 0,0-1 0 0 0,0 0 0 0 0,0 1 0 0 0,0-1 0 0 0,-1 1 0 0 0,0-1 0 0 0,1 1 0 0 0,-1 0 0 0 0,0-1 0 0 0,-1 1 0 0 0,1 0 0 0 0,-1 0 0 0 0,1 1 0 0 0,-1-1 0 0 0,-4-3 0 0 0,1 2-48 0 0,0 0 0 0 0,-1 0 0 0 0,1 1 0 0 0,-1 0 0 0 0,0 0 0 0 0,0 0 0 0 0,0 1 0 0 0,0 0 0 0 0,0 0 0 0 0,0 1 0 0 0,-1 0 0 0 0,1 0 0 0 0,-1 1 0 0 0,1 0 0 0 0,-1 0 0 0 0,1 0 0 0 0,0 1 0 0 0,-1 1 0 0 0,-11 2 0 0 0,5 0-103 0 0,1 1 1 0 0,0 0-1 0 0,0 0 0 0 0,0 1 0 0 0,0 1 0 0 0,1 0 0 0 0,0 1 1 0 0,1 0-1 0 0,-16 15 0 0 0,16-13-63 0 0,2 1 0 0 0,-1 0 0 0 0,1 1 0 0 0,1 0 0 0 0,0 0 0 0 0,0 1 0 0 0,2 0 0 0 0,-1 1 0 0 0,2-1 0 0 0,-5 15 0 0 0,9-23-28 0 0,-1 1 0 0 0,1-1 0 0 0,0 1-1 0 0,0-1 1 0 0,1 1 0 0 0,-1 0 0 0 0,1-1-1 0 0,1 1 1 0 0,-1-1 0 0 0,1 1 0 0 0,0-1-1 0 0,0 1 1 0 0,0-1 0 0 0,1 1 0 0 0,0-1-1 0 0,0 0 1 0 0,0 0 0 0 0,1 0 0 0 0,0 0 0 0 0,0 0-1 0 0,0-1 1 0 0,0 1 0 0 0,1-1 0 0 0,-1 0-1 0 0,1 0 1 0 0,1 0 0 0 0,-1 0 0 0 0,8 5-1 0 0,-5-6-2 0 0,0 1-1 0 0,0-1 0 0 0,1 0 0 0 0,-1-1 1 0 0,0 0-1 0 0,1 0 0 0 0,0 0 1 0 0,-1-1-1 0 0,1 0 0 0 0,0-1 0 0 0,0 0 1 0 0,-1 0-1 0 0,1-1 0 0 0,0 1 0 0 0,0-2 1 0 0,-1 1-1 0 0,15-5 0 0 0,-5 0 5 0 0,0-1-1 0 0,0 0 0 0 0,-1-1 0 0 0,0-1 1 0 0,0 0-1 0 0,22-18 0 0 0,-7 0-13 0 0,-2-1 0 0 0,-1-1 0 0 0,-1-1 0 0 0,-2-1 0 0 0,-1-2 0 0 0,-2 0 0 0 0,35-69 0 0 0,-24 30-37 0 0,-3-1 0 0 0,-4-1 0 0 0,19-84 0 0 0,-16 13-22 0 0,-25 122 52 0 0,-2 0 0 0 0,-1 1-1 0 0,-1-1 1 0 0,-4-32 0 0 0,3 52 6 0 0,1 0 0 0 0,0 1 0 0 0,-1-1 0 0 0,1 0 0 0 0,-1 1 0 0 0,0-1-1 0 0,1 0 1 0 0,-2 1 0 0 0,1 0 0 0 0,0-1 0 0 0,0 1 0 0 0,-1-1 0 0 0,1 1 0 0 0,-1 0 0 0 0,0 0 0 0 0,1 0 0 0 0,-1 0 0 0 0,0 0 0 0 0,0 0-1 0 0,-4-2 1 0 0,-2 5 9 0 0,-2 3 23 0 0,-1 0 0 0 0,1 1 0 0 0,0 1 0 0 0,0 0 1 0 0,0 0-1 0 0,1 1 0 0 0,0 0 0 0 0,1 1 0 0 0,-1 0 0 0 0,-12 16 1 0 0,-5 8 314 0 0,-38 61 1 0 0,36-46-99 0 0,2 2 0 0 0,2 0 0 0 0,3 2 0 0 0,-27 88 0 0 0,39-104-186 0 0,2 0-1 0 0,1 0 0 0 0,1 1 1 0 0,2-1-1 0 0,2 1 1 0 0,1 0-1 0 0,2 0 1 0 0,8 43-1 0 0,-7-60-52 0 0,2-1 0 0 0,0 0-1 0 0,1 0 1 0 0,1 0-1 0 0,1-1 1 0 0,0 0 0 0 0,2 0-1 0 0,19 26 1 0 0,-23-34-390 0 0,1-1 0 0 0,1-1 0 0 0,0 1 0 0 0,0-1 0 0 0,0-1 0 0 0,1 0 0 0 0,12 8-1 0 0,-13-11-506 0 0,-1 1-1 0 0,1-1 0 0 0,0 0 0 0 0,1-1 1 0 0,-1 1-1 0 0,0-2 0 0 0,1 1 0 0 0,-1-1 1 0 0,1-1-1 0 0,8 0 0 0 0,14-3-5481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0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111 797 1976 0 0,'-12'-3'3535'0'0,"9"3"-3186"0"0,-1 1 1 0 0,0 0 0 0 0,1 0-1 0 0,-1 0 1 0 0,1 0 0 0 0,-1 1-1 0 0,1 0 1 0 0,0-1-1 0 0,0 1 1 0 0,0 0 0 0 0,0 0-1 0 0,0 1 1 0 0,0-1 0 0 0,0 1-1 0 0,1-1 1 0 0,-1 1 0 0 0,1 0-1 0 0,-3 4 1 0 0,0 0 1 0 0,0 0-1 0 0,1 1 1 0 0,-1-1 0 0 0,2 1-1 0 0,-1 0 1 0 0,-4 15 0 0 0,7-21-314 0 0,1-1 0 0 0,-1 0 0 0 0,1 0 0 0 0,0 1 0 0 0,-1-1 0 0 0,1 0-1 0 0,0 1 1 0 0,0-1 0 0 0,0 0 0 0 0,0 1 0 0 0,0-1 0 0 0,0 0 0 0 0,0 1 0 0 0,1-1 0 0 0,-1 0 0 0 0,0 0 0 0 0,1 1 0 0 0,-1-1 0 0 0,1 0 0 0 0,-1 0 0 0 0,1 1 0 0 0,0-1 0 0 0,-1 0 0 0 0,1 0 0 0 0,0 0 0 0 0,0 0 0 0 0,0 0 0 0 0,0 0 0 0 0,0 0 0 0 0,0 0 0 0 0,0-1 0 0 0,0 1 0 0 0,0 0 0 0 0,0-1 0 0 0,0 1 0 0 0,1 0 0 0 0,-1-1 0 0 0,0 0 0 0 0,0 1-1 0 0,1-1 1 0 0,-1 0 0 0 0,0 1 0 0 0,1-1 0 0 0,-1 0 0 0 0,0 0 0 0 0,2 0 0 0 0,7 0 29 0 0,0-1-1 0 0,0 0 1 0 0,0 0-1 0 0,18-5 1 0 0,0-3-12 0 0,0 0 0 0 0,0-2 0 0 0,-1-1 0 0 0,42-26 0 0 0,-33 16-13 0 0,-1-3 1 0 0,53-47-1 0 0,-59 44-46 0 0,-1-2 0 0 0,-1-1 0 0 0,-1-1 0 0 0,-2-2 0 0 0,-2 0 0 0 0,-1-1 0 0 0,-1-1 0 0 0,-2-1 0 0 0,-2-1 1 0 0,-1 0-1 0 0,-2-1 0 0 0,-2-1 0 0 0,-2 0 0 0 0,-1 0 0 0 0,-2 0 0 0 0,1-58 0 0 0,-7 91 0 0 0,0-1 0 0 0,-1 0 0 0 0,0 0-1 0 0,0 1 1 0 0,-5-14 0 0 0,6 20 4 0 0,0 1 0 0 0,-1-1 1 0 0,1 1-1 0 0,0-1 0 0 0,-1 1 0 0 0,1-1 0 0 0,-1 1 1 0 0,1-1-1 0 0,-1 1 0 0 0,1-1 0 0 0,-1 1 0 0 0,1 0 1 0 0,-1-1-1 0 0,0 1 0 0 0,1 0 0 0 0,-1 0 1 0 0,1-1-1 0 0,-1 1 0 0 0,0 0 0 0 0,1 0 0 0 0,-1 0 1 0 0,0 0-1 0 0,1 0 0 0 0,-1 0 0 0 0,0 0 1 0 0,1 0-1 0 0,-1 0 0 0 0,0 0 0 0 0,1 0 0 0 0,-1 0 1 0 0,1 0-1 0 0,-1 0 0 0 0,0 1 0 0 0,1-1 0 0 0,-2 1 1 0 0,-19 11-7 0 0,12-4 11 0 0,0 1 0 0 0,1 0 0 0 0,0 0 0 0 0,0 1 0 0 0,-10 17 0 0 0,-27 58 43 0 0,35-66-35 0 0,-14 30 3 0 0,2 1 1 0 0,3 1 0 0 0,1 1-1 0 0,3 1 1 0 0,-13 86-1 0 0,25-120-6 0 0,2 0 0 0 0,0 0 0 0 0,1 0 0 0 0,1-1 0 0 0,1 1 0 0 0,1 0 0 0 0,6 25 0 0 0,-7-36-19 0 0,1 1 1 0 0,0-1 0 0 0,1 0 0 0 0,0 0-1 0 0,0-1 1 0 0,0 1 0 0 0,1-1 0 0 0,0 0-1 0 0,1 0 1 0 0,-1 0 0 0 0,1-1-1 0 0,1 0 1 0 0,-1 0 0 0 0,1-1 0 0 0,0 1-1 0 0,0-2 1 0 0,16 9 0 0 0,-8-7-169 0 0,1 0 0 0 0,0-2 0 0 0,0 1 0 0 0,1-2 0 0 0,-1 0 0 0 0,1-1 0 0 0,-1-1 0 0 0,1-1 0 0 0,0 0 0 0 0,-1-1 0 0 0,1-1 0 0 0,-1 0 0 0 0,1-1 0 0 0,20-7 0 0 0,-15 3 5 0 0,-1-1 0 0 0,0 0 0 0 0,0-2 0 0 0,-1 0 0 0 0,0-2 1 0 0,-1 0-1 0 0,-1-1 0 0 0,1-1 0 0 0,-2 0 0 0 0,16-18 0 0 0,-11 7 85 0 0,-1-2-1 0 0,-2 0 1 0 0,0-2-1 0 0,-2 0 1 0 0,-1-1-1 0 0,18-48 1 0 0,-7 4 148 0 0,27-129-1 0 0,-39 117 566 0 0,8-29 585 0 0,-23 104-1046 0 0,-5 12-69 0 0,-9 14-2 0 0,-9 45 60 0 0,2 0 1 0 0,3 1-1 0 0,-11 68 0 0 0,15-67-67 0 0,-36 277 295 0 0,41-262-260 0 0,8-72-64 0 0,1-1 0 0 0,-1 1 0 0 0,1-1 0 0 0,1 1 0 0 0,-1-1 0 0 0,0 1 0 0 0,1-1 0 0 0,1 5 0 0 0,-1-7 8 0 0,0-3-57 0 0,1 1 0 0 0,-1-1 0 0 0,1 0 0 0 0,-1 1 0 0 0,0-1 0 0 0,1 0 0 0 0,-1 0 0 0 0,0 0 0 0 0,1 0 0 0 0,-1 0-1 0 0,0 0 1 0 0,0 0 0 0 0,0 0 0 0 0,0 0 0 0 0,0 0 0 0 0,0-1 0 0 0,1-1 0 0 0,16-28 34 0 0,-15 25-29 0 0,14-26 8 0 0,2 1 0 0 0,1 0-1 0 0,2 1 1 0 0,40-42-1 0 0,-58 67-20 0 0,1 0-1 0 0,0 1 1 0 0,1-1-1 0 0,-1 1 1 0 0,1 1-1 0 0,0-1 1 0 0,0 1-1 0 0,0 0 1 0 0,0 0-1 0 0,10-2 1 0 0,-13 4 0 0 0,0 1 1 0 0,0-1 0 0 0,0 1-1 0 0,0 0 1 0 0,1 0-1 0 0,-1 0 1 0 0,0 0 0 0 0,0 1-1 0 0,0-1 1 0 0,0 1 0 0 0,0 0-1 0 0,0 0 1 0 0,0 0-1 0 0,0 0 1 0 0,0 0 0 0 0,0 0-1 0 0,-1 1 1 0 0,1 0-1 0 0,0-1 1 0 0,-1 1 0 0 0,1 0-1 0 0,-1 0 1 0 0,0 1 0 0 0,4 3-1 0 0,-1 0 13 0 0,0 1 0 0 0,-1 0-1 0 0,0 0 1 0 0,0 0 0 0 0,0 1 0 0 0,-1-1 0 0 0,0 1-1 0 0,0 0 1 0 0,2 15 0 0 0,-1 3 47 0 0,1 48 0 0 0,-5-51-32 0 0,2-1 0 0 0,7 42 1 0 0,-8-61-22 0 0,0 0-1 0 0,0 0 1 0 0,0 0 0 0 0,0 0-1 0 0,1 0 1 0 0,-1 0 0 0 0,1-1-1 0 0,0 1 1 0 0,0-1 0 0 0,0 1 0 0 0,0-1-1 0 0,0 0 1 0 0,1 1 0 0 0,-1-1-1 0 0,1-1 1 0 0,-1 1 0 0 0,1 0-1 0 0,0 0 1 0 0,0-1 0 0 0,0 0 0 0 0,0 1-1 0 0,0-1 1 0 0,0 0 0 0 0,0-1-1 0 0,0 1 1 0 0,0 0 0 0 0,0-1-1 0 0,5 0 1 0 0,5 1 2 0 0,1-1-1 0 0,-1-1 0 0 0,1 0 1 0 0,-1-1-1 0 0,22-6 1 0 0,2-3-8 0 0,-1 0 0 0 0,0-3 1 0 0,0-1-1 0 0,-2-2 0 0 0,0-1 1 0 0,0-2-1 0 0,-2-1 1 0 0,-1-1-1 0 0,-1-2 0 0 0,0-1 1 0 0,-2-1-1 0 0,-1-2 0 0 0,-2 0 1 0 0,24-35-1 0 0,-40 51-5 0 0,-2 0 0 0 0,12-24 0 0 0,-18 34 3 0 0,0-1 1 0 0,0 1-1 0 0,0-1 0 0 0,0 1 1 0 0,0-1-1 0 0,-1 1 1 0 0,1-1-1 0 0,-1 0 0 0 0,0 1 1 0 0,0-1-1 0 0,0 0 1 0 0,0 1-1 0 0,0-1 0 0 0,0 0 1 0 0,-1 1-1 0 0,1-1 1 0 0,-1 1-1 0 0,0-1 1 0 0,0 0-1 0 0,0 1 0 0 0,0 0 1 0 0,-2-4-1 0 0,2 5 1 0 0,0 0 0 0 0,0 0-1 0 0,0 1 1 0 0,-1-1 0 0 0,1 0-1 0 0,0 1 1 0 0,-1-1 0 0 0,1 1-1 0 0,0-1 1 0 0,-1 1 0 0 0,1 0-1 0 0,-1 0 1 0 0,1-1 0 0 0,-1 1-1 0 0,1 0 1 0 0,0 0 0 0 0,-1 0-1 0 0,1 1 1 0 0,-1-1 0 0 0,1 0-1 0 0,-1 0 1 0 0,1 1 0 0 0,-2 0-1 0 0,-32 13-11 0 0,23-6 10 0 0,0 0 0 0 0,1 0 0 0 0,0 1 0 0 0,1 1 0 0 0,-1 0 0 0 0,2 0 1 0 0,-1 1-1 0 0,2 0 0 0 0,0 1 0 0 0,0 0 0 0 0,1 0 0 0 0,0 1 0 0 0,1 0 0 0 0,-7 19 0 0 0,11-24 4 0 0,0 1 0 0 0,0-1 0 0 0,0 0 0 0 0,1 1 0 0 0,1-1 0 0 0,-1 1 0 0 0,1 0 1 0 0,1-1-1 0 0,0 1 0 0 0,3 16 0 0 0,-2-18 2 0 0,1-1 0 0 0,-1 1 1 0 0,1 0-1 0 0,1-1 1 0 0,-1 0-1 0 0,1 0 0 0 0,0 0 1 0 0,0 0-1 0 0,1-1 0 0 0,0 1 1 0 0,0-1-1 0 0,0 0 0 0 0,1-1 1 0 0,9 7-1 0 0,0-2-72 0 0,1 0-1 0 0,0-1 1 0 0,1-1 0 0 0,0 0-1 0 0,0-1 1 0 0,0-1 0 0 0,1-1 0 0 0,-1 0-1 0 0,37 2 1 0 0,-37-6-1090 0 0,0 1 1 0 0,-1-2-1 0 0,1-1 0 0 0,0 0 1 0 0,0-1-1 0 0,22-6 0 0 0,-11-1-4466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26 860 0 0,'-339'-3'12643'0'0,"286"8"-10900"0"0,50-5-1478 0 0,7 0-55 0 0,43 1-347 0 0,75-7 1 0 0,-46 1-1184 0 0,71-6-4797 0 0,-70 4 510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1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34 1280 0 0,'-4'-3'474'0'0,"1"0"-1"0"0,0 0 1 0 0,-1 0-1 0 0,0 0 1 0 0,0 1 0 0 0,0-1-1 0 0,0 1 1 0 0,0 0-1 0 0,0 0 1 0 0,0 1 0 0 0,-1-1-1 0 0,1 1 1 0 0,0 0-1 0 0,-1 0 1 0 0,1 0 0 0 0,-8 0-1 0 0,5 2-190 0 0,1 0-1 0 0,-1-1 0 0 0,1 2 1 0 0,-1-1-1 0 0,1 1 0 0 0,-1 0 1 0 0,1 1-1 0 0,0-1 0 0 0,0 1 1 0 0,-7 5-1 0 0,-5 4-57 0 0,1 0-1 0 0,1 2 1 0 0,0 0-1 0 0,1 1 1 0 0,0 1 0 0 0,-14 19-1 0 0,6-5-60 0 0,2 1 0 0 0,1 1-1 0 0,1 1 1 0 0,-15 37 0 0 0,27-53-121 0 0,0 1-1 0 0,2-1 1 0 0,0 1 0 0 0,1 0 0 0 0,1 0 0 0 0,0 1-1 0 0,1-1 1 0 0,2 0 0 0 0,0 1 0 0 0,3 26 0 0 0,-2-38-36 0 0,0 0 1 0 0,1 0 0 0 0,0 0 0 0 0,0 0-1 0 0,1-1 1 0 0,-1 1 0 0 0,1-1-1 0 0,1 1 1 0 0,0-1 0 0 0,-1 0-1 0 0,2-1 1 0 0,-1 1 0 0 0,1 0 0 0 0,0-1-1 0 0,6 6 1 0 0,-3-5-18 0 0,1-1-1 0 0,-1 0 1 0 0,1 0 0 0 0,0 0-1 0 0,0-1 1 0 0,0-1 0 0 0,1 1-1 0 0,-1-2 1 0 0,20 4 0 0 0,-6-3-109 0 0,1-2 1 0 0,-1 0 0 0 0,0-1 0 0 0,1-2-1 0 0,-1 0 1 0 0,0-2 0 0 0,0 0-1 0 0,36-13 1 0 0,-38 9-18 0 0,0-1-1 0 0,0-1 1 0 0,-1-1 0 0 0,0-1 0 0 0,-1-1 0 0 0,-1-1-1 0 0,0 0 1 0 0,-1-1 0 0 0,0-1 0 0 0,26-32-1 0 0,1-11 128 0 0,73-130 0 0 0,-108 174 113 0 0,3-10 400 0 0,-18 40-272 0 0,-24 50 324 0 0,-32 79 63 0 0,57-128-561 0 0,0 0 1 0 0,2 0-1 0 0,-1 0 1 0 0,2 0-1 0 0,0 0 1 0 0,1 1-1 0 0,2 21 0 0 0,-1-32-18 0 0,1 0-1 0 0,0 0 0 0 0,0 0 1 0 0,1 0-1 0 0,0 0 0 0 0,0-1 1 0 0,0 1-1 0 0,1-1 0 0 0,0 1 1 0 0,0-1-1 0 0,0 0 0 0 0,1 0 1 0 0,0 0-1 0 0,-1 0 0 0 0,2-1 1 0 0,-1 0-1 0 0,9 8 0 0 0,-9-10-17 0 0,1 1 0 0 0,-1-1 0 0 0,1 0 0 0 0,-1 0-1 0 0,1 0 1 0 0,-1 0 0 0 0,1-1 0 0 0,0 0-1 0 0,0 0 1 0 0,0 0 0 0 0,0-1 0 0 0,0 1-1 0 0,0-1 1 0 0,-1 0 0 0 0,1-1 0 0 0,0 1 0 0 0,0-1-1 0 0,0 0 1 0 0,0 0 0 0 0,0-1 0 0 0,-1 1-1 0 0,9-5 1 0 0,-6 2-12 0 0,-1 0-1 0 0,-1 0 0 0 0,1 0 1 0 0,0-1-1 0 0,-1 0 0 0 0,0 0 1 0 0,0 0-1 0 0,-1-1 0 0 0,1 0 1 0 0,-1 0-1 0 0,-1 0 0 0 0,1 0 1 0 0,-1 0-1 0 0,0-1 0 0 0,0 0 1 0 0,-1 1-1 0 0,0-1 0 0 0,2-10 1 0 0,0 0 75 0 0,-2 1 0 0 0,0-1 0 0 0,0 0-1 0 0,-2 1 1 0 0,0-1 0 0 0,-5-31 0 0 0,4 36-40 0 0,-2 1 0 0 0,0 0 0 0 0,0 0 0 0 0,-1 0 1 0 0,0 0-1 0 0,-1 1 0 0 0,0 0 0 0 0,-1 0 0 0 0,0 0 0 0 0,-1 0 0 0 0,-8-9 0 0 0,9 13-35 0 0,1 1 1 0 0,-1 0-1 0 0,0 0 1 0 0,0 0-1 0 0,-1 1 1 0 0,1 0-1 0 0,-1 0 1 0 0,0 1-1 0 0,0-1 0 0 0,0 1 1 0 0,-1 1-1 0 0,1 0 1 0 0,-1 0-1 0 0,1 0 1 0 0,-1 1-1 0 0,0 0 1 0 0,-11 0-1 0 0,11 1-8 0 0,0 1 1 0 0,-1 0-1 0 0,1 0 1 0 0,0 0-1 0 0,0 1 1 0 0,-11 4-1 0 0,15-5-2 0 0,1 0 0 0 0,0 1 0 0 0,0-1 0 0 0,0 1-1 0 0,0 0 1 0 0,0 0 0 0 0,0 0 0 0 0,1 0 0 0 0,-1 1 0 0 0,1-1-1 0 0,-1 1 1 0 0,1-1 0 0 0,0 1 0 0 0,0 0 0 0 0,0 0-1 0 0,0 0 1 0 0,-1 4 0 0 0,2-6 3 0 0,1 0-1 0 0,0 0 1 0 0,-1 0 0 0 0,1 0-1 0 0,0 0 1 0 0,0 0 0 0 0,0 0-1 0 0,-1 0 1 0 0,1 0-1 0 0,0 0 1 0 0,0 0 0 0 0,0 0-1 0 0,1 0 1 0 0,-1 0 0 0 0,0 0-1 0 0,0 0 1 0 0,1 0 0 0 0,-1 0-1 0 0,0 0 1 0 0,1 0 0 0 0,-1 0-1 0 0,1 0 1 0 0,0 1 0 0 0,1-1 1 0 0,-1 1 0 0 0,1-1 0 0 0,-1 0 0 0 0,1 1 1 0 0,0-1-1 0 0,-1 0 0 0 0,1 0 0 0 0,0 0 0 0 0,0 0 1 0 0,0-1-1 0 0,2 2 0 0 0,3 0 4 0 0,-1-1 0 0 0,1 0 1 0 0,0 0-1 0 0,0 0 0 0 0,13-1 0 0 0,33-7 4 0 0,78-20-1 0 0,28-6-14 0 0,-139 31-5 0 0,0 0 1 0 0,1 1-1 0 0,-1 2 1 0 0,0 0-1 0 0,37 6 1 0 0,-50-5 7 0 0,0 0 0 0 0,0 0 0 0 0,0 0 0 0 0,0 1 0 0 0,0 0 1 0 0,0 1-1 0 0,-1-1 0 0 0,0 1 0 0 0,0 0 0 0 0,0 1 0 0 0,0 0 0 0 0,-1 0 0 0 0,0 0 0 0 0,1 0 0 0 0,-2 1 1 0 0,1 0-1 0 0,-1 0 0 0 0,0 0 0 0 0,0 0 0 0 0,-1 1 0 0 0,4 7 0 0 0,-3-1 15 0 0,0-1-1 0 0,-1 1 1 0 0,0 0 0 0 0,-1-1-1 0 0,-1 1 1 0 0,0 0-1 0 0,0 0 1 0 0,-1 0 0 0 0,-1 0-1 0 0,0 0 1 0 0,-4 16-1 0 0,-34 119 432 0 0,38-146-407 0 0,10-25-20 0 0,16-32-21 0 0,51-100-17 0 0,-65 137 17 0 0,0 0 1 0 0,1 1-1 0 0,1 1 1 0 0,1 0-1 0 0,0 1 0 0 0,19-16 1 0 0,-30 28 1 0 0,0 0 0 0 0,0 1 0 0 0,1 0 0 0 0,-1 0 1 0 0,1 0-1 0 0,-1 0 0 0 0,1 1 0 0 0,-1-1 0 0 0,1 1 1 0 0,0 0-1 0 0,0 0 0 0 0,0 0 0 0 0,0 0 0 0 0,0 1 1 0 0,6 0-1 0 0,-7 0 5 0 0,-1 1 0 0 0,1-1 0 0 0,0 1 0 0 0,-1 0 0 0 0,1 0 0 0 0,-1 0 0 0 0,1 1 0 0 0,-1-1 0 0 0,1 0 0 0 0,-1 1 1 0 0,0 0-1 0 0,0-1 0 0 0,0 1 0 0 0,0 0 0 0 0,0 0 0 0 0,0 0 0 0 0,0 1 0 0 0,-1-1 0 0 0,1 0 0 0 0,-1 0 0 0 0,0 1 0 0 0,1-1 0 0 0,0 5 0 0 0,4 10 43 0 0,-1 1 0 0 0,-1 1 0 0 0,0-1 1 0 0,-2 0-1 0 0,0 1 0 0 0,-1 0 0 0 0,-1 28 0 0 0,4 53-722 0 0,-3-90 246 0 0,1 1 0 0 0,0-1 1 0 0,1 1-1 0 0,0-1 0 0 0,1 0 1 0 0,0 0-1 0 0,6 11 0 0 0,-7-16-55 0 0,0-1-1 0 0,0 0 1 0 0,0 0-1 0 0,1 0 1 0 0,4 4-1 0 0,11 5-4582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2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0 293 848 0 0,'41'-167'13585'0'0,"-41"167"-13527"0"0,0-1 0 0 0,1 0-1 0 0,-1 0 1 0 0,0 1 0 0 0,0-1-1 0 0,0 0 1 0 0,1 0 0 0 0,-1 1-1 0 0,0-1 1 0 0,1 0 0 0 0,-1 1-1 0 0,1-1 1 0 0,-1 0 0 0 0,1 1-1 0 0,-1-1 1 0 0,1 1 0 0 0,-1-1-1 0 0,1 1 1 0 0,0-1 0 0 0,-1 1-1 0 0,1-1 1 0 0,0 1 0 0 0,-1-1-1 0 0,1 1 1 0 0,0 0 0 0 0,1-1-1 0 0,-1 1-1 0 0,0 1 0 0 0,0-1 0 0 0,0 0 0 0 0,0 0 0 0 0,0 1 0 0 0,0-1 0 0 0,0 1 0 0 0,0-1 0 0 0,-1 1 0 0 0,1-1 0 0 0,0 1 0 0 0,0 0 0 0 0,0-1 0 0 0,0 1 0 0 0,-1 0 0 0 0,2 1 0 0 0,3 4 185 0 0,0 0 1 0 0,-1 1 0 0 0,7 13-1 0 0,27 74 625 0 0,-29-69-749 0 0,0-1 0 0 0,1 0 0 0 0,2 0 0 0 0,0-1 0 0 0,28 38 0 0 0,-38-59-105 0 0,0 1 0 0 0,0-1-1 0 0,0 0 1 0 0,0 0-1 0 0,0 0 1 0 0,1 0-1 0 0,-1 0 1 0 0,1 0-1 0 0,0-1 1 0 0,0 1 0 0 0,-1-1-1 0 0,1 0 1 0 0,0 0-1 0 0,0 0 1 0 0,0 0-1 0 0,0 0 1 0 0,0-1-1 0 0,0 1 1 0 0,0-1-1 0 0,5 0 1 0 0,-3-1-5 0 0,-1 0 1 0 0,1 0-1 0 0,0 0 0 0 0,-1-1 0 0 0,1 1 1 0 0,-1-1-1 0 0,0 0 0 0 0,0-1 0 0 0,0 1 0 0 0,0-1 1 0 0,0 0-1 0 0,0 0 0 0 0,3-4 0 0 0,10-11-9 0 0,-1 0 0 0 0,-1-2 0 0 0,-1 0 0 0 0,0 0 0 0 0,-2-1 0 0 0,15-35 0 0 0,-11 25-9 0 0,1 0 0 0 0,26-37 1 0 0,-39 64 6 0 0,-1-1 1 0 0,1 0 0 0 0,0 1-1 0 0,1 0 1 0 0,-1 0-1 0 0,1 0 1 0 0,0 1 0 0 0,-1-1-1 0 0,2 1 1 0 0,5-3-1 0 0,-8 5 1 0 0,0 0-1 0 0,-1 0 1 0 0,1 0-1 0 0,0 0 0 0 0,0 0 1 0 0,0 1-1 0 0,0-1 0 0 0,0 1 1 0 0,0 0-1 0 0,1 0 0 0 0,-1 0 1 0 0,0 0-1 0 0,0 1 1 0 0,4 0-1 0 0,-3 0 3 0 0,8 1-2 0 0,0 0-1 0 0,0 1 0 0 0,0 1 1 0 0,-1 0-1 0 0,14 6 0 0 0,5 2-3 0 0,-12-6 16 0 0,-1 0 1 0 0,2-2-1 0 0,-1 0 1 0 0,0 0 0 0 0,31 0-1 0 0,-44-4-28 0 0,0 0 0 0 0,0 0-1 0 0,0 0 1 0 0,-1-1 0 0 0,1 0-1 0 0,0 0 1 0 0,0 0 0 0 0,0 0 0 0 0,0-1-1 0 0,-1 0 1 0 0,1 0 0 0 0,-1 0-1 0 0,1-1 1 0 0,-1 1 0 0 0,0-1 0 0 0,0 0-1 0 0,0 0 1 0 0,3-4 0 0 0,-3 2-21 0 0,0 0 1 0 0,-1-1 0 0 0,0 1 0 0 0,0 0 0 0 0,0-1-1 0 0,-1 0 1 0 0,0 0 0 0 0,0 0 0 0 0,0 0-1 0 0,1-12 1 0 0,-2 17 34 0 0,-1 0-1 0 0,0 0 1 0 0,1 0-1 0 0,-1 0 1 0 0,0-1 0 0 0,0 1-1 0 0,0 0 1 0 0,0 0-1 0 0,0 0 1 0 0,0-1-1 0 0,0 1 1 0 0,0 0 0 0 0,-1 0-1 0 0,1 0 1 0 0,0 0-1 0 0,-1-1 1 0 0,1 1 0 0 0,-1 0-1 0 0,1 0 1 0 0,-1 0-1 0 0,1 0 1 0 0,-1 0 0 0 0,0 0-1 0 0,0 0 1 0 0,1 0-1 0 0,-1 0 1 0 0,0 1-1 0 0,0-1 1 0 0,0 0 0 0 0,-1 0-1 0 0,0 0 3 0 0,1 1 1 0 0,-1 0-1 0 0,0-1 0 0 0,1 1 1 0 0,-1 0-1 0 0,0 0 0 0 0,1 0 1 0 0,-1 0-1 0 0,0 1 0 0 0,1-1 0 0 0,-1 0 1 0 0,1 1-1 0 0,-1-1 0 0 0,0 1 1 0 0,1 0-1 0 0,-1-1 0 0 0,1 1 0 0 0,0 0 1 0 0,-3 1-1 0 0,-9 8 26 0 0,1 0-1 0 0,0 1 1 0 0,0 0 0 0 0,1 1 0 0 0,1 0-1 0 0,-10 15 1 0 0,-49 84 597 0 0,59-93-528 0 0,1 0-1 0 0,0 1 0 0 0,1 0 0 0 0,1 0 0 0 0,-7 37 0 0 0,13-50-58 0 0,0 0 0 0 0,0 1 0 0 0,1-1 0 0 0,0 1 0 0 0,1-1 0 0 0,-1 1 0 0 0,1-1 0 0 0,0 1 0 0 0,4 10 0 0 0,-3-13-24 0 0,0 0 0 0 0,0 0 0 0 0,0 0 0 0 0,1 0 0 0 0,-1 0 1 0 0,1-1-1 0 0,0 1 0 0 0,0-1 0 0 0,0 1 0 0 0,1-1 0 0 0,-1 0 1 0 0,1-1-1 0 0,-1 1 0 0 0,1-1 0 0 0,5 3 0 0 0,3 1-366 0 0,0-1-1 0 0,0 0 1 0 0,1-1 0 0 0,-1 0-1 0 0,16 2 1 0 0,-14-4-396 0 0,1-1 0 0 0,-1 0 0 0 0,1-1 0 0 0,-1 0 0 0 0,1-1 0 0 0,-1-1 0 0 0,0 0 0 0 0,1-1 0 0 0,-1-1 0 0 0,0 0 0 0 0,-1-1 0 0 0,1 0 0 0 0,15-9 0 0 0,12-11-4648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3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47 124 2504 0 0,'0'-1'40'0'0,"2"-12"1851"0"0,1 0 1 0 0,1 0 0 0 0,6-18 0 0 0,-9 30-1341 0 0,13 15 1085 0 0,-4 9-1239 0 0,-1 1 0 0 0,0 0 0 0 0,-2 0 0 0 0,-1 0 0 0 0,-1 1 0 0 0,-1 0 0 0 0,-1 0 0 0 0,-1 1 0 0 0,-1-1 0 0 0,-4 37 1 0 0,2-53-295 0 0,-1 1 1 0 0,0-1-1 0 0,0 1 1 0 0,-1-1-1 0 0,-1 0 1 0 0,1 0-1 0 0,-1 0 1 0 0,-9 14-1 0 0,9-18-23 0 0,1 0 0 0 0,-1-1 0 0 0,0 1-1 0 0,0-1 1 0 0,0 0 0 0 0,-1 0 0 0 0,1 0 0 0 0,-1 0 0 0 0,0-1-1 0 0,0 0 1 0 0,0 0 0 0 0,-1 0 0 0 0,1-1 0 0 0,-10 3-1 0 0,15-4-66 0 0,-1-1 0 0 0,0 0 0 0 0,0 1 0 0 0,1-1 0 0 0,-1 0 0 0 0,0 0 0 0 0,0 0 0 0 0,1 0 0 0 0,-1 0 0 0 0,0 0 0 0 0,0 0 0 0 0,1 0 0 0 0,-1 0 0 0 0,0 0 0 0 0,0 0 0 0 0,1 0 0 0 0,-1 0-1 0 0,0-1 1 0 0,0 1 0 0 0,1 0 0 0 0,-1 0 0 0 0,0-1 0 0 0,1 1 0 0 0,-1-1 0 0 0,-1 0 0 0 0,2 0-6 0 0,-1 0 1 0 0,1 0-1 0 0,0 0 0 0 0,0 1 0 0 0,-1-1 1 0 0,1 0-1 0 0,0 0 0 0 0,0 0 0 0 0,0 0 1 0 0,0 0-1 0 0,0 0 0 0 0,0 0 0 0 0,0 0 1 0 0,1 0-1 0 0,-1 0 0 0 0,0 0 0 0 0,1-1 1 0 0,1-3 2 0 0,0-1 0 0 0,0 1 0 0 0,1 0 0 0 0,6-10 0 0 0,20-20-5 0 0,1 1 0 0 0,2 2 0 0 0,38-29 0 0 0,113-77 10 0 0,-132 101-14 0 0,4-4-6 0 0,68-45 37 0 0,-117 81-69 0 0,-8 3 4 0 0,-12 3 8 0 0,-9 9 23 0 0,1 1 0 0 0,1 1 0 0 0,0 1 0 0 0,-27 22 0 0 0,-70 70 216 0 0,112-100-187 0 0,-28 28 133 0 0,-39 48 0 0 0,64-71-93 0 0,2 1 0 0 0,-1-1 0 0 0,1 1 0 0 0,1 1 0 0 0,0-1 0 0 0,1 1 1 0 0,0 0-1 0 0,1 1 0 0 0,-6 23 0 0 0,10-31-32 0 0,-1 0 0 0 0,1 0-1 0 0,0 0 1 0 0,0 0 0 0 0,0 0 0 0 0,1 0 0 0 0,-1 0-1 0 0,1-1 1 0 0,0 1 0 0 0,1 0 0 0 0,-1 0 0 0 0,1-1 0 0 0,0 1-1 0 0,0-1 1 0 0,1 1 0 0 0,2 3 0 0 0,0-2 0 0 0,0 0-1 0 0,0-1 1 0 0,1 0 0 0 0,-1 0-1 0 0,1 0 1 0 0,0-1 0 0 0,0 1-1 0 0,1-2 1 0 0,11 7 0 0 0,4-2-34 0 0,0-1-1 0 0,1 0 1 0 0,-1-2 0 0 0,1 0 0 0 0,44 2 0 0 0,-27-5-805 0 0,0-3-1 0 0,0 0 1 0 0,62-12-1 0 0,43-22-7433 0 0,-80 13 652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20 658 2296 0 0,'-6'-9'7532'0'0,"5"8"-7359"0"0,0 1 0 0 0,0-1 0 0 0,0 1 0 0 0,0-1 0 0 0,0 0 0 0 0,1 0 0 0 0,-1 1 0 0 0,0-1 0 0 0,0 0 0 0 0,1 0 0 0 0,-1 0 1 0 0,1 0-1 0 0,-1 0 0 0 0,1 0 0 0 0,-1 0 0 0 0,1 0 0 0 0,0 0 0 0 0,-1 0 0 0 0,1 0 0 0 0,0 0 0 0 0,0 0 0 0 0,-1-2 0 0 0,2 0-57 0 0,-1 0-1 0 0,0 1 1 0 0,1-1-1 0 0,0 0 1 0 0,-1 1-1 0 0,1-1 1 0 0,0 1-1 0 0,1-1 1 0 0,0-2 0 0 0,5-6-90 0 0,0 1 0 0 0,0 0 1 0 0,10-10-1 0 0,-16 19 2 0 0,69-73 109 0 0,36-45-112 0 0,22-49-7 0 0,-123 161-25 0 0,3-4-35 0 0,-1 1 1 0 0,19-18-1 0 0,-24 27 18 0 0,-1 2 22 0 0,-1 0 1 0 0,1 1-1 0 0,0-1 0 0 0,-1 1 0 0 0,1-1 0 0 0,-1 1 0 0 0,0-1 0 0 0,1 1 0 0 0,-1-1 0 0 0,0 1 0 0 0,0-1 0 0 0,0 1 1 0 0,0 0-1 0 0,-1 1 0 0 0,-8 53 16 0 0,-3-1-1 0 0,-3 0 1 0 0,-29 72 0 0 0,22-66 8 0 0,-102 280 155 0 0,121-334-146 0 0,0 1 0 0 0,1 0 0 0 0,0-1 0 0 0,0 1 0 0 0,1 0 1 0 0,-1 9-1 0 0,2-16-28 0 0,0-1-1 0 0,0 0 1 0 0,0 0 0 0 0,0 1 0 0 0,0-1-1 0 0,0 0 1 0 0,0 0 0 0 0,0 1 0 0 0,0-1-1 0 0,0 0 1 0 0,0 0 0 0 0,0 1 0 0 0,1-1 0 0 0,-1 0-1 0 0,0 0 1 0 0,0 1 0 0 0,0-1 0 0 0,0 0-1 0 0,1 0 1 0 0,-1 0 0 0 0,0 0 0 0 0,0 1-1 0 0,0-1 1 0 0,1 0 0 0 0,-1 0 0 0 0,0 0-1 0 0,0 0 1 0 0,0 0 0 0 0,1 0 0 0 0,-1 1 0 0 0,0-1-1 0 0,0 0 1 0 0,1 0 0 0 0,-1 0 0 0 0,0 0-1 0 0,1 0 1 0 0,13-3 54 0 0,11-8-20 0 0,-3-3-13 0 0,0-1-1 0 0,25-22 1 0 0,6-6-7 0 0,-37 31-25 0 0,1 0 0 0 0,0 1 1 0 0,0 1-1 0 0,1 1 0 0 0,36-14 1 0 0,-53 23 9 0 0,1 0 1 0 0,0 0-1 0 0,-1 0 1 0 0,1-1-1 0 0,0 2 1 0 0,0-1-1 0 0,-1 0 1 0 0,1 0-1 0 0,0 0 1 0 0,-1 1-1 0 0,1-1 1 0 0,0 1-1 0 0,-1 0 0 0 0,1-1 1 0 0,-1 1-1 0 0,1 0 1 0 0,-1 0-1 0 0,1 0 1 0 0,-1 0-1 0 0,0 0 1 0 0,1 0-1 0 0,-1 0 1 0 0,0 0-1 0 0,0 1 1 0 0,0-1-1 0 0,0 0 1 0 0,0 1-1 0 0,0-1 1 0 0,1 4-1 0 0,2 1 24 0 0,-1 1-1 0 0,0 0 1 0 0,0 0-1 0 0,-1 0 1 0 0,2 8-1 0 0,3 50 109 0 0,-6-44-75 0 0,7 35-1 0 0,-7-50-46 0 0,1-1 1 0 0,-1 1-1 0 0,1-1 1 0 0,0 0-1 0 0,1 1 1 0 0,-1-1-1 0 0,1 0 1 0 0,0-1-1 0 0,0 1 1 0 0,8 8-1 0 0,-7-10-8 0 0,0 0 0 0 0,1 0 0 0 0,-1 0-1 0 0,0-1 1 0 0,1 1 0 0 0,0-1 0 0 0,0 0 0 0 0,0 0-1 0 0,-1-1 1 0 0,2 0 0 0 0,-1 0 0 0 0,0 0 0 0 0,0 0-1 0 0,0-1 1 0 0,0 0 0 0 0,8 0 0 0 0,0-1-41 0 0,1-1 0 0 0,0 0 0 0 0,0 0 0 0 0,26-10-1 0 0,-23 5-74 0 0,1-1-1 0 0,-1-1 1 0 0,0 0-1 0 0,-1-1 1 0 0,0-1-1 0 0,-1-1 1 0 0,0 0-1 0 0,17-19 1 0 0,2-7-127 0 0,57-80 0 0 0,-64 73 227 0 0,-27 43 72 0 0,-1 5-10 0 0,-9 12 0 0 0,0 0 1 0 0,1 1 0 0 0,1 0 0 0 0,1 0-1 0 0,0 1 1 0 0,1 0 0 0 0,1 0 0 0 0,0 1-1 0 0,-4 33 1 0 0,9-48-42 0 0,0 1 0 0 0,0 0 0 0 0,0-1 0 0 0,1 1 0 0 0,-1-1 0 0 0,1 1 0 0 0,0-1-1 0 0,0 1 1 0 0,0-1 0 0 0,0 0 0 0 0,0 1 0 0 0,1-1 0 0 0,-1 0 0 0 0,1 0 0 0 0,0 0 0 0 0,0 0 0 0 0,0 0 0 0 0,3 2 0 0 0,-1-1-2 0 0,1-1 0 0 0,-1 0 1 0 0,0 0-1 0 0,1 0 0 0 0,-1-1 0 0 0,1 1 1 0 0,0-1-1 0 0,0 0 0 0 0,0-1 1 0 0,0 1-1 0 0,7 0 0 0 0,-2 0-29 0 0,1-1-1 0 0,-1 0 0 0 0,1-1 1 0 0,0 0-1 0 0,-1 0 0 0 0,1-1 1 0 0,-1-1-1 0 0,1 0 0 0 0,-1 0 1 0 0,0-1-1 0 0,18-7 0 0 0,-13 1-47 0 0,1-1 0 0 0,-1 0 0 0 0,-1-1 0 0 0,0-1 0 0 0,-1 0-1 0 0,0-1 1 0 0,-1 0 0 0 0,0-1 0 0 0,-1 0 0 0 0,0-1 0 0 0,13-27 0 0 0,2-8 12 0 0,-3-2 0 0 0,23-75 0 0 0,-34 77 11 0 0,-26 52 65 0 0,10 1-12 0 0,0 1-1 0 0,0-1 0 0 0,1 1 1 0 0,0 0-1 0 0,-1 0 0 0 0,2 1 1 0 0,-1-1-1 0 0,0 1 0 0 0,1-1 1 0 0,-3 9-1 0 0,-1 0 14 0 0,-15 29 92 0 0,-29 82-1 0 0,42-99-79 0 0,2 0 0 0 0,0 0 0 0 0,2 0 0 0 0,0 0-1 0 0,1 28 1 0 0,3-48-20 0 0,0 1 0 0 0,1 0 0 0 0,-1 0 0 0 0,1-1 0 0 0,0 1 0 0 0,1 0 0 0 0,-1-1 0 0 0,1 1 0 0 0,0-1 0 0 0,1 0 0 0 0,-1 1 0 0 0,1-1-1 0 0,0 0 1 0 0,0-1 0 0 0,1 1 0 0 0,5 6 0 0 0,-4-7-6 0 0,0 0 0 0 0,0 0 0 0 0,0 0 0 0 0,1-1 0 0 0,0 0 0 0 0,-1 0 0 0 0,1 0-1 0 0,0-1 1 0 0,1 0 0 0 0,-1 0 0 0 0,0 0 0 0 0,0-1 0 0 0,1 0 0 0 0,9 0 0 0 0,-1 0-18 0 0,-1-1 0 0 0,1 0 0 0 0,-1-2 0 0 0,1 1 0 0 0,-1-2 0 0 0,1 0 1 0 0,-1-1-1 0 0,0 0 0 0 0,-1-1 0 0 0,16-7 0 0 0,-11 2-16 0 0,1-1 0 0 0,-2-1-1 0 0,0 0 1 0 0,0-1 0 0 0,-1-1 0 0 0,18-20 0 0 0,-7 3-31 0 0,-1-2 0 0 0,30-48 0 0 0,30-71-10 0 0,-46 73 34 0 0,-3-2 1 0 0,-4-1 0 0 0,-3-2 0 0 0,21-102 0 0 0,-49 174 24 0 0,0 0 1 0 0,0 0 0 0 0,-1-15-1 0 0,-1 23 9 0 0,0 1 0 0 0,0-1 0 0 0,0 1 0 0 0,-1 0 0 0 0,0-1 0 0 0,1 1-1 0 0,-1 0 1 0 0,0 0 0 0 0,-1-1 0 0 0,1 1 0 0 0,-1 0 0 0 0,1 0 0 0 0,-1 0 0 0 0,0 1-1 0 0,-3-5 1 0 0,-1 5-8 0 0,-1 3 19 0 0,1 0 0 0 0,-1 1 0 0 0,1-1 1 0 0,0 1-1 0 0,-1 0 0 0 0,1 1 0 0 0,0-1 0 0 0,0 1 1 0 0,0 1-1 0 0,1-1 0 0 0,-1 1 0 0 0,1 0 1 0 0,0 0-1 0 0,0 1 0 0 0,0-1 0 0 0,-4 6 0 0 0,-10 12 115 0 0,0 1-1 0 0,-20 33 0 0 0,3 3 209 0 0,1 1 1 0 0,4 2-1 0 0,-25 69 1 0 0,38-82-154 0 0,3 0 1 0 0,2 2-1 0 0,2-1 1 0 0,-8 91-1 0 0,18-121-127 0 0,0 0 0 0 0,2 0 0 0 0,0 0-1 0 0,2 0 1 0 0,0-1 0 0 0,1 1 0 0 0,11 32 0 0 0,-12-43-39 0 0,1-1 1 0 0,0 1-1 0 0,1-1 1 0 0,-1 1-1 0 0,2-1 1 0 0,-1-1-1 0 0,1 1 1 0 0,0-1-1 0 0,1 0 1 0 0,0 0-1 0 0,0-1 1 0 0,0 0-1 0 0,1 0 1 0 0,0-1-1 0 0,0 0 1 0 0,0 0-1 0 0,18 7 1 0 0,-12-7-3 0 0,1-1 0 0 0,0 0 0 0 0,0-1 0 0 0,0 0 0 0 0,0-2 0 0 0,0 1-1 0 0,1-2 1 0 0,-1 0 0 0 0,0-1 0 0 0,22-3 0 0 0,-18-1-12 0 0,1 0 1 0 0,0-1-1 0 0,-1-1 0 0 0,0-1 0 0 0,-1 0 0 0 0,0-2 0 0 0,18-12 0 0 0,-1-2-13 0 0,-2-3 0 0 0,-2 0 0 0 0,0-2 0 0 0,-2-1 0 0 0,-1-2 0 0 0,47-69 0 0 0,-21 16-4 0 0,-3-2 0 0 0,-4-2 0 0 0,-4-3 0 0 0,37-112 0 0 0,-57 121-26 0 0,-21 73 37 0 0,0 0 1 0 0,0 0 0 0 0,-1 0-1 0 0,-1 0 1 0 0,1-1-1 0 0,-3-13 1 0 0,2 23 5 0 0,0 0 1 0 0,0 0 0 0 0,0-1-1 0 0,0 1 1 0 0,-1 0 0 0 0,1 0-1 0 0,0 0 1 0 0,-1 0 0 0 0,1 0-1 0 0,-1 0 1 0 0,1 0 0 0 0,-1 0-1 0 0,1 0 1 0 0,-1 0 0 0 0,0 0-1 0 0,0 0 1 0 0,1 0 0 0 0,-1 0-1 0 0,0 0 1 0 0,0 1 0 0 0,0-1 0 0 0,0 0-1 0 0,0 1 1 0 0,0-1 0 0 0,0 0-1 0 0,0 1 1 0 0,0 0 0 0 0,0-1-1 0 0,0 1 1 0 0,0-1 0 0 0,0 1-1 0 0,0 0 1 0 0,-1 0 0 0 0,1 0-1 0 0,0 0 1 0 0,0 0 0 0 0,0 0-1 0 0,0 0 1 0 0,-1 0 0 0 0,1 0-1 0 0,0 0 1 0 0,0 1 0 0 0,0-1-1 0 0,0 0 1 0 0,0 1 0 0 0,0-1-1 0 0,-1 2 1 0 0,-6 1 7 0 0,1 1 1 0 0,0 0-1 0 0,1 0 1 0 0,-1 1-1 0 0,-8 7 0 0 0,-6 8 65 0 0,2 0 0 0 0,0 2 0 0 0,1 0-1 0 0,-25 41 1 0 0,-49 105 568 0 0,64-109-394 0 0,-30 87-1 0 0,49-118-180 0 0,1 0 0 0 0,2 0 0 0 0,0 0 0 0 0,2 1 0 0 0,0 49 0 0 0,5-68-90 0 0,0 0-1 0 0,0 1 1 0 0,1-1 0 0 0,1 0 0 0 0,0 0-1 0 0,0 0 1 0 0,0-1 0 0 0,2 1 0 0 0,-1-1-1 0 0,1 0 1 0 0,0 0 0 0 0,1-1 0 0 0,0 1-1 0 0,1-1 1 0 0,-1 0 0 0 0,1-1 0 0 0,11 10 0 0 0,-8-10-690 0 0,-1 0 1 0 0,1-1-1 0 0,17 10 1 0 0,-16-11-899 0 0,-1-1 1 0 0,1 0-1 0 0,21 5 1 0 0,3-4-5616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6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324 515 744 0 0,'9'-26'2341'0'0,"1"0"63"0"0,-1-1 1 0 0,6-28 0 0 0,-15 54-2385 0 0,0 1 1 0 0,0 0-1 0 0,0-1 0 0 0,0 1 0 0 0,0 0 1 0 0,0-1-1 0 0,0 1 0 0 0,0-1 1 0 0,0 1-1 0 0,0 0 0 0 0,0-1 0 0 0,0 1 1 0 0,0 0-1 0 0,0-1 0 0 0,-1 1 1 0 0,1-1-1 0 0,0 1 0 0 0,0 0 0 0 0,0-1 1 0 0,0 1-1 0 0,-1 0 0 0 0,1-1 1 0 0,0 1-1 0 0,0 0 0 0 0,-1 0 0 0 0,1-1 1 0 0,0 1-1 0 0,-1 0 0 0 0,1 0 1 0 0,0-1-1 0 0,0 1 0 0 0,-1 0 0 0 0,1 0 1 0 0,-1 0-1 0 0,1 0 0 0 0,0 0 1 0 0,-1-1-1 0 0,1 1 0 0 0,0 0 0 0 0,-1 0 1 0 0,1 0-1 0 0,-1 0 0 0 0,1 0 1 0 0,0 0-1 0 0,-1 0 0 0 0,1 0 0 0 0,0 0 1 0 0,-1 0-1 0 0,1 0 0 0 0,-1 1 1 0 0,1-1-1 0 0,-1 0 0 0 0,-19 9 342 0 0,-11 12-59 0 0,2 2 0 0 0,1 1 0 0 0,-28 32 0 0 0,-66 92 689 0 0,113-136-913 0 0,0 1 1 0 0,1 0-1 0 0,1 0 1 0 0,0 1-1 0 0,0 0 0 0 0,2 0 1 0 0,-7 22-1 0 0,11-32-57 0 0,1 0-1 0 0,-1 0 1 0 0,0 0-1 0 0,1 0 0 0 0,0 0 1 0 0,0 0-1 0 0,0 0 1 0 0,0 0-1 0 0,1 0 0 0 0,-1 0 1 0 0,1 0-1 0 0,0 0 1 0 0,0 0-1 0 0,1 0 0 0 0,-1-1 1 0 0,1 1-1 0 0,0 0 1 0 0,0-1-1 0 0,0 0 1 0 0,0 1-1 0 0,1-1 0 0 0,-1 0 1 0 0,1 0-1 0 0,0 0 1 0 0,0 0-1 0 0,0-1 0 0 0,0 1 1 0 0,0-1-1 0 0,1 0 1 0 0,-1 0-1 0 0,1 0 1 0 0,-1 0-1 0 0,5 1 0 0 0,2 0 16 0 0,-1 0-1 0 0,0-1 1 0 0,1 0 0 0 0,0-1-1 0 0,-1 0 1 0 0,1 0-1 0 0,0-1 1 0 0,0 0-1 0 0,-1-1 1 0 0,1 0-1 0 0,19-4 1 0 0,-15 1-3 0 0,1 0 1 0 0,-1-1-1 0 0,0-1 1 0 0,0 0 0 0 0,-1-1-1 0 0,0 0 1 0 0,14-10-1 0 0,-12 4-14 0 0,0 0 0 0 0,-1-1 0 0 0,0 0 0 0 0,-1-1 0 0 0,0-1 0 0 0,-2 0 0 0 0,0 0 0 0 0,0-1 0 0 0,-2-1 0 0 0,0 0 0 0 0,-1 0 0 0 0,-1-1 0 0 0,0 1 0 0 0,-2-2 0 0 0,7-38-1 0 0,-12 55-19 0 0,0-1-1 0 0,1 0 0 0 0,-1 1 0 0 0,-1-1 0 0 0,1 1 1 0 0,0-1-1 0 0,-1 0 0 0 0,0 1 0 0 0,0-1 0 0 0,0 1 0 0 0,0 0 1 0 0,-1-1-1 0 0,1 1 0 0 0,-3-4 0 0 0,2 5 1 0 0,1 0-1 0 0,-1 1 0 0 0,1-1 1 0 0,-1 1-1 0 0,0-1 1 0 0,0 1-1 0 0,0 0 1 0 0,1 0-1 0 0,-1 0 0 0 0,-1 0 1 0 0,1 0-1 0 0,0 0 1 0 0,0 1-1 0 0,0-1 1 0 0,0 0-1 0 0,0 1 0 0 0,-1 0 1 0 0,1 0-1 0 0,0-1 1 0 0,0 1-1 0 0,-1 1 1 0 0,1-1-1 0 0,0 0 0 0 0,-3 1 1 0 0,-8 1 2 0 0,0 1 1 0 0,0 1 0 0 0,0 0-1 0 0,0 0 1 0 0,0 2 0 0 0,1-1-1 0 0,0 2 1 0 0,1-1-1 0 0,-1 2 1 0 0,1-1 0 0 0,0 2-1 0 0,1-1 1 0 0,0 1 0 0 0,-15 18-1 0 0,24-25-2 0 0,-1-1-1 0 0,1 0 1 0 0,0 1-1 0 0,0-1 1 0 0,0 1 0 0 0,1-1-1 0 0,-1 1 1 0 0,0-1-1 0 0,1 1 1 0 0,-1 0-1 0 0,0-1 1 0 0,1 1 0 0 0,0 0-1 0 0,-1-1 1 0 0,1 1-1 0 0,0 0 1 0 0,0 0-1 0 0,0-1 1 0 0,0 1-1 0 0,0 0 1 0 0,1-1 0 0 0,-1 1-1 0 0,0 0 1 0 0,1-1-1 0 0,0 4 1 0 0,1-4-1 0 0,-1 1-1 0 0,1-1 1 0 0,-1 0-1 0 0,1 1 1 0 0,-1-1 0 0 0,1 0-1 0 0,0 0 1 0 0,-1 0 0 0 0,1 0-1 0 0,0 0 1 0 0,0 0-1 0 0,0 0 1 0 0,0-1 0 0 0,0 1-1 0 0,0-1 1 0 0,0 1 0 0 0,0-1-1 0 0,0 0 1 0 0,0 0 0 0 0,0 0-1 0 0,3 0 1 0 0,16-1 3 0 0,1-1 0 0 0,-1-1 0 0 0,0-1 0 0 0,0 0 0 0 0,36-14 0 0 0,-10-1 5 0 0,56-30 0 0 0,-70 29-30 0 0,0-1-1 0 0,-1-1 1 0 0,-1-2 0 0 0,-2-1 0 0 0,0-2 0 0 0,-2-1 0 0 0,-1 0-1 0 0,-1-2 1 0 0,-1-1 0 0 0,-2-2 0 0 0,-1 1 0 0 0,-2-2 0 0 0,-1-1-1 0 0,-2 0 1 0 0,17-54 0 0 0,-32 88 21 0 0,-1-1 0 0 0,1 0 0 0 0,-1 1 0 0 0,0-1 0 0 0,1 1 0 0 0,-1-1 0 0 0,0 0 0 0 0,0 1 0 0 0,0-1 0 0 0,0 1-1 0 0,0-3 1 0 0,0 4 2 0 0,-1 0 0 0 0,1 0-1 0 0,0-1 1 0 0,0 1 0 0 0,0 0-1 0 0,0 0 1 0 0,-1 0-1 0 0,1 0 1 0 0,0 0 0 0 0,0-1-1 0 0,0 1 1 0 0,-1 0-1 0 0,1 0 1 0 0,0 0 0 0 0,0 0-1 0 0,0 0 1 0 0,-1 0 0 0 0,1 0-1 0 0,0 0 1 0 0,0 0-1 0 0,-1 0 1 0 0,1 0 0 0 0,0 0-1 0 0,0 0 1 0 0,0 0-1 0 0,-1 0 1 0 0,1 0 0 0 0,0 0-1 0 0,0 0 1 0 0,-1 0 0 0 0,1 0-1 0 0,0 0 1 0 0,0 0-1 0 0,0 0 1 0 0,-1 0 0 0 0,1 1-1 0 0,0-1 1 0 0,0 0 0 0 0,0 0-1 0 0,0 0 1 0 0,-1 1-1 0 0,-3 1 1 0 0,1 2-1 0 0,-1-1 0 0 0,1 0 0 0 0,0 0 0 0 0,0 1 0 0 0,-5 7 0 0 0,-18 32 86 0 0,2 1 0 0 0,-34 87-1 0 0,-21 103 311 0 0,70-204-361 0 0,-216 855 1117 0 0,115-418-882 0 0,56-282-140 0 0,44-157-84 0 0,-2-1-1 0 0,0 0 1 0 0,-2-1 0 0 0,-25 34 0 0 0,36-55-30 0 0,-1 0 0 0 0,0 0 0 0 0,0-1 1 0 0,-1 1-1 0 0,1-1 0 0 0,-1 0 0 0 0,0-1 0 0 0,0 1 0 0 0,-11 5 0 0 0,14-8-3 0 0,0 0 0 0 0,-1-1 0 0 0,1 1-1 0 0,0 0 1 0 0,-1-1 0 0 0,1 0-1 0 0,-1 1 1 0 0,1-1 0 0 0,-1 0-1 0 0,1 0 1 0 0,-1 0 0 0 0,1-1 0 0 0,-1 1-1 0 0,1-1 1 0 0,-1 1 0 0 0,1-1-1 0 0,-1 0 1 0 0,1 0 0 0 0,0 0-1 0 0,0 0 1 0 0,-1 0 0 0 0,1 0 0 0 0,0-1-1 0 0,0 1 1 0 0,0-1 0 0 0,-2-2-1 0 0,-2-3 4 0 0,0 1 0 0 0,1-1 0 0 0,0-1 0 0 0,0 1 0 0 0,1-1 0 0 0,-1 1 0 0 0,2-1 0 0 0,-1-1 1 0 0,1 1-1 0 0,1 0 0 0 0,-4-17 0 0 0,2-1-5 0 0,1 0-1 0 0,0-45 1 0 0,3 41-30 0 0,2-1 0 0 0,2 1 0 0 0,1-1 0 0 0,1 1 0 0 0,1 0-1 0 0,2 1 1 0 0,21-50 0 0 0,-12 43 76 0 0,1 1-1 0 0,2 0 1 0 0,1 2 0 0 0,1 1-1 0 0,40-43 1 0 0,-18 31-442 0 0,2 1 0 0 0,1 3 1 0 0,2 1-1 0 0,2 3 0 0 0,1 3 0 0 0,2 1 0 0 0,89-36 0 0 0,-85 47-2043 0 0,-20 9-2565 0 0,-9 3-1315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615 267 2904 0 0,'37'-55'5877'0'0,"-24"33"-108"0"0,-166 242-3053 0 0,20-28-2196 0 0,-178 182 276 0 0,281-351-658 0 0,28-22-120 0 0,-1-2-2 0 0,1 1-16 0 0,1-1 1 0 0,-1 0 0 0 0,0 1-1 0 0,1-1 1 0 0,-1 0 0 0 0,1 0-1 0 0,-1 0 1 0 0,1-1 0 0 0,-1 1-1 0 0,1 0 1 0 0,0 0 0 0 0,0-1-1 0 0,-1 1 1 0 0,1-1 0 0 0,0 1-1 0 0,0-1 1 0 0,1 1 0 0 0,-1-1-1 0 0,0 0 1 0 0,0 1 0 0 0,1-1-1 0 0,-1 0 1 0 0,1 0 0 0 0,0 1-1 0 0,-1-1 1 0 0,1 0 0 0 0,0 0-1 0 0,0-2 1 0 0,-2-17-10 0 0,1 0 0 0 0,0 0-1 0 0,2-1 1 0 0,4-24 0 0 0,20-82-2 0 0,-24 126 11 0 0,12-41-21 0 0,-12 41 16 0 0,0 0 1 0 0,-1 1-1 0 0,1-1 1 0 0,1 0-1 0 0,-1 0 1 0 0,0 0-1 0 0,0 1 1 0 0,0-1-1 0 0,1 0 1 0 0,-1 1-1 0 0,1-1 0 0 0,0 1 1 0 0,-1 0-1 0 0,1-1 1 0 0,0 1-1 0 0,3-1 1 0 0,-3 1 0 0 0,0 1 1 0 0,0 0 0 0 0,0 0-1 0 0,0 0 1 0 0,-1 0 0 0 0,1 0-1 0 0,0 1 1 0 0,0-1-1 0 0,0 0 1 0 0,0 1 0 0 0,0 0-1 0 0,0-1 1 0 0,-1 1 0 0 0,1 0-1 0 0,0 0 1 0 0,0 0 0 0 0,-1 0-1 0 0,1 0 1 0 0,-1 0-1 0 0,1 1 1 0 0,-1-1 0 0 0,0 1-1 0 0,1-1 1 0 0,0 3 0 0 0,6 5-9 0 0,-1 0 1 0 0,10 17 0 0 0,-14-21 7 0 0,33 55-12 0 0,-13-20 19 0 0,1-1 0 0 0,33 38 1 0 0,-47-65 2 0 0,1 0 1 0 0,1-1-1 0 0,0 0 1 0 0,0-1-1 0 0,1 0 1 0 0,0-1-1 0 0,1-1 0 0 0,0 0 1 0 0,27 11-1 0 0,-20-12 6 0 0,0 0-1 0 0,0-2 0 0 0,0 0 0 0 0,1-1 1 0 0,0-1-1 0 0,0-2 0 0 0,-1 0 0 0 0,31-2 1 0 0,-39-1-7 0 0,-1 1-1 0 0,1-2 1 0 0,-1 1 0 0 0,1-2 0 0 0,-1 0 0 0 0,0 0 0 0 0,0-1 0 0 0,0 0 0 0 0,-1-1-1 0 0,0-1 1 0 0,0 0 0 0 0,-1 0 0 0 0,1-1 0 0 0,-2 0 0 0 0,15-16 0 0 0,-10 6-1 0 0,0-1 0 0 0,-2 0 0 0 0,0-1 0 0 0,-1-1 0 0 0,-2 0-1 0 0,0 0 1 0 0,-1 0 0 0 0,10-42 0 0 0,-8 13 24 0 0,-2 0-1 0 0,2-101 0 0 0,-10 115 54 0 0,-1-1 1 0 0,-2 1-1 0 0,-2 0 1 0 0,-12-50-1 0 0,12 70-59 0 0,0-1 1 0 0,-1 1-1 0 0,0 0 0 0 0,-1 0 1 0 0,-1 0-1 0 0,-1 1 1 0 0,0 1-1 0 0,-1-1 0 0 0,-1 2 1 0 0,0-1-1 0 0,-16-15 0 0 0,20 24-20 0 0,-1-1 0 0 0,1 1 0 0 0,-1 0 0 0 0,0 0-1 0 0,0 1 1 0 0,0 0 0 0 0,-1 1 0 0 0,1 0-1 0 0,-1 0 1 0 0,0 1 0 0 0,0 0 0 0 0,0 0 0 0 0,0 1-1 0 0,0 0 1 0 0,0 1 0 0 0,0 0 0 0 0,0 0-1 0 0,0 1 1 0 0,0 0 0 0 0,0 1 0 0 0,-13 3 0 0 0,12-1-2 0 0,0-1 1 0 0,0 1 0 0 0,1 1 0 0 0,0 0-1 0 0,0 0 1 0 0,0 0 0 0 0,0 1 0 0 0,1 1-1 0 0,0 0 1 0 0,0 0 0 0 0,1 0 0 0 0,0 1-1 0 0,0 0 1 0 0,1 0 0 0 0,0 1 0 0 0,0 0-1 0 0,1 0 1 0 0,-6 15 0 0 0,5-10-206 0 0,2 1 0 0 0,0 0 0 0 0,1 0 0 0 0,1 0 0 0 0,0 1 0 0 0,1-1-1 0 0,0 1 1 0 0,3 25 0 0 0,2-9-2714 0 0,1 1-1 0 0,20 62 0 0 0,-11-55-3651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36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2380 0 0,'12'-7'3377'0'0,"4"-5"2699"0"0,-4 0-3856 0 0,-6-2-816 0 0,-2 2-652 0 0,-2 0-828 0 0,3 2-1676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0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821 144 1800 0 0,'1'-2'1763'0'0,"0"-5"-1048"0"0,0 1-1 0 0,0 0 1 0 0,0 0 0 0 0,-1-1-1 0 0,0 1 1 0 0,0 0-1 0 0,0-1 1 0 0,-1 1 0 0 0,0 0-1 0 0,-3-10 1 0 0,3 12-639 0 0,-1 1 0 0 0,1-1 1 0 0,-1 1-1 0 0,0 0 0 0 0,0 0 0 0 0,0 0 1 0 0,-1 0-1 0 0,1 0 0 0 0,-1 0 0 0 0,0 0 0 0 0,1 1 1 0 0,-1 0-1 0 0,0-1 0 0 0,0 1 0 0 0,-1 0 1 0 0,1 0-1 0 0,0 1 0 0 0,-1-1 0 0 0,-6-1 1 0 0,1 0-46 0 0,-1 1 0 0 0,1 1 0 0 0,-1 0 0 0 0,0 0 0 0 0,0 1 0 0 0,0 0 1 0 0,0 1-1 0 0,1 0 0 0 0,-1 0 0 0 0,0 1 0 0 0,1 0 0 0 0,-1 1 1 0 0,1 0-1 0 0,-14 7 0 0 0,-2 2-23 0 0,0 1 0 0 0,1 1 0 0 0,-41 31 0 0 0,14-4-1 0 0,2 3 0 0 0,2 1 1 0 0,-69 86-1 0 0,85-91 42 0 0,3 1 0 0 0,1 2 0 0 0,2 0 1 0 0,2 2-1 0 0,-23 65 0 0 0,41-97-26 0 0,1 1 0 0 0,0 0 0 0 0,1 0 1 0 0,1 0-1 0 0,0 1 0 0 0,1-1 0 0 0,1 0 0 0 0,0 1 0 0 0,0-1 0 0 0,2 0 1 0 0,4 19-1 0 0,-4-22-19 0 0,2-1 1 0 0,-1 0-1 0 0,1 0 1 0 0,1 0 0 0 0,0-1-1 0 0,0 1 1 0 0,1-1-1 0 0,0 0 1 0 0,1-1-1 0 0,0 1 1 0 0,0-2-1 0 0,1 1 1 0 0,0-1 0 0 0,0 0-1 0 0,14 9 1 0 0,-7-8-215 0 0,1 0 0 0 0,0 0 0 0 0,0-2 0 0 0,1 0 1 0 0,0 0-1 0 0,0-2 0 0 0,0 0 0 0 0,0-1 0 0 0,1-1 0 0 0,-1-1 1 0 0,1 0-1 0 0,22-2 0 0 0,-6-2-454 0 0,-1-1 0 0 0,0-1 0 0 0,0-2 0 0 0,0-2 0 0 0,47-18 0 0 0,-53 16 407 0 0,0-2 0 0 0,-1-1 0 0 0,0-1 0 0 0,-1-1 0 0 0,26-22 0 0 0,-40 29 549 0 0,1-1 0 0 0,-1-1 0 0 0,-1 0 0 0 0,0 0 0 0 0,-1-1 0 0 0,0-1 0 0 0,-1 1 0 0 0,0-1 0 0 0,-1-1 0 0 0,0 1 1 0 0,9-29-1 0 0,-15 40-239 0 0,-1 0 0 0 0,1 0 0 0 0,-1 0 0 0 0,1 0 0 0 0,-1 0 0 0 0,0 0 0 0 0,0 0 1 0 0,1 0-1 0 0,-2 0 0 0 0,1 0 0 0 0,0 0 0 0 0,0 0 0 0 0,-1 0 0 0 0,1 0 0 0 0,-1 0 1 0 0,1 0-1 0 0,-1 0 0 0 0,0 1 0 0 0,0-1 0 0 0,0 0 0 0 0,-1-2 0 0 0,1 3 105 0 0,-16 5 43 0 0,13-2-177 0 0,1-1 1 0 0,0 1-1 0 0,0 1 0 0 0,0-1 1 0 0,0 0-1 0 0,0 1 0 0 0,0-1 0 0 0,1 1 1 0 0,-1 0-1 0 0,-3 5 0 0 0,-19 33 196 0 0,24-38-198 0 0,-6 10 58 0 0,0 0-1 0 0,1 0 1 0 0,1 0 0 0 0,0 1 0 0 0,1 0-1 0 0,0 0 1 0 0,-1 14 0 0 0,4-23-57 0 0,1 0 0 0 0,0 0 0 0 0,0 0-1 0 0,0-1 1 0 0,1 1 0 0 0,-1 0 0 0 0,1 0 0 0 0,0-1 0 0 0,0 1 0 0 0,1 0-1 0 0,0-1 1 0 0,-1 1 0 0 0,1-1 0 0 0,1 0 0 0 0,-1 0 0 0 0,1 0-1 0 0,0 0 1 0 0,-1 0 0 0 0,2 0 0 0 0,-1-1 0 0 0,0 1 0 0 0,1-1-1 0 0,0 0 1 0 0,7 5 0 0 0,-1-2 19 0 0,0-1 1 0 0,0-1-1 0 0,1 0 0 0 0,0 0 0 0 0,-1-1 1 0 0,2 0-1 0 0,-1-1 0 0 0,0 0 0 0 0,0 0 1 0 0,0-2-1 0 0,15 0 0 0 0,-11 0-14 0 0,-1-1 0 0 0,1-1-1 0 0,-1-1 1 0 0,1 0 0 0 0,-1-1 0 0 0,0 0-1 0 0,0-1 1 0 0,16-8 0 0 0,-25 10-31 0 0,1 0-1 0 0,-1-1 1 0 0,0 1 0 0 0,0-1 0 0 0,-1-1 0 0 0,1 1-1 0 0,-1 0 1 0 0,0-1 0 0 0,0 0 0 0 0,0 0 0 0 0,-1 0-1 0 0,0-1 1 0 0,0 1 0 0 0,0-1 0 0 0,0 0 0 0 0,-1 1-1 0 0,0-1 1 0 0,-1 0 0 0 0,1 0 0 0 0,-1 0 0 0 0,0-1-1 0 0,0 1 1 0 0,-1 0 0 0 0,0 0 0 0 0,0-1 0 0 0,0 1-1 0 0,-1 0 1 0 0,0 0 0 0 0,-4-12 0 0 0,3 9-5 0 0,0 1 0 0 0,-1 0 0 0 0,0 0 0 0 0,-1 0 0 0 0,0 0 1 0 0,0 0-1 0 0,0 1 0 0 0,-1-1 0 0 0,0 1 0 0 0,-1 1 0 0 0,0-1 0 0 0,0 1 0 0 0,0 0 1 0 0,0 0-1 0 0,-1 0 0 0 0,0 1 0 0 0,-1 0 0 0 0,1 1 0 0 0,-1 0 0 0 0,0 0 0 0 0,-8-3 1 0 0,-1 3 15 0 0,0 1 1 0 0,0 1 0 0 0,0 1 0 0 0,0 0 0 0 0,0 1 0 0 0,-1 1 0 0 0,1 1 0 0 0,0 0 0 0 0,0 1 0 0 0,0 1-1 0 0,1 0 1 0 0,-1 1 0 0 0,1 1 0 0 0,0 1 0 0 0,1 0 0 0 0,-22 14 0 0 0,36-21-8 0 0,0 1 1 0 0,0-1 0 0 0,0 1-1 0 0,0-1 1 0 0,0 1-1 0 0,0 0 1 0 0,0-1-1 0 0,1 1 1 0 0,-1 0-1 0 0,0-1 1 0 0,0 1-1 0 0,1 0 1 0 0,-1 0 0 0 0,0 0-1 0 0,1 0 1 0 0,-1 0-1 0 0,1 0 1 0 0,-1 0-1 0 0,1 0 1 0 0,-1 0-1 0 0,1 0 1 0 0,0 0 0 0 0,0 0-1 0 0,-1 0 1 0 0,1 0-1 0 0,0 0 1 0 0,0 0-1 0 0,0 0 1 0 0,0 0-1 0 0,0 1 1 0 0,0-1-1 0 0,1 0 1 0 0,-1 0 0 0 0,0 0-1 0 0,1 2 1 0 0,1-1-30 0 0,-1 0 0 0 0,1-1 1 0 0,0 1-1 0 0,-1 0 1 0 0,1-1-1 0 0,0 1 0 0 0,0-1 1 0 0,0 0-1 0 0,0 0 1 0 0,0 0-1 0 0,1 0 0 0 0,-1 0 1 0 0,0 0-1 0 0,0 0 0 0 0,5 0 1 0 0,11 3-1170 0 0,1-1 1 0 0,0 0-1 0 0,0-2 1 0 0,0 0-1 0 0,37-4 1 0 0,-28-1-2093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1100 0 0,'36'-32'7964'0'0,"-12"17"-5774"0"0,-22 14-2102 0 0,1 0 0 0 0,-1 0 0 0 0,1 1 0 0 0,-1-1 0 0 0,1 1 0 0 0,-1 0 0 0 0,1 0 0 0 0,-1 0 0 0 0,1 0 0 0 0,-1 0 0 0 0,1 1-1 0 0,4 0 1 0 0,29 10 448 0 0,-22-4-396 0 0,0 0 1 0 0,-1 1 0 0 0,0 0 0 0 0,-1 1 0 0 0,1 0 0 0 0,-2 1 0 0 0,1 1 0 0 0,15 19-1 0 0,-19-20-79 0 0,0 0 1 0 0,-2 0-1 0 0,1 1 0 0 0,-1 0 0 0 0,-1 0 0 0 0,0 1 0 0 0,0-1 0 0 0,-1 1 0 0 0,-1 0 0 0 0,0 0 0 0 0,2 16 0 0 0,10 77 3223 0 0,-5-137-2670 0 0,-5 10-534 0 0,2-1 0 0 0,0 1 1 0 0,16-34-1 0 0,-17 42-79 0 0,1 1 1 0 0,1-1 0 0 0,1 1-1 0 0,0 1 1 0 0,0-1-1 0 0,17-14 1 0 0,-22 23-8 0 0,1 0 0 0 0,0 0 0 0 0,0 1 0 0 0,0 0 0 0 0,0 0 0 0 0,0 0 0 0 0,1 0 0 0 0,0 1 0 0 0,-1 0 0 0 0,7-1 0 0 0,4 1 2 0 0,-10 2 12 0 0,0 0 0 0 0,0 1 1 0 0,0 0-1 0 0,0 0 0 0 0,-1 0 0 0 0,1 1 1 0 0,0 0-1 0 0,-1 0 0 0 0,1 0 0 0 0,-1 0 0 0 0,0 1 1 0 0,0 0-1 0 0,0 0 0 0 0,0 1 0 0 0,-1-1 0 0 0,1 1 1 0 0,-1 0-1 0 0,0 0 0 0 0,0 1 0 0 0,6 7 0 0 0,2 7-223 0 0,-1 0 0 0 0,-1 1 0 0 0,-1 0-1 0 0,8 26 1 0 0,-6-18-756 0 0,-8-19 70 0 0,1-1-1 0 0,1 1 0 0 0,7 10 0 0 0,10 6-5328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1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2 160 1832 0 0,'-1'-33'6396'0'0,"1"33"-6341"0"0,0-1 0 0 0,0 1 0 0 0,0 0 0 0 0,0 0 0 0 0,0-1 0 0 0,0 1 0 0 0,0 0 0 0 0,0 0 0 0 0,0-1 0 0 0,0 1-1 0 0,0 0 1 0 0,0 0 0 0 0,0-1 0 0 0,1 1 0 0 0,-1 0 0 0 0,0 0 0 0 0,0 0 0 0 0,0-1 0 0 0,0 1 0 0 0,1 0 0 0 0,-1 0 0 0 0,0 0-1 0 0,0 0 1 0 0,0-1 0 0 0,1 1 0 0 0,-1 0 0 0 0,0 0 0 0 0,0 0 0 0 0,1 0 0 0 0,-1 0 0 0 0,0 0 0 0 0,0 0 0 0 0,1 0 0 0 0,-1 0 0 0 0,0 0-1 0 0,13 12 874 0 0,26 46 208 0 0,-3 2 1 0 0,34 79-1 0 0,-28-59 1146 0 0,-42-80-2222 0 0,0 1 0 0 0,1 0 0 0 0,-1-1-1 0 0,1 1 1 0 0,-1 0 0 0 0,0-1 0 0 0,1 1 0 0 0,-1 0-1 0 0,1-1 1 0 0,-1 1 0 0 0,1-1 0 0 0,0 1 0 0 0,-1-1-1 0 0,1 1 1 0 0,0-1 0 0 0,-1 1 0 0 0,1-1 0 0 0,0 0-1 0 0,-1 0 1 0 0,1 1 0 0 0,0-1 0 0 0,0 0 0 0 0,-1 0 0 0 0,1 0-1 0 0,0 1 1 0 0,0-1 0 0 0,0 0 0 0 0,-1 0 0 0 0,1 0-1 0 0,0 0 1 0 0,0-1 0 0 0,0 1 0 0 0,-1 0 0 0 0,1 0-1 0 0,0 0 1 0 0,0-1 0 0 0,-1 1 0 0 0,1 0 0 0 0,0-1-1 0 0,-1 1 1 0 0,1 0 0 0 0,0-1 0 0 0,-1 1 0 0 0,1-1-1 0 0,-1 1 1 0 0,1-1 0 0 0,0 0 0 0 0,0 0 0 0 0,3-3 0 0 0,-1 0 1 0 0,1 0 0 0 0,-1 0 0 0 0,0 0-1 0 0,5-9 1 0 0,8-23 108 0 0,-1 0 0 0 0,17-69-1 0 0,7-80-110 0 0,-38 179-56 0 0,4-23 32 0 0,3-14-3859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1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123 223 2220 0 0,'-17'4'5531'0'0,"-9"2"-1697"0"0,26-6-3765 0 0,0 1 1 0 0,1-1-1 0 0,-1 1 0 0 0,1-1 0 0 0,-1 1 1 0 0,0-1-1 0 0,1 1 0 0 0,-1-1 1 0 0,1 0-1 0 0,-1 1 0 0 0,1-1 0 0 0,-1 0 1 0 0,1 1-1 0 0,-1-1 0 0 0,1 0 0 0 0,0 0 1 0 0,-1 1-1 0 0,1-1 0 0 0,0 0 1 0 0,31 1 216 0 0,0-2 1 0 0,-1-1 0 0 0,1-1-1 0 0,0-2 1 0 0,50-14 0 0 0,-76 17-275 0 0,0 0 0 0 0,-1 0 0 0 0,0 0 0 0 0,0-1 1 0 0,1 1-1 0 0,-1-1 0 0 0,-1 0 0 0 0,1-1 0 0 0,0 1 0 0 0,-1-1 1 0 0,0 0-1 0 0,0 0 0 0 0,0 0 0 0 0,0-1 0 0 0,-1 1 0 0 0,1-1 1 0 0,4-9-1 0 0,-7 10-13 0 0,1 0-1 0 0,-1 0 1 0 0,0 0 0 0 0,0-1 0 0 0,0 1-1 0 0,-1 0 1 0 0,1 0 0 0 0,-1-1 0 0 0,0 1-1 0 0,-1 0 1 0 0,1 0 0 0 0,-1-1 0 0 0,1 1-1 0 0,-1 0 1 0 0,0 0 0 0 0,-1 0 0 0 0,1 0-1 0 0,-1 0 1 0 0,0 0 0 0 0,0 0 0 0 0,0 1-1 0 0,0-1 1 0 0,-1 1 0 0 0,-4-6 0 0 0,5 6-2 0 0,-1 0 1 0 0,0 0 0 0 0,0 1 0 0 0,0-1-1 0 0,0 1 1 0 0,0-1 0 0 0,-1 1-1 0 0,1 0 1 0 0,-1 0 0 0 0,1 1-1 0 0,-1-1 1 0 0,0 1 0 0 0,0 0 0 0 0,-7-2-1 0 0,4 2 3 0 0,1 1-1 0 0,-1 0 0 0 0,0 0 0 0 0,1 1 1 0 0,-1-1-1 0 0,1 1 0 0 0,-1 1 0 0 0,-8 2 1 0 0,-3 3 7 0 0,1 0 0 0 0,0 1 0 0 0,0 1 0 0 0,1 1 1 0 0,-21 15-1 0 0,18-10 26 0 0,1 0-1 0 0,1 0 1 0 0,-20 25 0 0 0,30-31-21 0 0,0 0 0 0 0,0 0 1 0 0,1 1-1 0 0,0 0 0 0 0,1 0 0 0 0,0 0 1 0 0,0 1-1 0 0,-5 20 0 0 0,9-28-2 0 0,1 0-1 0 0,-1 1 1 0 0,1-1 0 0 0,0 1 0 0 0,0-1-1 0 0,0 1 1 0 0,0-1 0 0 0,0 1 0 0 0,1-1-1 0 0,0 1 1 0 0,-1-1 0 0 0,2 0-1 0 0,-1 1 1 0 0,0-1 0 0 0,0 0 0 0 0,1 0-1 0 0,3 5 1 0 0,-2-4 5 0 0,1 0-1 0 0,0 0 1 0 0,0 0 0 0 0,0 0 0 0 0,0-1-1 0 0,1 1 1 0 0,0-1 0 0 0,-1 0-1 0 0,1-1 1 0 0,6 3 0 0 0,9 3-22 0 0,1-2 0 0 0,0 0 0 0 0,0-1 0 0 0,33 2 0 0 0,-36-5-582 0 0,1-1 1 0 0,-1-1-1 0 0,32-3 0 0 0,-34 0-1324 0 0,0 0 0 0 0,20-7 0 0 0,-8-1-3013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2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16 0 0,'6'-18'2976'0'0,"-3"10"-1270"0"0,-1 0-1 0 0,2-1 1 0 0,5-10-1 0 0,-8 19-1650 0 0,-1-1 0 0 0,1 1 0 0 0,-1-1 0 0 0,1 1-1 0 0,0-1 1 0 0,-1 1 0 0 0,1-1 0 0 0,-1 1 0 0 0,1 0 0 0 0,0-1 0 0 0,0 1-1 0 0,-1 0 1 0 0,1 0 0 0 0,0-1 0 0 0,-1 1 0 0 0,1 0 0 0 0,0 0 0 0 0,0 0-1 0 0,0 0 1 0 0,-1 0 0 0 0,1 0 0 0 0,0 0 0 0 0,0 0 0 0 0,-1 0-1 0 0,1 1 1 0 0,1-1 0 0 0,17 7 559 0 0,-11-2-460 0 0,0 0-1 0 0,-1 0 1 0 0,1 1 0 0 0,-1 0-1 0 0,0 0 1 0 0,0 1 0 0 0,-1 0 0 0 0,0 0-1 0 0,0 0 1 0 0,-1 1 0 0 0,0-1-1 0 0,0 1 1 0 0,-1 1 0 0 0,0-1-1 0 0,0 1 1 0 0,-1-1 0 0 0,0 1-1 0 0,-1 0 1 0 0,0 0 0 0 0,0 0-1 0 0,-1 1 1 0 0,0-1 0 0 0,-1 0-1 0 0,0 1 1 0 0,0-1 0 0 0,-1 0-1 0 0,0 0 1 0 0,0 0 0 0 0,-1 1 0 0 0,-1-1-1 0 0,0-1 1 0 0,0 1 0 0 0,-4 8-1 0 0,-3 6 1085 0 0,-19 32 0 0 0,28-53-767 0 0,20-21-58 0 0,91-95-187 0 0,99-133-1 0 0,-172 192-307 0 0,-36 54 58 0 0,-4 1 2 0 0,-4 3 17 0 0,0 0 0 0 0,0 0 0 0 0,0 1 0 0 0,0-1-1 0 0,1 1 1 0 0,-1 1 0 0 0,1-1 0 0 0,-9 10 0 0 0,-48 52-13 0 0,42-43 12 0 0,7-8 8 0 0,1 1 1 0 0,-18 29-1 0 0,27-39-3 0 0,0 0 0 0 0,1 0 0 0 0,0 1 1 0 0,0-1-1 0 0,1 1 0 0 0,0 0 0 0 0,0-1 0 0 0,0 1 0 0 0,1 0 1 0 0,0 0-1 0 0,0 10 0 0 0,2-14 5 0 0,0 1 0 0 0,0-1 0 0 0,0 0 0 0 0,0 1 0 0 0,0-1 0 0 0,1 0 1 0 0,-1 1-1 0 0,1-1 0 0 0,0 0 0 0 0,0 0 0 0 0,0-1 0 0 0,1 1 0 0 0,-1 0 0 0 0,1-1 0 0 0,-1 1 0 0 0,1-1 0 0 0,0 0 1 0 0,0 0-1 0 0,0 0 0 0 0,0 0 0 0 0,0 0 0 0 0,0-1 0 0 0,5 2 0 0 0,7 3-94 0 0,0-1 1 0 0,1 0-1 0 0,27 5 0 0 0,8-3-1663 0 0,52 3 1 0 0,1-11-5550 0 0,-43-5 30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3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15 682 1200 0 0,'0'0'130'0'0,"-1"0"-1"0"0,0-1 1 0 0,0 1-1 0 0,1 0 1 0 0,-1 0 0 0 0,0-1-1 0 0,1 1 1 0 0,-1 0-1 0 0,0-1 1 0 0,1 1-1 0 0,-1-1 1 0 0,0 1-1 0 0,1-1 1 0 0,-1 1 0 0 0,1-1-1 0 0,-1 0 1 0 0,1 1-1 0 0,-1-1 1 0 0,1 0-1 0 0,-1 1 1 0 0,1-1 0 0 0,0 0-1 0 0,-1 1 1 0 0,1-1-1 0 0,0 0 1 0 0,0 0-1 0 0,0 1 1 0 0,-1-1 0 0 0,1 0-1 0 0,0 0 1 0 0,0 0-1 0 0,0 1 1 0 0,0-1-1 0 0,0 0 1 0 0,0 0 0 0 0,1 0-1 0 0,-1 1 1 0 0,0-1-1 0 0,0 0 1 0 0,0 0-1 0 0,1 1 1 0 0,-1-1 0 0 0,0 0-1 0 0,1 1 1 0 0,-1-1-1 0 0,1 0 1 0 0,0 0-1 0 0,10-16 588 0 0,1 1 0 0 0,1 1 0 0 0,0 0 0 0 0,22-18 0 0 0,-9 7-322 0 0,36-37 184 0 0,59-81 1 0 0,-88 99-506 0 0,-2-1 0 0 0,48-97 0 0 0,-35 54-176 0 0,-125 297 172 0 0,34-83 6 0 0,-144 387 1572 0 0,190-512-1573 0 0,1 1 0 0 0,-1 0-1 0 0,1-1 1 0 0,0 1 0 0 0,0-1 0 0 0,-1 1-1 0 0,1 0 1 0 0,0-1 0 0 0,0 1 0 0 0,0 0 0 0 0,0-1-1 0 0,-1 1 1 0 0,1 0 0 0 0,0-1 0 0 0,0 1-1 0 0,1 0 1 0 0,-1-1 0 0 0,0 1 0 0 0,0 0-1 0 0,0-1 1 0 0,0 1 0 0 0,1 0 0 0 0,10-6 509 0 0,21-28-592 0 0,-27 28 160 0 0,14-15-92 0 0,38-30 1 0 0,-50 45-63 0 0,0 0-1 0 0,0 0 0 0 0,0 1 1 0 0,1-1-1 0 0,0 1 0 0 0,0 1 1 0 0,0 0-1 0 0,0 0 1 0 0,13-2-1 0 0,-16 4 5 0 0,0 1-1 0 0,-1-1 1 0 0,1 2 0 0 0,0-1 0 0 0,-1 0 0 0 0,1 1-1 0 0,0 0 1 0 0,-1 0 0 0 0,1 0 0 0 0,-1 0 0 0 0,1 1-1 0 0,-1 0 1 0 0,0 0 0 0 0,0 0 0 0 0,0 1 0 0 0,0-1-1 0 0,0 1 1 0 0,0 0 0 0 0,-1 0 0 0 0,1 0 0 0 0,4 6-1 0 0,3 6 28 0 0,-1 0-1 0 0,0 0 0 0 0,-1 0 1 0 0,9 25-1 0 0,14 21 62 0 0,-29-57-116 0 0,0 0 0 0 0,1 0 0 0 0,0 0 0 0 0,0 0 0 0 0,0 0 0 0 0,0-1 0 0 0,1 1-1 0 0,-1-1 1 0 0,1 0 0 0 0,0-1 0 0 0,0 1 0 0 0,0-1 0 0 0,0 0 0 0 0,0 0 0 0 0,1-1 0 0 0,-1 0-1 0 0,1 1 1 0 0,-1-2 0 0 0,1 1 0 0 0,-1-1 0 0 0,10 0 0 0 0,-2-1-130 0 0,0 0-1 0 0,0 0 1 0 0,0-2 0 0 0,-1 1 0 0 0,1-2 0 0 0,-1 0-1 0 0,1 0 1 0 0,12-7 0 0 0,-7 0 24 0 0,0 0 0 0 0,0-1 0 0 0,-1-1 0 0 0,-1 0 0 0 0,18-19 0 0 0,65-81 834 0 0,-98 112-671 0 0,0 1-30 0 0,-1 0 1 0 0,0 0-1 0 0,1 0 1 0 0,-1 0 0 0 0,0 1-1 0 0,0-1 1 0 0,1 0-1 0 0,-1 0 1 0 0,0 0-1 0 0,0 1 1 0 0,0-1 0 0 0,1 0-1 0 0,-1 0 1 0 0,0 1-1 0 0,0-1 1 0 0,0 0-1 0 0,0 1 1 0 0,1-1 0 0 0,-1 0-1 0 0,0 0 1 0 0,0 1-1 0 0,0-1 1 0 0,0 0-1 0 0,0 1 1 0 0,0-1 0 0 0,0 0-1 0 0,0 1 1 0 0,0-1-1 0 0,0 0 1 0 0,0 1-1 0 0,0-1 1 0 0,0 0 0 0 0,0 0-1 0 0,0 1 1 0 0,-1-1-1 0 0,-1 12 30 0 0,2-11-29 0 0,-12 41 104 0 0,7-30-79 0 0,1-1 0 0 0,1 1 0 0 0,0 0 1 0 0,1 0-1 0 0,0 0 0 0 0,1 0 0 0 0,0 1 1 0 0,2 17-1 0 0,-1-27-18 0 0,1-1 1 0 0,-1 0-1 0 0,1 1 0 0 0,0-1 1 0 0,0 0-1 0 0,0 0 1 0 0,0 0-1 0 0,0 0 0 0 0,0 0 1 0 0,0 0-1 0 0,1 0 0 0 0,-1 0 1 0 0,1 0-1 0 0,-1-1 1 0 0,1 1-1 0 0,0-1 0 0 0,3 3 1 0 0,-2-2 0 0 0,1 0 1 0 0,0 0 0 0 0,-1-1-1 0 0,1 1 1 0 0,0-1-1 0 0,0 0 1 0 0,0 0-1 0 0,0-1 1 0 0,6 1 0 0 0,3 0 5 0 0,1-1 0 0 0,-1-1 1 0 0,1-1-1 0 0,25-5 0 0 0,-26 3-17 0 0,-1-1-1 0 0,1 1 1 0 0,-1-2-1 0 0,0 0 0 0 0,0-1 1 0 0,0 0-1 0 0,-1 0 0 0 0,17-16 1 0 0,6-8-52 0 0,35-42 0 0 0,-50 51 21 0 0,25-24-58 0 0,-43 44 61 0 0,0 3-1 0 0,0-1 30 0 0,0 0 0 0 0,0 1-1 0 0,0-1 1 0 0,0 1 0 0 0,0-1-1 0 0,0 1 1 0 0,-1 0 0 0 0,1-1-1 0 0,0 1 1 0 0,0 0 0 0 0,-1 0-1 0 0,1-1 1 0 0,0 1 0 0 0,-1 0-1 0 0,1 0 1 0 0,-1 0 0 0 0,1 0-1 0 0,-1 0 1 0 0,1 0 0 0 0,-1 0-1 0 0,1 0 1 0 0,-1 0 0 0 0,0 0-1 0 0,0 0 1 0 0,0 0 0 0 0,1 0 0 0 0,-1 0-1 0 0,0 0 1 0 0,0 0 0 0 0,-1 1-1 0 0,1 40 47 0 0,0-37-34 0 0,0-3-9 0 0,-2 20 47 0 0,1 0 0 0 0,2 0 0 0 0,0 0 0 0 0,6 34 0 0 0,-6-51-36 0 0,0 1 0 0 0,1-1 0 0 0,0 0 0 0 0,0 0 0 0 0,0 0 0 0 0,0 0 0 0 0,1 0 0 0 0,0-1 0 0 0,0 1 0 0 0,0-1 0 0 0,1 0-1 0 0,-1 0 1 0 0,1 0 0 0 0,0 0 0 0 0,0-1 0 0 0,0 1 0 0 0,1-1 0 0 0,-1 0 0 0 0,1 0 0 0 0,0-1 0 0 0,-1 1 0 0 0,1-1 0 0 0,11 3 0 0 0,-1-1-5 0 0,1-2-1 0 0,0 0 0 0 0,0 0 1 0 0,0-1-1 0 0,1-1 0 0 0,-1-1 1 0 0,0 0-1 0 0,0-1 1 0 0,0-1-1 0 0,-1-1 0 0 0,1 0 1 0 0,-1-1-1 0 0,0 0 1 0 0,0-1-1 0 0,26-15 0 0 0,-13 4-26 0 0,0-1-1 0 0,-2-1 0 0 0,0-1 1 0 0,-1-2-1 0 0,-1 0 0 0 0,37-46 1 0 0,-20 14-12 0 0,-3-2 1 0 0,-2-1 0 0 0,-2-2 0 0 0,-4-2 0 0 0,46-125 0 0 0,-63 146 5 0 0,13-68 0 0 0,-25 106 19 0 0,-1-1 0 0 0,1 0 0 0 0,-1 0 0 0 0,0 1-1 0 0,0-1 1 0 0,0 0 0 0 0,0 1 0 0 0,-1-1 0 0 0,1 0 0 0 0,-1 1 0 0 0,1-1 0 0 0,-1 0 0 0 0,0 1 0 0 0,-2-5 0 0 0,2 7 4 0 0,0-1 1 0 0,1 1-1 0 0,-1-1 0 0 0,0 1 1 0 0,0 0-1 0 0,0-1 0 0 0,1 1 1 0 0,-1 0-1 0 0,0 0 0 0 0,0 0 1 0 0,0 0-1 0 0,1 0 0 0 0,-1-1 1 0 0,0 2-1 0 0,0-1 1 0 0,0 0-1 0 0,0 0 0 0 0,1 0 1 0 0,-1 0-1 0 0,0 0 0 0 0,0 1 1 0 0,0-1-1 0 0,1 0 0 0 0,-1 1 1 0 0,0-1-1 0 0,0 0 0 0 0,1 1 1 0 0,-2 0-1 0 0,-20 14-10 0 0,8-3 14 0 0,0 1-1 0 0,1 1 0 0 0,1 1 0 0 0,0 0 0 0 0,0 0 0 0 0,-9 20 0 0 0,-50 105 21 0 0,64-124-22 0 0,-14 28 39 0 0,3 1-1 0 0,1 1 1 0 0,2 0 0 0 0,3 2-1 0 0,-11 81 1 0 0,22-118-16 0 0,0 0-1 0 0,1-1 0 0 0,0 1 1 0 0,1 0-1 0 0,0 0 0 0 0,1-1 1 0 0,0 1-1 0 0,6 16 0 0 0,-5-22-11 0 0,-1 1 0 0 0,1-1 0 0 0,0 0 1 0 0,0 0-1 0 0,1 0 0 0 0,0 0 0 0 0,0 0 0 0 0,0-1 0 0 0,0 1 0 0 0,0-1 0 0 0,1 0 0 0 0,0-1 0 0 0,0 1 0 0 0,0-1 0 0 0,0 0 0 0 0,8 3 1 0 0,0-1-5 0 0,-1-1 1 0 0,2-1 0 0 0,-1 0-1 0 0,0 0 1 0 0,1-1 0 0 0,-1-1-1 0 0,1 0 1 0 0,-1-1 0 0 0,1-1 0 0 0,-1 0-1 0 0,1-1 1 0 0,-1 0 0 0 0,1-1-1 0 0,15-6 1 0 0,1-1-20 0 0,0-2 1 0 0,-1-1-1 0 0,0-1 0 0 0,51-34 0 0 0,-39 18-19 0 0,-2-1-1 0 0,-2-2 1 0 0,0-1-1 0 0,53-67 1 0 0,-41 37-1 0 0,-2-3 0 0 0,42-83 1 0 0,-85 144 33 0 0,52-105-27 0 0,-50 96 42 0 0,0 0 0 0 0,-1 0-1 0 0,-1 0 1 0 0,0 0-1 0 0,2-30 1 0 0,-5 44-15 0 0,-1-1 0 0 0,0 1 0 0 0,0-1-1 0 0,0 1 1 0 0,0-1 0 0 0,0 1 0 0 0,0-1 0 0 0,0 1 0 0 0,0-1 0 0 0,0 1 0 0 0,-1-1 0 0 0,1 1 0 0 0,-1-1-1 0 0,1 1 1 0 0,-1 0 0 0 0,0-1 0 0 0,1 1 0 0 0,-1 0 0 0 0,0-1 0 0 0,0 1 0 0 0,0 0 0 0 0,0 0-1 0 0,0 0 1 0 0,0 0 0 0 0,0 0 0 0 0,-1 0 0 0 0,1 0 0 0 0,0 0 0 0 0,0 0 0 0 0,-1 1 0 0 0,0-2 0 0 0,-2 2 4 0 0,1-1 0 0 0,0 1 0 0 0,0 0 1 0 0,-1 0-1 0 0,1 0 0 0 0,0 1 1 0 0,0-1-1 0 0,0 1 0 0 0,-1 0 0 0 0,1 0 1 0 0,0 0-1 0 0,0 0 0 0 0,0 0 1 0 0,-3 2-1 0 0,-13 8 93 0 0,0 0 1 0 0,1 1-1 0 0,0 1 0 0 0,1 1 1 0 0,0 0-1 0 0,1 1 1 0 0,-16 20-1 0 0,4 0 121 0 0,1 1 0 0 0,-33 57 1 0 0,49-72-142 0 0,0-1 0 0 0,1 1 0 0 0,1 1 0 0 0,1 0-1 0 0,1 0 1 0 0,1 1 0 0 0,-4 25 0 0 0,9-36-167 0 0,0 0-1 0 0,0-1 1 0 0,1 1-1 0 0,1 0 0 0 0,0 0 1 0 0,1-1-1 0 0,0 1 0 0 0,0-1 1 0 0,1 1-1 0 0,1-1 1 0 0,0 0-1 0 0,1 0 0 0 0,0-1 1 0 0,0 1-1 0 0,14 18 1 0 0,-7-15-671 0 0,0 0 0 0 0,1-1 0 0 0,0 0 1 0 0,21 15-1 0 0,31 15-4651 0 0,-14-15-559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3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92 115 4052 0 0,'6'1'1338'0'0,"1"0"-1"0"0,0-1 1 0 0,-1 1-1 0 0,1-1 1 0 0,0-1 0 0 0,-1 0-1 0 0,1 0 1 0 0,-1 0-1 0 0,11-4 1 0 0,-16 5-1228 0 0,0-1 0 0 0,-1 1 1 0 0,1-1-1 0 0,0 1 0 0 0,-1-1 1 0 0,1 0-1 0 0,-1 1 0 0 0,1-1 1 0 0,-1 0-1 0 0,1 0 1 0 0,-1 0-1 0 0,1 1 0 0 0,-1-1 1 0 0,0 0-1 0 0,1 0 0 0 0,-1 0 1 0 0,0 0-1 0 0,0 0 0 0 0,0 0 1 0 0,0 1-1 0 0,1-1 1 0 0,-1 0-1 0 0,-1 0 0 0 0,1 0 1 0 0,0 0-1 0 0,0-1 0 0 0,-5-22 863 0 0,3 20-947 0 0,0 0-1 0 0,0 0 1 0 0,-1 1 0 0 0,1-1-1 0 0,-1 0 1 0 0,0 1 0 0 0,-4-5 0 0 0,4 5-375 0 0,0 1 0 0 0,-1 0 0 0 0,1-1 0 0 0,-1 1 0 0 0,0 0 0 0 0,1 0 0 0 0,-1 1 0 0 0,0-1 0 0 0,0 1 0 0 0,0 0 0 0 0,-1 0 0 0 0,1 0 0 0 0,-4 1 0 0 0,-47-4-6983 0 0,20 2 368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4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79 1416 0 0,'0'0'1532'0'0,"-6"10"2676"0"0,5-9-4016 0 0,0 0 1 0 0,1 1-1 0 0,-1-1 1 0 0,1 0-1 0 0,-1 0 0 0 0,1 0 1 0 0,0 0-1 0 0,-1 1 0 0 0,1-1 1 0 0,0 0-1 0 0,0 0 1 0 0,0 1-1 0 0,0-1 0 0 0,0 0 1 0 0,0 0-1 0 0,0 1 0 0 0,0-1 1 0 0,0 0-1 0 0,1 0 1 0 0,-1 0-1 0 0,0 1 0 0 0,1 0 1 0 0,1 0-15 0 0,-1 0-1 0 0,1 0 1 0 0,-1 0 0 0 0,1 0 0 0 0,0 0-1 0 0,-1 0 1 0 0,1 0 0 0 0,0-1 0 0 0,0 1 0 0 0,4 1-1 0 0,5 3 149 0 0,0-1 0 0 0,1-1 0 0 0,18 6 0 0 0,-28-9-273 0 0,44 10 401 0 0,0-1-1 0 0,49 3 0 0 0,96 1 68 0 0,-135-12-392 0 0,691 7 487 0 0,2-39-487 0 0,-364 12-107 0 0,161-5-28 0 0,1061-36-28 0 0,767 37 56 0 0,-1412 35 0 0 0,1368 10-18 0 0,-1793-36 67 0 0,-401 8 8 0 0,-125 5-71 0 0,10-1 35 0 0,-1 0 1 0 0,1-1-1 0 0,23-5 1 0 0,-42 6-102 0 0,1 1 0 0 0,0-1 1 0 0,0 0-1 0 0,-1 0 0 0 0,1-1 0 0 0,0 1 1 0 0,-1 0-1 0 0,1-1 0 0 0,-1 0 1 0 0,0 1-1 0 0,0-1 0 0 0,1 0 0 0 0,2-4 1 0 0,-4 4-486 0 0,0 0 0 0 0,0 0 0 0 0,0 0 0 0 0,0 0 0 0 0,-1-1 0 0 0,1 1 0 0 0,-1 0 0 0 0,1 0 0 0 0,-1-1 0 0 0,0 1 0 0 0,0 0 0 0 0,0 0 0 0 0,0-1 0 0 0,0 1 1 0 0,0 0-1 0 0,-1-1 0 0 0,0-1 0 0 0,-3-11-4482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5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40 131 528 0 0,'-3'-130'12123'0'0,"-15"162"-14902"0"0,10-17-351 0 0,-2 1-1208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3:2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1620 0 0,'2'8'2907'0'0,"-1"1"-1"0"0,2-1 1 0 0,-1 0-1 0 0,1 0 1 0 0,8 16 1753 0 0,-10-23-4595 0 0,-1-1-1 0 0,0 1 1 0 0,1-1-1 0 0,-1 0 1 0 0,0 1-1 0 0,1-1 1 0 0,-1 0-1 0 0,0 0 0 0 0,1 1 1 0 0,-1-1-1 0 0,1 0 1 0 0,-1 0-1 0 0,0 1 1 0 0,1-1-1 0 0,-1 0 1 0 0,1 0-1 0 0,-1 0 1 0 0,1 0-1 0 0,-1 0 1 0 0,1 0-1 0 0,-1 0 1 0 0,1 0-1 0 0,-1 0 1 0 0,1 0-1 0 0,-1 0 0 0 0,1 0 1 0 0,-1 0-1 0 0,1 0 1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47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1054 32 52 0 0,'41'-28'14880'0'0,"-35"25"-12845"0"0,-25 22-1365 0 0,0 0 0 0 0,-1-1 0 0 0,-32 22 0 0 0,21-17-336 0 0,-263 183 1348 0 0,-12-18-228 0 0,152-95-990 0 0,138-83-420 0 0,-11 5 54 0 0,1 2-1 0 0,0 1 0 0 0,1 1 0 0 0,-44 43 1 0 0,67-60-93 0 0,1-1 1 0 0,-1 1 0 0 0,1 0 0 0 0,-1 0 0 0 0,1 0 0 0 0,0 1 0 0 0,0-1 0 0 0,0 0-1 0 0,0 0 1 0 0,0 1 0 0 0,0-1 0 0 0,1 1 0 0 0,-1-1 0 0 0,1 1 0 0 0,-1-1 0 0 0,1 0 0 0 0,0 1-1 0 0,0-1 1 0 0,1 4 0 0 0,0-3 2 0 0,0 0 1 0 0,0 1-1 0 0,0-1 0 0 0,0 0 1 0 0,1 0-1 0 0,0-1 0 0 0,0 1 1 0 0,-1 0-1 0 0,1-1 0 0 0,1 1 1 0 0,-1-1-1 0 0,5 5 0 0 0,6 2 30 0 0,0 1 0 0 0,1-1-1 0 0,0-1 1 0 0,25 10 0 0 0,-34-16-28 0 0,80 34 127 0 0,118 33 0 0 0,95 3-78 0 0,-133-37 213 0 0,-163-34-273 0 0,1-1 43 0 0,1 1-280 0 0,14 0 131 0 0,-3-10-4039 0 0,25-29-7482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47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70 2416 0 0,'15'-69'13727'0'0,"-17"123"-11846"0"0,-2 0-1 0 0,-3 0 0 0 0,-13 53 1 0 0,-52 158-1160 0 0,58-218-379 0 0,7-23-637 0 0,-20 74 353 0 0,25-84-2611 0 0,0 0 0 0 0,-1 22 0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48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11 102 1968 0 0,'2'-15'1603'0'0,"-1"8"-555"0"0,0-1-1 0 0,1 1 1 0 0,0-1 0 0 0,0 1-1 0 0,1 0 1 0 0,5-13 0 0 0,-7 19-881 0 0,1-1 0 0 0,-1 0 0 0 0,1 0 1 0 0,0 1-1 0 0,-1-1 0 0 0,1 1 1 0 0,0-1-1 0 0,0 1 0 0 0,0 0 0 0 0,0 0 1 0 0,0 0-1 0 0,0 0 0 0 0,0 0 1 0 0,0 0-1 0 0,0 0 0 0 0,0 1 1 0 0,1-1-1 0 0,-1 1 0 0 0,0-1 0 0 0,0 1 1 0 0,1 0-1 0 0,-1 0 0 0 0,0 0 1 0 0,1 0-1 0 0,-1 1 0 0 0,0-1 0 0 0,4 2 1 0 0,12 2 235 0 0,-1 1 0 0 0,1 1 0 0 0,-1 0 0 0 0,-1 1-1 0 0,1 1 1 0 0,-1 1 0 0 0,-1 0 0 0 0,18 14 0 0 0,-10-5-51 0 0,0 1-1 0 0,-2 1 1 0 0,0 1-1 0 0,24 31 1 0 0,-34-37-130 0 0,1 1 1 0 0,-2 1-1 0 0,0-1 1 0 0,-1 2-1 0 0,-1-1 1 0 0,-1 1-1 0 0,0 0 1 0 0,4 20 0 0 0,-9-27-128 0 0,0 0 1 0 0,-1 0 0 0 0,0 0-1 0 0,0 0 1 0 0,-1 0 0 0 0,-1 0 0 0 0,0 0-1 0 0,-1 0 1 0 0,0 0 0 0 0,0 0-1 0 0,-1-1 1 0 0,-1 1 0 0 0,0-1-1 0 0,0 1 1 0 0,-8 13 0 0 0,3-11-49 0 0,0-1 0 0 0,0 1 0 0 0,-1-1 0 0 0,0-1 1 0 0,-1 0-1 0 0,-1 0 0 0 0,0-1 0 0 0,0-1 0 0 0,-1 0 0 0 0,0-1 0 0 0,0 0 0 0 0,-1-1 1 0 0,-17 7-1 0 0,16-8-33 0 0,-1-1-1 0 0,0 0 1 0 0,-1-2 0 0 0,1 0 0 0 0,-1 0 0 0 0,1-2 0 0 0,-1 0 0 0 0,0 0-1 0 0,1-2 1 0 0,-1 0 0 0 0,0-1 0 0 0,-18-5 0 0 0,33 7-166 0 0,0 0 0 0 0,0-1-1 0 0,0 1 1 0 0,0-1 0 0 0,0 0 0 0 0,0 1 0 0 0,1-1-1 0 0,-1 0 1 0 0,0 0 0 0 0,0 0 0 0 0,1 0 0 0 0,-1-1 0 0 0,1 1-1 0 0,-1 0 1 0 0,1-1 0 0 0,-1 1 0 0 0,1-1 0 0 0,0 1-1 0 0,0-1 1 0 0,-1 0 0 0 0,1 1 0 0 0,-1-4 0 0 0,2 3-420 0 0,0 0 0 0 0,0-1 1 0 0,0 1-1 0 0,0 0 1 0 0,0 0-1 0 0,1-1 0 0 0,-1 1 1 0 0,1 0-1 0 0,-1 0 1 0 0,1 0-1 0 0,0-1 0 0 0,0 1 1 0 0,0 0-1 0 0,0 0 1 0 0,0 0-1 0 0,1 0 0 0 0,-1 1 1 0 0,0-1-1 0 0,1 0 1 0 0,2-1-1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4:4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165 156 496 0 0,'-101'-148'15575'0'0,"101"147"-15509"0"0,0 1 0 0 0,0 0 0 0 0,0-1 0 0 0,0 1 0 0 0,0-1 0 0 0,-1 1-1 0 0,1 0 1 0 0,0-1 0 0 0,0 1 0 0 0,-1 0 0 0 0,1-1 0 0 0,0 1 0 0 0,0 0 0 0 0,-1 0 0 0 0,1-1 0 0 0,0 1 0 0 0,-1 0 0 0 0,1 0 0 0 0,0 0 0 0 0,-1-1 0 0 0,1 1 0 0 0,0 0 0 0 0,-1 0 0 0 0,1 0 0 0 0,-1 0 0 0 0,1 0-1 0 0,0 0 1 0 0,-1 0 0 0 0,1 0 0 0 0,-1 0 0 0 0,1 0 0 0 0,0 0 0 0 0,-1 0 0 0 0,1 0 0 0 0,-1 0 0 0 0,1 0 0 0 0,0 0 0 0 0,-1 0 0 0 0,1 0 0 0 0,0 1 0 0 0,-1-1 0 0 0,0 0 0 0 0,1 1 23 0 0,-1 0 0 0 0,1-1 0 0 0,0 1 0 0 0,-1 0 0 0 0,1 0 1 0 0,0 0-1 0 0,-1-1 0 0 0,1 1 0 0 0,0 0 0 0 0,0 0 0 0 0,0 0 0 0 0,0 0 1 0 0,0-1-1 0 0,0 1 0 0 0,0 0 0 0 0,0 0 0 0 0,0 1 0 0 0,4 12 277 0 0,0 0 0 0 0,1 0 0 0 0,1-1 0 0 0,0 0 0 0 0,0 0 0 0 0,2-1 0 0 0,-1 1 0 0 0,17 17 0 0 0,5 5-35 0 0,48 42 1 0 0,221 162 337 0 0,-94-83-557 0 0,-199-152-119 0 0,0 1-1 0 0,0-1 1 0 0,0 1 0 0 0,-1 0 0 0 0,1 0-1 0 0,-1 0 1 0 0,0 1 0 0 0,-1 0 0 0 0,5 7-1 0 0,-7-10 14 0 0,-1-1 0 0 0,1 1 0 0 0,0 0 0 0 0,-1 0-1 0 0,1 0 1 0 0,-1 0 0 0 0,0-1 0 0 0,0 1 0 0 0,0 0 0 0 0,0 0-1 0 0,-1 0 1 0 0,1 0 0 0 0,-1 0 0 0 0,0 0 0 0 0,0-1 0 0 0,0 1-1 0 0,0 0 1 0 0,0-1 0 0 0,0 1 0 0 0,-1-1 0 0 0,1 1 0 0 0,-1-1 0 0 0,-3 4-1 0 0,-5 6 90 0 0,0-2 0 0 0,-1 0 0 0 0,0 0 0 0 0,0-1 0 0 0,-14 8-1 0 0,-66 36 324 0 0,67-40-357 0 0,-177 90 256 0 0,-47 26-144 0 0,209-107-259 0 0,-8 4-2631 0 0,17-7-3735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1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515 177 184 0 0,'2'-6'523'0'0,"0"0"0"0"0,-1-1 0 0 0,0 1 1 0 0,0-1-1 0 0,0 1 0 0 0,-1-1 0 0 0,0 1 0 0 0,0-1 0 0 0,-1 1 0 0 0,0-1 0 0 0,0 1 1 0 0,0-1-1 0 0,-1 1 0 0 0,0 0 0 0 0,0 0 0 0 0,0-1 0 0 0,-1 2 0 0 0,-5-9 0 0 0,6 10-435 0 0,0 1 0 0 0,-1-1 0 0 0,1 1-1 0 0,-1 0 1 0 0,0 0 0 0 0,0 0-1 0 0,0 0 1 0 0,0 1 0 0 0,-1-1 0 0 0,1 1-1 0 0,-1 0 1 0 0,1 0 0 0 0,-1 0-1 0 0,0 0 1 0 0,0 1 0 0 0,0-1 0 0 0,1 1-1 0 0,-2 0 1 0 0,1 0 0 0 0,0 1-1 0 0,0-1 1 0 0,0 1 0 0 0,0 0 0 0 0,0 0-1 0 0,0 0 1 0 0,-1 1 0 0 0,1-1-1 0 0,0 1 1 0 0,0 0 0 0 0,-4 1 0 0 0,-4 3 47 0 0,1 0 1 0 0,0 1-1 0 0,0 0 1 0 0,0 0-1 0 0,1 1 1 0 0,0 1 0 0 0,0 0-1 0 0,-14 14 1 0 0,-2 6 248 0 0,-35 48 1 0 0,-43 83 388 0 0,88-130-664 0 0,2 1 0 0 0,0 0-1 0 0,-16 58 1 0 0,27-76-84 0 0,1-1-1 0 0,0 1 1 0 0,0-1 0 0 0,2 1-1 0 0,-1-1 1 0 0,1 1-1 0 0,1 0 1 0 0,0-1 0 0 0,1 1-1 0 0,5 18 1 0 0,-6-24-18 0 0,1-1 0 0 0,0 0 0 0 0,1 0 0 0 0,-1 0 0 0 0,1 0 1 0 0,0-1-1 0 0,0 1 0 0 0,1-1 0 0 0,-1 1 0 0 0,1-1 0 0 0,0 0 0 0 0,0-1 0 0 0,0 1 1 0 0,1-1-1 0 0,-1 0 0 0 0,1 0 0 0 0,0 0 0 0 0,0 0 0 0 0,0-1 0 0 0,0 0 0 0 0,0 0 0 0 0,0 0 1 0 0,1-1-1 0 0,8 1 0 0 0,-4 0-3 0 0,0-1 0 0 0,1-1 0 0 0,-1 1-1 0 0,0-2 1 0 0,1 0 0 0 0,-1 0 0 0 0,0-1 0 0 0,1 0 0 0 0,-1 0 0 0 0,14-7 0 0 0,-11 4-1 0 0,-1-2 1 0 0,0 1 0 0 0,0-1 0 0 0,0-1-1 0 0,-1-1 1 0 0,0 1 0 0 0,11-13 0 0 0,-6 4-13 0 0,-1 0 1 0 0,-1-1 0 0 0,0-1 0 0 0,-2 0-1 0 0,0-1 1 0 0,-1 0 0 0 0,-1-1-1 0 0,-1 0 1 0 0,7-28 0 0 0,-11 31-9 0 0,-1 1 0 0 0,0-1 0 0 0,-2 0 0 0 0,0 0 0 0 0,-1 0 0 0 0,-1 0 0 0 0,-1 0-1 0 0,0 0 1 0 0,-6-26 0 0 0,5 36 15 0 0,1 1-1 0 0,-1 0 0 0 0,-1 0 1 0 0,0 1-1 0 0,0-1 1 0 0,0 0-1 0 0,0 1 0 0 0,-1 0 1 0 0,0 0-1 0 0,-1 0 0 0 0,1 0 1 0 0,-1 1-1 0 0,0-1 0 0 0,-1 1 1 0 0,1 1-1 0 0,-1-1 0 0 0,0 1 1 0 0,0 0-1 0 0,0 0 0 0 0,-1 0 1 0 0,1 1-1 0 0,-1 0 0 0 0,0 1 1 0 0,0-1-1 0 0,-14-2 0 0 0,11 4 7 0 0,1 0-1 0 0,-1 1 1 0 0,1 0-1 0 0,-1 1 1 0 0,1 0-1 0 0,-1 0 1 0 0,1 1-1 0 0,-1 0 1 0 0,1 0-1 0 0,0 1 1 0 0,0 1-1 0 0,0 0 1 0 0,1 0-1 0 0,-1 0 1 0 0,1 1-1 0 0,0 0 1 0 0,0 1-1 0 0,0 0 1 0 0,1 0-1 0 0,0 1 1 0 0,0-1-1 0 0,-7 11 0 0 0,13-16 1 0 0,0 1 0 0 0,0-1 0 0 0,0 0-1 0 0,0 1 1 0 0,0-1 0 0 0,1 1-1 0 0,-1-1 1 0 0,0 1 0 0 0,1-1-1 0 0,-1 1 1 0 0,1 0 0 0 0,0-1 0 0 0,-1 1-1 0 0,1-1 1 0 0,0 1 0 0 0,0 0-1 0 0,0-1 1 0 0,0 1 0 0 0,0 0-1 0 0,1-1 1 0 0,0 3 0 0 0,0-2-1 0 0,-1-1 0 0 0,1 1 0 0 0,1-1 0 0 0,-1 0-1 0 0,0 1 1 0 0,0-1 0 0 0,0 0 0 0 0,1 0 0 0 0,-1 0 0 0 0,1 0 0 0 0,-1 0 0 0 0,1 0 0 0 0,-1 0 0 0 0,1 0 0 0 0,-1 0-1 0 0,3 0 1 0 0,4 1-1 0 0,0 0-1 0 0,0 0 1 0 0,0-1-1 0 0,0 0 0 0 0,0 0 1 0 0,0-1-1 0 0,11-1 1 0 0,3-2-23 0 0,0-2 1 0 0,0 0 0 0 0,40-15 0 0 0,57-34-44 0 0,-81 35 36 0 0,1 2-1 0 0,73-23 0 0 0,-103 38 28 0 0,0 0 1 0 0,0 1-1 0 0,0 0 1 0 0,0 1 0 0 0,0 0-1 0 0,1 0 1 0 0,-1 1-1 0 0,0 0 1 0 0,0 0-1 0 0,0 1 1 0 0,-1 0-1 0 0,1 1 1 0 0,0 0-1 0 0,8 5 1 0 0,-6-3 7 0 0,0 2-1 0 0,-1-1 1 0 0,0 1 0 0 0,0 1 0 0 0,0 0-1 0 0,-1 0 1 0 0,0 1 0 0 0,-1 0-1 0 0,13 19 1 0 0,-13-16 22 0 0,0 2-1 0 0,0-1 1 0 0,-1 1 0 0 0,-1 0-1 0 0,-1 0 1 0 0,0 1 0 0 0,6 27-1 0 0,-9-31 16 0 0,-1 1-1 0 0,0 0 1 0 0,0 0 0 0 0,-1 0-1 0 0,-1 0 1 0 0,0-1-1 0 0,-1 1 1 0 0,0 0-1 0 0,0-1 1 0 0,-6 15 0 0 0,2-10 206 0 0,4-7 102 0 0,-2-1 1 0 0,1 0-1 0 0,-8 13 0 0 0,10-19 246 0 0,-3-9-336 0 0,4 6-257 0 0,0 1 1 0 0,-1-1-1 0 0,1 1 0 0 0,0 0 1 0 0,-1-1-1 0 0,1 1 0 0 0,0-1 1 0 0,-1 1-1 0 0,1-1 0 0 0,0 1 0 0 0,0-1 1 0 0,0 0-1 0 0,0 1 0 0 0,0-1 1 0 0,0 1-1 0 0,-1-1 0 0 0,1 1 1 0 0,0-1-1 0 0,0 1 0 0 0,1-1 0 0 0,-1 0 1 0 0,5-20 30 0 0,1 1 1 0 0,1 1-1 0 0,1-1 1 0 0,1 1-1 0 0,12-20 1 0 0,-7 13-32 0 0,-11 20-161 0 0,11-21 332 0 0,0 1 1 0 0,35-47-1 0 0,-42 65-638 0 0,0 0 0 0 0,0 1 0 0 0,1 0 0 0 0,16-11 0 0 0,-17 13-785 0 0,0 1 0 0 0,1 0 0 0 0,-1 1 0 0 0,1 0 1 0 0,0 0-1 0 0,16-3 0 0 0,-2 2-5544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2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618 133 392 0 0,'2'-2'2266'0'0,"1"-1"-1297"0"0,0-1 1 0 0,0 1-1 0 0,0 0 0 0 0,-1-1 0 0 0,1 0 1 0 0,-1 0-1 0 0,0 0 0 0 0,0 0 0 0 0,0 0 1 0 0,-1 0-1 0 0,2-8 0 0 0,-2 8-614 0 0,-1 1 0 0 0,1-1-1 0 0,-1 1 1 0 0,0-1 0 0 0,-1 0 0 0 0,1 1-1 0 0,-1-1 1 0 0,1 1 0 0 0,-1-1 0 0 0,0 1-1 0 0,0-1 1 0 0,-1 1 0 0 0,1 0 0 0 0,-1-1-1 0 0,-2-3 1 0 0,3 5-281 0 0,-1 1 0 0 0,1 0 1 0 0,-1-1-1 0 0,1 1 0 0 0,-1 0 0 0 0,1-1 0 0 0,-1 1 0 0 0,0 0 1 0 0,1 0-1 0 0,-1 1 0 0 0,0-1 0 0 0,0 0 0 0 0,-2 0 0 0 0,2 0-47 0 0,1 1-9 0 0,0 0 0 0 0,0-1 0 0 0,0 1 0 0 0,-1 0-1 0 0,1 0 1 0 0,0 0 0 0 0,0 0 0 0 0,0 0 0 0 0,-1 0 0 0 0,1 0 0 0 0,0 1 0 0 0,0-1 0 0 0,0 0 0 0 0,-1 1-1 0 0,1-1 1 0 0,0 1 0 0 0,-2 0 0 0 0,0 1 34 0 0,-10 2 55 0 0,1 0-1 0 0,0 2 1 0 0,1-1 0 0 0,-1 1-1 0 0,-13 10 1 0 0,-49 42 421 0 0,62-49-436 0 0,-49 43 772 0 0,-87 95 1 0 0,117-110-522 0 0,0 1 0 0 0,3 1 0 0 0,-46 83 1 0 0,68-108-236 0 0,0-1 1 0 0,0 1 0 0 0,1 0 0 0 0,1 0 0 0 0,0 0-1 0 0,1 1 1 0 0,1-1 0 0 0,-2 28 0 0 0,4-35-53 0 0,1 0 1 0 0,-1 1 0 0 0,2-1 0 0 0,-1 0 0 0 0,1 0-1 0 0,0 0 1 0 0,0 0 0 0 0,0 0 0 0 0,1 0 0 0 0,1-1-1 0 0,-1 1 1 0 0,1-1 0 0 0,0 0 0 0 0,0 0 0 0 0,1 0-1 0 0,-1-1 1 0 0,1 0 0 0 0,1 1 0 0 0,7 5 0 0 0,1-2-23 0 0,-1 0 1 0 0,1-1 0 0 0,1 0 0 0 0,0-1 0 0 0,0-1 0 0 0,0 0 0 0 0,1-1 0 0 0,19 3 0 0 0,16 1 58 0 0,65 2-1 0 0,-20-2 204 0 0,-92-9-354 0 0,1 1-1 0 0,-1-1 1 0 0,0 0-1 0 0,1 0 1 0 0,-1-1 0 0 0,0 1-1 0 0,0-1 1 0 0,1 0-1 0 0,-1 0 1 0 0,0-1-1 0 0,0 1 1 0 0,0-1 0 0 0,0 0-1 0 0,0 0 1 0 0,4-3-1 0 0,9-10-5241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2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26 608 0 0,'-2'-2'365'0'0,"1"0"-1"0"0,-1 0 1 0 0,1 0 0 0 0,-1 0-1 0 0,0 1 1 0 0,1-1 0 0 0,-1 1-1 0 0,0-1 1 0 0,0 1 0 0 0,0 0 0 0 0,0 0-1 0 0,0 0 1 0 0,-1 0 0 0 0,1 0-1 0 0,0 0 1 0 0,0 0 0 0 0,-4 0-1 0 0,2 1-113 0 0,1 0 0 0 0,-1 0 0 0 0,1 0-1 0 0,-1 1 1 0 0,1-1 0 0 0,0 1 0 0 0,-1 0 0 0 0,1 0-1 0 0,0 0 1 0 0,-7 3 0 0 0,0 1 49 0 0,1 1 1 0 0,0 0-1 0 0,0 1 1 0 0,0 0-1 0 0,0 1 1 0 0,-11 13-1 0 0,-6 10 280 0 0,1 2 0 0 0,2 0 0 0 0,2 2 0 0 0,-25 51 0 0 0,22-31 31 0 0,2 1-1 0 0,-20 79 0 0 0,30-87-398 0 0,3 1 1 0 0,2-1-1 0 0,2 1 0 0 0,2 56 1 0 0,4-67-145 0 0,2-1-1 0 0,1 1 1 0 0,2-1-1 0 0,2 0 1 0 0,1-1 0 0 0,14 36-1 0 0,-16-55-38 0 0,1 0 0 0 0,0-1 0 0 0,1 0-1 0 0,1-1 1 0 0,0 1 0 0 0,1-2-1 0 0,1 0 1 0 0,0 0 0 0 0,16 12 0 0 0,-21-20-320 0 0,1 0 0 0 0,0 0 0 0 0,0-1 0 0 0,0 0 0 0 0,1-1-1 0 0,0 0 1 0 0,-1 0 0 0 0,13 3 0 0 0,-14-6-438 0 0,0 1 0 0 0,1-1 0 0 0,-1-1 0 0 0,0 1 0 0 0,1-1 0 0 0,-1 0-1 0 0,0-1 1 0 0,1 0 0 0 0,-1 0 0 0 0,0-1 0 0 0,13-4 0 0 0,5-3-4086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3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130 108 2124 0 0,'-4'-29'2953'0'0,"3"18"-1415"0"0,0 0 0 0 0,-1 1 0 0 0,0-1 0 0 0,-1 0 0 0 0,-6-14 878 0 0,2 52 72 0 0,-18 111-15 0 0,10-43-1970 0 0,-32 213-966 0 0,33-209-7532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3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2252 0 0,'2'-13'921'0'0,"1"0"-1"0"0,0 0 1 0 0,1 1-1 0 0,1 0 1 0 0,0-1-1 0 0,0 1 0 0 0,8-11 1 0 0,-9 17-641 0 0,0 0-1 0 0,1 1 1 0 0,0-1-1 0 0,0 1 1 0 0,0 0 0 0 0,1 0-1 0 0,0 1 1 0 0,0-1-1 0 0,0 1 1 0 0,0 1 0 0 0,0-1-1 0 0,1 1 1 0 0,0 0-1 0 0,7-2 1 0 0,-1 2-46 0 0,1 0 1 0 0,-1 1-1 0 0,1 1 0 0 0,-1 0 1 0 0,1 1-1 0 0,-1 0 0 0 0,1 1 1 0 0,-1 0-1 0 0,1 1 0 0 0,-1 1 1 0 0,0 0-1 0 0,0 1 0 0 0,0 0 1 0 0,0 1-1 0 0,-1 1 0 0 0,1 0 1 0 0,15 11-1 0 0,-14-9-110 0 0,0 1 0 0 0,-1 1 0 0 0,-1 0 0 0 0,1 1 0 0 0,-2 0 0 0 0,1 1 0 0 0,-2 0 0 0 0,1 1 0 0 0,-2 0-1 0 0,0 1 1 0 0,0 0 0 0 0,-1 0 0 0 0,-1 1 0 0 0,7 19 0 0 0,-12-26-70 0 0,0 1 0 0 0,0 0 0 0 0,-1-1 0 0 0,0 1 0 0 0,-1 0 0 0 0,1 0 0 0 0,-2 0 0 0 0,1 0 0 0 0,-1 0 0 0 0,-1-1 0 0 0,-3 13 0 0 0,1-8-18 0 0,-1-1 0 0 0,0 0 1 0 0,-1 0-1 0 0,0-1 1 0 0,-1 0-1 0 0,0 0 0 0 0,-10 11 1 0 0,0-3-11 0 0,0 0 0 0 0,-2-2 0 0 0,0 0 1 0 0,-1-2-1 0 0,-1 0 0 0 0,0-1 0 0 0,-35 17 0 0 0,38-22-187 0 0,0-2 0 0 0,0 0 0 0 0,0-1 0 0 0,-32 6 0 0 0,41-11-386 0 0,0 0 0 0 0,0 0 0 0 0,0-1-1 0 0,0 0 1 0 0,-10-2 0 0 0,13 1-263 0 0,1 0 0 0 0,0 0 0 0 0,-1-1 0 0 0,1 0-1 0 0,0 0 1 0 0,0 0 0 0 0,0-1 0 0 0,0 1 0 0 0,-6-5 0 0 0,-8-11-5632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3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0 116 380 0 0,'14'-20'2222'0'0,"50"-63"6052"0"0,-63 82-8137 0 0,0 0 0 0 0,0 0 0 0 0,0 0 0 0 0,0 0-1 0 0,0 0 1 0 0,0 0 0 0 0,1 0 0 0 0,-1 1-1 0 0,0-1 1 0 0,0 0 0 0 0,1 1 0 0 0,-1-1 0 0 0,1 1-1 0 0,-1-1 1 0 0,0 1 0 0 0,1 0 0 0 0,-1-1 0 0 0,1 1-1 0 0,-1 0 1 0 0,1 0 0 0 0,-1 0 0 0 0,3 1 0 0 0,-1-1-3 0 0,0 1 1 0 0,-1 0 0 0 0,1 1 0 0 0,0-1 0 0 0,-1 0-1 0 0,1 1 1 0 0,-1-1 0 0 0,0 1 0 0 0,0 0 0 0 0,1 0-1 0 0,1 2 1 0 0,5 6 263 0 0,-1 1-1 0 0,1 0 0 0 0,10 21 1 0 0,-19-32-392 0 0,21 40 513 0 0,-2 0 1 0 0,-1 2-1 0 0,-3-1 0 0 0,-1 2 0 0 0,15 83 0 0 0,-19-55-180 0 0,-2 0 0 0 0,-5 140 1 0 0,-7-156-270 0 0,-2 1-1 0 0,-3-1 1 0 0,-3-1 0 0 0,-1 0 0 0 0,-3 0 0 0 0,-26 55 0 0 0,17-52-3014 0 0,-36 58-1 0 0,43-87-4215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4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58 2104 0 0,'44'-57'12723'0'0,"-52"65"-12178"0"0,0 0 1 0 0,0 1 0 0 0,1 0 0 0 0,1 0-1 0 0,-1 1 1 0 0,-8 19 0 0 0,-27 68 682 0 0,37-83-1131 0 0,0 1 0 0 0,1 0 0 0 0,0 1 0 0 0,1-1 0 0 0,1 0 0 0 0,1 1 0 0 0,0 0 0 0 0,1-1 0 0 0,3 27 0 0 0,-2-36-82 0 0,0 0 0 0 0,0 1-1 0 0,1-1 1 0 0,0 0 0 0 0,1 0 0 0 0,-1 0-1 0 0,1 0 1 0 0,0 0 0 0 0,0-1-1 0 0,1 1 1 0 0,0-1 0 0 0,0 0-1 0 0,0 0 1 0 0,0 0 0 0 0,1-1-1 0 0,0 1 1 0 0,0-1 0 0 0,0 0-1 0 0,0-1 1 0 0,1 1 0 0 0,0-1 0 0 0,-1 0-1 0 0,1-1 1 0 0,0 1 0 0 0,10 2-1 0 0,-8-3-7 0 0,-1-1 0 0 0,1 0 0 0 0,-1 0 0 0 0,1 0 0 0 0,-1-1 0 0 0,1 0 0 0 0,-1 0 0 0 0,1-1 0 0 0,0 0 0 0 0,-1 0 0 0 0,0-1 0 0 0,1 0 0 0 0,-1-1 0 0 0,0 1 0 0 0,0-1 0 0 0,0 0 0 0 0,-1-1 0 0 0,1 0 0 0 0,10-8 0 0 0,-9 6-1 0 0,-1-1 1 0 0,0 0-1 0 0,0 0 0 0 0,-1 0 0 0 0,0-1 0 0 0,0 0 0 0 0,-1 0 0 0 0,0-1 0 0 0,0 1 0 0 0,-1-1 0 0 0,0 0 0 0 0,-1 0 0 0 0,0 0 1 0 0,4-19-1 0 0,-5 12 65 0 0,0-1 0 0 0,-1 1 1 0 0,0-1-1 0 0,-1 1 0 0 0,-1-1 1 0 0,-1 1-1 0 0,0 0 0 0 0,-8-28 1 0 0,7 39-35 0 0,1-1 1 0 0,-1 1 0 0 0,0 0-1 0 0,0 0 1 0 0,0 1 0 0 0,-1-1 0 0 0,0 1-1 0 0,0 0 1 0 0,0 0 0 0 0,0 0-1 0 0,-1 0 1 0 0,0 1 0 0 0,1-1-1 0 0,-1 1 1 0 0,0 1 0 0 0,-1-1 0 0 0,-9-3-1 0 0,0 0-19 0 0,0 2 0 0 0,0-1 0 0 0,-1 2 0 0 0,0 0 0 0 0,-20-1 0 0 0,27 4-6 0 0,-1 0 0 0 0,1 0 0 0 0,0 2 0 0 0,0-1-1 0 0,0 1 1 0 0,0 0 0 0 0,0 1 0 0 0,0 0 0 0 0,0 0 0 0 0,1 1-1 0 0,0 0 1 0 0,0 1 0 0 0,-14 9 0 0 0,19-12-177 0 0,-1 1 1 0 0,1 0 0 0 0,0-1 0 0 0,0 1-1 0 0,0 0 1 0 0,0 1 0 0 0,1-1-1 0 0,-1 0 1 0 0,1 1 0 0 0,0 0-1 0 0,0-1 1 0 0,0 1 0 0 0,1 0 0 0 0,-1 0-1 0 0,1 0 1 0 0,0 0 0 0 0,0 0-1 0 0,0 0 1 0 0,1 0 0 0 0,-1 1 0 0 0,1-1-1 0 0,0 0 1 0 0,0 0 0 0 0,1 0-1 0 0,-1 1 1 0 0,1-1 0 0 0,0 0-1 0 0,0 0 1 0 0,0 0 0 0 0,1 0 0 0 0,-1 0-1 0 0,3 3 1 0 0,-1-1-677 0 0,1 0 1 0 0,-1-1-1 0 0,1 1 0 0 0,1-1 1 0 0,-1 0-1 0 0,1 0 0 0 0,-1-1 1 0 0,1 1-1 0 0,9 4 0 0 0,8 6-5979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4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2560 0 0,'2'-15'2959'0'0,"2"1"0"0"0,6-17-1 0 0,-10 30-2864 0 0,1 1 0 0 0,-1-1 0 0 0,1 1 0 0 0,-1-1 0 0 0,1 1 0 0 0,-1 0 0 0 0,1-1 0 0 0,-1 1 0 0 0,1 0 0 0 0,-1-1 0 0 0,1 1 0 0 0,-1 0 0 0 0,1 0 0 0 0,0-1 1 0 0,-1 1-1 0 0,1 0 0 0 0,0 0 0 0 0,-1 0 0 0 0,1 0 0 0 0,-1 0 0 0 0,1 0 0 0 0,0 0 0 0 0,-1 0 0 0 0,1 0 0 0 0,0 0 0 0 0,-1 0 0 0 0,1 0 0 0 0,-1 1 0 0 0,1-1 0 0 0,0 0 0 0 0,-1 0 0 0 0,1 1 0 0 0,-1-1 0 0 0,1 0 0 0 0,0 1 0 0 0,21 13 1320 0 0,-13-4-1076 0 0,0 0-1 0 0,0 1 1 0 0,-1 0-1 0 0,0 1 1 0 0,-1 0-1 0 0,0 0 0 0 0,-1 0 1 0 0,-1 1-1 0 0,0 0 1 0 0,0 0-1 0 0,3 18 1 0 0,-5-19-141 0 0,-1 1 1 0 0,0-1-1 0 0,-1 0 1 0 0,0 1 0 0 0,-1-1-1 0 0,0 1 1 0 0,-1-1-1 0 0,-1 1 1 0 0,0-1 0 0 0,0 0-1 0 0,-2 1 1 0 0,-7 20-1 0 0,8-27-28 0 0,-1 0-1 0 0,1 0 0 0 0,-1 0 0 0 0,0-1 0 0 0,0 0 0 0 0,-1 1 0 0 0,0-2 0 0 0,0 1 0 0 0,-9 7 0 0 0,12-11 0 0 0,-1-2-77 0 0,2 1-85 0 0,0 0 1 0 0,0 0-1 0 0,0-1 1 0 0,1 1-1 0 0,-1 0 0 0 0,0-1 1 0 0,0 1-1 0 0,0-1 1 0 0,1 1-1 0 0,-1-1 1 0 0,0 1-1 0 0,1-1 0 0 0,-1 1 1 0 0,1-1-1 0 0,-1 0 1 0 0,0 1-1 0 0,1-1 1 0 0,-1 0-1 0 0,1 0 0 0 0,-1-1 4 0 0,1 0-1 0 0,-1 0 0 0 0,1 0 1 0 0,0 0-1 0 0,0 1 0 0 0,0-1 0 0 0,0 0 1 0 0,0 0-1 0 0,0 0 0 0 0,1-3 1 0 0,2-8 13 0 0,0 0-1 0 0,1 0 1 0 0,0 1 0 0 0,1-1 0 0 0,1 1 0 0 0,0 0 0 0 0,11-16 0 0 0,-5 10-394 0 0,2 1 1 0 0,0 0-1 0 0,32-28 1 0 0,-14 18-1627 0 0,42-26 0 0 0,34-14-5357 0 0,-100 62 6647 0 0,22-12-3169 0 0,5 0-1514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4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31 372 0 0,'5'-30'15505'0'0,"-5"47"-13264"0"0,1 86 2205 0 0,-2 100-1357 0 0,-2-152-2828 0 0,-2-1 0 0 0,-13 52 0 0 0,13-78-580 0 0,-36 144 1486 0 0,5-60-6889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4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2300 0 0,'1'-11'889'0'0,"1"0"1"0"0,1 0-1 0 0,-1 0 0 0 0,2 0 0 0 0,0 1 0 0 0,8-17 1 0 0,-11 24-698 0 0,1-1 1 0 0,0 1 0 0 0,1 0 0 0 0,-1 0 0 0 0,1 0 0 0 0,-1 0-1 0 0,1 0 1 0 0,0 1 0 0 0,0-1 0 0 0,0 1 0 0 0,0 0 0 0 0,0 0-1 0 0,1 0 1 0 0,-1 0 0 0 0,1 0 0 0 0,-1 1 0 0 0,1 0 0 0 0,-1 0-1 0 0,1 0 1 0 0,0 0 0 0 0,0 0 0 0 0,5 0 0 0 0,5 2 122 0 0,-1 0-1 0 0,1 0 1 0 0,-1 1 0 0 0,0 1-1 0 0,0 0 1 0 0,0 1 0 0 0,0 0 0 0 0,0 1-1 0 0,-1 1 1 0 0,13 7 0 0 0,1 2 143 0 0,-1 1-1 0 0,0 2 1 0 0,32 29 0 0 0,-38-29-257 0 0,-1 0 0 0 0,-1 0 1 0 0,0 2-1 0 0,-2 0 0 0 0,0 1 0 0 0,14 27 1 0 0,-24-39-130 0 0,-1 1 1 0 0,1 0 0 0 0,-2 0 0 0 0,1 0 0 0 0,-1 1-1 0 0,-1-1 1 0 0,0 1 0 0 0,-1 0 0 0 0,0-1 0 0 0,0 1-1 0 0,-1 0 1 0 0,0 0 0 0 0,-1 0 0 0 0,-1-1 0 0 0,1 1-1 0 0,-2 0 1 0 0,-3 11 0 0 0,0-7-5 0 0,-1 0 1 0 0,-1 0-1 0 0,0-1 1 0 0,-1 0-1 0 0,0-1 1 0 0,-1 0-1 0 0,0 0 1 0 0,-1-1-1 0 0,-1-1 1 0 0,-17 14-1 0 0,20-17-326 0 0,-1-1 0 0 0,0 0 1 0 0,-1 0-1 0 0,0-1 0 0 0,0-1 0 0 0,0 1 0 0 0,0-2 0 0 0,-1 0 1 0 0,0 0-1 0 0,0-1 0 0 0,0-1 0 0 0,0 0 0 0 0,0 0 0 0 0,-17-1 1 0 0,24-1-632 0 0,0-1 0 0 0,0 0 1 0 0,1 0-1 0 0,-1 0 1 0 0,0 0-1 0 0,1-1 0 0 0,-1 0 1 0 0,1 0-1 0 0,-6-3 0 0 0,-6-5-5678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5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316 167 628 0 0,'2'-19'2144'0'0,"-1"-1"0"0"0,-1 0 1 0 0,-1 0-1 0 0,-1 0 0 0 0,-6-30 0 0 0,7 49-2055 0 0,1 1-1 0 0,0-1 0 0 0,0 0 0 0 0,0 0 1 0 0,-1 0-1 0 0,1 0 0 0 0,0 1 1 0 0,-1-1-1 0 0,1 0 0 0 0,-1 0 1 0 0,1 0-1 0 0,-1 1 0 0 0,1-1 0 0 0,-1 0 1 0 0,0 1-1 0 0,1-1 0 0 0,-1 1 1 0 0,0-1-1 0 0,1 1 0 0 0,-1-1 0 0 0,0 1 1 0 0,0-1-1 0 0,0 1 0 0 0,1 0 1 0 0,-3-1-1 0 0,2 1-15 0 0,-1 0 1 0 0,0 0 0 0 0,1 0-1 0 0,-1 0 1 0 0,0 1-1 0 0,1-1 1 0 0,-1 0-1 0 0,1 1 1 0 0,-1-1-1 0 0,1 1 1 0 0,-1 0-1 0 0,1 0 1 0 0,-2 1-1 0 0,-6 4 112 0 0,0 1-1 0 0,0 0 0 0 0,-10 11 0 0 0,16-14-27 0 0,-23 24 151 0 0,1 2-1 0 0,1 1 1 0 0,2 0-1 0 0,2 2 1 0 0,0 0-1 0 0,2 2 1 0 0,2 0-1 0 0,-14 41 1 0 0,26-63-242 0 0,0 1-1 0 0,1-1 1 0 0,0 1 0 0 0,1 0 0 0 0,0 0 0 0 0,1 0-1 0 0,2 22 1 0 0,-1-30-41 0 0,1-1-1 0 0,0 1 1 0 0,0 0 0 0 0,1 0-1 0 0,0-1 1 0 0,0 1-1 0 0,0-1 1 0 0,1 1 0 0 0,-1-1-1 0 0,1 0 1 0 0,1 0-1 0 0,-1 0 1 0 0,1-1-1 0 0,-1 1 1 0 0,1-1 0 0 0,1 0-1 0 0,-1 0 1 0 0,1 0-1 0 0,-1 0 1 0 0,8 3 0 0 0,1 0-6 0 0,1 0 0 0 0,0-1 1 0 0,1-1-1 0 0,0 0 0 0 0,0-1 1 0 0,0-1-1 0 0,0 0 1 0 0,22 1-1 0 0,15-2 26 0 0,58-6 1 0 0,-81 3-31 0 0,1-2-407 0 0,0-1-1 0 0,-1-1 1 0 0,34-10-1 0 0,-31 5-3779 0 0,2 0-3471 0 0,-34 10 7478 0 0,15-4-5684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5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2340 0 0,'14'4'4441'0'0,"1"1"-3245"0"0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29 125 2168 0 0,'-8'-14'1827'0'0,"4"8"-566"0"0,1 1 0 0 0,-1-2 0 0 0,2 1 0 0 0,-4-9 0 0 0,5 14-1165 0 0,1 1 1 0 0,0-1-1 0 0,0 0 0 0 0,0 0 0 0 0,0 0 0 0 0,0 1 0 0 0,0-1 0 0 0,0 0 1 0 0,0 0-1 0 0,0 0 0 0 0,0 1 0 0 0,1-1 0 0 0,-1 0 0 0 0,0 0 0 0 0,0 1 1 0 0,1-1-1 0 0,-1 0 0 0 0,0 1 0 0 0,1-1 0 0 0,-1 0 0 0 0,1 1 0 0 0,-1-1 1 0 0,1 0-1 0 0,-1 1 0 0 0,1-1 0 0 0,0 1 0 0 0,-1-1 0 0 0,1 1 0 0 0,-1-1 1 0 0,1 1-1 0 0,0 0 0 0 0,0-1 0 0 0,-1 1 0 0 0,1 0 0 0 0,0-1 0 0 0,0 1 1 0 0,-1 0-1 0 0,1 0 0 0 0,0 0 0 0 0,0 0 0 0 0,1 0 0 0 0,2-1 109 0 0,1 1 0 0 0,-1 0 0 0 0,0 0 0 0 0,0 0 0 0 0,8 2 0 0 0,-6 0-50 0 0,1 0 1 0 0,0 0-1 0 0,-1 1 0 0 0,1 0 0 0 0,-1 0 0 0 0,0 0 1 0 0,0 1-1 0 0,0 0 0 0 0,-1 1 0 0 0,1-1 1 0 0,-1 1-1 0 0,0 0 0 0 0,0 0 0 0 0,-1 0 1 0 0,0 1-1 0 0,0 0 0 0 0,0 0 0 0 0,0 0 0 0 0,-1 0 1 0 0,0 0-1 0 0,0 1 0 0 0,-1-1 0 0 0,0 1 1 0 0,2 10-1 0 0,-1-4-66 0 0,-1 0 1 0 0,0 0 0 0 0,-1 0-1 0 0,-1 0 1 0 0,0 0 0 0 0,0 1-1 0 0,-2-1 1 0 0,0 0-1 0 0,0 0 1 0 0,-1 0 0 0 0,0 0-1 0 0,-7 14 1 0 0,-2 1-31 0 0,6-10 67 0 0,-1-1 0 0 0,-15 23 0 0 0,21-38-48 0 0,4-11-30 0 0,23-36-57 0 0,1 2 0 0 0,52-61 0 0 0,-51 68 2 0 0,29-32-61 0 0,-35 44 46 0 0,-1-1 0 0 0,-2 0-1 0 0,28-48 1 0 0,-47 72 21 0 0,1 1-1 0 0,-1 0 1 0 0,0-1 0 0 0,1 1-1 0 0,-1-1 1 0 0,0 1 0 0 0,0-1-1 0 0,0 1 1 0 0,0 0 0 0 0,1-1 0 0 0,-1 1-1 0 0,0-1 1 0 0,0 1 0 0 0,0-1-1 0 0,0 1 1 0 0,0-1 0 0 0,0 1-1 0 0,0-1 1 0 0,0 1 0 0 0,0-1-1 0 0,0 1 1 0 0,-1-1 0 0 0,1 1 0 0 0,0-1-1 0 0,0 0 1 0 0,-11 0-10 0 0,-14 12 12 0 0,9 3 12 0 0,2 1-1 0 0,-1 0 1 0 0,2 2-1 0 0,0-1 1 0 0,-17 29 0 0 0,24-33 3 0 0,-1 0 0 0 0,1 0 0 0 0,1 0 0 0 0,0 1 0 0 0,1 0 0 0 0,1 0 0 0 0,0 0 0 0 0,0 0 0 0 0,-1 24 0 0 0,4-30-20 0 0,1 0-1 0 0,-1 0 1 0 0,1 0-1 0 0,0 0 1 0 0,1 0 0 0 0,-1 0-1 0 0,1-1 1 0 0,1 1-1 0 0,-1 0 1 0 0,1-1 0 0 0,0 0-1 0 0,1 0 1 0 0,0 0-1 0 0,-1 0 1 0 0,8 7-1 0 0,-4-6 38 0 0,0 0 0 0 0,1-1 0 0 0,0 0-1 0 0,0 0 1 0 0,1-1 0 0 0,0 0-1 0 0,0 0 1 0 0,0-1 0 0 0,16 5-1 0 0,-3-2-679 0 0,1-1 0 0 0,1-1 0 0 0,32 2-1 0 0,62-3-8171 0 0,-70-7 1197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74 1580 0 0,'5'-13'4986'0'0,"-1"0"0"0"0,3-28 0 0 0,-5 34-1988 0 0,-1 16-2359 0 0,0 0 0 0 0,0 0 0 0 0,0-1-1 0 0,-1 1 1 0 0,0 0 0 0 0,-1 0-1 0 0,-2 13 1 0 0,-19 64 248 0 0,11-50-500 0 0,-17 60-12 0 0,13-53-830 0 0,3 2 0 0 0,-8 49 0 0 0,20-88-21 0 0,-1-1 0 0 0,1 0 0 0 0,0 1-1 0 0,1-1 1 0 0,-1 0 0 0 0,1 1 0 0 0,2 8-1 0 0,9 7-3788 0 0,7-8-3502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5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204 133 1848 0 0,'22'-37'4344'0'0,"-16"29"-3137"0"0,-1 0 0 0 0,0 0 0 0 0,0-1 1 0 0,-1 0-1 0 0,0 0 0 0 0,0 0 0 0 0,4-19 0 0 0,-8 28-1165 0 0,0 0-1 0 0,0-1 1 0 0,0 1-1 0 0,0-1 1 0 0,-1 1-1 0 0,1 0 1 0 0,0-1-1 0 0,0 1 1 0 0,0 0-1 0 0,0-1 1 0 0,-1 1-1 0 0,1 0 1 0 0,0-1-1 0 0,0 1 1 0 0,-1 0-1 0 0,1 0 0 0 0,0-1 1 0 0,-1 1-1 0 0,1 0 1 0 0,0 0-1 0 0,0 0 1 0 0,-1-1-1 0 0,1 1 1 0 0,-1 0-1 0 0,1 0 1 0 0,0 0-1 0 0,-1 0 1 0 0,1 0-1 0 0,0 0 1 0 0,-1-1-1 0 0,1 1 1 0 0,0 0-1 0 0,-1 0 0 0 0,1 0 1 0 0,-1 0-1 0 0,1 0 1 0 0,0 1-1 0 0,-1-1 1 0 0,1 0-1 0 0,0 0 1 0 0,-1 0-1 0 0,1 0 1 0 0,-1 1-1 0 0,-17 3 704 0 0,1 4-470 0 0,1 1 1 0 0,0 1-1 0 0,1 0 0 0 0,0 1 0 0 0,0 1 1 0 0,2 0-1 0 0,-18 19 0 0 0,29-29-264 0 0,0 0-1 0 0,0 0 1 0 0,1-1 0 0 0,-1 1-1 0 0,1 0 1 0 0,-1 0-1 0 0,1 1 1 0 0,0-1-1 0 0,-1 0 1 0 0,1 0 0 0 0,1 1-1 0 0,-1-1 1 0 0,0 0-1 0 0,0 1 1 0 0,1-1-1 0 0,0 1 1 0 0,-1-1 0 0 0,1 1-1 0 0,0-1 1 0 0,0 1-1 0 0,0-1 1 0 0,0 1-1 0 0,1-1 1 0 0,-1 1 0 0 0,1-1-1 0 0,0 0 1 0 0,-1 1-1 0 0,1-1 1 0 0,0 0-1 0 0,0 1 1 0 0,1-1 0 0 0,0 2-1 0 0,5 5 5 0 0,1-1 1 0 0,-1 0-1 0 0,1 0 0 0 0,0-1 1 0 0,19 12-1 0 0,-27-19-15 0 0,41 29-13 0 0,-23-19 189 0 0,-2 2 1 0 0,1 0-1 0 0,-2 0 1 0 0,0 2-1 0 0,0 0 1 0 0,20 25-1 0 0,-33-36-121 0 0,-1 0 0 0 0,1 0 0 0 0,0 0 0 0 0,-1 0 0 0 0,0 0 0 0 0,1 0 0 0 0,-1 0 0 0 0,-1 1 0 0 0,1-1 0 0 0,0 0 0 0 0,-1 1 1 0 0,1-1-1 0 0,-1 0 0 0 0,0 1 0 0 0,0-1 0 0 0,-1 1 0 0 0,1-1 0 0 0,-1 0 0 0 0,1 1 0 0 0,-1-1 0 0 0,0 0 0 0 0,0 0 0 0 0,-1 0 0 0 0,1 0 0 0 0,-1 0 0 0 0,1 0 0 0 0,-1 0 0 0 0,0 0 0 0 0,0 0 0 0 0,0-1 0 0 0,-3 3 0 0 0,0 0-25 0 0,0 0 0 0 0,0-1-1 0 0,-1 1 1 0 0,1-1 0 0 0,-1 0 0 0 0,0-1-1 0 0,0 0 1 0 0,0 0 0 0 0,0 0-1 0 0,-1-1 1 0 0,1 1 0 0 0,-1-2 0 0 0,0 1-1 0 0,-9 1 1 0 0,7-3-258 0 0,1 0 0 0 0,-1 0 0 0 0,0 0 0 0 0,0-1 0 0 0,0-1 0 0 0,1 1 0 0 0,-1-2 1 0 0,1 1-1 0 0,-1-1 0 0 0,1 0 0 0 0,0-1 0 0 0,0 0 0 0 0,-8-5 0 0 0,7 3-1431 0 0,0-1 0 0 0,0 0 0 0 0,1-1-1 0 0,-1 0 1 0 0,-12-17 0 0 0,-2-8-7282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5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0 129 540 0 0,'4'-24'3236'0'0,"-4"3"-799"0"0,3 6-469 0 0,-1 1-328 0 0,-2 0-356 0 0,3 2-256 0 0,-3 4-204 0 0,4-3 376 0 0,-2 1-284 0 0,11 12-4596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6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33 872 16 0 0,'-3'5'861'0'0,"-1"1"-1"0"0,1-1 1 0 0,0 0-1 0 0,0 1 1 0 0,0 0 0 0 0,1 0-1 0 0,-1 0 1 0 0,2 0 0 0 0,-1 0-1 0 0,-1 9 1 0 0,2-3 650 0 0,0 1 1 0 0,0 0 0 0 0,3 24-1 0 0,-2-36-1440 0 0,1 0 0 0 0,-1 0 0 0 0,0 0 0 0 0,0 0 0 0 0,1 0 0 0 0,-1 0 0 0 0,0 0 0 0 0,1-1 0 0 0,-1 1 0 0 0,1 0-1 0 0,-1 0 1 0 0,1 0 0 0 0,0 0 0 0 0,-1-1 0 0 0,1 1 0 0 0,0 0 0 0 0,-1-1 0 0 0,1 1 0 0 0,0 0 0 0 0,0-1 0 0 0,0 1-1 0 0,0-1 1 0 0,0 1 0 0 0,-1-1 0 0 0,1 0 0 0 0,0 1 0 0 0,0-1 0 0 0,0 0 0 0 0,0 0 0 0 0,0 1 0 0 0,0-1-1 0 0,0 0 1 0 0,0 0 0 0 0,0 0 0 0 0,0 0 0 0 0,0-1 0 0 0,0 1 0 0 0,0 0 0 0 0,0 0 0 0 0,0 0 0 0 0,2-1 0 0 0,4-1 28 0 0,1-1 0 0 0,0 1 1 0 0,12-7-1 0 0,-19 8-58 0 0,31-16 32 0 0,-1-2 1 0 0,0-1-1 0 0,-2-1 1 0 0,0-1-1 0 0,-1-2 1 0 0,-2-1-1 0 0,0-1 1 0 0,-2-1-1 0 0,37-54 1 0 0,-22 21-108 0 0,-3-3 1 0 0,-2 0-1 0 0,49-135 0 0 0,-63 144-2 0 0,-2-1-1 0 0,-3-1 0 0 0,13-97 1 0 0,-27 151 32 0 0,-1-1 0 0 0,0 1 0 0 0,1 0 1 0 0,-1-1-1 0 0,0 1 0 0 0,-1 0 0 0 0,1-1 1 0 0,0 1-1 0 0,0 0 0 0 0,-1 0 0 0 0,0-1 1 0 0,1 1-1 0 0,-3-4 0 0 0,2 6 4 0 0,0 1 0 0 0,0-1-1 0 0,0 0 1 0 0,0 1 0 0 0,0-1-1 0 0,0 1 1 0 0,0 0 0 0 0,0-1 0 0 0,0 1-1 0 0,0 0 1 0 0,0-1 0 0 0,1 1-1 0 0,-2 1 1 0 0,2-2 0 0 0,-7 8 2 0 0,1 0 0 0 0,0 0 0 0 0,0 0 0 0 0,1 0-1 0 0,0 1 1 0 0,-4 10 0 0 0,-20 59 58 0 0,17-45-32 0 0,-12 41 58 0 0,2 1 1 0 0,4 0-1 0 0,-12 107 1 0 0,27-157-72 0 0,1-1 1 0 0,1 0-1 0 0,1 1 1 0 0,1-1-1 0 0,2 0 1 0 0,8 39 0 0 0,-9-55-19 0 0,0-1 0 0 0,1 1 0 0 0,0-1 0 0 0,1 0 0 0 0,-1 0 0 0 0,1 0 0 0 0,1 0 0 0 0,-1-1 0 0 0,1 0 0 0 0,8 8 0 0 0,-8-9-21 0 0,1-1 0 0 0,-1-1 0 0 0,1 1 0 0 0,-1-1 0 0 0,1 1 0 0 0,0-2 0 0 0,0 1 0 0 0,1-1 0 0 0,-1 0 0 0 0,0 0 0 0 0,1 0 0 0 0,0-1 0 0 0,-1 0 0 0 0,8 0 0 0 0,-1-1-203 0 0,1 0 0 0 0,-1 0 0 0 0,1-2-1 0 0,-1 1 1 0 0,0-2 0 0 0,0 0-1 0 0,0 0 1 0 0,0-1 0 0 0,14-7-1 0 0,-11 3-26 0 0,0-1-1 0 0,0 0 1 0 0,-1-1 0 0 0,0-1-1 0 0,-1 0 1 0 0,15-16-1 0 0,-6 3 35 0 0,-2-1 0 0 0,-1 0 0 0 0,-2-2 0 0 0,0 0 0 0 0,-1-1 0 0 0,-2-1 1 0 0,14-38-1 0 0,1-10 294 0 0,-3-2 0 0 0,-4 0 1 0 0,19-125-1 0 0,-43 188 310 0 0,1 15-374 0 0,0 1 0 0 0,0 0 0 0 0,0 0 1 0 0,0 0-1 0 0,-1 0 0 0 0,1 0 0 0 0,0 0 0 0 0,0 0 1 0 0,0 0-1 0 0,-1 0 0 0 0,1 0 0 0 0,0 0 0 0 0,0 0 1 0 0,0 0-1 0 0,-1 0 0 0 0,1 0 0 0 0,0 0 0 0 0,0 0 1 0 0,0 0-1 0 0,-1 0 0 0 0,1 0 0 0 0,0 0 0 0 0,0 0 1 0 0,0 0-1 0 0,0 0 0 0 0,-1 1 0 0 0,1-1 1 0 0,0 0-1 0 0,0 0 0 0 0,0 0 0 0 0,0 0 0 0 0,-1 0 1 0 0,1 0-1 0 0,0 1 0 0 0,0-1 0 0 0,0 0 0 0 0,0 0 1 0 0,-17 26 541 0 0,-6 32 736 0 0,-32 114 0 0 0,3 67-64 0 0,42-189-960 0 0,2-1 0 0 0,-3 70 0 0 0,11-118-260 0 0,0-1 0 0 0,0 1 0 0 0,-1-1 0 0 0,1 1 0 0 0,0-1 0 0 0,0 1 0 0 0,0-1 0 0 0,0 0 0 0 0,0 1 0 0 0,0-1 0 0 0,0 1 0 0 0,1-1 0 0 0,-1 1 0 0 0,0-1 0 0 0,0 1 0 0 0,0-1 0 0 0,0 0 0 0 0,1 1 0 0 0,-1-1 0 0 0,0 1 0 0 0,0-1 0 0 0,0 0 0 0 0,1 1 0 0 0,-1-1 0 0 0,0 0 0 0 0,1 1 0 0 0,-1-1 0 0 0,0 0 0 0 0,1 0 0 0 0,-1 1 0 0 0,1-1 0 0 0,-1 0 0 0 0,0 0-1 0 0,1 1 1 0 0,1-1 0 0 0,-1-1 0 0 0,0 1-1 0 0,0 0 1 0 0,0-1 0 0 0,0 1-1 0 0,0-1 1 0 0,0 1-1 0 0,0-1 1 0 0,0 1 0 0 0,0-1-1 0 0,0 0 1 0 0,0 1-1 0 0,0-2 1 0 0,24-26 43 0 0,3-22 8 0 0,35-58-59 0 0,-53 94-6 0 0,0 0 1 0 0,1 0 0 0 0,1 1-1 0 0,26-23 1 0 0,-36 34 11 0 0,0 0 0 0 0,0 1 0 0 0,0-1 1 0 0,0 0-1 0 0,0 1 0 0 0,1 0 0 0 0,-1-1 0 0 0,1 1 0 0 0,-1 0 0 0 0,1 0 0 0 0,-1 0 0 0 0,1 1 0 0 0,-1-1 0 0 0,1 1 1 0 0,0-1-1 0 0,0 1 0 0 0,-1 0 0 0 0,1 0 0 0 0,0 0 0 0 0,-1 0 0 0 0,1 1 0 0 0,0-1 0 0 0,-1 1 0 0 0,1-1 0 0 0,0 1 1 0 0,-1 0-1 0 0,1 0 0 0 0,-1 0 0 0 0,0 0 0 0 0,1 1 0 0 0,-1-1 0 0 0,0 1 0 0 0,0-1 0 0 0,1 1 0 0 0,-1 0 0 0 0,-1 0 0 0 0,1 0 1 0 0,0 0-1 0 0,0 0 0 0 0,-1 0 0 0 0,1 1 0 0 0,-1-1 0 0 0,0 0 0 0 0,2 4 0 0 0,2 6 67 0 0,0 0-1 0 0,0 1 1 0 0,-2-1-1 0 0,1 1 1 0 0,2 21-1 0 0,0 67 237 0 0,-7-78-256 0 0,2-1 0 0 0,1 1 0 0 0,0-1 0 0 0,2 0 0 0 0,11 39 0 0 0,-13-57-42 0 0,0 0 1 0 0,0 0-1 0 0,0 0 0 0 0,0 0 0 0 0,1-1 0 0 0,-1 1 1 0 0,1-1-1 0 0,0 0 0 0 0,0 0 0 0 0,0 0 0 0 0,1 0 0 0 0,-1 0 1 0 0,1-1-1 0 0,-1 1 0 0 0,1-1 0 0 0,0 0 0 0 0,0 0 0 0 0,0-1 1 0 0,0 1-1 0 0,0-1 0 0 0,0 0 0 0 0,1 0 0 0 0,-1 0 0 0 0,0 0 1 0 0,1-1-1 0 0,-1 0 0 0 0,0 0 0 0 0,7 0 0 0 0,0-1-2 0 0,0-1 0 0 0,0 1 0 0 0,-1-2 0 0 0,1 0 0 0 0,0 0 0 0 0,-1-1 0 0 0,0 0 0 0 0,0 0 0 0 0,0-1 0 0 0,11-8 0 0 0,-2-1 1 0 0,-1-1 0 0 0,0 0 0 0 0,-1-2 0 0 0,-1 0 0 0 0,-1 0 0 0 0,19-29 0 0 0,-23 30 1 0 0,-1-1 1 0 0,0-1-1 0 0,-1 0 0 0 0,-1 0 1 0 0,-1-1-1 0 0,-1 0 0 0 0,8-37 1 0 0,-13 54-2 0 0,-1 1 0 0 0,0-1 0 0 0,0 1 0 0 0,0-1 0 0 0,0 1 0 0 0,0-1 0 0 0,0 1 0 0 0,0-1 0 0 0,0 1 1 0 0,-1 0-1 0 0,1-1 0 0 0,0 1 0 0 0,-1-1 0 0 0,0 1 0 0 0,1 0 0 0 0,-1-1 0 0 0,0 1 0 0 0,1 0 0 0 0,-1-1 1 0 0,0 1-1 0 0,0 0 0 0 0,0 0 0 0 0,0 0 0 0 0,0 0 0 0 0,0 0 0 0 0,0 0 0 0 0,-2-1 0 0 0,1 3 5 0 0,0-1 0 0 0,0 1 0 0 0,0 0 0 0 0,0 0 0 0 0,0-1 0 0 0,0 1 0 0 0,0 1 0 0 0,1-1 0 0 0,-1 0 0 0 0,-2 2 0 0 0,-1 3 9 0 0,0 0 1 0 0,0 1-1 0 0,1-1 1 0 0,0 1-1 0 0,0 0 0 0 0,1 0 1 0 0,0 0-1 0 0,0 0 0 0 0,-2 9 1 0 0,4-11-6 0 0,-3 7 11 0 0,1-1 0 0 0,0 1-1 0 0,1 0 1 0 0,0 0 0 0 0,1 1-1 0 0,0-1 1 0 0,1 0 0 0 0,0 0 0 0 0,1 1-1 0 0,0-1 1 0 0,1 0 0 0 0,7 21-1 0 0,-7-26-21 0 0,1 0-1 0 0,0 0 0 0 0,0 0 0 0 0,1 0 0 0 0,0-1 1 0 0,0 1-1 0 0,1-1 0 0 0,-1 0 0 0 0,1 0 0 0 0,1-1 1 0 0,-1 1-1 0 0,1-1 0 0 0,0 0 0 0 0,0-1 1 0 0,0 0-1 0 0,1 0 0 0 0,0 0 0 0 0,-1 0 0 0 0,1-1 1 0 0,1-1-1 0 0,10 4 0 0 0,-7-3-280 0 0,0-1 0 0 0,-1 0 0 0 0,1-1-1 0 0,0 0 1 0 0,0-1 0 0 0,12-1 0 0 0,-17 0-305 0 0,0 0 0 0 0,0 0 1 0 0,-1 0-1 0 0,1-1 0 0 0,7-3 1 0 0,-9 3-246 0 0,0 0 0 0 0,-1 0 0 0 0,1 0 0 0 0,-1-1 0 0 0,1 1 0 0 0,-1-1 0 0 0,0 0 0 0 0,3-4 1 0 0,7-10-6428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6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92 2848 0 0,'-93'2'3906'0'0,"-247"13"11132"0"0,354-23-14086 0 0,0 3-775 0 0,1 0 0 0 0,0 2 0 0 0,28-5 0 0 0,-7 2-42 0 0,410-50-631 0 0,-296 47-2933 0 0,0 3-3868 0 0,-48 4-2664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7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96 2576 0 0,'6'-17'1830'0'0,"17"-62"8535"0"0,-24 91-9716 0 0,0 0 0 0 0,-1 0 0 0 0,-1-1 0 0 0,-4 14 0 0 0,-2 11 38 0 0,-41 221 1376 0 0,-18 86-1252 0 0,47-239-670 0 0,-9 37 120 0 0,25-113-122 0 0,4-26-64 0 0,3-15-76 0 0,2-12-7 0 0,1 1-1 0 0,2 0 1 0 0,0 0 0 0 0,1 0-1 0 0,14-27 1 0 0,-14 36 2 0 0,0 0 1 0 0,1 0-1 0 0,1 1 0 0 0,0 0 1 0 0,1 1-1 0 0,0 0 1 0 0,1 1-1 0 0,19-16 0 0 0,-25 24 2 0 0,-1 0 0 0 0,0 1 0 0 0,1 0 0 0 0,-1 0 0 0 0,1 0 0 0 0,0 0-1 0 0,0 1 1 0 0,0 0 0 0 0,0 0 0 0 0,0 1 0 0 0,1 0 0 0 0,-1 0 0 0 0,1 0 0 0 0,-1 1-1 0 0,0 0 1 0 0,1 0 0 0 0,-1 0 0 0 0,1 1 0 0 0,-1 0 0 0 0,0 0 0 0 0,7 3 0 0 0,-5-1 4 0 0,-1 1 1 0 0,1-1 0 0 0,-1 1-1 0 0,0 0 1 0 0,0 1 0 0 0,-1 0-1 0 0,0 0 1 0 0,1 1 0 0 0,-2-1-1 0 0,1 1 1 0 0,-1 0 0 0 0,0 1-1 0 0,0-1 1 0 0,0 1 0 0 0,-1 0-1 0 0,4 9 1 0 0,-5-10 8 0 0,0 1 0 0 0,-1-1-1 0 0,1 1 1 0 0,-1 0 0 0 0,-1 0 0 0 0,1 0 0 0 0,-1 0-1 0 0,0 0 1 0 0,-1 0 0 0 0,0 1 0 0 0,0-1 0 0 0,0 0-1 0 0,-1 0 1 0 0,0 0 0 0 0,-1 0 0 0 0,1 0-1 0 0,-1 0 1 0 0,-1 0 0 0 0,-3 8 0 0 0,1-7 0 0 0,1 0-1 0 0,-1-1 1 0 0,0 0 0 0 0,-1 0 0 0 0,0-1-1 0 0,0 1 1 0 0,-1-1 0 0 0,1-1 0 0 0,-1 1-1 0 0,0-1 1 0 0,-1 0 0 0 0,0-1 0 0 0,1 0 0 0 0,-1 0-1 0 0,-11 4 1 0 0,4-3 1 0 0,-1-1 0 0 0,1-1 0 0 0,-1 0 1 0 0,0-1-1 0 0,1 0 0 0 0,-1-2 0 0 0,0 0 0 0 0,-19-2 0 0 0,11-1-18 0 0,0-1 0 0 0,0-1 0 0 0,0-1-1 0 0,-37-16 1 0 0,56 21-168 0 0,1-1 1 0 0,0 0-1 0 0,-1 0 1 0 0,1-1-1 0 0,0 0 1 0 0,0 1-1 0 0,0-1 0 0 0,1 0 1 0 0,-1-1-1 0 0,1 1 1 0 0,-6-8-1 0 0,9 10 54 0 0,-1 0 0 0 0,1 0 0 0 0,0 0 0 0 0,0 0 0 0 0,0 0 0 0 0,0 0 0 0 0,0 0 0 0 0,0 0 0 0 0,0 0-1 0 0,0 0 1 0 0,0 0 0 0 0,0 0 0 0 0,0 1 0 0 0,1-1 0 0 0,-1 0 0 0 0,0 0 0 0 0,1 0 0 0 0,-1 0 0 0 0,1 0 0 0 0,-1 0 0 0 0,1 0 0 0 0,-1 1 0 0 0,2-2-1 0 0,15-17-2128 0 0,24-8-4152 0 0,-17 10 120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7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1 113 700 0 0,'96'-43'15269'0'0,"-97"51"-14712"0"0,-1-1-1 0 0,1 1 1 0 0,-1-1-1 0 0,-1 1 0 0 0,1-1 1 0 0,-1 0-1 0 0,-5 9 1 0 0,-7 19 379 0 0,10-19-642 0 0,-7 20 331 0 0,-9 50 0 0 0,19-76-564 0 0,1 1 0 0 0,0-1 0 0 0,0 1 0 0 0,1-1 0 0 0,1 1 0 0 0,0-1 0 0 0,0 1 0 0 0,1-1 0 0 0,5 19 0 0 0,-5-25-40 0 0,0 0-1 0 0,0 0 0 0 0,0 0 0 0 0,1 0 1 0 0,-1 0-1 0 0,1-1 0 0 0,0 1 0 0 0,0-1 0 0 0,1 0 1 0 0,-1 0-1 0 0,0 0 0 0 0,1 0 0 0 0,0 0 0 0 0,0-1 1 0 0,0 0-1 0 0,0 0 0 0 0,0 0 0 0 0,0 0 1 0 0,1-1-1 0 0,-1 1 0 0 0,0-1 0 0 0,1 0 0 0 0,-1-1 1 0 0,1 1-1 0 0,8-1 0 0 0,-2 1-4 0 0,0-2-1 0 0,0 1 1 0 0,-1-2 0 0 0,1 1-1 0 0,0-1 1 0 0,-1-1 0 0 0,1 0-1 0 0,-1-1 1 0 0,18-8 0 0 0,-16 5-17 0 0,0-1 1 0 0,0-1 0 0 0,-1 0-1 0 0,0 0 1 0 0,-1-1 0 0 0,0 0 0 0 0,0-1-1 0 0,-1 0 1 0 0,0 0 0 0 0,-1-1-1 0 0,-1-1 1 0 0,0 1 0 0 0,7-18 0 0 0,-9 18-6 0 0,-1 0 0 0 0,0 0 0 0 0,0 0 1 0 0,-1 0-1 0 0,-1-1 0 0 0,0 1 0 0 0,-1-1 1 0 0,0 0-1 0 0,-1 0 0 0 0,0 1 0 0 0,-1-1 1 0 0,-1 0-1 0 0,0 1 0 0 0,-1-1 0 0 0,-4-14 1 0 0,5 22 4 0 0,-1-1 0 0 0,1 1 0 0 0,-1-1 0 0 0,0 1 0 0 0,-1 0 1 0 0,1 0-1 0 0,-1 0 0 0 0,0 0 0 0 0,0 1 0 0 0,0 0 0 0 0,-1 0 1 0 0,0 0-1 0 0,1 0 0 0 0,-1 1 0 0 0,-1-1 0 0 0,-6-2 0 0 0,5 3 8 0 0,-1 0-1 0 0,1 1 0 0 0,-1 0 0 0 0,0 0 0 0 0,0 1 0 0 0,1 0 1 0 0,-1 0-1 0 0,0 1 0 0 0,0 0 0 0 0,0 0 0 0 0,-12 3 0 0 0,10-2-3 0 0,0 2-1 0 0,0 0 0 0 0,0 0 0 0 0,0 0 0 0 0,1 1 0 0 0,-1 1 0 0 0,1 0 0 0 0,-15 10 0 0 0,18-10-16 0 0,0-1 1 0 0,0 1-1 0 0,0 1 0 0 0,1-1 0 0 0,0 1 0 0 0,0 0 0 0 0,1 0 0 0 0,0 0 1 0 0,0 1-1 0 0,0-1 0 0 0,1 1 0 0 0,-3 8 0 0 0,4-11-132 0 0,1 0 0 0 0,0 1 0 0 0,0-1-1 0 0,1 0 1 0 0,-1 1 0 0 0,1-1 0 0 0,0 0-1 0 0,0 1 1 0 0,0-1 0 0 0,1 1 0 0 0,-1-1 0 0 0,1 0-1 0 0,0 0 1 0 0,1 1 0 0 0,1 3 0 0 0,0-2-191 0 0,0 0 0 0 0,0-1 0 0 0,1 1 0 0 0,0-1 0 0 0,0 0 1 0 0,0 0-1 0 0,1 0 0 0 0,-1 0 0 0 0,8 4 0 0 0,-1-1-913 0 0,0 0-1 0 0,1-1 1 0 0,0 0-1 0 0,0-1 1 0 0,1-1-1 0 0,0 0 1 0 0,0 0-1 0 0,26 5 1 0 0,-13-7-3380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8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1964 0 0,'12'-25'4782'0'0,"0"-1"-1"0"0,14-48 2270 0 0,-25 75-6899 0 0,0 1 1 0 0,-1-1-1 0 0,1 0 1 0 0,0 1 0 0 0,0-1-1 0 0,-1 1 1 0 0,1-1-1 0 0,-1 1 1 0 0,1 0 0 0 0,-1-1-1 0 0,0 1 1 0 0,0-1-1 0 0,1 3 1 0 0,-3 71 2107 0 0,1 54-827 0 0,2-112-1340 0 0,1-1-1 0 0,1 1 1 0 0,0-1 0 0 0,1 0 0 0 0,11 27 0 0 0,-14-38-89 0 0,1 0 1 0 0,1-1-1 0 0,-1 1 1 0 0,1 0-1 0 0,0-1 1 0 0,0 0-1 0 0,0 0 0 0 0,1 0 1 0 0,-1 0-1 0 0,1 0 1 0 0,0-1-1 0 0,0 1 1 0 0,0-1-1 0 0,1 0 1 0 0,-1 0-1 0 0,1-1 1 0 0,-1 0-1 0 0,1 1 1 0 0,0-1-1 0 0,0-1 1 0 0,0 1-1 0 0,0-1 1 0 0,0 0-1 0 0,0 0 1 0 0,1 0-1 0 0,-1-1 1 0 0,0 0-1 0 0,0 0 1 0 0,1 0-1 0 0,-1-1 1 0 0,0 1-1 0 0,0-1 0 0 0,0-1 1 0 0,0 1-1 0 0,0-1 1 0 0,0 0-1 0 0,0 0 1 0 0,0 0-1 0 0,0 0 1 0 0,-1-1-1 0 0,1 0 1 0 0,7-7-1 0 0,0-2-64 0 0,1 0 0 0 0,-2-2-1 0 0,0 1 1 0 0,0-1 0 0 0,-1-1-1 0 0,12-25 1 0 0,-2-1 25 0 0,19-58 0 0 0,-12 18 83 0 0,-27 79-21 0 0,-6 16 419 0 0,-7 42 315 0 0,0-6-408 0 0,2 1 1 0 0,2 0 0 0 0,-2 70 0 0 0,11-115-609 0 0,0 1 1 0 0,1 0-1 0 0,0 0 1 0 0,0-1-1 0 0,0 1 1 0 0,1 0 0 0 0,0-1-1 0 0,1 0 1 0 0,-1 1-1 0 0,6 9 1 0 0,-5-13-252 0 0,-1 0 0 0 0,1 0 0 0 0,-1 1 0 0 0,1-2 0 0 0,0 1 0 0 0,0 0 0 0 0,0 0 0 0 0,4 2 0 0 0,-3-3-402 0 0,-1 0 1 0 0,0-1-1 0 0,1 1 0 0 0,0-1 0 0 0,-1 0 1 0 0,1 0-1 0 0,0 0 0 0 0,-1 0 1 0 0,8 0-1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8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8 107 224 0 0,'22'-94'14403'0'0,"-22"93"-14350"0"0,0 1 0 0 0,0-1-1 0 0,0 1 1 0 0,0 0 0 0 0,0-1 0 0 0,0 1 0 0 0,0-1 0 0 0,1 1 0 0 0,-1 0 0 0 0,0-1 0 0 0,0 1 0 0 0,1 0 0 0 0,-1-1 0 0 0,0 1 0 0 0,0 0 0 0 0,1-1-1 0 0,-1 1 1 0 0,0 0 0 0 0,1 0 0 0 0,-1-1 0 0 0,0 1 0 0 0,1 0 0 0 0,-1 0 0 0 0,0 0 0 0 0,1-1 0 0 0,-1 1 0 0 0,1 0 0 0 0,-1 0 0 0 0,0 0 0 0 0,1 0-1 0 0,-1 0 1 0 0,1 0 0 0 0,-1 0 0 0 0,1 0 0 0 0,-1 0 0 0 0,0 0 0 0 0,1 0 0 0 0,-1 0 0 0 0,1 0 0 0 0,-1 0 0 0 0,0 0 0 0 0,1 0 0 0 0,-1 1 0 0 0,1-1-1 0 0,-1 0 1 0 0,0 0 0 0 0,1 0 0 0 0,-1 1 0 0 0,0-1 0 0 0,1 0 0 0 0,-1 1 0 0 0,0-1 0 0 0,1 0 0 0 0,-1 1 0 0 0,0-1 0 0 0,0 0 0 0 0,1 1 0 0 0,-1 0-1 0 0,17 19 1366 0 0,-11-7-1218 0 0,0 1-1 0 0,0 1 0 0 0,-1-1 1 0 0,-1 1-1 0 0,-1 0 1 0 0,0 0-1 0 0,-1 0 1 0 0,0 0-1 0 0,-1 0 0 0 0,-1 0 1 0 0,0 1-1 0 0,-1-1 1 0 0,-1 0-1 0 0,-1 0 1 0 0,-5 21-1 0 0,6-30-155 0 0,-1 0-1 0 0,0 0 1 0 0,0 0-1 0 0,0 0 1 0 0,-8 10-1 0 0,9-14-27 0 0,0 0-1 0 0,0 0 0 0 0,0 0 1 0 0,0 0-1 0 0,0 0 0 0 0,0 0 1 0 0,0-1-1 0 0,-1 1 0 0 0,1-1 1 0 0,-1 0-1 0 0,1 0 0 0 0,-1 1 1 0 0,1-2-1 0 0,-1 1 0 0 0,-3 1 1 0 0,5-2-14 0 0,0 0 1 0 0,0 0-1 0 0,1-1 1 0 0,-1 1 0 0 0,0 0-1 0 0,0 0 1 0 0,1 0-1 0 0,-1-1 1 0 0,0 1-1 0 0,0 0 1 0 0,1-1 0 0 0,-1 1-1 0 0,0-1 1 0 0,1 1-1 0 0,-1-1 1 0 0,0 1-1 0 0,1-1 1 0 0,-1 1 0 0 0,1-1-1 0 0,-1 0 1 0 0,1 1-1 0 0,-1-1 1 0 0,1 0-1 0 0,-1 1 1 0 0,1-1-1 0 0,0 0 1 0 0,0 0 0 0 0,-1-1-1 0 0,-4-21 45 0 0,6 8-59 0 0,0 1 1 0 0,1 0-1 0 0,1-1 0 0 0,0 1 0 0 0,1 0 1 0 0,1 1-1 0 0,0-1 0 0 0,1 1 1 0 0,0 0-1 0 0,1 0 0 0 0,0 1 0 0 0,1 0 1 0 0,0 0-1 0 0,1 1 0 0 0,1 0 0 0 0,11-11 1 0 0,-12 13 4 0 0,0 1 0 0 0,1 0 0 0 0,0 0 0 0 0,1 1 0 0 0,0 0 0 0 0,0 1 0 0 0,0 0 0 0 0,1 1 0 0 0,0 0 0 0 0,0 0 0 0 0,0 2 0 0 0,0 0 0 0 0,1 0 0 0 0,-1 1 0 0 0,1 0 0 0 0,0 1 0 0 0,0 1 0 0 0,18 1 0 0 0,-26 0 11 0 0,-1-1 0 0 0,0 1 0 0 0,0 0 0 0 0,1 0-1 0 0,-1 1 1 0 0,0 0 0 0 0,0-1 0 0 0,0 1 0 0 0,-1 0 0 0 0,1 1 0 0 0,0-1-1 0 0,-1 1 1 0 0,1 0 0 0 0,-1 0 0 0 0,5 6 0 0 0,-4-4 14 0 0,0 1-1 0 0,0-1 1 0 0,-1 1 0 0 0,0 0 0 0 0,-1 0-1 0 0,1 1 1 0 0,-1-1 0 0 0,0 0 0 0 0,1 10-1 0 0,0 9 23 0 0,-1 0-1 0 0,-2-1 0 0 0,0 1 0 0 0,-5 34 0 0 0,4-46-180 0 0,0 1 0 0 0,0-1 0 0 0,1 1 0 0 0,1-1 0 0 0,1 1 0 0 0,2 12 0 0 0,-2-20-280 0 0,0 0 0 0 0,0 0 0 0 0,0 0 0 0 0,1-1 0 0 0,-1 1 0 0 0,2-1 0 0 0,-1 0 0 0 0,0 0 0 0 0,1 0 0 0 0,0 0 1 0 0,0 0-1 0 0,1-1 0 0 0,-1 0 0 0 0,1 0 0 0 0,8 5 0 0 0,14 7-4674 0 0,2-4-2773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9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384 738 564 0 0,'3'-10'1002'0'0,"0"0"1"0"0,-1 0-1 0 0,-1-1 0 0 0,1 1 0 0 0,-2 0 1 0 0,1 0-1 0 0,-2-1 0 0 0,1 1 1 0 0,-1 0-1 0 0,-1 0 0 0 0,-5-19 0 0 0,6 25-804 0 0,-1-1 0 0 0,1 1 0 0 0,-1 0 0 0 0,-1-1-1 0 0,1 1 1 0 0,0 0 0 0 0,-1 0 0 0 0,0 0 0 0 0,0 1 0 0 0,0-1-1 0 0,-1 1 1 0 0,1 0 0 0 0,-1-1 0 0 0,0 2 0 0 0,1-1-1 0 0,-2 0 1 0 0,1 1 0 0 0,0 0 0 0 0,0-1 0 0 0,-1 2 0 0 0,1-1-1 0 0,-1 1 1 0 0,1-1 0 0 0,-1 1 0 0 0,0 0 0 0 0,1 1-1 0 0,-8-1 1 0 0,3 1-59 0 0,1 1 0 0 0,-1 0 0 0 0,0 1 0 0 0,1 0 0 0 0,-1 0 0 0 0,1 1-1 0 0,0 0 1 0 0,-1 0 0 0 0,1 1 0 0 0,1 0 0 0 0,-1 1 0 0 0,1 0 0 0 0,-1 0 0 0 0,1 0 0 0 0,1 1-1 0 0,-1 0 1 0 0,-5 7 0 0 0,-4 4-22 0 0,1 1-1 0 0,1 0 1 0 0,1 1 0 0 0,0 1-1 0 0,-12 26 1 0 0,18-33-62 0 0,1 0 0 0 0,1 1 0 0 0,1-1 0 0 0,-1 1-1 0 0,2 0 1 0 0,0 0 0 0 0,-2 28 0 0 0,5-38-49 0 0,0 0 0 0 0,0 0 1 0 0,1 0-1 0 0,-1 0 0 0 0,1 0 0 0 0,0-1 0 0 0,0 1 0 0 0,0 0 0 0 0,0 0 0 0 0,1-1 0 0 0,-1 1 1 0 0,1-1-1 0 0,0 1 0 0 0,0-1 0 0 0,1 0 0 0 0,-1 0 0 0 0,0 0 0 0 0,1 0 0 0 0,0 0 1 0 0,0 0-1 0 0,0-1 0 0 0,0 1 0 0 0,0-1 0 0 0,0 0 0 0 0,1 0 0 0 0,-1 0 0 0 0,1-1 1 0 0,-1 1-1 0 0,1-1 0 0 0,0 0 0 0 0,0 0 0 0 0,-1 0 0 0 0,7 1 0 0 0,-3-1-7 0 0,0-1-1 0 0,-1 1 0 0 0,1-1 1 0 0,0 0-1 0 0,0-1 0 0 0,0 1 1 0 0,0-1-1 0 0,0-1 0 0 0,-1 1 1 0 0,11-5-1 0 0,-7 2-3 0 0,1-1 0 0 0,-1 0 0 0 0,0-1 1 0 0,-1-1-1 0 0,16-11 0 0 0,-1-5-47 0 0,-1 0 0 0 0,-1-1 0 0 0,26-38 1 0 0,-2-4-162 0 0,-3-3 0 0 0,64-136 0 0 0,-63 100 80 0 0,45-160 0 0 0,-86 256 144 0 0,-1 3 1 0 0,-1 1 0 0 0,1-1 0 0 0,-1 0 0 0 0,0 1 0 0 0,0-1 0 0 0,-1-11 0 0 0,0 15 26 0 0,-3 4 22 0 0,-2 3 0 0 0,0 0-1 0 0,0 0 1 0 0,0 1-1 0 0,1 0 1 0 0,-1 0 0 0 0,1 0-1 0 0,1 1 1 0 0,0-1-1 0 0,-4 11 1 0 0,-22 71 446 0 0,23-65-419 0 0,-13 42 135 0 0,4 0 0 0 0,-8 74 0 0 0,20-110-297 0 0,1 1 0 0 0,2-1 0 0 0,0 1 0 0 0,3-1 0 0 0,0 1 1 0 0,1-1-1 0 0,11 36 0 0 0,-11-54-465 0 0,0 0 1 0 0,0-1 0 0 0,1 0-1 0 0,0 0 1 0 0,1 0-1 0 0,0-1 1 0 0,1 1-1 0 0,-1-1 1 0 0,17 15 0 0 0,-15-17-605 0 0,0 0 1 0 0,1-1-1 0 0,0 0 1 0 0,0 0-1 0 0,0-1 1 0 0,16 6-1 0 0,4 0-5320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322 189 1512 0 0,'6'-13'1775'0'0,"0"-1"0"0"0,-1 1 0 0 0,-1-1 0 0 0,0-1 0 0 0,2-19 0 0 0,-5 31-1567 0 0,-1 0 1 0 0,1 0 0 0 0,-1 0-1 0 0,0 0 1 0 0,0-1 0 0 0,0 1-1 0 0,-1 0 1 0 0,1 0 0 0 0,-1 0-1 0 0,1 0 1 0 0,-1 0 0 0 0,0 0-1 0 0,0 0 1 0 0,-1 1 0 0 0,1-1-1 0 0,-1 0 1 0 0,1 0 0 0 0,-1 1-1 0 0,0-1 1 0 0,0 1 0 0 0,0 0-1 0 0,0-1 1 0 0,0 1 0 0 0,-1 0-1 0 0,1 0 1 0 0,0 1 0 0 0,-1-1-1 0 0,0 0 1 0 0,1 1 0 0 0,-1-1-1 0 0,0 1 1 0 0,-4-1 0 0 0,3 1-87 0 0,-1 0 0 0 0,1 1 0 0 0,0-1 0 0 0,-1 1 0 0 0,1 0 0 0 0,0 1 0 0 0,-1-1 0 0 0,1 1 0 0 0,0 0 0 0 0,0 0 0 0 0,-1 0 1 0 0,1 0-1 0 0,0 1 0 0 0,0 0 0 0 0,0-1 0 0 0,-5 5 0 0 0,-5 3 123 0 0,1 0 0 0 0,0 0 0 0 0,-12 13 0 0 0,7-5 0 0 0,1 0 1 0 0,1 1-1 0 0,1 1 1 0 0,-26 41-1 0 0,33-46-177 0 0,0 1-1 0 0,1 0 0 0 0,1 0 1 0 0,0 1-1 0 0,1 0 0 0 0,0 0 1 0 0,2 0-1 0 0,-3 19 0 0 0,6-29-51 0 0,0 0 0 0 0,0 0-1 0 0,1 0 1 0 0,0 0 0 0 0,0 0 0 0 0,0-1-1 0 0,1 1 1 0 0,-1 0 0 0 0,2-1-1 0 0,-1 1 1 0 0,0-1 0 0 0,1 0 0 0 0,0 0-1 0 0,0 0 1 0 0,1 0 0 0 0,-1 0 0 0 0,1-1-1 0 0,0 0 1 0 0,8 7 0 0 0,-9-8-17 0 0,1 0 0 0 0,-1-1-1 0 0,1 1 1 0 0,0-1 0 0 0,0 0 0 0 0,0 0 0 0 0,0 0 0 0 0,0 0 0 0 0,1-1 0 0 0,-1 0 0 0 0,0 0 0 0 0,1 0 0 0 0,-1 0-1 0 0,1-1 1 0 0,-1 1 0 0 0,1-1 0 0 0,-1 0 0 0 0,1-1 0 0 0,-1 1 0 0 0,1-1 0 0 0,-1 0 0 0 0,1 0 0 0 0,-1 0-1 0 0,0-1 1 0 0,7-3 0 0 0,1-2-42 0 0,0 0-1 0 0,-1-1 1 0 0,-1-1 0 0 0,1 1-1 0 0,-1-2 1 0 0,-1 0-1 0 0,0 0 1 0 0,0 0 0 0 0,8-15-1 0 0,9-16-171 0 0,25-56-1 0 0,-25 44 145 0 0,18-41-66 0 0,-43 93 130 0 0,-4 6 35 0 0,1 0 6 0 0,-1 0-1 0 0,1 1 1 0 0,0-1 0 0 0,1 1 0 0 0,-1-1 0 0 0,1 1-1 0 0,-1 10 1 0 0,1-7 12 0 0,-4 22 68 0 0,-10 70 139 0 0,15-90-226 0 0,-1 0 0 0 0,1 1-1 0 0,1-1 1 0 0,0 1 0 0 0,1-1 0 0 0,6 20 0 0 0,-7-26-19 0 0,1 0 1 0 0,0 0 0 0 0,1 0-1 0 0,-1 0 1 0 0,1-1-1 0 0,0 1 1 0 0,0-1-1 0 0,0 0 1 0 0,1 0 0 0 0,-1 0-1 0 0,1 0 1 0 0,0-1-1 0 0,0 1 1 0 0,1-1 0 0 0,-1 0-1 0 0,1-1 1 0 0,-1 1-1 0 0,1-1 1 0 0,0 1-1 0 0,0-1 1 0 0,0-1 0 0 0,0 1-1 0 0,0-1 1 0 0,0 0-1 0 0,1 0 1 0 0,5 0-1 0 0,-3-1-4 0 0,-1 0 0 0 0,1 0-1 0 0,0-1 1 0 0,0 0-1 0 0,0 0 1 0 0,0-1-1 0 0,-1 0 1 0 0,1 0-1 0 0,0-1 1 0 0,-1 0 0 0 0,0 0-1 0 0,0-1 1 0 0,0 0-1 0 0,0 0 1 0 0,-1-1-1 0 0,11-9 1 0 0,-4 1-19 0 0,-1-1-1 0 0,0 0 1 0 0,-1-1 0 0 0,-1 0-1 0 0,0-1 1 0 0,-2 0 0 0 0,1-1-1 0 0,-2 0 1 0 0,0 0 0 0 0,-1 0-1 0 0,-1-1 1 0 0,-1 0 0 0 0,4-30-1 0 0,-7 41 8 0 0,-1 0 0 0 0,0 0 0 0 0,0 1 0 0 0,0-1 0 0 0,-1 0 0 0 0,0 0 0 0 0,-1 0 0 0 0,1 1 0 0 0,-1-1 0 0 0,-1 0 0 0 0,1 1-1 0 0,-1 0 1 0 0,0 0 0 0 0,-1 0 0 0 0,1 0 0 0 0,-1 0 0 0 0,0 1 0 0 0,-1-1 0 0 0,1 1 0 0 0,-6-5 0 0 0,6 8 1 0 0,-6-2-4 0 0,5 3 4 0 0,4 1 7 0 0,1 0 1 0 0,-1 0-1 0 0,1 0 1 0 0,-1 0-1 0 0,0 0 1 0 0,1 0-1 0 0,-1 0 1 0 0,1 0 0 0 0,-1 0-1 0 0,1 0 1 0 0,-1 0-1 0 0,1 1 1 0 0,-1-1-1 0 0,1 0 1 0 0,-1 0-1 0 0,1 1 1 0 0,-1-1 0 0 0,1 0-1 0 0,-1 1 1 0 0,1-1-1 0 0,-1 0 1 0 0,1 1-1 0 0,0-1 1 0 0,-1 1-1 0 0,1-1 1 0 0,0 0 0 0 0,-1 1-1 0 0,1-1 1 0 0,0 1-1 0 0,0-1 1 0 0,0 1-1 0 0,-1 0 1 0 0,1-1 0 0 0,0 1-1 0 0,0-1 1 0 0,0 1-1 0 0,0-1 1 0 0,0 1-1 0 0,0-1 1 0 0,0 1-1 0 0,0-1 1 0 0,0 1 0 0 0,0 0-1 0 0,0-1 1 0 0,0 1-1 0 0,9 15 49 0 0,-2-8-41 0 0,0-1-1 0 0,1 0 1 0 0,0-1-1 0 0,0 0 1 0 0,0 0-1 0 0,1-1 1 0 0,0 1-1 0 0,0-2 0 0 0,0 0 1 0 0,13 4-1 0 0,2 0-75 0 0,0-1 0 0 0,50 7 0 0 0,-61-13 37 0 0,0-1 1 0 0,0 0 0 0 0,-1 0-1 0 0,1-2 1 0 0,0 0 0 0 0,0 0-1 0 0,-1-1 1 0 0,1 0 0 0 0,-1-1-1 0 0,16-8 1 0 0,7-5-26 0 0,-36 17 57 0 0,-32 40 119 0 0,-35 54 0 0 0,60-82-100 0 0,1 1 1 0 0,0 0-1 0 0,1 1 0 0 0,0-1 0 0 0,1 1 1 0 0,0 1-1 0 0,1-1 0 0 0,1 1 0 0 0,-3 19 1 0 0,6-30-15 0 0,0 0 0 0 0,0 0 0 0 0,1 0 1 0 0,-1 0-1 0 0,1 0 0 0 0,0 0 0 0 0,0-1 1 0 0,0 1-1 0 0,0 0 0 0 0,1-1 1 0 0,-1 1-1 0 0,1-1 0 0 0,0 1 0 0 0,0-1 1 0 0,4 5-1 0 0,-2-3 5 0 0,0-1 0 0 0,1 0-1 0 0,-1 0 1 0 0,1-1 0 0 0,0 1 0 0 0,0-1 0 0 0,0 0 0 0 0,0 0-1 0 0,9 2 1 0 0,-3-1-145 0 0,1 0 1 0 0,0-1-1 0 0,0-1 0 0 0,0 0 0 0 0,0 0 1 0 0,0-1-1 0 0,1-1 0 0 0,-1 0 1 0 0,18-3-1 0 0,-13-1-116 0 0,-1 0-1 0 0,0-1 1 0 0,0-1 0 0 0,0-1 0 0 0,-1 0 0 0 0,0-1 0 0 0,0 0-1 0 0,-1-1 1 0 0,0-1 0 0 0,-1-1 0 0 0,18-17 0 0 0,2-5-75 0 0,-1-2 0 0 0,50-72 0 0 0,-65 81 574 0 0,16-29 0 0 0,-33 54-146 0 0,3-5 294 0 0,-7 16 168 0 0,-5 11-85 0 0,2 0 0 0 0,-9 44 0 0 0,14-55-417 0 0,1 0 0 0 0,0 0-1 0 0,0 0 1 0 0,1 1 0 0 0,0-1-1 0 0,1 0 1 0 0,0 0 0 0 0,1 0-1 0 0,3 13 1 0 0,-3-18-48 0 0,1 1 1 0 0,0-1-1 0 0,0 0 0 0 0,0 0 1 0 0,0-1-1 0 0,1 1 1 0 0,0-1-1 0 0,0 1 0 0 0,0-1 1 0 0,0 0-1 0 0,1-1 0 0 0,0 1 1 0 0,0-1-1 0 0,0 0 0 0 0,0 0 1 0 0,0 0-1 0 0,0-1 0 0 0,1 0 1 0 0,-1 0-1 0 0,1 0 0 0 0,0-1 1 0 0,10 2-1 0 0,-6-2-11 0 0,1 0 0 0 0,-1 0 0 0 0,1-1 0 0 0,-1 0 0 0 0,0-1 0 0 0,1 0 0 0 0,-1-1 0 0 0,0 0 0 0 0,0 0 0 0 0,0-1 0 0 0,0-1 0 0 0,10-4 0 0 0,-3-2-10 0 0,0-1-1 0 0,-1 0 0 0 0,-1-1 1 0 0,0-1-1 0 0,-1-1 0 0 0,0 0 1 0 0,-1 0-1 0 0,15-22 0 0 0,0-6-13 0 0,47-89 0 0 0,-84 148 424 0 0,-66 135 1229 0 0,-65 239 1467 0 0,24 8-1001 0 0,11-33-757 0 0,94-333-1194 0 0,0 0 0 0 0,-29 56-1 0 0,35-79-82 0 0,-1-1-1 0 0,0 0 0 0 0,0 0 0 0 0,-1 0 0 0 0,0-1 0 0 0,0 1 0 0 0,-1-2 0 0 0,-1 1 0 0 0,1-1 0 0 0,-1-1 0 0 0,0 1 0 0 0,-17 8 0 0 0,19-12-59 0 0,0-1 0 0 0,-1 1 1 0 0,1-1-1 0 0,-1 0 0 0 0,1-1 0 0 0,-1 1 0 0 0,0-2 1 0 0,1 1-1 0 0,-1-1 0 0 0,0 0 0 0 0,0-1 1 0 0,1 0-1 0 0,-9-1 0 0 0,6-1 0 0 0,0 0-1 0 0,1-1 1 0 0,-1 1 0 0 0,0-2 0 0 0,1 0-1 0 0,0 0 1 0 0,0 0 0 0 0,1-1 0 0 0,-9-7-1 0 0,7 4-1 0 0,0-1-1 0 0,0 0 0 0 0,1 0 0 0 0,1-1 1 0 0,-1 0-1 0 0,2 0 0 0 0,-1-1 0 0 0,2 0 1 0 0,0-1-1 0 0,0 1 0 0 0,1-1 0 0 0,0 0 1 0 0,2 0-1 0 0,-5-24 0 0 0,7 24-20 0 0,0 0 1 0 0,1 1-1 0 0,1-1 0 0 0,0 0 1 0 0,1 0-1 0 0,0 0 0 0 0,1 1 1 0 0,0 0-1 0 0,1-1 0 0 0,6-13 0 0 0,-2 10-50 0 0,1 0-1 0 0,0 1 0 0 0,0 0 0 0 0,2 1 1 0 0,0 0-1 0 0,22-21 0 0 0,-4 10-104 0 0,1 1 0 0 0,1 2-1 0 0,1 1 1 0 0,1 1 0 0 0,1 2 0 0 0,43-17 0 0 0,-13 10-1821 0 0,99-24 1 0 0,-46 21-2119 0 0,0 5-4953 0 0,-45 8-2246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1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166 337 1112 0 0,'6'-16'1901'0'0,"-1"0"0"0"0,-1-1 0 0 0,-1 0 0 0 0,0 0 0 0 0,-1 0 0 0 0,-1-20 0 0 0,-1 37-1859 0 0,0-1 1 0 0,0 1-1 0 0,0-1 0 0 0,0 1 1 0 0,0-1-1 0 0,0 1 1 0 0,0-1-1 0 0,0 1 0 0 0,0-1 1 0 0,0 1-1 0 0,0 0 1 0 0,0-1-1 0 0,0 1 1 0 0,-1-1-1 0 0,1 1 0 0 0,0 0 1 0 0,0-1-1 0 0,-1 1 1 0 0,1-1-1 0 0,0 1 1 0 0,0 0-1 0 0,-1-1 0 0 0,1 1 1 0 0,0 0-1 0 0,-1 0 1 0 0,1-1-1 0 0,0 1 1 0 0,-1 0-1 0 0,1 0 0 0 0,-1-1 1 0 0,1 1-1 0 0,-1 0 1 0 0,1 0-1 0 0,0 0 1 0 0,-1 0-1 0 0,1 0 0 0 0,-1-1 1 0 0,1 1-1 0 0,-1 0 1 0 0,1 0-1 0 0,-1 0 1 0 0,1 0-1 0 0,0 0 0 0 0,-1 1 1 0 0,1-1-1 0 0,-1 0 1 0 0,1 0-1 0 0,-1 0 1 0 0,-2 1 52 0 0,1 0 0 0 0,0 0 0 0 0,0 0 0 0 0,-1 0 0 0 0,1 0 1 0 0,0 1-1 0 0,0-1 0 0 0,-3 3 0 0 0,-11 12 270 0 0,0 2 1 0 0,1 0-1 0 0,0 0 0 0 0,-21 38 0 0 0,28-40-289 0 0,-1 0-1 0 0,2 0 1 0 0,0 1 0 0 0,1 0-1 0 0,1 0 1 0 0,-6 35-1 0 0,10-47-59 0 0,1 1 0 0 0,-1-1-1 0 0,1 1 1 0 0,0-1 0 0 0,1 1 0 0 0,-1-1-1 0 0,1 0 1 0 0,0 1 0 0 0,1-1-1 0 0,-1 0 1 0 0,1 1 0 0 0,0-1 0 0 0,0 0-1 0 0,1 0 1 0 0,0-1 0 0 0,-1 1 0 0 0,8 8-1 0 0,-6-9-6 0 0,1 0 0 0 0,-1 0 0 0 0,1-1 0 0 0,0 1 0 0 0,0-1 0 0 0,0 0-1 0 0,0-1 1 0 0,1 1 0 0 0,-1-1 0 0 0,1 0 0 0 0,0 0 0 0 0,-1-1 0 0 0,1 0 0 0 0,0 0-1 0 0,0 0 1 0 0,9 0 0 0 0,-5-1-5 0 0,0-1-1 0 0,0 1 0 0 0,0-2 1 0 0,0 1-1 0 0,-1-1 1 0 0,1-1-1 0 0,0 0 1 0 0,-1 0-1 0 0,0-1 0 0 0,0 0 1 0 0,0-1-1 0 0,0 1 1 0 0,0-2-1 0 0,-1 1 1 0 0,0-1-1 0 0,0-1 1 0 0,-1 1-1 0 0,0-1 0 0 0,0-1 1 0 0,-1 1-1 0 0,1-1 1 0 0,-2 0-1 0 0,1-1 1 0 0,-1 1-1 0 0,0-1 0 0 0,5-15 1 0 0,-3 6-6 0 0,-1-1 1 0 0,-1 1 0 0 0,-1-1-1 0 0,0 0 1 0 0,-2 0-1 0 0,1-23 1 0 0,-3 28 1 0 0,0 0 1 0 0,-1 1-1 0 0,-1-1 1 0 0,0 0-1 0 0,-1 0 1 0 0,0 1-1 0 0,-1-1 1 0 0,-1 1-1 0 0,-8-17 1 0 0,12 27-2 0 0,-1-1 0 0 0,0 1 1 0 0,0 0-1 0 0,0-1 0 0 0,0 1 1 0 0,-1 0-1 0 0,1 1 0 0 0,-1-1 1 0 0,0 0-1 0 0,0 1 1 0 0,0-1-1 0 0,0 1 0 0 0,0 0 1 0 0,0 0-1 0 0,-1 0 0 0 0,1 0 1 0 0,-1 1-1 0 0,1 0 1 0 0,-1-1-1 0 0,1 1 0 0 0,-1 0 1 0 0,0 1-1 0 0,0-1 0 0 0,0 1 1 0 0,1 0-1 0 0,-1-1 1 0 0,0 2-1 0 0,0-1 0 0 0,0 0 1 0 0,1 1-1 0 0,-1 0 0 0 0,0 0 1 0 0,0 0-1 0 0,1 0 1 0 0,-6 3-1 0 0,-2 1 2 0 0,0 0 0 0 0,1 1 0 0 0,-1 1 0 0 0,1 0 0 0 0,1 0 0 0 0,-1 1 0 0 0,1 0 0 0 0,1 0 0 0 0,0 1 0 0 0,-9 12 0 0 0,9-10-1 0 0,1 0 0 0 0,0 1-1 0 0,1 0 1 0 0,0 0 0 0 0,1 0-1 0 0,0 1 1 0 0,1 0 0 0 0,0 0 0 0 0,1 0-1 0 0,-2 22 1 0 0,5-30 1 0 0,-1 1-1 0 0,1 0 1 0 0,1 0-1 0 0,-1-1 1 0 0,1 1 0 0 0,0 0-1 0 0,0-1 1 0 0,1 1 0 0 0,-1 0-1 0 0,1-1 1 0 0,1 0-1 0 0,-1 1 1 0 0,1-1 0 0 0,-1 0-1 0 0,2 0 1 0 0,-1-1-1 0 0,0 1 1 0 0,1-1 0 0 0,0 1-1 0 0,0-1 1 0 0,0 0 0 0 0,1-1-1 0 0,-1 1 1 0 0,1-1-1 0 0,0 0 1 0 0,0 0 0 0 0,7 3-1 0 0,-1-2-2 0 0,1 0 0 0 0,0-1 0 0 0,0 0 0 0 0,0-1 0 0 0,0 0-1 0 0,0-1 1 0 0,1 0 0 0 0,-1-1 0 0 0,0 0 0 0 0,24-4 0 0 0,-5-2-18 0 0,-1-1 0 0 0,0-1 0 0 0,34-14 0 0 0,-36 10 6 0 0,-1-1 1 0 0,-1-1-1 0 0,0-1 0 0 0,-1-2 1 0 0,0 0-1 0 0,-2-2 1 0 0,0 0-1 0 0,33-38 0 0 0,-2-7-53 0 0,83-130-1 0 0,-112 160 12 0 0,-24 33 38 0 0,0 4 0 0 0,1 0 22 0 0,-2 0 0 0 0,1 0 0 0 0,0 0 0 0 0,-1 0 0 0 0,1 0 0 0 0,-1 0 1 0 0,0 0-1 0 0,0 0 0 0 0,0 1 0 0 0,-1 4 0 0 0,-9 41 46 0 0,4-21-13 0 0,-173 760 1475 0 0,159-705-1367 0 0,-74 270 596 0 0,-31-11-154 0 0,120-331-567 0 0,-4 9 32 0 0,0 0 0 0 0,-17 25 1 0 0,23-41-42 0 0,1 0-1 0 0,-1-1 1 0 0,0 1 0 0 0,0 0 0 0 0,-1-1 0 0 0,1 0 0 0 0,-1 1 0 0 0,0-1 0 0 0,1-1 0 0 0,-1 1-1 0 0,-1 0 1 0 0,1-1 0 0 0,0 0 0 0 0,-1 0 0 0 0,1 0 0 0 0,-8 1 0 0 0,9-3-6 0 0,-1 0 0 0 0,0 0 0 0 0,1 0 0 0 0,-1-1 0 0 0,0 1 0 0 0,1-1 0 0 0,-1 0 0 0 0,1 0 0 0 0,-1-1 0 0 0,1 1 0 0 0,-1 0 0 0 0,1-1 1 0 0,0 0-1 0 0,0 0 0 0 0,0 0 0 0 0,0 0 0 0 0,0-1 0 0 0,0 1 0 0 0,1-1 0 0 0,-1 0 0 0 0,1 1 0 0 0,0-1 0 0 0,-4-5 0 0 0,-4-8 2 0 0,0 0 1 0 0,2 0-1 0 0,-9-22 0 0 0,16 36-5 0 0,-7-17 15 0 0,1 0 0 0 0,1 0 0 0 0,1-1 0 0 0,1 1 0 0 0,1-1 0 0 0,0-1 0 0 0,2 1 0 0 0,0 0 0 0 0,1 0 0 0 0,1-1 0 0 0,1 1 0 0 0,1 0 0 0 0,9-36 0 0 0,-4 33-14 0 0,0 0 0 0 0,1 1 1 0 0,1 0-1 0 0,2 1 0 0 0,0 0 0 0 0,1 1 0 0 0,0 0 0 0 0,2 1 0 0 0,1 1 0 0 0,0 0 0 0 0,25-21 0 0 0,-3 8 151 0 0,1 2-1 0 0,2 1 0 0 0,0 3 1 0 0,2 1-1 0 0,76-31 1 0 0,-78 40-925 0 0,1 2 1 0 0,56-11-1 0 0,-61 18-3305 0 0,0 2 0 0 0,75 0 0 0 0,-88 6-3587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4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82 2080 0 0,'-15'-11'2688'0'0,"1"-1"-851"0"0,4 4-129 0 0,0 1-504 0 0,4-2-100 0 0,-1 2 284 0 0,7-3-1204 0 0,16 0-1412 0 0,-2 6-332 0 0,1 3-1432 0 0,4-1-1017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2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389 255 432 0 0,'19'-30'2922'0'0,"-4"8"-392"0"0,20-41 0 0 0,-33 57-2212 0 0,1 0 0 0 0,-1-1 0 0 0,1 1 0 0 0,-2 0 0 0 0,1-1 0 0 0,-1 0 0 0 0,0 1 0 0 0,0-1 0 0 0,-1 0 0 0 0,0 1 0 0 0,-1-14 0 0 0,0 18-227 0 0,1 0 0 0 0,0-1 0 0 0,-1 1 0 0 0,0 0-1 0 0,0-1 1 0 0,1 1 0 0 0,-1 0 0 0 0,-1 0 0 0 0,1 0-1 0 0,0 0 1 0 0,0 0 0 0 0,-1 0 0 0 0,1 0-1 0 0,-1 0 1 0 0,0 0 0 0 0,1 1 0 0 0,-1-1 0 0 0,0 1-1 0 0,0-1 1 0 0,-3-1 0 0 0,2 2-1 0 0,0 0 1 0 0,0 0-1 0 0,0 1 1 0 0,0-1-1 0 0,0 1 0 0 0,-1-1 1 0 0,1 1-1 0 0,0 0 0 0 0,0 0 1 0 0,-1 0-1 0 0,1 1 0 0 0,0-1 1 0 0,-4 2-1 0 0,-5 1 96 0 0,1 1-1 0 0,-1 1 1 0 0,1-1 0 0 0,1 2-1 0 0,-1 0 1 0 0,-19 14 0 0 0,-1 4 5 0 0,1 2 0 0 0,1 1 1 0 0,2 2-1 0 0,1 0 0 0 0,1 2 1 0 0,1 0-1 0 0,2 2 0 0 0,1 1 1 0 0,-20 46-1 0 0,37-71-159 0 0,0 0-1 0 0,1 0 1 0 0,0 1-1 0 0,0 0 1 0 0,1 0 0 0 0,1-1-1 0 0,-2 18 1 0 0,4-24-27 0 0,-1 0-1 0 0,0 0 1 0 0,1 0 0 0 0,-1 0 0 0 0,1 0 0 0 0,0 0 0 0 0,0 0 0 0 0,0 0-1 0 0,0 0 1 0 0,1 0 0 0 0,-1 0 0 0 0,1 0 0 0 0,0-1 0 0 0,-1 1-1 0 0,1-1 1 0 0,0 1 0 0 0,1-1 0 0 0,-1 0 0 0 0,0 0 0 0 0,1 0 0 0 0,-1 0-1 0 0,1 0 1 0 0,0-1 0 0 0,-1 1 0 0 0,1-1 0 0 0,0 0 0 0 0,0 1 0 0 0,3-1-1 0 0,3 2-4 0 0,-1 0 0 0 0,1-1 0 0 0,0 0-1 0 0,0-1 1 0 0,0 0 0 0 0,0-1 0 0 0,0 1-1 0 0,0-2 1 0 0,0 1 0 0 0,0-1 0 0 0,13-4 0 0 0,-9 1-2 0 0,-1 0 1 0 0,1-1-1 0 0,-1 0 1 0 0,-1-1 0 0 0,1 0-1 0 0,-1-1 1 0 0,12-9 0 0 0,5-8-7 0 0,-2-1 1 0 0,0-1 0 0 0,-2-1 0 0 0,36-51-1 0 0,20-40 131 0 0,-80 118-106 0 0,1 0 0 0 0,-1-1 0 0 0,0 1 0 0 0,0 0 0 0 0,0-1 0 0 0,0 1-1 0 0,1 0 1 0 0,-1 0 0 0 0,0-1 0 0 0,0 1 0 0 0,1 0 0 0 0,-1 0 0 0 0,0-1 0 0 0,0 1 0 0 0,1 0 0 0 0,-1 0 0 0 0,0 0-1 0 0,0 0 1 0 0,1-1 0 0 0,-1 1 0 0 0,0 0 0 0 0,1 0 0 0 0,-1 0 0 0 0,0 0 0 0 0,1 0 0 0 0,-1 0 0 0 0,0 0-1 0 0,1 0 1 0 0,-1 0 0 0 0,0 0 0 0 0,1 0 0 0 0,-1 0 0 0 0,0 0 0 0 0,1 0 0 0 0,5 12 302 0 0,-2 17 5 0 0,-4-28-293 0 0,-3 84 229 0 0,1-62-96 0 0,0 0 1 0 0,2 0 0 0 0,5 39-1 0 0,-4-56-390 0 0,0 0-1 0 0,0 0 0 0 0,1 0 0 0 0,0 0 1 0 0,0 0-1 0 0,1-1 0 0 0,0 1 1 0 0,0-1-1 0 0,0 1 0 0 0,1-1 0 0 0,-1 0 1 0 0,1 0-1 0 0,0 0 0 0 0,1-1 0 0 0,-1 0 1 0 0,1 0-1 0 0,0 0 0 0 0,6 4 1 0 0,-3-3-1149 0 0,1-1 0 0 0,-1 0 0 0 0,1-1 0 0 0,0 0 0 0 0,12 3 0 0 0,4 0-4929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2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86 2156 0 0,'2'-3'407'0'0,"1"-3"562"0"0,0 0 0 0 0,-1-1 0 0 0,1 1 0 0 0,-1-1 0 0 0,0 1 1 0 0,-1-1-1 0 0,2-12 0 0 0,-4 18-876 0 0,1 0 0 0 0,0 0 0 0 0,-1 0 0 0 0,1 0 1 0 0,0 1-1 0 0,-1-1 0 0 0,1 0 0 0 0,-1 0 1 0 0,1 0-1 0 0,-1 0 0 0 0,0 0 0 0 0,1 1 0 0 0,-1-1 1 0 0,0 0-1 0 0,0 1 0 0 0,1-1 0 0 0,-1 0 1 0 0,0 1-1 0 0,0-1 0 0 0,0 1 0 0 0,0-1 0 0 0,0 1 1 0 0,0 0-1 0 0,0-1 0 0 0,0 1 0 0 0,0 0 1 0 0,0 0-1 0 0,0-1 0 0 0,0 1 0 0 0,0 0 0 0 0,0 0 1 0 0,0 0-1 0 0,0 0 0 0 0,-1 1 0 0 0,-36 2 1258 0 0,27 1-1097 0 0,0 1-1 0 0,0 0 1 0 0,0 0-1 0 0,1 1 1 0 0,-1 0-1 0 0,1 1 1 0 0,1 0-1 0 0,-15 14 1 0 0,2 0 21 0 0,0 2 0 0 0,-20 29 0 0 0,32-39-206 0 0,0 2 0 0 0,1-1 0 0 0,1 1 1 0 0,0 0-1 0 0,1 1 0 0 0,0 0 0 0 0,-5 23 1 0 0,10-33-52 0 0,1 0 0 0 0,1 0 0 0 0,-1 1 0 0 0,1-1 0 0 0,0 0 0 0 0,0 0-1 0 0,0 0 1 0 0,1 1 0 0 0,0-1 0 0 0,3 7 0 0 0,-3-8-11 0 0,1-1-1 0 0,0 0 1 0 0,0 0-1 0 0,1 1 1 0 0,-1-1-1 0 0,1-1 1 0 0,0 1 0 0 0,0 0-1 0 0,0-1 1 0 0,1 1-1 0 0,-1-1 1 0 0,1 0-1 0 0,0 0 1 0 0,7 4-1 0 0,1-1-315 0 0,1 0 1 0 0,0-1-1 0 0,0 0 1 0 0,0-1-1 0 0,0-1 0 0 0,0 0 1 0 0,1-1-1 0 0,-1 0 1 0 0,1-1-1 0 0,17-1 0 0 0,-8-1-471 0 0,0-1 0 0 0,0 0-1 0 0,-1-2 1 0 0,0-1 0 0 0,31-11-1 0 0,-33 9 588 0 0,-1-2 0 0 0,0-1 0 0 0,-1 0 0 0 0,0-2-1 0 0,0 0 1 0 0,-2 0 0 0 0,1-2 0 0 0,17-18 0 0 0,-12 8 913 0 0,0-2 1 0 0,-2 0 0 0 0,0-1 0 0 0,23-44 0 0 0,10-41 5296 0 0,-47 105-3569 0 0,-5 20-1368 0 0,-4 23 116 0 0,-14 122 1240 0 0,15-126-2236 0 0,1 1 1 0 0,7 60-1 0 0,-5-86-260 0 0,1-1 0 0 0,-1 0 0 0 0,1 0 0 0 0,0 1 0 0 0,4 7 0 0 0,-5-12-326 0 0,0 1-1 0 0,1-1 1 0 0,-1 0-1 0 0,1 0 1 0 0,0 0-1 0 0,-1 0 0 0 0,1 0 1 0 0,0 0-1 0 0,0 0 1 0 0,0 0-1 0 0,1-1 1 0 0,-1 1-1 0 0,5 1 1 0 0,-6-2 16 0 0,0-1 1 0 0,0 0 0 0 0,0 0-1 0 0,-1 0 1 0 0,1 1 0 0 0,0-1-1 0 0,0 0 1 0 0,0 0 0 0 0,0-1 0 0 0,0 1-1 0 0,0 0 1 0 0,0 0 0 0 0,0 0-1 0 0,0 0 1 0 0,0-1 0 0 0,-1 1 0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2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76 135 376 0 0,'-5'-19'1801'0'0,"0"1"-1"0"0,-1 0 1 0 0,-1 1 0 0 0,-1 0 0 0 0,-12-20-1 0 0,20 37-1781 0 0,0-1 0 0 0,0 1 0 0 0,-1-1 0 0 0,1 1 0 0 0,0-1 0 0 0,0 1 0 0 0,-1-1 0 0 0,1 1 0 0 0,0-1 0 0 0,-1 1-1 0 0,1 0 1 0 0,0-1 0 0 0,-1 1 0 0 0,1 0 0 0 0,-1-1 0 0 0,1 1 0 0 0,-1 0 0 0 0,1-1 0 0 0,-1 1 0 0 0,1 0 0 0 0,-1 0 0 0 0,1 0-1 0 0,-1-1 1 0 0,1 1 0 0 0,-1 0 0 0 0,1 0 0 0 0,-1 0 0 0 0,1 0 0 0 0,-1 0 0 0 0,0 0 0 0 0,1 0 0 0 0,-1 0 0 0 0,1 0 0 0 0,-1 0-1 0 0,1 1 1 0 0,-1-1 0 0 0,0 1-294 0 0,0-1 0 0 0,1 1 0 0 0,-1 0 0 0 0,0-1 0 0 0,1 1 0 0 0,-1 0 0 0 0,1 0 0 0 0,-1 0 0 0 0,1-1 0 0 0,-1 1 0 0 0,1 0 0 0 0,-1 0 0 0 0,1 0 0 0 0,0 0 0 0 0,0 0 0 0 0,0 0 0 0 0,-1 0 0 0 0,1 0 0 0 0,0 0 0 0 0,0 2 0 0 0,0 9-3426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3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1772 0 0,'15'7'5758'0'0,"2"3"-3576"0"0,0 1 0 0 0,21 18 0 0 0,-20-13-571 0 0,31 34 1 0 0,-37-36-1293 0 0,-1 1 0 0 0,-1-1 1 0 0,0 2-1 0 0,-1-1 0 0 0,-1 1 0 0 0,0 1 0 0 0,-1-1 1 0 0,6 23-1 0 0,-11-32-238 0 0,-1-1-1 0 0,0 0 1 0 0,0 1 0 0 0,-1-1 0 0 0,0 1-1 0 0,0-1 1 0 0,0 1 0 0 0,-1-1 0 0 0,0 1-1 0 0,0-1 1 0 0,0 0 0 0 0,-1 1 0 0 0,0-1-1 0 0,0 0 1 0 0,-1 0 0 0 0,0 0-1 0 0,0 0 1 0 0,-6 7 0 0 0,8-11-37 0 0,-5 0 37 0 0,6-3-61 0 0,4-5-6 0 0,19-27-23 0 0,1 1 0 0 0,1 0 0 0 0,2 2 0 0 0,1 1-1 0 0,49-38 1 0 0,29-9-2874 0 0,-58 52-1175 0 0,-15 11-2334 0 0,-15 7 319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3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326 456 1668 0 0,'-3'-8'1592'0'0,"0"1"-1"0"0,0-1 1 0 0,0 1-1 0 0,-1 0 0 0 0,-7-10 1 0 0,9 15-1382 0 0,1 0-1 0 0,-1 0 1 0 0,1 0 0 0 0,-1 1 0 0 0,0-1-1 0 0,0 0 1 0 0,1 1 0 0 0,-1-1-1 0 0,0 1 1 0 0,0 0 0 0 0,-1 0 0 0 0,1 0-1 0 0,0 0 1 0 0,0 0 0 0 0,-1 0 0 0 0,1 1-1 0 0,0-1 1 0 0,-1 1 0 0 0,1-1 0 0 0,0 1-1 0 0,-1 0 1 0 0,1 0 0 0 0,-1 0-1 0 0,-4 1 1 0 0,-3 2-12 0 0,1 0 1 0 0,-1 1-1 0 0,1 0 0 0 0,0 0 1 0 0,0 1-1 0 0,1 0 0 0 0,-1 1 1 0 0,1 0-1 0 0,0 0 0 0 0,1 1 1 0 0,-1 0-1 0 0,-9 12 0 0 0,-1 2-21 0 0,2 2 0 0 0,0-1 0 0 0,-20 40 0 0 0,31-51-138 0 0,-1 1 0 0 0,2-1 0 0 0,0 1 0 0 0,0 0 0 0 0,1 0 0 0 0,0 0 0 0 0,-2 22 0 0 0,5-30-30 0 0,0 1-1 0 0,0-1 1 0 0,0 0 0 0 0,0 1 0 0 0,1-1 0 0 0,0 0-1 0 0,0 1 1 0 0,0-1 0 0 0,0 0 0 0 0,1 0 0 0 0,0 0-1 0 0,-1 0 1 0 0,1 0 0 0 0,1-1 0 0 0,-1 1 0 0 0,0 0-1 0 0,1-1 1 0 0,0 0 0 0 0,0 0 0 0 0,0 0 0 0 0,0 0-1 0 0,0 0 1 0 0,1 0 0 0 0,-1-1 0 0 0,6 3 0 0 0,1 0-7 0 0,0-2 0 0 0,0 1 1 0 0,0-1-1 0 0,1-1 0 0 0,-1 0 1 0 0,1 0-1 0 0,-1-1 0 0 0,1-1 1 0 0,-1 1-1 0 0,1-2 0 0 0,0 1 1 0 0,-1-2-1 0 0,1 1 0 0 0,-1-2 1 0 0,12-3-1 0 0,4-2-50 0 0,-1-1 0 0 0,0-1 0 0 0,0-2 0 0 0,39-25 0 0 0,-19 6-104 0 0,-1-2 0 0 0,-1-2 1 0 0,54-58-1 0 0,98-133-140 0 0,-124 132 228 0 0,71-125 0 0 0,-141 218 100 0 0,-14 8-17 0 0,8-1 7 0 0,0 0 0 0 0,0 1 0 0 0,0-1 1 0 0,1 1-1 0 0,0 0 0 0 0,1 0 0 0 0,-5 12 0 0 0,-4 6 89 0 0,-92 195 934 0 0,81-165-799 0 0,3 2-1 0 0,-14 64 0 0 0,31-109-218 0 0,1 0 0 0 0,0 0 0 0 0,1 0 0 0 0,0 1 0 0 0,1-1 0 0 0,0 1 0 0 0,1-1 0 0 0,4 19 0 0 0,-4-26-22 0 0,1 0-1 0 0,-1 0 1 0 0,1 0-1 0 0,1 0 1 0 0,-1 0-1 0 0,1 0 1 0 0,0 0-1 0 0,0-1 1 0 0,0 0-1 0 0,0 1 1 0 0,1-1-1 0 0,0-1 0 0 0,0 1 1 0 0,0 0-1 0 0,0-1 1 0 0,1 0-1 0 0,-1 0 1 0 0,1 0-1 0 0,0 0 1 0 0,0-1-1 0 0,8 3 1 0 0,8 1 5 0 0,0-1 1 0 0,0 0 0 0 0,0-2-1 0 0,1-1 1 0 0,-1 0 0 0 0,1-2-1 0 0,-1 0 1 0 0,1-2 0 0 0,-1 0 0 0 0,1-1-1 0 0,-1-2 1 0 0,31-9 0 0 0,-13 1-22 0 0,-1-2 0 0 0,-1-2 1 0 0,0-1-1 0 0,-2-1 1 0 0,58-43-1 0 0,-61 38-39 0 0,-2-1 1 0 0,46-49-1 0 0,-63 59 35 0 0,-1 0-1 0 0,0 0 0 0 0,-2-1 0 0 0,1-1 1 0 0,-2 0-1 0 0,0 0 0 0 0,9-27 0 0 0,-17 41 13 0 0,0 0-1 0 0,0 0 1 0 0,0 0-1 0 0,-1 1 0 0 0,1-1 1 0 0,-1 0-1 0 0,0 0 1 0 0,0 0-1 0 0,0 0 0 0 0,0 0 1 0 0,-1 0-1 0 0,1 0 1 0 0,-1 0-1 0 0,0 0 0 0 0,0 1 1 0 0,0-1-1 0 0,-2-4 1 0 0,2 5-3 0 0,0 0 1 0 0,-1 1-1 0 0,1-1 1 0 0,-1 1-1 0 0,1-1 1 0 0,-1 1 0 0 0,0 0-1 0 0,0-1 1 0 0,1 1-1 0 0,-1 0 1 0 0,0 0-1 0 0,0 0 1 0 0,0 1-1 0 0,0-1 1 0 0,0 0 0 0 0,0 1-1 0 0,0-1 1 0 0,0 1-1 0 0,0 0 1 0 0,-1 0-1 0 0,1 0 1 0 0,0 0 0 0 0,0 0-1 0 0,-4 1 1 0 0,-4 0 39 0 0,-1 2 0 0 0,0-1 0 0 0,1 1 0 0 0,-1 1 0 0 0,1 0 0 0 0,0 1 0 0 0,0 0 0 0 0,0 0 1 0 0,1 1-1 0 0,0 0 0 0 0,0 0 0 0 0,1 1 0 0 0,-1 1 0 0 0,-7 8 0 0 0,7-6 40 0 0,1-1 1 0 0,1 1-1 0 0,0 0 1 0 0,0 0-1 0 0,0 1 0 0 0,2 0 1 0 0,-1 0-1 0 0,1 1 0 0 0,1-1 1 0 0,0 1-1 0 0,1 0 0 0 0,-3 16 1 0 0,6-23-57 0 0,-1 1 0 0 0,1-1 0 0 0,1 1 0 0 0,-1-1 0 0 0,1 1-1 0 0,-1-1 1 0 0,2 1 0 0 0,-1-1 0 0 0,1 1 0 0 0,-1-1 0 0 0,1 0 0 0 0,5 9 0 0 0,-2-7 26 0 0,0 1 0 0 0,1-1-1 0 0,0 0 1 0 0,0 0 0 0 0,0 0 0 0 0,1-1 0 0 0,8 6-1 0 0,6 3-647 0 0,1-1 1 0 0,1-1-1 0 0,0-2 0 0 0,36 14 0 0 0,13 0-3498 0 0,-21-10-1993 0 0,-1-2-2165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6:25:26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26 416,'2'-2'2394,"26"-22"6834,-38 37-8288,-11 10-478,-1-1 0,-30 23 0,1-1-225,2 4-598,-47 56-1,12 10-6084,56-70 1418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153 142 1276 0 0,'0'-11'1150'0'0,"0"0"0"0"0,-1 1 0 0 0,0-1 1 0 0,-1 1-1 0 0,0 0 0 0 0,0-1 0 0 0,-1 1 0 0 0,-1 0 0 0 0,1 1 0 0 0,-2-1 0 0 0,-9-16 0 0 0,13 24-641 0 0,-10 8 737 0 0,8-2-1048 0 0,0 0 1 0 0,0 0 0 0 0,1 0 0 0 0,-1 0 0 0 0,1 1 0 0 0,0 0-1 0 0,0-1 1 0 0,1 1 0 0 0,0 0 0 0 0,-2 7 0 0 0,1-2 38 0 0,-18 87 1784 0 0,-13 185 1 0 0,26-196-1521 0 0,5-67-437 0 0,-8 89 248 0 0,5 173 0 0 0,6-266-592 0 0,1-1 0 0 0,6 27 0 0 0,-7-38 12 0 0,0 1 0 0 0,0-1 0 0 0,0 0 0 0 0,1 1 0 0 0,-1-1 0 0 0,1 0 0 0 0,0 0 0 0 0,-1 0 0 0 0,1 0 0 0 0,1 0 0 0 0,-1-1 0 0 0,0 1 0 0 0,1-1 0 0 0,0 1 0 0 0,-1-1 0 0 0,6 3 0 0 0,-7-4-56 0 0,0 0 1 0 0,1-1 0 0 0,-1 1 0 0 0,1-1-1 0 0,-1 1 1 0 0,1-1 0 0 0,-1 0-1 0 0,1 1 1 0 0,-1-1 0 0 0,1 0-1 0 0,-1 0 1 0 0,1 0 0 0 0,-1 0-1 0 0,1 0 1 0 0,-1-1 0 0 0,1 1 0 0 0,-1 0-1 0 0,1-1 1 0 0,-1 1 0 0 0,1-1-1 0 0,-1 0 1 0 0,0 1 0 0 0,1-1-1 0 0,-1 0 1 0 0,0 0 0 0 0,0 0-1 0 0,1 0 1 0 0,-1 0 0 0 0,0 0-1 0 0,0 0 1 0 0,0 0 0 0 0,0 0 0 0 0,0 0-1 0 0,-1-1 1 0 0,1 1 0 0 0,1-2-1 0 0,0-11-4401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28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150 304 2340 0 0,'-12'-7'1293'0'0,"0"-1"0"0"0,-1 2 1 0 0,0 0-1 0 0,0 0 0 0 0,-1 2 0 0 0,1-1 0 0 0,-1 2 0 0 0,0 0 0 0 0,-15-2 0 0 0,26 5-397 0 0,4 1-870 0 0,-1 0 1 0 0,0-1 0 0 0,1 1-1 0 0,-1 0 1 0 0,1 0 0 0 0,-1-1-1 0 0,1 1 1 0 0,-1 0 0 0 0,1-1-1 0 0,-1 1 1 0 0,1 0 0 0 0,0-1-1 0 0,-1 1 1 0 0,1-1 0 0 0,0 1-1 0 0,0-1 1 0 0,-1 1-1 0 0,1-1 1 0 0,0 0 0 0 0,0 1-1 0 0,0-1 1 0 0,-1 0 0 0 0,1 0-1 0 0,0 0 1 0 0,0 1 0 0 0,0-1-1 0 0,1 0 1 0 0,32 3 107 0 0,-28-3-67 0 0,42 2 58 0 0,1-3 1 0 0,61-9 0 0 0,97-25-36 0 0,-148 24-57 0 0,-25 5-29 0 0,124-26 39 0 0,-122 23-33 0 0,-2-1-1 0 0,48-22 1 0 0,-76 30-7 0 0,-1-1-1 0 0,0 1 1 0 0,0-1-1 0 0,0-1 0 0 0,-1 1 1 0 0,1-1-1 0 0,-1 0 1 0 0,0 0-1 0 0,0 0 1 0 0,0 0-1 0 0,4-6 1 0 0,-7 8-3 0 0,0 0 0 0 0,-1 0 0 0 0,1 0 0 0 0,0 0 0 0 0,0 0 0 0 0,-1 0 1 0 0,1 0-1 0 0,-1 0 0 0 0,0 0 0 0 0,1 0 0 0 0,-1 0 0 0 0,0 0 1 0 0,0 0-1 0 0,-1 0 0 0 0,1 0 0 0 0,0 0 0 0 0,-1 0 0 0 0,1 0 1 0 0,-1 0-1 0 0,1 0 0 0 0,-1 0 0 0 0,0 0 0 0 0,0 0 0 0 0,0 0 1 0 0,0 0-1 0 0,0 1 0 0 0,-1-1 0 0 0,1 0 0 0 0,0 1 0 0 0,-1-1 0 0 0,1 1 1 0 0,-1 0-1 0 0,-1-2 0 0 0,1 2 0 0 0,1 0 1 0 0,-1 0 0 0 0,1-1-1 0 0,-1 1 1 0 0,0 1-1 0 0,1-1 1 0 0,-1 0-1 0 0,0 0 1 0 0,0 1-1 0 0,1-1 1 0 0,-1 1-1 0 0,0-1 1 0 0,0 1-1 0 0,0 0 1 0 0,0 0-1 0 0,0-1 1 0 0,0 1 0 0 0,0 1-1 0 0,1-1 1 0 0,-1 0-1 0 0,0 0 1 0 0,-2 2-1 0 0,1-1 1 0 0,0 0 0 0 0,0 0 0 0 0,0 1 1 0 0,0-1-1 0 0,0 1 0 0 0,1 0 0 0 0,-1 0 0 0 0,0 0 0 0 0,1 0 0 0 0,0 0 0 0 0,0 1 0 0 0,0-1 0 0 0,-2 4 0 0 0,-9 14 45 0 0,1 0-1 0 0,1 1 0 0 0,1 1 1 0 0,1 0-1 0 0,-9 33 0 0 0,-20 120 338 0 0,29-127-265 0 0,-21 154 143 0 0,6-29-20 0 0,24-172-239 0 0,0 4 33 0 0,-1 1-1 0 0,-1-1 1 0 0,1 1 0 0 0,-1-1 0 0 0,0 0 0 0 0,-4 9-1 0 0,5-15-31 0 0,1 1 0 0 0,-1 0 0 0 0,0-1 0 0 0,0 1 0 0 0,0-1 0 0 0,0 1 0 0 0,1-1 0 0 0,-1 0 0 0 0,0 1 0 0 0,1-1 0 0 0,-1 0 0 0 0,0 0 0 0 0,1 1 0 0 0,-1-1 0 0 0,1 0 0 0 0,-1 0 0 0 0,1 0 0 0 0,-1 0 0 0 0,1-1 0 0 0,-4-12-4 0 0,1-1 0 0 0,1 0-1 0 0,1 0 1 0 0,0 0 0 0 0,1 0 0 0 0,0 0 0 0 0,1 0 0 0 0,1 1 0 0 0,1-1 0 0 0,0 0 0 0 0,0 1-1 0 0,2-1 1 0 0,0 1 0 0 0,10-21 0 0 0,-11 28-6 0 0,1-1-1 0 0,-1 1 1 0 0,2 0-1 0 0,-1 0 0 0 0,1 1 1 0 0,0-1-1 0 0,0 1 1 0 0,0 1-1 0 0,1-1 1 0 0,0 1-1 0 0,12-7 1 0 0,-14 10 12 0 0,0-1 0 0 0,1 1 0 0 0,0 0 1 0 0,-1 0-1 0 0,1 0 0 0 0,0 1 0 0 0,0 0 0 0 0,0 0 1 0 0,-1 0-1 0 0,1 1 0 0 0,0 0 0 0 0,0 0 0 0 0,0 0 1 0 0,0 1-1 0 0,0 0 0 0 0,0 0 0 0 0,9 4 0 0 0,-8-2 44 0 0,1 0-1 0 0,-1 1 1 0 0,0 0-1 0 0,0 0 1 0 0,0 1-1 0 0,-1 0 0 0 0,1 0 1 0 0,-1 0-1 0 0,0 1 1 0 0,-1 0-1 0 0,1 0 1 0 0,-1 1-1 0 0,-1-1 0 0 0,1 1 1 0 0,-1 0-1 0 0,0 0 1 0 0,0 1-1 0 0,3 12 0 0 0,0 1 29 0 0,-2 0 0 0 0,0 0 0 0 0,-2 0-1 0 0,0 1 1 0 0,-1 41 0 0 0,-2-57-72 0 0,0 0 1 0 0,0 0 0 0 0,1 0 0 0 0,0 0 0 0 0,0-1 0 0 0,0 1 0 0 0,1 0 0 0 0,2 6-1 0 0,-3-10-2 0 0,0-1 0 0 0,0 1 0 0 0,0-1 0 0 0,0 1 0 0 0,0 0 0 0 0,1-1 0 0 0,-1 0 0 0 0,0 1 0 0 0,1-1 0 0 0,-1 0 0 0 0,1 0 0 0 0,-1 0-1 0 0,1 0 1 0 0,0 0 0 0 0,0 0 0 0 0,-1 0 0 0 0,1 0 0 0 0,0-1 0 0 0,0 1 0 0 0,0-1 0 0 0,-1 1 0 0 0,1-1 0 0 0,0 0 0 0 0,0 0-1 0 0,0 0 1 0 0,0 0 0 0 0,3 0 0 0 0,6-2 8 0 0,0 0 0 0 0,-1 0 1 0 0,1-1-1 0 0,-1-1 0 0 0,0 1 0 0 0,0-2 0 0 0,0 1 0 0 0,15-11 0 0 0,3-4 20 0 0,35-31 0 0 0,-40 30-22 0 0,-1-2 0 0 0,-1 0-1 0 0,-1-1 1 0 0,20-30 0 0 0,-30 38-21 0 0,0-1 1 0 0,-1 0 0 0 0,-1 0 0 0 0,-1-1 0 0 0,0 0-1 0 0,-1 0 1 0 0,-1 0 0 0 0,4-24 0 0 0,-8 36 7 0 0,-1 0 0 0 0,0 1-1 0 0,0-1 1 0 0,0 0 0 0 0,0 0 0 0 0,-1 1 0 0 0,0-1 0 0 0,0 0 0 0 0,0 1-1 0 0,0-1 1 0 0,-1 1 0 0 0,0-1 0 0 0,0 1 0 0 0,-4-7 0 0 0,4 9 3 0 0,1 0 0 0 0,0 1 1 0 0,-1-1-1 0 0,1 1 1 0 0,-1-1-1 0 0,0 1 0 0 0,1 0 1 0 0,-1 0-1 0 0,0 0 1 0 0,0 0-1 0 0,0 0 0 0 0,0 0 1 0 0,0 0-1 0 0,0 0 1 0 0,0 1-1 0 0,0-1 0 0 0,0 1 1 0 0,0 0-1 0 0,0 0 1 0 0,0-1-1 0 0,0 1 0 0 0,0 0 1 0 0,0 1-1 0 0,-1-1 1 0 0,1 0-1 0 0,0 1 0 0 0,0-1 1 0 0,0 1-1 0 0,0 0 1 0 0,0-1-1 0 0,0 1 0 0 0,0 0 1 0 0,1 0-1 0 0,-4 3 1 0 0,-4 1 9 0 0,1 1 0 0 0,0 1 0 0 0,1-1 0 0 0,-1 1 0 0 0,1 1 0 0 0,1-1 0 0 0,-1 1 0 0 0,2 0 0 0 0,-1 1 0 0 0,1-1 1 0 0,-6 14-1 0 0,5-9-3 0 0,0 0 0 0 0,1 1-1 0 0,0 0 1 0 0,1 0 0 0 0,1 1 0 0 0,1-1 0 0 0,-2 19 0 0 0,3-25-3 0 0,1-1 0 0 0,0 1 0 0 0,1-1 0 0 0,-1 0 0 0 0,1 1 0 0 0,1-1 0 0 0,-1 0 0 0 0,1 0 0 0 0,1 0 0 0 0,-1 0 0 0 0,1 0 0 0 0,0 0 0 0 0,1-1 0 0 0,0 1 0 0 0,0-1 0 0 0,0 0 0 0 0,1 0 0 0 0,0 0 0 0 0,0-1 0 0 0,0 0 0 0 0,0 0 0 0 0,1 0 0 0 0,0-1 0 0 0,0 0 0 0 0,1 0 0 0 0,-1 0 0 0 0,1-1 0 0 0,-1 0 0 0 0,1 0 0 0 0,0 0 0 0 0,0-1 0 0 0,1 0 0 0 0,7 1 0 0 0,0-1-4 0 0,0 0 0 0 0,0-1 0 0 0,0-1 0 0 0,0 0 0 0 0,0-1 0 0 0,0-1 0 0 0,0 0-1 0 0,0-1 1 0 0,0-1 0 0 0,-1 0 0 0 0,21-9 0 0 0,-25 9-23 0 0,1-2 0 0 0,-1 1 1 0 0,-1-1-1 0 0,1-1 0 0 0,-1 0 0 0 0,0 0 0 0 0,0-1 0 0 0,-1 0 0 0 0,0-1 1 0 0,-1 1-1 0 0,0-1 0 0 0,0-1 0 0 0,-1 0 0 0 0,0 0 0 0 0,7-16 1 0 0,1-9-49 0 0,-2-1 0 0 0,-1-1 1 0 0,10-62-1 0 0,-18 88 30 0 0,0 14 46 0 0,-2 17 29 0 0,-33 197 178 0 0,20-147-76 0 0,5-50-43 0 0,5-20-55 0 0,2-11-53 0 0,6-16 28 0 0,0 1 1 0 0,2 0-1 0 0,1 0 1 0 0,1 0-1 0 0,25-44 1 0 0,-24 51-35 0 0,1 0 0 0 0,1 1 0 0 0,1 0 0 0 0,0 1 0 0 0,2 1 0 0 0,0 0 0 0 0,27-20 0 0 0,-37 31 16 0 0,0 1 0 0 0,0 1 0 0 0,0-1 0 0 0,1 1 0 0 0,-1 0 0 0 0,1 1 0 0 0,0-1 0 0 0,0 1 0 0 0,0 1 0 0 0,0-1 0 0 0,0 1 0 0 0,7 0 0 0 0,-11 1 36 0 0,1 0 0 0 0,-1 0 0 0 0,0 1 1 0 0,1 0-1 0 0,-1-1 0 0 0,0 1 1 0 0,0 0-1 0 0,0 0 0 0 0,1 1 0 0 0,-1-1 1 0 0,0 1-1 0 0,-1-1 0 0 0,1 1 1 0 0,0 0-1 0 0,0 0 0 0 0,-1 0 0 0 0,1 0 1 0 0,-1 1-1 0 0,0-1 0 0 0,0 1 1 0 0,1 0-1 0 0,-2-1 0 0 0,1 1 1 0 0,0 0-1 0 0,-1 0 0 0 0,1 0 0 0 0,1 5 1 0 0,-1 0 118 0 0,1 0 1 0 0,-1 0 0 0 0,0 0-1 0 0,-1 1 1 0 0,0-1-1 0 0,-1 1 1 0 0,1-1 0 0 0,-3 16-1 0 0,-2 3 294 0 0,-10 38 0 0 0,8-40-150 0 0,-7 47 1 0 0,13-70-285 0 0,0-1 0 0 0,0 1 0 0 0,0-1 0 0 0,-1 1 0 0 0,2-1 0 0 0,-1 1-1 0 0,0-1 1 0 0,0 1 0 0 0,0-1 0 0 0,1 1 0 0 0,-1-1 0 0 0,1 1 0 0 0,-1-1 0 0 0,1 1 0 0 0,-1-1 0 0 0,1 0-1 0 0,0 1 1 0 0,0-1 0 0 0,0 0 0 0 0,0 0 0 0 0,0 1 0 0 0,0-1 0 0 0,0 0 0 0 0,0 0 0 0 0,0 0-1 0 0,0 0 1 0 0,1-1 0 0 0,-1 1 0 0 0,0 0 0 0 0,1 0 0 0 0,-1-1 0 0 0,0 1 0 0 0,1-1 0 0 0,1 1 0 0 0,4 0 4 0 0,0 0 1 0 0,-1-1 0 0 0,1 0 0 0 0,0 0 0 0 0,-1 0 0 0 0,12-3 0 0 0,14-4-478 0 0,1-1-1 0 0,-1-1 1 0 0,-1-2 0 0 0,34-16-1 0 0,54-36-10848 0 0,-85 42 2569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32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372 101 564 0 0,'-7'-29'4593'0'0,"6"23"-3784"0"0,0-1 0 0 0,0 1 0 0 0,-1-1 0 0 0,0 1 0 0 0,0 0 0 0 0,-1 0 1 0 0,-5-10-1 0 0,7 15-745 0 0,0 0 1 0 0,0 0 0 0 0,-1 0 0 0 0,1 0-1 0 0,0 0 1 0 0,0 1 0 0 0,-1-1-1 0 0,1 0 1 0 0,0 1 0 0 0,-1-1 0 0 0,1 1-1 0 0,-1-1 1 0 0,1 1 0 0 0,-1 0 0 0 0,1-1-1 0 0,-1 1 1 0 0,1 0 0 0 0,-1 0-1 0 0,1 0 1 0 0,-1 0 0 0 0,1 0 0 0 0,-1 0-1 0 0,1 1 1 0 0,-1-1 0 0 0,1 1-1 0 0,-1-1 1 0 0,1 1 0 0 0,0-1 0 0 0,-1 1-1 0 0,1 0 1 0 0,0-1 0 0 0,-1 1-1 0 0,1 0 1 0 0,-1 1 0 0 0,-5 3 117 0 0,0-1 0 0 0,0 2 1 0 0,1-1-1 0 0,-10 12 0 0 0,-17 21 62 0 0,2 3 1 0 0,1 0-1 0 0,3 2 0 0 0,1 0 1 0 0,3 2-1 0 0,1 1 1 0 0,-25 76-1 0 0,44-110-232 0 0,0 0 0 0 0,0 1 0 0 0,1-1 0 0 0,1 1 0 0 0,0-1 0 0 0,0 1 0 0 0,2 0 0 0 0,1 14 0 0 0,-1-21-8 0 0,0 0 1 0 0,0-1-1 0 0,1 1 1 0 0,0-1-1 0 0,0 0 0 0 0,0 1 1 0 0,1-1-1 0 0,0 0 0 0 0,0 0 1 0 0,0 0-1 0 0,0-1 1 0 0,1 1-1 0 0,0-1 0 0 0,0 0 1 0 0,0 0-1 0 0,0 0 0 0 0,0 0 1 0 0,1-1-1 0 0,0 0 1 0 0,5 3-1 0 0,2-1-196 0 0,0 0 1 0 0,0-1 0 0 0,1-1-1 0 0,-1 0 1 0 0,1-1-1 0 0,-1 0 1 0 0,1-1 0 0 0,0 0-1 0 0,-1-1 1 0 0,1 0-1 0 0,25-5 1 0 0,-11 0-356 0 0,1-1 0 0 0,-1-1 0 0 0,0-2 0 0 0,36-16-1 0 0,-42 15 272 0 0,0-1 0 0 0,-1-1 0 0 0,0-1 0 0 0,-1-1-1 0 0,-1 0 1 0 0,0-2 0 0 0,-1 0 0 0 0,26-31-1 0 0,-33 35 396 0 0,0-2 0 0 0,-1 1 0 0 0,-1-1 0 0 0,0-1 0 0 0,-1 1 0 0 0,-1-1 0 0 0,0-1 0 0 0,-1 1 0 0 0,0-1 0 0 0,-1 0 0 0 0,-1 0 0 0 0,-1 0 0 0 0,1-24 0 0 0,-2 38-33 0 0,-1 0 0 0 0,0-1-1 0 0,0 1 1 0 0,0-1-1 0 0,0 1 1 0 0,0 0 0 0 0,-1-1-1 0 0,1 1 1 0 0,-1 0-1 0 0,0-1 1 0 0,1 1 0 0 0,-1 0-1 0 0,0 0 1 0 0,0-1-1 0 0,0 1 1 0 0,-1 0 0 0 0,1 0-1 0 0,0 0 1 0 0,-1 0 0 0 0,1 1-1 0 0,-1-1 1 0 0,0 0-1 0 0,0 1 1 0 0,-2-3 0 0 0,3 4-49 0 0,0 0 0 0 0,0-1 0 0 0,0 1 0 0 0,0 0 0 0 0,0 0 1 0 0,0 0-1 0 0,0 0 0 0 0,0 0 0 0 0,0 0 0 0 0,0 1 0 0 0,1-1 1 0 0,-1 0-1 0 0,0 0 0 0 0,0 1 0 0 0,0-1 0 0 0,0 1 0 0 0,0-1 1 0 0,1 0-1 0 0,-1 1 0 0 0,0 0 0 0 0,0-1 0 0 0,-1 2 1 0 0,-13 13 460 0 0,8-5-349 0 0,0 1 0 0 0,1-1-1 0 0,1 1 1 0 0,0 1 0 0 0,0-1 0 0 0,1 0-1 0 0,0 1 1 0 0,1 0 0 0 0,0 0 0 0 0,1 0 0 0 0,1 0-1 0 0,0 0 1 0 0,0 1 0 0 0,3 22 0 0 0,-2-26-130 0 0,2 0 1 0 0,-1-1-1 0 0,1 1 0 0 0,0 0 1 0 0,1-1-1 0 0,0 0 1 0 0,0 0-1 0 0,1 0 0 0 0,0 0 1 0 0,0 0-1 0 0,1-1 1 0 0,0 1-1 0 0,0-1 1 0 0,1-1-1 0 0,0 1 0 0 0,0-1 1 0 0,0 0-1 0 0,1 0 1 0 0,0-1-1 0 0,0 0 1 0 0,11 6-1 0 0,-2-4-7 0 0,-1 0 0 0 0,2-2 0 0 0,-1 0 0 0 0,1 0 0 0 0,0-2 0 0 0,0 0 0 0 0,24 1 0 0 0,-30-3-8 0 0,-1-1 0 0 0,1-1 0 0 0,0 1 0 0 0,-1-2 1 0 0,1 1-1 0 0,-1-1 0 0 0,1-1 0 0 0,-1 0 0 0 0,0-1 0 0 0,0 0 1 0 0,0 0-1 0 0,18-12 0 0 0,-24 14 2 0 0,-1-1 0 0 0,1 0 1 0 0,-1 0-1 0 0,0 0 0 0 0,0 0 1 0 0,0-1-1 0 0,0 1 0 0 0,0-1 0 0 0,-1 0 1 0 0,0 0-1 0 0,1 0 0 0 0,-1 0 1 0 0,-1 0-1 0 0,1 0 0 0 0,-1 0 0 0 0,2-10 1 0 0,-2 8-6 0 0,-1 0 0 0 0,0 0 0 0 0,0-1 1 0 0,-1 1-1 0 0,0 0 0 0 0,0 0 0 0 0,0 0 1 0 0,-1 0-1 0 0,0 0 0 0 0,0 0 0 0 0,-3-6 1 0 0,-2 0-9 0 0,1 0 0 0 0,-2 0 0 0 0,0 1 0 0 0,0 0 0 0 0,-1 0 0 0 0,0 1 0 0 0,-1 0 1 0 0,0 1-1 0 0,-1 0 0 0 0,-16-11 0 0 0,14 13 8 0 0,-1 0 0 0 0,0 0 0 0 0,0 1 0 0 0,-1 1 1 0 0,0 0-1 0 0,1 2 0 0 0,-2-1 0 0 0,1 2 0 0 0,0 0 0 0 0,-1 0 0 0 0,1 2 0 0 0,-1 0 1 0 0,1 1-1 0 0,-1 0 0 0 0,1 1 0 0 0,0 1 0 0 0,0 0 0 0 0,0 1 0 0 0,0 1 0 0 0,1 1 0 0 0,-16 7 1 0 0,25-10 1 0 0,1-1 1 0 0,0 1 0 0 0,0 0 0 0 0,1 0-1 0 0,-1 1 1 0 0,0-1 0 0 0,-4 8 0 0 0,8-8 4 0 0,5 6-4 0 0,-2-8-3 0 0,0 1 0 0 0,0-1 1 0 0,-1 0-1 0 0,1 0 0 0 0,0 0 0 0 0,0 0 1 0 0,0 0-1 0 0,0-1 0 0 0,0 1 1 0 0,0-1-1 0 0,7 0 0 0 0,39-3 4 0 0,-34 2-9 0 0,38-7-44 0 0,-1-1 0 0 0,60-20 0 0 0,-63 15-2 0 0,0 2-1 0 0,77-8 0 0 0,-117 19 65 0 0,1 1-1 0 0,0 0 1 0 0,0 1 0 0 0,-1 1-1 0 0,1-1 1 0 0,0 1-1 0 0,-1 1 1 0 0,0 0 0 0 0,1 0-1 0 0,-1 1 1 0 0,0 0 0 0 0,-1 0-1 0 0,1 1 1 0 0,-1 0-1 0 0,0 1 1 0 0,0 0 0 0 0,-1 0-1 0 0,11 11 1 0 0,-10-8 16 0 0,0 0 1 0 0,-1 1-1 0 0,-1-1 0 0 0,1 1 1 0 0,-2 1-1 0 0,1-1 0 0 0,-2 1 1 0 0,1 0-1 0 0,-1 0 1 0 0,-1 0-1 0 0,0 1 0 0 0,-1-1 1 0 0,0 1-1 0 0,0-1 1 0 0,-1 15-1 0 0,-1-4 34 0 0,-1 0 1 0 0,0 0-1 0 0,-2 0 0 0 0,-9 38 0 0 0,12-58-20 0 0,2-24-38 0 0,7-15-17 0 0,1 1 0 0 0,19-43 1 0 0,-24 68-4 0 0,1 0 0 0 0,-1 1 1 0 0,2 0-1 0 0,-1-1 1 0 0,2 2-1 0 0,-1-1 0 0 0,1 1 1 0 0,1 0-1 0 0,-1 1 1 0 0,1 0-1 0 0,12-8 0 0 0,-17 14 12 0 0,-1 0 0 0 0,1 0-1 0 0,0 0 1 0 0,-1 0-1 0 0,1 0 1 0 0,0 1 0 0 0,0 0-1 0 0,0 0 1 0 0,0 0 0 0 0,0 0-1 0 0,0 1 1 0 0,0-1 0 0 0,1 1-1 0 0,-1 0 1 0 0,0 0-1 0 0,7 2 1 0 0,-6-1 0 0 0,0 1 0 0 0,0 0 0 0 0,0 0 0 0 0,0 0 0 0 0,-1 1 0 0 0,1 0 0 0 0,0 0 0 0 0,-1 0 0 0 0,0 0 0 0 0,0 1 0 0 0,5 4 0 0 0,4 8-1 0 0,-1 0-1 0 0,0 0 1 0 0,-1 2-1 0 0,-1-1 1 0 0,13 29-1 0 0,-19-37-47 0 0,47 94 187 0 0,-44-91-356 0 0,0 0 0 0 0,1-1 1 0 0,1-1-1 0 0,-1 1 0 0 0,2-1 1 0 0,12 11-1 0 0,-21-20 146 0 0,0-1 0 0 0,0 1-1 0 0,0 0 1 0 0,0 0 0 0 0,0-1-1 0 0,0 1 1 0 0,0-1 0 0 0,0 1-1 0 0,1-1 1 0 0,-1 1 0 0 0,0-1 0 0 0,0 0-1 0 0,1 1 1 0 0,-1-1 0 0 0,0 0-1 0 0,0 0 1 0 0,1 0 0 0 0,-1 0-1 0 0,0 0 1 0 0,1 0 0 0 0,-1-1 0 0 0,0 1-1 0 0,2-1 1 0 0,-1 0-21 0 0,0 0-1 0 0,1 0 1 0 0,-1-1-1 0 0,0 1 1 0 0,0-1 0 0 0,-1 1-1 0 0,1-1 1 0 0,0 0 0 0 0,0 0-1 0 0,-1 0 1 0 0,3-3-1 0 0,2-5-139 0 0,-1 0 0 0 0,0-1 0 0 0,7-20 0 0 0,-12 30 234 0 0,12-34-197 0 0,21-53 533 0 0,-29 79-168 0 0,1 0-1 0 0,0 0 1 0 0,0 1-1 0 0,1-1 1 0 0,0 1-1 0 0,0 1 0 0 0,9-9 1 0 0,-13 15-88 0 0,0-1 0 0 0,0 1 1 0 0,0 0-1 0 0,0-1 0 0 0,0 1 0 0 0,1 1 0 0 0,-1-1 1 0 0,0 0-1 0 0,1 0 0 0 0,-1 1 0 0 0,0-1 1 0 0,1 1-1 0 0,-1 0 0 0 0,1 0 0 0 0,-1 0 0 0 0,1 0 1 0 0,-1 0-1 0 0,0 0 0 0 0,1 1 0 0 0,-1-1 1 0 0,1 1-1 0 0,-1 0 0 0 0,0 0 0 0 0,0-1 0 0 0,1 2 1 0 0,-1-1-1 0 0,0 0 0 0 0,0 0 0 0 0,2 2 0 0 0,8 6 304 0 0,0-1-1 0 0,-1 1 0 0 0,16 18 0 0 0,-22-22-374 0 0,14 14 219 0 0,12 13 65 0 0,40 30 0 0 0,-63-55-260 0 0,1-1 0 0 0,0 0 1 0 0,0 0-1 0 0,0-1 0 0 0,1 0 0 0 0,-1-1 0 0 0,1 0 1 0 0,0 0-1 0 0,1-1 0 0 0,12 2 0 0 0,-19-5-24 0 0,0 1 0 0 0,-1-1-1 0 0,1 0 1 0 0,0-1 0 0 0,0 1-1 0 0,-1 0 1 0 0,1-1 0 0 0,0 0-1 0 0,-1 0 1 0 0,1 0 0 0 0,-1-1-1 0 0,1 1 1 0 0,-1-1 0 0 0,1 1-1 0 0,-1-1 1 0 0,0 0 0 0 0,0-1-1 0 0,0 1 1 0 0,0 0 0 0 0,0-1-1 0 0,-1 0 1 0 0,1 0-1 0 0,-1 0 1 0 0,4-6 0 0 0,2-5 14 0 0,0 0 0 0 0,-2-1 0 0 0,0 0 0 0 0,7-26 0 0 0,5-11-6 0 0,-15 46-19 0 0,-1 0 0 0 0,1 0 0 0 0,0 0-1 0 0,0 0 1 0 0,1 1 0 0 0,-1-1 0 0 0,1 1-1 0 0,1 0 1 0 0,-1 0 0 0 0,1 1 0 0 0,-1-1-1 0 0,1 1 1 0 0,1 0 0 0 0,-1 1 0 0 0,0-1-1 0 0,7-3 1 0 0,1 4-7 0 0,17-2 12 0 0,-22 6 0 0 0,-1 1-1 0 0,107 11 6 0 0,-1 0 4 0 0,-80-12 2 0 0,-16 1-5 0 0,-1-1 0 0 0,1-1 1 0 0,0-1-1 0 0,0 0 0 0 0,31-7 0 0 0,-47 8-7 0 0,0 0-1 0 0,1-1 0 0 0,-1 1 0 0 0,0-1 0 0 0,0 1 0 0 0,0-1 0 0 0,1 1 0 0 0,-1-1 0 0 0,0 0 1 0 0,0 1-1 0 0,0-1 0 0 0,0 0 0 0 0,0 0 0 0 0,0 0 0 0 0,0 0 0 0 0,0 0 0 0 0,-1 0 0 0 0,1 0 1 0 0,0 0-1 0 0,-1 0 0 0 0,1 0 0 0 0,0 0 0 0 0,-1-1 0 0 0,1 1 0 0 0,-1 0 0 0 0,0 0 0 0 0,1-1 0 0 0,-1 1 1 0 0,0 0-1 0 0,0 0 0 0 0,0-1 0 0 0,0 1 0 0 0,0 0 0 0 0,0-1 0 0 0,0 1 0 0 0,-1-2 0 0 0,1 2-1 0 0,0 1-1 0 0,0-1 1 0 0,0 0-1 0 0,-1 1 0 0 0,1-1 1 0 0,0 0-1 0 0,-1 1 0 0 0,1-1 1 0 0,-1 1-1 0 0,1-1 1 0 0,-1 0-1 0 0,1 1 0 0 0,-1-1 1 0 0,1 1-1 0 0,-1-1 0 0 0,1 1 1 0 0,-1 0-1 0 0,1-1 1 0 0,-1 1-1 0 0,0-1 0 0 0,0 1 1 0 0,-2-2-27 0 0,2 1 28 0 0,-1 0 0 0 0,-1 0 1 0 0,1 0-1 0 0,0 0 0 0 0,0 0 0 0 0,0 0 0 0 0,0 1 0 0 0,-1-1 1 0 0,1 1-1 0 0,0-1 0 0 0,-1 1 0 0 0,1 0 0 0 0,0 0 0 0 0,-1 0 1 0 0,1 0-1 0 0,0 0 0 0 0,-1 1 0 0 0,1-1 0 0 0,0 1 0 0 0,0-1 0 0 0,-1 1 1 0 0,1 0-1 0 0,0 0 0 0 0,0 0 0 0 0,0 0 0 0 0,0 0 0 0 0,0 0 1 0 0,-3 4-1 0 0,-8 5 123 0 0,1 0 0 0 0,1 1 0 0 0,-1 1 0 0 0,2 0-1 0 0,0 0 1 0 0,0 1 0 0 0,-12 22 0 0 0,8-8 70 0 0,0 0-1 0 0,2 1 0 0 0,-9 31 1 0 0,17-47-155 0 0,1 1 1 0 0,0-1 0 0 0,0 1 0 0 0,2-1 0 0 0,-1 1-1 0 0,2 0 1 0 0,1 20 0 0 0,-1-27-28 0 0,1 0 0 0 0,1 0 0 0 0,-1-1-1 0 0,1 1 1 0 0,0 0 0 0 0,0-1 0 0 0,0 1 0 0 0,1-1-1 0 0,0 0 1 0 0,0 1 0 0 0,1-1 0 0 0,-1-1 0 0 0,1 1 0 0 0,0-1-1 0 0,0 1 1 0 0,0-1 0 0 0,1 0 0 0 0,6 4 0 0 0,2 0-165 0 0,1 0 0 0 0,0-1 0 0 0,0-1 0 0 0,0-1 0 0 0,1 0 0 0 0,-1 0 1 0 0,1-1-1 0 0,0-1 0 0 0,1-1 0 0 0,-1 0 0 0 0,23-1 0 0 0,-22-1-643 0 0,0-1 0 0 0,0-1-1 0 0,0 0 1 0 0,24-7 0 0 0,-28 5-458 0 0,0-1-1 0 0,0 1 1 0 0,-1-2-1 0 0,1 1 1 0 0,20-16-1 0 0,-4-2-4831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32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4 199 2252 0 0,'-2'-39'4906'0'0,"1"23"-2533"0"0,0-1 1 0 0,3-15-1 0 0,-2 30-1806 0 0,0 1-473 0 0,1 1 0 0 0,-1-1 0 0 0,1 1 0 0 0,-1-1 0 0 0,1 1 0 0 0,0 0 0 0 0,-1-1-1 0 0,1 1 1 0 0,-1 0 0 0 0,1-1 0 0 0,0 1 0 0 0,-1 0 0 0 0,1 0 0 0 0,0 0 0 0 0,-1-1 0 0 0,1 1 0 0 0,0 0 0 0 0,1 0 0 0 0,8 6 193 0 0,0 0 1 0 0,-1 0-1 0 0,0 1 0 0 0,0 0 0 0 0,0 1 1 0 0,-1 0-1 0 0,0 0 0 0 0,-1 1 0 0 0,0 0 1 0 0,0 0-1 0 0,-1 0 0 0 0,0 1 1 0 0,9 21-1 0 0,-9-17-150 0 0,0 1 1 0 0,-1-1-1 0 0,0 1 1 0 0,-2 0-1 0 0,1 0 1 0 0,-2 1 0 0 0,0-1-1 0 0,-1 0 1 0 0,0 1-1 0 0,-2 16 1 0 0,1-32-138 0 0,-1 6 131 0 0,1 1 0 0 0,-1-1 0 0 0,0 0 0 0 0,-1 0-1 0 0,1 1 1 0 0,-1-1 0 0 0,-1 0 0 0 0,-4 9 0 0 0,6-13-51 0 0,-14-4 71 0 0,15 0-146 0 0,-1 0 0 0 0,1 0 0 0 0,-1 0 0 0 0,1 0-1 0 0,0 0 1 0 0,0 0 0 0 0,0 0 0 0 0,0 0 0 0 0,0 0 0 0 0,0 0-1 0 0,1 0 1 0 0,-1 0 0 0 0,1-2 0 0 0,0-1 6 0 0,3-14-19 0 0,1 0 0 0 0,1 1 0 0 0,0-1 1 0 0,2 1-1 0 0,12-24 0 0 0,2 6-28 0 0,36-50 1 0 0,31-15-158 0 0,-23 29 40 0 0,-65 70 233 0 0,-3 4-33 0 0,-6 3-27 0 0,0 0 0 0 0,1 1 0 0 0,0 0 0 0 0,0 0 0 0 0,0 1 0 0 0,-8 11 0 0 0,-34 52 181 0 0,37-52-143 0 0,-1 2 33 0 0,0 1-1 0 0,-12 27 0 0 0,23-43-73 0 0,-1 0 0 0 0,1 1 0 0 0,0 0-1 0 0,1-1 1 0 0,-1 1 0 0 0,1 0 0 0 0,0 0 0 0 0,1 0 0 0 0,-1-1 0 0 0,1 1 0 0 0,0 0 0 0 0,1 0 0 0 0,-1 0 0 0 0,4 11 0 0 0,-2-13-18 0 0,0 0 0 0 0,0 0-1 0 0,1 0 1 0 0,-1 0 0 0 0,1-1-1 0 0,0 1 1 0 0,0-1 0 0 0,1 0 0 0 0,-1 0-1 0 0,0 0 1 0 0,1 0 0 0 0,0-1-1 0 0,0 0 1 0 0,0 1 0 0 0,0-1-1 0 0,0 0 1 0 0,0-1 0 0 0,6 2-1 0 0,8 3-375 0 0,0-2-1 0 0,36 5 1 0 0,-3-4-2199 0 0,55-1 1 0 0,0-10-4577 0 0,-21-5-1224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3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6 696 2920 0 0,'-2'-13'6336'0'0,"2"12"-6488"0"0,-1 1 323 0 0,1-1-1 0 0,0 0 1 0 0,-1 1 0 0 0,1-1 0 0 0,0 0 0 0 0,0 0 0 0 0,-1 1 0 0 0,1-1-1 0 0,0 0 1 0 0,0 0 0 0 0,0 0 0 0 0,0 1 0 0 0,0-1 0 0 0,0 0 0 0 0,0 0 0 0 0,0 1-1 0 0,0-1 1 0 0,1 0 0 0 0,-1 0 0 0 0,0 1 0 0 0,0-1 0 0 0,1 0 0 0 0,-1 0 0 0 0,0 1-1 0 0,1-1 1 0 0,-1 0 0 0 0,1 1 0 0 0,-1-1 0 0 0,1 1 0 0 0,-1-1 0 0 0,1 1 0 0 0,0-1-1 0 0,-1 1 1 0 0,1-1 0 0 0,-1 1 0 0 0,1-1 0 0 0,0 1 0 0 0,-1 0 0 0 0,1-1 0 0 0,1 1-1 0 0,32-10 115 0 0,1-2-1 0 0,-2-1 0 0 0,1-1 1 0 0,-2-2-1 0 0,0-1 0 0 0,-1-2 0 0 0,40-32 1 0 0,-61 43-275 0 0,-1-1 0 0 0,1 0 1 0 0,-2 0-1 0 0,1-1 0 0 0,-2-1 0 0 0,1 1 1 0 0,-1-1-1 0 0,-1-1 0 0 0,0 1 1 0 0,0-1-1 0 0,-1 0 0 0 0,6-23 0 0 0,-6 9-10 0 0,0 0-1 0 0,-2 0 0 0 0,-1 0 1 0 0,-1 0-1 0 0,-3-37 0 0 0,1 52-23 0 0,2 10 23 0 0,-1 0 0 0 0,0 0-1 0 0,0 0 1 0 0,0 1 0 0 0,0-1 0 0 0,0 0 0 0 0,0 0 0 0 0,0 0-1 0 0,0 1 1 0 0,0-1 0 0 0,-1 0 0 0 0,1 0 0 0 0,0 1-1 0 0,0-1 1 0 0,-1 0 0 0 0,1 0 0 0 0,0 1 0 0 0,-1-1-1 0 0,1 0 1 0 0,-1 0 0 0 0,0 1 0 0 0,-10 9-16 0 0,8-3 15 0 0,-1 0 1 0 0,1 0 0 0 0,0 1-1 0 0,0-1 1 0 0,0 1-1 0 0,1 0 1 0 0,-2 10 0 0 0,-1 2 11 0 0,-93 348 37 0 0,60-218-58 0 0,7-30 8 0 0,-31 126 53 0 0,58-224-20 0 0,3-19-31 0 0,5-11 13 0 0,5-14-16 0 0,-1-1 0 0 0,7-31 0 0 0,-10 32 0 0 0,2-1-1 0 0,14-35 1 0 0,-12 40 2 0 0,1 1 0 0 0,1 0-1 0 0,0 1 1 0 0,1 0-1 0 0,26-27 1 0 0,-33 38 1 0 0,0 0 0 0 0,1 1 0 0 0,0 0 0 0 0,0 0 0 0 0,1 1 0 0 0,0 0 0 0 0,-1 0-1 0 0,1 0 1 0 0,0 1 0 0 0,1 0 0 0 0,-1 1 0 0 0,0-1 0 0 0,1 1 0 0 0,0 1 0 0 0,-1-1 0 0 0,1 1 0 0 0,0 1 0 0 0,11 0 0 0 0,-13 0 0 0 0,-1 1 0 0 0,0 0-1 0 0,1 0 1 0 0,-1 1 0 0 0,0 0 0 0 0,0 0 0 0 0,0 0 0 0 0,0 0 0 0 0,0 1 0 0 0,-1 0 0 0 0,1 0 0 0 0,-1 0 0 0 0,5 4 0 0 0,-3-1 3 0 0,0 1 1 0 0,-1-1-1 0 0,1 1 1 0 0,-1 0 0 0 0,-1 1-1 0 0,1-1 1 0 0,4 12 0 0 0,-1 2 7 0 0,-1 0 0 0 0,-1 0 0 0 0,-1 1 1 0 0,-1 0-1 0 0,3 32 0 0 0,-6-23-4 0 0,-1-20 3 0 0,0 0 0 0 0,1 0 0 0 0,1 0 1 0 0,-1 0-1 0 0,2 0 0 0 0,5 17 1 0 0,-7-26-7 0 0,0 0 1 0 0,0 0 0 0 0,0 0 0 0 0,0 0-1 0 0,1 0 1 0 0,-1 0 0 0 0,1 0 0 0 0,-1-1-1 0 0,1 1 1 0 0,-1-1 0 0 0,1 1-1 0 0,0-1 1 0 0,0 0 0 0 0,0 1 0 0 0,0-1-1 0 0,0 0 1 0 0,0 0 0 0 0,4 1-1 0 0,-3-2-6 0 0,1 1 0 0 0,-1-1-1 0 0,1 1 1 0 0,-1-1-1 0 0,1 0 1 0 0,-1-1-1 0 0,1 1 1 0 0,-1 0-1 0 0,0-1 1 0 0,1 0-1 0 0,3-1 1 0 0,2-2-59 0 0,0 1 0 0 0,-1-2 0 0 0,1 1 0 0 0,-1-1 0 0 0,0 0 0 0 0,0-1 0 0 0,13-12 0 0 0,-5 1-75 0 0,-2 0 0 0 0,0 0-1 0 0,-1-2 1 0 0,21-38 0 0 0,29-86-90 0 0,-24 50 377 0 0,-39 92-139 0 0,1 0 1 0 0,-1-1 0 0 0,1 1 0 0 0,-1 0 0 0 0,1 0 0 0 0,-1 0 0 0 0,1 0 0 0 0,0 0-1 0 0,0 0 1 0 0,-1 0 0 0 0,1 0 0 0 0,0 0 0 0 0,0 1 0 0 0,0-1 0 0 0,1-1 0 0 0,-1 2-8 0 0,-1 0 1 0 0,0 0-1 0 0,1 1 0 0 0,-1-1 1 0 0,0 0-1 0 0,1 0 1 0 0,-1 0-1 0 0,1 0 1 0 0,-1 1-1 0 0,0-1 1 0 0,0 0-1 0 0,1 0 1 0 0,-1 1-1 0 0,0-1 1 0 0,1 0-1 0 0,-1 1 1 0 0,0-1-1 0 0,0 0 1 0 0,0 1-1 0 0,1-1 1 0 0,-1 0-1 0 0,0 1 0 0 0,0-1 1 0 0,0 0-1 0 0,0 1 1 0 0,0-1-1 0 0,0 1 1 0 0,0-1-1 0 0,0 0 1 0 0,1 1-1 0 0,4 46 135 0 0,-4-36-130 0 0,0 13 25 0 0,2 0-1 0 0,1-1 1 0 0,1 0 0 0 0,1 1 0 0 0,1-2 0 0 0,10 23 0 0 0,-13-37-26 0 0,-1-1 0 0 0,2 0-1 0 0,-1 0 1 0 0,1 0 0 0 0,-1-1 0 0 0,2 0 0 0 0,-1 0 0 0 0,1 0 0 0 0,0 0-1 0 0,0-1 1 0 0,1 0 0 0 0,-1 0 0 0 0,1-1 0 0 0,0 0 0 0 0,0 0 0 0 0,1-1-1 0 0,-1 1 1 0 0,1-2 0 0 0,0 1 0 0 0,0-1 0 0 0,9 2 0 0 0,-8-3 0 0 0,0 0 0 0 0,-1 0 0 0 0,1-1 0 0 0,0 0 0 0 0,0 0 1 0 0,0-1-1 0 0,0 0 0 0 0,-1-1 0 0 0,1 0 0 0 0,0 0 0 0 0,-1-1 0 0 0,17-7 1 0 0,-19 6-6 0 0,1 0 0 0 0,-1-1 0 0 0,0 0 1 0 0,0 0-1 0 0,0 0 0 0 0,-1 0 1 0 0,1-1-1 0 0,-1 0 0 0 0,-1 0 1 0 0,1-1-1 0 0,-1 0 0 0 0,0 1 0 0 0,-1-1 1 0 0,0 0-1 0 0,3-9 0 0 0,1-5 4 0 0,-1-1 1 0 0,-1 0-1 0 0,-2 0 0 0 0,0 0 0 0 0,0-27 0 0 0,-9-112 8 0 0,2 144-15 0 0,3 15-32 0 0,-7 20 123 0 0,-9 146 1109 0 0,16-135-1060 0 0,1-1-1 0 0,2 1 1 0 0,9 50-1 0 0,-9-73-125 0 0,-1 1-1 0 0,1-1 1 0 0,1 0-1 0 0,-1 0 1 0 0,1 0 0 0 0,0 0-1 0 0,0 0 1 0 0,1-1-1 0 0,0 0 1 0 0,0 1-1 0 0,0-1 1 0 0,0-1 0 0 0,1 1-1 0 0,5 4 1 0 0,-2-4-4 0 0,0 0 0 0 0,0 0 1 0 0,0 0-1 0 0,0-1 0 0 0,1-1 1 0 0,0 1-1 0 0,0-2 0 0 0,0 1 1 0 0,10 1-1 0 0,0-1 1 0 0,0-2 0 0 0,1 0 0 0 0,-1-1 0 0 0,0-1 0 0 0,1 0 0 0 0,-1-2 0 0 0,0 0 0 0 0,0-1 0 0 0,19-7 0 0 0,-17 3-25 0 0,-1 0 0 0 0,0-2 1 0 0,-1 0-1 0 0,0-1 0 0 0,-1-1 1 0 0,33-28-1 0 0,-29 20-104 0 0,0-2 1 0 0,-2 0-1 0 0,-1-1 0 0 0,26-41 0 0 0,-21 23-15 0 0,-2-1 0 0 0,-1-2-1 0 0,-3 0 1 0 0,-1-1 0 0 0,-3 0-1 0 0,12-62 1 0 0,-4-49-44 0 0,-20 135 155 0 0,-2 1 0 0 0,0-1 1 0 0,-1 0-1 0 0,-2 1 0 0 0,-7-33 0 0 0,10 50 19 0 0,-1 0 0 0 0,0 0 1 0 0,0 0-1 0 0,0 0 0 0 0,0 0 0 0 0,-1 0 1 0 0,0 0-1 0 0,1 0 0 0 0,-1 1 0 0 0,0-1 1 0 0,0 1-1 0 0,0-1 0 0 0,0 1 0 0 0,-1 0 1 0 0,1 0-1 0 0,-1 0 0 0 0,-4-3 0 0 0,0 5-8 0 0,-1 3 18 0 0,0 0 0 0 0,1 1 0 0 0,-1-1 0 0 0,1 1 0 0 0,0 1-1 0 0,0-1 1 0 0,0 1 0 0 0,1 1 0 0 0,0-1 0 0 0,0 1 0 0 0,0 0 0 0 0,0 0 0 0 0,-6 10 0 0 0,-5 9 102 0 0,1 0 0 0 0,-20 43 0 0 0,8-5 108 0 0,3 1 0 0 0,3 1-1 0 0,3 2 1 0 0,2 0 0 0 0,4 0 0 0 0,-8 95 0 0 0,19-138-170 0 0,2 0 1 0 0,0 0-1 0 0,1 0 1 0 0,1-1 0 0 0,1 1-1 0 0,8 25 1 0 0,-9-40-36 0 0,1 0 1 0 0,0-1-1 0 0,1 1 0 0 0,0-1 0 0 0,0 0 1 0 0,1 0-1 0 0,0 0 0 0 0,0 0 1 0 0,1-1-1 0 0,0 0 0 0 0,0 0 1 0 0,0-1-1 0 0,1 1 0 0 0,0-1 1 0 0,1-1-1 0 0,-1 0 0 0 0,1 0 1 0 0,13 6-1 0 0,-4-4-8 0 0,0-2 1 0 0,0 1-1 0 0,1-2 1 0 0,0-1-1 0 0,0 0 1 0 0,0-1-1 0 0,0-1 1 0 0,1 0-1 0 0,-1-2 1 0 0,34-5-1 0 0,-23 1 6 0 0,0-1 0 0 0,-1-1 0 0 0,0-2 0 0 0,-1-1 0 0 0,0-1 0 0 0,27-15 0 0 0,-22 6 1 0 0,-1 0 0 0 0,-1-2-1 0 0,-1-2 1 0 0,-1 0 0 0 0,-2-2-1 0 0,47-56 1 0 0,-32 26 4 0 0,-2-1-1 0 0,57-112 1 0 0,-68 114-34 0 0,-4-1 0 0 0,-1-2-1 0 0,-3 0 1 0 0,-3-1 0 0 0,15-91 0 0 0,-31 137 13 0 0,0-1 0 0 0,0 1 0 0 0,-1 0 1 0 0,-1 0-1 0 0,0 0 0 0 0,-5-22 0 0 0,6 32 5 0 0,-1 1 0 0 0,1-1 0 0 0,-1 0-1 0 0,0 0 1 0 0,0 1 0 0 0,0-1-1 0 0,-1 1 1 0 0,1-1 0 0 0,-1 1-1 0 0,1 0 1 0 0,-1-1 0 0 0,0 1-1 0 0,0 0 1 0 0,0 0 0 0 0,0 0-1 0 0,0 0 1 0 0,0 0 0 0 0,0 1 0 0 0,-1-1-1 0 0,1 1 1 0 0,-1 0 0 0 0,1-1-1 0 0,-1 1 1 0 0,1 0 0 0 0,-1 0-1 0 0,0 1 1 0 0,0-1 0 0 0,1 0-1 0 0,-1 1 1 0 0,0 0 0 0 0,0 0 0 0 0,0 0-1 0 0,0 0 1 0 0,1 0 0 0 0,-1 0-1 0 0,-4 2 1 0 0,-2 0 7 0 0,0 1-1 0 0,0 0 1 0 0,0 1 0 0 0,0 0 0 0 0,0 1 0 0 0,1 0-1 0 0,-1 0 1 0 0,1 1 0 0 0,1 0 0 0 0,-1 0-1 0 0,1 1 1 0 0,-12 13 0 0 0,-1 5 125 0 0,1 0 0 0 0,-27 46 0 0 0,32-44-33 0 0,0 1 0 0 0,2 0 0 0 0,1 1 0 0 0,1 0 0 0 0,1 1 1 0 0,2 0-1 0 0,1 0 0 0 0,1 0 0 0 0,2 1 0 0 0,1 0 0 0 0,1 0 0 0 0,5 37 0 0 0,-2-45-116 0 0,2 0 0 0 0,0-1 0 0 0,1 0 0 0 0,1 0 0 0 0,2 0 0 0 0,0 0 0 0 0,1-1 0 0 0,1-1 0 0 0,1 1 0 0 0,1-2 0 0 0,0 1 0 0 0,2-2 0 0 0,0 0 0 0 0,1 0 0 0 0,1-2 0 0 0,0 0 0 0 0,21 15 0 0 0,-10-11-1120 0 0,1-2-1 0 0,1-1 0 0 0,40 17 0 0 0,-36-20-3214 0 0,47 12 0 0 0,-28-14-2711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39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629 133 60 0 0,'7'-9'1487'0'0,"-1"1"-1"0"0,0-1 1 0 0,-1 0-1 0 0,0 0 1 0 0,-1-1-1 0 0,5-11 1 0 0,-9 19-1291 0 0,1 0 0 0 0,-1 0 0 0 0,0 0 0 0 0,1 0 0 0 0,-1 0 0 0 0,0 0 0 0 0,0 0 0 0 0,0 0 0 0 0,0 0 0 0 0,-1 0 0 0 0,1 0 0 0 0,-1 0 0 0 0,1 0 0 0 0,-1 0 0 0 0,1 1 0 0 0,-2-4 0 0 0,0 3-93 0 0,1 1 1 0 0,-1-1-1 0 0,1 0 0 0 0,-1 1 0 0 0,0 0 0 0 0,0-1 0 0 0,1 1 0 0 0,-1 0 0 0 0,0 0 0 0 0,0-1 0 0 0,0 2 0 0 0,0-1 0 0 0,-1 0 0 0 0,1 0 0 0 0,0 1 1 0 0,0-1-1 0 0,0 1 0 0 0,-3-1 0 0 0,-5 1 107 0 0,1-1 0 0 0,-1 1 0 0 0,1 1 0 0 0,-1 0 0 0 0,1 0 0 0 0,0 1 0 0 0,-1 0 0 0 0,1 0 0 0 0,0 1 1 0 0,0 0-1 0 0,-10 6 0 0 0,-1 2 128 0 0,-1 0-1 0 0,1 1 1 0 0,-25 21 0 0 0,-6 10 17 0 0,2 3-1 0 0,2 1 0 0 0,2 3 1 0 0,3 1-1 0 0,-40 62 0 0 0,70-95-290 0 0,0 1-1 0 0,2 0 0 0 0,0 1 0 0 0,0 0 0 0 0,2 1 1 0 0,-10 37-1 0 0,17-52-32 0 0,0 1-1 0 0,0-1 1 0 0,0 1 0 0 0,0 0 0 0 0,1 0-1 0 0,0-1 1 0 0,1 1 0 0 0,0 0 0 0 0,0 0-1 0 0,0-1 1 0 0,1 1 0 0 0,-1-1 0 0 0,2 1-1 0 0,-1-1 1 0 0,1 0 0 0 0,0 0 0 0 0,0 0-1 0 0,1 0 1 0 0,-1 0 0 0 0,1-1 0 0 0,1 0-1 0 0,-1 1 1 0 0,1-2 0 0 0,0 1 0 0 0,0 0-1 0 0,7 4 1 0 0,6 2 9 0 0,0-1-1 0 0,0-1 1 0 0,1 0-1 0 0,1-1 1 0 0,-1-1 0 0 0,1-1-1 0 0,40 6 1 0 0,-7-4 20 0 0,103-1 0 0 0,-144-6-271 0 0,21-1 474 0 0,40-5 0 0 0,-64 4-706 0 0,-1-1 0 0 0,0 1 0 0 0,0-1 0 0 0,0-1 0 0 0,0 1 0 0 0,0-2 0 0 0,0 1 0 0 0,-1-1 0 0 0,0 0-1 0 0,8-6 1 0 0,-2-5-4325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39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57 908 0 0,'-7'-11'2932'0'0,"-15"-20"1547"0"0,21 30-4267 0 0,-1-1 0 0 0,1 1 0 0 0,-1 0-1 0 0,1 0 1 0 0,-1 0 0 0 0,0 0 0 0 0,0 0 0 0 0,0 0 0 0 0,1 0-1 0 0,-1 0 1 0 0,0 1 0 0 0,0-1 0 0 0,0 1 0 0 0,0-1-1 0 0,0 1 1 0 0,0 0 0 0 0,-4 0 0 0 0,-5 2 86 0 0,0 0 1 0 0,0 0 0 0 0,1 1-1 0 0,-1 1 1 0 0,1 0-1 0 0,0 0 1 0 0,0 1 0 0 0,0 0-1 0 0,1 1 1 0 0,0 0-1 0 0,0 1 1 0 0,0 0 0 0 0,-11 11-1 0 0,-7 10 292 0 0,0 0-1 0 0,-36 54 1 0 0,23-24-318 0 0,3 2-1 0 0,2 2 1 0 0,3 2 0 0 0,3 0 0 0 0,2 2-1 0 0,-33 130 1 0 0,54-169-212 0 0,2 0 0 0 0,0 1 0 0 0,2 0-1 0 0,1-1 1 0 0,1 1 0 0 0,1 0 0 0 0,2 0 0 0 0,0-1-1 0 0,2 1 1 0 0,17 52 0 0 0,-15-62-347 0 0,0-1 0 0 0,1 0 0 0 0,1 0 0 0 0,1 0 0 0 0,0-1 0 0 0,1-1-1 0 0,1 1 1 0 0,0-2 0 0 0,1 0 0 0 0,1 0 0 0 0,0-1 0 0 0,0-1 0 0 0,2-1 0 0 0,-1 0 0 0 0,1-1 0 0 0,32 15 0 0 0,-26-15-1950 0 0,2-2 1 0 0,28 8-1 0 0,-7-7-4410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0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50 155 2644 0 0,'-20'-34'9707'0'0,"29"51"-8739"0"0,0-1-691 0 0,0 1 0 0 0,-2 0-1 0 0,1 1 1 0 0,-2-1-1 0 0,-1 1 1 0 0,0 1 0 0 0,-1-1-1 0 0,2 26 1 0 0,-5-35-176 0 0,-1 0 0 0 0,0 0 0 0 0,0 0 0 0 0,-1 0 0 0 0,0 0 0 0 0,-1 0 0 0 0,0 0-1 0 0,0 0 1 0 0,-1-1 0 0 0,0 1 0 0 0,0-1 0 0 0,-1 0 0 0 0,0 0 0 0 0,-1 0 0 0 0,0 0 0 0 0,0-1 0 0 0,0 0 0 0 0,-1 0 0 0 0,-8 8 0 0 0,11-13-71 0 0,1 0 0 0 0,-1 0 1 0 0,0 0-1 0 0,1 0 0 0 0,-1 0 0 0 0,0-1 1 0 0,0 1-1 0 0,-6 1 0 0 0,7-3 2 0 0,1-6-29 0 0,1 0 0 0 0,1 0 0 0 0,-1 0 0 0 0,1-1 0 0 0,0 1 1 0 0,1 0-1 0 0,-1 0 0 0 0,1 0 0 0 0,0 0 0 0 0,5-8 0 0 0,6-11-2 0 0,17-24-1 0 0,-17 30 7 0 0,126-175-14 0 0,-65 98 96 0 0,-67 86-64 0 0,-1-1 0 0 0,11-21-1 0 0,-16 30-22 0 0,-4 2-10 0 0,0 1 20 0 0,1 0 1 0 0,-1-1-1 0 0,1 1 0 0 0,-1 0 1 0 0,1 1-1 0 0,-1-1 0 0 0,1 0 1 0 0,0 1-1 0 0,-1-1 0 0 0,1 1 1 0 0,0 0-1 0 0,0 0 0 0 0,0 0 1 0 0,1 0-1 0 0,-1 0 0 0 0,0 0 1 0 0,-1 4-1 0 0,-27 46 424 0 0,28-49-422 0 0,-7 15 56 0 0,0 1 1 0 0,2-1-1 0 0,0 1 1 0 0,1 1-1 0 0,1-1 1 0 0,1 1 0 0 0,-3 29-1 0 0,7-41-60 0 0,0-1 1 0 0,0 1-1 0 0,0 0 0 0 0,1 0 1 0 0,0-1-1 0 0,1 1 0 0 0,0 0 1 0 0,0-1-1 0 0,0 0 0 0 0,1 1 0 0 0,0-1 1 0 0,1 0-1 0 0,0 0 0 0 0,0-1 1 0 0,0 1-1 0 0,1-1 0 0 0,0 0 1 0 0,0 0-1 0 0,0 0 0 0 0,1-1 1 0 0,0 0-1 0 0,7 5 0 0 0,-1-2-164 0 0,1-1 0 0 0,-1 0-1 0 0,1-1 1 0 0,1-1 0 0 0,-1 0-1 0 0,1-1 1 0 0,0 0 0 0 0,24 3 0 0 0,-18-5-1051 0 0,0 0 1 0 0,0-1-1 0 0,0-2 1 0 0,-1 0-1 0 0,36-6 1 0 0,-26-1-2423 0 0,-2-3-1524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48 480 0 0,'-3'-11'2292'0'0,"-2"-10"1263"0"0,4 5 1910 0 0,19 41-2166 0 0,-3 5-2584 0 0,-1 1-1 0 0,-2 0 1 0 0,-1 1 0 0 0,-1 0 0 0 0,-2 0 0 0 0,-1 1-1 0 0,-2 0 1 0 0,2 61 0 0 0,-7-34-531 0 0,-2 0 0 0 0,-3 0 0 0 0,-2-1-1 0 0,-18 64 1 0 0,7-51 72 0 0,-38 95-1 0 0,38-124-975 0 0,-2 0 0 0 0,-2 0 0 0 0,-34 47 1 0 0,26-51-3029 0 0,7-18-2296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1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10 121 2464 0 0,'7'-19'4524'0'0,"6"-31"0"0"0,0-2 2539 0 0,-10 65-6679 0 0,-1 0-1 0 0,-1 0 1 0 0,0 0-1 0 0,-1 0 1 0 0,-1 14-1 0 0,-11 68-133 0 0,4-42-33 0 0,-1 13-125 0 0,-10 99-2114 0 0,18-157 1277 0 0,1 0 0 0 0,0 1 0 0 0,1-1 0 0 0,2 10 0 0 0,-3-15-110 0 0,1 0 0 0 0,0 0 0 0 0,0 0 0 0 0,0 0-1 0 0,0 0 1 0 0,1 0 0 0 0,-1-1 0 0 0,3 4 0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96 224 0 0,'15'-26'5403'0'0,"11"-29"0"0"0,-26 55-5350 0 0,0 0-1 0 0,1-1 1 0 0,-1 1 0 0 0,0 0 0 0 0,0-1 0 0 0,0 1 0 0 0,1 0 0 0 0,-1-1-1 0 0,0 1 1 0 0,0 0 0 0 0,0-1 0 0 0,0 1 0 0 0,0-1 0 0 0,0 1 0 0 0,0 0 0 0 0,0-1-1 0 0,0 1 1 0 0,0-1 0 0 0,0 1 0 0 0,0 0 0 0 0,0-1 0 0 0,0 1 0 0 0,0-1-1 0 0,0 1 1 0 0,-1 0 0 0 0,1-1 0 0 0,0 1 0 0 0,0 0 0 0 0,0-1 0 0 0,0 1-1 0 0,-1 0 1 0 0,1-1 0 0 0,0 1 0 0 0,-1 0 0 0 0,1 0 0 0 0,0-1 0 0 0,0 1 0 0 0,-1 0-1 0 0,1 0 1 0 0,0-1 0 0 0,-1 1 0 0 0,1 0 0 0 0,0 0 0 0 0,-1 0 0 0 0,1 0-1 0 0,-1 0 1 0 0,1-1 0 0 0,0 1 0 0 0,-1 0 0 0 0,0 0 0 0 0,-16 3 1208 0 0,11 1-1165 0 0,0 0 0 0 0,0 0 0 0 0,1 0-1 0 0,-1 1 1 0 0,1-1 0 0 0,0 1 0 0 0,1 0 0 0 0,-1 1 0 0 0,1-1 0 0 0,0 1 0 0 0,0 0 0 0 0,1 0 0 0 0,0 0 0 0 0,0 1 0 0 0,0-1 0 0 0,1 1 0 0 0,0-1 0 0 0,0 1 0 0 0,0 0-1 0 0,1 0 1 0 0,0 0 0 0 0,1 0 0 0 0,0 0 0 0 0,0 0 0 0 0,0 0 0 0 0,1 0 0 0 0,2 10 0 0 0,-1-11-47 0 0,0 1 1 0 0,1-1-1 0 0,0 0 1 0 0,1 0-1 0 0,-1 0 1 0 0,1-1-1 0 0,0 1 1 0 0,7 7-1 0 0,45 39 492 0 0,-30-29-111 0 0,-13-12-244 0 0,26 28 578 0 0,-36-36-613 0 0,-1 0 1 0 0,1 0 0 0 0,-1 1 0 0 0,0-1-1 0 0,0 1 1 0 0,0 0 0 0 0,0-1 0 0 0,-1 1-1 0 0,1 0 1 0 0,0 5 0 0 0,-2-6-93 0 0,0 0 0 0 0,0-1 1 0 0,0 1-1 0 0,-1 0 0 0 0,1 0 0 0 0,-1-1 0 0 0,1 1 0 0 0,-1 0 1 0 0,0-1-1 0 0,0 1 0 0 0,-1 0 0 0 0,1-1 0 0 0,0 0 1 0 0,-1 1-1 0 0,1-1 0 0 0,-1 0 0 0 0,0 0 0 0 0,0 0 0 0 0,0 0 1 0 0,0 0-1 0 0,-3 2 0 0 0,-4 3 0 0 0,0-1 0 0 0,0 0 0 0 0,-19 10-1 0 0,14-10-162 0 0,-1 0 0 0 0,0 0 0 0 0,0-1 0 0 0,0-1 0 0 0,-26 3 0 0 0,32-6-680 0 0,0-1 0 0 0,-1 0 0 0 0,1 0 0 0 0,-14-2 0 0 0,16 0-550 0 0,1 1 0 0 0,-1-1 0 0 0,1 0 1 0 0,-1-1-1 0 0,1 0 0 0 0,-11-6 0 0 0,-5-5-5626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1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2236 0 0,'5'-29'3697'0'0,"-3"10"-800"0"0,1 1 1 0 0,9-27-1 0 0,-12 44-2892 0 0,0 0 0 0 0,1 0-1 0 0,-1 1 1 0 0,0-1 0 0 0,1 0-1 0 0,-1 0 1 0 0,1 1 0 0 0,-1-1-1 0 0,1 1 1 0 0,-1-1-1 0 0,1 0 1 0 0,0 1 0 0 0,-1-1-1 0 0,1 1 1 0 0,0 0 0 0 0,-1-1-1 0 0,1 1 1 0 0,0-1 0 0 0,-1 1-1 0 0,1 0 1 0 0,0 0 0 0 0,0-1-1 0 0,-1 1 1 0 0,1 0 0 0 0,0 0-1 0 0,0 0 1 0 0,0 0 0 0 0,-1 0-1 0 0,1 0 1 0 0,0 0-1 0 0,0 0 1 0 0,0 0 0 0 0,-1 0-1 0 0,1 0 1 0 0,0 1 0 0 0,0-1-1 0 0,0 0 1 0 0,-1 0 0 0 0,1 1-1 0 0,0-1 1 0 0,-1 1 0 0 0,1-1-1 0 0,1 2 1 0 0,2 0-1126 0 0,1 1 0 0 0,-1 0 0 0 0,0 1 0 0 0,0-1 0 0 0,3 5 0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2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12 717 40 0 0,'-5'45'8108'0'0,"3"-33"-6830"0"0,0 1 0 0 0,1-1 0 0 0,0 14 0 0 0,1-23-1095 0 0,0 0 0 0 0,0 0 0 0 0,1 0 0 0 0,-1 0 0 0 0,1 0 0 0 0,0 0 0 0 0,0 0 0 0 0,0-1 0 0 0,0 1 0 0 0,1 0 0 0 0,-1-1 0 0 0,0 1 0 0 0,1-1 0 0 0,0 1 0 0 0,0-1 0 0 0,0 0 0 0 0,4 4 0 0 0,-3-3-100 0 0,1-2 0 0 0,0 1 0 0 0,-1 0 0 0 0,1-1 0 0 0,0 0 0 0 0,0 0 0 0 0,0 0 0 0 0,0 0 0 0 0,0-1 0 0 0,0 1 0 0 0,0-1 0 0 0,0 0 0 0 0,0 0 0 0 0,7-1 1 0 0,5-2 18 0 0,-1 1 1 0 0,21-7 0 0 0,-9 1-83 0 0,0-2-1 0 0,-1 0 0 0 0,0-2 0 0 0,-1-1 0 0 0,0 0 0 0 0,-1-2 1 0 0,-1-1-1 0 0,0-1 0 0 0,-1-1 0 0 0,-1-1 0 0 0,-1-1 0 0 0,-1 0 1 0 0,0-2-1 0 0,-2 0 0 0 0,0-1 0 0 0,23-44 0 0 0,-16 18-31 0 0,-2-1-1 0 0,-2-1 0 0 0,-2-1 1 0 0,-3-1-1 0 0,15-89 0 0 0,-28 130 24 0 0,0-3-6 0 0,0 1 0 0 0,0 0 0 0 0,-1-1 0 0 0,-2-22 0 0 0,1 36-7 0 0,0 1 1 0 0,0-1-1 0 0,0 1 1 0 0,0 0-1 0 0,0-1 1 0 0,0 1-1 0 0,0-1 1 0 0,0 1-1 0 0,0-1 1 0 0,0 1-1 0 0,-1 0 1 0 0,1-1-1 0 0,0 1 1 0 0,0 0-1 0 0,0-1 1 0 0,0 1 0 0 0,-1 0-1 0 0,1-1 1 0 0,0 1-1 0 0,0 0 1 0 0,-1-1-1 0 0,1 1 1 0 0,0 0-1 0 0,-1-1 1 0 0,1 1-1 0 0,0 0 1 0 0,-1 0-1 0 0,1 0 1 0 0,0-1-1 0 0,-1 1 1 0 0,1 0-1 0 0,0 0 1 0 0,-1 0-1 0 0,1 0 1 0 0,-1 0-1 0 0,1-1 1 0 0,0 1-1 0 0,-2 0 1 0 0,1 1-1 0 0,0 0-1 0 0,0-1 1 0 0,-1 1 0 0 0,1 0 0 0 0,0-1-1 0 0,0 1 1 0 0,0 0 0 0 0,0 0 0 0 0,0 0-1 0 0,0 0 1 0 0,-1 2 0 0 0,-22 32-13 0 0,-9 41 12 0 0,2 1 0 0 0,-36 145 0 0 0,62-201 14 0 0,0 0 1 0 0,2 0-1 0 0,0 0 1 0 0,1 0-1 0 0,2 35 1 0 0,0-51-30 0 0,1 0 1 0 0,0 0-1 0 0,0 1 1 0 0,0-1-1 0 0,0 0 1 0 0,1 0-1 0 0,0 0 1 0 0,0-1-1 0 0,0 1 1 0 0,1 0 0 0 0,0-1-1 0 0,0 0 1 0 0,0 1-1 0 0,0-1 1 0 0,0 0-1 0 0,1-1 1 0 0,0 1-1 0 0,0 0 1 0 0,0-1-1 0 0,0 0 1 0 0,0 0-1 0 0,1 0 1 0 0,-1-1-1 0 0,1 0 1 0 0,0 1-1 0 0,0-2 1 0 0,0 1-1 0 0,6 1 1 0 0,3 0-273 0 0,1 0-1 0 0,-1-1 1 0 0,1 0 0 0 0,-1-1 0 0 0,1-1-1 0 0,0 0 1 0 0,0-1 0 0 0,-1-1-1 0 0,1 0 1 0 0,-1-1 0 0 0,0-1 0 0 0,1 0-1 0 0,-2 0 1 0 0,26-14 0 0 0,-22 9 87 0 0,0-1 0 0 0,0-1 1 0 0,-2-1-1 0 0,1-1 0 0 0,-2 0 1 0 0,0 0-1 0 0,0-2 0 0 0,-1 0 0 0 0,-1 0 1 0 0,17-28-1 0 0,-2-5 24 0 0,-3 0 0 0 0,-1-1 1 0 0,16-54-1 0 0,32-162 2452 0 0,-69 257-2382 0 0,1-4 1122 0 0,-11 19-143 0 0,4 1-649 0 0,0 1-1 0 0,0-1 1 0 0,1 1 0 0 0,0 0-1 0 0,-2 16 1 0 0,-2 1 109 0 0,-17 59 415 0 0,-35 130 222 0 0,48-164-827 0 0,2 1 0 0 0,-2 65 1 0 0,11-116-138 0 0,-1 11 38 0 0,0 0 0 0 0,1 0 0 0 0,1 0 0 0 0,0 0 0 0 0,0 0 0 0 0,5 16 0 0 0,-5-26 1 0 0,2-2-14 0 0,-2 1-27 0 0,-1-1 1 0 0,1 0 0 0 0,0 0-1 0 0,-1 1 1 0 0,1-1-1 0 0,0 0 1 0 0,0 0 0 0 0,-1 0-1 0 0,1 0 1 0 0,0 0 0 0 0,-1 0-1 0 0,1 0 1 0 0,0-1 0 0 0,0 1-1 0 0,-1 0 1 0 0,1 0-1 0 0,0 0 1 0 0,-1-1 0 0 0,2 1-1 0 0,7-13 5 0 0,0 0-1 0 0,-1 0 0 0 0,0 0 1 0 0,-1-1-1 0 0,0 0 0 0 0,8-28 1 0 0,7-11-6 0 0,-20 49-2 0 0,6-16-7 0 0,2 1-1 0 0,13-20 1 0 0,-20 35 2 0 0,0-1 1 0 0,0 1 0 0 0,1 0-1 0 0,0 0 1 0 0,-1 0-1 0 0,1 1 1 0 0,1-1-1 0 0,-1 1 1 0 0,0 0-1 0 0,1 0 1 0 0,0 0 0 0 0,-1 1-1 0 0,10-4 1 0 0,-11 6 9 0 0,-1-1-1 0 0,1 1 1 0 0,0 0 0 0 0,-1-1 0 0 0,1 1 0 0 0,0 1 0 0 0,-1-1 0 0 0,1 0 0 0 0,0 0 0 0 0,-1 1-1 0 0,1 0 1 0 0,-1-1 0 0 0,1 1 0 0 0,-1 0 0 0 0,1 0 0 0 0,-1 0 0 0 0,1 1 0 0 0,-1-1 0 0 0,0 1-1 0 0,0-1 1 0 0,0 1 0 0 0,0 0 0 0 0,0 0 0 0 0,0 0 0 0 0,0 0 0 0 0,0 0 0 0 0,-1 0-1 0 0,1 0 1 0 0,-1 0 0 0 0,2 5 0 0 0,2 3 49 0 0,0 1-1 0 0,-1-1 1 0 0,0 1-1 0 0,-1-1 1 0 0,4 20-1 0 0,-1 30 195 0 0,-5-43-198 0 0,0-1 1 0 0,1 1-1 0 0,1-1 1 0 0,1 0-1 0 0,7 23 0 0 0,-9-35-37 0 0,0-1 0 0 0,0 1 0 0 0,0 0 0 0 0,0 0 0 0 0,1-1 0 0 0,-1 0-1 0 0,1 1 1 0 0,0-1 0 0 0,0 0 0 0 0,0 0 0 0 0,1-1 0 0 0,-1 1-1 0 0,1-1 1 0 0,-1 1 0 0 0,1-1 0 0 0,0 0 0 0 0,0-1 0 0 0,0 1 0 0 0,0 0-1 0 0,0-1 1 0 0,0 0 0 0 0,0 0 0 0 0,1-1 0 0 0,-1 1 0 0 0,8-1-1 0 0,1 0-4 0 0,0 0 0 0 0,-1-2 0 0 0,1 0-1 0 0,0 0 1 0 0,-1-1 0 0 0,1 0-1 0 0,-1-1 1 0 0,0-1 0 0 0,0 0 0 0 0,-1 0-1 0 0,0-2 1 0 0,1 1 0 0 0,-2-1 0 0 0,1-1-1 0 0,-1 0 1 0 0,0 0 0 0 0,12-14-1 0 0,-4 2 0 0 0,0-1-1 0 0,-1-1 0 0 0,-1-1 1 0 0,-2 0-1 0 0,0-1 0 0 0,-1-1 1 0 0,10-28-1 0 0,-21 49 31 0 0,0-1-1 0 0,0 1 1 0 0,-1-1 0 0 0,1 1 0 0 0,-1-1 0 0 0,0 1 0 0 0,-1-1-1 0 0,1 1 1 0 0,-1-1 0 0 0,0 0 0 0 0,0 1 0 0 0,0-1 0 0 0,0 0-1 0 0,-1 1 1 0 0,0-1 0 0 0,-2-6 0 0 0,2 10-32 0 0,1 1 1 0 0,0 0-1 0 0,-1-1 1 0 0,1 1-1 0 0,-1 0 1 0 0,1-1-1 0 0,0 1 1 0 0,-1 0-1 0 0,1-1 1 0 0,-1 1-1 0 0,1 0 1 0 0,-1 0 0 0 0,0 0-1 0 0,1-1 1 0 0,-1 1-1 0 0,1 0 1 0 0,-1 0-1 0 0,1 0 1 0 0,-1 0-1 0 0,1 0 1 0 0,-1 0-1 0 0,1 0 1 0 0,-1 0-1 0 0,0 0 1 0 0,1 0-1 0 0,-1 1 1 0 0,1-1-1 0 0,-1 0 1 0 0,1 0-1 0 0,-1 0 1 0 0,1 1-1 0 0,-1-1 1 0 0,1 0-1 0 0,-1 1 1 0 0,1-1-1 0 0,0 0 1 0 0,-1 1-1 0 0,1-1 1 0 0,-1 1-1 0 0,-16 14 46 0 0,9-6-32 0 0,1 0-1 0 0,1 1 1 0 0,0 0-1 0 0,0 0 1 0 0,1 0-1 0 0,0 1 1 0 0,1 0-1 0 0,0 0 1 0 0,-3 15-1 0 0,4-16-5 0 0,2 0 0 0 0,-1 0 0 0 0,1-1 0 0 0,0 1 0 0 0,1 0 0 0 0,0 0 0 0 0,1 0 0 0 0,0 0 0 0 0,1 0 0 0 0,0 0 0 0 0,3 11 0 0 0,-1-14-11 0 0,0 1 0 0 0,0 0 0 0 0,1-1 0 0 0,0 0 0 0 0,0 0 0 0 0,1 0 0 0 0,0-1 0 0 0,0 1 0 0 0,0-1 0 0 0,1-1 0 0 0,0 1 0 0 0,0-1 1 0 0,0-1-1 0 0,1 1 0 0 0,-1-1 0 0 0,1-1 0 0 0,9 4 0 0 0,-6-3-471 0 0,0 0 0 0 0,1-1 0 0 0,0 0 0 0 0,0-1 0 0 0,0 0 0 0 0,-1-1 0 0 0,2-1 0 0 0,-1 0 0 0 0,0 0 0 0 0,0-1 0 0 0,22-5 0 0 0,-28 4-634 0 0,1 0-1 0 0,-1-1 0 0 0,0 1 0 0 0,1-1 1 0 0,5-5-1 0 0,9-7-5329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80 1392 0 0,'-251'-5'12184'0'0,"304"-8"-10486"0"0,326-34-1144 0 0,-125 36-4854 0 0,-173 9 530 0 0,0 1-1584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12 466 2520 0 0,'15'-43'9125'0'0,"-14"44"-8988"0"0,0-1-1 0 0,0 1 1 0 0,-1 0 0 0 0,1-1-1 0 0,0 1 1 0 0,-1 0 0 0 0,1-1-1 0 0,-1 1 1 0 0,1 0-1 0 0,-1-1 1 0 0,1 1 0 0 0,-1 0-1 0 0,0 0 1 0 0,1 1 0 0 0,0 23 509 0 0,-2 0 0 0 0,-1 0 0 0 0,-1 0 0 0 0,-9 36 0 0 0,-5 40-211 0 0,16-87-382 0 0,0 0 1 0 0,1 0-1 0 0,1 0 1 0 0,0-1-1 0 0,4 18 1 0 0,-4-27-44 0 0,0-1 0 0 0,0 1 0 0 0,0-1 0 0 0,0 0 0 0 0,1 1 1 0 0,0-1-1 0 0,-1 0 0 0 0,1 0 0 0 0,1 0 0 0 0,-1 0 0 0 0,0-1 0 0 0,1 1 0 0 0,-1-1 0 0 0,1 1 0 0 0,0-1 1 0 0,3 3-1 0 0,-1-2-4 0 0,1 0 0 0 0,-1-1-1 0 0,1 1 1 0 0,0-1 0 0 0,-1 0 0 0 0,1-1 0 0 0,0 1 0 0 0,13 0 0 0 0,-9-1-6 0 0,1-1 0 0 0,-1 0 0 0 0,1 0 1 0 0,0-2-1 0 0,-1 1 0 0 0,1-1 0 0 0,-1 0 0 0 0,0-1 0 0 0,0-1 0 0 0,18-8 0 0 0,-16 5-8 0 0,0-1 0 0 0,0 0 0 0 0,-1-1 0 0 0,0 0 0 0 0,-1-1 0 0 0,0-1 0 0 0,-1 1 0 0 0,13-19 0 0 0,0-6-10 0 0,28-60-1 0 0,-33 61 15 0 0,-3 9-9 0 0,-13 24 88 0 0,-1 1-64 0 0,1 0 0 0 0,-1 0 0 0 0,1 1 0 0 0,0-1-1 0 0,-1 0 1 0 0,1 0 0 0 0,-1 1 0 0 0,1-1 0 0 0,-1 0-1 0 0,0 1 1 0 0,1-1 0 0 0,-1 0 0 0 0,1 1 0 0 0,-1-1-1 0 0,1 0 1 0 0,-1 1 0 0 0,0-1 0 0 0,1 1 0 0 0,-1-1 0 0 0,0 1-1 0 0,0-1 1 0 0,1 1 0 0 0,-1-1 0 0 0,0 1 0 0 0,0 0-1 0 0,0-1 1 0 0,0 1 0 0 0,0-1 0 0 0,1 1 0 0 0,1 21 181 0 0,-2-18-162 0 0,1 14 72 0 0,1-1 0 0 0,1 1 0 0 0,0-1 0 0 0,2 1 0 0 0,0-1 0 0 0,14 32 0 0 0,-15-41-72 0 0,0 0 0 0 0,1 0 0 0 0,0 0-1 0 0,1 0 1 0 0,0-1 0 0 0,0 0 0 0 0,0 0 0 0 0,1-1 0 0 0,0 0-1 0 0,1 0 1 0 0,-1-1 0 0 0,1 1 0 0 0,0-2 0 0 0,17 9-1 0 0,-18-10-14 0 0,1-1 0 0 0,-1 1-1 0 0,1-1 1 0 0,0 0-1 0 0,-1-1 1 0 0,1 0-1 0 0,0 0 1 0 0,0-1-1 0 0,0 0 1 0 0,0 0 0 0 0,12-3-1 0 0,-15 2-10 0 0,-1 0 0 0 0,1-1 0 0 0,0 1 0 0 0,0-1 0 0 0,-1-1 0 0 0,1 1 0 0 0,-1 0 0 0 0,0-1 0 0 0,0 0 0 0 0,0 0 0 0 0,0-1 1 0 0,0 1-1 0 0,-1-1 0 0 0,0 1 0 0 0,1-1 0 0 0,-1 0 0 0 0,-1 0 0 0 0,1-1 0 0 0,3-5 0 0 0,2-12-23 0 0,0 0 0 0 0,-1 0 0 0 0,-1 0 0 0 0,-1-1 0 0 0,-1 0 0 0 0,-1 0 1 0 0,-1 0-1 0 0,-1-28 0 0 0,-1 49 1 0 0,-2-3 0 0 0,0 2 0 0 0,5 13 2 0 0,-2-7 15 0 0,0 1 0 0 0,1 0 0 0 0,-1-1 1 0 0,1 0-1 0 0,0 1 0 0 0,0-1 0 0 0,0 0 1 0 0,0 0-1 0 0,1 0 0 0 0,-1 0 0 0 0,1 0 0 0 0,0-1 1 0 0,0 1-1 0 0,0-1 0 0 0,4 3 0 0 0,-1-1 7 0 0,0-1 0 0 0,1-1 0 0 0,-1 1 0 0 0,0-1-1 0 0,1 0 1 0 0,-1-1 0 0 0,1 1 0 0 0,8 0-1 0 0,-1-2 1 0 0,0 1 0 0 0,0-2-1 0 0,0 0 1 0 0,0 0 0 0 0,0-2-1 0 0,0 1 1 0 0,-1-2 0 0 0,14-5-1 0 0,-17 6-4 0 0,-1-2 0 0 0,0 1-1 0 0,0-1 1 0 0,-1-1 0 0 0,1 1-1 0 0,-1-2 1 0 0,0 1 0 0 0,-1-1-1 0 0,0 0 1 0 0,0 0 0 0 0,0-1-1 0 0,-1 0 1 0 0,0 0-1 0 0,9-18 1 0 0,-8 11 4 0 0,-1-1 0 0 0,0 0 0 0 0,-1 0 0 0 0,-1 0 0 0 0,0 0 0 0 0,-2-1 0 0 0,0 0 0 0 0,0-21-1 0 0,-1 7 6 0 0,-7-53-1 0 0,4 69-4 0 0,-1 1 0 0 0,0 0 0 0 0,-1 0 0 0 0,0 0 0 0 0,-13-25-1 0 0,16 37-10 0 0,0-1-1 0 0,-1 1 0 0 0,0 0 1 0 0,1-1-1 0 0,-1 1 0 0 0,0 0 0 0 0,0 0 1 0 0,0 0-1 0 0,0 0 0 0 0,-1 1 1 0 0,1-1-1 0 0,0 1 0 0 0,-1-1 1 0 0,-3-1-1 0 0,4 3-13 0 0,1 0 18 0 0,0 0 1 0 0,0 0 0 0 0,1 1-1 0 0,-1-1 1 0 0,0 0 0 0 0,0 1-1 0 0,0-1 1 0 0,1 0 0 0 0,-1 1-1 0 0,0-1 1 0 0,1 1 0 0 0,-1-1-1 0 0,0 1 1 0 0,0 1 0 0 0,1 1-2 0 0,1-1 0 0 0,0 1 1 0 0,0 0-1 0 0,0-1 0 0 0,0 1 0 0 0,0-1 1 0 0,0 1-1 0 0,1-1 0 0 0,-1 0 0 0 0,1 0 1 0 0,0 1-1 0 0,0-1 0 0 0,-1 0 0 0 0,1 0 1 0 0,1-1-1 0 0,-1 1 0 0 0,0 0 0 0 0,0-1 1 0 0,1 1-1 0 0,-1-1 0 0 0,1 0 1 0 0,4 2-1 0 0,6 3-79 0 0,0-1 0 0 0,0 0 1 0 0,19 3-1 0 0,-2-2-167 0 0,-1 0 0 0 0,1-3 0 0 0,0 0 0 0 0,0-2 1 0 0,0-1-1 0 0,46-6 0 0 0,-63 3 155 0 0,1 0-1 0 0,-1 0 1 0 0,0-1-1 0 0,-1-1 1 0 0,1 0 0 0 0,-1-1-1 0 0,15-9 1 0 0,-19 10 65 0 0,0-1 0 0 0,0 0 0 0 0,-1-1 1 0 0,0 0-1 0 0,0 0 0 0 0,-1 0 0 0 0,0-1 0 0 0,0 0 0 0 0,0 0 1 0 0,-1-1-1 0 0,4-8 0 0 0,-8 13 29 0 0,1 1-5 0 0,-1 0 1 0 0,1 0-1 0 0,-1 0 1 0 0,0 0-1 0 0,0-1 1 0 0,0 1-1 0 0,-1 0 1 0 0,1 0 0 0 0,-1-5-1 0 0,-11 17 71 0 0,2 5 26 0 0,1 0 0 0 0,0 0 0 0 0,0 1 0 0 0,2 0 0 0 0,0 0 0 0 0,-4 17 0 0 0,1-5 41 0 0,-28 83 357 0 0,5 1 0 0 0,-32 206 0 0 0,59-284-415 0 0,2-17 225 0 0,-2 34-1 0 0,19-80-263 0 0,-6 8-49 0 0,2-1 0 0 0,0 1 0 0 0,1 1 0 0 0,22-32 0 0 0,-27 44 8 0 0,0 1 1 0 0,1-1 0 0 0,0 2-1 0 0,1-1 1 0 0,0 1-1 0 0,0 0 1 0 0,1 1-1 0 0,-1 0 1 0 0,1 0-1 0 0,1 1 1 0 0,-1 0-1 0 0,20-7 1 0 0,-25 11 6 0 0,1 0 1 0 0,-1 0 0 0 0,1 0-1 0 0,-1 0 1 0 0,1 1 0 0 0,-1 0-1 0 0,1 0 1 0 0,0 0 0 0 0,-1 0-1 0 0,1 1 1 0 0,-1 0 0 0 0,1 0-1 0 0,-1 0 1 0 0,0 1 0 0 0,1-1-1 0 0,-1 1 1 0 0,0 0 0 0 0,0 0-1 0 0,0 0 1 0 0,0 1 0 0 0,-1-1-1 0 0,1 1 1 0 0,0 0 0 0 0,-1 0-1 0 0,4 5 1 0 0,-2-2 24 0 0,0 1 0 0 0,0 0 1 0 0,0 0-1 0 0,-1 1 0 0 0,0 0 0 0 0,-1-1 0 0 0,1 1 1 0 0,-1 1-1 0 0,-1-1 0 0 0,0 0 0 0 0,0 1 0 0 0,1 13 0 0 0,0 37 71 0 0,-3-32-303 0 0,2 0 0 0 0,5 28-1 0 0,-5-49-104 0 0,0-1-1 0 0,0 1 0 0 0,0-1 1 0 0,0 1-1 0 0,1-1 0 0 0,0 0 1 0 0,0 0-1 0 0,0 0 0 0 0,1-1 0 0 0,-1 1 1 0 0,1-1-1 0 0,0 0 0 0 0,1 0 1 0 0,-1 0-1 0 0,1 0 0 0 0,-1-1 1 0 0,1 0-1 0 0,0 0 0 0 0,9 4 0 0 0,-10-5-163 0 0,1 0-1 0 0,0-1 0 0 0,0 0 1 0 0,0 1-1 0 0,0-2 0 0 0,0 1 1 0 0,0 0-1 0 0,0-1 0 0 0,0 0 1 0 0,0 0-1 0 0,0-1 1 0 0,0 1-1 0 0,0-1 0 0 0,8-3 1 0 0,9-4-2947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64 819 1464 0 0,'13'-18'1514'0'0,"-2"-1"0"0"0,0 0 0 0 0,-2-1 0 0 0,0 0 0 0 0,-1-1 0 0 0,-1 0 1 0 0,6-28-1 0 0,-13 48-1432 0 0,1 1 0 0 0,-1-1 1 0 0,0 0-1 0 0,0 0 1 0 0,1 0-1 0 0,-1 0 1 0 0,0 0-1 0 0,0 0 1 0 0,0 0-1 0 0,0 0 1 0 0,-1 0-1 0 0,1 0 1 0 0,0 0-1 0 0,0 0 0 0 0,0 0 1 0 0,-1 0-1 0 0,1 0 1 0 0,-1 1-1 0 0,1-1 1 0 0,0 0-1 0 0,-1 0 1 0 0,1 0-1 0 0,-1 1 1 0 0,0-2-1 0 0,0 2-7 0 0,0-1-1 0 0,0 1 1 0 0,0 0-1 0 0,0 0 1 0 0,0 0-1 0 0,0 0 1 0 0,0 0-1 0 0,0 0 1 0 0,0 0 0 0 0,0 0-1 0 0,0 0 1 0 0,0 0-1 0 0,1 1 1 0 0,-1-1-1 0 0,0 0 1 0 0,0 0 0 0 0,0 1-1 0 0,0-1 1 0 0,-1 1-1 0 0,-4 3 211 0 0,-1 0 0 0 0,1 1 0 0 0,0-1 0 0 0,-10 11 0 0 0,7-3-113 0 0,0 0 1 0 0,1 0-1 0 0,0 1 1 0 0,1 0 0 0 0,0 0-1 0 0,1 0 1 0 0,1 1-1 0 0,0 0 1 0 0,1 1-1 0 0,-5 25 1 0 0,8-35-137 0 0,0-1 0 0 0,1 1 0 0 0,0-1 0 0 0,-1 1 0 0 0,1-1 0 0 0,1 1 0 0 0,-1-1 0 0 0,1 1 0 0 0,0-1 0 0 0,0 0 0 0 0,0 1 0 0 0,0-1 1 0 0,1 0-1 0 0,0 0 0 0 0,-1 0 0 0 0,2 0 0 0 0,2 5 0 0 0,-1-5-16 0 0,-1 1 1 0 0,1-1 0 0 0,1-1-1 0 0,-1 1 1 0 0,0-1-1 0 0,1 1 1 0 0,0-1-1 0 0,-1 0 1 0 0,1-1 0 0 0,0 1-1 0 0,1-1 1 0 0,6 2-1 0 0,-1-1-12 0 0,-1-1 0 0 0,1 0 0 0 0,-1 0 0 0 0,1-1 0 0 0,-1-1-1 0 0,1 0 1 0 0,-1 0 0 0 0,1-1 0 0 0,0 0 0 0 0,-1-1 0 0 0,0 0-1 0 0,1-1 1 0 0,-1 0 0 0 0,12-6 0 0 0,-12 3-3 0 0,0 0 0 0 0,0 0 0 0 0,-1-1-1 0 0,0-1 1 0 0,0 0 0 0 0,-1 0 0 0 0,0 0 0 0 0,0-1 0 0 0,-1-1 0 0 0,0 1 0 0 0,0-1-1 0 0,-1 0 1 0 0,6-14 0 0 0,-8 14-4 0 0,0 0-1 0 0,0-1 1 0 0,-1 1-1 0 0,0-1 1 0 0,-1 0-1 0 0,0 0 0 0 0,-1 0 1 0 0,0 0-1 0 0,0 0 1 0 0,-1 0-1 0 0,-1 0 1 0 0,0 0-1 0 0,-1 0 1 0 0,-3-13-1 0 0,3 16-2 0 0,-1 0 0 0 0,-1 0 0 0 0,1 0-1 0 0,-1 1 1 0 0,-1 0 0 0 0,1 0 0 0 0,-1 0-1 0 0,-1 0 1 0 0,1 1 0 0 0,-1 0-1 0 0,0 0 1 0 0,0 1 0 0 0,-1-1 0 0 0,1 1-1 0 0,-1 0 1 0 0,-1 1 0 0 0,1 0 0 0 0,0 0-1 0 0,-1 1 1 0 0,0 0 0 0 0,0 0 0 0 0,0 1-1 0 0,-14-3 1 0 0,11 3-3 0 0,0 1 0 0 0,0 0-1 0 0,0 0 1 0 0,-1 1 0 0 0,1 1 0 0 0,0 0 0 0 0,0 0-1 0 0,0 1 1 0 0,0 1 0 0 0,1 0 0 0 0,-1 0 0 0 0,1 1-1 0 0,-1 0 1 0 0,1 1 0 0 0,0 0 0 0 0,1 1-1 0 0,-15 11 1 0 0,21-16 3 0 0,1 1 0 0 0,0 0 0 0 0,0-1 0 0 0,0 1 0 0 0,1 0 0 0 0,-1 0 0 0 0,0 0 0 0 0,1 1 0 0 0,-1-1 0 0 0,1 0 0 0 0,0 0-1 0 0,0 1 1 0 0,0-1 0 0 0,0 1 0 0 0,0-1 0 0 0,0 1 0 0 0,0 5 0 0 0,1-6 2 0 0,0 1 0 0 0,1-1 0 0 0,-1 1 1 0 0,1-1-1 0 0,-1 0 0 0 0,1 1 0 0 0,0-1 0 0 0,0 0 0 0 0,0 1 0 0 0,0-1 0 0 0,1 0 0 0 0,-1 0 1 0 0,0 0-1 0 0,1 0 0 0 0,3 3 0 0 0,1 1-1 0 0,1 0 0 0 0,0-1 0 0 0,0 0 0 0 0,0 0 1 0 0,1-1-1 0 0,0 0 0 0 0,0 0 0 0 0,0 0 0 0 0,14 3 0 0 0,8-1-51 0 0,-1 0-1 0 0,1-2 0 0 0,0-2 1 0 0,0 0-1 0 0,0-2 0 0 0,0-2 1 0 0,0 0-1 0 0,0-2 1 0 0,0-1-1 0 0,-1-2 0 0 0,0-1 1 0 0,0-1-1 0 0,-1-1 0 0 0,0-1 1 0 0,-1-2-1 0 0,0-1 0 0 0,-1-1 1 0 0,-1-1-1 0 0,0-1 0 0 0,-2-1 1 0 0,1-2-1 0 0,-2 0 1 0 0,24-28-1 0 0,-10 3-96 0 0,-2-1 1 0 0,-1-1-1 0 0,-3-2 1 0 0,-2-2 0 0 0,30-70-1 0 0,-56 113 141 0 0,2 2-11 0 0,-2-1-1 0 0,1 0 1 0 0,-1 0 0 0 0,0 0 0 0 0,0 0 0 0 0,-1 0 0 0 0,0 0 0 0 0,1-15-1 0 0,-2 22 19 0 0,0-1 0 0 0,0 1 0 0 0,-1-1-1 0 0,1 1 1 0 0,0-1 0 0 0,0 1 0 0 0,0-1-1 0 0,0 1 1 0 0,0-1 0 0 0,0 1 0 0 0,-1-1-1 0 0,1 1 1 0 0,0 0 0 0 0,0-1 0 0 0,-1 1-1 0 0,1-1 1 0 0,0 1 0 0 0,-1 0 0 0 0,1-1-1 0 0,0 1 1 0 0,-1 0 0 0 0,1-1 0 0 0,0 1-1 0 0,-1 0 1 0 0,1 0 0 0 0,-1-1 0 0 0,1 1-1 0 0,-1 0 1 0 0,1 0 0 0 0,-1 0-1 0 0,1 0 1 0 0,-1-1 0 0 0,1 1 0 0 0,-1 0-1 0 0,1 0 1 0 0,0 0 0 0 0,-1 0 0 0 0,1 0-1 0 0,-1 0 1 0 0,1 0 0 0 0,-1 0 0 0 0,0 1-1 0 0,-1-1 4 0 0,0 0 0 0 0,0 0-1 0 0,0 1 1 0 0,0-1 0 0 0,0 1-1 0 0,0-1 1 0 0,0 1 0 0 0,0 0-1 0 0,0 0 1 0 0,0 0 0 0 0,0 0 0 0 0,0 0-1 0 0,-1 1 1 0 0,-24 21 15 0 0,22-18-15 0 0,-18 18 134 0 0,2 0 1 0 0,0 1-1 0 0,2 2 1 0 0,-26 43-1 0 0,13-11 372 0 0,-29 73 0 0 0,-1 46 338 0 0,54-147-721 0 0,1 0-1 0 0,2 1 1 0 0,1-1 0 0 0,0 33-1 0 0,4-53-104 0 0,1 1-1 0 0,0 0 1 0 0,0 0-1 0 0,1 0 0 0 0,0 0 1 0 0,1-1-1 0 0,0 1 1 0 0,1-1-1 0 0,0 0 1 0 0,0 0-1 0 0,1 0 1 0 0,1 0-1 0 0,0-1 1 0 0,0 0-1 0 0,0 0 1 0 0,1-1-1 0 0,1 0 1 0 0,-1 0-1 0 0,1-1 1 0 0,1 1-1 0 0,-1-2 1 0 0,1 1-1 0 0,1-1 1 0 0,-1-1-1 0 0,1 0 1 0 0,0 0-1 0 0,0-1 1 0 0,0 0-1 0 0,17 4 1 0 0,-16-5-17 0 0,0-1 1 0 0,0 0-1 0 0,0-1 1 0 0,1 0-1 0 0,-1-1 0 0 0,0 0 1 0 0,1 0-1 0 0,-1-2 1 0 0,0 1-1 0 0,0-1 1 0 0,16-6-1 0 0,-12 3-8 0 0,0-1 0 0 0,0-1 0 0 0,-1 0 1 0 0,0-2-1 0 0,-1 1 0 0 0,0-1 0 0 0,17-16 0 0 0,-7 3-12 0 0,-1-1-1 0 0,-1-2 1 0 0,-1 0 0 0 0,-1-1 0 0 0,-1-1-1 0 0,-1-1 1 0 0,18-42 0 0 0,-23 42 16 0 0,13-39 1 0 0,-23 58-6 0 0,0 1 1 0 0,0 0-1 0 0,-1-1 1 0 0,0 0 0 0 0,0 1-1 0 0,-1-1 1 0 0,0 0-1 0 0,0 1 1 0 0,-3-13-1 0 0,3 19 6 0 0,-1 1-1 0 0,1 0 0 0 0,0-1 0 0 0,0 1 0 0 0,-1-1 0 0 0,1 1 1 0 0,-1 0-1 0 0,1-1 0 0 0,-1 1 0 0 0,0 0 0 0 0,1 0 0 0 0,-1-1 1 0 0,0 1-1 0 0,0 0 0 0 0,0 0 0 0 0,0 0 0 0 0,0 0 0 0 0,0 0 0 0 0,0 0 1 0 0,0 0-1 0 0,-1 0 0 0 0,1 1 0 0 0,0-1 0 0 0,0 0 0 0 0,-1 1 1 0 0,1-1-1 0 0,0 1 0 0 0,-1-1 0 0 0,1 1 0 0 0,-1 0 0 0 0,1-1 1 0 0,-1 1-1 0 0,1 0 0 0 0,0 0 0 0 0,-1 0 0 0 0,1 0 0 0 0,-1 0 1 0 0,1 1-1 0 0,-1-1 0 0 0,1 0 0 0 0,0 1 0 0 0,-1-1 0 0 0,1 1 1 0 0,-1-1-1 0 0,1 1 0 0 0,-2 1 0 0 0,-5 2 65 0 0,1 0 0 0 0,-1 1 1 0 0,1 0-1 0 0,1 0 0 0 0,-1 1 0 0 0,-9 10 0 0 0,7-5 103 0 0,0 0 0 0 0,0 1 0 0 0,1 0 0 0 0,0 1 0 0 0,1 0 0 0 0,1 0-1 0 0,0 0 1 0 0,1 1 0 0 0,0 0 0 0 0,1 0 0 0 0,-2 16 0 0 0,5-22-97 0 0,0-1 1 0 0,0 1-1 0 0,1 0 1 0 0,-1-1-1 0 0,2 1 1 0 0,-1-1-1 0 0,1 1 1 0 0,1 0-1 0 0,-1-1 1 0 0,1 0-1 0 0,0 1 1 0 0,1-1-1 0 0,0 0 1 0 0,0 0-1 0 0,1 0 1 0 0,-1-1-1 0 0,1 1 1 0 0,1-1-1 0 0,-1 0 1 0 0,1 0-1 0 0,0-1 1 0 0,12 11-1 0 0,2-3-14 0 0,1 0-1 0 0,0-2 1 0 0,0 0-1 0 0,2-1 0 0 0,-1-1 1 0 0,36 10-1 0 0,139 22-392 0 0,-153-35-838 0 0,1-2 0 0 0,0-2 0 0 0,0-1 0 0 0,62-8 0 0 0,-72 2-1548 0 0,0-2 0 0 0,0-1 0 0 0,45-16 1 0 0,-25 2-4776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4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591 141 168 0 0,'6'-5'1379'0'0,"0"-1"-1"0"0,-1 1 1 0 0,1-1-1 0 0,-1 1 0 0 0,-1-1 1 0 0,1-1-1 0 0,6-11 1 0 0,-10 16-1267 0 0,0 0 0 0 0,0 0 1 0 0,0 0-1 0 0,0-1 0 0 0,-1 1 0 0 0,1 0 1 0 0,-1 0-1 0 0,1 0 0 0 0,-1 0 0 0 0,0-1 1 0 0,0 1-1 0 0,0 0 0 0 0,0 0 0 0 0,0 0 1 0 0,0-1-1 0 0,0 1 0 0 0,-1 0 1 0 0,0 0-1 0 0,1 0 0 0 0,-1 0 0 0 0,0 0 1 0 0,0 0-1 0 0,0 0 0 0 0,0 0 0 0 0,0 0 1 0 0,0 0-1 0 0,-1 0 0 0 0,1 0 0 0 0,-1 1 1 0 0,1-1-1 0 0,-3-1 0 0 0,0 0-65 0 0,1 1 0 0 0,-1 1 0 0 0,0-1 0 0 0,0 0 0 0 0,0 1 0 0 0,0 0 0 0 0,0 0-1 0 0,0 0 1 0 0,0 0 0 0 0,0 1 0 0 0,0 0 0 0 0,0 0 0 0 0,-1 0 0 0 0,1 0 0 0 0,0 0 0 0 0,0 1 0 0 0,-7 1 0 0 0,-4 2 33 0 0,0 0-1 0 0,1 1 1 0 0,-20 10 0 0 0,-8 6 10 0 0,0 2 1 0 0,2 2-1 0 0,1 2 0 0 0,0 1 1 0 0,3 2-1 0 0,0 1 0 0 0,2 2 1 0 0,-56 71-1 0 0,80-91-69 0 0,1 0 1 0 0,1 1-1 0 0,0-1 1 0 0,1 2-1 0 0,0-1 1 0 0,1 1-1 0 0,-7 25 0 0 0,12-33-9 0 0,0 0 0 0 0,0 1 0 0 0,0-1 0 0 0,1 0 0 0 0,0 0-1 0 0,1 0 1 0 0,0 1 0 0 0,0-1 0 0 0,0 0 0 0 0,1 0-1 0 0,0 0 1 0 0,0-1 0 0 0,1 1 0 0 0,0 0 0 0 0,0-1 0 0 0,0 1-1 0 0,1-1 1 0 0,0 0 0 0 0,5 6 0 0 0,3 1 6 0 0,0-1-1 0 0,1 0 1 0 0,1 0 0 0 0,0-1 0 0 0,0-1 0 0 0,1 0-1 0 0,21 10 1 0 0,6 0-507 0 0,70 23 1 0 0,-89-36-493 0 0,0-1 1 0 0,0-1 0 0 0,43 4 0 0 0,-45-8-1043 0 0,0 0-1 0 0,28-5 1 0 0,-14-1-1920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53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26 1140 0 0,'4'-10'6089'0'0,"5"-6"-2174"0"0,-8 19-3482 0 0,-1 3-206 0 0,-1 1 0 0 0,0-1 0 0 0,1 0 0 0 0,-2 0 0 0 0,1 0 0 0 0,-1 0 0 0 0,0 0 0 0 0,0 0 0 0 0,-5 9 0 0 0,-33 54 613 0 0,29-52-771 0 0,-60 100 582 0 0,63-102-766 0 0,1 1 1 0 0,0 0-1 0 0,1 0 0 0 0,1 1 0 0 0,-6 31 0 0 0,11-24-2272 0 0,4-10-2710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53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76 1668 0 0,'-2'-17'1744'0'0,"-1"3"-256"0"0,1 2-479 0 0,-1 3-89 0 0,1-1 320 0 0,-3-4-680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5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1984 0 0,'0'0'3864'0'0,"-2"14"-576"0"0,-3 123 1188 0 0,3-32-3481 0 0,-5-34 85 0 0,-30 120 1 0 0,37-188-816 0 0,-1 0 0 0 0,0 0 1 0 0,0 0-1 0 0,-1-1 0 0 0,1 1 0 0 0,0 0 1 0 0,-4 3-1 0 0,5-6-251 0 0,0 0-1 0 0,0 0 0 0 0,0 0 1 0 0,0 1-1 0 0,0-1 0 0 0,0 0 1 0 0,0 0-1 0 0,0 0 0 0 0,0 0 1 0 0,0 0-1 0 0,0 0 1 0 0,0 0-1 0 0,0 0 0 0 0,0 1 1 0 0,-1-1-1 0 0,1 0 0 0 0,0 0 1 0 0,0 0-1 0 0,0 0 1 0 0,0 0-1 0 0,0 0 0 0 0,0 0 1 0 0,0 0-1 0 0,0 0 0 0 0,-1 0 1 0 0,1 0-1 0 0,0 0 1 0 0,0 0-1 0 0,0 0 0 0 0,0 0 1 0 0,0 0-1 0 0,0 0 0 0 0,0 0 1 0 0,-1 0-1 0 0,1 0 1 0 0,0 0-1 0 0,0 0 0 0 0,0 0 1 0 0,0 0-1 0 0,0 0 0 0 0,0 0 1 0 0,0 0-1 0 0,-1 0 1 0 0,1 0-1 0 0,0 0 0 0 0,0 0 1 0 0,0 0-1 0 0,0 0 0 0 0,0-1 1 0 0,1-12 243 0 0,4-6-212 0 0,1 1-1 0 0,1 1 1 0 0,0-1 0 0 0,1 1-1 0 0,19-28 1 0 0,-6 14-42 0 0,49-54 0 0 0,-58 72-296 0 0,0 2 1 0 0,1 0 0 0 0,0 0-1 0 0,1 1 1 0 0,0 1 0 0 0,0 0-1 0 0,1 1 1 0 0,20-8 0 0 0,-18 10-1720 0 0,-1 1 1 0 0,1 0 0 0 0,0 1 0 0 0,29-2 0 0 0,-26 4-2988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54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397 310 244 0 0,'0'-2'722'0'0,"1"-1"-263"0"0,1 1 0 0 0,-1-1-1 0 0,0 1 1 0 0,-1-1 0 0 0,1 1 0 0 0,0-1-1 0 0,-1 0 1 0 0,0 1 0 0 0,1-1-1 0 0,-1 0 1 0 0,0 1 0 0 0,0-1-1 0 0,0 0 1 0 0,-1 1 0 0 0,1-1-1 0 0,-1 0 1 0 0,0 1 0 0 0,1-1 0 0 0,-3-2-1 0 0,2 4-381 0 0,0 1-1 0 0,0-1 0 0 0,0 1 0 0 0,0-1 1 0 0,0 1-1 0 0,-1 0 0 0 0,1-1 1 0 0,0 1-1 0 0,0 0 0 0 0,0 0 0 0 0,-1 0 1 0 0,1 0-1 0 0,0 0 0 0 0,0 0 1 0 0,-1 0-1 0 0,1 0 0 0 0,0 1 0 0 0,0-1 1 0 0,0 0-1 0 0,-1 1 0 0 0,-1 0 1 0 0,-27 12 822 0 0,29-12-842 0 0,-21 10 382 0 0,0 2 1 0 0,1 0-1 0 0,1 2 0 0 0,0 0 1 0 0,-28 30-1 0 0,19-15-160 0 0,3 1 1 0 0,-39 56-1 0 0,56-73-225 0 0,0 1-1 0 0,1 0 1 0 0,0 0-1 0 0,1 1 0 0 0,1 0 1 0 0,1 0-1 0 0,-7 32 1 0 0,11-42-41 0 0,0 1-1 0 0,1-1 1 0 0,0 1 0 0 0,0 0 0 0 0,0-1 0 0 0,1 1 0 0 0,0-1 0 0 0,0 0 0 0 0,0 1-1 0 0,1-1 1 0 0,0 0 0 0 0,0 1 0 0 0,1-1 0 0 0,0-1 0 0 0,0 1 0 0 0,0 0-1 0 0,1-1 1 0 0,0 1 0 0 0,0-1 0 0 0,0 0 0 0 0,0 0 0 0 0,1-1 0 0 0,7 7 0 0 0,0-4-7 0 0,-1 1 0 0 0,1-1 0 0 0,0-1 0 0 0,1 0 0 0 0,0-1 0 0 0,0 0 0 0 0,0-1 0 0 0,0 0 1 0 0,0-1-1 0 0,1-1 0 0 0,0 0 0 0 0,-1-1 0 0 0,1-1 0 0 0,0 0 0 0 0,0 0 0 0 0,19-4 0 0 0,-11 0-1 0 0,1-1-1 0 0,-1-1 1 0 0,0-1-1 0 0,0-1 1 0 0,-1 0-1 0 0,0-2 0 0 0,0-1 1 0 0,-1 0-1 0 0,19-15 1 0 0,-5-1 15 0 0,-2-1 0 0 0,-1-2 0 0 0,-1 0 0 0 0,-2-2 0 0 0,45-65 0 0 0,-21 14-127 0 0,59-126 0 0 0,-80 146-2 0 0,38-116-1 0 0,-69 179 109 0 0,0 0 0 0 0,0-1 0 0 0,1 1 0 0 0,-1 0 1 0 0,0 0-1 0 0,0 0 0 0 0,0-1 0 0 0,0 1 0 0 0,1 0 0 0 0,-1-1 0 0 0,0 1 0 0 0,0 0 1 0 0,0 0-1 0 0,0-1 0 0 0,0 1 0 0 0,0 0 0 0 0,0 0 0 0 0,0-1 0 0 0,0 1 0 0 0,0 0 1 0 0,0-1-1 0 0,0 1 0 0 0,0 0 0 0 0,0 0 0 0 0,0-1 0 0 0,0 1 0 0 0,0 0 0 0 0,0-1 1 0 0,0 1-1 0 0,-1 0 0 0 0,1 0 0 0 0,0-1 0 0 0,0 1 0 0 0,0 0 0 0 0,0 0 0 0 0,-1 0 1 0 0,1-1-1 0 0,0 1 0 0 0,0 0 0 0 0,0 0 0 0 0,-1 0 0 0 0,1-1 0 0 0,0 1 0 0 0,-1 0 1 0 0,-12 9 13 0 0,-13 21 6 0 0,-5 21-21 0 0,2 2 0 0 0,3 1 1 0 0,2 1-1 0 0,2 1 0 0 0,-26 111 1 0 0,43-145 8 0 0,0 1 0 0 0,1 0 1 0 0,2 1-1 0 0,0-1 0 0 0,4 43 1 0 0,-1-57-2 0 0,0 0 0 0 0,1 0 1 0 0,0 0-1 0 0,0 0 0 0 0,1-1 0 0 0,0 1 1 0 0,1-1-1 0 0,0 1 0 0 0,0-1 1 0 0,1 0-1 0 0,-1-1 0 0 0,2 1 0 0 0,-1-1 1 0 0,1 0-1 0 0,1-1 0 0 0,-1 1 1 0 0,14 10-1 0 0,-6-8 10 0 0,0 0 0 0 0,1-1 1 0 0,-1-1-1 0 0,2 0 0 0 0,-1-1 0 0 0,1-1 1 0 0,0 0-1 0 0,0-1 0 0 0,23 3 1 0 0,-18-5 16 0 0,0-1 0 0 0,0-1 1 0 0,0-1-1 0 0,0 0 1 0 0,0-2-1 0 0,37-9 1 0 0,-29 3-19 0 0,-1-1 0 0 0,0-2 0 0 0,0 0 0 0 0,-1-2 0 0 0,-1 0 1 0 0,0-2-1 0 0,-2-1 0 0 0,1-2 0 0 0,-2 0 0 0 0,31-33 0 0 0,-45 42-22 0 0,0 0-1 0 0,-1-1 0 0 0,12-22 1 0 0,-17 29 5 0 0,-1 0 1 0 0,0 0-1 0 0,0 0 1 0 0,-1 0 0 0 0,1-1-1 0 0,-1 1 1 0 0,0-1 0 0 0,0 1-1 0 0,0-1 1 0 0,-1 1-1 0 0,0-1 1 0 0,0 0 0 0 0,0 1-1 0 0,-1-8 1 0 0,0 10 1 0 0,1 0 1 0 0,-1 0-1 0 0,0 1 1 0 0,1-1-1 0 0,-1 1 1 0 0,0-1-1 0 0,0 1 1 0 0,0-1-1 0 0,0 1 0 0 0,0-1 1 0 0,0 1-1 0 0,0 0 1 0 0,-1 0-1 0 0,1-1 1 0 0,0 1-1 0 0,-1 0 1 0 0,1 0-1 0 0,-4-1 0 0 0,2 1 2 0 0,0 0-1 0 0,0 0 0 0 0,-1 0 1 0 0,1 0-1 0 0,-1 1 0 0 0,1-1 0 0 0,-1 1 1 0 0,1 0-1 0 0,-4 0 0 0 0,-6 1 0 0 0,0 1 1 0 0,0 1-1 0 0,-23 7 0 0 0,18-4 7 0 0,1 0 0 0 0,0 1-1 0 0,0 1 1 0 0,1 0 0 0 0,0 1 0 0 0,0 1 0 0 0,1 1 0 0 0,1 0-1 0 0,-1 1 1 0 0,2 0 0 0 0,-19 22 0 0 0,30-31-50 0 0,-1 1 1 0 0,1-1-1 0 0,0 1 0 0 0,0-1 1 0 0,0 1-1 0 0,1 0 0 0 0,-1 0 1 0 0,1 0-1 0 0,0 0 0 0 0,0 0 1 0 0,0 0-1 0 0,1 0 0 0 0,0 0 1 0 0,-1 0-1 0 0,1 1 0 0 0,1-1 1 0 0,-1 0-1 0 0,1 0 0 0 0,-1 0 1 0 0,1 0-1 0 0,0 0 0 0 0,0 0 1 0 0,1 0-1 0 0,0 0 0 0 0,-1-1 1 0 0,1 1-1 0 0,0 0 0 0 0,5 6 1 0 0,6 5-835 0 0,-1 0 1 0 0,2-1 0 0 0,0-1-1 0 0,29 22 1 0 0,-30-24 179 0 0,33 25-2995 0 0,13 5-1526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04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1 540 0 0,'-7'12'1180'0'0,"2"0"-324"0"0,2-4-200 0 0,-1 3-140 0 0,-3 1-100 0 0,2-2-80 0 0,2 2-216 0 0,-2 0-224 0 0,-1 2-348 0 0,0-2-820 0 0,-1 0 884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09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183 186 1612 0 0,'-6'-16'2377'0'0,"4"9"-796"0"0,0 0 0 0 0,-1 1 1 0 0,0-1-1 0 0,-7-12 1305 0 0,-2 41-779 0 0,12-19-2059 0 0,0 0 1 0 0,0 0 0 0 0,0 0-1 0 0,1 0 1 0 0,-1-1 0 0 0,1 1-1 0 0,0 0 1 0 0,0 0 0 0 0,0 0-1 0 0,0 0 1 0 0,1-1-1 0 0,-1 1 1 0 0,1-1 0 0 0,-1 1-1 0 0,1-1 1 0 0,0 1 0 0 0,0-1-1 0 0,0 0 1 0 0,0 0 0 0 0,0 0-1 0 0,1 0 1 0 0,-1 0 0 0 0,3 1-1 0 0,0 0-21 0 0,1-1-1 0 0,-1 0 0 0 0,0 0 1 0 0,1-1-1 0 0,-1 1 0 0 0,1-1 1 0 0,-1 0-1 0 0,1-1 0 0 0,-1 1 1 0 0,1-1-1 0 0,0 0 1 0 0,6-1-1 0 0,-3 0-14 0 0,0 0-1 0 0,-1-1 1 0 0,1 0 0 0 0,-1 0-1 0 0,1-1 1 0 0,-1 0-1 0 0,0-1 1 0 0,0 0 0 0 0,0 0-1 0 0,-1 0 1 0 0,1-1 0 0 0,8-7-1 0 0,-13 9-8 0 0,1-1-1 0 0,-1 1 1 0 0,0-1-1 0 0,0 0 1 0 0,0 0-1 0 0,-1 0 0 0 0,0 0 1 0 0,1 0-1 0 0,-1 0 1 0 0,-1-1-1 0 0,1 1 0 0 0,-1 0 1 0 0,1-1-1 0 0,-1 0 1 0 0,-1 1-1 0 0,1-1 1 0 0,0 0-1 0 0,-1 1 0 0 0,0-1 1 0 0,0 0-1 0 0,-1 0 1 0 0,0 1-1 0 0,1-1 0 0 0,-3-6 1 0 0,2 8-4 0 0,0 0-1 0 0,0 0 1 0 0,0-1 0 0 0,0 1-1 0 0,0 0 1 0 0,-1 0 0 0 0,0 1-1 0 0,1-1 1 0 0,-1 0 0 0 0,0 0-1 0 0,0 1 1 0 0,-1-1 0 0 0,1 1-1 0 0,0 0 1 0 0,-1 0 0 0 0,1 0-1 0 0,-1 0 1 0 0,0 0 0 0 0,0 0-1 0 0,0 1 1 0 0,0-1 0 0 0,-6-1-1 0 0,5 2 0 0 0,-1 1 0 0 0,1-1-1 0 0,-1 1 1 0 0,1 0 0 0 0,-1 0 0 0 0,0 0-1 0 0,1 0 1 0 0,-1 1 0 0 0,1 0-1 0 0,-1 0 1 0 0,1 0 0 0 0,-1 1 0 0 0,1-1-1 0 0,0 1 1 0 0,0 0 0 0 0,-5 3 0 0 0,-10 7 10 0 0,1 2 1 0 0,0 0-1 0 0,0 1 1 0 0,2 0 0 0 0,-1 1-1 0 0,2 1 1 0 0,1 1 0 0 0,-21 31-1 0 0,20-24 44 0 0,0 1-1 0 0,2 0 1 0 0,1 1 0 0 0,1 0-1 0 0,1 1 1 0 0,-7 37-1 0 0,14-54-29 0 0,1 0 0 0 0,1 1 0 0 0,0-1 0 0 0,1 1 0 0 0,0-1 0 0 0,0 1 1 0 0,1-1-1 0 0,1 1 0 0 0,3 13 0 0 0,-3-20-18 0 0,0 0 0 0 0,0 0 0 0 0,0 0 0 0 0,0 0 0 0 0,1 0 0 0 0,0 0 0 0 0,0-1 0 0 0,0 1 0 0 0,1-1 0 0 0,-1 0 0 0 0,1 0 0 0 0,0-1 0 0 0,0 1 0 0 0,1-1 0 0 0,-1 1 0 0 0,1-1 0 0 0,-1-1 0 0 0,1 1 1 0 0,0-1-1 0 0,0 1 0 0 0,8 1 0 0 0,5 1-347 0 0,0-1 1 0 0,1-1 0 0 0,-1-1 0 0 0,1 0 0 0 0,0-1 0 0 0,0-2 0 0 0,20-1 0 0 0,-13-2-1227 0 0,0 0 1 0 0,-1-2-1 0 0,1 0 1 0 0,36-16 0 0 0,-23 4-3157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0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63 1844 0 0,'11'-57'8914'0'0,"-11"57"-8860"0"0,0 0 0 0 0,0-1 0 0 0,0 1 0 0 0,1 0 0 0 0,-1-1 0 0 0,0 1 0 0 0,0 0 0 0 0,1 0 0 0 0,-1-1 0 0 0,0 1 0 0 0,0 0 0 0 0,1 0 0 0 0,-1-1 0 0 0,0 1 0 0 0,1 0 0 0 0,-1 0 0 0 0,0 0 0 0 0,1-1 0 0 0,-1 1 0 0 0,1 0 0 0 0,-1 0 0 0 0,0 0 0 0 0,1 0 0 0 0,-1 0 0 0 0,0 0 0 0 0,1 0 0 0 0,-1 0 0 0 0,1 0 0 0 0,-1 0 0 0 0,0 0 0 0 0,1 0 0 0 0,-1 0 0 0 0,0 0 0 0 0,1 0 0 0 0,-1 0 0 0 0,1 1 0 0 0,-1-1 0 0 0,0 0 0 0 0,1 0 0 0 0,-1 0 0 0 0,0 1 0 0 0,1-1 0 0 0,-1 0 0 0 0,0 0 1 0 0,0 1-1 0 0,1-1 0 0 0,15 11 1088 0 0,-10-5-988 0 0,-1 1 0 0 0,0 0 0 0 0,0 0 0 0 0,0 0 0 0 0,-1 0 0 0 0,0 1 0 0 0,-1 0-1 0 0,1-1 1 0 0,-2 1 0 0 0,1 0 0 0 0,-1 1 0 0 0,0-1 0 0 0,-1 0 0 0 0,0 1 0 0 0,0-1 0 0 0,-1 1 0 0 0,0-1-1 0 0,0 1 1 0 0,-1-1 0 0 0,0 1 0 0 0,0-1 0 0 0,-1 0 0 0 0,-1 1 0 0 0,1-1 0 0 0,-1 0 0 0 0,0-1-1 0 0,-5 9 1 0 0,-5 7-39 0 0,-1-1-1 0 0,-1 0 0 0 0,-1-1 0 0 0,-1 0 1 0 0,0-2-1 0 0,-2 0 0 0 0,-36 29 0 0 0,43-38 39 0 0,17-14-82 0 0,21-14-61 0 0,203-110-51 0 0,-167 88 39 0 0,89-73-1 0 0,-145 108 1 0 0,0-1 0 0 0,0 0 0 0 0,0 0 0 0 0,-1-1 0 0 0,0 0 0 0 0,0 0 0 0 0,6-12 0 0 0,-10 18 2 0 0,-1-1 0 0 0,1 1 0 0 0,0-1 0 0 0,-1 1 1 0 0,1-1-1 0 0,-1 1 0 0 0,0-1 0 0 0,1 0 0 0 0,-1 1 0 0 0,0-1 0 0 0,0 1 0 0 0,0-1 0 0 0,0 1 0 0 0,0-1 0 0 0,0 0 0 0 0,-1 1 0 0 0,1-1 0 0 0,-1 1 0 0 0,1-1 1 0 0,-1 1-1 0 0,1-1 0 0 0,-1 1 0 0 0,0-1 0 0 0,1 1 0 0 0,-1 0 0 0 0,0-1 0 0 0,0 1 0 0 0,0 0 0 0 0,0 0 0 0 0,0 0 0 0 0,-1-1 0 0 0,1 1 0 0 0,0 0 0 0 0,-1 1 1 0 0,1-1-1 0 0,0 0 0 0 0,-1 0 0 0 0,1 1 0 0 0,-1-1 0 0 0,1 0 0 0 0,-1 1 0 0 0,1 0 0 0 0,-1-1 0 0 0,-2 1 0 0 0,0-1 6 0 0,-1 0-1 0 0,0 1 0 0 0,1 0 1 0 0,-1 0-1 0 0,0 0 0 0 0,1 1 1 0 0,-1-1-1 0 0,0 1 0 0 0,1 0 1 0 0,-1 0-1 0 0,1 1 1 0 0,-1-1-1 0 0,1 1 0 0 0,-7 4 1 0 0,-4 2 12 0 0,0 1 0 0 0,-19 16 0 0 0,22-16-9 0 0,0 2-1 0 0,0 0 0 0 0,1 0 0 0 0,0 1 1 0 0,1 0-1 0 0,0 1 0 0 0,1 0 0 0 0,-13 27 1 0 0,19-35-6 0 0,1 0 0 0 0,0 1 0 0 0,0-1 0 0 0,0 1 0 0 0,0-1 0 0 0,1 1 0 0 0,0 0 0 0 0,1 0 0 0 0,-1-1 0 0 0,1 1 0 0 0,0 0 0 0 0,0 0 0 0 0,1 0 1 0 0,0 0-1 0 0,0-1 0 0 0,0 1 0 0 0,1 0 0 0 0,0-1 0 0 0,0 1 0 0 0,0-1 0 0 0,0 0 0 0 0,1 0 0 0 0,0 0 0 0 0,0 0 0 0 0,1 0 0 0 0,-1 0 0 0 0,5 4 1 0 0,3 0-139 0 0,0 1 1 0 0,0-2 0 0 0,1 1 0 0 0,0-2 0 0 0,0 1 0 0 0,1-2 0 0 0,0 1 0 0 0,21 6 0 0 0,-5-4-920 0 0,0-1 1 0 0,60 8-1 0 0,-64-13 524 0 0,0-2-1 0 0,1 0 0 0 0,-1-2 0 0 0,0-1 0 0 0,0 0 0 0 0,0-2 0 0 0,45-13 0 0 0,-57 12 423 0 0,0 0 0 0 0,-1 0 0 0 0,0-1 0 0 0,0-1 0 0 0,0 0 0 0 0,-1 0 0 0 0,11-11 0 0 0,-15 12 164 0 0,0-1 1 0 0,0 0 0 0 0,0-1-1 0 0,-1 0 1 0 0,-1 0 0 0 0,1 0 0 0 0,-1-1-1 0 0,-1 1 1 0 0,0-1 0 0 0,6-15 0 0 0,-9 17 160 0 0,1 0 1 0 0,-1 0-1 0 0,0 1 1 0 0,0-1-1 0 0,0 0 1 0 0,-1 0-1 0 0,-1 0 1 0 0,1 0-1 0 0,-3-12 1 0 0,3 16-90 0 0,-1 0 0 0 0,0 0 0 0 0,0 0 0 0 0,0 0 0 0 0,0 0 0 0 0,0 1 1 0 0,-1-1-1 0 0,1 0 0 0 0,-1 1 0 0 0,0-1 0 0 0,0 1 0 0 0,0-1 0 0 0,0 1 0 0 0,0 0 0 0 0,0 0 1 0 0,-1 0-1 0 0,1 0 0 0 0,-1 0 0 0 0,1 0 0 0 0,-1 1 0 0 0,0-1 0 0 0,1 1 0 0 0,-5-1 1 0 0,3 1 6 0 0,-1 0 1 0 0,0 1 0 0 0,0-1 0 0 0,0 1 0 0 0,0 1 0 0 0,0-1 0 0 0,0 1 0 0 0,0-1 0 0 0,0 1-1 0 0,1 1 1 0 0,-1-1 0 0 0,0 1 0 0 0,1 0 0 0 0,-1 0 0 0 0,1 0 0 0 0,-7 5 0 0 0,-2 1 65 0 0,1 1 1 0 0,0 1-1 0 0,0-1 1 0 0,-10 13-1 0 0,15-14-137 0 0,0 0-1 0 0,1 1 0 0 0,0-1 1 0 0,0 1-1 0 0,1 1 0 0 0,0-1 1 0 0,1 1-1 0 0,-7 19 0 0 0,10-27-54 0 0,1 1 0 0 0,-1 0 0 0 0,0 0 0 0 0,1 0 0 0 0,-1 0 0 0 0,1 0 0 0 0,0 0 0 0 0,0 0 0 0 0,0 0 0 0 0,1 0 0 0 0,-1 0-1 0 0,1 0 1 0 0,-1 0 0 0 0,1 0 0 0 0,0-1 0 0 0,0 1 0 0 0,0 0 0 0 0,1 0 0 0 0,-1-1 0 0 0,1 1 0 0 0,-1-1 0 0 0,1 1 0 0 0,0-1 0 0 0,0 0-1 0 0,0 0 1 0 0,0 1 0 0 0,0-1 0 0 0,0-1 0 0 0,1 1 0 0 0,-1 0 0 0 0,1-1 0 0 0,-1 1 0 0 0,1-1 0 0 0,0 0 0 0 0,4 2 0 0 0,1 0-10 0 0,1 0 0 0 0,-1-1 1 0 0,0 0-1 0 0,1-1 1 0 0,-1 0-1 0 0,1 0 1 0 0,-1-1-1 0 0,1 0 1 0 0,0 0-1 0 0,-1-1 0 0 0,1 0 1 0 0,-1-1-1 0 0,0 0 1 0 0,1 0-1 0 0,-1 0 1 0 0,0-1-1 0 0,0-1 1 0 0,0 1-1 0 0,-1-1 0 0 0,1-1 1 0 0,-1 1-1 0 0,0-1 1 0 0,0-1-1 0 0,-1 1 1 0 0,0-1-1 0 0,1 0 1 0 0,-2 0-1 0 0,1-1 0 0 0,8-13 1 0 0,45-81 264 0 0,-58 100-40 0 0,0 1-212 0 0,-1 1 1 0 0,1 0-1 0 0,0 0 1 0 0,-1 0-1 0 0,1 0 0 0 0,-1-1 1 0 0,1 1-1 0 0,-1 0 0 0 0,1 0 1 0 0,-1 0-1 0 0,0 0 1 0 0,1 0-1 0 0,-1 1 0 0 0,0-1 1 0 0,0 0-1 0 0,0 0 1 0 0,0 0-1 0 0,0 0 0 0 0,0 0 1 0 0,0 0-1 0 0,0 2 1 0 0,-3 29 137 0 0,2-29-148 0 0,-1 18-164 0 0,-6 71 684 0 0,8-80-1012 0 0,0 0 0 0 0,1 0 1 0 0,0 0-1 0 0,1-1 0 0 0,6 21 0 0 0,-8-31 252 0 0,1 1-1 0 0,-1-1 0 0 0,1 1 1 0 0,-1-1-1 0 0,1 0 0 0 0,0 1 0 0 0,0-1 1 0 0,-1 0-1 0 0,1 0 0 0 0,0 1 1 0 0,0-1-1 0 0,0 0 0 0 0,0 0 1 0 0,0 0-1 0 0,0 0 0 0 0,1 0 0 0 0,-1 0 1 0 0,2 1-1 0 0,-2-2 74 0 0,0 0 0 0 0,1 0 0 0 0,-1 0 0 0 0,0 1-1 0 0,0-1 1 0 0,0 0 0 0 0,0 0 0 0 0,0-1 0 0 0,0 1 0 0 0,0 0 0 0 0,1 0 0 0 0,-1 0-1 0 0,0-1 1 0 0,0 1 0 0 0,0-1 0 0 0,0 1 0 0 0,0-1 0 0 0,0 1 0 0 0,1-2 0 0 0,1 0-44 0 0,1-1 1 0 0,-1 0-1 0 0,0 0 0 0 0,0 0 1 0 0,0-1-1 0 0,0 1 1 0 0,-1-1-1 0 0,0 1 1 0 0,1-1-1 0 0,-1 0 1 0 0,2-5-1 0 0,2-13 343 0 0,0 0 0 0 0,-2 0-1 0 0,3-29 1 0 0,-5 31 603 0 0,1 0 0 0 0,0 0 1 0 0,2 0-1 0 0,10-30 0 0 0,-14 49-640 0 0,-1-1 1 0 0,1 1-1 0 0,0-1 0 0 0,-1 1 0 0 0,1-1 1 0 0,0 1-1 0 0,0 0 0 0 0,0-1 1 0 0,0 1-1 0 0,0 0 0 0 0,0 0 0 0 0,0-1 1 0 0,0 1-1 0 0,1 0 0 0 0,-1 0 0 0 0,0 0 1 0 0,1 1-1 0 0,-1-1 0 0 0,1 0 0 0 0,-1 0 1 0 0,1 1-1 0 0,-1-1 0 0 0,1 1 0 0 0,-1 0 1 0 0,1-1-1 0 0,0 1 0 0 0,-1 0 0 0 0,1 0 1 0 0,-1 0-1 0 0,1 0 0 0 0,0 0 0 0 0,-1 0 1 0 0,1 0-1 0 0,0 1 0 0 0,-1-1 0 0 0,1 0 1 0 0,-1 1-1 0 0,1 0 0 0 0,-1-1 1 0 0,1 1-1 0 0,-1 0 0 0 0,1 0 0 0 0,1 1 1 0 0,3 2 138 0 0,-1 0 1 0 0,1 0 0 0 0,-1 0 0 0 0,0 1 0 0 0,0 0-1 0 0,0 0 1 0 0,-1 1 0 0 0,0-1 0 0 0,4 7-1 0 0,-2-1-87 0 0,-1 1 0 0 0,0-1-1 0 0,-1 1 1 0 0,0 0-1 0 0,-1 1 1 0 0,0-1 0 0 0,-1 1-1 0 0,0-1 1 0 0,-1 1 0 0 0,-1 0-1 0 0,0-1 1 0 0,0 1-1 0 0,-1 0 1 0 0,-1-1 0 0 0,0 1-1 0 0,-1-1 1 0 0,-5 13-1 0 0,-1-4-26 0 0,8-20-116 0 0,1-1 1 0 0,0 1-1 0 0,-1 0 0 0 0,1 0 0 0 0,-1-1 1 0 0,1 1-1 0 0,0 0 0 0 0,-1-1 0 0 0,0 1 1 0 0,1 0-1 0 0,-1-1 0 0 0,1 1 0 0 0,-1-1 1 0 0,0 1-1 0 0,1-1 0 0 0,-1 1 0 0 0,0-1 1 0 0,0 1-1 0 0,1-1 0 0 0,-1 0 0 0 0,0 1 1 0 0,0-1-1 0 0,1 0 0 0 0,-3 0 0 0 0,2 0-5 0 0,0-1-1 0 0,0 0 1 0 0,-1 1-1 0 0,1-1 1 0 0,0 0-1 0 0,0 0 1 0 0,0 0-1 0 0,0 0 0 0 0,0 0 1 0 0,0 0-1 0 0,0 0 1 0 0,1 0-1 0 0,-1 0 1 0 0,0-1-1 0 0,1 1 1 0 0,-1 0-1 0 0,0 0 1 0 0,0-3-1 0 0,0-1 1 0 0,0 0-1 0 0,0-1 1 0 0,0 1 0 0 0,0-11-1 0 0,2-3 0 0 0,5-35 0 0 0,-5 46-5 0 0,0 1-1 0 0,1-1 0 0 0,1 0 0 0 0,-1 1 0 0 0,1 0 1 0 0,0-1-1 0 0,1 1 0 0 0,0 0 0 0 0,0 1 0 0 0,0-1 0 0 0,1 1 1 0 0,0 0-1 0 0,9-9 0 0 0,-10 12 2 0 0,0-1 0 0 0,1 1-1 0 0,0-1 1 0 0,0 1 0 0 0,0 1-1 0 0,0-1 1 0 0,0 1 0 0 0,0 0 0 0 0,1 0-1 0 0,-1 0 1 0 0,1 1 0 0 0,-1 0 0 0 0,1 0-1 0 0,-1 0 1 0 0,1 1 0 0 0,0 0 0 0 0,0 0-1 0 0,-1 0 1 0 0,10 2 0 0 0,-5 1 3 0 0,0 0 1 0 0,0 1 0 0 0,-1-1 0 0 0,1 2 0 0 0,-1 0-1 0 0,0 0 1 0 0,0 0 0 0 0,0 1 0 0 0,-1 0-1 0 0,0 1 1 0 0,0 0 0 0 0,0 0 0 0 0,-1 1-1 0 0,0 0 1 0 0,-1 0 0 0 0,0 1 0 0 0,0-1 0 0 0,-1 1-1 0 0,0 1 1 0 0,0-1 0 0 0,-1 1 0 0 0,5 15-1 0 0,-9-22 9 0 0,1 0 0 0 0,0 0 0 0 0,0 0-1 0 0,-1 0 1 0 0,0 0 0 0 0,0 0-1 0 0,1 0 1 0 0,-2 0 0 0 0,1 0 0 0 0,0 0-1 0 0,-1 0 1 0 0,1-1 0 0 0,-1 1-1 0 0,0 0 1 0 0,0 0 0 0 0,0 0 0 0 0,0 0-1 0 0,0-1 1 0 0,-1 1 0 0 0,0 0-1 0 0,1-1 1 0 0,-1 0 0 0 0,0 1 0 0 0,0-1-1 0 0,-4 4 1 0 0,4-5-25 0 0,-2-1 38 0 0,3 0-19 0 0,0 0-1 0 0,0 0 1 0 0,0 0 0 0 0,0 0-1 0 0,0 0 1 0 0,0 0-1 0 0,-1-1 1 0 0,1 1 0 0 0,0 0-1 0 0,0-1 1 0 0,0 1 0 0 0,0-1-1 0 0,0 1 1 0 0,0-1-1 0 0,0 0 1 0 0,0 1 0 0 0,-1-2-1 0 0,1 0 1 0 0,0 0 0 0 0,-1 0 0 0 0,1 0 0 0 0,0 0 0 0 0,0 1 0 0 0,1-1 0 0 0,-1-1-1 0 0,0 1 1 0 0,1 0 0 0 0,-1 0 0 0 0,1-2 0 0 0,-2-9-6 0 0,1 1 0 0 0,1 0 0 0 0,0-1 0 0 0,1 1 0 0 0,0-1 0 0 0,1 1 0 0 0,0 0 0 0 0,1 0 0 0 0,8-22 1 0 0,-4 17-1 0 0,0 0 1 0 0,2 0 0 0 0,0 0-1 0 0,1 1 1 0 0,21-27 0 0 0,-25 36-1 0 0,0 0 1 0 0,0 1 0 0 0,0 0 0 0 0,1 0-1 0 0,-1 0 1 0 0,2 1 0 0 0,-1 0-1 0 0,0 1 1 0 0,1 0 0 0 0,0 0 0 0 0,0 0-1 0 0,0 1 1 0 0,16-4 0 0 0,-22 6 44 0 0,1 1-1 0 0,0 0 1 0 0,-1 0 0 0 0,1 0 0 0 0,0 0 0 0 0,-1 0 0 0 0,1 1 0 0 0,0-1-1 0 0,-1 1 1 0 0,1 0 0 0 0,-1 0 0 0 0,1 0 0 0 0,-1 0 0 0 0,1 0 0 0 0,-1 0-1 0 0,0 0 1 0 0,4 4 0 0 0,-3-3 72 0 0,0 1 1 0 0,-1 0-1 0 0,1 0 0 0 0,-1 1 0 0 0,0-1 1 0 0,0 0-1 0 0,0 1 0 0 0,0-1 0 0 0,-1 1 1 0 0,3 6-1 0 0,-1 4 161 0 0,0 0 1 0 0,-1 0-1 0 0,-1 1 1 0 0,0-1-1 0 0,-2 18 0 0 0,-2 26-72 0 0,0-27-190 0 0,2 0 0 0 0,1 0 0 0 0,1 0 0 0 0,6 31 0 0 0,-6-57-324 0 0,0-1 0 0 0,1 0 0 0 0,-1 0 0 0 0,1 0 0 0 0,0 0 0 0 0,0 0 1 0 0,0 0-1 0 0,0-1 0 0 0,1 1 0 0 0,0-1 0 0 0,0 1 0 0 0,0-1 0 0 0,0 0 0 0 0,5 4 1 0 0,-4-4-958 0 0,0-1 0 0 0,0 1 0 0 0,0-1 1 0 0,0 0-1 0 0,1 0 0 0 0,-1 0 0 0 0,9 2 1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0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69 3180 0 0,'-3'-13'2239'0'0,"3"7"-866"0"0,-1 0 0 0 0,0 1-1 0 0,-1-1 1 0 0,0 0-1 0 0,0 1 1 0 0,0-1 0 0 0,-6-10 1303 0 0,-4 41 1312 0 0,6 12-447 0 0,-4 72 0 0 0,3-26-1750 0 0,-28 199-690 0 0,-87 331 0 0 0,70-411-1101 0 0,52-199-471 0 0,-1 1 0 0 0,0-1 0 0 0,0 1-1 0 0,0-1 1 0 0,0 1 0 0 0,-1-1 0 0 0,1 0 0 0 0,-1 0 0 0 0,0 1 0 0 0,0-1-1 0 0,0 0 1 0 0,-1-1 0 0 0,-2 5 0 0 0,-9-21-4291 0 0,11 9 3169 0 0,0 0 181 0 0,1-1 1 0 0,-1 1-1 0 0,-2-10 0 0 0,2 5-904 0 0,-9-28-7133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1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0 945 1724 0 0,'6'-28'1140'0'0,"2"0"0"0"0,0 1 0 0 0,2 0 1 0 0,1 1-1 0 0,1 0 0 0 0,16-25 0 0 0,-21 41-795 0 0,0-1-1 0 0,1 1 1 0 0,0 1 0 0 0,1 0 0 0 0,0 0 0 0 0,1 0 0 0 0,-1 1-1 0 0,1 1 1 0 0,1-1 0 0 0,0 2 0 0 0,0 0 0 0 0,0 0 0 0 0,1 1-1 0 0,-1 0 1 0 0,25-6 0 0 0,-22 8-94 0 0,1 1-1 0 0,-1 1 1 0 0,1 0-1 0 0,0 0 1 0 0,0 2-1 0 0,0 0 1 0 0,-1 0-1 0 0,1 2 1 0 0,0 0-1 0 0,-1 0 1 0 0,18 8-1 0 0,-23-8-129 0 0,-1 1-1 0 0,1 0 1 0 0,-1 1-1 0 0,0 0 1 0 0,0 0-1 0 0,0 1 1 0 0,-1 0-1 0 0,8 8 0 0 0,-10-9-28 0 0,-1 0 0 0 0,0 1 0 0 0,0-1-1 0 0,-1 1 1 0 0,1 0 0 0 0,-1 0-1 0 0,-1 0 1 0 0,1 0 0 0 0,-1 1-1 0 0,0-1 1 0 0,0 0 0 0 0,1 10 0 0 0,-3-9-5 0 0,0 0 0 0 0,0 0 1 0 0,-1-1-1 0 0,1 1 1 0 0,-2-1-1 0 0,1 1 1 0 0,-1-1-1 0 0,0 1 1 0 0,0-1-1 0 0,0 0 0 0 0,-1 0 1 0 0,0 0-1 0 0,0 0 1 0 0,-1 0-1 0 0,0-1 1 0 0,0 1-1 0 0,0-1 1 0 0,0 0-1 0 0,-10 8 0 0 0,0-1 40 0 0,-1 1 0 0 0,-1-2-1 0 0,0 0 1 0 0,0-1 0 0 0,-28 12-1 0 0,39-19-123 0 0,-3 1 70 0 0,-1 0-1 0 0,0-1 1 0 0,1 1-1 0 0,-1-2 1 0 0,-1 1-1 0 0,1-1 1 0 0,-10 1-1 0 0,19-3-70 0 0,0-1 0 0 0,0 1 0 0 0,0 0 0 0 0,0 0 0 0 0,0 0 0 0 0,0 0 0 0 0,1 0 0 0 0,-1 0 0 0 0,0-1 0 0 0,0 1 0 0 0,0 0 0 0 0,0 0 0 0 0,0 0 0 0 0,0 0 1 0 0,0-1-1 0 0,0 1 0 0 0,0 0 0 0 0,0 0 0 0 0,0 0 0 0 0,0 0 0 0 0,0-1 0 0 0,0 1 0 0 0,0 0 0 0 0,0 0 0 0 0,0 0 0 0 0,0 0 0 0 0,0-1 0 0 0,0 1 0 0 0,0 0 0 0 0,0 0 0 0 0,0 0 0 0 0,0 0 0 0 0,0 0 0 0 0,-1-1 0 0 0,1 1 0 0 0,0 0 0 0 0,0 0 0 0 0,0 0 0 0 0,0 0 0 0 0,0 0 0 0 0,0 0 0 0 0,0-1 0 0 0,-1 1 0 0 0,1 0 0 0 0,0 0 0 0 0,0 0 0 0 0,0 0 0 0 0,0 0 0 0 0,-1 0 0 0 0,1 0 0 0 0,0 0 0 0 0,0 0 0 0 0,0 0 0 0 0,0 0 0 0 0,-1 0 0 0 0,1 0 0 0 0,0 0 1 0 0,0 0-1 0 0,0 0 0 0 0,-1 0 0 0 0,13-9 20 0 0,104-47 106 0 0,-65 32-131 0 0,57-36 1 0 0,-66 32-83 0 0,-1-1-1 0 0,-2-3 1 0 0,-1-1 0 0 0,-1-2 0 0 0,50-63 0 0 0,-66 71 37 0 0,-2 0 0 0 0,0-2 1 0 0,-2-1-1 0 0,-1 0 0 0 0,-1-1 1 0 0,-2 0-1 0 0,-1-1 0 0 0,-2-1 0 0 0,8-39 1 0 0,-15 56 32 0 0,-1 0 1 0 0,-1 1-1 0 0,0-1 1 0 0,-2 0-1 0 0,1 0 1 0 0,-5-20-1 0 0,4 30 9 0 0,0 0 0 0 0,0 0 0 0 0,-1 0 0 0 0,0 1 0 0 0,0-1 0 0 0,-1 0 0 0 0,1 1 0 0 0,-1 0 0 0 0,0-1 0 0 0,-1 1 0 0 0,1 1 0 0 0,-1-1 0 0 0,0 0 0 0 0,0 1 0 0 0,-1 0 0 0 0,1 0 0 0 0,-1 0 0 0 0,-10-6 0 0 0,12 9 8 0 0,1 0-1 0 0,-1 0 0 0 0,0 0 0 0 0,0 0 1 0 0,0 0-1 0 0,-1 1 0 0 0,1 0 0 0 0,0-1 1 0 0,0 1-1 0 0,0 0 0 0 0,0 0 0 0 0,0 1 1 0 0,0-1-1 0 0,0 1 0 0 0,0 0 0 0 0,0-1 1 0 0,0 1-1 0 0,0 0 0 0 0,0 1 0 0 0,0-1 1 0 0,0 1-1 0 0,1-1 0 0 0,-1 1 0 0 0,1 0 1 0 0,-1 0-1 0 0,1 0 0 0 0,0 0 0 0 0,-4 5 1 0 0,-2 1 15 0 0,1 1 0 0 0,0 0 0 0 0,0 0 0 0 0,1 1 0 0 0,0 0 0 0 0,-6 16 0 0 0,2 2 64 0 0,1 0 1 0 0,1 1-1 0 0,2 0 0 0 0,1 0 0 0 0,1 0 0 0 0,1 1 0 0 0,2-1 0 0 0,4 56 0 0 0,3-31 20 0 0,3 0 1 0 0,2 0-1 0 0,34 99 0 0 0,-38-132-72 0 0,1 0 0 0 0,2-1-1 0 0,0 0 1 0 0,1 0 0 0 0,1-1 0 0 0,1-1-1 0 0,29 34 1 0 0,-36-46-23 0 0,1 1 1 0 0,0-1-1 0 0,0-1 0 0 0,0 1 0 0 0,1-1 1 0 0,0 0-1 0 0,0-1 0 0 0,0 0 0 0 0,0 0 0 0 0,1-1 1 0 0,0 0-1 0 0,-1 0 0 0 0,1-1 0 0 0,0 0 0 0 0,0-1 1 0 0,0 0-1 0 0,1 0 0 0 0,-1-1 0 0 0,0 0 0 0 0,0-1 1 0 0,18-3-1 0 0,-14 1 5 0 0,-1-1 0 0 0,0 0 0 0 0,0-1 0 0 0,0 0 0 0 0,0-1 0 0 0,-1-1 0 0 0,0 0 0 0 0,0 0 0 0 0,-1-1 0 0 0,0 0-1 0 0,0-1 1 0 0,-1 0 0 0 0,0 0 0 0 0,13-19 0 0 0,-12 14-1 0 0,-1-1 0 0 0,0 0 0 0 0,-1-1 0 0 0,-1 0 0 0 0,-1 0 0 0 0,0 0 0 0 0,-1-1 0 0 0,0 0-1 0 0,-1 0 1 0 0,1-25 0 0 0,-4 38-5 0 0,-1 0-1 0 0,0 0 0 0 0,0 0 1 0 0,0 0-1 0 0,-1 0 0 0 0,1 0 1 0 0,-1 0-1 0 0,0 0 1 0 0,0 1-1 0 0,0-1 0 0 0,-1 0 1 0 0,1 0-1 0 0,-1 1 0 0 0,0-1 1 0 0,0 1-1 0 0,0 0 1 0 0,0 0-1 0 0,-1-1 0 0 0,-4-3 1 0 0,5 5 12 0 0,0 1 1 0 0,-1-1-1 0 0,1 1 1 0 0,-1 0 0 0 0,0-1-1 0 0,1 1 1 0 0,-1 0-1 0 0,0 1 1 0 0,0-1 0 0 0,1 0-1 0 0,-1 1 1 0 0,0 0-1 0 0,0-1 1 0 0,0 1 0 0 0,0 0-1 0 0,1 0 1 0 0,-1 1-1 0 0,0-1 1 0 0,0 1 0 0 0,0-1-1 0 0,0 1 1 0 0,1 0-1 0 0,-1 0 1 0 0,0 0-1 0 0,1 1 1 0 0,-1-1 0 0 0,-3 3-1 0 0,-2 1 91 0 0,1 0 0 0 0,0 1 0 0 0,0-1-1 0 0,0 2 1 0 0,0-1 0 0 0,1 1 0 0 0,0 0-1 0 0,0 0 1 0 0,1 1 0 0 0,0-1 0 0 0,1 1-1 0 0,-1 0 1 0 0,1 1 0 0 0,1-1 0 0 0,0 1 0 0 0,0-1-1 0 0,0 1 1 0 0,1 0 0 0 0,1 0 0 0 0,-1 0-1 0 0,1 12 1 0 0,1-11-69 0 0,0 0 0 0 0,0 0-1 0 0,1 0 1 0 0,1-1 0 0 0,0 1 0 0 0,0 0-1 0 0,1 0 1 0 0,0-1 0 0 0,0 0 0 0 0,1 1-1 0 0,0-1 1 0 0,1-1 0 0 0,0 1-1 0 0,1-1 1 0 0,0 1 0 0 0,0-2 0 0 0,0 1-1 0 0,1-1 1 0 0,10 9 0 0 0,-7-9-10 0 0,0 0-1 0 0,0-1 1 0 0,0 0-1 0 0,1 0 1 0 0,0-1-1 0 0,0-1 1 0 0,0 0-1 0 0,1 0 1 0 0,14 2 0 0 0,-7-3-273 0 0,0-1 1 0 0,0-1-1 0 0,0 0 1 0 0,0-2-1 0 0,23-3 1 0 0,4-4-1400 0 0,0-2 0 0 0,-2-2 0 0 0,85-36 0 0 0,-55 18-343 0 0,-1-3 1 0 0,118-75-1 0 0,-177 98 2360 0 0,-1 0 0 0 0,1-1 0 0 0,14-16 0 0 0,-25 25-189 0 0,-1 0 0 0 0,0-1 0 0 0,0 1 0 0 0,0-1 0 0 0,0 1-1 0 0,0-1 1 0 0,0 0 0 0 0,-1 0 0 0 0,0 0 0 0 0,1 0 0 0 0,-1 0 0 0 0,0 0 0 0 0,0 0 0 0 0,0 0 0 0 0,-1 0 0 0 0,1 0 0 0 0,-1 0 0 0 0,0-1-1 0 0,0 1 1 0 0,0 0 0 0 0,0 0 0 0 0,-1 0 0 0 0,1-1 0 0 0,-1 1 0 0 0,-1-4 0 0 0,1 5-70 0 0,0 0 1 0 0,0 1 0 0 0,0-1-1 0 0,0 0 1 0 0,0 1-1 0 0,0-1 1 0 0,0 0-1 0 0,-1 1 1 0 0,1 0-1 0 0,-1-1 1 0 0,1 1-1 0 0,-1 0 1 0 0,1 0-1 0 0,-1 0 1 0 0,0 0-1 0 0,0 0 1 0 0,1 0 0 0 0,-1 0-1 0 0,-3 0 1 0 0,2 0-2 0 0,-1 1 0 0 0,1-1 1 0 0,-1 1-1 0 0,1 0 0 0 0,-1 0 0 0 0,0 1 1 0 0,1-1-1 0 0,-1 1 0 0 0,1-1 1 0 0,-5 2-1 0 0,0 1 6 0 0,-1 1 0 0 0,1-1 0 0 0,0 1-1 0 0,0 1 1 0 0,0-1 0 0 0,0 2 0 0 0,-12 9 0 0 0,15-9-102 0 0,-1-1-1 0 0,1 1 1 0 0,1 0 0 0 0,-1 0-1 0 0,1 0 1 0 0,0 1 0 0 0,0-1-1 0 0,1 1 1 0 0,0 0 0 0 0,0 0-1 0 0,1 1 1 0 0,0-1 0 0 0,0 0-1 0 0,0 1 1 0 0,1-1 0 0 0,0 1-1 0 0,1-1 1 0 0,0 1 0 0 0,0 0-1 0 0,0-1 1 0 0,1 1 0 0 0,0-1-1 0 0,1 1 1 0 0,0-1 0 0 0,0 0-1 0 0,0 1 1 0 0,1-1 0 0 0,0 0-1 0 0,1-1 1 0 0,-1 1 0 0 0,6 7-1 0 0,67 72 186 0 0,-76-85-185 0 0,1-1 1 0 0,-1 1-1 0 0,1-1 0 0 0,0 1 1 0 0,-1-1-1 0 0,1 1 0 0 0,-1-1 1 0 0,0 1-1 0 0,1 0 0 0 0,-1-1 1 0 0,1 1-1 0 0,-1 0 0 0 0,0-1 0 0 0,0 1 1 0 0,1 0-1 0 0,-1-1 0 0 0,0 1 1 0 0,0 0-1 0 0,0 0 0 0 0,0-1 1 0 0,0 1-1 0 0,0 0 0 0 0,0 0 1 0 0,0-1-1 0 0,0 1 0 0 0,0 0 1 0 0,0 0-1 0 0,0-1 0 0 0,-1 2 1 0 0,0-1 8 0 0,0 0 0 0 0,0 1 0 0 0,0-1 0 0 0,0 0 0 0 0,0 0 0 0 0,-1 0 0 0 0,1 0 0 0 0,0 0 0 0 0,0 0 0 0 0,-1-1 0 0 0,1 1 0 0 0,-4 1 1 0 0,-4 1 43 0 0,0 0 0 0 0,0-1 0 0 0,-12 2 0 0 0,-25 1-1230 0 0,0-2 1 0 0,-76-4 0 0 0,-91-22-12004 0 0,146 13 4804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2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750 7 2752 0 0,'-693'127'16984'0'0,"639"-109"-15137"0"0,52-17-1232 0 0,2 0-572 0 0,0-1 1 0 0,0 1-1 0 0,0-1 1 0 0,1 0-1 0 0,-1 1 1 0 0,0-1-1 0 0,0 1 0 0 0,1-1 1 0 0,-1 0-1 0 0,0 1 1 0 0,0-1-1 0 0,1 0 0 0 0,-1 1 1 0 0,0-1-1 0 0,1 0 1 0 0,-1 1-1 0 0,0-1 1 0 0,1 0-1 0 0,-1 0 0 0 0,1 0 1 0 0,-1 1-1 0 0,1-1 1 0 0,-1 0-1 0 0,0 0 0 0 0,1 0 1 0 0,-1 0-1 0 0,1 0 1 0 0,-1 0-1 0 0,1 0 1 0 0,-1 0-1 0 0,1 0 0 0 0,17 0 257 0 0,-17 0-259 0 0,562-46 1445 0 0,1222-5-1015 0 0,1 87-411 0 0,-1204-20-25 0 0,350-7-187 0 0,-809-10 99 0 0,233-34 0 0 0,-340 32 48 0 0,-1 0 1 0 0,0-2 0 0 0,0 0 0 0 0,0-1 0 0 0,0 0 0 0 0,13-9-1 0 0,-27 14-34 0 0,-1 1 0 0 0,0-1 0 0 0,1 1-1 0 0,-1-1 1 0 0,0 0 0 0 0,1 1-1 0 0,-1-1 1 0 0,0 0 0 0 0,0 1 0 0 0,0-1-1 0 0,1 0 1 0 0,-1 1 0 0 0,0-1 0 0 0,0 0-1 0 0,0 1 1 0 0,0-1 0 0 0,0 0-1 0 0,0 0 1 0 0,-1 1 0 0 0,1-1 0 0 0,0 0-1 0 0,0 1 1 0 0,0-1 0 0 0,-1 0 0 0 0,1 1-1 0 0,0-1 1 0 0,-1 0 0 0 0,1 1-1 0 0,0-1 1 0 0,-1 1 0 0 0,0-1 0 0 0,-14-20-4344 0 0,12 17 3681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2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8 111 672 0 0,'-7'-110'19038'0'0,"12"113"-18893"0"0,-4-3-165 0 0,-1 0 0 0 0,1 0 0 0 0,-1 0 0 0 0,1 0 1 0 0,-1 0-1 0 0,0 0 0 0 0,1 0 0 0 0,-1 0 0 0 0,1 0 0 0 0,-1 0 0 0 0,1 0 0 0 0,-1 1 0 0 0,0-1 1 0 0,1 0-1 0 0,-1 0 0 0 0,0 0 0 0 0,1 1 0 0 0,-1-1 0 0 0,0 0 0 0 0,1 1 0 0 0,-1-1 0 0 0,0 0 1 0 0,1 1-1 0 0,-1-1 0 0 0,0 0 0 0 0,0 1 0 0 0,1-1 0 0 0,-1 0 0 0 0,0 1 0 0 0,6 29-2912 0 0,-4-7-3592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2072 0 0,'-12'35'17703'0'0,"1"-11"-11802"0"0,12-24-6091 0 0,0 0 0 0 0,0 0 0 0 0,-1 0 0 0 0,1 0 0 0 0,0 0 0 0 0,0 0 0 0 0,0 0 0 0 0,-1 0 0 0 0,1 0 0 0 0,0 0 0 0 0,0 0 0 0 0,0 0 0 0 0,-1 0 0 0 0,1-1 0 0 0,0 1 0 0 0,0 0 0 0 0,-1-1 0 0 0,1 1 0 0 0,0-1 0 0 0,0 0 0 0 0,20-9-6978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113 117 92 0 0,'40'-81'13226'0'0,"-22"46"-407"0"0,-125 414-9445 0 0,75-255-3134 0 0,7-9-670 0 0,19-54-2046 0 0,5-48 326 0 0,1 0-1 0 0,3 17 0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3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394 202 1652 0 0,'10'-20'1630'0'0,"21"-55"3358"0"0,-28 67-4290 0 0,-1-1 1 0 0,0 0-1 0 0,0 0 0 0 0,0 0 0 0 0,-1 0 1 0 0,-1-14-1 0 0,0 21-589 0 0,1 1 0 0 0,-1 0-1 0 0,-1-1 1 0 0,1 1 0 0 0,0 0 0 0 0,0-1 0 0 0,0 1 0 0 0,-1 0 0 0 0,1 0 0 0 0,0-1-1 0 0,-1 1 1 0 0,0 0 0 0 0,1 0 0 0 0,-1-1 0 0 0,1 1 0 0 0,-1 0 0 0 0,0 0 0 0 0,0 0-1 0 0,0 0 1 0 0,0 0 0 0 0,0 0 0 0 0,0 0 0 0 0,-1 0 0 0 0,1 0 13 0 0,-1 1 1 0 0,1 0 0 0 0,-1 0 0 0 0,1-1-1 0 0,0 1 1 0 0,-1 0 0 0 0,1 0-1 0 0,-1 0 1 0 0,1 1 0 0 0,-1-1-1 0 0,1 0 1 0 0,0 0 0 0 0,-1 1 0 0 0,1-1-1 0 0,0 1 1 0 0,-1-1 0 0 0,-1 2-1 0 0,-4 2 310 0 0,-1 1 0 0 0,1 0 0 0 0,0 0 0 0 0,1 0 0 0 0,-11 12 0 0 0,-1 3 53 0 0,1 2 1 0 0,1 0 0 0 0,1 0 0 0 0,1 1-1 0 0,1 1 1 0 0,-13 33 0 0 0,13-22 111 0 0,2 1 0 0 0,1 1 1 0 0,-9 70-1 0 0,13-38 206 0 0,2 88 1 0 0,15 69 251 0 0,-5-132-714 0 0,2 31 15 0 0,1-5 87 0 0,-13 222 1 0 0,3-330-402 0 0,-1 0 1 0 0,0 0-1 0 0,-1 0 0 0 0,-1-1 1 0 0,-6 17-1 0 0,9-25-39 0 0,-1 1 1 0 0,0-1-1 0 0,1 0 1 0 0,-1 1-1 0 0,0-1 1 0 0,0 0-1 0 0,-1 0 1 0 0,1 0-1 0 0,-1-1 1 0 0,1 1-1 0 0,-1-1 1 0 0,0 1-1 0 0,0-1 1 0 0,0 0-1 0 0,0 0 1 0 0,-1 0-1 0 0,1-1 1 0 0,0 1-1 0 0,-1-1 1 0 0,-6 3 0 0 0,7-4-232 0 0,-1 0 1 0 0,1 0 0 0 0,0 0 0 0 0,0 0 0 0 0,-1-1-1 0 0,1 1 1 0 0,0-1 0 0 0,0 0 0 0 0,0 1 0 0 0,0-2 0 0 0,0 1-1 0 0,0 0 1 0 0,0 0 0 0 0,0-1 0 0 0,0 0 0 0 0,1 0 0 0 0,-1 0-1 0 0,1 0 1 0 0,-1 0 0 0 0,1 0 0 0 0,-3-4 0 0 0,-2-2-2369 0 0,0-1 0 0 0,1 0 0 0 0,0-1 0 0 0,-8-18 1 0 0,2 0-7958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5:13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2 299 1340 0 0,'-1'-5'929'0'0,"1"0"1"0"0,0 0-1 0 0,-1 0 0 0 0,2 0 0 0 0,-1 0 0 0 0,1 0 1 0 0,-1-1-1 0 0,1 1 0 0 0,1 0 0 0 0,-1 0 0 0 0,4-7 1 0 0,-2 7-585 0 0,1 0 1 0 0,-1 0 0 0 0,1 0 0 0 0,0 1 0 0 0,0 0-1 0 0,0-1 1 0 0,0 1 0 0 0,1 1 0 0 0,0-1-1 0 0,6-3 1 0 0,20-11 160 0 0,0 1 0 0 0,2 2 0 0 0,-1 1 0 0 0,2 2 0 0 0,54-13 1 0 0,183-23-1774 0 0,-117 24-7024 0 0,-118 17 922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7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 24 0 0,'12'-6'14049'0'0,"-11"6"-13995"0"0,-1 0 0 0 0,1 0-1 0 0,-1 0 1 0 0,0 0-1 0 0,1 0 1 0 0,-1 0 0 0 0,1 0-1 0 0,-1 0 1 0 0,0 1-1 0 0,1-1 1 0 0,-1 0 0 0 0,1 0-1 0 0,-1 0 1 0 0,0 0-1 0 0,1 1 1 0 0,-1-1 0 0 0,0 0-1 0 0,1 0 1 0 0,-1 1-1 0 0,0-1 1 0 0,1 0 0 0 0,-1 1-1 0 0,0-1 1 0 0,0 0-1 0 0,1 1 1 0 0,-1-1 0 0 0,0 0-1 0 0,0 1 1 0 0,0-1-1 0 0,1 1 1 0 0,-1-1 0 0 0,0 0-1 0 0,0 1 1 0 0,0-1-1 0 0,0 1 1 0 0,0-1 0 0 0,0 0-1 0 0,0 1 1 0 0,-2 27 1184 0 0,-14 30-6 0 0,15-57-1181 0 0,-31 91 105 0 0,-17 55 1570 0 0,30-72-5010 0 0,9 2-5800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299 143 3040 0 0,'12'-130'10459'0'0,"-12"129"-10407"0"0,0 0 0 0 0,0 1 0 0 0,1-1 1 0 0,-1 1-1 0 0,0-1 0 0 0,0 1 0 0 0,1-1 0 0 0,-1 0 0 0 0,0 1 0 0 0,1-1 0 0 0,-1 1 0 0 0,1-1 0 0 0,-1 1 0 0 0,1 0 1 0 0,-1-1-1 0 0,1 1 0 0 0,-1-1 0 0 0,1 1 0 0 0,-1 0 0 0 0,1-1 0 0 0,-1 1 0 0 0,1 0 0 0 0,0 0 0 0 0,-1-1 0 0 0,1 1 0 0 0,-1 0 1 0 0,1 0-1 0 0,0 0 0 0 0,-1 0 0 0 0,1 0 0 0 0,0 0 0 0 0,-1 0 0 0 0,1 0 0 0 0,0 0 0 0 0,-1 0 0 0 0,1 0 0 0 0,-1 0 0 0 0,1 1 1 0 0,0-1-1 0 0,-1 0 0 0 0,2 1 0 0 0,25 12 998 0 0,-15-3-628 0 0,0 0 1 0 0,-1 1-1 0 0,0 1 0 0 0,-1 0 1 0 0,16 24-1 0 0,-11-11-17 0 0,-1 0 0 0 0,14 36 1 0 0,-15-27-264 0 0,-1 1 0 0 0,-2 1 1 0 0,-2 0-1 0 0,-1 0 1 0 0,-2 1-1 0 0,-1 0 1 0 0,-2 0-1 0 0,-2 0 1 0 0,-1 0-1 0 0,-2-1 1 0 0,-1 1-1 0 0,-14 51 1 0 0,3-34-231 0 0,-2 0 1 0 0,-3-1-1 0 0,-2-1 1 0 0,-2-1-1 0 0,-3-1 1 0 0,-2-1-1 0 0,-51 66 1 0 0,-53 42-3295 0 0,33-63-3951 0 0,33-40-1187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8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 1844 0 0,'-14'-3'10694'0'0,"13"4"-10508"0"0,0-1 0 0 0,0 0-1 0 0,-1 0 1 0 0,1 1-1 0 0,0-1 1 0 0,0 1-1 0 0,0-1 1 0 0,0 1-1 0 0,0-1 1 0 0,1 1 0 0 0,-1 0-1 0 0,0-1 1 0 0,0 1-1 0 0,0 0 1 0 0,0 0-1 0 0,1 0 1 0 0,-1 0 0 0 0,0 0-1 0 0,1 0 1 0 0,-2 1-1 0 0,0 27 1725 0 0,2-22-1661 0 0,-2 37 853 0 0,-14 75-1 0 0,2-27-775 0 0,3-15-161 0 0,-5 37-1226 0 0,16-99-739 0 0,0 1 1 0 0,4 29-1 0 0,6-18-4935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8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99 512 0 0,'45'-98'19582'0'0,"-54"118"-17653"0"0,-38 79-180 0 0,20-45-1332 0 0,-26 75 0 0 0,23-16-2694 0 0,24-75-1792 0 0,4 0-4231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8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3588 0 0,'0'-12'1598'0'0,"0"-1"970"0"0,0-1 0 0 0,3-18 1 0 0,-2 32-2459 0 0,-1-1 0 0 0,1 0 0 0 0,-1 1 0 0 0,1-1 0 0 0,-1 1 0 0 0,1-1 0 0 0,-1 1 0 0 0,1-1 0 0 0,-1 1 0 0 0,1 0 0 0 0,-1-1 0 0 0,1 1 0 0 0,0-1 1 0 0,-1 1-1 0 0,1 0 0 0 0,0 0 0 0 0,-1 0 0 0 0,1-1 0 0 0,0 1 0 0 0,-1 0 0 0 0,1 0 0 0 0,0 0 0 0 0,0 0 0 0 0,-1 0 0 0 0,1 0 0 0 0,0 0 0 0 0,-1 0 0 0 0,1 0 1 0 0,1 1-1 0 0,17 2 853 0 0,-19-3-960 0 0,8 2 250 0 0,-1 1 0 0 0,0 0-1 0 0,-1 0 1 0 0,1 1 0 0 0,0 0 0 0 0,10 8 0 0 0,34 32 529 0 0,-45-38-683 0 0,20 20 116 0 0,-1 1-1 0 0,-2 1 0 0 0,-1 1 0 0 0,-1 1 0 0 0,18 35 0 0 0,-9-7 20 0 0,45 120 0 0 0,-57-125-167 0 0,-3 1 0 0 0,-1 1 0 0 0,-3 0 0 0 0,-3 0-1 0 0,2 63 1 0 0,-9-83-129 0 0,-2 1 1 0 0,-1 0-1 0 0,-2-1 0 0 0,-2 0 0 0 0,-1 0 0 0 0,-2 0 0 0 0,-1-1 1 0 0,-1 0-1 0 0,-19 37 0 0 0,11-34-1287 0 0,-1-1 0 0 0,-1-1 0 0 0,-52 63 0 0 0,33-55-1456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9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66 3316 0 0,'5'-11'4236'0'0,"-1"0"0"0"0,-1 0-1 0 0,4-22 1 0 0,-9 66-3223 0 0,-2 0-1 0 0,-16 60 0 0 0,8-39-658 0 0,-14 120 41 0 0,17-58-6067 0 0,9-99 2808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1276 0 0,'1'-136'14497'0'0,"-1"133"-14187"0"0,1-5-1784 0 0,0 12 608 0 0,1 0 0 0 0,0 0-1 0 0,0 0 1 0 0,0-1 0 0 0,0 1 0 0 0,1 0 0 0 0,3 4 0 0 0,-4-6 127 0 0,6 9-3798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9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79 148 0 0,'1'-2'774'0'0,"0"0"-1"0"0,0 0 1 0 0,-1-1 0 0 0,1 1-1 0 0,-1 0 1 0 0,1 0 0 0 0,-1-1-1 0 0,0 1 1 0 0,0 0-1 0 0,0-1 1 0 0,0 1 0 0 0,0 0-1 0 0,-1 0 1 0 0,1-1 0 0 0,-1 1-1 0 0,-1-4 1 0 0,1 4-538 0 0,0 0 1 0 0,0-1-1 0 0,0 1 0 0 0,0 0 1 0 0,-1 0-1 0 0,1 0 1 0 0,-1 0-1 0 0,1 0 0 0 0,-1 1 1 0 0,0-1-1 0 0,0 0 0 0 0,0 1 1 0 0,0-1-1 0 0,0 1 1 0 0,0 0-1 0 0,0-1 0 0 0,0 1 1 0 0,0 0-1 0 0,-1 1 0 0 0,1-1 1 0 0,0 0-1 0 0,-1 0 1 0 0,1 1-1 0 0,-1 0 0 0 0,1-1 1 0 0,0 1-1 0 0,-6 0 0 0 0,3 1-57 0 0,-1 0-1 0 0,0 0 0 0 0,0 0 0 0 0,0 1 0 0 0,0 0 0 0 0,1 0 0 0 0,-1 0 0 0 0,1 1 1 0 0,-1-1-1 0 0,1 1 0 0 0,-8 7 0 0 0,4-3 68 0 0,0 1 0 0 0,0 1 0 0 0,1-1 0 0 0,0 1 0 0 0,-9 15 0 0 0,0 3 329 0 0,2 1-1 0 0,1 0 0 0 0,-18 52 0 0 0,18-33 84 0 0,2 0 0 0 0,2 0 0 0 0,2 1 0 0 0,2 0 0 0 0,1 65 0 0 0,23 245 2125 0 0,-15-316-2598 0 0,2 22-173 0 0,13 219 3 0 0,-18-231-16 0 0,-2-1 0 0 0,-2 0-1 0 0,-17 75 1 0 0,18-115 1 0 0,0 1 0 0 0,-10 21 0 0 0,11-29 0 0 0,0 1 0 0 0,0-1 0 0 0,-1 0 0 0 0,1 0 0 0 0,-1-1 0 0 0,0 1 0 0 0,0-1 0 0 0,-1 1 0 0 0,1-1 0 0 0,-6 4 0 0 0,-6-2 0 0 0,12-5-242 0 0,-1 0 0 0 0,1 0 0 0 0,-1 0 0 0 0,1-1 0 0 0,-1 0 0 0 0,1 1 0 0 0,0-1-1 0 0,-1-1 1 0 0,1 1 0 0 0,0 0 0 0 0,0-1 0 0 0,0 0 0 0 0,0 1 0 0 0,0-1 0 0 0,0-1 0 0 0,0 1 0 0 0,0 0 0 0 0,1 0 0 0 0,0-1 0 0 0,-1 0 0 0 0,-3-5 0 0 0,-4-6-1508 0 0,1 0 0 0 0,0-1 0 0 0,-7-17 0 0 0,-1-1-1862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39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3832 0 0,'0'-17'4069'0'0,"0"10"-2431"0"0,0 0 1 0 0,0 0-1 0 0,0 0 0 0 0,3-7 1 0 0,-3 11-1449 0 0,1 0 0 0 0,0 0 1 0 0,0 1-1 0 0,1-1 0 0 0,-1 0 1 0 0,1 1-1 0 0,-1-1 0 0 0,1 1 0 0 0,0-1 1 0 0,0 1-1 0 0,0 0 0 0 0,0 0 1 0 0,3-2-1 0 0,8-6 80 0 0,0 0 1 0 0,1 2-1 0 0,0 0 0 0 0,1 0 0 0 0,28-10 1 0 0,82-18 171 0 0,-103 31-346 0 0,48-10-221 0 0,96-7 0 0 0,-47 8-5699 0 0,-85 8-792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0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23 137 1348 0 0,'-6'-9'2407'0'0,"4"7"-1945"0"0,1 0 0 0 0,-1 1 0 0 0,1-1 0 0 0,-1 0 0 0 0,1-1 0 0 0,0 1 0 0 0,0 0 1 0 0,0 0-1 0 0,0-1 0 0 0,0 1 0 0 0,1 0 0 0 0,-1-1 0 0 0,1 1 0 0 0,-1 0 0 0 0,1-1 1 0 0,0 1-1 0 0,0-1 0 0 0,0 1 0 0 0,0-1 0 0 0,1-2 0 0 0,0 3-363 0 0,0 1 0 0 0,1-1 0 0 0,-1 1-1 0 0,1-1 1 0 0,-1 1 0 0 0,1 0 0 0 0,0-1-1 0 0,-1 1 1 0 0,1 0 0 0 0,0 0 0 0 0,0 0-1 0 0,0 0 1 0 0,0 1 0 0 0,0-1 0 0 0,0 0 0 0 0,0 1-1 0 0,0 0 1 0 0,0-1 0 0 0,0 1 0 0 0,2 0-1 0 0,4 0-11 0 0,-1 0 1 0 0,0 0-1 0 0,0 1 0 0 0,1 0 0 0 0,-1 0 0 0 0,0 1 0 0 0,0 0 0 0 0,0 0 0 0 0,-1 1 0 0 0,1 0 0 0 0,0 0 0 0 0,-1 0 0 0 0,0 1 0 0 0,0 0 0 0 0,0 0 0 0 0,0 1 0 0 0,-1 0 0 0 0,1 0 0 0 0,-1 0 0 0 0,0 0 1 0 0,-1 1-1 0 0,1 0 0 0 0,3 6 0 0 0,-3-3 0 0 0,-1 0 1 0 0,1-1 0 0 0,-1 2 0 0 0,-1-1-1 0 0,0 0 1 0 0,0 1 0 0 0,0-1-1 0 0,-2 1 1 0 0,1 0 0 0 0,-1 0-1 0 0,-1 0 1 0 0,1 0 0 0 0,-2 0 0 0 0,1-1-1 0 0,-1 1 1 0 0,-5 19 0 0 0,0-14 110 0 0,0-1 0 0 0,0 0 0 0 0,-1-1 0 0 0,-1 1 0 0 0,0-1 0 0 0,-12 13 0 0 0,8-10 454 0 0,6-10-330 0 0,4-9-82 0 0,8-12-121 0 0,23-18-97 0 0,1 2 0 0 0,41-34 0 0 0,76-49-32 0 0,-99 78 26 0 0,143-110 46 0 0,-181 137-103 0 0,-17 11-8 0 0,-18 16 32 0 0,7 1-17 0 0,1 1 0 0 0,-23 35 0 0 0,36-49 38 0 0,1 0 0 0 0,-1 0 0 0 0,1 0 1 0 0,0 1-1 0 0,1-1 0 0 0,0 1 1 0 0,0-1-1 0 0,0 1 0 0 0,1 0 0 0 0,-1 0 1 0 0,2 0-1 0 0,-1 0 0 0 0,1 0 0 0 0,0 0 1 0 0,1 8-1 0 0,1-11 3 0 0,-1 1 1 0 0,1-1-1 0 0,0 0 1 0 0,1 0-1 0 0,-1 1 1 0 0,0-1-1 0 0,1-1 1 0 0,0 1-1 0 0,0 0 1 0 0,0-1-1 0 0,1 1 1 0 0,-1-1-1 0 0,1 0 0 0 0,0 0 1 0 0,0-1-1 0 0,0 1 1 0 0,0-1-1 0 0,0 0 1 0 0,0 0-1 0 0,9 3 1 0 0,8 2 12 0 0,0-1 0 0 0,0-1 0 0 0,25 2 0 0 0,-41-6-16 0 0,22 3-475 0 0,0-2 1 0 0,0-1-1 0 0,51-5 1 0 0,-25-4-2991 0 0,-2-4-3413 0 0,-31 6-572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1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88 3256 0 0,'27'-86'15135'0'0,"-26"85"-14537"0"0,2 11 22 0 0,-3 1-389 0 0,0 0 1 0 0,0 0-1 0 0,-1 0 0 0 0,0 0 1 0 0,-5 16-1 0 0,-1 13 7 0 0,-17 109 346 0 0,4-27-1366 0 0,13-41-2570 0 0,6-77 2629 0 0,2 21-1243 0 0,5-9-4941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1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247 101 2788 0 0,'19'-19'5337'0'0,"0"-1"-1"0"0,19-27 1 0 0,-38 47-5304 0 0,0 0 0 0 0,0 0 0 0 0,1-1 0 0 0,-1 1 0 0 0,0 0 0 0 0,0-1 0 0 0,0 1 0 0 0,0 0 0 0 0,0-1 0 0 0,0 1 0 0 0,0 0 0 0 0,0-1 0 0 0,1 1 1 0 0,-1 0-1 0 0,0-1 0 0 0,0 1 0 0 0,0 0 0 0 0,-1-1 0 0 0,1 1 0 0 0,0 0 0 0 0,0-1 0 0 0,0 1 0 0 0,0 0 0 0 0,0-1 0 0 0,0 1 0 0 0,0 0 0 0 0,-1 0 0 0 0,1-1 0 0 0,0 1 1 0 0,0 0-1 0 0,0-1 0 0 0,0 1 0 0 0,-1 0 0 0 0,1 0 0 0 0,0 0 0 0 0,0-1 0 0 0,-1 1 0 0 0,1 0 0 0 0,-1 0 0 0 0,-13-4 433 0 0,8 5-451 0 0,1-1 1 0 0,-1 1-1 0 0,1 1 0 0 0,0-1 1 0 0,-1 1-1 0 0,1 0 1 0 0,0 0-1 0 0,0 0 0 0 0,0 1 1 0 0,0 0-1 0 0,1 0 0 0 0,-1 0 1 0 0,1 0-1 0 0,0 1 1 0 0,0 0-1 0 0,0 0 0 0 0,0 0 1 0 0,1 0-1 0 0,-1 0 1 0 0,1 1-1 0 0,0 0 0 0 0,1-1 1 0 0,-1 1-1 0 0,1 0 0 0 0,0 0 1 0 0,0 1-1 0 0,0-1 1 0 0,1 0-1 0 0,0 1 0 0 0,0-1 1 0 0,0 1-1 0 0,1-1 1 0 0,0 1-1 0 0,0-1 0 0 0,0 1 1 0 0,1-1-1 0 0,-1 0 0 0 0,1 1 1 0 0,1-1-1 0 0,1 8 1 0 0,6 8-6 0 0,1-1 1 0 0,1 0-1 0 0,0-1 0 0 0,24 30 1 0 0,-20-28 191 0 0,0 0 1 0 0,22 45-1 0 0,-35-62-108 0 0,-1 0-1 0 0,1 0 1 0 0,-1 0 0 0 0,0 0-1 0 0,0 0 1 0 0,0 1 0 0 0,-1-1 0 0 0,0 0-1 0 0,1 0 1 0 0,-2 1 0 0 0,1-1-1 0 0,0 0 1 0 0,-1 0 0 0 0,0 0-1 0 0,0 1 1 0 0,-2 5 0 0 0,1-4 9 0 0,-1-1-1 0 0,0 0 1 0 0,0 0 0 0 0,-1 0-1 0 0,1 0 1 0 0,-1-1 0 0 0,0 1-1 0 0,0-1 1 0 0,-1 0 0 0 0,-9 7 0 0 0,6-5-239 0 0,0-1 1 0 0,-1 0 0 0 0,0-1 0 0 0,-1 1 0 0 0,1-2 0 0 0,0 1 0 0 0,-1-1 0 0 0,0-1-1 0 0,0 0 1 0 0,0 0 0 0 0,0-1 0 0 0,0 0 0 0 0,-20-2 0 0 0,16-1-1503 0 0,-1 0 0 0 0,-28-10 0 0 0,34 9-295 0 0,0-1-1 0 0,0 0 1 0 0,-8-6 0 0 0,-7-6-5723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1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4 174 3760 0 0,'0'-24'2873'0'0,"2"3"-489"0"0,-4 4-492 0 0,2-2-356 0 0,-2 3-316 0 0,2 1-232 0 0,0 0-200 0 0,0 4-168 0 0,-1 1-143 0 0,1-2-313 0 0,0-2-825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2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679 61 184 0 0,'-7'-25'9039'0'0,"0"-10"-348"0"0,2 44-7460 0 0,-2 5-365 0 0,-29 224 3479 0 0,-16 98-1456 0 0,33-247-1705 0 0,-51 150 0 0 0,55-199-722 0 0,-2 0 1 0 0,-29 51-1 0 0,38-78-361 0 0,0-1-1 0 0,0 0 1 0 0,-1-1 0 0 0,0 0-1 0 0,-1 0 1 0 0,-1-1-1 0 0,1-1 1 0 0,-2 1 0 0 0,1-2-1 0 0,-25 15 1 0 0,33-22-170 0 0,-1 0-1 0 0,0 1 1 0 0,0-1 0 0 0,0-1 0 0 0,0 1-1 0 0,0-1 1 0 0,0 1 0 0 0,-1-1-1 0 0,1 0 1 0 0,0-1 0 0 0,0 1-1 0 0,0-1 1 0 0,0 1 0 0 0,0-1 0 0 0,0-1-1 0 0,0 1 1 0 0,1 0 0 0 0,-1-1-1 0 0,0 0 1 0 0,0 0 0 0 0,1 0 0 0 0,-5-4-1 0 0,-4-2-810 0 0,1-1 0 0 0,0 0-1 0 0,1-1 1 0 0,-1 0 0 0 0,-8-13 0 0 0,7 8-486 0 0,1-1 0 0 0,1 0 0 0 0,0-1-1 0 0,1 0 1 0 0,-8-23 0 0 0,-2-18-5727 0 0,9 20-445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2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1 227 3236 0 0,'11'-25'2307'0'0,"44"-95"7483"0"0,-24 41-6183 0 0,-30 77-3584 0 0,1 8-2030 0 0,0 1 955 0 0,0 0-1 0 0,0 0 1 0 0,0 0 0 0 0,0 11-1 0 0,0-3-2472 0 0,1 2-2240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3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62 892 0 0,'14'-45'11532'0'0,"-13"41"-10610"0"0,6-8 1467 0 0,-4 11-1498 0 0,0 10-637 0 0,-2 31 297 0 0,-5 69-1 0 0,-1-10-361 0 0,5-85-165 0 0,1 1 0 0 0,0-1 1 0 0,1 0-1 0 0,0 0 0 0 0,1 0 0 0 0,1 0 1 0 0,0-1-1 0 0,8 18 0 0 0,-10-27-20 0 0,0 0 0 0 0,0 0-1 0 0,0-1 1 0 0,1 1-1 0 0,-1-1 1 0 0,1 1 0 0 0,0-1-1 0 0,0 0 1 0 0,0 0-1 0 0,1 0 1 0 0,-1 0 0 0 0,1-1-1 0 0,-1 0 1 0 0,1 1-1 0 0,0-1 1 0 0,0 0 0 0 0,0-1-1 0 0,0 1 1 0 0,0-1-1 0 0,0 0 1 0 0,1 0 0 0 0,-1 0-1 0 0,0 0 1 0 0,0-1-1 0 0,1 0 1 0 0,-1 0 0 0 0,1 0-1 0 0,-1 0 1 0 0,0-1 0 0 0,0 1-1 0 0,5-3 1 0 0,4 0-17 0 0,0-1 1 0 0,-1-1 0 0 0,0 0-1 0 0,0 0 1 0 0,0-1 0 0 0,-1-1-1 0 0,0 0 1 0 0,0-1 0 0 0,-1 0-1 0 0,0 0 1 0 0,0-1 0 0 0,-1-1-1 0 0,0 1 1 0 0,-1-2 0 0 0,0 1-1 0 0,12-22 1 0 0,-1-2 261 0 0,-2-1 0 0 0,-2 0-1 0 0,-1-1 1 0 0,14-56 0 0 0,-20 70-45 0 0,-5 17-152 0 0,-3 16-2 0 0,-18 100 80 0 0,10-67-617 0 0,1 0 1 0 0,-1 53 0 0 0,9-89-2 0 0,-1 0 0 0 0,1 0 0 0 0,0 0 0 0 0,1 0 0 0 0,0 0 1 0 0,4 9-1 0 0,-5-13-286 0 0,1 0 1 0 0,0-1 0 0 0,0 1 0 0 0,0-1 0 0 0,0 1-1 0 0,0-1 1 0 0,1 0 0 0 0,5 5 0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3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166 164 660 0 0,'13'-29'5938'0'0,"14"-48"0"0"0,-18 49-3903 0 0,-9 27-1996 0 0,0 0 1 0 0,1 0 0 0 0,-1 1-1 0 0,0-1 1 0 0,0 0 0 0 0,0 0-1 0 0,0 0 1 0 0,0 1 0 0 0,0-1-1 0 0,0 0 1 0 0,0 0 0 0 0,0 1-1 0 0,-1-1 1 0 0,1 0 0 0 0,0 0-1 0 0,0 1 1 0 0,-1-1 0 0 0,1 0-1 0 0,0 1 1 0 0,-1-1 0 0 0,1 0-1 0 0,-1 1 1 0 0,1-1 0 0 0,-1 0-1 0 0,1 1 1 0 0,-1-1 0 0 0,1 1-1 0 0,-1-1 1 0 0,0 1 0 0 0,1-1-1 0 0,-1 1 1 0 0,0 0 0 0 0,0-1-1 0 0,-2 0 8 0 0,1 0-1 0 0,0 0 1 0 0,-1 0-1 0 0,1 1 1 0 0,-1-1-1 0 0,1 1 1 0 0,-1-1-1 0 0,-2 1 0 0 0,-6 1 0 0 0,0 1 0 0 0,-1 1-1 0 0,1 0 1 0 0,0 0-1 0 0,0 1 1 0 0,1 1-1 0 0,-1-1 1 0 0,1 2-1 0 0,0-1 1 0 0,0 2-1 0 0,-9 6 1 0 0,16-10-37 0 0,-1 0 0 0 0,0 0 0 0 0,1 0 0 0 0,0 1 0 0 0,-1 0 1 0 0,1-1-1 0 0,1 1 0 0 0,-1 0 0 0 0,0 0 0 0 0,1 0 0 0 0,0 1 1 0 0,-3 6-1 0 0,5-8-6 0 0,-1-1 0 0 0,1 1 0 0 0,0 0 0 0 0,-1 0 0 0 0,1 0 0 0 0,0-1 1 0 0,1 1-1 0 0,-1 0 0 0 0,0 0 0 0 0,1-1 0 0 0,0 1 0 0 0,-1 0 0 0 0,1 0 0 0 0,0-1 0 0 0,1 1 0 0 0,-1-1 1 0 0,0 1-1 0 0,1-1 0 0 0,-1 0 0 0 0,1 1 0 0 0,0-1 0 0 0,3 3 0 0 0,5 5 5 0 0,1 0 1 0 0,0-1-1 0 0,0 0 0 0 0,1-1 0 0 0,24 12 0 0 0,72 26-16 0 0,-25-11 5 0 0,-64-27-3 0 0,-11-5 26 0 0,-1 1-1 0 0,1-1 1 0 0,-1 1-1 0 0,11 8 1 0 0,-18-12-16 0 0,1 1 0 0 0,-1-1 0 0 0,0 1 0 0 0,1-1 0 0 0,-1 1 0 0 0,0-1 0 0 0,0 0 0 0 0,1 1 0 0 0,-1-1 0 0 0,0 1 0 0 0,0-1 0 0 0,0 1 0 0 0,0 0 0 0 0,0-1 0 0 0,0 1 0 0 0,0-1 0 0 0,0 1 0 0 0,0-1 0 0 0,0 1 0 0 0,0-1 0 0 0,0 1 0 0 0,0-1 0 0 0,0 1 0 0 0,0-1 0 0 0,0 1 0 0 0,-1-1 0 0 0,1 1 0 0 0,0-1 0 0 0,0 1 0 0 0,-1-1 0 0 0,1 1 1 0 0,0-1-1 0 0,-1 1 0 0 0,1-1 0 0 0,-1 1 0 0 0,-14 12 40 0 0,3-7-30 0 0,-1 0 1 0 0,0-1-1 0 0,0 0 1 0 0,0-2-1 0 0,0 1 1 0 0,-1-1-1 0 0,-21 1 1 0 0,23-3-591 0 0,1-1 0 0 0,-1 0 0 0 0,1 0 0 0 0,0-2 0 0 0,-18-3 0 0 0,-2-7-5326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88 115 2080 0 0,'38'-113'10006'0'0,"-38"113"-9968"0"0,0 1 1 0 0,0-1-1 0 0,1 0 1 0 0,-1 0 0 0 0,0 0-1 0 0,0 1 1 0 0,0-1-1 0 0,0 0 1 0 0,0 0 0 0 0,0 0-1 0 0,1 0 1 0 0,-1 1-1 0 0,0-1 1 0 0,0 0-1 0 0,0 0 1 0 0,1 0 0 0 0,-1 0-1 0 0,0 0 1 0 0,0 0-1 0 0,0 0 1 0 0,1 1-1 0 0,-1-1 1 0 0,0 0 0 0 0,0 0-1 0 0,1 0 1 0 0,-1 0-1 0 0,0 0 1 0 0,0 0-1 0 0,0 0 1 0 0,1 0 0 0 0,-1 0-1 0 0,0 0 1 0 0,0 0-1 0 0,1 0 1 0 0,-1 0-1 0 0,0-1 1 0 0,0 1 0 0 0,0 0-1 0 0,1 0 1 0 0,-1 0-1 0 0,0 0 1 0 0,0 0-1 0 0,0 0 1 0 0,1-1 0 0 0,-1 1-1 0 0,0 0 1 0 0,0 0-1 0 0,0 0 1 0 0,0 0-1 0 0,0-1 1 0 0,1 1 0 0 0,-1 0-1 0 0,0 0 1 0 0,0 0-1 0 0,0-1 1 0 0,0 1-1 0 0,0 0 1 0 0,0 0 0 0 0,0 0-1 0 0,0-1 1 0 0,0 1-1 0 0,0 0 1 0 0,5 21 324 0 0,-6 27 441 0 0,-3 0 0 0 0,-13 66 0 0 0,-32 92 238 0 0,26-120-908 0 0,-22 164 1 0 0,43-224-1491 0 0,3 49 0 0 0,0-63-750 0 0,1-1-1 0 0,0 1 1 0 0,6 18-1 0 0,-3-16-2953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4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123 184 2672 0 0,'-122'-102'15612'0'0,"122"101"-15555"0"0,0-1-1 0 0,0 1 1 0 0,0 0-1 0 0,0 0 0 0 0,0 0 1 0 0,0 0-1 0 0,0 0 0 0 0,1 0 1 0 0,-1-1-1 0 0,0 1 1 0 0,1 0-1 0 0,-1 0 0 0 0,1 0 1 0 0,-1 0-1 0 0,1 0 1 0 0,0 0-1 0 0,-1 0 0 0 0,1 1 1 0 0,0-1-1 0 0,1-1 0 0 0,4-2 29 0 0,0 1 0 0 0,0 0 0 0 0,0 0 0 0 0,1 0 0 0 0,-1 1 0 0 0,1 0 0 0 0,11-2 0 0 0,53-6 135 0 0,-42 8-141 0 0,270-15-2877 0 0,-211 14-2560 0 0,-63 2 1294 0 0,-1-1-1759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5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52 680 1500 0 0,'-5'1'1857'0'0,"1"1"-860"0"0,-1-1 0 0 0,0 1 0 0 0,1 0 1 0 0,-1 0-1 0 0,1 0 0 0 0,-4 3 1 0 0,7-4-897 0 0,0 0 0 0 0,0 0 0 0 0,0 0 0 0 0,0 0 0 0 0,0 0 0 0 0,1 0 0 0 0,-1 0 1 0 0,0 0-1 0 0,1 0 0 0 0,-1 0 0 0 0,1 0 0 0 0,-1 0 0 0 0,1 1 0 0 0,-1-1 0 0 0,1 0 0 0 0,0 0 0 0 0,0 1 0 0 0,-1-1 1 0 0,1 0-1 0 0,0 0 0 0 0,0 1 0 0 0,0-1 0 0 0,1 0 0 0 0,-1 0 0 0 0,0 1 0 0 0,0-1 0 0 0,1 0 0 0 0,-1 0 0 0 0,1 2 1 0 0,0 0 7 0 0,1 0 0 0 0,-1 0 0 0 0,0-1 0 0 0,1 1 0 0 0,-1-1 0 0 0,1 1 0 0 0,0-1 0 0 0,0 0 0 0 0,-1 0 0 0 0,2 0 0 0 0,-1 0 0 0 0,0 0 0 0 0,0 0 0 0 0,1 0 0 0 0,-1-1 0 0 0,1 1 0 0 0,2 0 0 0 0,0 0-15 0 0,0 0 0 0 0,0-1 1 0 0,0 0-1 0 0,0 0 0 0 0,0 0 0 0 0,0-1 0 0 0,0 0 0 0 0,0 0 0 0 0,6 0 0 0 0,9-4 38 0 0,0 1-1 0 0,0-2 0 0 0,36-14 1 0 0,-27 8-111 0 0,-1-2 0 0 0,0-1 1 0 0,-2 0-1 0 0,1-3 1 0 0,-2 0-1 0 0,0-1 0 0 0,-1-1 1 0 0,-2-2-1 0 0,1 0 1 0 0,-2-1-1 0 0,-1-2 0 0 0,-1 0 1 0 0,-1-1-1 0 0,-1 0 1 0 0,-1-2-1 0 0,-2 0 0 0 0,0 0 1 0 0,-2-1-1 0 0,12-43 1 0 0,-9 20-69 0 0,-3-1 1 0 0,12-106-1 0 0,-24 157 41 0 0,0 0 0 0 0,0 0 0 0 0,1 0 0 0 0,-1 0-1 0 0,0 0 1 0 0,0-1 0 0 0,0 1 0 0 0,0 0 0 0 0,-1 0 0 0 0,1 0-1 0 0,0 0 1 0 0,0 0 0 0 0,-1 0 0 0 0,1 0 0 0 0,0 0 0 0 0,-1 0 0 0 0,1 0-1 0 0,-1 0 1 0 0,0 0 0 0 0,0-1 0 0 0,0 2 4 0 0,1 0 0 0 0,-1-1 0 0 0,0 1 0 0 0,1 0 0 0 0,-1 1-1 0 0,0-1 1 0 0,1 0 0 0 0,-1 0 0 0 0,1 0 0 0 0,-1 0 0 0 0,0 0 0 0 0,1 1 0 0 0,-1-1 0 0 0,1 0 0 0 0,-1 0 0 0 0,0 1 0 0 0,1-1 0 0 0,-1 1 0 0 0,1-1 0 0 0,-1 0 0 0 0,1 1 0 0 0,0-1-1 0 0,-1 1 1 0 0,0 0 0 0 0,-4 5-1 0 0,0 0 0 0 0,0 0-1 0 0,0 1 1 0 0,-5 9 0 0 0,-8 23 17 0 0,2 1 1 0 0,2 1 0 0 0,2 0-1 0 0,1 1 1 0 0,2 0-1 0 0,-4 56 1 0 0,11-79-35 0 0,1 0 1 0 0,1 0-1 0 0,1 0 1 0 0,0 0 0 0 0,2 0-1 0 0,0 0 1 0 0,7 26-1 0 0,-7-37-166 0 0,0 0-1 0 0,0-1 1 0 0,0 1-1 0 0,1-1 1 0 0,0 0-1 0 0,0 0 0 0 0,1 0 1 0 0,0 0-1 0 0,0-1 1 0 0,0 0-1 0 0,1 0 1 0 0,0 0-1 0 0,0-1 1 0 0,1 0-1 0 0,-1 0 1 0 0,1-1-1 0 0,0 0 1 0 0,1 0-1 0 0,11 5 1 0 0,-7-5-445 0 0,-1-1 1 0 0,0 0 0 0 0,1 0 0 0 0,0-1 0 0 0,-1-1 0 0 0,1 0 0 0 0,0 0 0 0 0,0-2 0 0 0,0 1-1 0 0,-1-1 1 0 0,23-5 0 0 0,3-6-2511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5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44 295 1184 0 0,'25'-57'5202'0'0,"30"-102"1"0"0,-31 83-2005 0 0,-23 74-2834 0 0,-3 20 20 0 0,0 0 0 0 0,-1-1 0 0 0,-1 1 0 0 0,-6 19 0 0 0,-2 3-11 0 0,-27 133 356 0 0,-32 119-175 0 0,65-269 479 0 0,6-21-431 0 0,4-12-527 0 0,10-24 10 0 0,1 0-1 0 0,1 2 1 0 0,32-48-1 0 0,-35 62-93 0 0,0 1 0 0 0,1 0 1 0 0,1 0-1 0 0,0 2 0 0 0,1 0 0 0 0,1 1 0 0 0,21-15 0 0 0,-31 25 0 0 0,-1 0 1 0 0,1 1-1 0 0,0 0 0 0 0,0 0 1 0 0,0 0-1 0 0,0 1 0 0 0,0 0 1 0 0,1 0-1 0 0,-1 1 0 0 0,1 0 1 0 0,14 0-1 0 0,-18 1 9 0 0,0 1-1 0 0,0-1 0 0 0,0 1 1 0 0,0 0-1 0 0,0 0 0 0 0,0 1 1 0 0,0-1-1 0 0,0 1 1 0 0,0 0-1 0 0,0 0 0 0 0,-1 0 1 0 0,1 0-1 0 0,-1 1 0 0 0,0-1 1 0 0,0 1-1 0 0,0 0 1 0 0,0 0-1 0 0,0 0 0 0 0,0 1 1 0 0,-1-1-1 0 0,1 0 1 0 0,2 8-1 0 0,0-1 6 0 0,-1 0-1 0 0,-1 1 1 0 0,1-1 0 0 0,-2 1 0 0 0,0 0 0 0 0,0 0 0 0 0,-1 0-1 0 0,0 0 1 0 0,-1 0 0 0 0,-1 20 0 0 0,-4 11 16 0 0,-16 62 1 0 0,10-59-13 0 0,10-39-22 0 0,-1 1 20 0 0,1 0 1 0 0,0 1-1 0 0,0-1 1 0 0,0 0-1 0 0,2 10 1 0 0,-1-15-4 0 0,0-1 0 0 0,0 1 1 0 0,0-1-1 0 0,1 1 0 0 0,-1-1 0 0 0,1 1 0 0 0,-1-1 1 0 0,1 0-1 0 0,-1 1 0 0 0,1-1 0 0 0,0 0 1 0 0,0 1-1 0 0,0-1 0 0 0,0 0 0 0 0,0 0 1 0 0,0 0-1 0 0,0 0 0 0 0,0 0 0 0 0,0 0 1 0 0,0 0-1 0 0,0 0 0 0 0,1 0 0 0 0,-1 0 0 0 0,0-1 1 0 0,1 1-1 0 0,-1-1 0 0 0,1 1 0 0 0,-1-1 1 0 0,1 1-1 0 0,-1-1 0 0 0,1 0 0 0 0,1 1 1 0 0,7-1 3 0 0,0 0 0 0 0,0 0 0 0 0,0-1 0 0 0,0 0 0 0 0,0-1 1 0 0,0 0-1 0 0,0 0 0 0 0,0-1 0 0 0,13-6 0 0 0,12-7-7 0 0,36-23-1 0 0,-60 33 1 0 0,42-24 23 0 0,0-3-1 0 0,-2-2 1 0 0,-2-3-1 0 0,77-75 1 0 0,-93 70-9 0 0,-30 40-22 0 0,-1-1 0 0 0,0 0 0 0 0,0 0 0 0 0,0 0 0 0 0,-1 0 1 0 0,1 0-1 0 0,-1 0 0 0 0,0 0 0 0 0,1-9 0 0 0,-2 12 6 0 0,0 0-1 0 0,0 0 1 0 0,0 0-1 0 0,0 0 1 0 0,0 0 0 0 0,0 0-1 0 0,0 0 1 0 0,0 0-1 0 0,-1 1 1 0 0,1-1 0 0 0,0 0-1 0 0,-1 0 1 0 0,1 0-1 0 0,0 0 1 0 0,-1 0 0 0 0,1 0-1 0 0,-1 0 1 0 0,1 1-1 0 0,-1-1 1 0 0,0 0 0 0 0,1 0-1 0 0,-1 1 1 0 0,0-1-1 0 0,1 0 1 0 0,-1 1 0 0 0,0-1-1 0 0,-1 0 1 0 0,0 1 0 0 0,1-1-1 0 0,-1 1 1 0 0,0 0 0 0 0,1 0 0 0 0,-1 0 0 0 0,0 0 0 0 0,0 0-1 0 0,1 1 1 0 0,-1-1 0 0 0,0 0 0 0 0,1 1 0 0 0,-1-1-1 0 0,1 1 1 0 0,-3 0 0 0 0,-5 4 3 0 0,0 0 0 0 0,1 0 1 0 0,0 0-1 0 0,-9 8 0 0 0,4-1 1 0 0,1 0 0 0 0,0 1 0 0 0,1 0 1 0 0,0 1-1 0 0,1 0 0 0 0,1 0 0 0 0,0 1 0 0 0,-9 21 0 0 0,14-28 6 0 0,1-1-1 0 0,0 1 1 0 0,1 0-1 0 0,-1 0 0 0 0,1 0 1 0 0,1 1-1 0 0,0-1 1 0 0,0 0-1 0 0,1 0 1 0 0,-1 1-1 0 0,2-1 0 0 0,-1 0 1 0 0,1 1-1 0 0,1-1 1 0 0,-1 0-1 0 0,2 0 0 0 0,-1 0 1 0 0,1 0-1 0 0,4 9 1 0 0,-3-11-8 0 0,1 0 0 0 0,0 0 1 0 0,-1-1-1 0 0,2 0 0 0 0,-1 0 1 0 0,0 0-1 0 0,1-1 0 0 0,0 0 1 0 0,0 0-1 0 0,1 0 0 0 0,-1-1 1 0 0,0 0-1 0 0,1 0 0 0 0,0-1 1 0 0,9 3-1 0 0,-4-2-378 0 0,0 0 0 0 0,1-1 0 0 0,-1-1-1 0 0,0 1 1 0 0,1-2 0 0 0,-1 0 0 0 0,1 0 0 0 0,14-4 0 0 0,25-7-2951 0 0,-19-2-1852 0 0,-7 0-1696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4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40 3644 0 0,'-90'-16'5102'0'0,"-50"-7"4229"0"0,145 23-8495 0 0,19 0-288 0 0,36 1-399 0 0,531 46-1443 0 0,-325-21-8390 0 0,-211-22 3456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4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331 149 1444 0 0,'-38'-26'9424'0'0,"36"25"-8961"0"0,-4-1 214 0 0,6 2-655 0 0,0-1 0 0 0,0 1 0 0 0,0 0 0 0 0,0 0 0 0 0,0 0 0 0 0,0 0 0 0 0,-1 0 0 0 0,1 0 0 0 0,0 0 0 0 0,0 0 0 0 0,0 0 0 0 0,0 0 0 0 0,0 0 0 0 0,0 0 0 0 0,-1 0 0 0 0,1 0 0 0 0,0 0 0 0 0,0 0 0 0 0,0 0 0 0 0,0 0 0 0 0,0 0 1 0 0,-1 0-1 0 0,1 0 0 0 0,0 0 0 0 0,0 0 0 0 0,0 0 0 0 0,0 0 0 0 0,0 0 0 0 0,-1 0 0 0 0,1 0 0 0 0,0 0 0 0 0,0 0 0 0 0,0 0 0 0 0,0 0 0 0 0,0 1 0 0 0,0-1 0 0 0,0 0 0 0 0,-1 0 0 0 0,1 0 0 0 0,0 0 0 0 0,0 0 0 0 0,0 0 0 0 0,0 0 0 0 0,0 1 0 0 0,0-1 0 0 0,0 0 0 0 0,0 0 1 0 0,0 0-1 0 0,0 0 0 0 0,0 0 0 0 0,0 1 0 0 0,0-1 0 0 0,0 0 0 0 0,0 0 0 0 0,0 0 0 0 0,0 0 0 0 0,-1 2 160 0 0,22 18 934 0 0,-16-18-1058 0 0,1 1 0 0 0,-1-1 0 0 0,1 0 0 0 0,0-1-1 0 0,-1 1 1 0 0,1-1 0 0 0,0 0 0 0 0,0-1 0 0 0,0 1 0 0 0,0-1 0 0 0,0-1 0 0 0,11-1 0 0 0,-11 2-49 0 0,0-1 0 0 0,-1 0 0 0 0,1 0 0 0 0,-1-1 0 0 0,0 1 1 0 0,1-1-1 0 0,-1 0 0 0 0,0-1 0 0 0,0 1 0 0 0,0-1 0 0 0,0 0 1 0 0,-1 0-1 0 0,1-1 0 0 0,4-4 0 0 0,-7 5-10 0 0,0 0 0 0 0,1 0 0 0 0,-1 0 0 0 0,-1 0 0 0 0,1-1 0 0 0,-1 1 0 0 0,1 0 0 0 0,-1-1 0 0 0,0 0 0 0 0,0 1 0 0 0,0-1 0 0 0,-1 1 0 0 0,1-1 0 0 0,-1 0 1 0 0,0 1-1 0 0,0-1 0 0 0,0 0 0 0 0,0 1 0 0 0,-1-1 0 0 0,-1-4 0 0 0,1 5-5 0 0,0 1 0 0 0,0-1 0 0 0,0 1 0 0 0,0 0 1 0 0,0-1-1 0 0,-1 1 0 0 0,1 0 0 0 0,-1 0 0 0 0,0 0 0 0 0,0 0 1 0 0,1 0-1 0 0,-1 1 0 0 0,0-1 0 0 0,-1 0 0 0 0,1 1 0 0 0,0 0 1 0 0,0-1-1 0 0,-1 1 0 0 0,1 0 0 0 0,0 0 0 0 0,-1 0 1 0 0,1 0-1 0 0,-1 1 0 0 0,0-1 0 0 0,1 1 0 0 0,-1 0 0 0 0,1-1 1 0 0,-6 1-1 0 0,-4 1-1 0 0,0 1 0 0 0,-1 0 0 0 0,1 0 0 0 0,0 1 0 0 0,0 1 0 0 0,1 0 0 0 0,-1 0 0 0 0,1 1 0 0 0,0 1 0 0 0,-12 7 0 0 0,-13 11 4 0 0,-50 41 0 0 0,63-45 3 0 0,0 1-1 0 0,-21 25 1 0 0,35-36 3 0 0,1 1 0 0 0,0 0 0 0 0,0 0 0 0 0,2 1-1 0 0,-1 0 1 0 0,1 0 0 0 0,-5 17 0 0 0,9-25-1 0 0,1 0-1 0 0,0 1 1 0 0,0-1-1 0 0,1 0 1 0 0,-1 0-1 0 0,1 1 1 0 0,0-1-1 0 0,0 1 1 0 0,0-1 0 0 0,0 0-1 0 0,1 1 1 0 0,0-1-1 0 0,0 0 1 0 0,0 0-1 0 0,0 0 1 0 0,1 0-1 0 0,0 0 1 0 0,2 5-1 0 0,-1-5 5 0 0,1 1-1 0 0,0 0 0 0 0,0-1 0 0 0,0 0 0 0 0,0 0 0 0 0,1 0 0 0 0,0-1 0 0 0,-1 1 0 0 0,1-1 1 0 0,1 0-1 0 0,9 4 0 0 0,4-1 3 0 0,1 0 0 0 0,-1-1 0 0 0,1 0 0 0 0,0-2 0 0 0,0-1 0 0 0,35 1 0 0 0,-28-4-49 0 0,-1 0 1 0 0,1-2 0 0 0,0-1-1 0 0,-1-1 1 0 0,0-1 0 0 0,0-2-1 0 0,-1 0 1 0 0,0-2 0 0 0,29-15-1 0 0,-36 15-1 0 0,0-1 0 0 0,0-1 0 0 0,-1 0 0 0 0,-1-1 0 0 0,0-1 0 0 0,0-1 0 0 0,-2 0-1 0 0,0-1 1 0 0,-1-1 0 0 0,0 0 0 0 0,-2 0 0 0 0,12-23 0 0 0,28-73 1547 0 0,-50 111-1372 0 0,-2 3-125 0 0,0 1-1 0 0,-1 0 1 0 0,1 0 0 0 0,0 0-1 0 0,1 0 1 0 0,-1 0 0 0 0,0 0-1 0 0,-1 4 1 0 0,1-3 9 0 0,-9 25 75 0 0,0 2-1 0 0,2-1 1 0 0,-7 49 0 0 0,14-70-74 0 0,0 1 1 0 0,1-1-1 0 0,0 0 1 0 0,0 0-1 0 0,1 0 1 0 0,0 0 0 0 0,0 0-1 0 0,1 0 1 0 0,0 0-1 0 0,0 0 1 0 0,1 0-1 0 0,0-1 1 0 0,0 1 0 0 0,1-1-1 0 0,0 0 1 0 0,0 0-1 0 0,1 0 1 0 0,10 11 0 0 0,-12-16-112 0 0,0 1 0 0 0,0-1 0 0 0,0 1 1 0 0,1-1-1 0 0,-1 0 0 0 0,1 0 1 0 0,-1-1-1 0 0,1 1 0 0 0,0-1 0 0 0,0 1 1 0 0,0-1-1 0 0,-1 0 0 0 0,1-1 1 0 0,0 1-1 0 0,0-1 0 0 0,6 0 0 0 0,-6 0-552 0 0,0 0-1 0 0,0-1 0 0 0,0 1 0 0 0,-1-1 1 0 0,1 0-1 0 0,0 0 0 0 0,-1-1 0 0 0,1 1 1 0 0,-1-1-1 0 0,7-3 0 0 0,4-6-5112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4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80 1676 0 0,'-12'-17'2312'0'0,"1"5"-483"0"0,3 0-381 0 0,-1 3-292 0 0,1-1-232 0 0,2 1 320 0 0,-6-1-252 0 0,-3 11-984 0 0,8 11-716 0 0,5-1-184 0 0,2-1-668 0 0,2 4-1104 0 0,2 0-697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897 446 1816 0 0,'-1'-2'2604'0'0,"-1"-2"-1762"0"0,0 0 0 0 0,0 0 0 0 0,-1 0 1 0 0,0 0-1 0 0,0 1 0 0 0,0 0 0 0 0,0-1 1 0 0,-5-3-1 0 0,4 5-471 0 0,1-1-1 0 0,-1 1 1 0 0,0 0 0 0 0,0 0-1 0 0,0 0 1 0 0,0 1 0 0 0,-8-3-1 0 0,4 3-231 0 0,1 0-1 0 0,0 0 1 0 0,-1 1 0 0 0,1 0-1 0 0,-1 1 1 0 0,1-1-1 0 0,0 1 1 0 0,-1 1-1 0 0,1-1 1 0 0,-13 6 0 0 0,-2 1 8 0 0,1 2 0 0 0,0 0 1 0 0,0 1-1 0 0,1 1 0 0 0,-20 16 1 0 0,31-21-122 0 0,0 0 1 0 0,0 0 0 0 0,1 1 0 0 0,0 1 0 0 0,1-1 0 0 0,0 1 0 0 0,0 1 0 0 0,1-1-1 0 0,0 1 1 0 0,1 0 0 0 0,0 0 0 0 0,-5 16 0 0 0,9-22-18 0 0,0 1 1 0 0,0-1-1 0 0,0 0 0 0 0,1 0 1 0 0,0 0-1 0 0,0 1 0 0 0,0-1 0 0 0,0 0 1 0 0,1 0-1 0 0,0 0 0 0 0,-1 1 1 0 0,1-1-1 0 0,1 0 0 0 0,-1 0 1 0 0,1 0-1 0 0,0-1 0 0 0,-1 1 1 0 0,2 0-1 0 0,-1-1 0 0 0,0 1 1 0 0,4 3-1 0 0,-4-5-2 0 0,1 1-1 0 0,-1-1 1 0 0,1 0 0 0 0,0 0-1 0 0,0 0 1 0 0,0 0 0 0 0,0 0 0 0 0,0-1-1 0 0,0 1 1 0 0,0-1 0 0 0,1 0-1 0 0,-1 0 1 0 0,1 0 0 0 0,-1 0 0 0 0,0-1-1 0 0,1 1 1 0 0,-1-1 0 0 0,1 0-1 0 0,-1 0 1 0 0,1 0 0 0 0,-1-1 0 0 0,1 1-1 0 0,-1-1 1 0 0,1 0 0 0 0,5-2-1 0 0,-1 0 5 0 0,0-1 0 0 0,0 0 0 0 0,0 0 0 0 0,-1-1-1 0 0,0 0 1 0 0,0 0 0 0 0,0-1 0 0 0,0 0 0 0 0,5-7 0 0 0,8-11-11 0 0,22-32-1 0 0,-8 9 3 0 0,-28 39-10 0 0,0 3 10 0 0,-3 21 100 0 0,-6 6 219 0 0,-1 0 0 0 0,-1 0 1 0 0,-1 0-1 0 0,-13 32 0 0 0,10-28-117 0 0,-307 804 2461 0 0,314-825-2650 0 0,-44 98 450 0 0,37-87-186 0 0,0 0 0 0 0,-1-1 0 0 0,0 0 0 0 0,-16 16 0 0 0,24-28-227 0 0,-1 0 0 0 0,1-1 0 0 0,-1 1 0 0 0,0-1 0 0 0,0 0 1 0 0,0 0-1 0 0,0 0 0 0 0,-1 0 0 0 0,1 0 0 0 0,0-1 0 0 0,-1 0 0 0 0,1 1 1 0 0,-1-1-1 0 0,0 0 0 0 0,1-1 0 0 0,-1 1 0 0 0,-6 0 0 0 0,5-2-20 0 0,0 0-1 0 0,0 1 0 0 0,-1-1 0 0 0,1-1 1 0 0,0 1-1 0 0,0-1 0 0 0,0 0 0 0 0,1 0 1 0 0,-1-1-1 0 0,0 1 0 0 0,-4-4 1 0 0,-6-6 0 0 0,1 1 0 0 0,1-2 0 0 0,0 0 0 0 0,1 0 1 0 0,0-1-1 0 0,-11-18 0 0 0,10 13 7 0 0,1 0 0 0 0,1-1 0 0 0,1 0 0 0 0,1-1 0 0 0,0 0 0 0 0,-6-27 0 0 0,12 38-31 0 0,1 0 0 0 0,1 0 0 0 0,-1 0 0 0 0,2 0 0 0 0,-1 0-1 0 0,1 0 1 0 0,1 0 0 0 0,0 0 0 0 0,0 0 0 0 0,1 0 0 0 0,0 0 0 0 0,1 1 0 0 0,0-1 0 0 0,1 1 0 0 0,0-1 0 0 0,7-12-1 0 0,3 2-122 0 0,0 2-1 0 0,1-1 1 0 0,1 2-1 0 0,1 0 1 0 0,1 1-1 0 0,0 1 1 0 0,0 1-1 0 0,2 0 0 0 0,21-11 1 0 0,31-13-709 0 0,95-37 0 0 0,-128 59 569 0 0,113-45-745 0 0,254-120-2321 0 0,-361 156 2879 0 0,-1-2 1 0 0,-1-1 0 0 0,-1-3 0 0 0,-2-1 0 0 0,-1-2 0 0 0,53-59 0 0 0,-74 71 387 0 0,0-2 0 0 0,-1 0-1 0 0,-1 0 1 0 0,-1-2 0 0 0,-2 0 0 0 0,0 0 0 0 0,-2-1 0 0 0,-1-1 0 0 0,-1 0-1 0 0,-2 0 1 0 0,0 0 0 0 0,-2-1 0 0 0,-1 0 0 0 0,0-36 0 0 0,-4 63 61 0 0,0 0 0 0 0,0 0 0 0 0,1 0 0 0 0,-1 0 0 0 0,-1 0 0 0 0,1 0 0 0 0,0 0 0 0 0,0 1 0 0 0,-1-1 0 0 0,1 0 0 0 0,-1 0 0 0 0,0 0 0 0 0,1 1 0 0 0,-1-1 0 0 0,0 0 0 0 0,0 1 0 0 0,0-1 0 0 0,0 0 0 0 0,-1 1 0 0 0,1-1 0 0 0,-2-1 0 0 0,2 3 3 0 0,-1 1 0 0 0,1-1 0 0 0,0 0-1 0 0,0 1 1 0 0,0-1 0 0 0,0 1-1 0 0,0 0 1 0 0,0-1 0 0 0,0 1 0 0 0,0 0-1 0 0,0 0 1 0 0,0-1 0 0 0,0 1-1 0 0,0 0 1 0 0,0 1 0 0 0,1-2-1 0 0,-11 13 188 0 0,2 1-1 0 0,-1 0 1 0 0,2 0 0 0 0,0 0-1 0 0,1 1 1 0 0,-10 29-1 0 0,8-22-23 0 0,-48 128 728 0 0,-61 251 0 0 0,117-399-886 0 0,1 0 0 0 0,-1 0 0 0 0,1 0 1 0 0,0 0-1 0 0,-1 0 0 0 0,1 0 0 0 0,0 0 0 0 0,0 0 0 0 0,1 0 0 0 0,-1 0 1 0 0,0 0-1 0 0,1 2 0 0 0,0-3-12 0 0,-1-1 1 0 0,0 0-1 0 0,0 1 1 0 0,0-1 0 0 0,1 0-1 0 0,-1 1 1 0 0,0-1-1 0 0,1 0 1 0 0,-1 0-1 0 0,0 1 1 0 0,0-1 0 0 0,1 0-1 0 0,-1 0 1 0 0,0 1-1 0 0,1-1 1 0 0,-1 0-1 0 0,0 0 1 0 0,1 0 0 0 0,-1 0-1 0 0,1 0 1 0 0,-1 0-1 0 0,0 0 1 0 0,1 0-1 0 0,-1 0 1 0 0,1 0 0 0 0,16-6 27 0 0,1-8-10 0 0,-1 0 0 0 0,-1-2 0 0 0,0 1 0 0 0,23-31 0 0 0,8-8-33 0 0,-40 47 13 0 0,11-12-23 0 0,35-28 0 0 0,-48 43 14 0 0,-1 0-1 0 0,1 1 1 0 0,0 0-1 0 0,0 0 1 0 0,1 0-1 0 0,-1 1 1 0 0,1 0-1 0 0,-1 0 1 0 0,1 0-1 0 0,-1 0 1 0 0,1 1-1 0 0,0 0 1 0 0,10 0-1 0 0,-12 1 10 0 0,0 1-1 0 0,0 0 1 0 0,0 0 0 0 0,0 0-1 0 0,0 0 1 0 0,0 1 0 0 0,0 0-1 0 0,-1 0 1 0 0,1 0 0 0 0,-1 0-1 0 0,1 0 1 0 0,-1 1-1 0 0,0-1 1 0 0,0 1 0 0 0,0 0-1 0 0,0 0 1 0 0,-1 0 0 0 0,1 1-1 0 0,-1-1 1 0 0,0 0 0 0 0,0 1-1 0 0,0 0 1 0 0,0-1 0 0 0,1 5-1 0 0,4 11 17 0 0,0 0 1 0 0,-2 1-1 0 0,5 31 0 0 0,-7-37-22 0 0,-1-1 0 0 0,0 1 28 0 0,1-1 1 0 0,0 1-1 0 0,1-1 1 0 0,10 24-1 0 0,-13-35-17 0 0,0 1 1 0 0,1 0 0 0 0,0 0-1 0 0,0 0 1 0 0,0-1-1 0 0,0 1 1 0 0,0-1-1 0 0,0 0 1 0 0,1 0-1 0 0,-1 1 1 0 0,1-1-1 0 0,0-1 1 0 0,-1 1-1 0 0,1 0 1 0 0,0-1-1 0 0,0 1 1 0 0,0-1-1 0 0,0 0 1 0 0,0 0-1 0 0,1 0 1 0 0,-1-1 0 0 0,0 1-1 0 0,0-1 1 0 0,0 1-1 0 0,1-1 1 0 0,2-1-1 0 0,6 0-77 0 0,-1 0 0 0 0,0-2 0 0 0,-1 1-1 0 0,1-1 1 0 0,0-1 0 0 0,-1 0 0 0 0,0 0 0 0 0,0-1-1 0 0,0-1 1 0 0,0 1 0 0 0,12-11 0 0 0,7-8-356 0 0,-1 0 0 0 0,26-30 0 0 0,-16 12-49 0 0,-2-2-1 0 0,42-67 1 0 0,44-107 176 0 0,-108 188 999 0 0,15-54-1 0 0,-11 29 440 0 0,-11 34-671 0 0,-7 19-370 0 0,-2 4 62 0 0,-4 4 31 0 0,0 0 0 0 0,1 0 0 0 0,0 1-1 0 0,0 0 1 0 0,1 0 0 0 0,-1 0 0 0 0,-3 12 0 0 0,-23 62 766 0 0,22-53-575 0 0,-18 60 681 0 0,4 0-1 0 0,-19 151 1 0 0,41-232-1043 0 0,-2 13 87 0 0,1 1 1 0 0,1 21-1 0 0,1-37-94 0 0,0 0 1 0 0,1 0-1 0 0,-1 0 0 0 0,1-1 1 0 0,0 1-1 0 0,0 0 1 0 0,1-1-1 0 0,0 1 1 0 0,-1-1-1 0 0,1 1 1 0 0,1-1-1 0 0,-1 0 0 0 0,1 0 1 0 0,5 7-1 0 0,-7-10-127 0 0,1 0-1 0 0,0 1 0 0 0,0-1 0 0 0,-1 0 1 0 0,1 0-1 0 0,0 0 0 0 0,0 0 0 0 0,0 0 1 0 0,0-1-1 0 0,0 1 0 0 0,0-1 0 0 0,0 1 1 0 0,0-1-1 0 0,0 0 0 0 0,1 0 0 0 0,-1 0 1 0 0,0 0-1 0 0,3 0 0 0 0,-1-1-325 0 0,1 0 1 0 0,-1 0-1 0 0,1 0 0 0 0,-1 0 1 0 0,0-1-1 0 0,0 1 0 0 0,8-6 1 0 0,-3 2-1175 0 0,-1-2 0 0 0,0 1 1 0 0,0-1-1 0 0,0 0 0 0 0,8-12 1 0 0,3-3-6144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143 110 1808 0 0,'-60'-36'7188'0'0,"38"22"-2969"0"0,-38-19 0 0 0,60 33-4195 0 0,0 0 0 0 0,0 0 0 0 0,1 0 0 0 0,-1 0 1 0 0,0 0-1 0 0,0 0 0 0 0,1-1 0 0 0,-1 1 1 0 0,0 0-1 0 0,0 0 0 0 0,0 0 0 0 0,1 0 0 0 0,-1 0 1 0 0,0-1-1 0 0,0 1 0 0 0,0 0 0 0 0,1 0 0 0 0,-1 0 1 0 0,0-1-1 0 0,0 1 0 0 0,0 0 0 0 0,0 0 1 0 0,0 0-1 0 0,1-1 0 0 0,-1 1 0 0 0,0 0 0 0 0,0 0 1 0 0,0-1-1 0 0,0 1 0 0 0,0 0 0 0 0,0 0 1 0 0,0-1-1 0 0,0 1 0 0 0,0 0 0 0 0,0 0 0 0 0,0-1 1 0 0,0 1-1 0 0,0 0 0 0 0,0 0 0 0 0,0-1 0 0 0,0 1 1 0 0,0 0-1 0 0,-1 0 0 0 0,1-1 0 0 0,0 1 1 0 0,0 0-1 0 0,0 0 0 0 0,0-1 0 0 0,0 1 0 0 0,-1 0 1 0 0,1 0-1 0 0,0 0 0 0 0,0 0 0 0 0,0-1 0 0 0,-1 1 1 0 0,1 0-1 0 0,0 0 0 0 0,0 0 0 0 0,0 0 1 0 0,-1 0-1 0 0,1 0 0 0 0,0-1 0 0 0,0 1 0 0 0,-1 0 1 0 0,1 0-1 0 0,-1 0 0 0 0,22-6 397 0 0,19 1-287 0 0,0 2 0 0 0,73 3 0 0 0,-43 1-1243 0 0,6 0-1596 0 0,3 0-4634 0 0,-42-1 1017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7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0 380 2788 0 0,'0'-3'2238'0'0,"2"-49"7398"0"0,0 52-9576 0 0,0 1 0 0 0,0 0 0 0 0,0 0 0 0 0,0 0 0 0 0,0 0 1 0 0,0 0-1 0 0,-1 0 0 0 0,1 0 0 0 0,0 0 0 0 0,0 1 0 0 0,-1-1 0 0 0,1 1 0 0 0,-1-1 0 0 0,0 1 0 0 0,1 0 0 0 0,-1 0 0 0 0,0-1 1 0 0,0 1-1 0 0,0 0 0 0 0,0 0 0 0 0,0 0 0 0 0,0 0 0 0 0,0 3 0 0 0,5 11 181 0 0,7 30 0 0 0,-11-39-144 0 0,22 92 325 0 0,37 139 455 0 0,-61-237-859 0 0,1-1 0 0 0,-1 1 0 0 0,0 0 0 0 0,1-1 0 0 0,-1 1 0 0 0,1 0 0 0 0,0-1 0 0 0,-1 1 0 0 0,1-1 0 0 0,-1 1 0 0 0,1-1 0 0 0,0 1 0 0 0,-1-1 0 0 0,1 1 0 0 0,0-1 0 0 0,0 0 0 0 0,-1 1 0 0 0,1-1 1 0 0,0 0-1 0 0,0 0 0 0 0,-1 0 0 0 0,1 1 0 0 0,0-1 0 0 0,0 0 0 0 0,0 0 0 0 0,-1 0 0 0 0,1 0 0 0 0,0 0 0 0 0,0 0 0 0 0,1-1 0 0 0,0 1 5 0 0,1-1 0 0 0,0 1 0 0 0,0-1 0 0 0,-1 1 1 0 0,1-1-1 0 0,0 0 0 0 0,3-3 0 0 0,4-2 17 0 0,-1-1 0 0 0,-1 0 0 0 0,1-1 0 0 0,-1 0 0 0 0,12-15 0 0 0,32-52 62 0 0,-21 28-55 0 0,-1 3-35 0 0,-21 28-20 0 0,1 0 0 0 0,1 1 0 0 0,0 1 0 0 0,1 0 0 0 0,1 0 1 0 0,0 1-1 0 0,25-18 0 0 0,-34 27-4 0 0,6-1 0 0 0,18 3-14 0 0,-18 2 26 0 0,0 0 0 0 0,0 1 0 0 0,0 1 0 0 0,0-1 0 0 0,0 2 0 0 0,-1-1 0 0 0,11 5 0 0 0,68 34 37 0 0,-64-28-29 0 0,1-2 0 0 0,39 14 1 0 0,-51-22-7 0 0,3 2 6 0 0,0-1 1 0 0,17 2 0 0 0,-29-5-9 0 0,0 0 1 0 0,0 0 0 0 0,0-1-1 0 0,0 0 1 0 0,0 0 0 0 0,0 0-1 0 0,0 0 1 0 0,0 0-1 0 0,0-1 1 0 0,0 0 0 0 0,4-1-1 0 0,2-2 5 0 0,-6 3-12 0 0,1-1 0 0 0,-1 0 0 0 0,0 0 0 0 0,0 0 0 0 0,0-1 1 0 0,0 1-1 0 0,0-1 0 0 0,-1 0 0 0 0,1 0 0 0 0,-1 0 0 0 0,0-1 0 0 0,0 1 1 0 0,0-1-1 0 0,0 0 0 0 0,-1 0 0 0 0,1 0 0 0 0,-1 0 0 0 0,3-7 0 0 0,-3 4-14 0 0,1 0-1 0 0,-2 0 1 0 0,1-1-1 0 0,-1 1 1 0 0,0-1-1 0 0,0 0 1 0 0,0 1-1 0 0,-1-1 0 0 0,-1 1 1 0 0,-1-14-1 0 0,2 20 17 0 0,-1-1 0 0 0,1 1 0 0 0,0-1 0 0 0,-1 1 0 0 0,1-1 0 0 0,-1 1 0 0 0,1-1 0 0 0,-1 1 0 0 0,0 0-1 0 0,1-1 1 0 0,-1 1 0 0 0,0 0 0 0 0,0 0 0 0 0,0-1 0 0 0,0 1 0 0 0,0 0 0 0 0,0 0 0 0 0,0 0 0 0 0,-1 0 0 0 0,1 0-1 0 0,0 1 1 0 0,-1-1 0 0 0,-2-1 0 0 0,2 1 0 0 0,-1 1-1 0 0,0 0 1 0 0,1-1 0 0 0,-1 1-1 0 0,0 0 1 0 0,0 0-1 0 0,1 1 1 0 0,-1-1 0 0 0,0 0-1 0 0,0 1 1 0 0,1 0-1 0 0,-5 1 1 0 0,-2 2 3 0 0,0 0 0 0 0,0 0 0 0 0,0 1-1 0 0,0 1 1 0 0,0 0 0 0 0,-9 8 0 0 0,1 2 5 0 0,1 2 1 0 0,0 0-1 0 0,1 0 0 0 0,1 1 0 0 0,-18 33 0 0 0,23-36-8 0 0,1 1-1 0 0,1 0 0 0 0,0 0 0 0 0,2 0 1 0 0,0 1-1 0 0,1 0 0 0 0,-4 31 0 0 0,8-42 10 0 0,-1 0 0 0 0,2 0-1 0 0,-1 0 1 0 0,1 0 0 0 0,0 0 0 0 0,0 0-1 0 0,1 0 1 0 0,0-1 0 0 0,0 1-1 0 0,0-1 1 0 0,1 1 0 0 0,4 6 0 0 0,-5-9 1 0 0,1 0 0 0 0,0 0 0 0 0,0-1 0 0 0,1 1 0 0 0,-1 0 0 0 0,1-1 1 0 0,-1 0-1 0 0,1 0 0 0 0,0 0 0 0 0,0-1 0 0 0,1 1 0 0 0,-1-1 0 0 0,0 0 1 0 0,1 0-1 0 0,-1 0 0 0 0,1-1 0 0 0,0 0 0 0 0,4 1 0 0 0,10 1 5 0 0,0-2-1 0 0,0 0 1 0 0,-1-1-1 0 0,1-1 0 0 0,0-1 1 0 0,-1 0-1 0 0,1-2 1 0 0,-1 0-1 0 0,0-1 1 0 0,0 0-1 0 0,0-2 0 0 0,-1 0 1 0 0,0-1-1 0 0,0-1 1 0 0,-1 0-1 0 0,18-15 0 0 0,-11 7-4 0 0,0-2-1 0 0,-1-1 1 0 0,-2 0 0 0 0,0-1-1 0 0,-1-2 1 0 0,-1 0-1 0 0,-1-1 1 0 0,-1 0-1 0 0,22-47 1 0 0,-33 61-8 0 0,-1-1-1 0 0,0-1 1 0 0,0 1 0 0 0,1-13 0 0 0,-4 20-2 0 0,0-1 1 0 0,-1 0-1 0 0,0 0 0 0 0,0 1 0 0 0,0-1 1 0 0,0 0-1 0 0,-1 0 0 0 0,1 1 0 0 0,-1-1 1 0 0,-1 1-1 0 0,1-1 0 0 0,-3-5 0 0 0,3 9 1 0 0,1-1 0 0 0,-1 1-1 0 0,0 0 1 0 0,0 0-1 0 0,0 0 1 0 0,0 0 0 0 0,0 0-1 0 0,0 0 1 0 0,0 0 0 0 0,0 0-1 0 0,-1 0 1 0 0,1 0-1 0 0,0 1 1 0 0,0-1 0 0 0,-1 1-1 0 0,1-1 1 0 0,-1 1-1 0 0,1-1 1 0 0,0 1 0 0 0,-1 0-1 0 0,1-1 1 0 0,-1 1 0 0 0,1 0-1 0 0,-1 0 1 0 0,1 0-1 0 0,-1 0 1 0 0,1 0 0 0 0,0 1-1 0 0,-1-1 1 0 0,-2 1 0 0 0,0 0-2 0 0,0 1 1 0 0,-1-1 0 0 0,1 1-1 0 0,0 0 1 0 0,0 0 0 0 0,0 0 0 0 0,-7 6-1 0 0,9-7 9 0 0,0 1-1 0 0,0-1 1 0 0,0 1 0 0 0,0 0-1 0 0,0 0 1 0 0,1 0-1 0 0,-1 0 1 0 0,1 0-1 0 0,-1 0 1 0 0,1 1-1 0 0,0-1 1 0 0,0 0-1 0 0,0 1 1 0 0,0-1 0 0 0,0 1-1 0 0,1-1 1 0 0,-1 1-1 0 0,1-1 1 0 0,-1 5-1 0 0,2-4 0 0 0,-1 0 0 0 0,1 1 0 0 0,0-1 0 0 0,-1 1 0 0 0,1-1 0 0 0,1 0 0 0 0,-1 0 0 0 0,0 0 0 0 0,1 0 0 0 0,0 0-1 0 0,0 0 1 0 0,4 5 0 0 0,1 0 1 0 0,1 0 1 0 0,0 0-1 0 0,1-1 0 0 0,-1 0 0 0 0,2-1 0 0 0,-1 0 0 0 0,0 0 0 0 0,12 4 0 0 0,-2-3-8 0 0,0 0 0 0 0,0-2-1 0 0,0 0 1 0 0,1-2 0 0 0,0 0-1 0 0,0-1 1 0 0,0-1 0 0 0,0 0-1 0 0,0-2 1 0 0,0-1 0 0 0,0 0-1 0 0,0-1 1 0 0,-1-1 0 0 0,1-1-1 0 0,-1-1 1 0 0,0-1 0 0 0,18-9-1 0 0,-33 14-7 0 0,0 0 1 0 0,0 0-1 0 0,0 0 0 0 0,0-1 0 0 0,-1 1 0 0 0,1-1 0 0 0,-1 0 0 0 0,0 0 0 0 0,0-1 0 0 0,0 1 1 0 0,4-6-1 0 0,-6 8-15 0 0,-2 0 25 0 0,1 1-1 0 0,0-1 0 0 0,0 1 0 0 0,0-1 1 0 0,0 1-1 0 0,0 0 0 0 0,-1-1 0 0 0,1 1 1 0 0,0-1-1 0 0,0 1 0 0 0,-1 0 0 0 0,1-1 1 0 0,0 1-1 0 0,-1 0 0 0 0,1-1 0 0 0,0 1 1 0 0,-1 0-1 0 0,1 0 0 0 0,0-1 0 0 0,-1 1 1 0 0,1 0-1 0 0,0 0 0 0 0,-1 0 0 0 0,1-1 1 0 0,-1 1-1 0 0,0 0 0 0 0,-7 1 5 0 0,0 0 0 0 0,-1 1 0 0 0,1 0 0 0 0,1 0-1 0 0,-1 1 1 0 0,0 0 0 0 0,0 0 0 0 0,1 1 0 0 0,0 0 0 0 0,0 0 0 0 0,0 1-1 0 0,-11 9 1 0 0,-6 7-3 0 0,2 0 0 0 0,-23 27 0 0 0,27-28-12 0 0,2 2-1 0 0,-26 42 1 0 0,36-54 12 0 0,0 1 0 0 0,1 1 1 0 0,0-1-1 0 0,1 1 0 0 0,1 0 1 0 0,0 0-1 0 0,0 0 0 0 0,-1 20 1 0 0,4-28 7 0 0,0 1 0 0 0,0-1 1 0 0,0 1-1 0 0,1-1 1 0 0,-1 0-1 0 0,1 1 0 0 0,0-1 1 0 0,0 0-1 0 0,1 1 0 0 0,0-1 1 0 0,-1 0-1 0 0,1 0 0 0 0,0 0 1 0 0,1 0-1 0 0,-1 0 1 0 0,1-1-1 0 0,0 1 0 0 0,0-1 1 0 0,0 0-1 0 0,0 0 0 0 0,0 0 1 0 0,1 0-1 0 0,0 0 0 0 0,-1-1 1 0 0,1 1-1 0 0,0-1 1 0 0,0 0-1 0 0,0 0 0 0 0,0-1 1 0 0,1 1-1 0 0,8 1 0 0 0,-1 0-59 0 0,1-1 0 0 0,-1-1 0 0 0,1 0 0 0 0,0-1 0 0 0,0 0 0 0 0,0-1 0 0 0,-1 0 0 0 0,1-1 0 0 0,0 0 0 0 0,15-5 0 0 0,3-5-668 0 0,0-2 0 0 0,0 0 0 0 0,-1-2 0 0 0,-1-2 0 0 0,-1 0 0 0 0,0-2 0 0 0,-1-1 0 0 0,-2-1 0 0 0,24-26 1 0 0,22-30-1975 0 0,95-135 1 0 0,-55 43 3903 0 0,-92 134-26 0 0,-1 0 0 0 0,-2-1 1 0 0,11-39-1 0 0,-1-4 1966 0 0,-26 78-2830 0 0,-6 20 1224 0 0,-6 18 171 0 0,-12 67 0 0 0,7-27-900 0 0,-53 176 552 0 0,4-21-901 0 0,63-220-598 0 0,0 1 1 0 0,1 0-1 0 0,0 0 0 0 0,1 0 1 0 0,0 1-1 0 0,1 12 0 0 0,1-22-56 0 0,-1-1-1 0 0,0 1 1 0 0,1-1-1 0 0,-1 1 1 0 0,1-1-1 0 0,0 1 1 0 0,-1-1-1 0 0,1 0 1 0 0,0 0-1 0 0,1 1 1 0 0,-1-1-1 0 0,0 0 1 0 0,1 0-1 0 0,-1 0 1 0 0,1 0-1 0 0,-1 0 0 0 0,1-1 1 0 0,0 1-1 0 0,0 0 1 0 0,0-1-1 0 0,0 1 1 0 0,0-1-1 0 0,0 0 1 0 0,0 0-1 0 0,1 0 1 0 0,-1 0-1 0 0,0 0 1 0 0,1 0-1 0 0,-1 0 1 0 0,1-1-1 0 0,-1 1 1 0 0,1-1-1 0 0,-1 0 1 0 0,0 0-1 0 0,5 0 1 0 0,0 0-611 0 0,0-1 0 0 0,-1 1 1 0 0,1-1-1 0 0,-1-1 0 0 0,1 1 0 0 0,-1-1 1 0 0,0 0-1 0 0,9-5 0 0 0,12-7-4177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7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2452 0 0,'47'-46'3927'0'0,"89"-93"6178"0"0,-134 136-9878 0 0,17-16 655 0 0,-19 19-814 0 0,1-1 0 0 0,0 1 0 0 0,-1-1 0 0 0,1 1 0 0 0,0-1 0 0 0,-1 1 0 0 0,1-1 0 0 0,0 1 0 0 0,0 0 0 0 0,-1-1 1 0 0,1 1-1 0 0,0 0 0 0 0,0 0 0 0 0,0 0 0 0 0,0-1 0 0 0,-1 1 0 0 0,1 0 0 0 0,0 0 0 0 0,0 0 0 0 0,0 0 0 0 0,0 1 0 0 0,-1-1 0 0 0,2 0 0 0 0,-1 1-19 0 0,-1 0-1 0 0,0 0 0 0 0,0 0 1 0 0,0 0-1 0 0,0 1 0 0 0,0-1 0 0 0,0 0 1 0 0,0 0-1 0 0,0 0 0 0 0,0 0 0 0 0,-1 0 1 0 0,1 0-1 0 0,0 0 0 0 0,-1 1 0 0 0,-17 58 1259 0 0,-33 75 0 0 0,-9 29-631 0 0,59-163-679 0 0,-4 24 97 0 0,5-24-115 0 0,0 0 1 0 0,0 0-1 0 0,0 0 0 0 0,0 0 0 0 0,0-1 1 0 0,0 1-1 0 0,0 0 0 0 0,0 0 1 0 0,1 0-1 0 0,-1 0 0 0 0,0-1 0 0 0,0 1 1 0 0,1 0-1 0 0,-1 0 0 0 0,0 0 0 0 0,1-1 1 0 0,-1 1-1 0 0,1 0 0 0 0,-1 0 1 0 0,1-1-1 0 0,-1 1 0 0 0,1-1 0 0 0,0 1 1 0 0,-1 0-1 0 0,1-1 0 0 0,0 1 1 0 0,-1-1-1 0 0,1 1 0 0 0,1 0 0 0 0,4 0-295 0 0,0-1-1 0 0,-1 1 0 0 0,1-1 0 0 0,0 0 0 0 0,0-1 0 0 0,-1 1 0 0 0,1-1 0 0 0,0 0 0 0 0,-1 0 0 0 0,1-1 0 0 0,-1 0 1 0 0,1 0-1 0 0,-1 0 0 0 0,0-1 0 0 0,0 1 0 0 0,0-1 0 0 0,8-6 0 0 0,10-8-1647 0 0,-1-1 0 0 0,24-25 0 0 0,-18 16-1627 0 0,-1-2-1527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135 161 1956 0 0,'0'-14'1752'0'0,"-4"-2"-160"0"0,2 4-491 0 0,-1-1-93 0 0,-4 2-308 0 0,2-2-24 0 0,0 2-244 0 0,-4-1 0 0 0,-1 2-200 0 0,3 1 52 0 0,-3 1-176 0 0,-1-1-32 0 0,1 4-436 0 0,-2 0-376 0 0,0 1-812 0 0,-3 1-873 0 0,3-2-459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7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20 1220 0 0,'-201'-20'13875'0'0,"493"45"-13706"0"0,-95 1-5142 0 0,-154-19 1655 0 0,-1-2-1251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8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395 141 1864 0 0,'25'-24'6353'0'0,"-10"10"-2553"0"0,23-26 0 0 0,-36 37-3528 0 0,0 0 0 0 0,0 1 0 0 0,0-1-1 0 0,0 0 1 0 0,-1 0 0 0 0,1 0 0 0 0,-1 0 0 0 0,1-1 0 0 0,-1 1 0 0 0,0 0 0 0 0,-1-1 0 0 0,2-3 0 0 0,-2 7-254 0 0,0-1 1 0 0,-1 0-1 0 0,1 0 1 0 0,0 0-1 0 0,0 0 1 0 0,-1 0-1 0 0,1 1 1 0 0,0-1-1 0 0,-1 0 1 0 0,1 0-1 0 0,-1 0 1 0 0,1 1-1 0 0,-1-1 1 0 0,1 0-1 0 0,-1 1 1 0 0,1-1-1 0 0,-1 0 1 0 0,0 1-1 0 0,1-1 1 0 0,-1 1-1 0 0,0-1 1 0 0,0 1-1 0 0,1-1 1 0 0,-1 1-1 0 0,0 0 1 0 0,0-1-1 0 0,0 1 1 0 0,0 0-1 0 0,1-1 1 0 0,-1 1-1 0 0,0 0 1 0 0,0 0-1 0 0,0 0 1 0 0,0 0-1 0 0,0 0 1 0 0,0 0-1 0 0,1 0 1 0 0,-3 1-1 0 0,-12 0 22 0 0,0 0-1 0 0,0 2 0 0 0,0 0 1 0 0,1 1-1 0 0,-1 0 1 0 0,-22 10-1 0 0,-86 47 47 0 0,94-45-60 0 0,-52 38 0 0 0,67-43-12 0 0,1 1-1 0 0,0-1 0 0 0,1 2 0 0 0,0 0 0 0 0,-14 21 0 0 0,24-31-44 0 0,0 1 1 0 0,0-1-1 0 0,0 1 1 0 0,0-1-1 0 0,1 1 1 0 0,-1-1-1 0 0,1 1 0 0 0,0 0 1 0 0,0 0-1 0 0,1-1 1 0 0,-1 1-1 0 0,1 0 1 0 0,0 0-1 0 0,0 0 0 0 0,0 0 1 0 0,0 0-1 0 0,0 0 1 0 0,1 0-1 0 0,0-1 1 0 0,0 1-1 0 0,0 0 1 0 0,0 0-1 0 0,1-1 0 0 0,0 1 1 0 0,-1-1-1 0 0,1 1 1 0 0,0-1-1 0 0,1 0 1 0 0,-1 0-1 0 0,1 0 0 0 0,-1 0 1 0 0,5 3-1 0 0,0 1-558 0 0,1 0 0 0 0,-1-1 0 0 0,1-1-1 0 0,0 1 1 0 0,11 4 0 0 0,-8-4-1298 0 0,1-1 0 0 0,0-1-1 0 0,15 5 1 0 0,1-4-4182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6:58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2120 0 0,'0'-12'4225'0'0,"2"1"-1321"0"0,0 3-3128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01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278 248 1252 0 0,'3'0'7857'0'0,"12"0"-4208"0"0,-13 11-2806 0 0,-2-9-826 0 0,0-1 0 0 0,1 1-1 0 0,-1 0 1 0 0,1 0 0 0 0,0 0-1 0 0,0-1 1 0 0,0 1 0 0 0,0 0-1 0 0,0-1 1 0 0,0 1 0 0 0,0-1-1 0 0,0 1 1 0 0,0-1 0 0 0,1 0-1 0 0,-1 1 1 0 0,1-1 0 0 0,-1 0-1 0 0,1 0 1 0 0,-1 0 0 0 0,1 0-1 0 0,0 0 1 0 0,-1 0 0 0 0,1-1-1 0 0,0 1 1 0 0,0-1 0 0 0,-1 1-1 0 0,1-1 1 0 0,0 1 0 0 0,0-1-1 0 0,0 0 1 0 0,0 0 0 0 0,0 0-1 0 0,0 0 1 0 0,-1 0 0 0 0,3-1-1 0 0,0 1-3 0 0,0-1 1 0 0,0 0-1 0 0,0 0 0 0 0,0 0 0 0 0,-1 0 0 0 0,1 0 1 0 0,0-1-1 0 0,-1 0 0 0 0,1 0 0 0 0,-1 0 0 0 0,0 0 1 0 0,1 0-1 0 0,-1-1 0 0 0,0 1 0 0 0,0-1 0 0 0,-1 0 0 0 0,4-4 1 0 0,-2 0-1 0 0,0-1 1 0 0,-1 0-1 0 0,1 1 1 0 0,-2-2 0 0 0,1 1-1 0 0,-1 0 1 0 0,0 0-1 0 0,-1-1 1 0 0,0 1-1 0 0,0-1 1 0 0,-1 1 0 0 0,-1-10-1 0 0,1 8-21 0 0,-1 1 0 0 0,-1 0-1 0 0,1 0 1 0 0,-1 0 0 0 0,-1 0-1 0 0,0 0 1 0 0,0 0 0 0 0,-1 0 0 0 0,0 1-1 0 0,-9-16 1 0 0,11 22 8 0 0,-1-1 0 0 0,1 1 0 0 0,0 0 0 0 0,0 0 0 0 0,-1 0 0 0 0,1 0 0 0 0,-1 0 0 0 0,0 1 0 0 0,0-1 0 0 0,1 1 0 0 0,-1-1 0 0 0,0 1 0 0 0,0 0 0 0 0,0 0 0 0 0,0 1 0 0 0,0-1 0 0 0,-1 0 0 0 0,1 1 0 0 0,0 0 0 0 0,0 0 0 0 0,0 0 0 0 0,0 0 0 0 0,0 0-1 0 0,-1 1 1 0 0,1 0 0 0 0,0-1 0 0 0,0 1 0 0 0,0 0 0 0 0,-5 3 0 0 0,-6 2 5 0 0,0 1-1 0 0,0 1 1 0 0,1 0-1 0 0,-20 16 1 0 0,10-6-26 0 0,2 1-1 0 0,0 1 1 0 0,1 1-1 0 0,-28 37 1 0 0,35-40 17 0 0,0 1-1 0 0,2 1 1 0 0,0 0 0 0 0,2 0-1 0 0,0 1 1 0 0,-9 32 0 0 0,16-47-1 0 0,0 0 0 0 0,1 0 0 0 0,0 0 0 0 0,1 0-1 0 0,-1 1 1 0 0,1-1 0 0 0,0 0 0 0 0,0 0 0 0 0,1 1 0 0 0,0-1 0 0 0,0 0 0 0 0,1 0 0 0 0,-1 0 0 0 0,1 0 0 0 0,1 0 0 0 0,-1-1 0 0 0,1 1 0 0 0,0-1 0 0 0,0 1 0 0 0,0-1 0 0 0,1 0 0 0 0,0 0 0 0 0,0 0 0 0 0,0-1 0 0 0,1 0 0 0 0,-1 1 0 0 0,1-2 0 0 0,0 1 0 0 0,0 0 0 0 0,1-1 0 0 0,-1 0 0 0 0,1 0-1 0 0,-1-1 1 0 0,1 1 0 0 0,0-1 0 0 0,0-1 0 0 0,12 3 0 0 0,3-1-361 0 0,0-1 0 0 0,0-1 0 0 0,0 0 0 0 0,0-2 0 0 0,0-1 0 0 0,0 0-1 0 0,-1-2 1 0 0,1 0 0 0 0,-1-1 0 0 0,0-1 0 0 0,37-17 0 0 0,-2-3-788 0 0,-1-2 0 0 0,91-65 1 0 0,-101 63 1879 0 0,-1-2 1 0 0,-1-3-1 0 0,-2-1 0 0 0,60-70 1 0 0,-96 102-566 0 0,0-1 0 0 0,-1 0 0 0 0,0 0 0 0 0,0 0 0 0 0,0 0 0 0 0,0 0 0 0 0,-1-1 0 0 0,0 1 1 0 0,0-1-1 0 0,-1 0 0 0 0,3-10 0 0 0,-4 15-150 0 0,0 1 0 0 0,-1-1 0 0 0,1 1 0 0 0,0-1-1 0 0,0 1 1 0 0,0-1 0 0 0,0 1 0 0 0,0-1 0 0 0,-1 1 0 0 0,1-1 0 0 0,0 1 0 0 0,0-1 0 0 0,-1 1 0 0 0,1-1 0 0 0,0 1 0 0 0,-1-1 0 0 0,1 1 0 0 0,-1-1 0 0 0,1 1 0 0 0,0 0 0 0 0,-1-1-1 0 0,1 1 1 0 0,-1 0 0 0 0,1 0 0 0 0,-1-1 0 0 0,1 1 0 0 0,-1 0 0 0 0,1 0 0 0 0,-1 0 0 0 0,1-1 0 0 0,-1 1 0 0 0,0 0 0 0 0,1 0 0 0 0,-1 0 0 0 0,1 0 0 0 0,-1 0 0 0 0,1 0 0 0 0,-1 0-1 0 0,0 0 1 0 0,-23 6 163 0 0,17-3-159 0 0,1 0 0 0 0,0 0 0 0 0,0 1 0 0 0,1 0-1 0 0,-1 0 1 0 0,1 1 0 0 0,0-1 0 0 0,0 1 0 0 0,0 0 0 0 0,1 0 0 0 0,-1 1-1 0 0,1 0 1 0 0,1-1 0 0 0,-1 1 0 0 0,1 0 0 0 0,0 1 0 0 0,0-1 0 0 0,1 1-1 0 0,0-1 1 0 0,0 1 0 0 0,0 0 0 0 0,1-1 0 0 0,0 1 0 0 0,1 0 0 0 0,-1 0-1 0 0,1 0 1 0 0,1 0 0 0 0,-1 0 0 0 0,1 0 0 0 0,0 0 0 0 0,1-1 0 0 0,-1 1-1 0 0,1 0 1 0 0,4 6 0 0 0,16 31 149 0 0,3-1-1 0 0,54 70 0 0 0,-79-112-135 0 0,1 0 0 0 0,-1 0 1 0 0,1 0-1 0 0,-1 0 0 0 0,0 0 0 0 0,1 0 0 0 0,-1 0 0 0 0,0 0 0 0 0,0 0 0 0 0,0 0 0 0 0,0 0 0 0 0,0 0 0 0 0,0 1 1 0 0,0-1-1 0 0,0 0 0 0 0,-1 0 0 0 0,1 0 0 0 0,0 0 0 0 0,-1 0 0 0 0,1 0 0 0 0,0 0 0 0 0,-1 0 0 0 0,1 0 0 0 0,-1 0 1 0 0,0 0-1 0 0,1-1 0 0 0,-1 1 0 0 0,0 0 0 0 0,1 0 0 0 0,-1 0 0 0 0,0-1 0 0 0,0 1 0 0 0,-1 0 0 0 0,-2 3 87 0 0,0-1 0 0 0,-1 1 1 0 0,1-1-1 0 0,-1-1 0 0 0,-5 4 0 0 0,-3-2-5 0 0,0 0 0 0 0,0 0 0 0 0,-1-1-1 0 0,1-1 1 0 0,-1 0 0 0 0,0-1 0 0 0,1 0 0 0 0,-24-2 0 0 0,13-1-144 0 0,0-2 0 0 0,1 0-1 0 0,-1-1 1 0 0,-25-10 0 0 0,46 14-453 0 0,-1 0 0 0 0,1-1 0 0 0,0 1 0 0 0,-1-1 0 0 0,1 0 0 0 0,0 0 0 0 0,0 0 0 0 0,0-1 0 0 0,1 1 0 0 0,-4-4 0 0 0,12-14-7765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02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371 433 184 0 0,'1'-2'332'0'0,"0"0"0"0"0,0 0-1 0 0,0 0 1 0 0,0 0 0 0 0,0 0 0 0 0,-1-1 0 0 0,1 1-1 0 0,-1 0 1 0 0,1 0 0 0 0,-1-1 0 0 0,0 1 0 0 0,0 0-1 0 0,0-1 1 0 0,0 1 0 0 0,-1 0 0 0 0,1 0 0 0 0,0-1-1 0 0,-1 1 1 0 0,0 0 0 0 0,0 0 0 0 0,1 0-1 0 0,-1-1 1 0 0,0 1 0 0 0,-1 0 0 0 0,1 0 0 0 0,0 1-1 0 0,-1-1 1 0 0,1 0 0 0 0,-1 0 0 0 0,-2-2 0 0 0,2 4-208 0 0,-1-1 0 0 0,0 0 1 0 0,0 1-1 0 0,0-1 0 0 0,0 1 1 0 0,0 0-1 0 0,0 0 1 0 0,0 0-1 0 0,0 1 0 0 0,1-1 1 0 0,-1 0-1 0 0,-5 2 0 0 0,-9 3 228 0 0,1 1 0 0 0,0 0 0 0 0,0 1 0 0 0,0 1 0 0 0,0 0 0 0 0,1 1 0 0 0,-23 19 0 0 0,19-13-142 0 0,1 2-1 0 0,0 0 1 0 0,2 1 0 0 0,-29 38 0 0 0,40-48-163 0 0,0 0 0 0 0,0 0-1 0 0,1 0 1 0 0,0 1 0 0 0,1-1 0 0 0,0 1 0 0 0,0 0 0 0 0,1 0 0 0 0,0 0 0 0 0,-2 16 0 0 0,4-21-25 0 0,0 0 0 0 0,1 0 1 0 0,-1 0-1 0 0,1-1 1 0 0,-1 1-1 0 0,1 0 1 0 0,0 0-1 0 0,0-1 0 0 0,1 1 1 0 0,-1 0-1 0 0,1-1 1 0 0,0 1-1 0 0,0-1 0 0 0,0 0 1 0 0,0 0-1 0 0,1 1 1 0 0,-1-1-1 0 0,1-1 1 0 0,0 1-1 0 0,-1 0 0 0 0,1-1 1 0 0,1 1-1 0 0,-1-1 1 0 0,0 0-1 0 0,0 0 0 0 0,1-1 1 0 0,5 3-1 0 0,2 0 6 0 0,1 0-1 0 0,-1-1 0 0 0,0-1 1 0 0,1 0-1 0 0,0 0 0 0 0,-1-1 1 0 0,1 0-1 0 0,0-2 0 0 0,0 1 1 0 0,-1-1-1 0 0,1-1 0 0 0,0 0 1 0 0,-1 0-1 0 0,1-1 0 0 0,-1-1 1 0 0,0 0-1 0 0,14-7 0 0 0,-8 2-10 0 0,-1 0 0 0 0,-1 0 0 0 0,0-2-1 0 0,0 0 1 0 0,-1 0 0 0 0,0-2 0 0 0,-1 1 0 0 0,-1-2-1 0 0,0 0 1 0 0,14-21 0 0 0,-14 16-7 0 0,0-2-1 0 0,-2 1 1 0 0,-1-1 0 0 0,0-1-1 0 0,-2 1 1 0 0,7-28 0 0 0,-12 37-12 0 0,1 1 0 0 0,-2-1 0 0 0,0 1 0 0 0,0-1 0 0 0,-1 1 0 0 0,0-1 0 0 0,-1 1 0 0 0,0-1 0 0 0,-1 1 0 0 0,0-1-1 0 0,-1 1 1 0 0,-1 0 0 0 0,1 0 0 0 0,-8-13 0 0 0,9 20-2 0 0,-1-1 0 0 0,0 1 1 0 0,0 0-1 0 0,0 0 0 0 0,0 1 0 0 0,-1-1 0 0 0,1 1 0 0 0,-1-1 0 0 0,0 1 0 0 0,0 0 0 0 0,0 1 0 0 0,-1-1 0 0 0,-7-3 0 0 0,5 4 1 0 0,0 0-1 0 0,0 0 0 0 0,0 0 1 0 0,-1 1-1 0 0,1 0 0 0 0,-1 0 1 0 0,1 1-1 0 0,-12 1 0 0 0,3 0 7 0 0,1 2-1 0 0,-1 0 1 0 0,1 1-1 0 0,-1 1 1 0 0,1 0-1 0 0,1 1 0 0 0,-1 0 1 0 0,-14 10-1 0 0,18-10 0 0 0,1 1 0 0 0,0 0-1 0 0,0 1 1 0 0,1 0 0 0 0,0 1 0 0 0,1 0-1 0 0,-1 0 1 0 0,2 1 0 0 0,-1 0 0 0 0,-9 17-1 0 0,15-22 0 0 0,-1 0-1 0 0,1 1 0 0 0,0-1 0 0 0,0 0 1 0 0,1 1-1 0 0,-1-1 0 0 0,1 1 1 0 0,0 0-1 0 0,1-1 0 0 0,-1 1 0 0 0,1 0 1 0 0,0-1-1 0 0,1 1 0 0 0,0 0 1 0 0,-1-1-1 0 0,2 1 0 0 0,-1 0 0 0 0,1-1 1 0 0,0 0-1 0 0,0 1 0 0 0,0-1 0 0 0,1 0 1 0 0,-1 0-1 0 0,7 8 0 0 0,-1-3-1 0 0,1-2 0 0 0,-1 1 0 0 0,1-1 0 0 0,1-1 0 0 0,0 1 0 0 0,0-2 0 0 0,0 1 0 0 0,0-1 0 0 0,1-1-1 0 0,0 0 1 0 0,1-1 0 0 0,-1 0 0 0 0,1 0 0 0 0,-1-1 0 0 0,23 2 0 0 0,-6-2 0 0 0,-1-1 0 0 0,1-1 0 0 0,0-2 0 0 0,-1 0 1 0 0,50-10-1 0 0,-44 3 3 0 0,-1 0 1 0 0,0-2 0 0 0,-1-2 0 0 0,0-1 0 0 0,0-1 0 0 0,-2-1-1 0 0,0-2 1 0 0,35-27 0 0 0,-29 16-8 0 0,-2-1 0 0 0,0-2 0 0 0,-2-1 0 0 0,-2-2 1 0 0,43-62-1 0 0,44-92-169 0 0,-115 186 145 0 0,-4 5-31 0 0,-9 8 59 0 0,0 0 0 0 0,1 2 0 0 0,1-1 0 0 0,-13 19 0 0 0,-35 64 105 0 0,41-67-46 0 0,-66 121 805 0 0,6 3 0 0 0,7 4 0 0 0,-94 307 0 0 0,95-207-391 0 0,-104 320 63 0 0,163-548-502 0 0,-30 71-1 0 0,36-91-15 0 0,-1 1 1 0 0,0-1-1 0 0,0 0 1 0 0,-1-1-1 0 0,1 1 1 0 0,-2-1-1 0 0,1 0 1 0 0,-14 10-1 0 0,17-14-4 0 0,-1-2-1 0 0,1 1 1 0 0,-1 0-1 0 0,1-1 1 0 0,-1 0-1 0 0,0 0 1 0 0,1 0-1 0 0,-1 0 1 0 0,0 0-1 0 0,0-1 0 0 0,0 0 1 0 0,0 1-1 0 0,0-2 1 0 0,1 1-1 0 0,-1 0 1 0 0,0-1-1 0 0,0 0 1 0 0,0 1-1 0 0,1-2 1 0 0,-1 1-1 0 0,0 0 1 0 0,1-1-1 0 0,-1 1 0 0 0,1-1 1 0 0,0 0-1 0 0,-4-3 1 0 0,-5-3 76 0 0,0-1-1 0 0,0-1 1 0 0,1 0 0 0 0,1 0 0 0 0,-14-17 0 0 0,10 9 101 0 0,0 0 0 0 0,2-1 0 0 0,1 0 0 0 0,0-1 1 0 0,1 0-1 0 0,1-1 0 0 0,1 0 0 0 0,1-1 0 0 0,1 1 0 0 0,-6-44 1 0 0,10 50-120 0 0,1-1 0 0 0,1 0 0 0 0,0 0 0 0 0,1 0 0 0 0,1 1 0 0 0,0-1 0 0 0,1 0 0 0 0,1 1 0 0 0,0 0 0 0 0,1 0 0 0 0,1 0 0 0 0,0 1 0 0 0,1-1 0 0 0,1 2 0 0 0,0-1 0 0 0,13-16 0 0 0,3 2-28 0 0,2 2 1 0 0,1 1-1 0 0,0 1 0 0 0,2 1 0 0 0,1 2 0 0 0,0 1 0 0 0,2 1 0 0 0,0 2 0 0 0,54-22 0 0 0,-5 10 15 0 0,1 3 1 0 0,166-30-1 0 0,-112 36-469 0 0,249-5 0 0 0,-35 40-4850 0 0,-230 3 1075 0 0,-42-1-3596 0 0,-49-9 1145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03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421 109 2436 0 0,'-13'-44'7013'0'0,"11"38"-6353"0"0,-1 0 0 0 0,0 0 0 0 0,0 1 0 0 0,-7-11 0 0 0,8 14-610 0 0,1 0 1 0 0,-1 0 0 0 0,0 0 0 0 0,0 0 0 0 0,0 0-1 0 0,1 1 1 0 0,-2-1 0 0 0,1 1 0 0 0,0-1-1 0 0,0 1 1 0 0,0 0 0 0 0,-1 0 0 0 0,1 0-1 0 0,0 0 1 0 0,-1 0 0 0 0,1 1 0 0 0,-1-1-1 0 0,1 1 1 0 0,-1-1 0 0 0,0 1 0 0 0,1 0 0 0 0,-1 0-1 0 0,1 0 1 0 0,-1 0 0 0 0,1 1 0 0 0,-1-1-1 0 0,1 1 1 0 0,-1 0 0 0 0,1-1 0 0 0,-1 1-1 0 0,1 0 1 0 0,-3 2 0 0 0,-6 3-11 0 0,0 1-1 0 0,0 0 1 0 0,1 0 0 0 0,0 1 0 0 0,-16 17-1 0 0,-39 51 39 0 0,60-70-71 0 0,4-5-6 0 0,-98 133 41 0 0,90-121-36 0 0,2 1 0 0 0,-1 0 0 0 0,2 0 0 0 0,-1 1-1 0 0,2 0 1 0 0,0 0 0 0 0,1 0 0 0 0,-3 23 0 0 0,6-35 1 0 0,1 1 1 0 0,0-1 0 0 0,-1 1-1 0 0,1-1 1 0 0,0 0 0 0 0,1 1-1 0 0,-1-1 1 0 0,1 1 0 0 0,-1-1-1 0 0,1 1 1 0 0,0-1 0 0 0,0 0-1 0 0,1 0 1 0 0,-1 0 0 0 0,1 1-1 0 0,0-1 1 0 0,-1-1 0 0 0,1 1-1 0 0,0 0 1 0 0,1 0 0 0 0,-1-1-1 0 0,0 1 1 0 0,1-1 0 0 0,-1 0-1 0 0,1 1 1 0 0,0-1 0 0 0,0-1-1 0 0,0 1 1 0 0,0 0 0 0 0,0-1-1 0 0,0 1 1 0 0,1-1 0 0 0,-1 0-1 0 0,0 0 1 0 0,1 0 0 0 0,-1-1-1 0 0,0 1 1 0 0,1-1 0 0 0,-1 0-1 0 0,1 0 1 0 0,3 0 0 0 0,2 0 17 0 0,0-1 0 0 0,0 0 0 0 0,-1 0 0 0 0,1-1 0 0 0,0 0 0 0 0,-1-1-1 0 0,1 0 1 0 0,-1 0 0 0 0,15-9 0 0 0,-10 5-13 0 0,-2-1-1 0 0,1-1 0 0 0,-1 0 0 0 0,0 0 1 0 0,14-18-1 0 0,-3-1 216 0 0,-1 0 1 0 0,-2-1-1 0 0,0-2 0 0 0,16-38 1 0 0,-23 41 284 0 0,-6 15-259 0 0,-1 1-1 0 0,1 0 1 0 0,14-19-1 0 0,-19 29-226 0 0,0 2-25 0 0,-1 1 0 0 0,1-1 0 0 0,0 0 0 0 0,-1 0 0 0 0,1 1 0 0 0,0-1 0 0 0,-1 0 0 0 0,1 1 0 0 0,-1-1 0 0 0,1 1 0 0 0,0-1 0 0 0,-1 1 0 0 0,1-1 0 0 0,-1 1 0 0 0,1-1 0 0 0,-1 1 0 0 0,1 0 0 0 0,7 32 22 0 0,4 33 1 0 0,-7-31-12 0 0,12 38 1 0 0,-13-61-74 0 0,0 0-1 0 0,1 1 1 0 0,1-2-1 0 0,0 1 1 0 0,0-1-1 0 0,1 0 1 0 0,17 20 0 0 0,7-2-2686 0 0,7-7-3415 0 0,-19-14-291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0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79 1740 0 0,'-7'-15'3111'0'0,"0"0"-1"0"0,-1 1 1 0 0,-11-16 0 0 0,18 30-3071 0 0,1-1 0 0 0,-1 1 0 0 0,0-1 0 0 0,1 1 0 0 0,-1-1 0 0 0,1 1 0 0 0,-1 0 0 0 0,0-1 0 0 0,1 1 0 0 0,-1 0 0 0 0,0 0 0 0 0,1 0 0 0 0,-1-1 0 0 0,0 1 0 0 0,0 0 0 0 0,1 0 0 0 0,-1 0 0 0 0,0 0 1 0 0,1 0-1 0 0,-1 0 0 0 0,0 0 0 0 0,0 1 0 0 0,1-1 0 0 0,-1 0 0 0 0,0 0 0 0 0,1 0 0 0 0,-1 1 0 0 0,0-1 0 0 0,0 1 0 0 0,-18 10 361 0 0,-3 7-231 0 0,2 0 1 0 0,0 2 0 0 0,2 0-1 0 0,-28 38 1 0 0,24-25-107 0 0,1 1 0 0 0,-28 60 0 0 0,42-78-44 0 0,1 0-1 0 0,0 0 1 0 0,1 1 0 0 0,1 0-1 0 0,-4 31 1 0 0,7-44-12 0 0,1 1-1 0 0,-1-1 1 0 0,1 1-1 0 0,1 0 1 0 0,-1-1 0 0 0,1 1-1 0 0,-1-1 1 0 0,1 1 0 0 0,1-1-1 0 0,-1 0 1 0 0,1 1 0 0 0,-1-1-1 0 0,1 0 1 0 0,0 0-1 0 0,1 0 1 0 0,-1 0 0 0 0,1-1-1 0 0,0 1 1 0 0,0 0 0 0 0,0-1-1 0 0,0 0 1 0 0,0 0-1 0 0,1 0 1 0 0,-1 0 0 0 0,1-1-1 0 0,0 1 1 0 0,5 2 0 0 0,2-1-7 0 0,2 1 0 0 0,-1-2 1 0 0,0 1-1 0 0,1-2 1 0 0,-1 0-1 0 0,1 0 0 0 0,0-1 1 0 0,-1-1-1 0 0,23-1 1 0 0,-8-2-13 0 0,0-1 1 0 0,0-1 0 0 0,41-14 0 0 0,-34 6 5 0 0,0-1-1 0 0,-1-2 1 0 0,-1-1 0 0 0,-1-2-1 0 0,0 0 1 0 0,-1-3 0 0 0,-2 0-1 0 0,0-2 1 0 0,-1 0 0 0 0,-2-2-1 0 0,0-2 1 0 0,37-54 0 0 0,-4 3 4 0 0,-57 78-20 0 0,-1 3-4 0 0,0 4 22 0 0,1 1 0 0 0,-2-1 1 0 0,1 0-1 0 0,-1 1 0 0 0,0-1 0 0 0,-1 0 0 0 0,1 1 1 0 0,-5 8-1 0 0,-4 24-7 0 0,8-29 15 0 0,1 0 1 0 0,0 1-1 0 0,0 0 1 0 0,1-1-1 0 0,1 1 0 0 0,2 14 1 0 0,-2-20 4 0 0,0-1-1 0 0,0 0 1 0 0,1 0-1 0 0,-1 0 1 0 0,1 0 0 0 0,0-1-1 0 0,0 1 1 0 0,1 0 0 0 0,-1-1-1 0 0,1 0 1 0 0,-1 1 0 0 0,1-1-1 0 0,0 0 1 0 0,1 0-1 0 0,-1-1 1 0 0,0 1 0 0 0,1-1-1 0 0,7 5 1 0 0,-1-2-19 0 0,1-1 0 0 0,0 0 0 0 0,0-1 0 0 0,0 0 0 0 0,0 0 1 0 0,1-1-1 0 0,-1-1 0 0 0,1 0 0 0 0,-1 0 0 0 0,1-1 0 0 0,-1-1 0 0 0,1 0 0 0 0,-1 0 0 0 0,1-1 1 0 0,-1-1-1 0 0,0 0 0 0 0,21-9 0 0 0,-17 6-28 0 0,-1 0 1 0 0,0-2-1 0 0,-1 0 0 0 0,0 0 1 0 0,0-1-1 0 0,-1-1 1 0 0,0 0-1 0 0,-1 0 0 0 0,0-1 1 0 0,0-1-1 0 0,-1 0 0 0 0,14-24 1 0 0,22-55 203 0 0,-23 43 309 0 0,-22 47-468 0 0,-1 0 0 0 0,0 0 1 0 0,1 0-1 0 0,-1 0 1 0 0,0 0-1 0 0,1 0 0 0 0,0 0 1 0 0,-1 0-1 0 0,1 1 1 0 0,-1-1-1 0 0,1 0 0 0 0,0 0 1 0 0,0 0-1 0 0,-1 1 1 0 0,1-1-1 0 0,0 0 0 0 0,1 0 1 0 0,0 16 128 0 0,-11 34 29 0 0,4-22-67 0 0,-4 51 0 0 0,9-65-76 0 0,0 0 1 0 0,0 1 0 0 0,2-1-1 0 0,-1 0 1 0 0,8 25 0 0 0,-7-33-160 0 0,0 0 1 0 0,0 0-1 0 0,0 0 0 0 0,1 0 1 0 0,0 0-1 0 0,0 0 1 0 0,0-1-1 0 0,1 0 1 0 0,-1 1-1 0 0,1-1 0 0 0,0 0 1 0 0,1-1-1 0 0,6 6 1 0 0,-6-6-455 0 0,-1-1-1 0 0,1 1 1 0 0,-1-1 0 0 0,1 0 0 0 0,0-1 0 0 0,-1 1 0 0 0,1-1 0 0 0,0 0 0 0 0,0 0 0 0 0,0 0-1 0 0,0-1 1 0 0,0 0 0 0 0,1 0 0 0 0,-1 0 0 0 0,6-1 0 0 0,11-4-3672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04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372 165 164 0 0,'16'-165'14213'0'0,"-18"272"-11235"0"0,-29 205 1 0 0,19-250-2857 0 0,-2 0 0 0 0,-3-1 1 0 0,-3-1-1 0 0,-43 94 0 0 0,59-146-87 0 0,-1 1-1 0 0,1-1 1 0 0,-1 0-1 0 0,-1 0 1 0 0,1-1-1 0 0,-2 0 1 0 0,-11 13-1 0 0,17-20-30 0 0,1 1 0 0 0,-1-1 1 0 0,0 1-1 0 0,1-1 0 0 0,-1 0 0 0 0,1 1 0 0 0,-1-1 0 0 0,0 0 0 0 0,1 1 0 0 0,-1-1 0 0 0,0 0 0 0 0,1 0 0 0 0,-1 1 0 0 0,0-1 0 0 0,0 0 0 0 0,1 0 1 0 0,-1 0-1 0 0,0 0 0 0 0,1 0 0 0 0,-1 0 0 0 0,0 0 0 0 0,0 0 0 0 0,1 0 0 0 0,-1-1 0 0 0,0 1 0 0 0,1 0 0 0 0,-1 0 0 0 0,0-1 0 0 0,1 1 1 0 0,-1 0-1 0 0,0-1 0 0 0,1 1 0 0 0,-1 0 0 0 0,1-1 0 0 0,-1 1 0 0 0,1-1 0 0 0,-1 1 0 0 0,1-1 0 0 0,-1 1 0 0 0,1-1 0 0 0,-1 0 0 0 0,1 1 1 0 0,0-1-1 0 0,-1 0 0 0 0,1 1 0 0 0,0-1 0 0 0,-1 0 0 0 0,0-2 6 0 0,0 0 0 0 0,0-1 0 0 0,0 1-1 0 0,0 0 1 0 0,0 0 0 0 0,1 0 0 0 0,0 0 0 0 0,-1-7 0 0 0,4-9-10 0 0,0-1 0 0 0,1 1 0 0 0,2 1 0 0 0,-1-1 0 0 0,2 1 0 0 0,0 0 0 0 0,2 0 0 0 0,0 1 0 0 0,0 0-1 0 0,17-21 1 0 0,-17 26-6 0 0,0 1 0 0 0,0 1-1 0 0,1 0 1 0 0,1 0 0 0 0,-1 1-1 0 0,2 0 1 0 0,-1 1-1 0 0,1 0 1 0 0,0 1 0 0 0,1 0-1 0 0,-1 1 1 0 0,2 0 0 0 0,-1 1-1 0 0,27-6 1 0 0,-32 10 7 0 0,0 0 0 0 0,1 1 0 0 0,-1-1 0 0 0,1 2 0 0 0,-1-1 0 0 0,0 1 0 0 0,1 0 0 0 0,-1 1 0 0 0,0 0 0 0 0,0 0 1 0 0,0 1-1 0 0,0 0 0 0 0,0 1 0 0 0,-1-1 0 0 0,1 2 0 0 0,7 4 0 0 0,-10-5 4 0 0,1 1 0 0 0,-1-1 0 0 0,0 1 1 0 0,0 0-1 0 0,0 0 0 0 0,-1 0 0 0 0,0 1 1 0 0,0 0-1 0 0,0-1 0 0 0,-1 1 0 0 0,0 1 0 0 0,0-1 1 0 0,0 0-1 0 0,-1 1 0 0 0,0-1 0 0 0,0 1 0 0 0,-1 0 1 0 0,0 0-1 0 0,0 0 0 0 0,0 7 0 0 0,-1 7 10 0 0,-2-1-1 0 0,0 0 0 0 0,-1 1 1 0 0,-1-1-1 0 0,-1 0 0 0 0,0-1 1 0 0,-2 1-1 0 0,0-1 0 0 0,-2-1 1 0 0,0 1-1 0 0,-13 19 0 0 0,14-26 51 0 0,0-1 1 0 0,0 0-1 0 0,-1-1 0 0 0,-1 0 0 0 0,0 0 0 0 0,0-1 0 0 0,-1 0 0 0 0,0-1 0 0 0,0 0 0 0 0,-1-1 0 0 0,0 0 0 0 0,0-1 0 0 0,-1-1 0 0 0,1 1 1 0 0,-1-2-1 0 0,-1 0 0 0 0,-19 3 0 0 0,12-4 25 0 0,-1-1 0 0 0,0-1 0 0 0,1-2 0 0 0,-1 0 0 0 0,0-1 0 0 0,-23-5 0 0 0,32 4-201 0 0,1 0-1 0 0,-1-1 1 0 0,1 0-1 0 0,0-1 1 0 0,0 0 0 0 0,1-1-1 0 0,-1 0 1 0 0,1-1-1 0 0,1 0 1 0 0,-1-1-1 0 0,-14-14 1 0 0,23 20-65 0 0,1 1 1 0 0,-1-1-1 0 0,1 0 0 0 0,-1 0 1 0 0,1 0-1 0 0,0 0 0 0 0,0 0 1 0 0,0 0-1 0 0,0 0 1 0 0,0-1-1 0 0,0 1 0 0 0,1 0 1 0 0,-1-1-1 0 0,1 1 0 0 0,-1 0 1 0 0,1-1-1 0 0,0 1 0 0 0,0 0 1 0 0,0-1-1 0 0,0 1 0 0 0,1-4 1 0 0,1 1-689 0 0,0 0 1 0 0,-1 1 0 0 0,1-1 0 0 0,1 1-1 0 0,-1-1 1 0 0,1 1 0 0 0,0 0-1 0 0,0 0 1 0 0,4-4 0 0 0,10-12-6410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05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254 160 2424 0 0,'-3'0'2728'0'0,"0"-1"-2272"0"0,-2 0 593 0 0,0 0 0 0 0,0 0 0 0 0,0 1 0 0 0,0-1 0 0 0,-1 1 0 0 0,1 0 0 0 0,-6 1 0 0 0,10 0-995 0 0,1-1 0 0 0,0 0 0 0 0,-1 1 0 0 0,1-1 0 0 0,-1 1 1 0 0,1-1-1 0 0,0 1 0 0 0,0-1 0 0 0,-1 1 0 0 0,1-1 0 0 0,0 1 0 0 0,0 0 0 0 0,0-1 0 0 0,-1 1 0 0 0,1-1 1 0 0,0 1-1 0 0,0-1 0 0 0,0 1 0 0 0,0 0 0 0 0,0-1 0 0 0,0 1 0 0 0,0-1 0 0 0,0 1 0 0 0,0-1 1 0 0,1 1-1 0 0,-1 0 0 0 0,0-1 0 0 0,0 1 0 0 0,0-1 0 0 0,1 1 0 0 0,-1-1 0 0 0,0 1 0 0 0,1-1 0 0 0,-1 1 1 0 0,0-1-1 0 0,1 1 0 0 0,-1-1 0 0 0,1 0 0 0 0,-1 1 0 0 0,1 0 0 0 0,8 5 174 0 0,0 0 0 0 0,0 0 0 0 0,0 0 1 0 0,0-1-1 0 0,1-1 0 0 0,0 0 0 0 0,0 0 0 0 0,0-1 0 0 0,1 0 0 0 0,-1 0 0 0 0,0-2 0 0 0,1 1 1 0 0,0-1-1 0 0,-1-1 0 0 0,15 0 0 0 0,-21-1-193 0 0,-1 1 1 0 0,0-1-1 0 0,1 0 1 0 0,-1-1 0 0 0,0 1-1 0 0,0 0 1 0 0,0-1-1 0 0,1 0 1 0 0,-2 0-1 0 0,1 0 1 0 0,0 0-1 0 0,0 0 1 0 0,-1 0 0 0 0,1-1-1 0 0,-1 1 1 0 0,1-1-1 0 0,-1 0 1 0 0,0 1-1 0 0,0-1 1 0 0,-1 0-1 0 0,1-1 1 0 0,-1 1-1 0 0,1 0 1 0 0,-1 0 0 0 0,0 0-1 0 0,0-1 1 0 0,0 1-1 0 0,0-5 1 0 0,0 0-28 0 0,1 0 0 0 0,-2 1 1 0 0,1-1-1 0 0,-1 0 0 0 0,0 1 0 0 0,-1-1 1 0 0,0 0-1 0 0,0 1 0 0 0,-1-1 0 0 0,1 1 1 0 0,-6-13-1 0 0,5 17-9 0 0,1-1 0 0 0,-1 0 0 0 0,0 1 0 0 0,-1-1 0 0 0,1 1 0 0 0,-1 0 1 0 0,1 0-1 0 0,-1 0 0 0 0,0 0 0 0 0,0 0 0 0 0,0 0 0 0 0,-1 1 0 0 0,1 0 0 0 0,0-1 0 0 0,-5-1 0 0 0,4 3 4 0 0,-1-1-1 0 0,0 1 0 0 0,0 0 1 0 0,0 0-1 0 0,0 1 0 0 0,0 0 1 0 0,0-1-1 0 0,0 1 0 0 0,0 1 1 0 0,1-1-1 0 0,-1 1 1 0 0,-8 2-1 0 0,-4 2 57 0 0,0 0 0 0 0,0 2 0 0 0,0 0 0 0 0,1 1 0 0 0,0 0 0 0 0,1 1 0 0 0,0 1 0 0 0,0 1 0 0 0,1 0 0 0 0,-14 14 0 0 0,14-11 175 0 0,0 0-1 0 0,1 1 1 0 0,1 0-1 0 0,1 1 1 0 0,0 1 0 0 0,1-1-1 0 0,0 2 1 0 0,2-1-1 0 0,-8 23 1 0 0,14-33-117 0 0,0 1 1 0 0,0 0 0 0 0,0 0-1 0 0,1-1 1 0 0,1 1-1 0 0,-1 0 1 0 0,1 0-1 0 0,0 0 1 0 0,1 0 0 0 0,0 0-1 0 0,0 0 1 0 0,1 0-1 0 0,0 0 1 0 0,1-1 0 0 0,5 14-1 0 0,-3-12-30 0 0,0 0 0 0 0,1-1 0 0 0,0 1 0 0 0,0-1 0 0 0,1 0 0 0 0,0 0 0 0 0,1-1 0 0 0,-1 0 0 0 0,1 0 0 0 0,1-1 0 0 0,16 10 0 0 0,-2-4 4 0 0,1-1-1 0 0,0-2 0 0 0,1 0 0 0 0,0-1 0 0 0,43 7 1 0 0,-19-7-443 0 0,0-2 1 0 0,57-2 0 0 0,-60-5-1753 0 0,89-13 0 0 0,-99 7-2658 0 0,45-15 0 0 0,-24 3-5514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05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103 133 2504 0 0,'0'0'4229'0'0,"-14"-12"-1005"0"0,8 7-744 0 0,-3-2-484 0 0,0-3-396 0 0,1 1-311 0 0,1-3-853 0 0,-5 0-1448 0 0,-4-9-2001 0 0,6 2-1275 0 0,-2-6-2753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21 1668 0 0,'12'-9'3693'0'0,"3"-2"-1233"0"0,-14 11-2285 0 0,0 0-1 0 0,-1 0 1 0 0,1-1-1 0 0,-1 1 0 0 0,1 0 1 0 0,0 0-1 0 0,-1 0 1 0 0,1 0-1 0 0,0 0 1 0 0,-1 0-1 0 0,1 0 0 0 0,-1 0 1 0 0,1 0-1 0 0,0 1 1 0 0,-1-1-1 0 0,1 0 0 0 0,-1 0 1 0 0,1 0-1 0 0,0 1 1 0 0,-1-1-1 0 0,1 0 1 0 0,-1 1-1 0 0,1-1 0 0 0,0 1 1 0 0,-1 0-130 0 0,1 0 1 0 0,-1 0-1 0 0,0 0 1 0 0,1 0-1 0 0,-1-1 1 0 0,0 1-1 0 0,0 0 1 0 0,0 0-1 0 0,0 0 1 0 0,0 0 0 0 0,0 0-1 0 0,0 0 1 0 0,0 0-1 0 0,0 0 1 0 0,-1 0-1 0 0,1-1 1 0 0,0 1-1 0 0,0 0 1 0 0,-1 1-1 0 0,1-1 62 0 0,-6 18 134 0 0,-1-1 0 0 0,0 0 0 0 0,-1 0 0 0 0,-1-1 0 0 0,-18 27 0 0 0,5-7-70 0 0,-140 250-269 0 0,56-96-7094 0 0,100-180 6409 0 0,-19 32-3556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43 696 2616 0 0,'-29'7'4592'0'0,"28"-7"-4479"0"0,1 0 1 0 0,-1 1 0 0 0,0-1-1 0 0,0 1 1 0 0,0-1-1 0 0,1 1 1 0 0,-1 0-1 0 0,0-1 1 0 0,0 1 0 0 0,1 0-1 0 0,-1-1 1 0 0,1 1-1 0 0,-1 0 1 0 0,1 0-1 0 0,-1-1 1 0 0,1 1-1 0 0,-1 0 1 0 0,1 0 0 0 0,0 0-1 0 0,-1 0 1 0 0,1 0-1 0 0,0 0 1 0 0,0 0-1 0 0,-1 0 1 0 0,1-1 0 0 0,0 1-1 0 0,0 0 1 0 0,0 0-1 0 0,0 0 1 0 0,1 2-1 0 0,1 6 126 0 0,0 0 0 0 0,0 0 0 0 0,1 0 0 0 0,0-1 1 0 0,1 1-1 0 0,0-1 0 0 0,1 0 0 0 0,-1 0 0 0 0,1 0 0 0 0,1-1 0 0 0,0 1 0 0 0,0-1 0 0 0,0-1 0 0 0,1 1 0 0 0,11 8 0 0 0,-9-9-182 0 0,0 0 0 0 0,0-1 0 0 0,0-1 0 0 0,1 1-1 0 0,0-1 1 0 0,0-1 0 0 0,0 0 0 0 0,0 0 0 0 0,0-1 0 0 0,1-1 0 0 0,-1 1 0 0 0,1-2 0 0 0,18 0-1 0 0,-6-2-23 0 0,-1-1-1 0 0,0-2 0 0 0,-1 0 1 0 0,1-1-1 0 0,-1-1 0 0 0,0-1 0 0 0,-1 0 1 0 0,0-2-1 0 0,0-1 0 0 0,-1 0 0 0 0,0-1 1 0 0,-1-1-1 0 0,0-1 0 0 0,-2-1 1 0 0,27-28-1 0 0,-19 16-26 0 0,-2-1 1 0 0,-1-1-1 0 0,-2 0 1 0 0,-1-1 0 0 0,-1-1-1 0 0,-1-1 1 0 0,-2-1-1 0 0,-1 0 1 0 0,10-42-1 0 0,-5-2 3 0 0,-4 0-1 0 0,7-125 1 0 0,-20 196-16 0 0,-2-16-55 0 0,1 22 61 0 0,0 0 0 0 0,0 0 0 0 0,0 0 1 0 0,0-1-1 0 0,0 1 0 0 0,-1 0 0 0 0,1 0 0 0 0,0 0 0 0 0,0 0 0 0 0,0-1 0 0 0,0 1 0 0 0,-1 0 0 0 0,1 0 0 0 0,0 0 1 0 0,0 0-1 0 0,0 0 0 0 0,-1 0 0 0 0,1-1 0 0 0,0 1 0 0 0,0 0 0 0 0,0 0 0 0 0,-1 0 0 0 0,1 0 0 0 0,0 0 1 0 0,0 0-1 0 0,0 0 0 0 0,-1 0 0 0 0,1 0 0 0 0,0 0 0 0 0,0 0 0 0 0,-1 0 0 0 0,1 0 0 0 0,0 0 0 0 0,0 0 1 0 0,0 0-1 0 0,-1 1 0 0 0,1-1 0 0 0,0 0 0 0 0,0 0 0 0 0,0 0 0 0 0,-1 0 0 0 0,1 0 0 0 0,0 0 0 0 0,0 1 1 0 0,0-1-1 0 0,0 0 0 0 0,0 0 0 0 0,-1 0 0 0 0,1 0 0 0 0,0 1 0 0 0,0-1 0 0 0,0 0 0 0 0,0 0 0 0 0,0 0 0 0 0,0 1 1 0 0,0-1-1 0 0,0 0 0 0 0,0 0 0 0 0,-1 0 0 0 0,1 1 0 0 0,-8 14 0 0 0,7-15-1 0 0,-31 67-6 0 0,3 2 0 0 0,3 1-1 0 0,3 1 1 0 0,-25 138 0 0 0,42-174-15 0 0,2-1 1 0 0,0 53-1 0 0,5-74 21 0 0,-1 0-1 0 0,2 0 1 0 0,-1 0 0 0 0,2 0 0 0 0,0 0-1 0 0,0-1 1 0 0,1 1 0 0 0,1-1-1 0 0,11 21 1 0 0,-13-28 2 0 0,0 0-1 0 0,0 0 1 0 0,1-1-1 0 0,0 1 1 0 0,0-1-1 0 0,0 0 1 0 0,0 0-1 0 0,1 0 1 0 0,0-1 0 0 0,0 0-1 0 0,0 0 1 0 0,0 0-1 0 0,0 0 1 0 0,0-1-1 0 0,1 0 1 0 0,-1 0-1 0 0,1 0 1 0 0,-1-1 0 0 0,1 0-1 0 0,0 0 1 0 0,0 0-1 0 0,0-1 1 0 0,-1 0-1 0 0,1 0 1 0 0,0 0-1 0 0,0-1 1 0 0,0 0-1 0 0,7-2 1 0 0,0 0-64 0 0,0-1 0 0 0,-1-1 0 0 0,1 0 0 0 0,-1-1 0 0 0,0 0 0 0 0,0-1 0 0 0,0 0 0 0 0,-1-1 0 0 0,-1-1 0 0 0,1 1 0 0 0,11-14 0 0 0,-5 2-95 0 0,0-1 0 0 0,-2-1-1 0 0,0 0 1 0 0,-1-2 0 0 0,-2 1 0 0 0,0-1 0 0 0,-2-1 0 0 0,0 0 0 0 0,9-43 0 0 0,-1-18-14 0 0,11-139 1 0 0,-25 183 230 0 0,-3 12 175 0 0,-2 25 82 0 0,1 18-80 0 0,-13 225 1109 0 0,6-142-1172 0 0,-10 334 172 0 0,16-430-342 0 0,1 0 1 0 0,0 0-1 0 0,0 1 0 0 0,0-1 1 0 0,0 0-1 0 0,0 1 0 0 0,0-1 1 0 0,0 0-1 0 0,0 0 0 0 0,0 1 1 0 0,0-1-1 0 0,0 0 0 0 0,0 0 0 0 0,0 1 1 0 0,0-1-1 0 0,0 0 0 0 0,0 1 1 0 0,0-1-1 0 0,0 0 0 0 0,0 0 1 0 0,0 1-1 0 0,0-1 0 0 0,0 0 1 0 0,0 0-1 0 0,1 1 0 0 0,-1-1 1 0 0,0 0-1 0 0,0 0 0 0 0,0 1 0 0 0,0-1 1 0 0,1 0-1 0 0,-1 0 0 0 0,0 0 1 0 0,0 1-1 0 0,1-1 0 0 0,-1 0 1 0 0,0 0-1 0 0,0 0 0 0 0,1 0 1 0 0,-1 0-1 0 0,0 0 0 0 0,1 1 0 0 0,9-12 45 0 0,6-22-1 0 0,1-9 14 0 0,2 1 0 0 0,43-72 1 0 0,-55 102-66 0 0,0 1 0 0 0,1 0 0 0 0,0 0 0 0 0,1 1 0 0 0,0 0 0 0 0,0 0 0 0 0,1 1 0 0 0,0 1 0 0 0,0-1 1 0 0,1 1-1 0 0,0 1 0 0 0,1 0 0 0 0,-1 1 0 0 0,1 0 0 0 0,14-4 0 0 0,-22 8 5 0 0,0 1-1 0 0,0-1 1 0 0,0 0-1 0 0,0 1 1 0 0,0 0-1 0 0,0 0 1 0 0,0 0-1 0 0,1 0 1 0 0,-1 1-1 0 0,0 0 1 0 0,0 0-1 0 0,0 0 1 0 0,-1 0-1 0 0,1 0 1 0 0,0 1-1 0 0,0 0 1 0 0,-1 0-1 0 0,1 0 1 0 0,-1 0-1 0 0,1 0 1 0 0,-1 1-1 0 0,0-1 1 0 0,0 1-1 0 0,3 3 1 0 0,-2-1-1 0 0,-1 0 1 0 0,1 1-1 0 0,-1-1 0 0 0,0 1 1 0 0,0-1-1 0 0,-1 1 0 0 0,0 0 1 0 0,0 0-1 0 0,0 0 0 0 0,-1 0 1 0 0,0 0-1 0 0,0 1 0 0 0,0-1 1 0 0,-1 0-1 0 0,0 7 0 0 0,-2 14-2 0 0,-2 1 0 0 0,-8 30 0 0 0,5-29 3 0 0,-3 43 0 0 0,9-71 4 0 0,1 1 1 0 0,0 0-1 0 0,0-1 0 0 0,0 1 1 0 0,0 0-1 0 0,0-1 0 0 0,1 1 1 0 0,-1 0-1 0 0,0-1 0 0 0,1 1 1 0 0,-1 0-1 0 0,1-1 0 0 0,0 1 1 0 0,-1-1-1 0 0,1 1 0 0 0,0-1 1 0 0,0 1-1 0 0,0-1 0 0 0,0 0 1 0 0,0 0-1 0 0,0 1 0 0 0,0-1 1 0 0,2 1-1 0 0,0 0 1 0 0,0-1 1 0 0,0 0-1 0 0,-1 0 0 0 0,1 0 1 0 0,0 0-1 0 0,0 0 0 0 0,0-1 0 0 0,0 1 1 0 0,0-1-1 0 0,0 0 0 0 0,0 1 1 0 0,3-2-1 0 0,8 0 11 0 0,-1-1 0 0 0,0-1 0 0 0,0 0 0 0 0,23-8 0 0 0,-3-3 7 0 0,-1-1-1 0 0,0-2 0 0 0,-1-1 0 0 0,-1-1 0 0 0,0-1 0 0 0,-2-2 0 0 0,-1-1 0 0 0,0-2 0 0 0,-2 0 0 0 0,40-51 0 0 0,-60 68-31 0 0,0 1-1 0 0,-1-1 1 0 0,0 0-1 0 0,0 0 0 0 0,0 0 1 0 0,-1-1-1 0 0,0 1 1 0 0,-1-1-1 0 0,0 0 1 0 0,-1 0-1 0 0,1 0 1 0 0,-1-13-1 0 0,-1 22 9 0 0,0-1 0 0 0,0 1 0 0 0,0-1-1 0 0,0 1 1 0 0,0-1 0 0 0,0 1 0 0 0,-1-1-1 0 0,1 1 1 0 0,0-1 0 0 0,0 1 0 0 0,0-1 0 0 0,-1 1-1 0 0,1 0 1 0 0,0-1 0 0 0,0 1 0 0 0,-1-1 0 0 0,1 1-1 0 0,0 0 1 0 0,-1-1 0 0 0,1 1 0 0 0,0 0 0 0 0,-1-1-1 0 0,1 1 1 0 0,-1 0 0 0 0,1-1 0 0 0,0 1-1 0 0,-1 0 1 0 0,1 0 0 0 0,-1 0 0 0 0,1-1 0 0 0,-1 1-1 0 0,1 0 1 0 0,-1 0 0 0 0,1 0 0 0 0,-1 0 0 0 0,1 0-1 0 0,-1 0 1 0 0,1 0 0 0 0,-1 0 0 0 0,1 0-1 0 0,-1 0 1 0 0,1 0 0 0 0,-1 0 0 0 0,1 1 0 0 0,-1-1-1 0 0,1 0 1 0 0,-1 1 0 0 0,-22 9-9 0 0,12-1 4 0 0,0 1 0 0 0,0 0 0 0 0,1 0 0 0 0,0 2 0 0 0,1-1 0 0 0,0 1 0 0 0,-13 24-1 0 0,12-17-1 0 0,0 1-1 0 0,1 1 0 0 0,2 0 0 0 0,-9 32 0 0 0,14-45 9 0 0,1-1 0 0 0,0 1 0 0 0,0 0-1 0 0,0 0 1 0 0,1 0 0 0 0,0 0-1 0 0,1-1 1 0 0,0 1 0 0 0,0 0 0 0 0,0 0-1 0 0,1 0 1 0 0,0-1 0 0 0,1 1-1 0 0,6 12 1 0 0,-5-13 3 0 0,0-1 0 0 0,1 0 0 0 0,-1 0 0 0 0,1-1 0 0 0,1 1 0 0 0,-1-1 0 0 0,1 0 0 0 0,0 0 0 0 0,0-1 0 0 0,0 0 0 0 0,1 0 0 0 0,-1 0 0 0 0,1-1 0 0 0,0 0 0 0 0,10 3 0 0 0,-7-3 3 0 0,1-1 0 0 0,-1 0 0 0 0,1-1 0 0 0,0 0 0 0 0,-1-1 0 0 0,1 0 0 0 0,0-1 0 0 0,-1 0 0 0 0,1 0 0 0 0,0-1-1 0 0,9-3 1 0 0,7-3 5 0 0,-2-1-1 0 0,1-1 0 0 0,26-15 0 0 0,-18 6 0 0 0,-1-2 0 0 0,57-45-1 0 0,49-61 49 0 0,-4 4-74 0 0,-131 119 11 0 0,0 1-1 0 0,1 0 1 0 0,-1-1-1 0 0,0 2 1 0 0,1-1-1 0 0,0 0 1 0 0,0 1-1 0 0,0 0 1 0 0,0 0-1 0 0,0 1 1 0 0,0-1-1 0 0,9 0 1 0 0,-13 2 5 0 0,0 0 0 0 0,0 0-1 0 0,0 0 1 0 0,0 0 0 0 0,0 1 0 0 0,0-1 0 0 0,1 0 0 0 0,-1 1 0 0 0,0-1 0 0 0,0 0-1 0 0,0 1 1 0 0,0 0 0 0 0,0-1 0 0 0,0 1 0 0 0,-1 0 0 0 0,1-1 0 0 0,0 1-1 0 0,0 0 1 0 0,0 0 0 0 0,-1 0 0 0 0,1-1 0 0 0,0 1 0 0 0,-1 0 0 0 0,1 0 0 0 0,-1 0-1 0 0,1 0 1 0 0,-1 0 0 0 0,1 0 0 0 0,0 3 0 0 0,5 30 36 0 0,-6-18-10 0 0,-1 0-1 0 0,0 0 0 0 0,-2-1 0 0 0,1 1 0 0 0,-2-1 0 0 0,-8 23 0 0 0,-41 90 63 0 0,42-104-67 0 0,2-4 8 0 0,1-2 492 0 0,-17 31 1 0 0,23-48-380 0 0,15-17 148 0 0,12-23-244 0 0,1 1 0 0 0,2 1 0 0 0,2 1 0 0 0,1 1 0 0 0,2 2-1 0 0,1 2 1 0 0,49-36 0 0 0,-77 63-49 0 0,0 0 1 0 0,1 0-1 0 0,-1 1 0 0 0,10-5 1 0 0,0 6-4 0 0,-13 2 7 0 0,0 0-1 0 0,0 1 1 0 0,1-1-1 0 0,-1 1 1 0 0,0-1-1 0 0,0 1 1 0 0,0 0 0 0 0,0 0-1 0 0,0 0 1 0 0,0 0-1 0 0,0 1 1 0 0,0-1-1 0 0,-1 1 1 0 0,1 0-1 0 0,0 0 1 0 0,-1 0-1 0 0,1 0 1 0 0,-1 0-1 0 0,0 0 1 0 0,3 4-1 0 0,-2-1 1 0 0,-1-1 0 0 0,1 1 0 0 0,-1 0 0 0 0,0 0 1 0 0,0 0-1 0 0,-1 0 0 0 0,1 0 0 0 0,-1 0 0 0 0,0 0 0 0 0,-1 0 0 0 0,1 1 0 0 0,-1 6 0 0 0,-2 26 33 0 0,-2 0 1 0 0,-9 44-1 0 0,-6 46-1062 0 0,19-110-508 0 0,-1 3-5540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3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34 912 0 0,'-118'-14'3935'0'0,"50"5"-1169"0"0,-73-1-1 0 0,127 13-2301 0 0,7 1 470 0 0,65 9-724 0 0,1-3 0 0 0,97 3-1 0 0,-96-8-198 0 0,134 9-1422 0 0,-63-6-2299 0 0,-19-2-1181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4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695 139 1952 0 0,'1'-4'440'0'0,"0"1"0"0"0,0-1 0 0 0,-1 1 0 0 0,1-1 0 0 0,-1 0 0 0 0,0 1 0 0 0,0-1 0 0 0,0 1 0 0 0,0-1 0 0 0,-1 0 0 0 0,0 1 0 0 0,1-1 0 0 0,-1 1 0 0 0,0-1 0 0 0,-1 1 1 0 0,1 0-1 0 0,-1-1 0 0 0,1 1 0 0 0,-5-6 0 0 0,-1 1-22 0 0,0-1 1 0 0,0 2-1 0 0,0-1 1 0 0,-1 1-1 0 0,-13-10 1 0 0,19 16-385 0 0,0 0 0 0 0,0 0 0 0 0,-1 1 0 0 0,1-1 0 0 0,0 0 0 0 0,0 1 0 0 0,0-1 0 0 0,-1 1 1 0 0,1 0-1 0 0,0 0 0 0 0,0 0 0 0 0,-1 0 0 0 0,1 0 0 0 0,-3 1 0 0 0,-31 8 367 0 0,21-3-271 0 0,1 1 1 0 0,0 1-1 0 0,0 0 0 0 0,1 1 0 0 0,0 1 1 0 0,0 0-1 0 0,-14 15 0 0 0,-72 89 345 0 0,92-105-445 0 0,-52 67 215 0 0,-53 88-1 0 0,82-113-164 0 0,3 1 0 0 0,-42 110 1 0 0,62-143-66 0 0,2-1 0 0 0,0 1 1 0 0,1 0-1 0 0,1 1 0 0 0,1-1 0 0 0,0 1 1 0 0,2 22-1 0 0,1-31-3 0 0,1 0 0 0 0,0 0 0 0 0,0 1 0 0 0,1-1 0 0 0,0-1 0 0 0,1 1 0 0 0,1 0 0 0 0,-1-1 0 0 0,2 0 0 0 0,-1 0 0 0 0,2 0 0 0 0,-1-1 0 0 0,13 14 1 0 0,-5-9-36 0 0,0-1 1 0 0,1-1-1 0 0,1 0 1 0 0,0 0-1 0 0,1-2 1 0 0,0 0-1 0 0,0-1 1 0 0,1-1-1 0 0,0 0 1 0 0,38 9-1 0 0,-26-9-750 0 0,0-2 0 0 0,39 3-1 0 0,-36-7-2361 0 0,60-5-1 0 0,-43-1-2365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4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412 176 1340 0 0,'-4'-41'4719'0'0,"-12"-61"-1"0"0,16 100-4644 0 0,0 1 0 0 0,0-1 0 0 0,-1 1 0 0 0,1-1 0 0 0,0 1 0 0 0,-1-1 1 0 0,0 1-1 0 0,1 0 0 0 0,-1-1 0 0 0,0 1 0 0 0,1 0 0 0 0,-1 0 0 0 0,0-1 0 0 0,0 1 0 0 0,0 0 0 0 0,0 0 0 0 0,0 0 0 0 0,-1 0 0 0 0,1 0 1 0 0,0 0-1 0 0,0 1 0 0 0,-1-1 0 0 0,1 0 0 0 0,0 1 0 0 0,-1-1 0 0 0,1 1 0 0 0,0-1 0 0 0,-1 1 0 0 0,1-1 0 0 0,-1 1 0 0 0,1 0 0 0 0,-1 0 1 0 0,1 0-1 0 0,-1 0 0 0 0,1 0 0 0 0,-1 0 0 0 0,1 0 0 0 0,-1 1 0 0 0,1-1 0 0 0,-1 0 0 0 0,1 1 0 0 0,0-1 0 0 0,-1 1 0 0 0,-1 0 0 0 0,-4 3 113 0 0,0-1-1 0 0,0 1 0 0 0,0 0 0 0 0,0 1 1 0 0,0 0-1 0 0,-9 9 0 0 0,-10 12 90 0 0,2 2-1 0 0,1 1 1 0 0,1 0-1 0 0,1 2 1 0 0,-25 51-1 0 0,21-30-136 0 0,2 1-1 0 0,-28 103 1 0 0,44-131-78 0 0,2 1 0 0 0,1 0 0 0 0,1 0 0 0 0,1 0 0 0 0,1 0 0 0 0,2 1 0 0 0,5 39 0 0 0,-4-53-349 0 0,1 0-1 0 0,0-1 0 0 0,1 1 0 0 0,1-1 0 0 0,0 0 0 0 0,0 0 0 0 0,12 16 0 0 0,-12-21-454 0 0,0 1-1 0 0,1-1 1 0 0,1 0-1 0 0,-1-1 1 0 0,1 0-1 0 0,0 0 1 0 0,0 0-1 0 0,1-1 1 0 0,-1 0 0 0 0,1-1-1 0 0,14 7 1 0 0,0-4-3592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1 257 652 0 0,'1'-12'927'0'0,"1"0"0"0"0,1 0 0 0 0,0 0 0 0 0,0 0-1 0 0,1 1 1 0 0,1 0 0 0 0,0-1 0 0 0,8-11 0 0 0,-11 19-772 0 0,1 1-1 0 0,0-1 1 0 0,0 1-1 0 0,0 0 1 0 0,0-1-1 0 0,1 1 1 0 0,-1 1 0 0 0,1-1-1 0 0,0 0 1 0 0,-1 1-1 0 0,1 0 1 0 0,0 0 0 0 0,1 0-1 0 0,-1 0 1 0 0,0 1-1 0 0,0 0 1 0 0,1 0-1 0 0,-1 0 1 0 0,1 0 0 0 0,-1 1-1 0 0,1-1 1 0 0,-1 1-1 0 0,1 0 1 0 0,8 2 0 0 0,-4-1-6 0 0,1 1 0 0 0,-1 0 0 0 0,0 1 0 0 0,1 0 0 0 0,-1 0 0 0 0,-1 1 1 0 0,1 0-1 0 0,-1 1 0 0 0,1 0 0 0 0,-1 0 0 0 0,0 1 0 0 0,-1 0 0 0 0,0 0 1 0 0,12 13-1 0 0,-15-15-62 0 0,-1 1 1 0 0,1 0 0 0 0,-1 0-1 0 0,0 0 1 0 0,0 0-1 0 0,-1 0 1 0 0,0 1 0 0 0,1-1-1 0 0,-2 1 1 0 0,1 0-1 0 0,-1-1 1 0 0,0 1 0 0 0,0 0-1 0 0,0 0 1 0 0,-1 0-1 0 0,0 0 1 0 0,0 0 0 0 0,-1 0-1 0 0,1-1 1 0 0,-1 1 0 0 0,-1 0-1 0 0,1 0 1 0 0,-1-1-1 0 0,0 1 1 0 0,-3 5 0 0 0,0-1 52 0 0,0 0 0 0 0,-1-1 0 0 0,0 1 0 0 0,-1-1 0 0 0,0 0 0 0 0,-1-1 0 0 0,-10 10 0 0 0,-7 3 254 0 0,-32 20-1 0 0,40-28-260 0 0,-3-4 23 0 0,18-8-125 0 0,1-1-28 0 0,1-1 0 0 0,0 0-1 0 0,-1 1 1 0 0,1-1 0 0 0,0 0 0 0 0,0 1-1 0 0,0-1 1 0 0,-1 0 0 0 0,1 1-1 0 0,0-1 1 0 0,0 0 0 0 0,0 0 0 0 0,0 1-1 0 0,0-1 1 0 0,0 0 0 0 0,0 1 0 0 0,1-1-1 0 0,-1-1 1 0 0,15-17-30 0 0,2 0 0 0 0,-1 1 0 0 0,2 1 0 0 0,26-19 0 0 0,-9 6-45 0 0,73-61-100 0 0,55-51 35 0 0,-154 134 130 0 0,0-1 0 0 0,-2 0-1 0 0,1 0 1 0 0,-1-1 0 0 0,7-12 0 0 0,-13 21 6 0 0,0 0 0 0 0,-1-1 0 0 0,1 1 0 0 0,-1 0 0 0 0,1 0 1 0 0,-1-1-1 0 0,1 1 0 0 0,-1 0 0 0 0,0-1 0 0 0,0 1 0 0 0,0 0 0 0 0,0-3 1 0 0,0 4-2 0 0,0-1 1 0 0,0 1 0 0 0,0-1 0 0 0,0 1 0 0 0,0-1 0 0 0,-1 1 0 0 0,1-1 0 0 0,0 1 0 0 0,-1-1 0 0 0,1 1 0 0 0,0-1 0 0 0,0 1 0 0 0,-1 0 0 0 0,1-1 0 0 0,-1 1 0 0 0,1-1 0 0 0,0 1 0 0 0,-1 0 0 0 0,1 0 0 0 0,-1-1-1 0 0,-1 0 1 0 0,0 1-1 0 0,1-1 0 0 0,-1 1 0 0 0,0-1 0 0 0,0 1 0 0 0,1 0 0 0 0,-1 0 0 0 0,0 0 1 0 0,0 0-1 0 0,-1 0 0 0 0,-4 2 0 0 0,1-1 1 0 0,0 1-1 0 0,0 0 1 0 0,0 0 0 0 0,0 1-1 0 0,0 0 1 0 0,1 0-1 0 0,-1 1 1 0 0,1-1-1 0 0,-8 8 1 0 0,3-2 1 0 0,0 0 1 0 0,0 1-1 0 0,-14 20 1 0 0,17-21 1 0 0,1 0 0 0 0,1 1 0 0 0,0-1 1 0 0,0 1-1 0 0,1 0 0 0 0,0 1 1 0 0,1-1-1 0 0,0 0 0 0 0,0 1 0 0 0,1 0 1 0 0,1 0-1 0 0,-1 12 0 0 0,2-15 2 0 0,1 0 0 0 0,0 0 0 0 0,0 0 1 0 0,1 0-1 0 0,0 0 0 0 0,0-1 0 0 0,0 1 0 0 0,1-1 0 0 0,1 1 1 0 0,-1-1-1 0 0,1 0 0 0 0,0 0 0 0 0,1 0 0 0 0,0-1 0 0 0,0 1 1 0 0,11 10-1 0 0,-5-8-67 0 0,0 1 0 0 0,1-1 0 0 0,0-1 0 0 0,1 0 1 0 0,0-1-1 0 0,0-1 0 0 0,0 1 0 0 0,1-2 0 0 0,0 0 0 0 0,0-1 0 0 0,16 3 1 0 0,-16-5-606 0 0,0 0 1 0 0,0-1-1 0 0,0 0 1 0 0,26-3 0 0 0,-28 0-593 0 0,0 0 1 0 0,0 0 0 0 0,0-1-1 0 0,-1-1 1 0 0,21-9 0 0 0,-1-3-3816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561 75 2272 0 0,'0'-15'1656'0'0,"0"5"-108"0"0,0 0 1 0 0,0 0-1 0 0,3-13 1 0 0,-3 22-1496 0 0,0 1 0 0 0,1-1 0 0 0,-1 1 0 0 0,0 0 1 0 0,0-1-1 0 0,1 1 0 0 0,-1 0 0 0 0,0-1 0 0 0,1 1 1 0 0,-1 0-1 0 0,0 0 0 0 0,1-1 0 0 0,-1 1 0 0 0,0 0 1 0 0,1 0-1 0 0,-1 0 0 0 0,0 0 0 0 0,1-1 0 0 0,-1 1 1 0 0,1 0-1 0 0,-1 0 0 0 0,0 0 0 0 0,1 0 0 0 0,-1 0 1 0 0,1 0-1 0 0,-1 0 0 0 0,1 0 0 0 0,-1 0 0 0 0,0 0 0 0 0,1 0 1 0 0,-1 0-1 0 0,1 0 0 0 0,-1 1 0 0 0,0-1 0 0 0,1 0 1 0 0,-1 0-1 0 0,1 0 0 0 0,-1 1 0 0 0,14 5 639 0 0,-13-6-685 0 0,7 5 238 0 0,-1 1-1 0 0,1 0 1 0 0,-1 0-1 0 0,0 0 0 0 0,-1 1 1 0 0,1-1-1 0 0,-1 2 1 0 0,8 12-1 0 0,0 2 201 0 0,19 43 0 0 0,-26-48-368 0 0,0 0 1 0 0,-2 0 0 0 0,0 0-1 0 0,-1 1 1 0 0,0 0 0 0 0,-2-1-1 0 0,0 1 1 0 0,-1 0-1 0 0,-2 19 1 0 0,-1-12-23 0 0,-1-1-1 0 0,-1 0 0 0 0,-1 0 1 0 0,-2 0-1 0 0,0-1 1 0 0,-11 23-1 0 0,-3-3 0 0 0,-2-1-1 0 0,-1-1 1 0 0,-3-1-1 0 0,-1-1 0 0 0,-1-1 1 0 0,-47 44-1 0 0,24-31-79 0 0,-94 72 0 0 0,35-52-2213 0 0,80-54-1124 0 0,-56 21 0 0 0,43-23-2732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5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1936 0 0,'22'-72'9376'0'0,"-22"71"-9327"0"0,0 1 0 0 0,0 0 0 0 0,0-1 0 0 0,0 1 0 0 0,0 0 0 0 0,0-1 0 0 0,0 1 0 0 0,0 0 0 0 0,0-1 0 0 0,0 1-1 0 0,0 0 1 0 0,0-1 0 0 0,0 1 0 0 0,0 0 0 0 0,0-1 0 0 0,0 1 0 0 0,1 0 0 0 0,-1 0 0 0 0,0-1 0 0 0,0 1 0 0 0,0 0-1 0 0,1 0 1 0 0,-1-1 0 0 0,0 1 0 0 0,0 0 0 0 0,1 0 0 0 0,-1 0 0 0 0,0-1 0 0 0,0 1 0 0 0,1 0 0 0 0,-1 0 0 0 0,0 0 0 0 0,1 0-1 0 0,-1 0 1 0 0,0-1 0 0 0,0 1 0 0 0,1 0 0 0 0,-1 0 0 0 0,0 0 0 0 0,1 0 0 0 0,-1 0 0 0 0,0 0 0 0 0,1 0 0 0 0,-1 0 0 0 0,0 0-1 0 0,1 0 1 0 0,-1 1 0 0 0,1-1-9 0 0,0 1-1 0 0,-1-1 1 0 0,1 1-1 0 0,0-1 1 0 0,-1 1-1 0 0,1 0 1 0 0,-1-1-1 0 0,1 1 1 0 0,-1 0-1 0 0,0-1 1 0 0,1 1-1 0 0,-1 0 1 0 0,0 0-1 0 0,1-1 1 0 0,-1 1-1 0 0,0 0 1 0 0,0 1-1 0 0,2 22 133 0 0,-2 0 0 0 0,-1 0-1 0 0,0 0 1 0 0,-7 26 0 0 0,5-23-101 0 0,-1-2-406 0 0,-16 156 1365 0 0,18-90-2678 0 0,10-2-4964 0 0,-3-66 1280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296 115 2244 0 0,'-1'-19'1786'0'0,"2"11"-1197"0"0,-1 1 1 0 0,-1 0-1 0 0,1-1 0 0 0,-1 1 1 0 0,-1 0-1 0 0,1 0 0 0 0,-1 0 1 0 0,-1 0-1 0 0,1 0 1 0 0,-5-8-1 0 0,6 14-533 0 0,0 0 0 0 0,0 0 0 0 0,1 1 1 0 0,-1-1-1 0 0,0 0 0 0 0,0 1 0 0 0,0-1 0 0 0,0 1 0 0 0,0-1 0 0 0,0 1 1 0 0,-1 0-1 0 0,1-1 0 0 0,0 1 0 0 0,0 0 0 0 0,0 0 0 0 0,0 0 0 0 0,0 0 1 0 0,0 0-1 0 0,-1 0 0 0 0,1 0 0 0 0,-2 0 0 0 0,-23 8 366 0 0,19-4-352 0 0,0 0 0 0 0,0 0 0 0 0,0 1 0 0 0,1-1 0 0 0,-1 2 0 0 0,1-1 0 0 0,0 1 0 0 0,1-1 0 0 0,-1 2 0 0 0,-6 10 0 0 0,9-14-63 0 0,1 0 1 0 0,0 0 0 0 0,1 0-1 0 0,-1 0 1 0 0,1 1-1 0 0,-1-1 1 0 0,1 0 0 0 0,0 1-1 0 0,0-1 1 0 0,0 1 0 0 0,1-1-1 0 0,-1 1 1 0 0,1 0-1 0 0,0-1 1 0 0,0 1 0 0 0,0-1-1 0 0,0 1 1 0 0,1 0 0 0 0,0-1-1 0 0,-1 1 1 0 0,1-1-1 0 0,1 1 1 0 0,-1-1 0 0 0,0 0-1 0 0,4 6 1 0 0,3 2-3 0 0,0-1 1 0 0,1 0-1 0 0,1 0 0 0 0,0-1 1 0 0,0-1-1 0 0,14 10 1 0 0,74 41 354 0 0,-35-24 151 0 0,-35-18-278 0 0,-11-7 51 0 0,0 0 1 0 0,0 2 0 0 0,25 22 0 0 0,-40-33-219 0 0,-1 0 1 0 0,0 0 0 0 0,0 0-1 0 0,0 0 1 0 0,0 0 0 0 0,0 1-1 0 0,0-1 1 0 0,-1 0 0 0 0,1 1-1 0 0,0-1 1 0 0,-1 0 0 0 0,1 1-1 0 0,-1-1 1 0 0,1 1 0 0 0,-1-1-1 0 0,1 1 1 0 0,-1-1 0 0 0,0 1-1 0 0,0-1 1 0 0,0 1 0 0 0,0-1-1 0 0,0 1 1 0 0,0-1 0 0 0,-1 3-1 0 0,0-2-6 0 0,0 1 1 0 0,-1-1-1 0 0,1 0 0 0 0,0 1 0 0 0,-1-1 0 0 0,0 0 1 0 0,1 0-1 0 0,-1 0 0 0 0,0 0 0 0 0,0-1 0 0 0,0 1 1 0 0,-5 2-1 0 0,-4 3 37 0 0,-2-1 0 0 0,1 0 0 0 0,-1 0 0 0 0,-16 3 0 0 0,-6 2 142 0 0,-2-2-1 0 0,-63 7 1 0 0,84-14-695 0 0,1-1 0 0 0,0-1-1 0 0,-1-1 1 0 0,1 0 0 0 0,-1-1 0 0 0,1 0 0 0 0,0-1 0 0 0,0-1-1 0 0,-21-8 1 0 0,28 8-1179 0 0,0-1 0 0 0,0 1 0 0 0,-14-12 0 0 0,1-3-3928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6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56 1820 0 0,'-3'-14'2064'0'0,"1"2"-552"0"0,0 2-251 0 0,-1 1 455 0 0,3-1 20 0 0,12 20-1588 0 0,-5-1-392 0 0,-1 3-592 0 0,5 3-2084 0 0,-1 2-933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7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100 906 480 0 0,'-11'3'1472'0'0,"0"1"0"0"0,1-1 0 0 0,0 2 0 0 0,0-1 0 0 0,-15 11-1 0 0,23-14-1385 0 0,0 0-1 0 0,1 0 0 0 0,-1 0 0 0 0,1 1 0 0 0,-1-1 1 0 0,1 1-1 0 0,0-1 0 0 0,-1 1 0 0 0,1 0 0 0 0,0-1 1 0 0,0 1-1 0 0,0 0 0 0 0,0 0 0 0 0,1-1 0 0 0,-1 1 1 0 0,0 0-1 0 0,1 0 0 0 0,0 0 0 0 0,-1 0 0 0 0,1 0 0 0 0,0 0 1 0 0,0 0-1 0 0,0 0 0 0 0,0 0 0 0 0,0 0 0 0 0,0 0 1 0 0,1 0-1 0 0,-1 0 0 0 0,1 0 0 0 0,-1 0 0 0 0,1 0 1 0 0,0 0-1 0 0,0 0 0 0 0,0-1 0 0 0,0 1 0 0 0,0 0 1 0 0,0 0-1 0 0,0-1 0 0 0,2 2 0 0 0,-1 0-10 0 0,1-1 0 0 0,0 1 0 0 0,-1-1-1 0 0,1 0 1 0 0,0 0 0 0 0,0 0 0 0 0,1-1-1 0 0,-1 1 1 0 0,0-1 0 0 0,0 1 0 0 0,1-1 0 0 0,-1 0-1 0 0,1 0 1 0 0,-1-1 0 0 0,1 1 0 0 0,-1-1-1 0 0,1 0 1 0 0,-1 1 0 0 0,1-2 0 0 0,3 1 0 0 0,10-1 78 0 0,-1-1 1 0 0,31-7-1 0 0,-28 4-116 0 0,0-1 0 0 0,-1-1 0 0 0,0 0 0 0 0,0-1 0 0 0,-1-1 0 0 0,0-1 0 0 0,0 0 0 0 0,-1-2 0 0 0,26-22 0 0 0,-24 16-13 0 0,1-2-1 0 0,-2 0 1 0 0,-1-1-1 0 0,-1-1 1 0 0,0 0 0 0 0,16-36-1 0 0,-12 16-4 0 0,-2-2 0 0 0,-1 1 0 0 0,9-47 0 0 0,13-132 83 0 0,-20-60-206 0 0,-17 282 101 0 0,-1-1 1 0 0,0 1-1 0 0,0-1 0 0 0,0 1 0 0 0,0-1 0 0 0,0 0 0 0 0,0 1 0 0 0,0-1 0 0 0,0 1 0 0 0,0-1 0 0 0,0 1 0 0 0,0-1 0 0 0,-1 1 0 0 0,1-1 0 0 0,0 1 0 0 0,0-1 0 0 0,-1 1 0 0 0,1-1 0 0 0,0 1 1 0 0,0-1-1 0 0,-1 1 0 0 0,1-1 0 0 0,-7 8-9 0 0,-4 20 44 0 0,-83 328-92 0 0,83-305 37 0 0,-6 89-1 0 0,16-116 22 0 0,0-1 1 0 0,2 0-1 0 0,1 1 0 0 0,1-1 0 0 0,0 0 0 0 0,10 32 0 0 0,-11-48-45 0 0,1 1 0 0 0,-1-1 1 0 0,1 1-1 0 0,0-1 0 0 0,1 0 0 0 0,-1 0 0 0 0,1-1 0 0 0,1 1 1 0 0,-1-1-1 0 0,1 0 0 0 0,0 0 0 0 0,0 0 0 0 0,0-1 0 0 0,0 1 0 0 0,1-1 1 0 0,0 0-1 0 0,0-1 0 0 0,0 0 0 0 0,0 0 0 0 0,1 0 0 0 0,-1-1 1 0 0,1 1-1 0 0,-1-2 0 0 0,1 1 0 0 0,0-1 0 0 0,0 0 0 0 0,0 0 1 0 0,0-1-1 0 0,-1 0 0 0 0,1 0 0 0 0,0-1 0 0 0,0 1 0 0 0,0-2 1 0 0,0 1-1 0 0,0-1 0 0 0,-1 0 0 0 0,1 0 0 0 0,-1-1 0 0 0,7-3 1 0 0,-2-1-34 0 0,0 0 0 0 0,0-1 0 0 0,-1-1 0 0 0,0 1 0 0 0,-1-2 0 0 0,1 1 0 0 0,-2-1 0 0 0,0-1 0 0 0,0 1 0 0 0,-1-2 0 0 0,0 1 0 0 0,6-14 0 0 0,6-19 13 0 0,28-91 0 0 0,-41 113 35 0 0,70-263 622 0 0,-60 222-122 0 0,-8 44-321 0 0,-8 18-6 0 0,2 3-29 0 0,0 0-90 0 0,0 1 1 0 0,0-1-1 0 0,0 1 1 0 0,-1 0-1 0 0,1-1 1 0 0,-1 1 0 0 0,0 0-1 0 0,0 0 1 0 0,0 0-1 0 0,0 0 1 0 0,0 0-1 0 0,0 0 1 0 0,-1 0 0 0 0,0 0-1 0 0,0 5 1 0 0,-2 57 191 0 0,0-43-165 0 0,-22 206 187 0 0,-2 44 2 0 0,19-196 492 0 0,7-76-718 0 0,0 1-1 0 0,0-1 1 0 0,0 1 0 0 0,0-1 0 0 0,0 1 0 0 0,0-1-1 0 0,0 1 1 0 0,0-1 0 0 0,0 0 0 0 0,1 1 0 0 0,-1-1-1 0 0,0 1 1 0 0,0-1 0 0 0,0 1 0 0 0,0-1 0 0 0,1 1-1 0 0,-1-1 1 0 0,0 0 0 0 0,0 1 0 0 0,1-1 0 0 0,-1 1-1 0 0,0-1 1 0 0,1 0 0 0 0,-1 1 0 0 0,0-1 0 0 0,1 0-1 0 0,-1 0 1 0 0,1 1 0 0 0,-1-1 0 0 0,0 0 0 0 0,1 0-1 0 0,-1 1 1 0 0,1-1 0 0 0,-1 0 0 0 0,1 0 0 0 0,-1 0-1 0 0,1 0 1 0 0,-1 0 0 0 0,1 0 0 0 0,-1 0 0 0 0,1 0-1 0 0,-1 0 1 0 0,0 0 0 0 0,1 0 0 0 0,-1 0 0 0 0,1 0 0 0 0,-1 0-1 0 0,1 0 1 0 0,-1 0 0 0 0,1-1 0 0 0,-1 1 0 0 0,1-1-1 0 0,2 1 8 0 0,0-1 0 0 0,0 0 0 0 0,0-1-1 0 0,0 1 1 0 0,0 0 0 0 0,0-1-1 0 0,2-2 1 0 0,17-17 49 0 0,-1-2-1 0 0,-1 0 1 0 0,26-39 0 0 0,-31 38-61 0 0,2 2 0 0 0,1 0 0 0 0,0 0 0 0 0,35-29 0 0 0,-50 49-9 0 0,-1 0 0 0 0,1 1 0 0 0,-1-1 0 0 0,1 1 0 0 0,0-1 0 0 0,-1 1 0 0 0,1 0 0 0 0,0 0 0 0 0,0 0 0 0 0,0 0 0 0 0,0 1 0 0 0,0-1 0 0 0,3 1 0 0 0,-4 0 0 0 0,0 0-1 0 0,0 0 0 0 0,0 1 1 0 0,0-1-1 0 0,0 1 1 0 0,0-1-1 0 0,0 1 1 0 0,0 0-1 0 0,0 0 1 0 0,-1 0-1 0 0,1 0 1 0 0,0 0-1 0 0,0 0 0 0 0,-1 0 1 0 0,1 0-1 0 0,-1 1 1 0 0,1-1-1 0 0,-1 1 1 0 0,0-1-1 0 0,1 1 1 0 0,-1-1-1 0 0,1 3 0 0 0,6 11-2 0 0,-2 0 0 0 0,0 1 0 0 0,0-1-1 0 0,-2 1 1 0 0,0 0 0 0 0,3 22-1 0 0,-4-19 11 0 0,1-1 0 0 0,0 1-1 0 0,15 34 1 0 0,-17-47 1 0 0,1-1 1 0 0,1 1-1 0 0,-1-1 1 0 0,1 0-1 0 0,0 0 1 0 0,0 0-1 0 0,0 0 1 0 0,1-1-1 0 0,-1 0 1 0 0,1 0-1 0 0,0 0 0 0 0,1 0 1 0 0,-1-1-1 0 0,1 0 1 0 0,-1 0-1 0 0,7 2 1 0 0,-3-2 2 0 0,0 0 0 0 0,0-1 0 0 0,0 0 1 0 0,0 0-1 0 0,0-1 0 0 0,0 0 0 0 0,0 0 0 0 0,0-1 1 0 0,1-1-1 0 0,-1 1 0 0 0,0-2 0 0 0,0 1 0 0 0,12-4 0 0 0,-9 1-2 0 0,0-1 0 0 0,0 0-1 0 0,-1-1 1 0 0,0 0-1 0 0,0 0 1 0 0,0-1-1 0 0,-1-1 1 0 0,0 0-1 0 0,10-10 1 0 0,-10 7-4 0 0,0 1 1 0 0,0-1-1 0 0,-1-1 0 0 0,-1 0 1 0 0,0 0-1 0 0,0-1 0 0 0,-2 1 1 0 0,1-2-1 0 0,-2 1 1 0 0,0-1-1 0 0,0 0 0 0 0,-1 0 1 0 0,-1 0-1 0 0,0 0 0 0 0,-1-1 1 0 0,-1 1-1 0 0,0-24 1 0 0,-2 34-4 0 0,1 0 0 0 0,-1 0 0 0 0,1 0 1 0 0,-1 1-1 0 0,-1-1 0 0 0,1 0 1 0 0,0 1-1 0 0,-1-1 0 0 0,0 1 1 0 0,0-1-1 0 0,0 1 0 0 0,0 0 1 0 0,0 0-1 0 0,-1 0 0 0 0,1 0 1 0 0,-1 0-1 0 0,0 0 0 0 0,-4-3 1 0 0,5 5-3 0 0,-1 0 1 0 0,1 0 0 0 0,-1 0-1 0 0,1 0 1 0 0,0 0 0 0 0,-1 1-1 0 0,1-1 1 0 0,-1 1 0 0 0,0-1-1 0 0,1 1 1 0 0,-1 0 0 0 0,1 0 0 0 0,-1 0-1 0 0,1 0 1 0 0,-1 1 0 0 0,1-1-1 0 0,-1 1 1 0 0,1 0 0 0 0,-1-1-1 0 0,1 1 1 0 0,-1 0 0 0 0,1 0-1 0 0,0 1 1 0 0,0-1 0 0 0,-1 0-1 0 0,1 1 1 0 0,0-1 0 0 0,-2 4 0 0 0,-4 1 6 0 0,2 1 0 0 0,-1 0 1 0 0,1 1-1 0 0,0-1 1 0 0,0 1-1 0 0,1 0 1 0 0,0 1-1 0 0,1-1 0 0 0,0 1 1 0 0,0 0-1 0 0,0 0 1 0 0,2 0-1 0 0,-1 1 1 0 0,1-1-1 0 0,-2 14 0 0 0,3-10 8 0 0,0 0-1 0 0,1 1 0 0 0,1-1 1 0 0,0 0-1 0 0,0 0 0 0 0,1 0 0 0 0,1 0 1 0 0,0 0-1 0 0,1-1 0 0 0,9 22 1 0 0,-6-20-18 0 0,1-1 0 0 0,1 1 1 0 0,0-1-1 0 0,1-1 1 0 0,0 1-1 0 0,1-2 0 0 0,0 1 1 0 0,1-2-1 0 0,0 1 1 0 0,0-2-1 0 0,1 0 1 0 0,1 0-1 0 0,0-1 0 0 0,0-1 1 0 0,16 6-1 0 0,-15-7-679 0 0,0-1 0 0 0,1-1 0 0 0,0 0 0 0 0,0-1 0 0 0,19 1 0 0 0,-8-5-3432 0 0,-3-4-2116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7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57 1608 0 0,'-95'-19'3314'0'0,"-85"-19"4809"0"0,723 63-7174 0 0,-182 10-7522 0 0,-238-21 1556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1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89 335 2196 0 0,'31'-93'9432'0'0,"-31"96"-9080"0"0,-4 14-54 0 0,0 0 0 0 0,-1-1 0 0 0,-1 1 0 0 0,-13 26 0 0 0,-2 3-91 0 0,12-22-126 0 0,-28 77 113 0 0,33-88-174 0 0,1 1 0 0 0,0-1 0 0 0,1 1 1 0 0,0 0-1 0 0,1 21 0 0 0,1-31-14 0 0,1 1 1 0 0,-1 0 0 0 0,1-1 0 0 0,0 1 0 0 0,0-1 0 0 0,0 0-1 0 0,1 1 1 0 0,-1-1 0 0 0,1 0 0 0 0,0 1 0 0 0,0-1 0 0 0,1-1-1 0 0,-1 1 1 0 0,1 0 0 0 0,0 0 0 0 0,0-1 0 0 0,0 0 0 0 0,0 1 0 0 0,7 3-1 0 0,-7-5-3 0 0,1 0 0 0 0,-1 0 0 0 0,1-1 0 0 0,-1 1 0 0 0,1-1 0 0 0,0 0 0 0 0,0 0 0 0 0,0 0 0 0 0,0 0 0 0 0,0-1 0 0 0,0 0-1 0 0,-1 0 1 0 0,1 0 0 0 0,0 0 0 0 0,0-1 0 0 0,0 1 0 0 0,0-1 0 0 0,0 0 0 0 0,0 0 0 0 0,0 0 0 0 0,-1-1 0 0 0,7-3 0 0 0,0 0-3 0 0,0-2 1 0 0,-1 1 0 0 0,0-1 0 0 0,0-1-1 0 0,-1 1 1 0 0,0-1 0 0 0,0-1-1 0 0,-1 0 1 0 0,11-16 0 0 0,4-11 12 0 0,22-48 1 0 0,-30 54 6 0 0,-9 17-8 0 0,-5 11-11 0 0,1-1-1 0 0,0 1 1 0 0,0-1-1 0 0,0 1 0 0 0,0 0 1 0 0,1 0-1 0 0,-1-1 1 0 0,1 1-1 0 0,-1 0 1 0 0,1 0-1 0 0,0 0 0 0 0,0 0 1 0 0,2-1-1 0 0,-4 2 1 0 0,1 1-1 0 0,-1-1 1 0 0,0 1 0 0 0,1 0-1 0 0,-1-1 1 0 0,1 1-1 0 0,-1 0 1 0 0,1-1-1 0 0,-1 1 1 0 0,1 0 0 0 0,-1-1-1 0 0,1 1 1 0 0,-1 0-1 0 0,1 0 1 0 0,0 0-1 0 0,-1 0 1 0 0,1-1 0 0 0,-1 1-1 0 0,1 0 1 0 0,-1 0-1 0 0,1 0 1 0 0,0 0 0 0 0,-1 0-1 0 0,1 1 1 0 0,-1-1-1 0 0,1 0 1 0 0,0 0-1 0 0,1 1 7 0 0,-1 0 0 0 0,0 0-1 0 0,0-1 1 0 0,0 1 0 0 0,0 0-1 0 0,0 0 1 0 0,0 0 0 0 0,0 0 0 0 0,0 1-1 0 0,0-1 1 0 0,0 2 0 0 0,3 4 30 0 0,-1 0 0 0 0,0 0 1 0 0,3 13-1 0 0,0 2-2 0 0,1-1-1 0 0,1 0 0 0 0,0 0 0 0 0,2-1 1 0 0,0 0-1 0 0,1-1 0 0 0,26 33 0 0 0,-31-45-22 0 0,0 0 0 0 0,1-1 0 0 0,-1 1 0 0 0,1-2-1 0 0,1 1 1 0 0,-1-1 0 0 0,1 0 0 0 0,0 0 0 0 0,13 4 0 0 0,-14-6-2 0 0,-1-1-1 0 0,1-1 1 0 0,0 1 0 0 0,0-1 0 0 0,0-1-1 0 0,0 1 1 0 0,0-1 0 0 0,0 0 0 0 0,0-1 0 0 0,-1 1-1 0 0,1-2 1 0 0,0 1 0 0 0,13-5 0 0 0,-15 5-6 0 0,0-1 1 0 0,0-1-1 0 0,0 1 1 0 0,0-1-1 0 0,0 0 1 0 0,-1 0-1 0 0,1 0 1 0 0,-1-1 0 0 0,0 1-1 0 0,0-1 1 0 0,0 0-1 0 0,5-8 1 0 0,-4 4-3 0 0,-1 1 1 0 0,0-1 0 0 0,0 1-1 0 0,-1-1 1 0 0,0 0 0 0 0,0 0-1 0 0,2-14 1 0 0,-2-1 6 0 0,-1 0 0 0 0,0-1 0 0 0,-2 1 0 0 0,-1-1 0 0 0,-4-23 0 0 0,0 13 6 0 0,-1 0-1 0 0,-2 1 1 0 0,-1 0 0 0 0,-1 0 0 0 0,-16-32-1 0 0,24 62-16 0 0,1 1-1 0 0,-1-1 0 0 0,1 1 1 0 0,-1 0-1 0 0,0 0 0 0 0,0 0 0 0 0,-3-4 1 0 0,4 6 1 0 0,1 0 1 0 0,-1-1 0 0 0,1 1 0 0 0,-1 0-1 0 0,1-1 1 0 0,-1 1 0 0 0,1 0 0 0 0,-1-1-1 0 0,1 1 1 0 0,-1 0 0 0 0,1 0-1 0 0,-1 0 1 0 0,1-1 0 0 0,-1 1 0 0 0,0 0-1 0 0,1 0 1 0 0,-1 0 0 0 0,1 0 0 0 0,-1 0-1 0 0,1 0 1 0 0,-1 0 0 0 0,0 0-1 0 0,1 0 1 0 0,-1 1 0 0 0,1-1 0 0 0,-1 0-1 0 0,1 0 1 0 0,-1 0 0 0 0,0 1 0 0 0,1-1-1 0 0,-1 0 1 0 0,1 1 0 0 0,-1-1-1 0 0,1 0 1 0 0,0 1 0 0 0,-1-1 0 0 0,1 1-1 0 0,-1-1 1 0 0,1 0 0 0 0,0 1 0 0 0,-1-1-1 0 0,1 1 1 0 0,0-1 0 0 0,-1 2-1 0 0,-1 3-3 0 0,0-1 1 0 0,0 1-1 0 0,1-1 0 0 0,0 1 0 0 0,0 0 0 0 0,0 0 0 0 0,0 0 0 0 0,1-1 0 0 0,0 1 0 0 0,0 0 0 0 0,0 0 0 0 0,0 0 0 0 0,1 0 0 0 0,0 0 0 0 0,0-1 0 0 0,0 1 0 0 0,1 0 0 0 0,0-1 0 0 0,-1 1 1 0 0,2-1-1 0 0,-1 1 0 0 0,0-1 0 0 0,7 8 0 0 0,-2-3 7 0 0,0 1 0 0 0,1-1 0 0 0,1 0 0 0 0,-1-1 0 0 0,1 0 0 0 0,1 0 0 0 0,-1-1 0 0 0,22 12 0 0 0,-16-12 1 0 0,0-1 0 0 0,1 0 0 0 0,0-1 0 0 0,1-1 0 0 0,-1 0 0 0 0,1-1 0 0 0,-1-1 0 0 0,1 0 0 0 0,0-2 0 0 0,0 0 0 0 0,-1 0-1 0 0,1-2 1 0 0,0 0 0 0 0,18-5 0 0 0,-17 2 2 0 0,0 0 0 0 0,0-1 0 0 0,-1-1 0 0 0,0 0 0 0 0,-1-2 0 0 0,0 0 0 0 0,0 0 0 0 0,0-2 0 0 0,-2 0 0 0 0,1 0 0 0 0,-1-2 0 0 0,19-22 0 0 0,-15 12 1 0 0,-1 0-1 0 0,-2-1 1 0 0,0-1-1 0 0,-2 0 0 0 0,-1-1 1 0 0,-1-1-1 0 0,-1 1 0 0 0,10-43 1 0 0,-19 67-11 0 0,3-15-27 0 0,-4 16 30 0 0,1 1 0 0 0,-1 0 0 0 0,0-1 0 0 0,0 1-1 0 0,0 0 1 0 0,0-1 0 0 0,0 1 0 0 0,0-1 0 0 0,0 1-1 0 0,0 0 1 0 0,1-1 0 0 0,-1 1 0 0 0,-1-1-1 0 0,1 1 1 0 0,0 0 0 0 0,0-1 0 0 0,0 1 0 0 0,0-1-1 0 0,0 1 1 0 0,0 0 0 0 0,0-1 0 0 0,0 1 0 0 0,-1 0-1 0 0,1-1 1 0 0,0 1 0 0 0,0 0 0 0 0,0-1-1 0 0,-1 1 1 0 0,0-1 0 0 0,0 3 3 0 0,-1 0 1 0 0,0-1-1 0 0,0 1 0 0 0,0 0 1 0 0,1 0-1 0 0,-1 0 0 0 0,1 0 1 0 0,0 1-1 0 0,0-1 0 0 0,-2 3 1 0 0,2-3-1 0 0,-36 74 38 0 0,-34 95 0 0 0,66-158-26 0 0,-23 62 101 0 0,2 0 0 0 0,-29 156 0 0 0,56-212 26 0 0,-1-19-137 0 0,0 1 0 0 0,0-1 0 0 0,0 0 0 0 0,0 1 0 0 0,1-1 0 0 0,-1 0 0 0 0,0 1 0 0 0,0-1 0 0 0,1 0 0 0 0,-1 1 0 0 0,0-1 0 0 0,1 0 0 0 0,-1 1-1 0 0,0-1 1 0 0,1 0 0 0 0,-1 0 0 0 0,0 1 0 0 0,1-1 0 0 0,-1 0 0 0 0,1 0 0 0 0,-1 0 0 0 0,0 0 0 0 0,1 1 0 0 0,0-1 0 0 0,0-1 0 0 0,1 1 1 0 0,0 0-1 0 0,0-1 0 0 0,-1 1 0 0 0,1-1 1 0 0,0 1-1 0 0,-1-1 0 0 0,1 0 1 0 0,0 0-1 0 0,-1 0 0 0 0,1 0 1 0 0,-1 0-1 0 0,0 0 0 0 0,1 0 1 0 0,-1 0-1 0 0,2-3 0 0 0,64-71 12 0 0,-42 45 2 0 0,48-45 0 0 0,-64 67-16 0 0,0 1 0 0 0,1 0 0 0 0,0 0 0 0 0,0 1 0 0 0,1 0 0 0 0,0 1 0 0 0,0 0 0 0 0,0 1 0 0 0,20-6-1 0 0,-27 9-2 0 0,0 0 0 0 0,0 1 0 0 0,-1-1-1 0 0,1 1 1 0 0,0 0 0 0 0,0 0-1 0 0,0 0 1 0 0,0 1 0 0 0,-1-1-1 0 0,1 1 1 0 0,0 0 0 0 0,0 0-1 0 0,-1 0 1 0 0,1 0 0 0 0,-1 1 0 0 0,1 0-1 0 0,-1-1 1 0 0,0 1 0 0 0,1 1-1 0 0,4 3 1 0 0,-4-1-1 0 0,0-1 0 0 0,0 1-1 0 0,-1 0 1 0 0,0 0 0 0 0,0 0 0 0 0,0 0 0 0 0,0 0 0 0 0,-1 1-1 0 0,0-1 1 0 0,0 1 0 0 0,-1 0 0 0 0,1-1 0 0 0,-1 7-1 0 0,5 60 26 0 0,-5-53-86 0 0,0-1 0 0 0,1 1-1 0 0,0 0 1 0 0,9 27 0 0 0,-9-41-104 0 0,0 0 0 0 0,0 0 0 0 0,0 0 0 0 0,1-1 0 0 0,0 1 0 0 0,-1 0 0 0 0,2-1 0 0 0,-1 0 0 0 0,1 0 0 0 0,-1 0 0 0 0,1 0 0 0 0,0 0 0 0 0,1-1 0 0 0,-1 0 0 0 0,0 0 0 0 0,1 0 0 0 0,0 0-1 0 0,0-1 1 0 0,-1 0 0 0 0,8 2 0 0 0,-6-2 48 0 0,1-1 0 0 0,-1 0-1 0 0,0 0 1 0 0,1-1-1 0 0,-1 0 1 0 0,1 0-1 0 0,-1-1 1 0 0,1 1-1 0 0,-1-1 1 0 0,0-1-1 0 0,0 1 1 0 0,1-1-1 0 0,-1 0 1 0 0,0-1-1 0 0,0 1 1 0 0,-1-1-1 0 0,1 0 1 0 0,8-6 0 0 0,1-2 49 0 0,-1 0 0 0 0,1-1 1 0 0,-2 0-1 0 0,0-2 0 0 0,14-16 1 0 0,-1-4 878 0 0,-3-1 1 0 0,0-1-1 0 0,28-64 1 0 0,-41 77-46 0 0,-9 21-238 0 0,-7 12-198 0 0,-1 2-283 0 0,0 1 0 0 0,1 0 1 0 0,1 1-1 0 0,0-1 1 0 0,1 1-1 0 0,0 0 0 0 0,2 0 1 0 0,-1 0-1 0 0,2 1 0 0 0,-1-1 1 0 0,2 0-1 0 0,0 1 1 0 0,1-1-1 0 0,4 25 0 0 0,-3-33-34 0 0,-1 0-1 0 0,1 0 0 0 0,0 0 1 0 0,1-1-1 0 0,-1 1 0 0 0,1 0 0 0 0,0-1 1 0 0,1 0-1 0 0,-1 1 0 0 0,1-1 1 0 0,0-1-1 0 0,0 1 0 0 0,1-1 0 0 0,6 6 1 0 0,-4-5 6 0 0,0 0 0 0 0,1-1 1 0 0,-1 0-1 0 0,1 0 0 0 0,0-1 1 0 0,0 0-1 0 0,0-1 1 0 0,0 0-1 0 0,16 3 0 0 0,-10-4 8 0 0,-1 0 0 0 0,1-1 0 0 0,0 0 0 0 0,0-1-1 0 0,-1-1 1 0 0,1 0 0 0 0,-1 0 0 0 0,1-2 0 0 0,-1 0-1 0 0,0 0 1 0 0,0-1 0 0 0,0-1 0 0 0,11-7 0 0 0,-10 4-12 0 0,-1-1 0 0 0,0 0-1 0 0,-1-1 1 0 0,-1-1 0 0 0,1 0 0 0 0,-2 0 0 0 0,0-1 0 0 0,0 0 0 0 0,-1-1 0 0 0,7-15-1 0 0,-11 20-10 0 0,0-2 0 0 0,-1 1-1 0 0,0 0 1 0 0,0-1 0 0 0,-1 0-1 0 0,-1 0 1 0 0,0 0 0 0 0,0 0-1 0 0,-1 0 1 0 0,0 0 0 0 0,-1 0-1 0 0,-1-1 1 0 0,0 1 0 0 0,0 0-1 0 0,-5-17 1 0 0,3 19-3 0 0,-1 0 1 0 0,0 0-1 0 0,0 0 0 0 0,-1 1 1 0 0,0 0-1 0 0,-1 0 1 0 0,0 0-1 0 0,0 0 1 0 0,-1 1-1 0 0,0 0 0 0 0,0 0 1 0 0,-12-8-1 0 0,13 11 1 0 0,1 0 0 0 0,-1 1-1 0 0,0-1 1 0 0,0 1 0 0 0,0 1-1 0 0,0-1 1 0 0,0 1 0 0 0,-1 0-1 0 0,1 0 1 0 0,-1 1 0 0 0,1 0-1 0 0,-1 0 1 0 0,1 1 0 0 0,-1 0-1 0 0,0 0 1 0 0,1 0 0 0 0,-1 1-1 0 0,1 0 1 0 0,-9 2 0 0 0,13-3-1 0 0,0 1 0 0 0,0-1 1 0 0,0 1-1 0 0,0 0 1 0 0,0 0-1 0 0,0 0 0 0 0,0 0 1 0 0,0 0-1 0 0,0 0 0 0 0,0 0 1 0 0,1 1-1 0 0,-1-1 0 0 0,0 1 1 0 0,1-1-1 0 0,-1 1 0 0 0,1 0 1 0 0,0-1-1 0 0,0 1 0 0 0,-1 0 1 0 0,1 0-1 0 0,0 0 0 0 0,0 0 1 0 0,1 0-1 0 0,-1 0 0 0 0,0 0 1 0 0,1 0-1 0 0,-1 0 1 0 0,1 1-1 0 0,0-1 0 0 0,0 0 1 0 0,0 3-1 0 0,0-1 1 0 0,1 0 1 0 0,0 0 0 0 0,0-1-1 0 0,0 1 1 0 0,1 0-1 0 0,-1-1 1 0 0,1 1-1 0 0,0-1 1 0 0,0 1 0 0 0,0-1-1 0 0,1 0 1 0 0,-1 0-1 0 0,1 0 1 0 0,-1 0-1 0 0,1 0 1 0 0,5 3-1 0 0,7 4-11 0 0,1 0-1 0 0,-1-1 1 0 0,2-1-1 0 0,-1 0 0 0 0,1-2 1 0 0,0 0-1 0 0,1 0 1 0 0,-1-2-1 0 0,1 0 1 0 0,24 1-1 0 0,-6-2-147 0 0,1-1 1 0 0,0-2-1 0 0,0-2 1 0 0,40-7-1 0 0,-42 2 43 0 0,0-1 0 0 0,-1-2 0 0 0,-1-1 0 0 0,0-2 0 0 0,0-1 0 0 0,-1-1 0 0 0,-1-2 0 0 0,-1-1 0 0 0,0-1 0 0 0,-1-2 0 0 0,-1-1 0 0 0,-2-1 0 0 0,0-2 0 0 0,-1 0 0 0 0,-2-2 0 0 0,27-37 0 0 0,-38 48 91 0 0,-5 7 10 0 0,0-1-1 0 0,0 0 1 0 0,-1 0 0 0 0,-1 0 0 0 0,1 0 0 0 0,4-15 0 0 0,-10 23 132 0 0,-2 3-33 0 0,-3 2-32 0 0,0 0 0 0 0,1 0 0 0 0,-1 0 0 0 0,1 1-1 0 0,0 0 1 0 0,0 0 0 0 0,0 0 0 0 0,0 0 0 0 0,-4 8 0 0 0,-30 52 274 0 0,28-47-231 0 0,-98 198 643 0 0,90-171-632 0 0,1 1 0 0 0,3 1 1 0 0,-10 50-1 0 0,22-88-86 0 0,1 1 1 0 0,0 0-1 0 0,0 0 1 0 0,1 0-1 0 0,0 0 0 0 0,0 0 1 0 0,1 0-1 0 0,0 0 1 0 0,5 14-1 0 0,-5-18-9 0 0,1-1-1 0 0,0 0 1 0 0,1 1-1 0 0,-1-1 1 0 0,1 0 0 0 0,-1-1-1 0 0,1 1 1 0 0,1 0-1 0 0,-1-1 1 0 0,0 0 0 0 0,1 1-1 0 0,-1-1 1 0 0,1-1 0 0 0,0 1-1 0 0,0 0 1 0 0,0-1-1 0 0,1 0 1 0 0,-1 0 0 0 0,0 0-1 0 0,6 1 1 0 0,5 1 0 0 0,0-1 0 0 0,1-1 0 0 0,-1 0 0 0 0,1-1-1 0 0,0 0 1 0 0,-1-1 0 0 0,1-1 0 0 0,0-1 0 0 0,-1 0 0 0 0,1-1 0 0 0,-1 0 0 0 0,25-10 0 0 0,-3-1-3 0 0,-1-2 1 0 0,0-1-1 0 0,62-41 0 0 0,-67 38-6 0 0,-1-2 0 0 0,-1-2 0 0 0,-1 0 0 0 0,-1-2 0 0 0,-1-1 0 0 0,-1-1 0 0 0,-2-1 0 0 0,38-61 0 0 0,-52 66-31 0 0,-20 23-1 0 0,11 1 28 0 0,-1 0 1 0 0,0 0 0 0 0,0 0 0 0 0,0 0-1 0 0,0 0 1 0 0,1 0 0 0 0,-1 0-1 0 0,0 0 1 0 0,0 0 0 0 0,0 0-1 0 0,0 0 1 0 0,0 1 0 0 0,1-1 0 0 0,-1 0-1 0 0,0 0 1 0 0,0 1 0 0 0,-1 0-1 0 0,-8 6 7 0 0,0 0 0 0 0,1 1 0 0 0,0 0 0 0 0,0 0-1 0 0,-10 13 1 0 0,-35 51 182 0 0,45-59-158 0 0,0-1-48 0 0,1 1 1 0 0,0 0-1 0 0,1 0 0 0 0,0 0 1 0 0,1 1-1 0 0,1 0 1 0 0,-5 19-1 0 0,9-28 24 0 0,0-1-1 0 0,0 1 1 0 0,1 0 0 0 0,0 0 0 0 0,-1-1 0 0 0,2 1 0 0 0,-1 0-1 0 0,1 0 1 0 0,-1-1 0 0 0,1 1 0 0 0,1 0 0 0 0,-1-1-1 0 0,0 1 1 0 0,1-1 0 0 0,0 1 0 0 0,0-1 0 0 0,1 0-1 0 0,-1 0 1 0 0,1 0 0 0 0,0 0 0 0 0,0-1 0 0 0,0 1 0 0 0,0-1-1 0 0,1 1 1 0 0,0-1 0 0 0,6 4 0 0 0,4 2-3 0 0,0-1 0 0 0,0-1 1 0 0,1 0-1 0 0,1-1 0 0 0,-1-1 0 0 0,1 0 1 0 0,0-1-1 0 0,0-1 0 0 0,32 3 0 0 0,-22-4-1019 0 0,48-4 0 0 0,-45-2-2097 0 0,37-7 0 0 0,-27 1-2315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24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357 329 688 0 0,'-4'-9'2526'0'0,"3"7"-2414"0"0,0 1 1 0 0,1 0-1 0 0,-1-1 0 0 0,0 1 1 0 0,0 0-1 0 0,0-1 1 0 0,0 1-1 0 0,0 0 1 0 0,0 0-1 0 0,0 0 0 0 0,0 0 1 0 0,0 0-1 0 0,-1 0 1 0 0,1 0-1 0 0,0 0 1 0 0,-1 0-1 0 0,1 1 1 0 0,-1-1-1 0 0,1 0 0 0 0,0 1 1 0 0,-1-1-1 0 0,0 1 1 0 0,1 0-1 0 0,-1 0 1 0 0,1-1-1 0 0,-1 1 0 0 0,1 0 1 0 0,-4 1-1 0 0,1 0 4 0 0,-1 0 0 0 0,1 0-1 0 0,-1 1 1 0 0,1 0 0 0 0,0 0-1 0 0,0 0 1 0 0,0 0-1 0 0,0 1 1 0 0,-5 3 0 0 0,-10 9 230 0 0,1 1 0 0 0,0 1 0 0 0,-26 33 0 0 0,-38 64 229 0 0,64-87-438 0 0,-26 55 1 0 0,40-73-122 0 0,0 1 1 0 0,1-1-1 0 0,0 0 1 0 0,0 1 0 0 0,1 0-1 0 0,0 0 1 0 0,1-1-1 0 0,0 1 1 0 0,1 0-1 0 0,1 15 1 0 0,-1-20-11 0 0,1-1 1 0 0,0 0-1 0 0,0 0 0 0 0,1 1 0 0 0,-1-1 1 0 0,1 0-1 0 0,0 0 0 0 0,0 0 1 0 0,0 0-1 0 0,0-1 0 0 0,1 1 1 0 0,0-1-1 0 0,0 1 0 0 0,0-1 1 0 0,6 5-1 0 0,-4-4 0 0 0,1 0 0 0 0,-1-1 1 0 0,1 0-1 0 0,0 0 0 0 0,0-1 0 0 0,0 1 1 0 0,0-1-1 0 0,0 0 0 0 0,13 1 1 0 0,-6-2-12 0 0,-1 0 0 0 0,1 0 1 0 0,0-2-1 0 0,0 1 0 0 0,-1-2 1 0 0,1 0-1 0 0,0 0 1 0 0,-1-1-1 0 0,0-1 0 0 0,18-7 1 0 0,-8-1-86 0 0,0 0 0 0 0,-1-2 0 0 0,0-1 0 0 0,-1 0 0 0 0,-1-2 1 0 0,-1 0-1 0 0,18-21 0 0 0,104-144-72 0 0,-122 156 189 0 0,-16 33 38 0 0,-2-6-63 0 0,1-1 1 0 0,-1 0-1 0 0,0 1 1 0 0,0-1 0 0 0,1 1-1 0 0,-1-1 1 0 0,0 1 0 0 0,0-1-1 0 0,0 1 1 0 0,0-1-1 0 0,0 1 1 0 0,0-1 0 0 0,0 1-1 0 0,0-1 1 0 0,0 1 0 0 0,0-1-1 0 0,0 1 1 0 0,0-1-1 0 0,0 1 1 0 0,0-1 0 0 0,0 1-1 0 0,-1 0 1 0 0,-16 48 167 0 0,3 2 0 0 0,-15 85 0 0 0,28-132-157 0 0,1 0-1 0 0,0 1 1 0 0,0-1 0 0 0,0 0-1 0 0,0 0 1 0 0,1 0 0 0 0,0 1-1 0 0,-1-1 1 0 0,1 0-1 0 0,1 0 1 0 0,-1 0 0 0 0,1 0-1 0 0,-1 0 1 0 0,1-1 0 0 0,1 1-1 0 0,-1 0 1 0 0,0-1 0 0 0,1 1-1 0 0,-1-1 1 0 0,6 5 0 0 0,-4-5-3 0 0,0-1 0 0 0,0 1 0 0 0,0-1 0 0 0,0 0 1 0 0,0 0-1 0 0,0 0 0 0 0,1 0 0 0 0,-1-1 0 0 0,1 1 1 0 0,-1-1-1 0 0,1-1 0 0 0,0 1 0 0 0,-1 0 0 0 0,1-1 1 0 0,0 0-1 0 0,-1 0 0 0 0,1-1 0 0 0,6 0 0 0 0,0-2-9 0 0,-1 1-1 0 0,0-2 1 0 0,0 1 0 0 0,0-1-1 0 0,0-1 1 0 0,-1 0-1 0 0,0 0 1 0 0,0-1-1 0 0,0 0 1 0 0,0 0-1 0 0,-1-1 1 0 0,0 0 0 0 0,-1-1-1 0 0,0 0 1 0 0,0 0-1 0 0,7-11 1 0 0,8-14 217 0 0,-2-1 0 0 0,-2-1 1 0 0,14-38-1 0 0,-24 57 57 0 0,18-45 661 0 0,-25 60-852 0 0,-16 29 42 0 0,6-7-98 0 0,0 2 1 0 0,2-1 0 0 0,-8 40-1 0 0,14-55-24 0 0,0 0 0 0 0,0 0 0 0 0,1-1 0 0 0,-1 1 0 0 0,2 0 0 0 0,-1 0 1 0 0,1 0-1 0 0,0-1 0 0 0,0 1 0 0 0,0 0 0 0 0,1-1 0 0 0,0 1 0 0 0,1-1 0 0 0,-1 0 0 0 0,1 1 0 0 0,1-1 0 0 0,5 8 0 0 0,-6-10 7 0 0,1-1 0 0 0,0 1 0 0 0,0-1-1 0 0,0 0 1 0 0,1 0 0 0 0,-1 0 0 0 0,1-1 0 0 0,-1 1-1 0 0,1-1 1 0 0,0 0 0 0 0,0 0 0 0 0,0-1 0 0 0,0 0 0 0 0,0 0-1 0 0,0 0 1 0 0,0 0 0 0 0,0-1 0 0 0,1 0 0 0 0,-1 0-1 0 0,0 0 1 0 0,0-1 0 0 0,0 1 0 0 0,1-1 0 0 0,8-3-1 0 0,-2 0-1 0 0,0 0 0 0 0,-1-1 0 0 0,1 0-1 0 0,-1-1 1 0 0,0 0 0 0 0,-1 0-1 0 0,0-1 1 0 0,0-1 0 0 0,14-12 0 0 0,-7 0-14 0 0,0 0 1 0 0,-1-1 0 0 0,-1-1 0 0 0,-1 0 0 0 0,-1-1 0 0 0,-1 0 0 0 0,11-31 0 0 0,0-11-118 0 0,22-104 0 0 0,-31 111 45 0 0,-4-1 0 0 0,7-119 0 0 0,-17 175 67 0 0,-2 6 10 0 0,1-1 1 0 0,-1 1 0 0 0,0 0 0 0 0,1-1 0 0 0,-1 1 0 0 0,1 0 0 0 0,-1 3 0 0 0,-17 51 194 0 0,-13 73 0 0 0,5-17 161 0 0,9-46-21 0 0,-56 218 689 0 0,70-268-990 0 0,1 1 0 0 0,0 0 0 0 0,1 1-1 0 0,1-1 1 0 0,3 34 0 0 0,-1-46-22 0 0,0-1-1 0 0,0 0 1 0 0,0 0 0 0 0,1 0 0 0 0,0 0 0 0 0,0 0 0 0 0,0 0-1 0 0,0 0 1 0 0,1-1 0 0 0,5 8 0 0 0,-5-9 6 0 0,0 0 1 0 0,0 0-1 0 0,0-1 0 0 0,0 1 1 0 0,0-1-1 0 0,1 0 0 0 0,-1 0 1 0 0,1 0-1 0 0,-1 0 0 0 0,1-1 1 0 0,0 0-1 0 0,-1 1 0 0 0,1-1 1 0 0,0 0-1 0 0,8 0 0 0 0,-4-1 11 0 0,0 0 0 0 0,1 0 0 0 0,-1-1 0 0 0,0 0-1 0 0,0-1 1 0 0,0 0 0 0 0,0 0 0 0 0,0-1 0 0 0,-1 0 0 0 0,1 0-1 0 0,-1 0 1 0 0,1-1 0 0 0,-1-1 0 0 0,-1 1 0 0 0,12-10-1 0 0,-1 0 19 0 0,-1-1-1 0 0,0-1 0 0 0,-1-1 0 0 0,21-29 0 0 0,-25 29-38 0 0,0 0 0 0 0,-1-1 0 0 0,0-1 0 0 0,-2 1-1 0 0,0-1 1 0 0,6-24 0 0 0,-11 34-19 0 0,-1 1 0 0 0,-1-1 0 0 0,1 0 0 0 0,-1 0 0 0 0,-1 0 0 0 0,0 0 0 0 0,0 0 0 0 0,-1 0-1 0 0,0 0 1 0 0,0 0 0 0 0,-1 1 0 0 0,0-1 0 0 0,0 0 0 0 0,-1 1 0 0 0,-1 0 0 0 0,-6-14 0 0 0,8 18 11 0 0,-1 1 0 0 0,1 0 0 0 0,0 0 0 0 0,-1 0-1 0 0,1 1 1 0 0,-1-1 0 0 0,0 0 0 0 0,0 1 0 0 0,0 0 0 0 0,0 0 0 0 0,-1 0-1 0 0,1 0 1 0 0,0 0 0 0 0,-1 1 0 0 0,0-1 0 0 0,1 1 0 0 0,-1 0 0 0 0,-5-1-1 0 0,3 1 1 0 0,1 1-1 0 0,-1 0 0 0 0,0 0 0 0 0,1 1 0 0 0,-1 0 1 0 0,1-1-1 0 0,-1 2 0 0 0,1-1 0 0 0,-1 1 0 0 0,1 0 0 0 0,-10 4 1 0 0,8-2-2 0 0,1 0 1 0 0,-1 0-1 0 0,1 1 1 0 0,-1 0 0 0 0,1 0-1 0 0,0 0 1 0 0,1 1-1 0 0,-8 9 1 0 0,10-11 0 0 0,0 1 0 0 0,0-1 0 0 0,0 1 0 0 0,1 0 1 0 0,0 0-1 0 0,0 0 0 0 0,0 0 0 0 0,0 0 0 0 0,1 0 0 0 0,0 1 0 0 0,0-1 0 0 0,0 9 0 0 0,1-11 2 0 0,0 1 0 0 0,0-1 0 0 0,1 0-1 0 0,-1 1 1 0 0,1-1 0 0 0,0 0-1 0 0,0 0 1 0 0,0 1 0 0 0,1-1-1 0 0,-1 0 1 0 0,1 0 0 0 0,-1 0-1 0 0,1 0 1 0 0,0-1 0 0 0,4 5 0 0 0,-2-3 11 0 0,1 0 1 0 0,0 0-1 0 0,0 0 1 0 0,0 0 0 0 0,0-1-1 0 0,1 0 1 0 0,10 5 0 0 0,3-1 18 0 0,1-1-1 0 0,0-1 1 0 0,0-1 0 0 0,22 2 0 0 0,18 0-33 0 0,0-2 0 0 0,0-3 0 0 0,1-2-1 0 0,-1-3 1 0 0,-1-3 0 0 0,1-2 0 0 0,66-19 0 0 0,-98 19-9 0 0,-1-1 0 0 0,42-20 1 0 0,-60 26 8 0 0,-1-1 1 0 0,1-1-1 0 0,-1 1 1 0 0,0-1-1 0 0,0 0 1 0 0,-1-1 0 0 0,0 0-1 0 0,0 0 1 0 0,0-1-1 0 0,-1 1 1 0 0,6-12-1 0 0,-11 18 2 0 0,0-1 0 0 0,0 0-1 0 0,0 1 1 0 0,0-1 0 0 0,0 0-1 0 0,0 0 1 0 0,-1 0 0 0 0,1 0-1 0 0,-1 0 1 0 0,1 0-1 0 0,-1 0 1 0 0,0 1 0 0 0,0-1-1 0 0,0 0 1 0 0,0 0 0 0 0,0 0-1 0 0,0 0 1 0 0,0 0-1 0 0,-1 0 1 0 0,1 0 0 0 0,-1 0-1 0 0,0 0 1 0 0,1 0 0 0 0,-1 0-1 0 0,0 0 1 0 0,0 1 0 0 0,0-1-1 0 0,0 0 1 0 0,0 1-1 0 0,-1-1 1 0 0,1 1 0 0 0,0-1-1 0 0,-1 1 1 0 0,1 0 0 0 0,-3-2-1 0 0,-1 0 42 0 0,1 1 0 0 0,-1 0-1 0 0,1 0 1 0 0,-1 0 0 0 0,0 0-1 0 0,0 1 1 0 0,0 0 0 0 0,0 0-1 0 0,0 0 1 0 0,0 1 0 0 0,0 0-1 0 0,-11 0 1 0 0,1 3 124 0 0,0 0-1 0 0,0 0 1 0 0,0 1 0 0 0,0 1 0 0 0,1 1 0 0 0,0 0-1 0 0,0 1 1 0 0,0 0 0 0 0,1 1 0 0 0,0 1-1 0 0,-21 17 1 0 0,21-14-20 0 0,-1 1 1 0 0,2 0-1 0 0,-1 0 0 0 0,2 2 0 0 0,0-1 1 0 0,1 1-1 0 0,0 1 0 0 0,1 0 0 0 0,-11 29 1 0 0,17-38-79 0 0,0 1 0 0 0,1 0 0 0 0,1 0 1 0 0,-1 0-1 0 0,1 1 0 0 0,0-1 0 0 0,1 0 1 0 0,0 0-1 0 0,0 1 0 0 0,1-1 1 0 0,0 0-1 0 0,1 0 0 0 0,-1 0 0 0 0,2 0 1 0 0,-1 0-1 0 0,1 0 0 0 0,0-1 0 0 0,1 1 1 0 0,-1-1-1 0 0,2 0 0 0 0,-1 0 1 0 0,1 0-1 0 0,0 0 0 0 0,0-1 0 0 0,1 0 1 0 0,0 0-1 0 0,0-1 0 0 0,0 1 0 0 0,9 5 1 0 0,-2-2-80 0 0,0-1 0 0 0,0-1-1 0 0,0 0 1 0 0,1-1 0 0 0,0 0 0 0 0,0-1 0 0 0,1 0 0 0 0,-1-1 0 0 0,1-1 0 0 0,0 0 0 0 0,0-2 0 0 0,0 1 0 0 0,0-2-1 0 0,0 0 1 0 0,25-3 0 0 0,15-10-4352 0 0,-1-10-4119 0 0,-38 15 1773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24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7317 0 0,'3'-12'19185'0'0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4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41 528 0 0,'1'-26'9788'0'0,"-2"11"-4092"0"0,-1 38-2973 0 0,-2 11-1902 0 0,1-22-738 0 0,-34 183 1220 0 0,23-63-3226 0 0,16-96-1209 0 0,4-14-4321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49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52 3000 0 0,'24'-52'15399'0'0,"-22"62"-13927"0"0,-3 11-817 0 0,-1 0-1 0 0,-1 0 1 0 0,-8 31 0 0 0,-24 66-286 0 0,15-55-312 0 0,6-6-2219 0 0,11-21-2571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49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50 1332 0 0,'2'-7'2813'0'0,"-1"-1"0"0"0,2 0 0 0 0,-1 0 0 0 0,6-10 1895 0 0,-8 18-4602 0 0,1 1 1 0 0,-1 0 0 0 0,1-1 0 0 0,-1 1-1 0 0,1 0 1 0 0,-1 0 0 0 0,1 0 0 0 0,-1-1-1 0 0,0 1 1 0 0,0 0 0 0 0,1 0 0 0 0,-1 0-1 0 0,0 0 1 0 0,0-1 0 0 0,0 1 0 0 0,0 0-1 0 0,0 0 1 0 0,0 0 0 0 0,0 1 0 0 0,0 20 698 0 0,-6 15-316 0 0,0 0-1 0 0,-3 0 1 0 0,-13 36 0 0 0,-4 16-1907 0 0,23-67-667 0 0,2 8-7043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0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74 1432 0 0,'-7'-20'3317'0'0,"4"13"-1610"0"0,0 0 0 0 0,1-1 0 0 0,0 1 0 0 0,1-1 0 0 0,-2-9 0 0 0,7 18-937 0 0,4 2-537 0 0,0 0-1 0 0,-1 0 1 0 0,1 0-1 0 0,-1 1 0 0 0,0 0 1 0 0,0 1-1 0 0,0 0 0 0 0,9 9 1 0 0,50 51 774 0 0,-58-56-893 0 0,13 15-4 0 0,0 1 0 0 0,-2 1 0 0 0,-1 0 0 0 0,-1 2 0 0 0,-2 0 0 0 0,0 1 0 0 0,-2 0 0 0 0,-1 1 0 0 0,-2 1 0 0 0,-1-1 0 0 0,-1 2 0 0 0,-1-1 0 0 0,-2 1 0 0 0,-1 0 0 0 0,-2 0 0 0 0,-1 0 0 0 0,-2 1 0 0 0,-1-1 0 0 0,-1 0 0 0 0,-2 0 0 0 0,-1-1 0 0 0,-17 53 0 0 0,4-32-27 0 0,-3-1 0 0 0,-1-1 0 0 0,-55 83 0 0 0,35-70-762 0 0,-4-1 0 0 0,-62 63-1 0 0,19-41-2502 0 0,24-33-3048 0 0,16-17-1752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23 784 0 0,'9'-7'3152'0'0,"-1"0"-299"0"0,1-2-2097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3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224 380 864 0 0,'0'0'8285'0'0,"-11"10"-4845"0"0,62-31-3177 0 0,0-3 0 0 0,69-43 0 0 0,-96 53-228 0 0,9-5-4 0 0,-2-2-1 0 0,39-32 1 0 0,-60 45-23 0 0,0-1 1 0 0,-1-1 0 0 0,0 0-1 0 0,0 0 1 0 0,-1-1-1 0 0,0 0 1 0 0,-1 0-1 0 0,-1 0 1 0 0,0-1 0 0 0,5-14-1 0 0,-7-9-38 0 0,-4 34 29 0 0,0 1 1 0 0,0 0-1 0 0,-1-1 1 0 0,1 1 0 0 0,0 0-1 0 0,0-1 1 0 0,-1 1-1 0 0,1 0 1 0 0,0-1-1 0 0,0 1 1 0 0,-1 0 0 0 0,1 0-1 0 0,0-1 1 0 0,-1 1-1 0 0,1 0 1 0 0,0 0 0 0 0,-1-1-1 0 0,1 1 1 0 0,0 0-1 0 0,-1 0 1 0 0,1 0 0 0 0,0 0-1 0 0,-1 0 1 0 0,1 0-1 0 0,-1 0 1 0 0,1 0 0 0 0,0 0-1 0 0,-1 0 1 0 0,1 0-1 0 0,-1 0 1 0 0,1 0-1 0 0,0 0 1 0 0,-1 0 0 0 0,1 0-1 0 0,0 0 1 0 0,-1 0-1 0 0,1 0 1 0 0,-1 1 0 0 0,1-1-1 0 0,0 0 1 0 0,-1 0-1 0 0,1 0 1 0 0,0 1 0 0 0,0-1-1 0 0,-1 1 1 0 0,-15 6-14 0 0,8-1 14 0 0,0 0 0 0 0,0 1-1 0 0,1-1 1 0 0,0 2 0 0 0,0-1 0 0 0,-7 11 0 0 0,-32 52 1 0 0,35-52 0 0 0,-248 453 231 0 0,185-329-32 0 0,-65 88 92 0 0,139-228-286 0 0,-1-1 0 0 0,0 1 0 0 0,0-1 0 0 0,0 1 1 0 0,0-1-1 0 0,0 1 0 0 0,0-1 0 0 0,0 0 0 0 0,0 0 0 0 0,-1 0 1 0 0,1 0-1 0 0,0 1 0 0 0,-1-2 0 0 0,1 1 0 0 0,-1 0 0 0 0,1 0 1 0 0,-1 0-1 0 0,1-1 0 0 0,-1 1 0 0 0,0-1 0 0 0,1 1 0 0 0,-1-1 1 0 0,0 1-1 0 0,1-1 0 0 0,-1 0 0 0 0,-3 0 0 0 0,4-1-5 0 0,-1 0 1 0 0,1-1-1 0 0,-1 1 0 0 0,1 0 0 0 0,0-1 0 0 0,-1 1 0 0 0,1-1 0 0 0,0 1 0 0 0,0-1 1 0 0,0 0-1 0 0,0 1 0 0 0,0-1 0 0 0,1 0 0 0 0,-1 0 0 0 0,-1-3 0 0 0,-1-5-29 0 0,1 0 0 0 0,-1 0 0 0 0,2 0-1 0 0,-1-1 1 0 0,1 1 0 0 0,1 0 0 0 0,0-1 0 0 0,0 1-1 0 0,1-1 1 0 0,0 1 0 0 0,5-16 0 0 0,-5 24 24 0 0,0 0 0 0 0,0 1 0 0 0,0-1 1 0 0,0 1-1 0 0,0-1 0 0 0,0 1 1 0 0,0-1-1 0 0,1 1 0 0 0,-1 0 0 0 0,1 0 1 0 0,-1-1-1 0 0,1 1 0 0 0,-1 0 0 0 0,1 1 1 0 0,0-1-1 0 0,-1 0 0 0 0,1 0 0 0 0,0 1 1 0 0,0-1-1 0 0,-1 1 0 0 0,1-1 1 0 0,0 1-1 0 0,0 0 0 0 0,0-1 0 0 0,0 1 1 0 0,-1 0-1 0 0,5 1 0 0 0,1 0 6 0 0,0 0-1 0 0,0 0 1 0 0,0 0 0 0 0,1 1-1 0 0,11 5 1 0 0,13 7 49 0 0,115 42 107 0 0,-119-47-149 0 0,1-1 1 0 0,-1-2-1 0 0,42 4 0 0 0,-42-8-15 0 0,0-1 0 0 0,0-1-1 0 0,-1-1 1 0 0,1-2 0 0 0,0 0 0 0 0,53-15 0 0 0,-70 14-5 0 0,-1 0 0 0 0,1 0 0 0 0,-1-1 1 0 0,0 0-1 0 0,0-1 0 0 0,0 0 1 0 0,-1-1-1 0 0,0 0 0 0 0,0 0 1 0 0,0-1-1 0 0,-1 0 0 0 0,-1 0 0 0 0,1-1 1 0 0,-1 0-1 0 0,-1 0 0 0 0,0-1 1 0 0,0 0-1 0 0,-1 0 0 0 0,7-17 1 0 0,-6 10-14 0 0,-1 0 0 0 0,0 0 0 0 0,-1 0 0 0 0,-1-1 0 0 0,-1 1 0 0 0,0-1 1 0 0,-1 0-1 0 0,-3-28 0 0 0,2 45 22 0 0,0 1 0 0 0,0 0-1 0 0,0-1 1 0 0,0 1 0 0 0,0 0 0 0 0,0-1 0 0 0,0 1 0 0 0,0 0 0 0 0,-1-1-1 0 0,1 1 1 0 0,0 0 0 0 0,0 0 0 0 0,0-1 0 0 0,0 1 0 0 0,-1 0-1 0 0,1 0 1 0 0,0-1 0 0 0,0 1 0 0 0,-1 0 0 0 0,1 0 0 0 0,0 0-1 0 0,0-1 1 0 0,-1 1 0 0 0,1 0 0 0 0,0 0 0 0 0,-1 0 0 0 0,1 0 0 0 0,0 0-1 0 0,-1-1 1 0 0,1 1 0 0 0,0 0 0 0 0,-1 0 0 0 0,1 0 0 0 0,0 0-1 0 0,-1 0 1 0 0,1 0 0 0 0,0 0 0 0 0,-1 0 0 0 0,1 0 0 0 0,0 1-1 0 0,-1-1 1 0 0,1 0 0 0 0,0 0 0 0 0,-1 0 0 0 0,1 0 0 0 0,0 0-1 0 0,0 0 1 0 0,-1 1 0 0 0,1-1 0 0 0,0 0 0 0 0,-1 0 0 0 0,1 1 0 0 0,0-1-1 0 0,0 0 1 0 0,0 0 0 0 0,-1 1 0 0 0,1-1 0 0 0,-15 14-46 0 0,2 7 70 0 0,0 0 1 0 0,1 2 0 0 0,2-1-1 0 0,0 1 1 0 0,-9 36 0 0 0,17-54-11 0 0,-3 9 19 0 0,1-1 1 0 0,1 1-1 0 0,0 0 0 0 0,0 0 0 0 0,2 0 0 0 0,-1 18 0 0 0,2-29-28 0 0,0 1 0 0 0,0-1-1 0 0,1 0 1 0 0,-1 0-1 0 0,1 1 1 0 0,0-1-1 0 0,0 0 1 0 0,0 0 0 0 0,0 0-1 0 0,0 0 1 0 0,1 0-1 0 0,-1 0 1 0 0,1-1 0 0 0,0 1-1 0 0,0 0 1 0 0,0-1-1 0 0,0 1 1 0 0,0-1-1 0 0,1 0 1 0 0,-1 0 0 0 0,1 0-1 0 0,-1 0 1 0 0,1 0-1 0 0,0 0 1 0 0,0-1 0 0 0,0 1-1 0 0,0-1 1 0 0,0 0-1 0 0,0 0 1 0 0,0 0-1 0 0,0 0 1 0 0,5 0 0 0 0,5 0-88 0 0,-1 0 1 0 0,0-1 0 0 0,0 0-1 0 0,1-1 1 0 0,-1-1 0 0 0,0 0-1 0 0,0-1 1 0 0,0 0 0 0 0,-1 0-1 0 0,13-7 1 0 0,7-3-342 0 0,-1-2 1 0 0,41-27-1 0 0,-36 17 102 0 0,-2 0-1 0 0,-1-3 1 0 0,-1 0-1 0 0,-1-2 1 0 0,-2-2 0 0 0,-1 0-1 0 0,-1-2 1 0 0,28-48-1 0 0,-2-13 502 0 0,-3-2 0 0 0,36-106 0 0 0,-54 108 1195 0 0,-31 95-1367 0 0,0 0-1 0 0,-1 0 1 0 0,1 0-1 0 0,0 0 1 0 0,0 0-1 0 0,0 1 1 0 0,0-1-1 0 0,0 0 1 0 0,-1 0-1 0 0,1 0 1 0 0,0 0-1 0 0,0 0 1 0 0,0 0-1 0 0,-1 0 1 0 0,1 0 0 0 0,0 0-1 0 0,0 0 1 0 0,0 0-1 0 0,0 0 1 0 0,-1 0-1 0 0,1-1 1 0 0,0 1-1 0 0,0 0 1 0 0,0 0-1 0 0,0 0 1 0 0,0 0-1 0 0,-1 0 1 0 0,1 0 0 0 0,0 0-1 0 0,0 0 1 0 0,0 0-1 0 0,0-1 1 0 0,0 1-1 0 0,0 0 1 0 0,-1 0-1 0 0,1 0 1 0 0,0 0-1 0 0,0 0 1 0 0,0-1-1 0 0,0 1 1 0 0,0 0 0 0 0,0 0-1 0 0,0 0 1 0 0,0 0-1 0 0,0-1 1 0 0,0 1-1 0 0,0 0 1 0 0,0 0-1 0 0,0 0 1 0 0,0 0-1 0 0,0-1 1 0 0,0 1-1 0 0,0 0 1 0 0,0 0-1 0 0,0 0 1 0 0,0 0 0 0 0,0-1-1 0 0,0 1 1 0 0,0 0-1 0 0,0 0 1 0 0,0 0-1 0 0,0 0 1 0 0,0 0-1 0 0,1-1 1 0 0,-13 8 85 0 0,-4 14 53 0 0,0 1 0 0 0,1 0 0 0 0,2 1 0 0 0,-17 37 0 0 0,12-25 7 0 0,-25 51 507 0 0,4 2-1 0 0,-44 144 1 0 0,78-214-578 0 0,1 0 0 0 0,1 1 0 0 0,0-1 0 0 0,1 1 0 0 0,1 26 0 0 0,1-40-61 0 0,0 0-1 0 0,1 0 0 0 0,-1 0 0 0 0,1 0 0 0 0,0 0 1 0 0,1 0-1 0 0,-1 0 0 0 0,1 0 0 0 0,0-1 0 0 0,0 1 1 0 0,1 0-1 0 0,-1-1 0 0 0,1 0 0 0 0,0 0 0 0 0,0 1 1 0 0,0-2-1 0 0,1 1 0 0 0,-1 0 0 0 0,1-1 0 0 0,0 1 1 0 0,0-1-1 0 0,0 0 0 0 0,1-1 0 0 0,5 4 0 0 0,0-3-69 0 0,-1 1-1 0 0,1-2 0 0 0,0 0 0 0 0,0 0 0 0 0,0 0 0 0 0,0-2 1 0 0,0 1-1 0 0,0-1 0 0 0,0 0 0 0 0,0-1 0 0 0,0-1 0 0 0,18-3 1 0 0,-12 0-971 0 0,0 0 0 0 0,0-1 1 0 0,0 0-1 0 0,0-2 0 0 0,-1 0 1 0 0,26-18-1 0 0,-5-2-3695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3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71 172 0 0,'-220'26'10774'0'0,"199"-22"-9681"0"0,31-3 243 0 0,39-8-585 0 0,217-43-1644 0 0,-84 19-5321 0 0,-98 18 1599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45 771 1316 0 0,'-3'1'882'0'0,"-1"1"-1"0"0,1 1 1 0 0,0-1-1 0 0,0 0 1 0 0,0 1-1 0 0,1-1 1 0 0,-4 5 0 0 0,-11 21 1541 0 0,16-27-2173 0 0,1 1-124 0 0,1-1-1 0 0,-1 1 1 0 0,0-1 0 0 0,1 0 0 0 0,-1 1 0 0 0,1-1 0 0 0,-1 1 0 0 0,1-1 0 0 0,-1 0 0 0 0,1 1 0 0 0,0-1 0 0 0,1 2-1 0 0,4-3-25 0 0,1 0 0 0 0,-1 0-1 0 0,1 0 1 0 0,-1-1-1 0 0,0 1 1 0 0,1-2-1 0 0,-1 1 1 0 0,0-1-1 0 0,0 0 1 0 0,0 0 0 0 0,0 0-1 0 0,8-6 1 0 0,12-6 28 0 0,31-22 0 0 0,-32 17-129 0 0,-1 0 0 0 0,-2-2-1 0 0,0 0 1 0 0,-1-2 0 0 0,-1 0 0 0 0,-1-1-1 0 0,-1-1 1 0 0,-2-1 0 0 0,26-51 0 0 0,-2-15-82 0 0,46-160 0 0 0,-59 165 59 0 0,-10 26-96 0 0,-17 60 98 0 0,-1 3-42 0 0,-6 6 64 0 0,2 0 0 0 0,-1 1 0 0 0,1 0 1 0 0,0 0-1 0 0,-4 14 0 0 0,-17 54 26 0 0,13-35-19 0 0,7-22 7 0 0,-50 166 177 0 0,50-161-153 0 0,1 1 1 0 0,2 0 0 0 0,0 0 0 0 0,2 0-1 0 0,2 36 1 0 0,0-55-33 0 0,0-1 1 0 0,0 1-1 0 0,0 0 0 0 0,1-1 1 0 0,0 1-1 0 0,1-1 1 0 0,-1 0-1 0 0,1 0 0 0 0,0 0 1 0 0,0 0-1 0 0,1 0 0 0 0,8 9 1 0 0,-8-11-6 0 0,0 0 0 0 0,0-1 0 0 0,0 0 0 0 0,0 0 0 0 0,1 0 0 0 0,-1 0 0 0 0,1-1 0 0 0,0 0 0 0 0,0 0 0 0 0,-1 0 0 0 0,1 0 0 0 0,1-1 0 0 0,-1 0 0 0 0,0 0 0 0 0,0 0 0 0 0,0-1 0 0 0,7 0 0 0 0,0 0-8 0 0,0-1 1 0 0,0 0-1 0 0,-1 0 0 0 0,1-2 0 0 0,-1 1 0 0 0,1-2 0 0 0,-1 1 0 0 0,0-2 0 0 0,0 1 0 0 0,0-2 0 0 0,14-8 0 0 0,-11 4-12 0 0,0-1-1 0 0,0-1 0 0 0,-2 0 0 0 0,1 0 0 0 0,-1-1 0 0 0,19-29 1 0 0,-4-4-41 0 0,-1-1 0 0 0,-2-2 0 0 0,33-100 1 0 0,-40 99 17 0 0,27-81-45 0 0,-43 129 60 0 0,-4 18 17 0 0,-45 113 70 0 0,23-67-17 0 0,-108 313 514 0 0,132-374-543 0 0,1-1 0 0 0,0 1 0 0 0,-1-1 0 0 0,1 1 0 0 0,0-1 0 0 0,0 1 0 0 0,-1-1 0 0 0,1 1 0 0 0,0 0 0 0 0,0-1 0 0 0,0 1 0 0 0,-1-1 0 0 0,1 1 0 0 0,0 0 0 0 0,0-1 0 0 0,0 1 0 0 0,0-1 0 0 0,0 1 0 0 0,0 0 0 0 0,1-1 0 0 0,-1 1 0 0 0,0-1 0 0 0,0 1 0 0 0,0 0 0 0 0,0-1 0 0 0,1 1 0 0 0,-1-1 0 0 0,1 2 0 0 0,0-3-8 0 0,0 1-1 0 0,0 0 1 0 0,0-1 0 0 0,0 1 0 0 0,0-1-1 0 0,0 1 1 0 0,0-1 0 0 0,0 0 0 0 0,0 1 0 0 0,0-1-1 0 0,0 0 1 0 0,0 0 0 0 0,1-1 0 0 0,32-37-47 0 0,50-66-60 0 0,-74 94 88 0 0,0 1 0 0 0,1 1-1 0 0,0 0 1 0 0,0 0 0 0 0,1 1 0 0 0,0 0-1 0 0,17-7 1 0 0,-27 14 10 0 0,1 1 0 0 0,0-1 1 0 0,0 1-1 0 0,-1-1 0 0 0,1 1 0 0 0,0 0 0 0 0,0 0 0 0 0,0 1 1 0 0,-1-1-1 0 0,1 0 0 0 0,4 2 0 0 0,-4-2 6 0 0,-2 1-1 0 0,1 0 0 0 0,0-1 0 0 0,0 1 0 0 0,0 0 0 0 0,-1 0 0 0 0,1 0 0 0 0,-1 0 0 0 0,1 0 0 0 0,-1 1 0 0 0,1-1 0 0 0,-1 0 0 0 0,1 1 0 0 0,-1-1 0 0 0,0 1 0 0 0,0-1 0 0 0,0 1 0 0 0,0-1 0 0 0,0 1 0 0 0,0 0 0 0 0,1 3 0 0 0,9 35 50 0 0,-7 10 70 0 0,-4-41-101 0 0,0 0-1 0 0,1 0 1 0 0,0-1-1 0 0,0 1 1 0 0,1 0-1 0 0,0 0 1 0 0,6 13-1 0 0,-7-20-17 0 0,1 0 0 0 0,0 0 0 0 0,-1 0 0 0 0,1-1 1 0 0,0 1-1 0 0,0 0 0 0 0,0-1 0 0 0,0 1 0 0 0,0-1 0 0 0,1 0 0 0 0,-1 1 0 0 0,0-1 0 0 0,1 0 0 0 0,-1-1 0 0 0,1 1 0 0 0,-1 0 0 0 0,1-1 0 0 0,-1 1 0 0 0,1-1 0 0 0,-1 0 0 0 0,1 0 0 0 0,0 0 0 0 0,-1 0 0 0 0,4-1 0 0 0,7 0-3 0 0,0-1 0 0 0,0 0 0 0 0,18-6 0 0 0,-9 1-24 0 0,0-2 0 0 0,-1 0 0 0 0,0-1 0 0 0,0-2 0 0 0,-1 0 0 0 0,0-1 0 0 0,32-28 0 0 0,-24 14-8 0 0,0-1-1 0 0,-2-1 0 0 0,42-60 0 0 0,-61 78 46 0 0,-1 0 0 0 0,0 0 1 0 0,8-25-1 0 0,-14 36-11 0 0,1 0 1 0 0,-1-1 0 0 0,0 1-1 0 0,0 0 1 0 0,0 0 0 0 0,1-1 0 0 0,-1 1-1 0 0,0 0 1 0 0,0-1 0 0 0,0 1-1 0 0,0 0 1 0 0,0-1 0 0 0,0 1-1 0 0,1 0 1 0 0,-1-1 0 0 0,0 1-1 0 0,0-1 1 0 0,0 1 0 0 0,0 0-1 0 0,0-1 1 0 0,0 1 0 0 0,-1 0 0 0 0,1-1-1 0 0,0 1 1 0 0,0 0 0 0 0,0-1-1 0 0,0 1 1 0 0,0 0 0 0 0,0-1-1 0 0,-1 1 1 0 0,1 0 0 0 0,0-1-1 0 0,0 1 1 0 0,0 0 0 0 0,-1 0 0 0 0,1-1-1 0 0,0 1 1 0 0,0 0 0 0 0,-1 0-1 0 0,1 0 1 0 0,0-1 0 0 0,-1 1-1 0 0,1 0 1 0 0,0 0 0 0 0,-1 0-1 0 0,1 0 1 0 0,0-1 0 0 0,-1 1 0 0 0,1 0-1 0 0,0 0 1 0 0,-1 0 0 0 0,1 0-1 0 0,0 0 1 0 0,-1 0 0 0 0,1 0-1 0 0,0 0 1 0 0,-1 0 0 0 0,1 0-1 0 0,0 0 1 0 0,-1 0 0 0 0,1 1-1 0 0,0-1 1 0 0,-1 0 0 0 0,1 0 0 0 0,-1 0-1 0 0,-1 1 5 0 0,-1 0-1 0 0,0 0 1 0 0,1 1 0 0 0,-1-1-1 0 0,1 1 1 0 0,0-1-1 0 0,0 1 1 0 0,-3 1-1 0 0,-9 14 26 0 0,0 0-1 0 0,1 1 0 0 0,0 0 0 0 0,2 1 1 0 0,0 0-1 0 0,1 1 0 0 0,1 0 0 0 0,-8 29 1 0 0,13-39-11 0 0,2 0 1 0 0,0 0 0 0 0,0 1 0 0 0,1-1-1 0 0,0 0 1 0 0,0 1 0 0 0,3 16 0 0 0,-2-23-13 0 0,1 0 0 0 0,0-1-1 0 0,-1 1 1 0 0,2 0 0 0 0,-1-1 0 0 0,0 1 0 0 0,1-1 0 0 0,0 1 0 0 0,-1-1 0 0 0,1 0 0 0 0,1 1-1 0 0,-1-1 1 0 0,0 0 0 0 0,1 0 0 0 0,0-1 0 0 0,-1 1 0 0 0,1-1 0 0 0,0 1 0 0 0,0-1 0 0 0,1 0-1 0 0,-1 0 1 0 0,0 0 0 0 0,7 2 0 0 0,0-1-47 0 0,1 0 0 0 0,-1-1-1 0 0,1 0 1 0 0,0 0 0 0 0,0-1 0 0 0,0-1-1 0 0,0 0 1 0 0,0 0 0 0 0,0-1 0 0 0,-1-1-1 0 0,1 1 1 0 0,0-2 0 0 0,14-4 0 0 0,-7 0-1117 0 0,-1 1 0 0 0,1-2 0 0 0,-1-1 1 0 0,-1 0-1 0 0,0-1 0 0 0,29-22 0 0 0,-11 1-3548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5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76 740 0 0,'-30'4'1551'0'0,"-184"29"6572"0"0,203-30-6482 0 0,24-4-1227 0 0,27-6-290 0 0,197-37 80 0 0,6-2-5610 0 0,-149 29 419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201 868 408 0 0,'-21'10'3716'0'0,"-52"21"2930"0"0,71-30-6218 0 0,-8-1 2383 0 0,15-6-2335 0 0,-2 2-714 0 0,6-8 345 0 0,2 2 0 0 0,-1-1 0 0 0,2 1 0 0 0,17-12 0 0 0,4-4-21 0 0,235-227 43 0 0,-223 203-149 0 0,-2-3 0 0 0,-3-1 0 0 0,49-86 0 0 0,28-87-132 0 0,-102 198 76 0 0,-14 27 24 0 0,-2 7 41 0 0,-6 21 2 0 0,0 0 0 0 0,-22 45 0 0 0,13-32 23 0 0,-380 1017 726 0 0,142-201 248 0 0,241-806-877 0 0,3 0-1 0 0,-5 82 0 0 0,14-127-90 0 0,1 1-1 0 0,0-1 0 0 0,1 1 1 0 0,-1-1-1 0 0,1 1 1 0 0,0-1-1 0 0,0 1 1 0 0,1-1-1 0 0,3 9 0 0 0,-5-12-14 0 0,1 0 0 0 0,0 1 0 0 0,0-1 0 0 0,0 0-1 0 0,0 0 1 0 0,0 0 0 0 0,0 0 0 0 0,1 0-1 0 0,-1 0 1 0 0,0 0 0 0 0,0 0 0 0 0,1 0 0 0 0,-1 0-1 0 0,0-1 1 0 0,1 1 0 0 0,-1-1 0 0 0,1 1-1 0 0,-1-1 1 0 0,1 1 0 0 0,-1-1 0 0 0,1 0 0 0 0,0 0-1 0 0,-1 0 1 0 0,1 0 0 0 0,-1 0 0 0 0,1 0 0 0 0,-1 0-1 0 0,1 0 1 0 0,-1-1 0 0 0,1 1 0 0 0,-1-1-1 0 0,3 0 1 0 0,13-5 5 0 0,0-1 0 0 0,0-1-1 0 0,0 0 1 0 0,22-16 0 0 0,59-48-30 0 0,-87 63 19 0 0,41-32-4 0 0,-1-3 1 0 0,-2-2-1 0 0,-2-1 1 0 0,-3-3-1 0 0,43-62 1 0 0,-78 99-7 0 0,-1 0-1 0 0,-1 0 1 0 0,0-1 0 0 0,-1 1 0 0 0,0-2 0 0 0,-1 1-1 0 0,-1-1 1 0 0,0 0 0 0 0,-1 0 0 0 0,-1 0 0 0 0,0 0-1 0 0,-1 0 1 0 0,0 0 0 0 0,-2-1 0 0 0,0 1 0 0 0,0 0-1 0 0,-1 0 1 0 0,-1 0 0 0 0,-1 0 0 0 0,0 0 0 0 0,-1 1-1 0 0,0 0 1 0 0,-2 0 0 0 0,-8-15 0 0 0,1 5 5 0 0,-2 0 1 0 0,-1 1-1 0 0,-1 2 0 0 0,0-1 1 0 0,-2 2-1 0 0,-1 1 0 0 0,0 0 0 0 0,-1 1 1 0 0,-1 2-1 0 0,-41-23 0 0 0,-18-3-28 0 0,-165-58 0 0 0,201 83 6 0 0,-19-9 11 0 0,65 25 15 0 0,0 1 1 0 0,0 0-1 0 0,0 0 1 0 0,-1-1-1 0 0,1 1 1 0 0,0 0-1 0 0,0 0 1 0 0,0-1-1 0 0,0 1 1 0 0,0 0-1 0 0,0-1 0 0 0,0 1 1 0 0,-1 0-1 0 0,1-1 1 0 0,0 1-1 0 0,0 0 1 0 0,0-1-1 0 0,0 1 1 0 0,0 0-1 0 0,1-1 1 0 0,-1 1-1 0 0,0 0 1 0 0,0-1-1 0 0,0 1 0 0 0,0 0 1 0 0,0 0-1 0 0,0-1 1 0 0,0 1-1 0 0,1 0 1 0 0,-1-1-1 0 0,0 1 1 0 0,0 0-1 0 0,0 0 1 0 0,1-1-1 0 0,-1 1 1 0 0,0 0-1 0 0,0 0 1 0 0,1 0-1 0 0,-1-1 0 0 0,0 1 1 0 0,0 0-1 0 0,1 0 1 0 0,-1 0-1 0 0,0 0 1 0 0,1 0-1 0 0,-1 0 1 0 0,1-1-1 0 0,13-8-137 0 0,-14 9 134 0 0,94-49-2674 0 0,3 4 0 0 0,113-36-1 0 0,-177 69 982 0 0,22-9-2513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6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52 1412 0 0,'7'-7'1295'0'0,"2"-1"1718"0"0,-1-1 0 0 0,15-18 1364 0 0,-31 35-3792 0 0,-13 22-316 0 0,1 1-1 0 0,1 1 1 0 0,2 0-1 0 0,2 1 1 0 0,-14 41-1 0 0,24-59-223 0 0,0 0 0 0 0,1 1 0 0 0,1 0 0 0 0,0-1-1 0 0,1 1 1 0 0,0 28 0 0 0,2-40-66 0 0,0 1-1 0 0,1-1 0 0 0,0 0 1 0 0,0 1-1 0 0,0-1 1 0 0,0 0-1 0 0,1 0 1 0 0,-1 0-1 0 0,1 0 1 0 0,0 0-1 0 0,0 0 1 0 0,5 6-1 0 0,-5-8-64 0 0,1 0-1 0 0,0 1 0 0 0,-1-1 1 0 0,1 0-1 0 0,0 0 1 0 0,0-1-1 0 0,0 1 1 0 0,0 0-1 0 0,1-1 0 0 0,-1 0 1 0 0,0 0-1 0 0,0 0 1 0 0,1 0-1 0 0,-1 0 1 0 0,1-1-1 0 0,-1 0 0 0 0,1 1 1 0 0,4-2-1 0 0,3 1-208 0 0,0-2-1 0 0,-1 1 1 0 0,1-2-1 0 0,0 1 0 0 0,-1-1 1 0 0,0-1-1 0 0,1 0 1 0 0,-2 0-1 0 0,1-1 1 0 0,0-1-1 0 0,-1 1 1 0 0,0-1-1 0 0,0-1 0 0 0,-1 0 1 0 0,16-15-1 0 0,-1-3 262 0 0,-2-1 0 0 0,0 0 0 0 0,31-55 0 0 0,-14 4 1602 0 0,-28 53-491 0 0,17-28-1 0 0,-27 52-1065 0 0,0-1 1 0 0,0 1-1 0 0,1 0 0 0 0,-1-1 0 0 0,0 1 0 0 0,0 0 1 0 0,0-1-1 0 0,0 1 0 0 0,1 0 0 0 0,-1 0 0 0 0,0-1 1 0 0,0 1-1 0 0,1 0 0 0 0,-1 0 0 0 0,0-1 0 0 0,0 1 0 0 0,1 0 1 0 0,-1 0-1 0 0,0 0 0 0 0,1 0 0 0 0,-1-1 0 0 0,0 1 1 0 0,1 0-1 0 0,-1 0 0 0 0,0 0 0 0 0,1 0 0 0 0,-1 0 1 0 0,0 0-1 0 0,1 0 0 0 0,-1 0 0 0 0,1 0 0 0 0,4 10 156 0 0,-1 21 12 0 0,-4-28-130 0 0,1 42 173 0 0,-1-24-158 0 0,1-1 0 0 0,4 26 0 0 0,-5-41-47 0 0,1 0 0 0 0,0-1 1 0 0,0 1-1 0 0,1-1 0 0 0,0 0 0 0 0,0 1 1 0 0,0-1-1 0 0,0 0 0 0 0,0 0 0 0 0,1 0 1 0 0,0 0-1 0 0,-1-1 0 0 0,1 1 0 0 0,1-1 1 0 0,3 4-1 0 0,-4-6-7 0 0,0 0 0 0 0,0 0 0 0 0,0 0 0 0 0,-1 0 0 0 0,1-1 0 0 0,0 1-1 0 0,0-1 1 0 0,0 0 0 0 0,0 0 0 0 0,0 0 0 0 0,0 0 0 0 0,0-1 0 0 0,0 1 0 0 0,0-1 0 0 0,0 0 0 0 0,0 0 0 0 0,-1 0 0 0 0,1 0 0 0 0,4-2 0 0 0,13-9-30 0 0,-1-1 0 0 0,-1-1 1 0 0,0-1-1 0 0,0 0 0 0 0,-2-1 1 0 0,17-20-1 0 0,8-7-35 0 0,-35 37 48 0 0,-4 3 3 0 0,0 0-1 0 0,0 1 0 0 0,1-1 0 0 0,-1 1 0 0 0,1 0 0 0 0,0 0 0 0 0,-1 0 1 0 0,1 0-1 0 0,0 0 0 0 0,0 1 0 0 0,0-1 0 0 0,0 1 0 0 0,0 0 0 0 0,1 0 1 0 0,-1 0-1 0 0,0 0 0 0 0,7 0 0 0 0,-6 2 8 0 0,1-1-1 0 0,0 1 1 0 0,-1 0-1 0 0,1 0 1 0 0,-1 1 0 0 0,1-1-1 0 0,-1 1 1 0 0,0 0-1 0 0,0 0 1 0 0,1 0 0 0 0,-1 1-1 0 0,-1 0 1 0 0,1 0-1 0 0,6 6 1 0 0,5 2 48 0 0,-1-1-14 0 0,1-2 1 0 0,-1 1-1 0 0,1-2 0 0 0,1 0 1 0 0,-1-1-1 0 0,1 0 1 0 0,33 6-1 0 0,-43-11-37 0 0,1 0 0 0 0,-1 0 0 0 0,1-1 0 0 0,-1 1 0 0 0,1-2 0 0 0,-1 1 0 0 0,0-1 0 0 0,1 0 0 0 0,-1 0 0 0 0,0 0 0 0 0,1-1-1 0 0,-1 0 1 0 0,0-1 0 0 0,0 1 0 0 0,0-1 0 0 0,-1 0 0 0 0,1 0 0 0 0,-1-1 0 0 0,0 0 0 0 0,1 0 0 0 0,-2 0 0 0 0,1-1 0 0 0,7-8 0 0 0,-7 5-18 0 0,0-1 1 0 0,0 0-1 0 0,-1 0 0 0 0,-1 0 0 0 0,1 0 1 0 0,-1-1-1 0 0,-1 1 0 0 0,0-1 0 0 0,0 0 1 0 0,-1 0-1 0 0,0-16 0 0 0,-1 25 17 0 0,1 0 0 0 0,-1 0 1 0 0,0 1-1 0 0,0-1 0 0 0,0 0 0 0 0,-1 1 0 0 0,1-1 0 0 0,0 0 0 0 0,0 0 0 0 0,0 1 0 0 0,0-1 0 0 0,-1 0 1 0 0,1 1-1 0 0,0-1 0 0 0,-1 0 0 0 0,1 1 0 0 0,0-1 0 0 0,-1 0 0 0 0,1 1 0 0 0,-1-1 0 0 0,1 1 0 0 0,-1-1 0 0 0,1 1 1 0 0,-1-1-1 0 0,1 1 0 0 0,-1-1 0 0 0,-1 0 0 0 0,1 1 0 0 0,0 0 0 0 0,0 0 0 0 0,-1 0 0 0 0,1 0 0 0 0,0 0 0 0 0,-1 0 0 0 0,1 0 1 0 0,0 0-1 0 0,-1 0 0 0 0,1 0 0 0 0,0 1 0 0 0,0-1 0 0 0,-1 1 0 0 0,0 0 0 0 0,-5 2 6 0 0,0 0 0 0 0,1 1-1 0 0,-12 9 1 0 0,5-2 42 0 0,0 1-1 0 0,1 0 1 0 0,0 1-1 0 0,1 0 1 0 0,0 1 0 0 0,1 0-1 0 0,1 1 1 0 0,0 0-1 0 0,1 0 1 0 0,1 1-1 0 0,0 0 1 0 0,1 1-1 0 0,1-1 1 0 0,-3 20-1 0 0,7-32-36 0 0,0-1 0 0 0,1 1 0 0 0,0 0-1 0 0,0-1 1 0 0,0 1 0 0 0,0 0 0 0 0,1-1 0 0 0,-1 1-1 0 0,1 0 1 0 0,0-1 0 0 0,0 1 0 0 0,0-1-1 0 0,1 1 1 0 0,-1-1 0 0 0,1 1 0 0 0,0-1 0 0 0,0 0-1 0 0,2 4 1 0 0,0-4 16 0 0,-1 0 0 0 0,0-1 0 0 0,1 1 0 0 0,-1 0 0 0 0,1-1 0 0 0,0 0 0 0 0,0 0 0 0 0,-1 0 0 0 0,2 0 0 0 0,-1-1 0 0 0,0 0 0 0 0,0 0 0 0 0,7 1 0 0 0,0 0-217 0 0,0-2-1 0 0,0 1 0 0 0,1-1 1 0 0,-1-1-1 0 0,0 0 1 0 0,0-1-1 0 0,0 0 0 0 0,0-1 1 0 0,0 0-1 0 0,-1 0 0 0 0,13-7 1 0 0,-12 5-1184 0 0,0-2-1 0 0,-1 1 1 0 0,13-12 0 0 0,3-5-3730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7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6 300 0 0,'-50'-2'2672'0'0,"10"2"-884"0"0,1-2-299 0 0,4 2-429 0 0,8 0-92 0 0,1-2-324 0 0,2 2-16 0 0,7 2-264 0 0,1 0 276 0 0,4 0-284 0 0,28 4-1556 0 0,-2-6-1884 0 0,10 2-1137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7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539 84 2028 0 0,'5'-23'4417'0'0,"14"-36"0"0"0,-18 57-4120 0 0,-1 4-234 0 0,1-1 0 0 0,-1 1 0 0 0,1-1 0 0 0,-1 1 0 0 0,1 0 0 0 0,-1-1-1 0 0,0 1 1 0 0,0 0 0 0 0,0-1 0 0 0,0 4 0 0 0,-3 89 972 0 0,-26 161 0 0 0,-42 90 201 0 0,-171 476 999 0 0,60-226-1460 0 0,166-545-1077 0 0,8-25-2134 0 0,-8 35 1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7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1348 0 0,'8'-17'843'0'0,"1"0"-1"0"0,1 1 0 0 0,0 0 1 0 0,2 0-1 0 0,-1 1 1 0 0,2 1-1 0 0,0 0 0 0 0,24-20 1 0 0,-27 27-680 0 0,-1 0 0 0 0,1 1 1 0 0,0 0-1 0 0,1 1 1 0 0,0 0-1 0 0,-1 0 0 0 0,2 1 1 0 0,-1 1-1 0 0,0 0 0 0 0,1 0 1 0 0,-1 1-1 0 0,1 0 1 0 0,0 1-1 0 0,-1 1 0 0 0,16 1 1 0 0,-6 1-26 0 0,0 1 1 0 0,-1 1 0 0 0,1 1-1 0 0,-1 0 1 0 0,23 11 0 0 0,-34-12-63 0 0,-1-1 0 0 0,1 2 0 0 0,-1-1 0 0 0,0 1 0 0 0,0 0 0 0 0,0 1 0 0 0,-1 0 0 0 0,0 0 0 0 0,0 1 0 0 0,-1 0 0 0 0,1 0 0 0 0,-2 0 0 0 0,10 15 1 0 0,-13-17 3 0 0,0-1 0 0 0,-1 1 1 0 0,1 0-1 0 0,-1-1 1 0 0,0 1-1 0 0,-1 0 1 0 0,1-1-1 0 0,-1 1 1 0 0,0 0-1 0 0,0 0 1 0 0,-1 0-1 0 0,1-1 0 0 0,-1 1 1 0 0,0 0-1 0 0,0-1 1 0 0,-1 1-1 0 0,1-1 1 0 0,-1 1-1 0 0,0-1 1 0 0,0 0-1 0 0,-1 1 0 0 0,1-1 1 0 0,-1 0-1 0 0,0-1 1 0 0,-4 5-1 0 0,-4 5 51 0 0,0-1-1 0 0,-1-1 1 0 0,0 0-1 0 0,-1 0 1 0 0,-29 16-1 0 0,27-19-173 0 0,0 0-1 0 0,-1-1 0 0 0,0-1 0 0 0,0 0 0 0 0,-1-1 0 0 0,1-1 0 0 0,-1-1 0 0 0,0 0 1 0 0,0-1-1 0 0,-1-1 0 0 0,1 0 0 0 0,0-2 0 0 0,0 0 0 0 0,0-1 0 0 0,-1 0 0 0 0,-17-6 0 0 0,13-3-2166 0 0,21 10 1932 0 0,0 1 1 0 0,1-1-1 0 0,-1 0 0 0 0,1 0 0 0 0,-1 1 1 0 0,1-1-1 0 0,-1 0 0 0 0,1 0 0 0 0,-1 0 0 0 0,1 0 1 0 0,0 0-1 0 0,-1 0 0 0 0,1 1 0 0 0,0-1 0 0 0,0 0 1 0 0,0 0-1 0 0,0 0 0 0 0,0 0 0 0 0,0 0 1 0 0,0 0-1 0 0,0-2 0 0 0,3-8-4566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8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31 180 1920 0 0,'3'-1'917'0'0,"1"-1"1"0"0,0 0-1 0 0,-1 0 0 0 0,1 0 0 0 0,-1-1 0 0 0,12-11 5171 0 0,-33 22-5452 0 0,12 0-580 0 0,0 1 0 0 0,1-1 0 0 0,0 1 0 0 0,1 0 0 0 0,0 1 0 0 0,0-1 0 0 0,1 1 0 0 0,0 0 0 0 0,0 0 0 0 0,1 0 0 0 0,1 0 0 0 0,-1 0 0 0 0,2 0 0 0 0,0 0 0 0 0,0 0 0 0 0,0 1 0 0 0,4 16 0 0 0,-3-24-42 0 0,0 1 0 0 0,0-1 0 0 0,0 0 1 0 0,1 0-1 0 0,-1 0 0 0 0,1 0 0 0 0,0 0 1 0 0,-1 0-1 0 0,1 0 0 0 0,1-1 0 0 0,-1 1 0 0 0,0-1 1 0 0,1 1-1 0 0,-1-1 0 0 0,1 0 0 0 0,0 0 1 0 0,3 3-1 0 0,-1-3 11 0 0,0 0 1 0 0,0 0-1 0 0,0-1 0 0 0,0 1 0 0 0,0-1 1 0 0,0 0-1 0 0,0 0 0 0 0,1-1 1 0 0,-1 1-1 0 0,8-2 0 0 0,-3 1 26 0 0,0-2-1 0 0,0 1 0 0 0,0-2 1 0 0,0 1-1 0 0,0-1 0 0 0,-1 0 0 0 0,1-1 1 0 0,-1 0-1 0 0,0-1 0 0 0,0 0 1 0 0,11-9-1 0 0,-11 6-25 0 0,-1 0 1 0 0,0 0 0 0 0,-1-1-1 0 0,0 0 1 0 0,0-1-1 0 0,-1 0 1 0 0,-1 0 0 0 0,1 0-1 0 0,-2 0 1 0 0,1-1-1 0 0,-1 0 1 0 0,-1 0 0 0 0,3-16-1 0 0,-3 16-3 0 0,-2 0 0 0 0,1 0-1 0 0,-2 0 1 0 0,1 0 0 0 0,-2 0 0 0 0,1 1-1 0 0,-1-1 1 0 0,-1 0 0 0 0,0 0-1 0 0,-1 1 1 0 0,0-1 0 0 0,0 1-1 0 0,-1-1 1 0 0,-7-11 0 0 0,9 18-15 0 0,0 1 0 0 0,-1 0 0 0 0,1 0 0 0 0,-1 0 0 0 0,0 0 0 0 0,1 0 0 0 0,-2 1 0 0 0,1-1-1 0 0,0 1 1 0 0,0 0 0 0 0,-1 0 0 0 0,1 0 0 0 0,-1 0 0 0 0,1 1 0 0 0,-1 0 0 0 0,0-1 0 0 0,0 1 0 0 0,0 0 0 0 0,1 1 0 0 0,-1-1 0 0 0,0 1 0 0 0,0 0 0 0 0,0 0 0 0 0,0 0 0 0 0,0 0 0 0 0,0 1 0 0 0,0-1 0 0 0,0 1 0 0 0,0 0 0 0 0,0 0 0 0 0,1 1 0 0 0,-5 1-1 0 0,2-1-78 0 0,1 0-1 0 0,-1 1 0 0 0,1 0 0 0 0,0 0 0 0 0,0 0 0 0 0,0 1 0 0 0,0 0 0 0 0,0 0 1 0 0,1 0-1 0 0,0 0 0 0 0,0 1 0 0 0,0-1 0 0 0,0 1 0 0 0,1 0 0 0 0,-1 0 0 0 0,1 1 1 0 0,1-1-1 0 0,-1 1 0 0 0,1-1 0 0 0,-3 11 0 0 0,5-13-153 0 0,0 1 1 0 0,-1-1-1 0 0,2 0 0 0 0,-1 1 1 0 0,0-1-1 0 0,1 0 0 0 0,-1 0 1 0 0,1 1-1 0 0,0-1 0 0 0,0 0 1 0 0,0 0-1 0 0,2 4 0 0 0,-1-4-567 0 0,0 0 0 0 0,0 0 0 0 0,0 0 0 0 0,0-1 0 0 0,0 1 0 0 0,5 4 0 0 0,7 4-3994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8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29 2132 0 0,'4'-28'11919'0'0,"-10"34"-11515"0"0,-2 6-136 0 0,1 0 1 0 0,0 1 0 0 0,1-1 0 0 0,0 2-1 0 0,1-1 1 0 0,-3 15 0 0 0,-1 0-35 0 0,-32 125 373 0 0,41-152-633 0 0,0 0 1 0 0,-1 0-1 0 0,1 0 0 0 0,0 0 1 0 0,0 0-1 0 0,0 0 0 0 0,0 1 1 0 0,0-1-1 0 0,0 0 0 0 0,0 0 1 0 0,0 0-1 0 0,0 0 0 0 0,1 0 1 0 0,-1 0-1 0 0,0 0 0 0 0,1 0 1 0 0,-1 0-1 0 0,1 0 0 0 0,-1 0 1 0 0,1 0-1 0 0,0 1 0 0 0,0-1-243 0 0,-1 0-1 0 0,1 0 0 0 0,0 0 1 0 0,0-1-1 0 0,0 1 0 0 0,-1 0 1 0 0,1-1-1 0 0,0 1 0 0 0,0-1 1 0 0,0 1-1 0 0,0-1 1 0 0,0 1-1 0 0,0-1 0 0 0,0 0 1 0 0,0 1-1 0 0,0-1 0 0 0,0 0 1 0 0,0 0-1 0 0,0 0 0 0 0,0 0 1 0 0,0 0-1 0 0,0 0 1 0 0,1 0-1 0 0,-1 0 0 0 0,0 0 1 0 0,0 0-1 0 0,0-1 0 0 0,0 1 1 0 0,0 0-1 0 0,1-1 0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8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95 860 0 0,'-13'-22'2983'0'0,"-1"0"-1"0"0,-22-26 1 0 0,34 46-2653 0 0,2 2-341 0 0,-1 0 0 0 0,1 0 0 0 0,-1 0 0 0 0,1 0 0 0 0,-1 1 0 0 0,1-1 0 0 0,0 0 0 0 0,-1 0 0 0 0,1 0 0 0 0,-1 1 0 0 0,1-1 1 0 0,-1 0-1 0 0,1 1 0 0 0,0-1 0 0 0,-1 0 0 0 0,1 1 0 0 0,0-1 0 0 0,-1 0 0 0 0,1 1 0 0 0,0-1 0 0 0,0 0 0 0 0,-1 1 0 0 0,1-1 0 0 0,0 1 1 0 0,0-1-1 0 0,0 1 0 0 0,0-1 0 0 0,-1 1 0 0 0,1-1 0 0 0,0 0 0 0 0,0 1 0 0 0,0-1 0 0 0,0 1 0 0 0,0-1 0 0 0,0 1 0 0 0,0-1 0 0 0,0 1 1 0 0,0-1-1 0 0,1 1 0 0 0,-1-1 0 0 0,0 1 0 0 0,0-1 0 0 0,0 1 0 0 0,0-1 0 0 0,1 0 0 0 0,-1 1 0 0 0,12 27-3114 0 0,-11-25 1866 0 0,4 9-1577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9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1140 0 0,'23'43'7654'0'0,"-17"-30"-6259"0"0,0 1-1 0 0,7 25 1 0 0,-11-31-1118 0 0,0 1-1 0 0,-1 0 0 0 0,0 0 1 0 0,-1 0-1 0 0,1 0 0 0 0,-2 0 1 0 0,1 0-1 0 0,-1 0 0 0 0,-1 0 1 0 0,1 0-1 0 0,-5 12 0 0 0,1-8 468 0 0,6-18-222 0 0,11-24-333 0 0,2 5-214 0 0,1 1 0 0 0,1 0 1 0 0,1 1-1 0 0,1 0 0 0 0,1 2 0 0 0,0 0 1 0 0,2 1-1 0 0,0 2 0 0 0,2 0 0 0 0,-1 1 0 0 0,27-14 1 0 0,-45 29 12 0 0,-1-1 0 0 0,1 0 1 0 0,-1 1-1 0 0,1 0 1 0 0,0 0-1 0 0,-1 0 1 0 0,1 0-1 0 0,0 1 0 0 0,0 0 1 0 0,0-1-1 0 0,-1 1 1 0 0,1 1-1 0 0,0-1 1 0 0,0 0-1 0 0,0 1 1 0 0,6 2-1 0 0,-8-2 10 0 0,1 0 1 0 0,-1 0-1 0 0,1 1 1 0 0,-1-1-1 0 0,0 1 0 0 0,0 0 1 0 0,0-1-1 0 0,0 1 1 0 0,0 0-1 0 0,0 0 1 0 0,0 0-1 0 0,0 1 0 0 0,-1-1 1 0 0,1 0-1 0 0,-1 1 1 0 0,0-1-1 0 0,0 1 0 0 0,0-1 1 0 0,0 1-1 0 0,0-1 1 0 0,0 1-1 0 0,-1 0 1 0 0,1 4-1 0 0,0 7-2 0 0,0 0 0 0 0,-1 0 0 0 0,-3 21 0 0 0,2-19-1731 0 0,0 33 0 0 0,6-28-3931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9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155 139 1920 0 0,'40'-137'11733'0'0,"-39"135"-11442"0"0,0 4-230 0 0,-1-1 1 0 0,1 1-1 0 0,0 0 0 0 0,-1-1 1 0 0,1 1-1 0 0,-1 0 0 0 0,0 0 1 0 0,0 0-1 0 0,0 2 0 0 0,-7 40 134 0 0,-2 0-1 0 0,-17 47 1 0 0,-38 83 14 0 0,-9 30-238 0 0,67-184-633 0 0,-6 40 1 0 0,11-55 69 0 0,0 1 0 0 0,1 0 0 0 0,0-1 0 0 0,0 1 1 0 0,1 0-1 0 0,-1-1 0 0 0,1 1 0 0 0,0-1 1 0 0,1 1-1 0 0,-1-1 0 0 0,1 0 0 0 0,3 7 1 0 0,3 0-3310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9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305 190 1128 0 0,'21'-30'3417'0'0,"-1"0"-1"0"0,-2-1 1 0 0,22-52-1 0 0,-40 83-3394 0 0,1-1 1 0 0,-1 1-1 0 0,0-1 1 0 0,0 1-1 0 0,1 0 0 0 0,-1-1 1 0 0,0 1-1 0 0,1-1 1 0 0,-1 1-1 0 0,0-1 0 0 0,0 1 1 0 0,0-1-1 0 0,0 1 1 0 0,0-1-1 0 0,0 1 0 0 0,1-1 1 0 0,-1 1-1 0 0,0-1 1 0 0,0 0-1 0 0,-1 1 0 0 0,1-1 1 0 0,0 1-1 0 0,0-1 1 0 0,0 1-1 0 0,0-1 0 0 0,0 1 1 0 0,0-1-1 0 0,-1 1 1 0 0,1-1-1 0 0,0 1 0 0 0,-1-1 1 0 0,0 1-2 0 0,0 0 0 0 0,0 0 0 0 0,0 1 0 0 0,0-1 0 0 0,0 0 0 0 0,0 0 0 0 0,0 1 0 0 0,0-1 0 0 0,0 1 0 0 0,0-1 0 0 0,0 1 0 0 0,1-1 0 0 0,-3 2 1 0 0,-3 3 15 0 0,-1 1 1 0 0,1-1 0 0 0,-8 10 0 0 0,9-9-28 0 0,0-1 0 0 0,1 1 1 0 0,0 0-1 0 0,1 0 0 0 0,-1 1 1 0 0,1-1-1 0 0,0 1 0 0 0,1 0 1 0 0,-1 0-1 0 0,2 0 0 0 0,-1 0 1 0 0,1 0-1 0 0,0 0 0 0 0,0 0 1 0 0,1 0-1 0 0,-1 1 0 0 0,2 6 1 0 0,3 3 4 0 0,0-1 0 0 0,2 0 0 0 0,-1-1 0 0 0,2 1 0 0 0,14 25 0 0 0,11 25 86 0 0,-31-63-14 0 0,0-1 0 0 0,0 1 0 0 0,0 0 0 0 0,-1-1 0 0 0,1 1 0 0 0,-1 0 0 0 0,0-1 0 0 0,1 1 0 0 0,-1 0 0 0 0,-1 0 0 0 0,1-1 0 0 0,0 1 0 0 0,-1 0 0 0 0,1-1 0 0 0,-1 1 0 0 0,0 0 0 0 0,-2 3 0 0 0,1-1 3 0 0,0-1 0 0 0,-1 0 1 0 0,0 0-1 0 0,0 0 0 0 0,0-1 0 0 0,-1 1 0 0 0,1-1 0 0 0,-1 0 0 0 0,-5 4 0 0 0,-5 2 45 0 0,-1-1-1 0 0,0 0 1 0 0,0-1-1 0 0,-28 9 1 0 0,28-11-448 0 0,0-1 0 0 0,0-1 0 0 0,0-1 0 0 0,-1 0 0 0 0,1-1 0 0 0,-29-1 0 0 0,28-1-1859 0 0,0-2 0 0 0,0 1 1 0 0,-26-9-1 0 0,13 1-4020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7:59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53 176 2684 0 0,'-51'-37'8052'0'0,"51"37"-7995"0"0,0 0-1 0 0,0-1 1 0 0,-1 1 0 0 0,1-1-1 0 0,0 1 1 0 0,0-1-1 0 0,0 1 1 0 0,0-1-1 0 0,-1 1 1 0 0,1-1-1 0 0,0 1 1 0 0,0-1 0 0 0,0 1-1 0 0,0-1 1 0 0,0 1-1 0 0,0-1 1 0 0,0 1-1 0 0,0-1 1 0 0,0 1-1 0 0,1-1 1 0 0,-1 1-1 0 0,0-1 1 0 0,0 1 0 0 0,0 0-1 0 0,1-1 1 0 0,-1 1-1 0 0,0-1 1 0 0,0 1-1 0 0,1-1 1 0 0,-1 1-1 0 0,0 0 1 0 0,1-1 0 0 0,-1 1-1 0 0,0 0 1 0 0,1-1-1 0 0,-1 1 1 0 0,1 0-1 0 0,-1 0 1 0 0,1-1-1 0 0,-1 1 1 0 0,0 0 0 0 0,1 0-1 0 0,0-1 1 0 0,20-9 657 0 0,40-9-231 0 0,-1 3-1 0 0,2 2 1 0 0,64-5 0 0 0,-91 14-364 0 0,347-24 293 0 0,-218 25-2689 0 0,-83 3-327 0 0,-40 0-1123 0 0,-4-1-1662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4 136 804 0 0,'-3'-15'4534'0'0,"4"-1"-1938"0"0,-1 16-2544 0 0,0 0 1 0 0,1-1 0 0 0,-1 1 0 0 0,0 0 0 0 0,0 0 0 0 0,0-1 0 0 0,1 1 0 0 0,-1 0-1 0 0,0 0 1 0 0,1 0 0 0 0,-1 0 0 0 0,0-1 0 0 0,0 1 0 0 0,1 0 0 0 0,-1 0 0 0 0,0 0-1 0 0,1 0 1 0 0,-1 0 0 0 0,0 0 0 0 0,1 0 0 0 0,-1 0 0 0 0,0 0 0 0 0,1 0 0 0 0,-1 0-1 0 0,0 0 1 0 0,1 0 0 0 0,2 1 38 0 0,0 0-1 0 0,0 0 0 0 0,0 0 1 0 0,0 1-1 0 0,0-1 1 0 0,0 1-1 0 0,-1 0 1 0 0,4 2-1 0 0,3 3-17 0 0,0 0 0 0 0,0 1 0 0 0,0 0 0 0 0,-1 1 0 0 0,-1 0 0 0 0,1 0 0 0 0,-1 0 0 0 0,-1 1 0 0 0,0 0 0 0 0,5 12 0 0 0,-8-16-51 0 0,-1 1 0 0 0,0-1-1 0 0,0 1 1 0 0,-1 0-1 0 0,0 0 1 0 0,0-1 0 0 0,0 1-1 0 0,-1 0 1 0 0,0 0-1 0 0,0 0 1 0 0,-1 0 0 0 0,0 0-1 0 0,0-1 1 0 0,-1 1 0 0 0,0 0-1 0 0,0-1 1 0 0,0 1-1 0 0,-5 8 1 0 0,0-2 24 0 0,0 0-1 0 0,-1 0 1 0 0,0-1 0 0 0,-1 0 0 0 0,0 0-1 0 0,-1-1 1 0 0,-1 0 0 0 0,-19 16-1 0 0,28-25 9 0 0,1-2-54 0 0,1 0 0 0 0,-1-1 0 0 0,1 1 0 0 0,0 0 0 0 0,-1 0 0 0 0,1 0 0 0 0,0 0 0 0 0,-1-1 0 0 0,1 1-1 0 0,0 0 1 0 0,-1 0 0 0 0,1-1 0 0 0,0 1 0 0 0,-1 0 0 0 0,1 0 0 0 0,0-1 0 0 0,0 1 0 0 0,-1 0 0 0 0,1-1-1 0 0,0 1 1 0 0,0 0 0 0 0,0-1 0 0 0,-1 1 0 0 0,1-1 0 0 0,0 1 0 0 0,0 0 0 0 0,0-1 0 0 0,0 1 0 0 0,0-1-1 0 0,0 1 1 0 0,0 0 0 0 0,0-1 0 0 0,0 1 0 0 0,0-1 0 0 0,0 1 0 0 0,0 0 0 0 0,0-1 0 0 0,0 1 0 0 0,0-1 0 0 0,1 1-1 0 0,-1-1 1 0 0,6-17-49 0 0,14-15 6 0 0,1 1 0 0 0,2 1-1 0 0,37-39 1 0 0,91-77-5 0 0,-46 47 474 0 0,-92 88-203 0 0,-8 8-112 0 0,-1 0 0 0 0,0 0 0 0 0,0 0 0 0 0,5-8 0 0 0,-8 11-37 0 0,-3 2-47 0 0,-6 4-6 0 0,0 1 0 0 0,1 0 0 0 0,-1 0 0 0 0,1 1 0 0 0,-11 13 0 0 0,-30 46 40 0 0,37-51-40 0 0,-6 10 42 0 0,1 0-1 0 0,-25 53 0 0 0,37-70-28 0 0,0 1-1 0 0,1 0 1 0 0,1-1 0 0 0,-1 1-1 0 0,1 0 1 0 0,1 0-1 0 0,0 0 1 0 0,0 1 0 0 0,1-1-1 0 0,0 0 1 0 0,0 0-1 0 0,1 0 1 0 0,4 18 0 0 0,-3-21-8 0 0,1-1-1 0 0,-1 0 1 0 0,1 0 0 0 0,0 0 0 0 0,0 0 0 0 0,1-1 0 0 0,0 1 0 0 0,0-1 0 0 0,0 0 0 0 0,0 0 0 0 0,0 0 0 0 0,1-1-1 0 0,0 0 1 0 0,-1 1 0 0 0,1-2 0 0 0,1 1 0 0 0,-1 0 0 0 0,0-1 0 0 0,9 2 0 0 0,0 1-703 0 0,1-1 0 0 0,0-1 0 0 0,0-1 0 0 0,0 0 0 0 0,0 0 0 0 0,20-2 0 0 0,-11-2-2422 0 0,0-1-928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0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0 2940 0 0,'4'4'9904'0'0,"-8"15"-6464"0"0,-16 29-4196 0 0,14-34 1818 0 0,4-9-1113 0 0,-50 133 1017 0 0,34-65-3195 0 0,15-56-364 0 0,1 0 0 0 0,0 21 0 0 0,2-24-2500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1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47 1192 0 0,'3'-6'1485'0'0,"1"1"0"0"0,0-1 0 0 0,1 1-1 0 0,-1 1 1 0 0,6-6 0 0 0,-4 4-748 0 0,-4 5-367 0 0,-2 0-330 0 0,0 1 0 0 0,0 0 0 0 0,0 0 0 0 0,1-1 0 0 0,-1 1 0 0 0,0 0 0 0 0,0 0 0 0 0,1 0 0 0 0,-1-1 0 0 0,0 1 0 0 0,1 0-1 0 0,-1 0 1 0 0,0 0 0 0 0,0 0 0 0 0,1 0 0 0 0,-1 0 0 0 0,0-1 0 0 0,1 1 0 0 0,-1 0 0 0 0,0 0 0 0 0,1 0 0 0 0,-1 0 0 0 0,0 0 0 0 0,1 0 0 0 0,-1 0-1 0 0,1 4 17 0 0,0-1-1 0 0,-1 0 0 0 0,1 0 1 0 0,-1 0-1 0 0,0 0 1 0 0,0 0-1 0 0,0 0 0 0 0,0 1 1 0 0,-1-1-1 0 0,1 0 0 0 0,-1 0 1 0 0,0 0-1 0 0,0 0 0 0 0,0 0 1 0 0,-2 3-1 0 0,-26 50 157 0 0,23-46-151 0 0,-79 112 269 0 0,13-20-924 0 0,53-78-1567 0 0,7-11-2638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24 111 1784 0 0,'1'-3'1903'0'0,"5"-8"893"0"0,17-26 3290 0 0,-21 35-5912 0 0,-1 1 1 0 0,0-1-1 0 0,1 0 0 0 0,-1 1 1 0 0,1-1-1 0 0,0 1 0 0 0,0-1 1 0 0,-1 1-1 0 0,1 0 1 0 0,0 0-1 0 0,0-1 0 0 0,0 2 1 0 0,0-1-1 0 0,0 0 0 0 0,5-1 1 0 0,-4 2-137 0 0,1 0 0 0 0,0 0 0 0 0,0 0 0 0 0,-1 0-1 0 0,1 1 1 0 0,0-1 0 0 0,-1 1 0 0 0,1 0 0 0 0,0 0 0 0 0,-1 0 0 0 0,1 1 0 0 0,-1-1 0 0 0,0 1 0 0 0,1 0 0 0 0,2 3 0 0 0,-1-2-10 0 0,-1 1-1 0 0,1 0 1 0 0,-1 1 0 0 0,-1-1-1 0 0,1 1 1 0 0,-1-1 0 0 0,1 1-1 0 0,-1 0 1 0 0,3 7 0 0 0,-3-4 0 0 0,1 1 0 0 0,-2-1 0 0 0,1 0 0 0 0,-1 1 0 0 0,0-1 0 0 0,-1 1 0 0 0,0 0 1 0 0,0 0-1 0 0,-1-1 0 0 0,0 1 0 0 0,-1 0 0 0 0,0 0 0 0 0,-3 12 0 0 0,0-8 8 0 0,-1 0 0 0 0,-1-1 0 0 0,0 0 0 0 0,0 0 0 0 0,-1 0 1 0 0,-1-1-1 0 0,-16 19 0 0 0,6-11 28 0 0,-1 0 0 0 0,-1-2 0 0 0,-23 17 0 0 0,21-20 58 0 0,12-12-48 0 0,10-2-74 0 0,0 0 1 0 0,0 0 0 0 0,0 0-1 0 0,0 0 1 0 0,-1 0 0 0 0,1 0 0 0 0,0 0-1 0 0,0 0 1 0 0,0-1 0 0 0,0 1-1 0 0,0 0 1 0 0,0 0 0 0 0,0 0-1 0 0,-1 0 1 0 0,1 0 0 0 0,0 0 0 0 0,0-1-1 0 0,0 1 1 0 0,0 0 0 0 0,0 0-1 0 0,0 0 1 0 0,0 0 0 0 0,0 0 0 0 0,0-1-1 0 0,0 1 1 0 0,0 0 0 0 0,0 0-1 0 0,0 0 1 0 0,0 0 0 0 0,0 0-1 0 0,0-1 1 0 0,0 1 0 0 0,0 0 0 0 0,0 0-1 0 0,0 0 1 0 0,0 0 0 0 0,0-1-1 0 0,0 1 1 0 0,0 0 0 0 0,1 0-1 0 0,-1 0 1 0 0,0 0 0 0 0,0 0 0 0 0,0 0-1 0 0,0 0 1 0 0,0-1 0 0 0,3-2-2 0 0,0 0 0 0 0,-1 0 0 0 0,1 0 0 0 0,0 0 0 0 0,1 1 0 0 0,-1-1 1 0 0,0 1-1 0 0,7-4 0 0 0,2-2-4 0 0,204-156-153 0 0,-172 127 118 0 0,-2-2 0 0 0,64-77 0 0 0,-105 114 41 0 0,4-4-9 0 0,0 0 1 0 0,0 0 0 0 0,-1 0 0 0 0,0-1 0 0 0,0 0 0 0 0,4-11 0 0 0,-7 16-10 0 0,-4 2-3 0 0,-1 0 20 0 0,0 1 0 0 0,0 0 0 0 0,0 1 0 0 0,0-1 0 0 0,0 1-1 0 0,0 0 1 0 0,0 0 0 0 0,1 0 0 0 0,-1 0 0 0 0,1 1 0 0 0,-5 3 0 0 0,-37 35 22 0 0,41-38-16 0 0,-15 16 25 0 0,1 0 0 0 0,-29 42 0 0 0,43-57-23 0 0,1 1 1 0 0,0 0-1 0 0,0 0 0 0 0,0 0 1 0 0,1 1-1 0 0,0-1 1 0 0,0 1-1 0 0,0-1 0 0 0,1 1 1 0 0,-1 0-1 0 0,2 0 0 0 0,-1 0 1 0 0,0-1-1 0 0,1 1 0 0 0,0 0 1 0 0,1 0-1 0 0,-1 0 1 0 0,1 0-1 0 0,3 8 0 0 0,-2-8-44 0 0,1-1-1 0 0,1 1 0 0 0,-1-1 1 0 0,1 0-1 0 0,0 0 1 0 0,0-1-1 0 0,0 1 0 0 0,1-1 1 0 0,-1 0-1 0 0,1 0 1 0 0,0 0-1 0 0,0-1 0 0 0,1 0 1 0 0,-1 0-1 0 0,1 0 0 0 0,-1 0 1 0 0,1-1-1 0 0,0 0 1 0 0,6 1-1 0 0,7 2-1441 0 0,31 5 1 0 0,12-3-4839 0 0,-33-6 1403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52 2532 0 0,'-8'-13'5230'0'0,"5"10"-4560"0"0,1 1-37 0 0,-1 0 0 0 0,1 0 0 0 0,-1 0 0 0 0,1-1 0 0 0,0 1 0 0 0,0-1 0 0 0,0 1 0 0 0,1-1 0 0 0,-1 0 0 0 0,-2-5 0 0 0,5 8-611 0 0,-1 0 1 0 0,0-1 0 0 0,1 1 0 0 0,-1 0-1 0 0,0-1 1 0 0,1 1 0 0 0,-1 0-1 0 0,1 0 1 0 0,-1 0 0 0 0,1-1-1 0 0,-1 1 1 0 0,1 0 0 0 0,-1 0-1 0 0,1 0 1 0 0,-1 0 0 0 0,1 0-1 0 0,-1 0 1 0 0,1 0 0 0 0,-1 0 0 0 0,1 0-1 0 0,-1 0 1 0 0,1 0 0 0 0,-1 0-1 0 0,1 0 1 0 0,-1 0 0 0 0,0 1-1 0 0,1-1 1 0 0,17 4 156 0 0,-18-4-163 0 0,7 2 31 0 0,0 1 0 0 0,-1 0 0 0 0,1 0 0 0 0,-1 0 0 0 0,0 1-1 0 0,0 0 1 0 0,0 0 0 0 0,0 1 0 0 0,-1 0 0 0 0,0 0 0 0 0,7 7-1 0 0,-10-9-11 0 0,0 0-1 0 0,0 0 1 0 0,-1 1-1 0 0,1-1 1 0 0,-1 0-1 0 0,1 1 1 0 0,-1-1-1 0 0,0 1 1 0 0,0-1-1 0 0,-1 1 0 0 0,1 0 1 0 0,-1-1-1 0 0,1 1 1 0 0,-1 0-1 0 0,0-1 1 0 0,-1 1-1 0 0,1 0 1 0 0,-1-1-1 0 0,1 1 0 0 0,-1-1 1 0 0,0 1-1 0 0,-1-1 1 0 0,-1 5-1 0 0,-2 2 120 0 0,0 1 0 0 0,-1-1-1 0 0,-1 0 1 0 0,1-1-1 0 0,-15 15 1 0 0,-45 39 533 0 0,18-18-341 0 0,38-36-292 0 0,8-8-42 0 0,1 0-1 0 0,-1 0 0 0 0,1 0 0 0 0,0 0 1 0 0,0 0-1 0 0,-1 1 0 0 0,1-1 0 0 0,0 0 1 0 0,0 1-1 0 0,0-1 0 0 0,0 1 0 0 0,1-1 1 0 0,-1 1-1 0 0,0-1 0 0 0,1 1 0 0 0,-1-1 1 0 0,1 1-1 0 0,-1 0 0 0 0,1 2 0 0 0,0-3-4 0 0,1 0 0 0 0,-1 0-1 0 0,1-1 1 0 0,0 1 0 0 0,0 0-1 0 0,-1-1 1 0 0,1 1-1 0 0,0 0 1 0 0,0-1 0 0 0,0 1-1 0 0,0-1 1 0 0,0 0-1 0 0,-1 1 1 0 0,1-1 0 0 0,0 1-1 0 0,0-1 1 0 0,0 0 0 0 0,0 0-1 0 0,2 0 1 0 0,12 3 18 0 0,-1-1-260 0 0,0-1 0 0 0,0-1 0 0 0,0-1 0 0 0,0 0 0 0 0,-1 0 0 0 0,21-6 0 0 0,-10 3-502 0 0,74-14-2785 0 0,-33 3-1861 0 0,-14 3-932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 1792 0 0,'1'3'9525'0'0,"-11"11"-5519"0"0,-28 28-3813 0 0,16-18 925 0 0,-82 97 77 0 0,-70 78-3596 0 0,136-162-4133 0 0,23-24 44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4 354 60 0 0,'-1'-8'1235'0'0,"0"0"0"0"0,0 0 0 0 0,1 0-1 0 0,0 0 1 0 0,0 0 0 0 0,1 0 0 0 0,2-14 0 0 0,-2 19-1111 0 0,0 0 1 0 0,0 0-1 0 0,0 0 1 0 0,1 0-1 0 0,-1 0 0 0 0,1 1 1 0 0,-1-1-1 0 0,1 1 1 0 0,0-1-1 0 0,0 1 1 0 0,0-1-1 0 0,1 1 1 0 0,-1 0-1 0 0,0 0 1 0 0,1 0-1 0 0,-1 0 0 0 0,1 1 1 0 0,0-1-1 0 0,0 1 1 0 0,-1-1-1 0 0,1 1 1 0 0,6-1-1 0 0,-3 0-72 0 0,0 2 0 0 0,0-1 0 0 0,0 0 0 0 0,1 1 0 0 0,-1 0 0 0 0,0 1 1 0 0,0-1-1 0 0,1 1 0 0 0,-1 1 0 0 0,0-1 0 0 0,0 1 0 0 0,0 0 0 0 0,0 0 0 0 0,-1 1 0 0 0,1-1 0 0 0,-1 1 0 0 0,1 1 0 0 0,4 3 0 0 0,-7-5 43 0 0,0 0 0 0 0,0 0 0 0 0,-1 0 1 0 0,1 1-1 0 0,0-1 0 0 0,-1 1 0 0 0,0 0 0 0 0,0 0 0 0 0,0 0 0 0 0,0 0 0 0 0,0 0 1 0 0,0 0-1 0 0,-1 0 0 0 0,1 0 0 0 0,-1 1 0 0 0,0-1 0 0 0,0 1 0 0 0,-1-1 0 0 0,1 1 0 0 0,-1-1 1 0 0,1 1-1 0 0,-1-1 0 0 0,0 1 0 0 0,0 0 0 0 0,-1-1 0 0 0,1 1 0 0 0,-1-1 0 0 0,0 1 0 0 0,0-1 1 0 0,0 1-1 0 0,0-1 0 0 0,-2 4 0 0 0,-19 37 2855 0 0,21-43-2586 0 0,-2 4 549 0 0,8-16-581 0 0,9-10-254 0 0,1 0 0 0 0,1 1 0 0 0,1 1-1 0 0,28-25 1 0 0,87-64-65 0 0,-114 93-6 0 0,176-131 60 0 0,-192 144-96 0 0,-1 3 0 0 0,-1 0 24 0 0,0 0 1 0 0,0 0-1 0 0,0 0 0 0 0,0 0 0 0 0,0 0 0 0 0,0 0 0 0 0,-1 0 0 0 0,1 0 0 0 0,0 0 0 0 0,0 0 0 0 0,-1 0 0 0 0,1 0 0 0 0,0 0 0 0 0,-1-1 1 0 0,1 1-1 0 0,-2 1 0 0 0,-45 65-88 0 0,-26 40 63 0 0,70-101 7 0 0,-2 2 25 0 0,0 0 0 0 0,1 1 0 0 0,0 0 0 0 0,0-1 0 0 0,-2 11 0 0 0,5-16-17 0 0,1-1 1 0 0,0 1-1 0 0,-1-1 0 0 0,1 1 1 0 0,0-1-1 0 0,0 1 0 0 0,0-1 1 0 0,1 0-1 0 0,-1 1 1 0 0,1-1-1 0 0,-1 1 0 0 0,1-1 1 0 0,0 0-1 0 0,0 1 0 0 0,0-1 1 0 0,0 0-1 0 0,0 0 1 0 0,1 0-1 0 0,-1 1 0 0 0,0-1 1 0 0,1-1-1 0 0,0 1 1 0 0,-1 0-1 0 0,4 2 0 0 0,3 2-349 0 0,1 0 0 0 0,-1-1 0 0 0,1 0 0 0 0,0 0 0 0 0,1-1 0 0 0,-1-1 0 0 0,1 1 0 0 0,-1-2 0 0 0,21 4 0 0 0,9 0-3414 0 0,46-1 0 0 0,-69-4 2024 0 0,25 0-4215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98 2656 0 0,'-68'-77'12742'0'0,"66"76"-12623"0"0,1 0 0 0 0,0 0 0 0 0,0 0 0 0 0,0 0 0 0 0,0 0 0 0 0,0 0 0 0 0,0 0 0 0 0,1 0 0 0 0,-1 0 0 0 0,0 0 1 0 0,0-1-1 0 0,1 1 0 0 0,-1 0 0 0 0,0-3 0 0 0,2 4-83 0 0,-1-1 0 0 0,1 1 0 0 0,-1 0 0 0 0,1 0 1 0 0,0 0-1 0 0,-1 0 0 0 0,1 0 0 0 0,-1 0 0 0 0,1 0 0 0 0,0 0 1 0 0,-1 0-1 0 0,1 0 0 0 0,-1 0 0 0 0,1 0 0 0 0,0 0 0 0 0,-1 0 1 0 0,1 1-1 0 0,-1-1 0 0 0,1 0 0 0 0,-1 0 0 0 0,1 1 0 0 0,0-1 1 0 0,45 23 217 0 0,-45-23-252 0 0,10 6 23 0 0,0 0-1 0 0,0 0 1 0 0,-1 1-1 0 0,0 1 1 0 0,-1 0-1 0 0,0 0 1 0 0,11 12-1 0 0,-19-19-19 0 0,-1 0-1 0 0,1 0 0 0 0,-1 1 1 0 0,1-1-1 0 0,-1 0 0 0 0,0 0 1 0 0,1 0-1 0 0,-1 0 0 0 0,0 0 1 0 0,0 1-1 0 0,0-1 1 0 0,0 0-1 0 0,0 0 0 0 0,0 0 1 0 0,0 0-1 0 0,0 1 0 0 0,0-1 1 0 0,-1 0-1 0 0,1 0 0 0 0,0 0 1 0 0,-1 0-1 0 0,1 0 0 0 0,-1 0 1 0 0,1 0-1 0 0,-1 0 0 0 0,0 0 1 0 0,1 0-1 0 0,-1 0 0 0 0,0 0 1 0 0,0 0-1 0 0,1 0 0 0 0,-1 0 1 0 0,0-1-1 0 0,0 1 0 0 0,0 0 1 0 0,0-1-1 0 0,-1 1 1 0 0,-4 3 11 0 0,1 0 1 0 0,-1-1 0 0 0,0 0 0 0 0,0 0 0 0 0,-7 2 0 0 0,-46 9 179 0 0,32-9 128 0 0,24-4-236 0 0,-3 1 130 0 0,14 3-122 0 0,28 11-85 0 0,-10-5 25 0 0,-14-5-7 0 0,0 1 0 0 0,-1 1 0 0 0,0 0-1 0 0,0 0 1 0 0,-1 1 0 0 0,13 14-1 0 0,-19-19 73 0 0,0 1 0 0 0,-1 0 1 0 0,0 0-1 0 0,0 0 0 0 0,0 0 0 0 0,0 0 0 0 0,3 10 0 0 0,-5-12 21 0 0,-1 0 1 0 0,1 0-1 0 0,-1 0 1 0 0,1 0 0 0 0,-1 0-1 0 0,0 0 1 0 0,0 0-1 0 0,0 0 1 0 0,-1 0-1 0 0,1 0 1 0 0,-1 0 0 0 0,1 0-1 0 0,-1 0 1 0 0,0-1-1 0 0,-2 6 1 0 0,-1-3-6 0 0,1 0 1 0 0,-1-1-1 0 0,0 1 1 0 0,0-1-1 0 0,0 0 1 0 0,0 0-1 0 0,-1 0 1 0 0,1 0 0 0 0,-1-1-1 0 0,0 0 1 0 0,-1 0-1 0 0,1 0 1 0 0,0-1-1 0 0,-1 0 1 0 0,-8 3-1 0 0,-10 2 112 0 0,-1-1 1 0 0,-28 3-1 0 0,31-6-226 0 0,-1-1 0 0 0,1-1 0 0 0,-1-1 0 0 0,1-1 1 0 0,-29-6-1 0 0,35 4-1615 0 0,0 0 1 0 0,0-2 0 0 0,0 0 0 0 0,-23-11 0 0 0,26 8-4170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307 155 156 0 0,'23'-61'7164'0'0,"20"-28"-1407"0"0,-41 84-5491 0 0,-10 35-82 0 0,-12 8-143 0 0,-1-1-1 0 0,-33 43 1 0 0,-60 63-27 0 0,46-60-225 0 0,21-23-1201 0 0,17-20-3372 0 0,18-23-68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5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2332 0 0,'21'-22'3366'0'0,"-12"11"-1592"0"0,1 1 0 0 0,17-13 0 0 0,-25 22-1728 0 0,0 1-1 0 0,0-1 1 0 0,0 1 0 0 0,0 0 0 0 0,0-1 0 0 0,0 1 0 0 0,0 0-1 0 0,0 0 1 0 0,0 0 0 0 0,0 0 0 0 0,0 1 0 0 0,0-1 0 0 0,0 0-1 0 0,2 2 1 0 0,0-1 69 0 0,3 0-54 0 0,0 2 0 0 0,0-1 0 0 0,0 1-1 0 0,0 0 1 0 0,-1 0 0 0 0,1 1 0 0 0,-1 0-1 0 0,0 0 1 0 0,0 0 0 0 0,-1 1 0 0 0,1 0-1 0 0,-1 0 1 0 0,0 0 0 0 0,7 11 0 0 0,-8-12-43 0 0,-1 0 0 0 0,-1 0-1 0 0,1 1 1 0 0,-1-1 0 0 0,0 1 0 0 0,0 0 0 0 0,0-1 0 0 0,0 1 0 0 0,-1 0 0 0 0,0 0 0 0 0,0 0 0 0 0,0 0 0 0 0,-1 0 0 0 0,1 0-1 0 0,-1 0 1 0 0,0 0 0 0 0,-1 1 0 0 0,1-1 0 0 0,-1 0 0 0 0,0 0 0 0 0,-4 9 0 0 0,-2 1 13 0 0,-2 0 0 0 0,1 0 0 0 0,-2-1 0 0 0,0 0 0 0 0,-1 0 0 0 0,-18 17 0 0 0,-81 64 170 0 0,104-90-170 0 0,139-98 49 0 0,-17 14-170 0 0,-113 77 91 0 0,28-19-53 0 0,-1-1 1 0 0,-2-1-1 0 0,0-2 0 0 0,30-34 1 0 0,-57 56 48 0 0,0-4 11 0 0,-1 7-5 0 0,-1 0 0 0 0,0-1 1 0 0,1 1-1 0 0,-1-1 1 0 0,0 1-1 0 0,1 0 0 0 0,-1 0 1 0 0,0-1-1 0 0,1 1 0 0 0,-1 0 1 0 0,0 0-1 0 0,0 0 1 0 0,1 0-1 0 0,-1 0 0 0 0,0 0 1 0 0,0 0-1 0 0,1 0 1 0 0,-1 0-1 0 0,0 0 0 0 0,1 0 1 0 0,-1 1-1 0 0,-1-1 1 0 0,-17 9 16 0 0,1 0 0 0 0,0 1 1 0 0,1 1-1 0 0,0 1 1 0 0,0 0-1 0 0,1 1 0 0 0,1 1 1 0 0,0 0-1 0 0,1 1 1 0 0,1 1-1 0 0,0 0 1 0 0,-13 23-1 0 0,24-35-16 0 0,-1 0 0 0 0,1 1 0 0 0,0-1 1 0 0,1 1-1 0 0,-1 0 0 0 0,1-1 0 0 0,0 1 0 0 0,0 0 1 0 0,0 0-1 0 0,0 0 0 0 0,1 0 0 0 0,0 0 0 0 0,0 0 1 0 0,1 0-1 0 0,-1 0 0 0 0,1-1 0 0 0,2 10 0 0 0,-1-10 6 0 0,0 0-1 0 0,1 1 1 0 0,-1-1-1 0 0,1 0 0 0 0,0 0 1 0 0,0 0-1 0 0,0-1 1 0 0,0 1-1 0 0,1-1 0 0 0,-1 0 1 0 0,1 0-1 0 0,0 0 1 0 0,0 0-1 0 0,0-1 0 0 0,0 1 1 0 0,1-1-1 0 0,-1 0 1 0 0,8 2-1 0 0,8 2-368 0 0,0 0 0 0 0,1-1 1 0 0,0-2-1 0 0,26 3 0 0 0,-20-5-2465 0 0,35-3 1 0 0,-27-1-1244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5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29 1080 0 0,'13'-28'10023'0'0,"-14"36"-8511"0"0,-2 4-1677 0 0,-1 3 399 0 0,-12 67 418 0 0,15-73-599 0 0,1 0-1 0 0,0 0 1 0 0,0 0 0 0 0,0 0 0 0 0,1 0-1 0 0,1-1 1 0 0,2 12 0 0 0,-3-17-37 0 0,0-1 0 0 0,0 1 0 0 0,0-1 0 0 0,0 0 0 0 0,0 1 0 0 0,1-1 0 0 0,-1 0 0 0 0,0 0 0 0 0,1 0 0 0 0,0 0 0 0 0,0 0 0 0 0,-1 0 0 0 0,1 0 0 0 0,0-1 0 0 0,0 1 0 0 0,1-1 0 0 0,-1 1 0 0 0,0-1 0 0 0,0 0 0 0 0,1 0 0 0 0,-1 0 0 0 0,1 0 0 0 0,-1 0 0 0 0,1 0 0 0 0,-1-1 0 0 0,1 1 0 0 0,-1-1 0 0 0,1 0 0 0 0,-1 0 0 0 0,1 0 0 0 0,4 0 0 0 0,-1-1 5 0 0,1 0-1 0 0,0-1 1 0 0,-1 0 0 0 0,1 0 0 0 0,-1 0-1 0 0,1 0 1 0 0,-1-1 0 0 0,0 0-1 0 0,0-1 1 0 0,0 1 0 0 0,6-6 0 0 0,95-95 4628 0 0,-105 103-4477 0 0,-2 12-10 0 0,0-9-140 0 0,0 1 1 0 0,0-1-1 0 0,0 1 0 0 0,0 0 0 0 0,0-1 0 0 0,-1 1 0 0 0,1-1 1 0 0,-2 4-1 0 0,-15 39 140 0 0,-2 0 0 0 0,-30 50-1 0 0,-15 33-79 0 0,54-104-277 0 0,-15 39-1134 0 0,23-58 797 0 0,1 0 1 0 0,-1 0 0 0 0,1 0 0 0 0,1 1 0 0 0,-1-1 0 0 0,1 0 0 0 0,0 1 0 0 0,0-1-1 0 0,2 10 1 0 0,3-2-3836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410 186 2848 0 0,'3'-9'622'0'0,"0"1"0"0"0,-1-2-1 0 0,0 1 1 0 0,-1 0 0 0 0,0 0-1 0 0,0-1 1 0 0,-1 1-1 0 0,0 0 1 0 0,-1-1 0 0 0,-1-9-1 0 0,1 15-528 0 0,0 1 1 0 0,0-1-1 0 0,0 0 0 0 0,0 1 0 0 0,-1-1 0 0 0,1 1 0 0 0,-1-1 0 0 0,0 1 0 0 0,0 0 0 0 0,0 0 0 0 0,0 0 0 0 0,-1 0 0 0 0,1 0 0 0 0,-1 0 0 0 0,0 0 0 0 0,0 1 0 0 0,0 0 0 0 0,0-1 0 0 0,0 1 0 0 0,0 0 0 0 0,-1 1 0 0 0,1-1 1 0 0,-1 1-1 0 0,1-1 0 0 0,-1 1 0 0 0,1 0 0 0 0,-8-1 0 0 0,3 2-39 0 0,0 0 1 0 0,-1 0 0 0 0,1 0-1 0 0,0 1 1 0 0,-1 1-1 0 0,1-1 1 0 0,0 2-1 0 0,0-1 1 0 0,0 1-1 0 0,0 0 1 0 0,1 0 0 0 0,-1 1-1 0 0,-13 9 1 0 0,-2 3 45 0 0,0 1 0 0 0,-36 35 0 0 0,48-41-68 0 0,0 0-1 0 0,0 0 1 0 0,1 1-1 0 0,1 1 1 0 0,0-1 0 0 0,1 2-1 0 0,0-1 1 0 0,1 1 0 0 0,0 0-1 0 0,1 1 1 0 0,1-1 0 0 0,-4 17-1 0 0,9-29-20 0 0,-1 1-1 0 0,1-1 0 0 0,0 1 0 0 0,-1-1 1 0 0,1 1-1 0 0,0-1 0 0 0,0 1 1 0 0,1-1-1 0 0,-1 1 0 0 0,1-1 0 0 0,-1 0 1 0 0,1 1-1 0 0,0-1 0 0 0,-1 0 1 0 0,1 1-1 0 0,1-1 0 0 0,-1 0 0 0 0,0 0 1 0 0,0 0-1 0 0,1 0 0 0 0,-1 0 0 0 0,1 0 1 0 0,0 0-1 0 0,-1 0 0 0 0,1-1 1 0 0,0 1-1 0 0,0-1 0 0 0,0 1 0 0 0,0-1 1 0 0,1 0-1 0 0,-1 0 0 0 0,0 0 1 0 0,0 0-1 0 0,1 0 0 0 0,2 0 0 0 0,1 1 8 0 0,0-1-1 0 0,0 0 0 0 0,0-1 0 0 0,0 1 0 0 0,1-1 0 0 0,-1-1 1 0 0,0 1-1 0 0,0-1 0 0 0,0 0 0 0 0,1 0 0 0 0,-1-1 0 0 0,10-3 1 0 0,-3-2 4 0 0,0 1 1 0 0,-1-2-1 0 0,0 0 1 0 0,-1 0 0 0 0,20-19-1 0 0,47-56 808 0 0,-40 39 24 0 0,-4 7-288 0 0,-32 35-474 0 0,0 3-45 0 0,-1 0-43 0 0,0-1 0 0 0,-1 1 1 0 0,1-1-1 0 0,-1 1 0 0 0,1-1 1 0 0,-1 1-1 0 0,1-1 0 0 0,-1 1 1 0 0,0-1-1 0 0,1 1 0 0 0,-1 0 0 0 0,1-1 1 0 0,-1 1-1 0 0,0 0 0 0 0,0-1 1 0 0,1 1-1 0 0,-1 0 0 0 0,0-1 0 0 0,0 1 1 0 0,0 1-1 0 0,-3 19 83 0 0,3-20-85 0 0,-25 83 410 0 0,0 2-1617 0 0,23-74-1762 0 0,0-1 1 0 0,0 23-1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6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52 2320 0 0,'8'-14'2434'0'0,"-8"12"-2055"0"0,1 0-1 0 0,0 0 0 0 0,0 0 1 0 0,0 0-1 0 0,0 0 1 0 0,1 0-1 0 0,-1 0 1 0 0,0 1-1 0 0,1-1 1 0 0,-1 0-1 0 0,1 1 0 0 0,0-1 1 0 0,2 0-1 0 0,-4 2-332 0 0,1 0-1 0 0,0 0 1 0 0,-1 0-1 0 0,1 0 1 0 0,-1 1-1 0 0,1-1 1 0 0,-1 0-1 0 0,1 1 1 0 0,-1-1-1 0 0,1 0 1 0 0,0 1-1 0 0,-1-1 1 0 0,0 1-1 0 0,1-1 1 0 0,-1 1-1 0 0,1-1 1 0 0,-1 1-1 0 0,0-1 1 0 0,1 1-1 0 0,-1-1 1 0 0,0 1-1 0 0,1-1 1 0 0,-1 1-1 0 0,0 0 1 0 0,0 0-1 0 0,7 14 567 0 0,-3-3-433 0 0,-1 0 0 0 0,-1 0 0 0 0,0-1 1 0 0,0 1-1 0 0,-1 0 0 0 0,-1 1 0 0 0,0-1 0 0 0,0 0 0 0 0,-1 0 0 0 0,-4 17 0 0 0,3-21-80 0 0,0 0 0 0 0,0 0-1 0 0,0-1 1 0 0,-1 1-1 0 0,-1-1 1 0 0,1 0 0 0 0,-1 0-1 0 0,0 0 1 0 0,0-1 0 0 0,-1 1-1 0 0,0-1 1 0 0,0 0 0 0 0,-1 0-1 0 0,0-1 1 0 0,0 0-1 0 0,-9 7 1 0 0,14-11-73 0 0,0 0 1 0 0,0-1-1 0 0,0 1 0 0 0,0 0 1 0 0,-1-1-1 0 0,1 1 1 0 0,0-1-1 0 0,0 0 0 0 0,0 1 1 0 0,0-1-1 0 0,-1 0 0 0 0,1 0 1 0 0,0 1-1 0 0,0-1 0 0 0,0 0 1 0 0,-1 0-1 0 0,1-1 0 0 0,0 1 1 0 0,-2 0-1 0 0,2-1-14 0 0,0 1 1 0 0,0-1-1 0 0,1 1 0 0 0,-1-1 0 0 0,0 0 1 0 0,1 1-1 0 0,-1-1 0 0 0,1 0 1 0 0,-1 0-1 0 0,0 1 0 0 0,1-1 0 0 0,0 0 1 0 0,-1 0-1 0 0,1 0 0 0 0,-1 1 1 0 0,1-1-1 0 0,0 0 0 0 0,0 0 0 0 0,-1-1 1 0 0,1-3 0 0 0,-1 0 1 0 0,1 0-1 0 0,0 0 0 0 0,0 0 1 0 0,1 0-1 0 0,-1 0 1 0 0,3-7-1 0 0,1-1-14 0 0,1 1 0 0 0,0 0 0 0 0,1 0 0 0 0,0 0 0 0 0,1 1 0 0 0,0 0-1 0 0,1 0 1 0 0,0 1 0 0 0,11-10 0 0 0,-5 5-9 0 0,2 1 0 0 0,-1 1 1 0 0,2 1-1 0 0,0 0 0 0 0,20-11 0 0 0,-25 17 2 0 0,0 1 1 0 0,0-1-1 0 0,0 2 1 0 0,1 0-1 0 0,-1 0 0 0 0,24-2 1 0 0,-33 5 6 0 0,1 1 0 0 0,0 0 0 0 0,-1 0 0 0 0,1 0 0 0 0,0 1 0 0 0,-1-1 1 0 0,1 1-1 0 0,0 0 0 0 0,-1 0 0 0 0,1 0 0 0 0,-1 0 0 0 0,5 3 0 0 0,-6-2 4 0 0,1 0 0 0 0,-1 0 0 0 0,0-1 0 0 0,0 1 0 0 0,-1 0 0 0 0,1 0 0 0 0,0 1 0 0 0,-1-1 0 0 0,1 0 0 0 0,-1 0 0 0 0,0 1 0 0 0,0-1 0 0 0,0 1 0 0 0,0-1-1 0 0,0 1 1 0 0,0 0 0 0 0,-1-1 0 0 0,1 1 0 0 0,-1 3 0 0 0,0 6 14 0 0,-1 0 0 0 0,0-1 0 0 0,0 1-1 0 0,-1 0 1 0 0,-1 0 0 0 0,0-1 0 0 0,-7 17 0 0 0,-3 15-987 0 0,8-28 33 0 0,-2 11-1238 0 0,7-10-2469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6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467 654 1380 0 0,'3'-8'684'0'0,"0"0"-1"0"0,-1 0 1 0 0,0 1 0 0 0,0-1-1 0 0,-1-1 1 0 0,0 1-1 0 0,0 0 1 0 0,-1 0 0 0 0,0 0-1 0 0,-2-11 1 0 0,1 14-513 0 0,0 1 1 0 0,0 0 0 0 0,0 0-1 0 0,-1 0 1 0 0,0 0 0 0 0,0 0-1 0 0,0 0 1 0 0,0 0 0 0 0,0 0-1 0 0,-1 1 1 0 0,0-1 0 0 0,0 1-1 0 0,0 0 1 0 0,0 0 0 0 0,0 0-1 0 0,-1 0 1 0 0,1 0 0 0 0,-1 1-1 0 0,0-1 1 0 0,-6-2-1 0 0,3 2-84 0 0,-1 1 0 0 0,1 0-1 0 0,0 0 1 0 0,-1 1 0 0 0,1 0-1 0 0,-1 0 1 0 0,1 1-1 0 0,-1 0 1 0 0,1 0 0 0 0,-1 1-1 0 0,1 0 1 0 0,-1 0-1 0 0,1 0 1 0 0,0 1 0 0 0,0 1-1 0 0,-1-1 1 0 0,2 1-1 0 0,-11 5 1 0 0,-5 4 10 0 0,1 0 0 0 0,0 1 0 0 0,1 2 0 0 0,-23 21 0 0 0,24-19-15 0 0,1 0 0 0 0,1 2-1 0 0,-25 35 1 0 0,35-46-50 0 0,2 1-1 0 0,-1 1 1 0 0,1-1 0 0 0,1 1-1 0 0,-1 0 1 0 0,2 0-1 0 0,-1 0 1 0 0,2 1 0 0 0,-1-1-1 0 0,1 1 1 0 0,0 14-1 0 0,1-22-19 0 0,1 0-1 0 0,1 0 0 0 0,-1 0 0 0 0,0 0 0 0 0,1 0 1 0 0,0 0-1 0 0,-1 0 0 0 0,1 0 0 0 0,0 0 0 0 0,1-1 0 0 0,-1 1 1 0 0,0 0-1 0 0,1-1 0 0 0,-1 1 0 0 0,1-1 0 0 0,0 1 1 0 0,0-1-1 0 0,2 3 0 0 0,0-3-1 0 0,-1 1 0 0 0,1-1 0 0 0,-1 0 0 0 0,1 0 1 0 0,0 0-1 0 0,0-1 0 0 0,0 1 0 0 0,0-1 0 0 0,0 0 0 0 0,0 0 0 0 0,7 1 1 0 0,1-1 0 0 0,0-1 1 0 0,0 0-1 0 0,0-1 1 0 0,0 0-1 0 0,-1-1 1 0 0,1 0-1 0 0,0-1 1 0 0,14-6-1 0 0,-6 0-15 0 0,-1-1-1 0 0,0 0 0 0 0,-1-2 0 0 0,0 0 1 0 0,-1-1-1 0 0,0 0 0 0 0,-1-2 0 0 0,-1 0 0 0 0,0-1 1 0 0,-1 0-1 0 0,17-27 0 0 0,1-6-23 0 0,-2-2-1 0 0,44-105 1 0 0,-39 64-67 0 0,-3-1 0 0 0,25-124 0 0 0,-57 214 92 0 0,1 0 1 0 0,-1-1-1 0 0,1 1 0 0 0,-1-1 1 0 0,0 1-1 0 0,0 0 0 0 0,-1-7 1 0 0,-1 11 6 0 0,0 0 1 0 0,1 0-1 0 0,-1 0 0 0 0,1 0 1 0 0,-1 0-1 0 0,1 1 0 0 0,0-1 1 0 0,-1 0-1 0 0,1 1 1 0 0,0-1-1 0 0,-2 4 0 0 0,-15 28 131 0 0,2 1 1 0 0,1 1-1 0 0,1 0 0 0 0,-8 39 0 0 0,7-27-101 0 0,13-41-65 0 0,-67 226 380 0 0,58-185-985 0 0,2 0 0 0 0,-7 95 0 0 0,16-131-585 0 0,0 1 1 0 0,1-1-1 0 0,0 1 0 0 0,1-1 1 0 0,5 21-1 0 0,3-7-3554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7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62 2480 0 0,'1'-2'347'0'0,"1"0"0"0"0,-1 0-1 0 0,1-1 1 0 0,-1 1 0 0 0,1 0 0 0 0,0 1-1 0 0,0-1 1 0 0,0 0 0 0 0,0 0-1 0 0,1 1 1 0 0,-1-1 0 0 0,0 1 0 0 0,0 0-1 0 0,1 0 1 0 0,-1 0 0 0 0,1 0 0 0 0,-1 0-1 0 0,6-1 1 0 0,-6 3-249 0 0,1-1 0 0 0,-1 1 0 0 0,1-1 0 0 0,-1 1 0 0 0,1 0-1 0 0,-1 0 1 0 0,0 0 0 0 0,1 0 0 0 0,-1 0 0 0 0,0 0 0 0 0,0 1 0 0 0,0-1 0 0 0,0 1 0 0 0,0-1 0 0 0,0 1 0 0 0,-1 0 0 0 0,1 0 0 0 0,0 0 0 0 0,-1 0-1 0 0,2 3 1 0 0,1-1-30 0 0,-1 1-1 0 0,0 0 1 0 0,0-1 0 0 0,-1 1-1 0 0,0 0 1 0 0,0 1-1 0 0,0-1 1 0 0,0 0-1 0 0,-1 0 1 0 0,0 1-1 0 0,0-1 1 0 0,0 1 0 0 0,-1-1-1 0 0,1 1 1 0 0,-1-1-1 0 0,-1 1 1 0 0,1-1-1 0 0,-1 1 1 0 0,0-1-1 0 0,0 1 1 0 0,-1-1-1 0 0,1 0 1 0 0,-1 1 0 0 0,-1-1-1 0 0,-3 7 1 0 0,-1-1 85 0 0,0 0 1 0 0,-1-1-1 0 0,0 0 0 0 0,0-1 1 0 0,-1 1-1 0 0,-1-2 1 0 0,1 1-1 0 0,-2-1 1 0 0,1-1-1 0 0,-13 7 1 0 0,-60 31 1975 0 0,81-43-1623 0 0,10-15-322 0 0,1 5-155 0 0,0 0 0 0 0,0 1 0 0 0,1 1 0 0 0,12-7 0 0 0,5-4-10 0 0,358-248 411 0 0,-368 252-394 0 0,-6 5-105 0 0,-22 19 66 0 0,-4 3-38 0 0,-12 10-58 0 0,-42 49-1 0 0,62-65 93 0 0,1 0 1 0 0,0 0-1 0 0,1 1 0 0 0,0 0 1 0 0,0 0-1 0 0,1 0 0 0 0,0 1 1 0 0,1-1-1 0 0,0 1 1 0 0,0 0-1 0 0,-1 12 0 0 0,4-18-145 0 0,0 1 0 0 0,0-1 0 0 0,0 1 0 0 0,1-1-1 0 0,-1 1 1 0 0,1-1 0 0 0,0 0 0 0 0,0 1 0 0 0,1-1 0 0 0,0 0-1 0 0,-1 0 1 0 0,1 0 0 0 0,1 0 0 0 0,-1 0 0 0 0,0 0 0 0 0,1-1-1 0 0,0 1 1 0 0,4 3 0 0 0,0 0-914 0 0,1 0-1 0 0,1 0 0 0 0,-1-1 1 0 0,1 0-1 0 0,0 0 1 0 0,17 6-1 0 0,4 1-3798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82 1488 0 0,'1'-3'402'0'0,"1"1"1"0"0,-1 0-1 0 0,1-1 0 0 0,-1 1 0 0 0,0 0 0 0 0,0-1 0 0 0,0 1 1 0 0,-1-1-1 0 0,1 0 0 0 0,-1 1 0 0 0,1-1 0 0 0,-1 0 1 0 0,0 1-1 0 0,0-1 0 0 0,0 0 0 0 0,0 1 0 0 0,0-1 1 0 0,-2-4-1 0 0,2 6-315 0 0,0-1 0 0 0,-1 1 1 0 0,1-1-1 0 0,-1 1 0 0 0,0 0 1 0 0,1-1-1 0 0,-1 1 0 0 0,0-1 1 0 0,0 1-1 0 0,0 0 0 0 0,0 0 1 0 0,0 0-1 0 0,0-1 0 0 0,0 1 1 0 0,-1 0-1 0 0,1 0 0 0 0,0 0 1 0 0,0 1-1 0 0,-1-1 0 0 0,1 0 1 0 0,-1 0-1 0 0,1 1 0 0 0,-1-1 1 0 0,1 1-1 0 0,-1-1 0 0 0,1 1 1 0 0,-1 0-1 0 0,1 0 0 0 0,-1 0 1 0 0,0-1-1 0 0,1 1 0 0 0,-1 1 1 0 0,-2-1-1 0 0,1 1-13 0 0,0-1-1 0 0,0 1 1 0 0,1 0-1 0 0,-1 0 1 0 0,0 1 0 0 0,0-1-1 0 0,1 1 1 0 0,-1-1-1 0 0,1 1 1 0 0,0 0 0 0 0,-1 0-1 0 0,1 0 1 0 0,0 0-1 0 0,0 0 1 0 0,0 0 0 0 0,0 0-1 0 0,0 1 1 0 0,1-1-1 0 0,-1 1 1 0 0,1 0 0 0 0,0-1-1 0 0,-1 1 1 0 0,1 0-1 0 0,0 0 1 0 0,0 5-1 0 0,-4 10 367 0 0,1 1 0 0 0,1-1 0 0 0,0 22-1 0 0,1-11 98 0 0,-1-2-137 0 0,1-4 93 0 0,-1 1 1 0 0,-2-1-1 0 0,0 0 1 0 0,-9 27-1 0 0,11-44-417 0 0,1 0 0 0 0,-1 0 0 0 0,0 0 0 0 0,-1-1 0 0 0,1 1 0 0 0,-1-1 0 0 0,0 0 0 0 0,0 0 0 0 0,-1 0 0 0 0,0 0 0 0 0,0-1-1 0 0,0 0 1 0 0,0 0 0 0 0,0 0 0 0 0,-1-1 0 0 0,0 0 0 0 0,1 0 0 0 0,-1 0 0 0 0,-13 3 0 0 0,11-4-210 0 0,-1 0 0 0 0,1-1 0 0 0,-1-1 0 0 0,1 1 1 0 0,-1-1-1 0 0,1-1 0 0 0,-1 1 0 0 0,1-1 0 0 0,-1-1 0 0 0,1 0 0 0 0,0 0 0 0 0,0-1 1 0 0,0 1-1 0 0,0-2 0 0 0,-12-6 0 0 0,7 3-1033 0 0,0-1-1 0 0,1-1 1 0 0,0 0 0 0 0,1 0-1 0 0,0-1 1 0 0,0-1 0 0 0,1 0-1 0 0,-10-14 1 0 0,-1-7-4475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2508 0 0,'22'-8'1900'0'0,"-1"-1"-435"0"0,6 1-173 0 0,2 1-236 0 0,4-2-204 0 0,3 2-200 0 0,5 1-136 0 0,4-1-120 0 0,-2 0-56 0 0,3 2-68 0 0,1-1-80 0 0,1 3-100 0 0,-2-2-404 0 0,-1 1-404 0 0,-6 3-636 0 0,-1-3-1560 0 0,0 3-925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8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26 1628 0 0,'12'-25'9274'0'0,"-235"524"-4390"0"0,108-258-4294 0 0,16-27-4 0 0,89-197-179 0 0,9-23-150 0 0,13-29-142 0 0,11-19-111 0 0,47-75 0 0 0,-59 111-15 0 0,0 1 0 0 0,2 1 0 0 0,0 0 0 0 0,1 1 0 0 0,0 0 0 0 0,1 1 0 0 0,33-24 0 0 0,-44 35 7 0 0,1 0 0 0 0,-1 1-1 0 0,0-1 1 0 0,1 1 0 0 0,-1 0 0 0 0,1 0 0 0 0,0 1 0 0 0,0-1-1 0 0,0 1 1 0 0,0 0 0 0 0,0 1 0 0 0,0-1 0 0 0,0 1 0 0 0,0 0-1 0 0,0 0 1 0 0,0 0 0 0 0,0 1 0 0 0,0 0 0 0 0,-1 0 0 0 0,1 0-1 0 0,0 0 1 0 0,0 1 0 0 0,0 0 0 0 0,-1 0 0 0 0,1 0-1 0 0,-1 1 1 0 0,0-1 0 0 0,0 1 0 0 0,0 0 0 0 0,0 0 0 0 0,0 1-1 0 0,0-1 1 0 0,-1 1 0 0 0,0 0 0 0 0,1 0 0 0 0,-2 0 0 0 0,1 0-1 0 0,0 0 1 0 0,-1 1 0 0 0,0-1 0 0 0,0 1 0 0 0,3 9 0 0 0,-2-5 38 0 0,-1 0 1 0 0,0 0-1 0 0,-1 1 1 0 0,0-1-1 0 0,0 1 1 0 0,-1-1-1 0 0,0 0 1 0 0,-1 1-1 0 0,0-1 1 0 0,-1 1-1 0 0,-2 10 1 0 0,0-7 134 0 0,-1-1 1 0 0,0 0-1 0 0,0 0 1 0 0,-1 0 0 0 0,-1-1-1 0 0,1 0 1 0 0,-16 18 0 0 0,12-18 15 0 0,1 0 1 0 0,-2-1-1 0 0,0 0 1 0 0,0 0 0 0 0,-1-1-1 0 0,0-1 1 0 0,0 0-1 0 0,-1-1 1 0 0,0 0 0 0 0,0-1-1 0 0,-1 0 1 0 0,0-1-1 0 0,0-1 1 0 0,0 0-1 0 0,-19 2 1 0 0,24-4-145 0 0,0-1-1 0 0,0-1 1 0 0,0 1 0 0 0,0-2-1 0 0,1 1 1 0 0,-1-1 0 0 0,0 0-1 0 0,0-1 1 0 0,0 0 0 0 0,1 0-1 0 0,-1-1 1 0 0,1 0 0 0 0,-13-7-1 0 0,20 9-135 0 0,0 0 0 0 0,0 0 0 0 0,0 1 0 0 0,0-1 0 0 0,0 0-1 0 0,0 0 1 0 0,0 0 0 0 0,0 0 0 0 0,0 0 0 0 0,0-1-1 0 0,1 1 1 0 0,-1 0 0 0 0,1 0 0 0 0,-1 0 0 0 0,0-1 0 0 0,1 1-1 0 0,0 0 1 0 0,-1-1 0 0 0,1 1 0 0 0,0 0 0 0 0,0-1 0 0 0,0 1-1 0 0,0 0 1 0 0,0-1 0 0 0,0 1 0 0 0,0 0 0 0 0,0-1-1 0 0,0 1 1 0 0,1 0 0 0 0,-1-1 0 0 0,1 1 0 0 0,-1 0 0 0 0,1 0-1 0 0,-1-1 1 0 0,1 1 0 0 0,0 0 0 0 0,-1 0 0 0 0,1 0 0 0 0,0 0-1 0 0,1-1 1 0 0,3-5-1132 0 0,0 1 0 0 0,0 0 0 0 0,1 0 0 0 0,12-10 1 0 0,-1 4-2966 0 0,4-2-1967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09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226 148 2248 0 0,'17'10'13682'0'0,"-17"-9"-13590"0"0,0-1 0 0 0,1 1-1 0 0,-1-1 1 0 0,0 1 0 0 0,0-1 0 0 0,1 1 0 0 0,-1-1-1 0 0,0 1 1 0 0,0-1 0 0 0,1 0 0 0 0,-1 1 0 0 0,1-1-1 0 0,-1 1 1 0 0,0-1 0 0 0,1 0 0 0 0,-1 1-1 0 0,1-1 1 0 0,-1 0 0 0 0,1 1 0 0 0,-1-1 0 0 0,1 0-1 0 0,-1 0 1 0 0,1 0 0 0 0,-1 1 0 0 0,1-1 0 0 0,-1 0-1 0 0,1 0 1 0 0,-1 0 0 0 0,1 0 0 0 0,-1 0 0 0 0,1 0-1 0 0,0 0 1 0 0,0 0 0 0 0,27-7 614 0 0,25-20-631 0 0,-49 25-65 0 0,0-1 0 0 0,0 0-1 0 0,0 0 1 0 0,0 0 0 0 0,0-1-1 0 0,-1 1 1 0 0,0-1 0 0 0,0 0-1 0 0,0 0 1 0 0,0 0 0 0 0,0 0-1 0 0,-1 0 1 0 0,0-1 0 0 0,0 1-1 0 0,0-1 1 0 0,0 1 0 0 0,-1-1-1 0 0,0 0 1 0 0,0 0 0 0 0,0 0-1 0 0,0 0 1 0 0,-1-8 0 0 0,0 11-11 0 0,0 1 0 0 0,0-1 0 0 0,-1 1 0 0 0,1 0 0 0 0,0-1 0 0 0,-1 1 0 0 0,1 0 0 0 0,-1-1 0 0 0,0 1 0 0 0,1 0 0 0 0,-1-1 0 0 0,0 1 1 0 0,0 0-1 0 0,1 0 0 0 0,-1 0 0 0 0,0 0 0 0 0,0 0 0 0 0,0 0 0 0 0,-1 0 0 0 0,1 0 0 0 0,0 0 0 0 0,0 0 0 0 0,0 1 0 0 0,-1-1 1 0 0,1 0-1 0 0,0 1 0 0 0,-1-1 0 0 0,1 1 0 0 0,0 0 0 0 0,-1-1 0 0 0,1 1 0 0 0,-1 0 0 0 0,1 0 0 0 0,-1 0 0 0 0,1 0 0 0 0,0 0 1 0 0,-1 0-1 0 0,1 0 0 0 0,-1 1 0 0 0,1-1 0 0 0,-2 1 0 0 0,-6 1-1 0 0,1 0-1 0 0,0 0 1 0 0,-1 1 0 0 0,1 0-1 0 0,-8 5 1 0 0,-11 8 23 0 0,0 2 0 0 0,2 0-1 0 0,0 2 1 0 0,1 0 0 0 0,1 2 0 0 0,1 1 0 0 0,1 0 0 0 0,1 2 0 0 0,-33 51 0 0 0,49-70-10 0 0,1 1 0 0 0,-1 0 0 0 0,1 0 1 0 0,0 0-1 0 0,1 0 0 0 0,0 1 1 0 0,-2 10-1 0 0,3-15-4 0 0,1-1 0 0 0,0 1-1 0 0,0-1 1 0 0,0 1 0 0 0,0-1 0 0 0,0 1 0 0 0,1-1-1 0 0,-1 1 1 0 0,1-1 0 0 0,-1 1 0 0 0,1-1 0 0 0,0 1-1 0 0,0-1 1 0 0,0 0 0 0 0,0 0 0 0 0,1 1 0 0 0,-1-1-1 0 0,0 0 1 0 0,1 0 0 0 0,0 0 0 0 0,-1-1 0 0 0,1 1-1 0 0,0 0 1 0 0,0-1 0 0 0,0 1 0 0 0,3 1 0 0 0,5 2 7 0 0,0-1 1 0 0,0 0 0 0 0,1 0 0 0 0,0-1 0 0 0,0 0 0 0 0,0-1 0 0 0,0-1 0 0 0,0 1 0 0 0,13-2 0 0 0,104-7-153 0 0,-113 6 83 0 0,217-36-3532 0 0,-79-2-3984 0 0,-73 17 692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0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620 226 920 0 0,'26'-53'5368'0'0,"-16"34"-4171"0"0,0-2 0 0 0,-1 1 0 0 0,-1-1 0 0 0,8-34 0 0 0,-16 54-1171 0 0,1 0-1 0 0,-1 0 1 0 0,0 0-1 0 0,0-1 1 0 0,0 1-1 0 0,0 0 1 0 0,0 0-1 0 0,0 0 1 0 0,0 0-1 0 0,-1-1 1 0 0,1 1-1 0 0,0 0 1 0 0,-1 0-1 0 0,1 0 1 0 0,0 0-1 0 0,-1 0 0 0 0,1 0 1 0 0,-1 0-1 0 0,0 0 1 0 0,1 0-1 0 0,-1 0 1 0 0,0 0-1 0 0,0 0 1 0 0,-1-1-1 0 0,1 1-4 0 0,-1 0-1 0 0,0 0 1 0 0,0 0-1 0 0,0 0 0 0 0,-1 1 1 0 0,1-1-1 0 0,0 0 0 0 0,0 1 1 0 0,0-1-1 0 0,0 1 1 0 0,-5 0-1 0 0,-3 0 13 0 0,0 1 0 0 0,1 0 0 0 0,-1 1 0 0 0,-15 4 0 0 0,-2 3 36 0 0,1 1 0 0 0,0 1 0 0 0,0 2-1 0 0,1 0 1 0 0,-30 23 0 0 0,-107 96 443 0 0,82-53-328 0 0,72-70-161 0 0,0 0 0 0 0,1 1 0 0 0,0 0 0 0 0,1 1 0 0 0,0-1 0 0 0,0 1 0 0 0,-4 13 0 0 0,10-22-17 0 0,-1 0 0 0 0,0-1-1 0 0,1 1 1 0 0,-1 0 0 0 0,1 0-1 0 0,0 0 1 0 0,0-1 0 0 0,-1 1-1 0 0,1 0 1 0 0,0 0 0 0 0,1 0-1 0 0,-1 0 1 0 0,0 0 0 0 0,1 0-1 0 0,-1-1 1 0 0,1 1 0 0 0,-1 0-1 0 0,1 0 1 0 0,0-1 0 0 0,-1 1 0 0 0,3 3-1 0 0,-1-4 1 0 0,0 1 0 0 0,0 0 0 0 0,0-1-1 0 0,0 0 1 0 0,0 1 0 0 0,0-1 0 0 0,1 0 0 0 0,-1 0-1 0 0,0 0 1 0 0,0 0 0 0 0,1 0 0 0 0,-1-1-1 0 0,1 1 1 0 0,2-1 0 0 0,9 1 8 0 0,0 0 0 0 0,0-1 0 0 0,0-1 0 0 0,21-4 0 0 0,1-2-1 0 0,-1-2 0 0 0,0-1 0 0 0,0-1-1 0 0,-1-2 1 0 0,0-2 0 0 0,-2-1 0 0 0,0-1-1 0 0,35-26 1 0 0,-52 32 4 0 0,-1-1 1 0 0,-1 0-1 0 0,0 0 1 0 0,21-29-1 0 0,36-63 1056 0 0,-49 70-310 0 0,-21 35-756 0 0,0-1-1 0 0,0 0 1 0 0,0 0 0 0 0,0 1 0 0 0,0-1-1 0 0,0 0 1 0 0,0 0 0 0 0,1 0-1 0 0,-1 1 1 0 0,0-1 0 0 0,0 0 0 0 0,0 0-1 0 0,0 0 1 0 0,0 1 0 0 0,0-1 0 0 0,1 0-1 0 0,-1 0 1 0 0,0 0 0 0 0,0 0-1 0 0,0 1 1 0 0,0-1 0 0 0,1 0 0 0 0,-1 0-1 0 0,0 0 1 0 0,0 0 0 0 0,0 0 0 0 0,1 0-1 0 0,-1 0 1 0 0,0 0 0 0 0,0 1 0 0 0,0-1-1 0 0,1 0 1 0 0,-1 0 0 0 0,0 0-1 0 0,0 0 1 0 0,1 0 0 0 0,-1 0 0 0 0,0 0-1 0 0,0 0 1 0 0,1-1 0 0 0,-1 1 0 0 0,0 0-1 0 0,0 0 1 0 0,0 0 0 0 0,1 0-1 0 0,-1 0 1 0 0,0 0 0 0 0,0 0 0 0 0,0 0-1 0 0,1 0 1 0 0,-1-1 0 0 0,0 1 0 0 0,0 0-1 0 0,0 0 1 0 0,0 0 0 0 0,0 0 0 0 0,1-1-1 0 0,-1 25 79 0 0,-78 402 1406 0 0,67-376-1342 0 0,-99 400 900 0 0,66-303-685 0 0,-63 143 0 0 0,107-289-362 0 0,-52 107 815 0 0,46-98-655 0 0,0 1 0 0 0,-1-1 0 0 0,-1 0 1 0 0,0 0-1 0 0,0-1 0 0 0,-1 0 0 0 0,-14 11 0 0 0,20-18-125 0 0,0 1 1 0 0,0-1-1 0 0,0-1 0 0 0,0 1 0 0 0,-1 0 0 0 0,1-1 0 0 0,-1 0 0 0 0,1 0 0 0 0,-1 0 0 0 0,1 0 0 0 0,-1 0 0 0 0,1-1 0 0 0,-1 0 0 0 0,0 1 0 0 0,1-1 0 0 0,-1-1 0 0 0,0 1 0 0 0,-3-1 1 0 0,1-1-19 0 0,0 0 1 0 0,0 0-1 0 0,1 0 1 0 0,0-1-1 0 0,-1 0 1 0 0,1 0-1 0 0,0 0 1 0 0,0-1-1 0 0,1 0 1 0 0,-6-5 0 0 0,-4-6 6 0 0,0-1 0 0 0,1-1 0 0 0,1 0 0 0 0,0 0 0 0 0,-11-25 0 0 0,10 16-21 0 0,1 0 1 0 0,2 0 0 0 0,0-1-1 0 0,2-1 1 0 0,1 1-1 0 0,-6-53 1 0 0,11 58-5 0 0,1 0 0 0 0,1 1-1 0 0,1-1 1 0 0,2 0 0 0 0,0 1 0 0 0,1-1 0 0 0,0 1 0 0 0,2 0 0 0 0,14-32 0 0 0,-8 27-18 0 0,2 0 1 0 0,1 0 0 0 0,1 1-1 0 0,1 1 1 0 0,1 1-1 0 0,1 1 1 0 0,1 0-1 0 0,1 2 1 0 0,1 0-1 0 0,1 1 1 0 0,33-21-1 0 0,-2 8-1180 0 0,1 1-1 0 0,2 4 0 0 0,1 1 1 0 0,75-21-1 0 0,-124 44 812 0 0,75-25-3268 0 0,-30 9-1813 0 0,-22 7-501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88 2692 0 0,'11'-87'13659'0'0,"-19"95"-13245"0"0,-2 13-185 0 0,0 1 0 0 0,1 0 0 0 0,-5 26 0 0 0,-1-3-88 0 0,3-10-132 0 0,2-9-147 0 0,1-1 0 0 0,1 1 0 0 0,1 0 0 0 0,2 1 0 0 0,-4 41 0 0 0,13-47-827 0 0,-4-20 648 0 0,1 0 0 0 0,-1 0 0 0 0,1 1 1 0 0,0-1-1 0 0,0 0 0 0 0,-1 0 0 0 0,1 0 0 0 0,0 0 0 0 0,0 0 0 0 0,0 0 0 0 0,0 0 0 0 0,0 0 0 0 0,0 0 0 0 0,1-1 1 0 0,-1 1-1 0 0,0 0 0 0 0,0-1 0 0 0,0 1 0 0 0,1-1 0 0 0,-1 1 0 0 0,0-1 0 0 0,1 1 0 0 0,-1-1 0 0 0,0 0 0 0 0,1 0 0 0 0,-1 0 1 0 0,3 0-1 0 0,12-2-4444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1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2172 0 0,'49'-116'11741'0'0,"-49"116"-11691"0"0,1-1 1 0 0,-1 1 0 0 0,0-1-1 0 0,0 1 1 0 0,0 0-1 0 0,0-1 1 0 0,1 1 0 0 0,-1-1-1 0 0,0 1 1 0 0,0-1 0 0 0,1 1-1 0 0,-1 0 1 0 0,0-1 0 0 0,1 1-1 0 0,-1 0 1 0 0,1-1 0 0 0,-1 1-1 0 0,0 0 1 0 0,1 0-1 0 0,-1-1 1 0 0,1 1 0 0 0,-1 0-1 0 0,0 0 1 0 0,1 0 0 0 0,-1 0-1 0 0,1-1 1 0 0,-1 1 0 0 0,2 0-1 0 0,6 10 396 0 0,2 23-56 0 0,2 64 434 0 0,10 46-352 0 0,-22-140-450 0 0,1 0 0 0 0,-1 0 0 0 0,1 1 0 0 0,0-1 0 0 0,0 0 0 0 0,1 0 0 0 0,-1 0-1 0 0,1 0 1 0 0,-1-1 0 0 0,1 1 0 0 0,0 0 0 0 0,0-1 0 0 0,0 1 0 0 0,0-1 0 0 0,0 1 0 0 0,1-1 0 0 0,-1 0 0 0 0,1 0 0 0 0,0 0 0 0 0,2 1 0 0 0,-3-2-18 0 0,-1-1 1 0 0,0 0-1 0 0,1 0 1 0 0,-1 0 0 0 0,0 0-1 0 0,1 0 1 0 0,-1 0-1 0 0,0 0 1 0 0,1 0 0 0 0,-1-1-1 0 0,0 1 1 0 0,1 0-1 0 0,-1-1 1 0 0,0 1 0 0 0,0-1-1 0 0,0 1 1 0 0,1-1-1 0 0,1-1 1 0 0,17-14 31 0 0,-19 16-34 0 0,19-20 10 0 0,-1-1 0 0 0,-1-1 1 0 0,31-47-1 0 0,-31 41-47 0 0,2 1 1 0 0,31-34-1 0 0,-48 58 29 0 0,0 0 0 0 0,0 0 0 0 0,1 0 0 0 0,-1 1 0 0 0,1 0 0 0 0,-1-1 0 0 0,1 1 0 0 0,0 1 0 0 0,-1-1 0 0 0,1 0 0 0 0,0 1 0 0 0,0 0 0 0 0,1 0 0 0 0,-1 0 0 0 0,0 0 0 0 0,0 1 0 0 0,0 0 0 0 0,8 0 0 0 0,0 2 11 0 0,1 0 1 0 0,-1 1-1 0 0,1 1 0 0 0,20 8 1 0 0,-16-5 3 0 0,50 16 38 0 0,-59-21-42 0 0,-1 0-1 0 0,1 0 0 0 0,0-1 0 0 0,0 0 1 0 0,0-1-1 0 0,9 0 0 0 0,-15 0-6 0 0,0 0 0 0 0,0-1 1 0 0,0 1-1 0 0,0-1 0 0 0,0 1 0 0 0,-1-1 0 0 0,1 0 0 0 0,0 1 1 0 0,0-1-1 0 0,-1 0 0 0 0,1 0 0 0 0,-1 0 0 0 0,1-1 0 0 0,-1 1 1 0 0,1 0-1 0 0,-1 0 0 0 0,0-1 0 0 0,1 1 0 0 0,-1-1 1 0 0,0 1-1 0 0,0-1 0 0 0,0 0 0 0 0,0 1 0 0 0,-1-1 0 0 0,1 0 1 0 0,0 0-1 0 0,-1 0 0 0 0,1 1 0 0 0,-1-1 0 0 0,1-3 1 0 0,-1 2-3 0 0,1-1 0 0 0,-1 1 1 0 0,0-1-1 0 0,0 1 1 0 0,-1-1-1 0 0,1 1 0 0 0,-1-1 1 0 0,1 1-1 0 0,-1 0 1 0 0,0-1-1 0 0,-1 1 0 0 0,1 0 1 0 0,0 0-1 0 0,-1-1 1 0 0,-2-2-1 0 0,3 5 3 0 0,0 0 1 0 0,1 0-1 0 0,-1 0 0 0 0,0 0 1 0 0,0 0-1 0 0,0 0 1 0 0,-1 1-1 0 0,1-1 0 0 0,0 0 1 0 0,0 1-1 0 0,0-1 1 0 0,0 1-1 0 0,-1-1 0 0 0,1 1 1 0 0,0-1-1 0 0,-1 1 0 0 0,1 0 1 0 0,0 0-1 0 0,-1 0 1 0 0,1-1-1 0 0,-2 2 0 0 0,0-1 2 0 0,-1 0-1 0 0,1 1 1 0 0,0 0-1 0 0,-1 0 1 0 0,1 0-1 0 0,0 0 0 0 0,0 0 1 0 0,-4 3-1 0 0,-1 1 1 0 0,-1 0-1 0 0,1 1 0 0 0,0 0 1 0 0,-13 13-1 0 0,6-2 13 0 0,0 0 0 0 0,2 1-1 0 0,-17 27 1 0 0,25-36-8 0 0,0 0 0 0 0,1 0 0 0 0,0 0-1 0 0,0 1 1 0 0,1 0 0 0 0,0 0 0 0 0,1 0 0 0 0,0 0 0 0 0,-1 17-1 0 0,3-24-8 0 0,0 0 1 0 0,0 0-1 0 0,1 0 0 0 0,-1 0 0 0 0,1 1 0 0 0,-1-1 0 0 0,1 0 0 0 0,0 0 0 0 0,0-1 0 0 0,0 1 1 0 0,1 0-1 0 0,-1 0 0 0 0,1 0 0 0 0,-1-1 0 0 0,1 1 0 0 0,0-1 0 0 0,0 1 0 0 0,5 3 0 0 0,-3-3-101 0 0,0-1-1 0 0,0 1 1 0 0,0-1-1 0 0,0 0 1 0 0,1 0-1 0 0,-1 0 0 0 0,1-1 1 0 0,-1 1-1 0 0,1-1 1 0 0,0 0-1 0 0,5 0 0 0 0,7 0-653 0 0,0-1 0 0 0,0-1-1 0 0,0-1 1 0 0,0 0-1 0 0,31-8 1 0 0,-27 3-1289 0 0,-1 0 1 0 0,35-17-1 0 0,-24 5-1528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1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68 118 1944 0 0,'11'-20'2310'0'0,"-6"10"-811"0"0,0 0 0 0 0,0 0 1 0 0,0-1-1 0 0,5-21 0 0 0,-7 22-428 0 0,1 12 66 0 0,-1 17-184 0 0,-8 7-544 0 0,-1 0 1 0 0,-2-1-1 0 0,0 0 0 0 0,-15 29 1 0 0,0 4-120 0 0,14-34 15 0 0,-25 44 0 0 0,32-63 17 0 0,4-6-129 0 0,9-10-76 0 0,17-23-111 0 0,94-124-59 0 0,-104 139 24 0 0,0 0 1 0 0,1 1-1 0 0,1 1 0 0 0,0 1 1 0 0,38-22-1 0 0,-54 35 14 0 0,1 1 0 0 0,-1 0 0 0 0,1 0 1 0 0,0 1-1 0 0,0-1 0 0 0,-1 1 0 0 0,1 0 0 0 0,0 0 0 0 0,0 1 1 0 0,0-1-1 0 0,6 1 0 0 0,-10 1 13 0 0,1-1-1 0 0,0 0 1 0 0,-1 0 0 0 0,1 1 0 0 0,0-1-1 0 0,-1 1 1 0 0,1 0 0 0 0,0 0-1 0 0,-1-1 1 0 0,1 1 0 0 0,-1 0 0 0 0,0 0-1 0 0,1 0 1 0 0,-1 0 0 0 0,0 1 0 0 0,1-1-1 0 0,-1 0 1 0 0,0 1 0 0 0,0-1-1 0 0,0 0 1 0 0,0 1 0 0 0,0-1 0 0 0,0 1-1 0 0,-1-1 1 0 0,1 1 0 0 0,0 0-1 0 0,-1-1 1 0 0,0 1 0 0 0,1 0 0 0 0,-1 0-1 0 0,0-1 1 0 0,0 1 0 0 0,0 0 0 0 0,0 0-1 0 0,0 3 1 0 0,-1 4 14 0 0,1-1 1 0 0,-2 1-1 0 0,1 0 1 0 0,-1 0-1 0 0,-1-1 1 0 0,-4 13-1 0 0,-28 52 89 0 0,8-18-82 0 0,17-35-4 0 0,-10 30-12 0 0,19-47 3 0 0,0-1 0 0 0,1 1 1 0 0,-1-1-1 0 0,1 1 0 0 0,-1 0 1 0 0,1-1-1 0 0,0 1 0 0 0,0-1 1 0 0,0 1-1 0 0,1 0 1 0 0,-1-1-1 0 0,1 1 0 0 0,-1-1 1 0 0,1 1-1 0 0,0-1 0 0 0,2 5 1 0 0,-2-6-7 0 0,1 1 1 0 0,-1 0-1 0 0,1-1 1 0 0,0 1-1 0 0,-1-1 1 0 0,1 1-1 0 0,0-1 1 0 0,0 0-1 0 0,0 0 1 0 0,0 0-1 0 0,0 0 1 0 0,0 0 0 0 0,0 0-1 0 0,1-1 1 0 0,-1 1-1 0 0,0-1 1 0 0,0 1-1 0 0,1-1 1 0 0,-1 0-1 0 0,0 0 1 0 0,0 0-1 0 0,1 0 1 0 0,-1 0-1 0 0,0-1 1 0 0,0 1-1 0 0,5-2 1 0 0,5-1-325 0 0,1-1 1 0 0,-1 0-1 0 0,14-7 1 0 0,-25 10 290 0 0,13-5-898 0 0,-1-1 0 0 0,0-1 0 0 0,19-13-1 0 0,9-18-4931 0 0,-20 17 824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1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14 2548 0 0,'-55'-1'2040'0'0,"5"-3"-403"0"0,2 3-397 0 0,9-1-88 0 0,3 0-300 0 0,6 0-136 0 0,1 2-224 0 0,5-1-16 0 0,7 1-168 0 0,3 0 172 0 0,-1 3-436 0 0,32 1-4960 0 0,-2-3 251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2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24 2684 0 0,'16'-24'11637'0'0,"-16"24"-11578"0"0,0 19 617 0 0,-2 24-660 0 0,-27 120 816 0 0,6-44-1734 0 0,13-39-3620 0 0,10-69 1127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2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1060 0 0,'21'-27'6135'0'0,"47"-44"1"0"0,-67 70-6086 0 0,-1 1 0 0 0,1-1 0 0 0,-1 1 0 0 0,1-1 0 0 0,-1 1 0 0 0,1-1 0 0 0,-1 1 0 0 0,1 0 0 0 0,0-1 0 0 0,-1 1 0 0 0,1 0 0 0 0,0 0 0 0 0,-1-1 0 0 0,1 1 0 0 0,0 0 0 0 0,-1 0 0 0 0,1 0 0 0 0,0 0 0 0 0,-1 0 0 0 0,1 0 0 0 0,0 0 0 0 0,-1 0 0 0 0,1 0 0 0 0,0 0 0 0 0,0 0 0 0 0,-1 0 0 0 0,1 0 0 0 0,1 1 0 0 0,-1 0 12 0 0,0 0-1 0 0,0 0 1 0 0,0 0 0 0 0,-1 0-1 0 0,1 0 1 0 0,0 0-1 0 0,0 0 1 0 0,0 1-1 0 0,-1-1 1 0 0,1 0 0 0 0,-1 0-1 0 0,1 1 1 0 0,0 1-1 0 0,0 5 166 0 0,1-1-1 0 0,-1 1 0 0 0,1 15 1 0 0,-5 6-28 0 0,0 0 0 0 0,-2 0-1 0 0,-1-1 1 0 0,-1 0 0 0 0,-2 0 0 0 0,-1 0 0 0 0,-22 44 0 0 0,29-67-17 0 0,5-9-86 0 0,31-56-59 0 0,84-98-57 0 0,-99 137-3 0 0,2 0 1 0 0,0 1 0 0 0,1 2-1 0 0,45-32 1 0 0,-63 48 15 0 0,-1 0 1 0 0,1 1-1 0 0,0-1 1 0 0,0 1-1 0 0,0 0 1 0 0,0-1-1 0 0,0 1 0 0 0,1 1 1 0 0,-1-1-1 0 0,0 0 1 0 0,0 1-1 0 0,1-1 0 0 0,-1 1 1 0 0,0 0-1 0 0,1 0 1 0 0,-1 1-1 0 0,0-1 0 0 0,0 1 1 0 0,4 0-1 0 0,-4 0 9 0 0,-1 1 1 0 0,0-1-1 0 0,1 1 0 0 0,-1-1 0 0 0,0 1 0 0 0,0 0 0 0 0,0-1 0 0 0,0 1 0 0 0,-1 0 0 0 0,1 0 0 0 0,0 1 0 0 0,-1-1 1 0 0,1 0-1 0 0,-1 0 0 0 0,0 1 0 0 0,0-1 0 0 0,0 1 0 0 0,0-1 0 0 0,0 1 0 0 0,-1 0 0 0 0,1-1 0 0 0,-1 1 1 0 0,1 4-1 0 0,1 19-98 0 0,-2 0 1 0 0,0 0-1 0 0,-5 27 1 0 0,1-3-3071 0 0,-1-26-3213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2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86 1912 0 0,'-21'-14'3156'0'0,"4"4"-835"0"0,1-2-449 0 0,1 4-468 0 0,3-1-308 0 0,0 0-200 0 0,1 2-188 0 0,1 2-428 0 0,3 0-408 0 0,-3-2-940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3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415 262 68 0 0,'7'-24'10821'0'0,"-3"7"-4321"0"0,-7 26-6519 0 0,-26 83 910 0 0,-4-1 0 0 0,-64 123 0 0 0,-122 155 404 0 0,217-366-1164 0 0,0 1-1 0 0,-1-1 1 0 0,0 0 0 0 0,0 0-1 0 0,0 0 1 0 0,-5 4-1 0 0,8-6-110 0 0,-1-1-1 0 0,1 0 0 0 0,-1 0 0 0 0,1 1 1 0 0,-1-1-1 0 0,1 0 0 0 0,0 0 0 0 0,-1 0 1 0 0,1 0-1 0 0,-1 1 0 0 0,1-1 0 0 0,-1 0 0 0 0,1 0 1 0 0,-1 0-1 0 0,1 0 0 0 0,-1 0 0 0 0,1 0 1 0 0,-1 0-1 0 0,1 0 0 0 0,-1-1 0 0 0,1 1 1 0 0,-1 0-1 0 0,1 0 0 0 0,-1-1 0 0 0,0 1-13 0 0,0-1 0 0 0,1 0-1 0 0,-1 0 1 0 0,0 0 0 0 0,1 0-1 0 0,-1 0 1 0 0,1 0 0 0 0,-1 0-1 0 0,1 0 1 0 0,-1 0-1 0 0,1 0 1 0 0,0 0 0 0 0,0 0-1 0 0,-1 0 1 0 0,1 0 0 0 0,0-2-1 0 0,-1-6 18 0 0,1 0-1 0 0,0-1 0 0 0,1 1 0 0 0,0 0 0 0 0,0-1 1 0 0,3-8-1 0 0,19-59 4 0 0,-11 40-22 0 0,13-44-30 0 0,4 2-1 0 0,4 1 1 0 0,52-94 0 0 0,-58 126 7 0 0,2 2 0 0 0,1 0 0 0 0,3 3-1 0 0,1 0 1 0 0,2 2 0 0 0,56-47 0 0 0,-82 78-1 0 0,1 0 0 0 0,0 1 1 0 0,0 0-1 0 0,0 1 0 0 0,0 0 0 0 0,1 1 0 0 0,0 0 0 0 0,0 1 0 0 0,15-3 1 0 0,-23 6 14 0 0,0 1 1 0 0,1-1 0 0 0,-1 1 0 0 0,0-1 0 0 0,1 1 0 0 0,-1 1 0 0 0,0-1 0 0 0,1 0 0 0 0,-1 1-1 0 0,0 0 1 0 0,1 0 0 0 0,-1 1 0 0 0,0-1 0 0 0,0 1 0 0 0,0 0 0 0 0,0 0 0 0 0,0 0 0 0 0,-1 0-1 0 0,1 1 1 0 0,0-1 0 0 0,-1 1 0 0 0,0 0 0 0 0,0 0 0 0 0,0 0 0 0 0,0 1 0 0 0,0-1 0 0 0,-1 1-1 0 0,1 0 1 0 0,-1-1 0 0 0,2 5 0 0 0,-1 0 8 0 0,-1-1-1 0 0,0 1 1 0 0,0 0-1 0 0,0-1 1 0 0,-1 1-1 0 0,0 0 1 0 0,-1 0-1 0 0,0 0 1 0 0,0 0-1 0 0,-1 0 1 0 0,0 0-1 0 0,0 0 1 0 0,0 0-1 0 0,-1-1 1 0 0,-1 1-1 0 0,1-1 0 0 0,-7 14 1 0 0,-2 1 5 0 0,0-1 1 0 0,-1 0-1 0 0,-2 0 0 0 0,-24 29 0 0 0,24-33-4 0 0,-2-1 0 0 0,1 0 0 0 0,-2-1 0 0 0,0-1-1 0 0,-1 0 1 0 0,0-2 0 0 0,-22 12 0 0 0,30-19-3 0 0,0 0-1 0 0,-1 0 1 0 0,0-1 0 0 0,0-1-1 0 0,0 0 1 0 0,0-1 0 0 0,-1 0 0 0 0,1 0-1 0 0,0-1 1 0 0,-1-1 0 0 0,1 0 0 0 0,-1 0-1 0 0,1-1 1 0 0,-1-1 0 0 0,-16-4-1 0 0,-16-3-36 0 0,29 9-37 0 0,12 1 63 0 0,3-1 7 0 0,-1 0 0 0 0,1 0 0 0 0,0 0 0 0 0,-1 1 0 0 0,1-1 0 0 0,0 0 0 0 0,-1 0 0 0 0,1 1 0 0 0,0-1 0 0 0,0 0 0 0 0,-1 1 0 0 0,1-1 0 0 0,0 0 0 0 0,0 1 0 0 0,-1-1 0 0 0,1 0 0 0 0,0 1 0 0 0,0-1-1 0 0,0 1 1 0 0,0-1 0 0 0,0 0 0 0 0,0 1 0 0 0,0-1 0 0 0,0 1 0 0 0,0-1 0 0 0,0 0 0 0 0,0 1 0 0 0,0-1 0 0 0,0 1 0 0 0,0-1 0 0 0,0 0 0 0 0,0 1 0 0 0,0 0 0 0 0,3 11-16 0 0,-3-12 18 0 0,16 46-9 0 0,2-1 0 0 0,3 0 0 0 0,1-1 0 0 0,31 44 0 0 0,-42-70-172 0 0,1-1 0 0 0,0 0 0 0 0,2-1 1 0 0,22 22-1 0 0,-29-32-409 0 0,0-1 0 0 0,0 0 0 0 0,0 0 0 0 0,1 0 0 0 0,13 5 0 0 0,-15-8-398 0 0,0 0 0 0 0,0 0 0 0 0,1-1 0 0 0,-1 1 0 0 0,1-1 0 0 0,-1-1 0 0 0,1 1 0 0 0,10-2 0 0 0,6-2-5649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3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130 279 2636 0 0,'-14'-236'13938'0'0,"14"234"-13880"0"0,0 0 0 0 0,0 1-1 0 0,0-1 1 0 0,1 0 0 0 0,-1 1-1 0 0,0-1 1 0 0,1 0 0 0 0,-1 1-1 0 0,1-1 1 0 0,-1 1 0 0 0,1-1 0 0 0,0 1-1 0 0,-1-1 1 0 0,1 1 0 0 0,0-1-1 0 0,0 1 1 0 0,0 0 0 0 0,0 0-1 0 0,0-1 1 0 0,3-1 0 0 0,-2 2-14 0 0,0 0 0 0 0,1 0 1 0 0,-1 0-1 0 0,0 0 0 0 0,1 0 0 0 0,-1 1 1 0 0,0-1-1 0 0,1 1 0 0 0,-1-1 0 0 0,1 1 0 0 0,-1 0 1 0 0,5 0-1 0 0,1 1 12 0 0,0 0 0 0 0,-1 0 0 0 0,1 1 0 0 0,0 0 0 0 0,-1 1 0 0 0,0-1 0 0 0,1 2 0 0 0,6 3 0 0 0,-8-4 20 0 0,0 1-1 0 0,0 0 1 0 0,-1 0 0 0 0,0 0 0 0 0,1 1-1 0 0,-2 0 1 0 0,1 0 0 0 0,0 0-1 0 0,-1 0 1 0 0,0 1 0 0 0,-1 0 0 0 0,1 0-1 0 0,-1 0 1 0 0,0 0 0 0 0,0 0-1 0 0,1 7 1 0 0,-2-5 52 0 0,-1-1 0 0 0,0 0 0 0 0,0 0 0 0 0,-1 1 0 0 0,0-1 0 0 0,-1 0 0 0 0,1 0 0 0 0,-1 1 0 0 0,-1-1 0 0 0,1 0 0 0 0,-1 0 0 0 0,0 0 0 0 0,-1 0 0 0 0,0-1 0 0 0,-4 8 0 0 0,-3 5 309 0 0,-2 0 0 0 0,0-1 0 0 0,-1-1 0 0 0,-28 28 1 0 0,-70 56 1821 0 0,69-65-1325 0 0,23-21-432 0 0,14-13-281 0 0,1 2 0 0 0,-1-1 0 0 0,1 0 0 0 0,0 1 0 0 0,0 0 0 0 0,0 0 0 0 0,-5 8 0 0 0,12-13-77 0 0,49-10 27 0 0,61-21-1 0 0,-35 9-843 0 0,157-28-7525 0 0,-149 34-1851 0 0,-52 9 1039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4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504 179 1204 0 0,'4'-6'1174'0'0,"4"-8"1014"0"0,-1 0 0 0 0,0-1 0 0 0,9-29-1 0 0,-15 42-2011 0 0,0-1-1 0 0,-1 0 0 0 0,1 0 0 0 0,0 0 0 0 0,-1 0 1 0 0,0 0-1 0 0,0 0 0 0 0,0 0 0 0 0,0 0 0 0 0,0 1 1 0 0,0-1-1 0 0,-1 0 0 0 0,0 0 0 0 0,1 0 0 0 0,-1 0 1 0 0,0 0-1 0 0,0 1 0 0 0,-1-1 0 0 0,1 0 0 0 0,-1 1 1 0 0,1-1-1 0 0,-1 1 0 0 0,0 0 0 0 0,1-1 0 0 0,-1 1 1 0 0,-1 0-1 0 0,1 0 0 0 0,-4-2 0 0 0,4 2-132 0 0,-1 1 0 0 0,0 0 0 0 0,1 1 0 0 0,-1-1 0 0 0,0 0 0 0 0,0 1 0 0 0,1-1 0 0 0,-1 1 0 0 0,0 0 0 0 0,0 0 0 0 0,0 0 0 0 0,0 1 0 0 0,1-1 0 0 0,-1 0 0 0 0,0 1 0 0 0,0 0 0 0 0,1 0 0 0 0,-6 2 0 0 0,-5 3 37 0 0,0 0 0 0 0,-16 11 1 0 0,23-14-55 0 0,-24 17 38 0 0,1 1 0 0 0,0 2 0 0 0,-39 40 0 0 0,-65 88 30 0 0,132-151-94 0 0,-23 29 30 0 0,-24 37-1 0 0,43-57-23 0 0,-1 0 0 0 0,2 0 0 0 0,-1 1 0 0 0,1-1 0 0 0,0 1 0 0 0,1 0 0 0 0,0 0 0 0 0,1 0 1 0 0,-2 14-1 0 0,4-21-5 0 0,0-1 1 0 0,0 0-1 0 0,0 0 0 0 0,0 1 1 0 0,0-1-1 0 0,1 0 1 0 0,-1 0-1 0 0,1 0 1 0 0,-1 1-1 0 0,1-1 1 0 0,0 0-1 0 0,0 0 0 0 0,0 0 1 0 0,0 0-1 0 0,0 0 1 0 0,0 0-1 0 0,1 0 1 0 0,-1-1-1 0 0,3 3 1 0 0,-1-2-2 0 0,-1 0 1 0 0,1 0 0 0 0,0 0 0 0 0,0-1-1 0 0,0 0 1 0 0,0 1 0 0 0,0-1 0 0 0,0 0 0 0 0,0 0-1 0 0,0-1 1 0 0,1 1 0 0 0,2 0 0 0 0,5-1-1 0 0,0 0 1 0 0,0 0-1 0 0,-1-1 1 0 0,1 0-1 0 0,0-1 0 0 0,-1 0 1 0 0,12-5-1 0 0,-2 0 1 0 0,0-2-1 0 0,0 0 1 0 0,-1-1 0 0 0,0-1-1 0 0,0-1 1 0 0,-1-1-1 0 0,-1 0 1 0 0,24-24-1 0 0,-13 7 14 0 0,-1-1-1 0 0,-2-1 1 0 0,35-58-1 0 0,-41 58 371 0 0,28-33-1 0 0,-46 63-361 0 0,2 14 1 0 0,-3-2-15 0 0,0 1 1 0 0,-1-1-1 0 0,0 0 0 0 0,0 1 0 0 0,-1-1 0 0 0,-1 0 1 0 0,-6 19-1 0 0,-2 8 19 0 0,-18 60 25 0 0,17-62-19 0 0,2-1 0 0 0,-10 66 0 0 0,20-95-140 0 0,-1 1 1 0 0,1-1-1 0 0,0 0 0 0 0,1 0 1 0 0,-1 1-1 0 0,3 8 0 0 0,-3-12-58 0 0,1-1-1 0 0,-1 1 0 0 0,1-1 0 0 0,0 0 0 0 0,-1 1 0 0 0,1-1 1 0 0,0 0-1 0 0,0 0 0 0 0,0 1 0 0 0,0-1 0 0 0,0 0 0 0 0,0 0 0 0 0,0 0 1 0 0,0 0-1 0 0,0 0 0 0 0,0 0 0 0 0,0-1 0 0 0,1 1 0 0 0,-1 0 1 0 0,0-1-1 0 0,1 1 0 0 0,-1 0 0 0 0,1-1 0 0 0,-1 0 0 0 0,0 1 1 0 0,1-1-1 0 0,-1 0 0 0 0,1 0 0 0 0,-1 0 0 0 0,1 0 0 0 0,-1 0 1 0 0,1 0-1 0 0,1 0 0 0 0,6-1-1233 0 0,0-1 0 0 0,0 0 0 0 0,13-4 1 0 0,4-3-3139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5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176 193 2708 0 0,'91'-154'11231'0'0,"-71"118"-8907"0"0,-19 34-2065 0 0,-3 3-5 0 0,-4 2-109 0 0,1 0-1 0 0,1 0 1 0 0,-1 1-1 0 0,0 0 0 0 0,1 0 1 0 0,0 0-1 0 0,0 0 1 0 0,-6 9-1 0 0,-27 43 666 0 0,33-50-688 0 0,1 0 0 0 0,0 0 0 0 0,0 1 0 0 0,0-1 0 0 0,1 1 0 0 0,0-1 0 0 0,0 1 0 0 0,1 0 0 0 0,-2 8 0 0 0,3-11 3 0 0,0-1 0 0 0,1 0-1 0 0,-1 1 1 0 0,0-1-1 0 0,1 0 1 0 0,0 1 0 0 0,0-1-1 0 0,0 0 1 0 0,0 0 0 0 0,1 0-1 0 0,-1 1 1 0 0,1-1-1 0 0,0-1 1 0 0,-1 1 0 0 0,1 0-1 0 0,1 0 1 0 0,-1-1 0 0 0,0 1-1 0 0,1-1 1 0 0,4 4-1 0 0,17 11 582 0 0,51 27 0 0 0,-52-33-447 0 0,-1 2-1 0 0,-1 0 1 0 0,28 23-1 0 0,-48-35-153 0 0,0 0 0 0 0,1 0 0 0 0,-1 1 0 0 0,0-1 0 0 0,0 0-1 0 0,0 0 1 0 0,-1 1 0 0 0,1-1 0 0 0,0 0 0 0 0,0 1 0 0 0,-1-1 0 0 0,1 1 0 0 0,-1-1 0 0 0,1 1 0 0 0,-1-1-1 0 0,1 1 1 0 0,-1-1 0 0 0,0 1 0 0 0,0-1 0 0 0,0 4 0 0 0,0-2 2 0 0,-1-1 0 0 0,0 1 0 0 0,0-1 0 0 0,0 1 0 0 0,0-1 0 0 0,0 0 0 0 0,0 1 1 0 0,0-1-1 0 0,-1 0 0 0 0,1 0 0 0 0,-4 3 0 0 0,-1 2 83 0 0,0-1 0 0 0,-1 0 0 0 0,0-1 1 0 0,0 0-1 0 0,-1 0 0 0 0,-11 6 0 0 0,2-3-104 0 0,1-1 0 0 0,-1-1-1 0 0,0-1 1 0 0,-1 0 0 0 0,1-1 0 0 0,-1-1-1 0 0,0 0 1 0 0,0-2 0 0 0,0 0 0 0 0,0-1 0 0 0,0 0-1 0 0,-20-5 1 0 0,22 2-1163 0 0,1 0-1 0 0,-1-2 1 0 0,1 0 0 0 0,-27-13-1 0 0,42 18 870 0 0,-1-1-1 0 0,0 1 0 0 0,1 0 1 0 0,-1-1-1 0 0,1 1 0 0 0,-1-1 1 0 0,1 0-1 0 0,-1 1 0 0 0,1-1 0 0 0,-1 1 1 0 0,1-1-1 0 0,0 0 0 0 0,-1 1 1 0 0,1-1-1 0 0,0 0 0 0 0,-1 1 1 0 0,1-1-1 0 0,0 0 0 0 0,0 0 1 0 0,0 1-1 0 0,0-1 0 0 0,0 0 0 0 0,0 0 1 0 0,0 1-1 0 0,0-1 0 0 0,0 0 1 0 0,0 0-1 0 0,0 1 0 0 0,1-2 1 0 0,9-20-7951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6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169 995 1912 0 0,'-11'2'1340'0'0,"1"-1"0"0"0,-1 0 0 0 0,0-1 0 0 0,0 0 0 0 0,0 0 0 0 0,0-1-1 0 0,0-1 1 0 0,-18-4 0 0 0,25 5-1123 0 0,1-1 0 0 0,0 1 0 0 0,0 0 0 0 0,-1-1 0 0 0,1 1 0 0 0,0-1 0 0 0,0 0 0 0 0,0 0 0 0 0,1 0 0 0 0,-1-1 0 0 0,1 1 0 0 0,-1-1 0 0 0,1 1 1 0 0,-4-6-1 0 0,5 6-171 0 0,0-1 1 0 0,0 1-1 0 0,1 0 1 0 0,-1 0 0 0 0,0 0-1 0 0,1-1 1 0 0,0 1-1 0 0,0 0 1 0 0,-1-1 0 0 0,2 1-1 0 0,-1 0 1 0 0,0 0-1 0 0,0-1 1 0 0,1 1 0 0 0,-1 0-1 0 0,1 0 1 0 0,-1-1-1 0 0,1 1 1 0 0,0 0 0 0 0,0 0-1 0 0,0 0 1 0 0,0 0-1 0 0,3-3 1 0 0,7-11 27 0 0,0 1 1 0 0,2 0-1 0 0,-1 1 1 0 0,20-16-1 0 0,64-46 41 0 0,-76 61-91 0 0,353-254 82 0 0,-160 118-177 0 0,-202 143 62 0 0,-5 4 5 0 0,0 1-1 0 0,0-1 1 0 0,-1-1 0 0 0,0 1-1 0 0,0-1 1 0 0,0 0 0 0 0,0 0-1 0 0,4-7 1 0 0,-8 11-6 0 0,-5 1 3 0 0,-1 0 7 0 0,-1 1 1 0 0,0 0-1 0 0,0 1 1 0 0,1-1-1 0 0,-1 1 1 0 0,1 0-1 0 0,-1 1 0 0 0,1-1 1 0 0,0 1-1 0 0,-6 4 1 0 0,-52 40 8 0 0,51-38-8 0 0,-18 15-7 0 0,-34 34 0 0 0,56-50 4 0 0,1 0-1 0 0,0 1 0 0 0,0 0 0 0 0,1 0 0 0 0,0 0 0 0 0,0 1 1 0 0,1 0-1 0 0,1 0 0 0 0,-5 14 0 0 0,8-19 2 0 0,0 1 0 0 0,0 0 0 0 0,0-1 0 0 0,1 1 0 0 0,0 0 1 0 0,0 0-1 0 0,0 0 0 0 0,1-1 0 0 0,0 1 0 0 0,0 0 0 0 0,0-1 0 0 0,1 1 0 0 0,0-1 0 0 0,0 1 0 0 0,0-1 0 0 0,1 0 1 0 0,0 0-1 0 0,0 0 0 0 0,6 8 0 0 0,7 5 5 0 0,0-1 1 0 0,0 0-1 0 0,33 23 1 0 0,8 9-30 0 0,-42-35 26 0 0,-15-14-1 0 0,1 1 1 0 0,-1-1-1 0 0,1 1 0 0 0,-1-1 1 0 0,1 1-1 0 0,-1-1 0 0 0,0 1 1 0 0,1-1-1 0 0,-1 1 0 0 0,0 0 1 0 0,1-1-1 0 0,-1 1 0 0 0,0-1 1 0 0,0 1-1 0 0,0 0 0 0 0,0-1 1 0 0,1 1-1 0 0,-1 0 0 0 0,0-1 0 0 0,0 1 1 0 0,0 0-1 0 0,0-1 0 0 0,0 1 1 0 0,-1 0-1 0 0,1-1 0 0 0,0 1 1 0 0,0 0-1 0 0,0-1 0 0 0,0 1 1 0 0,-1 0-1 0 0,0 1 2 0 0,1-1 0 0 0,0 1 0 0 0,-1-1-1 0 0,1 0 1 0 0,-1 1 0 0 0,1-1 0 0 0,-1 0 0 0 0,0 0 0 0 0,1 0-1 0 0,-1 1 1 0 0,0-1 0 0 0,0 0 0 0 0,0 0 0 0 0,0 0 0 0 0,0 0 0 0 0,0 0-1 0 0,0-1 1 0 0,0 1 0 0 0,-1 0 0 0 0,1 0 0 0 0,-2 0 0 0 0,-30 12 39 0 0,30-12-40 0 0,-16 4 72 0 0,-1-2 1 0 0,0-1-1 0 0,0 0 0 0 0,0-1 1 0 0,0-1-1 0 0,-27-4 1 0 0,46 4-70 0 0,0 0 1 0 0,1 0-1 0 0,-1 0 1 0 0,0 0-1 0 0,0 0 1 0 0,0 0 0 0 0,0 0-1 0 0,0 0 1 0 0,1-1-1 0 0,-1 1 1 0 0,0 0-1 0 0,0-1 1 0 0,0 1-1 0 0,1 0 1 0 0,-1-1-1 0 0,0 1 1 0 0,0-1-1 0 0,1 1 1 0 0,-1-1 0 0 0,0 1-1 0 0,1-1 1 0 0,-1 0-1 0 0,1 1 1 0 0,-1-1-1 0 0,1 0 1 0 0,-1-1-1 0 0,1 1-1 0 0,0 0-1 0 0,0 0 1 0 0,0-1-1 0 0,0 1 1 0 0,0 0-1 0 0,0 0 1 0 0,0 0-1 0 0,1 0 1 0 0,-1-1-1 0 0,1 1 1 0 0,-1 0-1 0 0,1 0 1 0 0,-1 0-1 0 0,1 0 1 0 0,-1 0-1 0 0,2-1 1 0 0,4-6-10 0 0,1 0 1 0 0,0 1 0 0 0,10-9-1 0 0,-16 15 5 0 0,46-37-318 0 0,79-48 0 0 0,-34 26-250 0 0,136-107-996 0 0,-179 126 1185 0 0,-1-1 1 0 0,58-69-1 0 0,-91 93 283 0 0,-1 0-1 0 0,-1-1 1 0 0,18-34-1 0 0,-27 46 78 0 0,-1-1 0 0 0,1 0 0 0 0,-2 0 0 0 0,1 0-1 0 0,-1 0 1 0 0,0-1 0 0 0,0 1 0 0 0,-1-1 0 0 0,-1 1 0 0 0,1-1-1 0 0,-1 1 1 0 0,-2-16 0 0 0,2 24 20 0 0,-1 0 1 0 0,1-1-1 0 0,0 1 1 0 0,0 0-1 0 0,0-1 0 0 0,0 1 1 0 0,-1 0-1 0 0,1 0 0 0 0,0-1 1 0 0,0 1-1 0 0,-1 0 0 0 0,1 0 1 0 0,0 0-1 0 0,0-1 1 0 0,-1 1-1 0 0,1 0 0 0 0,0 0 1 0 0,-1 0-1 0 0,1 0 0 0 0,0 0 1 0 0,-1 0-1 0 0,1-1 1 0 0,0 1-1 0 0,-1 0 0 0 0,1 0 1 0 0,0 0-1 0 0,0 0 0 0 0,-1 0 1 0 0,1 0-1 0 0,0 0 1 0 0,-1 0-1 0 0,1 1 0 0 0,0-1 1 0 0,-1 0-1 0 0,1 0 0 0 0,0 0 1 0 0,-1 0-1 0 0,1 0 1 0 0,0 0-1 0 0,-1 1 0 0 0,1-1 1 0 0,0 0-1 0 0,0 0 0 0 0,-1 0 1 0 0,1 1-1 0 0,0-1 0 0 0,-1 1 1 0 0,-10 8 5 0 0,2 1 12 0 0,1 1-1 0 0,1 0 1 0 0,0 1-1 0 0,1 0 1 0 0,0 0-1 0 0,-8 24 1 0 0,3-9 6 0 0,-185 566 278 0 0,181-526-84 0 0,14-66-209 0 0,1 0-1 0 0,0-1 1 0 0,0 1-1 0 0,0-1 1 0 0,-1 1 0 0 0,1 0-1 0 0,0-1 1 0 0,0 1-1 0 0,0 0 1 0 0,0-1 0 0 0,0 1-1 0 0,0-1 1 0 0,0 1-1 0 0,1 0 1 0 0,-1-1-1 0 0,0 1 1 0 0,0 0 0 0 0,0-1-1 0 0,1 1 1 0 0,-1-1-1 0 0,0 1 1 0 0,1-1 0 0 0,-1 1-1 0 0,0 0 1 0 0,1-1-1 0 0,-1 1 1 0 0,1-1-1 0 0,-1 0 1 0 0,1 1 0 0 0,0 0-2 0 0,1-1 1 0 0,-1 0-1 0 0,0 0 1 0 0,0 0-1 0 0,0 0 1 0 0,0 0-1 0 0,0 0 1 0 0,0-1-1 0 0,0 1 1 0 0,0 0-1 0 0,1 0 1 0 0,-1-1 0 0 0,0 1-1 0 0,0-1 1 0 0,1 0-1 0 0,37-26 15 0 0,-36 26-23 0 0,22-19 6 0 0,57-41 46 0 0,-73 55-45 0 0,1 1 0 0 0,0-1 1 0 0,1 2-1 0 0,-1-1 0 0 0,1 1 1 0 0,20-4-1 0 0,2 5-7 0 0,-17 9 1 0 0,-12-4 1 0 0,0 0 4 0 0,-1 1 0 0 0,1-1 0 0 0,-1 0-1 0 0,0 1 1 0 0,0 0 0 0 0,0 0 0 0 0,0 0 0 0 0,0 0 0 0 0,-1 0 0 0 0,1 1 0 0 0,-1-1 0 0 0,0 1 0 0 0,0-1 0 0 0,2 6 0 0 0,0 3 21 0 0,0 0 1 0 0,-2 0-1 0 0,3 18 1 0 0,-4-21-48 0 0,0 0 0 0 0,1-1 0 0 0,0 1 0 0 0,0 0 0 0 0,1-1-1 0 0,0 1 1 0 0,8 15 0 0 0,-9-22-179 0 0,1 1 0 0 0,-1 0 0 0 0,0-1-1 0 0,1 1 1 0 0,-1-1 0 0 0,1 0-1 0 0,0 0 1 0 0,0 0 0 0 0,0 0-1 0 0,0 0 1 0 0,0-1 0 0 0,0 1-1 0 0,0-1 1 0 0,1 0 0 0 0,-1 0-1 0 0,6 1 1 0 0,-3-1-514 0 0,0 0 0 0 0,1-1 0 0 0,-1 0 1 0 0,0 0-1 0 0,1 0 0 0 0,-1-1 0 0 0,0 0 0 0 0,7-2 0 0 0,10-4-3014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6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157 327 1348 0 0,'18'-38'3119'0'0,"-2"-1"0"0"0,-2-1-1 0 0,12-49 1 0 0,-26 87-2817 0 0,-3-5 466 0 0,-5 16-540 0 0,1 0-1 0 0,0 0 0 0 0,1 0 0 0 0,0 1 1 0 0,0 0-1 0 0,-4 13 0 0 0,-1 5 18 0 0,-10 35-1 0 0,20-59-219 0 0,0 0 0 0 0,0-1 0 0 0,0 1 0 0 0,1 0 0 0 0,-1 0 0 0 0,1 0 0 0 0,0 0 0 0 0,0 0 0 0 0,1-1 0 0 0,-1 1 0 0 0,1 0 0 0 0,-1 0 0 0 0,1 0 0 0 0,0 0 0 0 0,1-1 0 0 0,2 8-1 0 0,-2-9-8 0 0,1 1 0 0 0,-1 0 0 0 0,0-1 0 0 0,1 0-1 0 0,-1 1 1 0 0,1-1 0 0 0,-1 0 0 0 0,1 0-1 0 0,0-1 1 0 0,0 1 0 0 0,0 0 0 0 0,0-1 0 0 0,0 0-1 0 0,1 0 1 0 0,-1 0 0 0 0,0 0 0 0 0,0 0-1 0 0,1-1 1 0 0,5 1 0 0 0,2-1 4 0 0,-1 0 0 0 0,1 0 1 0 0,0-1-1 0 0,-1 0 0 0 0,1-1 0 0 0,-1 0 1 0 0,1-1-1 0 0,-1 0 0 0 0,0-1 0 0 0,0 0 1 0 0,0 0-1 0 0,-1-1 0 0 0,1-1 0 0 0,-1 1 1 0 0,-1-2-1 0 0,1 1 0 0 0,10-11 0 0 0,-12 11 4 0 0,0-1 0 0 0,-1-1 0 0 0,0 1 0 0 0,0-1 0 0 0,-1 0-1 0 0,0 0 1 0 0,0 0 0 0 0,-1-1 0 0 0,0 0 0 0 0,0 0 0 0 0,-1 0 0 0 0,0 0-1 0 0,-1 0 1 0 0,0-1 0 0 0,0 1 0 0 0,-1-1 0 0 0,-1 1 0 0 0,1-1 0 0 0,-2-15-1 0 0,0 19-20 0 0,0 0-1 0 0,0 0 1 0 0,-1 0-1 0 0,0 1 0 0 0,0-1 1 0 0,0 1-1 0 0,-1-1 0 0 0,1 1 1 0 0,-1-1-1 0 0,0 1 1 0 0,-1 0-1 0 0,1 1 0 0 0,-1-1 1 0 0,0 1-1 0 0,-1-1 1 0 0,1 1-1 0 0,0 0 0 0 0,-1 1 1 0 0,0-1-1 0 0,0 1 1 0 0,0 0-1 0 0,-1 0 0 0 0,-9-4 1 0 0,5 4-2 0 0,0 0 1 0 0,-1 1-1 0 0,1 0 1 0 0,0 0 0 0 0,-1 1-1 0 0,1 1 1 0 0,-1 0-1 0 0,0 0 1 0 0,1 1 0 0 0,-1 0-1 0 0,1 1 1 0 0,-17 4-1 0 0,8 0 9 0 0,0 1 0 0 0,1 1-1 0 0,0 0 1 0 0,1 2 0 0 0,-26 16-1 0 0,34-20-209 0 0,1 1-1 0 0,0 0 1 0 0,0 0 0 0 0,0 0-1 0 0,1 1 1 0 0,0 1-1 0 0,1-1 1 0 0,0 1 0 0 0,0 0-1 0 0,0 0 1 0 0,-7 19-1 0 0,12-23-77 0 0,0-1 0 0 0,0 1 0 0 0,0-1 0 0 0,0 1 0 0 0,1-1 0 0 0,0 1-1 0 0,0 0 1 0 0,0-1 0 0 0,1 9 0 0 0,0-9-439 0 0,0-1 1 0 0,0 1-1 0 0,0-1 1 0 0,1 1-1 0 0,-1-1 1 0 0,1 1-1 0 0,3 4 0 0 0,5 6-4650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80 251 2732 0 0,'3'-4'891'0'0,"0"0"-1"0"0,0-1 0 0 0,-1 1 0 0 0,0-1 1 0 0,0 0-1 0 0,0 0 0 0 0,-1 1 0 0 0,1-1 1 0 0,-1 0-1 0 0,1-11 1576 0 0,-4 17-2389 0 0,0-1 0 0 0,1 1 0 0 0,-1-1 0 0 0,0 1 0 0 0,1-1 0 0 0,-1 1 0 0 0,1 0 0 0 0,-1 0 0 0 0,1 0 0 0 0,-1 0 0 0 0,1 0 0 0 0,-1 0 0 0 0,1 0 0 0 0,0 1-1 0 0,0-1 1 0 0,0 0 0 0 0,0 1 0 0 0,0-1 0 0 0,-1 3 0 0 0,-19 35 435 0 0,16-28-376 0 0,-5 9-4 0 0,2 1-1 0 0,0-1 1 0 0,-5 23 0 0 0,11-35-97 0 0,0 0 1 0 0,0 0 0 0 0,1 0-1 0 0,0 1 1 0 0,1-1 0 0 0,0 1-1 0 0,0-1 1 0 0,1 0 0 0 0,0 1-1 0 0,4 15 1 0 0,-4-21-25 0 0,1 0-1 0 0,-1-1 1 0 0,0 1 0 0 0,1 0-1 0 0,-1-1 1 0 0,1 1 0 0 0,0-1 0 0 0,0 0-1 0 0,0 1 1 0 0,0-1 0 0 0,0 0-1 0 0,1 0 1 0 0,-1-1 0 0 0,1 1-1 0 0,-1 0 1 0 0,1-1 0 0 0,-1 1-1 0 0,1-1 1 0 0,0 0 0 0 0,0 0 0 0 0,0 0-1 0 0,0 0 1 0 0,0-1 0 0 0,0 1-1 0 0,-1-1 1 0 0,1 0 0 0 0,0 0-1 0 0,1 0 1 0 0,-1 0 0 0 0,-1 0 0 0 0,1-1-1 0 0,6 0 1 0 0,0-1 2 0 0,1-1-1 0 0,-1 0 1 0 0,0 0-1 0 0,1-1 1 0 0,-2 0-1 0 0,1 0 1 0 0,0-1-1 0 0,-1 0 1 0 0,9-8 0 0 0,19-19 10 0 0,-1-3 0 0 0,33-42 0 0 0,-17 18-27 0 0,-50 58-1 0 0,0 0 0 0 0,-1 0 0 0 0,1 0 0 0 0,0 0-1 0 0,0 0 1 0 0,-1 1 0 0 0,1-1 0 0 0,0 0 0 0 0,0 0 0 0 0,0 1 0 0 0,0-1 0 0 0,0 0 0 0 0,0 1 0 0 0,1-1-1 0 0,-1 1 1 0 0,0 0 0 0 0,0-1 0 0 0,0 1 0 0 0,0 0 0 0 0,1 0 0 0 0,-1-1 0 0 0,0 1 0 0 0,0 0 0 0 0,0 0 0 0 0,1 0-1 0 0,-1 1 1 0 0,0-1 0 0 0,0 0 0 0 0,0 0 0 0 0,3 1 0 0 0,-3 0 4 0 0,-1 0 0 0 0,1 0 0 0 0,0 0 0 0 0,0 0 0 0 0,0 0 0 0 0,-1 0 0 0 0,1 0 0 0 0,0 0 0 0 0,-1 0 0 0 0,1 0 0 0 0,-1 0 0 0 0,1 0 0 0 0,-1 1 0 0 0,1-1 0 0 0,-1 0 0 0 0,0 0 0 0 0,0 3 0 0 0,1-1-6 0 0,7 22-9 0 0,-3-8 15 0 0,1 1 1 0 0,1-1 0 0 0,13 23-1 0 0,-17-35 8 0 0,0 0-1 0 0,1 0 1 0 0,-1 0-1 0 0,1-1 1 0 0,0 0 0 0 0,0 0-1 0 0,1 0 1 0 0,-1 0-1 0 0,1 0 1 0 0,0-1-1 0 0,0 0 1 0 0,0 0-1 0 0,0-1 1 0 0,1 1-1 0 0,6 1 1 0 0,-5-2 3 0 0,0 0 1 0 0,0 0-1 0 0,0-1 0 0 0,0 0 1 0 0,0 0-1 0 0,1-1 0 0 0,-1 0 1 0 0,0-1-1 0 0,1 1 0 0 0,-1-1 1 0 0,0 0-1 0 0,0-1 0 0 0,0 0 1 0 0,0 0-1 0 0,0-1 1 0 0,0 1-1 0 0,6-5 0 0 0,-4 2-1 0 0,-1-1 0 0 0,-1 1 0 0 0,1-2 0 0 0,-1 1 0 0 0,0-1 1 0 0,0 0-1 0 0,-1 0 0 0 0,0-1 0 0 0,0 0 0 0 0,-1 0 0 0 0,0 0 0 0 0,6-13 0 0 0,-6 9-14 0 0,0 0 1 0 0,0 0-1 0 0,-2-1 1 0 0,1 0-1 0 0,-2 1 0 0 0,1-1 1 0 0,-2 0-1 0 0,0 0 1 0 0,-1-25-1 0 0,0 32 2 0 0,-1 0 0 0 0,0 0 0 0 0,0 0 1 0 0,-1 1-1 0 0,0-1 0 0 0,0 0 0 0 0,0 1 0 0 0,0-1 0 0 0,-1 1 1 0 0,0 0-1 0 0,0 0 0 0 0,-1 0 0 0 0,1 0 0 0 0,-1 0 0 0 0,0 1 1 0 0,0 0-1 0 0,0 0 0 0 0,-1 0 0 0 0,0 0 0 0 0,0 1 0 0 0,0-1 1 0 0,0 1-1 0 0,-9-4 0 0 0,-10-1-1 0 0,0 1-1 0 0,0 1 1 0 0,-1 1 0 0 0,-39-2 0 0 0,58 6-3 0 0,3 1-10 0 0,9 1-468 0 0,1 1 277 0 0,-1-1 0 0 0,1 0 0 0 0,-1-1 1 0 0,1 1-1 0 0,-1-1 0 0 0,1-1 0 0 0,-1 1 1 0 0,8-3-1 0 0,11 1-353 0 0,5 1 63 0 0,131-1-954 0 0,-135 4 1346 0 0,1 0 0 0 0,-1 2-1 0 0,52 13 1 0 0,-73-15 141 0 0,1 0 0 0 0,-1 0 0 0 0,1 0 1 0 0,-1 1-1 0 0,0 0 0 0 0,0 0 0 0 0,0 0 0 0 0,0 1 0 0 0,-1-1 0 0 0,1 1 0 0 0,-1 0 0 0 0,0 1 0 0 0,0-1 1 0 0,-1 1-1 0 0,1 0 0 0 0,-1-1 0 0 0,0 2 0 0 0,0-1 0 0 0,-1 0 0 0 0,1 0 0 0 0,-1 1 0 0 0,0-1 1 0 0,-1 1-1 0 0,1 0 0 0 0,0 9 0 0 0,-1-3 71 0 0,-1 1 0 0 0,0-1 0 0 0,-1 1 0 0 0,0-1 0 0 0,-1 0 0 0 0,0 0 0 0 0,-1 0 0 0 0,0 0-1 0 0,-1 0 1 0 0,-1 0 0 0 0,-6 13 0 0 0,6-14 653 0 0,-1-1-1 0 0,-12 18 626 0 0,18-31-1254 0 0,1-1-98 0 0,0 0 1 0 0,1 0 0 0 0,-1 0-1 0 0,1 0 1 0 0,0 0-1 0 0,0 0 1 0 0,0 1 0 0 0,4-6-1 0 0,28-33 68 0 0,-23 28-67 0 0,-10 13-32 0 0,139-155 20 0 0,-122 139-29 0 0,0 1 0 0 0,0 1 0 0 0,1 0 0 0 0,1 2 0 0 0,1 0 0 0 0,37-17 0 0 0,-52 28 7 0 0,0 0 1 0 0,0 0-1 0 0,0 1 0 0 0,0-1 0 0 0,0 1 0 0 0,0 1 0 0 0,0-1 1 0 0,0 1-1 0 0,1 0 0 0 0,-1 0 0 0 0,0 1 0 0 0,8 1 0 0 0,-11-1 22 0 0,1 0 0 0 0,0 1-1 0 0,-1-1 1 0 0,1 1 0 0 0,-1 0-1 0 0,0-1 1 0 0,1 2 0 0 0,-1-1-1 0 0,0 0 1 0 0,0 1 0 0 0,-1-1 0 0 0,1 1-1 0 0,0 0 1 0 0,-1 0 0 0 0,0 0-1 0 0,1 0 1 0 0,-1 0 0 0 0,0 0-1 0 0,-1 1 1 0 0,4 6 0 0 0,-2-1 63 0 0,-1 1 0 0 0,1-1 1 0 0,-1 1-1 0 0,-1 0 0 0 0,0 0 1 0 0,0 0-1 0 0,-1 0 0 0 0,0 0 1 0 0,-4 19-1 0 0,-2 4 83 0 0,-19 52 1 0 0,14-52-89 0 0,-6 37-1 0 0,16-68-101 0 0,1 0 1 0 0,0 0-1 0 0,0 1 0 0 0,-1-1 1 0 0,1 0-1 0 0,0 0 0 0 0,1 0 0 0 0,-1 0 1 0 0,0 0-1 0 0,1 0 0 0 0,-1 1 0 0 0,1-1 1 0 0,-1 0-1 0 0,1 0 0 0 0,0 0 0 0 0,0-1 1 0 0,0 1-1 0 0,0 0 0 0 0,0 0 1 0 0,1 0-1 0 0,2 2 0 0 0,-1-1-141 0 0,0-1-1 0 0,0 0 1 0 0,0 0-1 0 0,1 0 0 0 0,-1-1 1 0 0,0 1-1 0 0,1-1 1 0 0,0 0-1 0 0,-1 0 1 0 0,1 0-1 0 0,5 1 1 0 0,7-1-1558 0 0,1 0 0 0 0,-1-1 0 0 0,1-1 0 0 0,25-4 0 0 0,4-1-4665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8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77 100 2548 0 0,'27'-97'11703'0'0,"-26"95"-10915"0"0,1 26-219 0 0,-9 24-229 0 0,-3 0-1 0 0,-27 76 1 0 0,20-70-1983 0 0,-16 82 0 0 0,32-130 952 0 0,0 6-355 0 0,7 12-8154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8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1380 0 0,'19'-29'3589'0'0,"-8"15"-1257"0"0,-2-1 1 0 0,15-28 0 0 0,-17 33-1257 0 0,-2 15 281 0 0,0 14-264 0 0,-5 3-771 0 0,-2 0-1 0 0,-1 0 1 0 0,-9 34-1 0 0,-24 63 44 0 0,27-94-229 0 0,-7 16 196 0 0,15-39-256 0 0,2-6-67 0 0,0 1 0 0 0,0 0 1 0 0,1 0-1 0 0,-1-1 1 0 0,0 1-1 0 0,1 0 1 0 0,2-3-1 0 0,1-4-3 0 0,20-37 3 0 0,54-81 0 0 0,-67 110-16 0 0,2 1 0 0 0,0 1-1 0 0,1 1 1 0 0,0 0-1 0 0,1 0 1 0 0,1 2 0 0 0,26-17-1 0 0,-39 28 6 0 0,-1 0-1 0 0,1 0 1 0 0,0 0-1 0 0,0 1 1 0 0,0-1-1 0 0,0 1 1 0 0,0 0-1 0 0,0 0 1 0 0,0 1-1 0 0,0-1 1 0 0,0 1-1 0 0,0 0 0 0 0,7 0 1 0 0,-9 1 19 0 0,1-1 0 0 0,-1 1 0 0 0,0 0-1 0 0,0 0 1 0 0,0 0 0 0 0,0 0 0 0 0,0 0 0 0 0,0 0 0 0 0,0 0 0 0 0,-1 0-1 0 0,1 1 1 0 0,0-1 0 0 0,-1 1 0 0 0,1 0 0 0 0,-1-1 0 0 0,1 1 0 0 0,-1 0 0 0 0,0 0-1 0 0,0 0 1 0 0,0 0 0 0 0,0 0 0 0 0,0 0 0 0 0,0 0 0 0 0,0 0 0 0 0,-1 0-1 0 0,1 3 1 0 0,3 18 138 0 0,-2-1 0 0 0,-1 0 0 0 0,0 0 0 0 0,-2 1 0 0 0,0-1 0 0 0,-6 26 0 0 0,3-16-17 0 0,0 63-1 0 0,3-93-165 0 0,1 1 0 0 0,1 0 1 0 0,-1-1-1 0 0,0 1 0 0 0,1-1 1 0 0,-1 1-1 0 0,1 0 0 0 0,0-1 1 0 0,0 0-1 0 0,0 1 0 0 0,0-1 0 0 0,0 1 1 0 0,0-1-1 0 0,1 0 0 0 0,-1 0 1 0 0,1 0-1 0 0,0 0 0 0 0,-1 0 1 0 0,1 0-1 0 0,0 0 0 0 0,0-1 1 0 0,0 1-1 0 0,1-1 0 0 0,-1 1 0 0 0,0-1 1 0 0,0 0-1 0 0,1 0 0 0 0,-1 0 1 0 0,1 0-1 0 0,-1 0 0 0 0,1 0 1 0 0,-1-1-1 0 0,1 1 0 0 0,-1-1 1 0 0,4 0-1 0 0,2 0-847 0 0,-1 0 0 0 0,1 0 0 0 0,0-1 0 0 0,-1-1 0 0 0,1 1 0 0 0,0-1 0 0 0,-1 0 1 0 0,0-1-1 0 0,0 0 0 0 0,13-7 0 0 0,4-5-5608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18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79 1008 0 0,'-29'-14'2808'0'0,"1"4"-739"0"0,-1-2-481 0 0,3 3-312 0 0,6 1-292 0 0,-3 3-292 0 0,5-4-52 0 0,0 4-148 0 0,5 0-88 0 0,1 3 168 0 0,-6 2-340 0 0,25 16-2408 0 0,4-10-1168 0 0,1 1-1497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0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7 581 1712 0 0,'-4'32'2278'0'0,"2"-1"-1"0"0,1 41 1 0 0,2-60-1914 0 0,0 0 0 0 0,0 0 0 0 0,1 0 0 0 0,1-1 0 0 0,0 1 0 0 0,1-1 0 0 0,0 1 0 0 0,1-1 0 0 0,6 12 0 0 0,-10-21-266 0 0,1 1 0 0 0,0-1-1 0 0,0 0 1 0 0,0 0 0 0 0,0 0 0 0 0,0 0-1 0 0,0 0 1 0 0,0 0 0 0 0,0 0-1 0 0,1-1 1 0 0,-1 1 0 0 0,1-1 0 0 0,0 1-1 0 0,-1-1 1 0 0,1 0 0 0 0,0 0 0 0 0,3 0-1 0 0,-1 0-12 0 0,1 0-1 0 0,-1-1 0 0 0,1 0 1 0 0,0 0-1 0 0,-1 0 0 0 0,1-1 1 0 0,-1 0-1 0 0,8-2 0 0 0,6-2 2 0 0,-1-2 0 0 0,0 0 0 0 0,-1-1 0 0 0,19-12 0 0 0,-10 3-59 0 0,0-1 0 0 0,-2-2 0 0 0,0 0 0 0 0,-1-2 0 0 0,-1 0 0 0 0,-1-1 0 0 0,-1-2 0 0 0,-1 0 0 0 0,-1-1 0 0 0,15-30 0 0 0,1-10-40 0 0,-2-2 0 0 0,-4-1 1 0 0,22-78-1 0 0,-42 122-6 0 0,14-55-14 0 0,-20 71 26 0 0,0-1 0 0 0,-1 1 0 0 0,0 0-1 0 0,0 0 1 0 0,-1-1 0 0 0,-2-12 0 0 0,2 22 7 0 0,0-1-1 0 0,0 1 1 0 0,0-1 0 0 0,0 1 0 0 0,0 0 0 0 0,0-1 0 0 0,-1 1 0 0 0,1-1-1 0 0,0 1 1 0 0,0 0 0 0 0,0-1 0 0 0,-1 1 0 0 0,1 0 0 0 0,0-1 0 0 0,0 1-1 0 0,-1 0 1 0 0,1-1 0 0 0,0 1 0 0 0,-1 0 0 0 0,1 0 0 0 0,0-1 0 0 0,-1 1-1 0 0,1 0 1 0 0,0 0 0 0 0,-1 0 0 0 0,1 0 0 0 0,-1-1 0 0 0,1 1 0 0 0,0 0-1 0 0,-1 0 1 0 0,1 0 0 0 0,-1 0 0 0 0,1 0 0 0 0,0 0 0 0 0,-1 0 0 0 0,1 0-1 0 0,-1 0 1 0 0,0 0 0 0 0,-11 5 1 0 0,7-3 4 0 0,1 1-1 0 0,0 0 1 0 0,0 1 0 0 0,0-1-1 0 0,0 1 1 0 0,1-1-1 0 0,-1 1 1 0 0,1 0 0 0 0,0 0-1 0 0,-3 6 1 0 0,-21 46 41 0 0,21-42-38 0 0,-13 31 9 0 0,3 1 0 0 0,2 1 1 0 0,2 0-1 0 0,2 0 0 0 0,2 1 1 0 0,2 1-1 0 0,1 63 0 0 0,5-92-1 0 0,1-1 0 0 0,1 1 0 0 0,0-1 0 0 0,2 0-1 0 0,0 1 1 0 0,1-2 0 0 0,1 1 0 0 0,15 31-1 0 0,-18-42-75 0 0,2 0 0 0 0,-1-1-1 0 0,1 0 1 0 0,0 0-1 0 0,1 0 1 0 0,-1-1 0 0 0,1 1-1 0 0,1-1 1 0 0,-1-1 0 0 0,1 1-1 0 0,0-1 1 0 0,0 0-1 0 0,1-1 1 0 0,-1 0 0 0 0,1 0-1 0 0,0-1 1 0 0,0 0 0 0 0,0 0-1 0 0,1 0 1 0 0,-1-1-1 0 0,1-1 1 0 0,8 1 0 0 0,-7-1-72 0 0,0-1 0 0 0,0 0 0 0 0,0 0 0 0 0,0-1 0 0 0,0-1 0 0 0,0 0 0 0 0,0 0 0 0 0,-1-1 0 0 0,1 0 0 0 0,-1 0 0 0 0,9-6 0 0 0,-5 2 40 0 0,-1 0 0 0 0,-1-1 0 0 0,0 0 0 0 0,0-1 0 0 0,0 0 0 0 0,-1-1 1 0 0,9-12-1 0 0,2-6 6 0 0,-2 0 1 0 0,0-2-1 0 0,-2 0 0 0 0,-2 0 1 0 0,19-52-1 0 0,-7 1 296 0 0,-3-2 0 0 0,-3 0 0 0 0,12-114 0 0 0,-27 159 170 0 0,-3 21-147 0 0,-1-1-1 0 0,0-18 0 0 0,-15 54 42 0 0,-13 57 189 0 0,-26 128 1 0 0,35-130-343 0 0,6-26-53 0 0,-5 18 165 0 0,-13 112 0 0 0,29-177-227 0 0,-1 1-1 0 0,1-1 1 0 0,0 1-1 0 0,0 0 1 0 0,0 0-1 0 0,0-1 0 0 0,0 1 1 0 0,0 0-1 0 0,0-1 1 0 0,0 1-1 0 0,0 0 1 0 0,0-1-1 0 0,0 1 1 0 0,1 0-1 0 0,-1-1 0 0 0,0 1 1 0 0,0 0-1 0 0,1-1 1 0 0,-1 1-1 0 0,0-1 1 0 0,1 1-1 0 0,-1-1 0 0 0,1 1 1 0 0,-1-1-1 0 0,1 1 1 0 0,-1-1-1 0 0,1 1 1 0 0,0 0-2 0 0,0-1 0 0 0,0 0 0 0 0,0 0 0 0 0,0 0 0 0 0,0-1 0 0 0,0 1 0 0 0,0 0 0 0 0,0 0 1 0 0,-1 0-1 0 0,1-1 0 0 0,0 1 0 0 0,0 0 0 0 0,0-1 0 0 0,0 1 0 0 0,0-1 0 0 0,-1 1 0 0 0,2-1 0 0 0,4-4 3 0 0,0 1-1 0 0,0-1 1 0 0,9-11-1 0 0,41-61-25 0 0,-46 59 14 0 0,2 1 0 0 0,1 0-1 0 0,0 1 1 0 0,0 0 0 0 0,2 1 0 0 0,18-15 0 0 0,-30 28 3 0 0,0 0-1 0 0,0 0 1 0 0,-1 1-1 0 0,1-1 1 0 0,0 1-1 0 0,0-1 1 0 0,1 1-1 0 0,-1 0 1 0 0,0 0-1 0 0,0 1 1 0 0,0-1-1 0 0,1 1 1 0 0,4-1 0 0 0,-6 2 0 0 0,0-1 1 0 0,-1 0 0 0 0,1 1 0 0 0,0-1 0 0 0,-1 1-1 0 0,1-1 1 0 0,0 1 0 0 0,-1 0 0 0 0,1 0-1 0 0,0 0 1 0 0,-1 0 0 0 0,0 0 0 0 0,1 0 0 0 0,-1 0-1 0 0,0 1 1 0 0,1-1 0 0 0,-1 0 0 0 0,0 1 0 0 0,0-1-1 0 0,0 1 1 0 0,0-1 0 0 0,0 1 0 0 0,0 0-1 0 0,-1-1 1 0 0,2 3 0 0 0,3 12 13 0 0,-1 1 0 0 0,0 0 1 0 0,-1 0-1 0 0,-1 0 0 0 0,-1 1 0 0 0,-1 28 0 0 0,0-28 3 0 0,0 1 0 0 0,1-1 0 0 0,1 0 0 0 0,1 0 0 0 0,8 30 0 0 0,-10-45-8 0 0,0 0 0 0 0,0 0 0 0 0,1 0-1 0 0,0 0 1 0 0,-1 0 0 0 0,1-1 0 0 0,0 1 0 0 0,0 0-1 0 0,1-1 1 0 0,-1 1 0 0 0,1-1 0 0 0,-1 0-1 0 0,1 0 1 0 0,-1 0 0 0 0,4 1 0 0 0,-1 0-2 0 0,0-1 0 0 0,1 0 0 0 0,-1 0 0 0 0,0-1 1 0 0,1 1-1 0 0,-1-1 0 0 0,1 0 0 0 0,7 0 0 0 0,1-1-3 0 0,-1-1-1 0 0,1 0 0 0 0,-1-1 1 0 0,1 0-1 0 0,-1-1 0 0 0,21-8 0 0 0,-15 3-5 0 0,-1 0-1 0 0,1-2 0 0 0,-2 0 0 0 0,0-1 0 0 0,0-1 1 0 0,-1 0-1 0 0,0-1 0 0 0,14-16 0 0 0,-11 8 3 0 0,0 0 0 0 0,-1-2 0 0 0,-1 0 0 0 0,-1-1 0 0 0,14-30 0 0 0,-28 50 32 0 0,0 0 0 0 0,0-1 0 0 0,-1 1-1 0 0,1-1 1 0 0,-1 0 0 0 0,0 0 0 0 0,0 1 0 0 0,0-1 0 0 0,-1 0-1 0 0,0 0 1 0 0,0-7 0 0 0,0 12-27 0 0,0-1 1 0 0,-1 1-1 0 0,1 0 0 0 0,0-1 0 0 0,0 1 1 0 0,0-1-1 0 0,-1 1 0 0 0,1 0 0 0 0,0-1 1 0 0,0 1-1 0 0,0 0 0 0 0,-1 0 0 0 0,1-1 1 0 0,0 1-1 0 0,-1 0 0 0 0,1-1 0 0 0,0 1 0 0 0,-1 0 1 0 0,1 0-1 0 0,0 0 0 0 0,-1-1 0 0 0,1 1 1 0 0,-1 0-1 0 0,1 0 0 0 0,0 0 0 0 0,-1 0 1 0 0,1 0-1 0 0,-1 0 0 0 0,1 0 0 0 0,0 0 1 0 0,-1 0-1 0 0,1 0 0 0 0,-1 0 0 0 0,1 0 1 0 0,-1 0-1 0 0,-14 5 114 0 0,7 1-45 0 0,0 1 1 0 0,1 1-1 0 0,0-1 0 0 0,1 1 1 0 0,0 0-1 0 0,0 0 0 0 0,0 1 0 0 0,1 0 1 0 0,1 0-1 0 0,-1 0 0 0 0,1 0 0 0 0,-3 13 1 0 0,2-6 5 0 0,1-1 0 0 0,1 1 0 0 0,0 0 1 0 0,1 0-1 0 0,1 0 0 0 0,0 1 0 0 0,3 20 1 0 0,-2-31-75 0 0,1 1 0 0 0,0-1 1 0 0,0 1-1 0 0,0-1 0 0 0,1 1 0 0 0,0-1 1 0 0,0 0-1 0 0,1 0 0 0 0,0 0 1 0 0,0 0-1 0 0,0 0 0 0 0,1-1 1 0 0,0 1-1 0 0,0-1 0 0 0,0 0 0 0 0,1 0 1 0 0,-1 0-1 0 0,1-1 0 0 0,0 0 1 0 0,1 0-1 0 0,-1 0 0 0 0,1-1 1 0 0,0 1-1 0 0,0-1 0 0 0,0-1 0 0 0,0 1 1 0 0,0-1-1 0 0,0 0 0 0 0,1 0 1 0 0,-1-1-1 0 0,1 0 0 0 0,6 0 1 0 0,-2 0-418 0 0,1 0 1 0 0,-1-2 0 0 0,0 1-1 0 0,0-1 1 0 0,1-1-1 0 0,-1 0 1 0 0,15-5 0 0 0,-15 3-1146 0 0,0 0 1 0 0,0-1-1 0 0,19-12 1 0 0,0-4-4434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36 2268 0 0,'-506'-3'9554'0'0,"489"3"-9239"0"0,-1-2 324 0 0,22-1-259 0 0,29-3-140 0 0,195-11-974 0 0,2 12-4951 0 0,-124 5 1112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148 859 1988 0 0,'-14'29'8147'0'0,"15"-29"-8097"0"0,16-10 649 0 0,33-23 48 0 0,-2-3-1 0 0,-1-2 1 0 0,42-45-1 0 0,-52 45-692 0 0,-2-3 0 0 0,-1-1 0 0 0,-3-1 0 0 0,-1-2 0 0 0,-3-1-1 0 0,32-71 1 0 0,-29 45-45 0 0,-3-1-1 0 0,17-77 0 0 0,-40 130 11 0 0,-10 31 7 0 0,-9 35 26 0 0,-150 692 1539 0 0,142-620-1235 0 0,-86 480 1001 0 0,-21 107-499 0 0,117-649-740 0 0,5-26 60 0 0,-5 54 0 0 0,12-82-172 0 0,1-1 0 0 0,0 0 0 0 0,0 1 0 0 0,0-1 0 0 0,0 0 0 0 0,0 0 0 0 0,1 1 1 0 0,-1-1-1 0 0,0 0 0 0 0,1 1 0 0 0,-1-1 0 0 0,1 0 0 0 0,-1 0 0 0 0,1 1 0 0 0,-1-1 0 0 0,1 0 0 0 0,0 0 0 0 0,0 0 0 0 0,-1 0 0 0 0,1 0 0 0 0,0 0 0 0 0,0 0 0 0 0,0 0 0 0 0,0 0 0 0 0,0-1 0 0 0,1 1 1 0 0,-1 0-1 0 0,0-1 0 0 0,0 1 0 0 0,0-1 0 0 0,1 1 0 0 0,-1-1 0 0 0,0 1 0 0 0,0-1 0 0 0,2 0 0 0 0,5 2-1 0 0,0-2 0 0 0,0 1 0 0 0,-1-1 0 0 0,16-2 0 0 0,-10 1 7 0 0,19-3-25 0 0,1-2 1 0 0,-1 0-1 0 0,0-2 1 0 0,0-2-1 0 0,-1-1 1 0 0,0-1-1 0 0,53-29 1 0 0,-73 34 7 0 0,0 0 0 0 0,-1 0 1 0 0,1-1-1 0 0,-2 0 0 0 0,1-1 1 0 0,-1 0-1 0 0,0 0 0 0 0,-1-1 1 0 0,0 0-1 0 0,0-1 0 0 0,-1 1 0 0 0,-1-1 1 0 0,0-1-1 0 0,0 0 0 0 0,-1 1 1 0 0,-1-1-1 0 0,0-1 0 0 0,0 1 1 0 0,-2-1-1 0 0,1 1 0 0 0,-2-1 1 0 0,1 0-1 0 0,-2 0 0 0 0,0 0 1 0 0,0 0-1 0 0,-1 1 0 0 0,-1-1 0 0 0,-5-20 1 0 0,1 11 4 0 0,-1 1 0 0 0,0 0 0 0 0,-2 0 1 0 0,-1 1-1 0 0,-1 0 0 0 0,-16-24 0 0 0,7 18 1 0 0,-1 0 1 0 0,0 2-1 0 0,-44-38 0 0 0,4 14-1 0 0,-2 3 0 0 0,-127-69 0 0 0,58 54 28 0 0,88 42-308 0 0,-61-34 0 0 0,104 52 239 0 0,1 0 1 0 0,0 0 0 0 0,-1-1-1 0 0,1 1 1 0 0,0 0-1 0 0,-1 0 1 0 0,1 0 0 0 0,0-1-1 0 0,0 1 1 0 0,-1 0-1 0 0,1 0 1 0 0,0-1 0 0 0,0 1-1 0 0,-1 0 1 0 0,1-1-1 0 0,0 1 1 0 0,0 0 0 0 0,0-1-1 0 0,-1 1 1 0 0,1 0-1 0 0,0-1 1 0 0,0 1 0 0 0,0 0-1 0 0,0-1 1 0 0,0 1-1 0 0,0 0 1 0 0,0-1 0 0 0,0 1-1 0 0,0-1 1 0 0,0 1-1 0 0,0-1 1 0 0,9-8-873 0 0,18-3-454 0 0,-27 12 1339 0 0,135-45-7422 0 0,-87 27 2407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117 807 2024 0 0,'5'-11'1292'0'0,"0"0"0"0"0,0 0-1 0 0,-1 0 1 0 0,4-18 0 0 0,-7 25-1017 0 0,0 0 0 0 0,0 0 0 0 0,-1 0 0 0 0,1 0 0 0 0,-1 0 0 0 0,0 0 0 0 0,0 0 0 0 0,-1 0 0 0 0,1 0 0 0 0,-1 0 0 0 0,0 0 0 0 0,0 0 0 0 0,0 0 0 0 0,0 0 0 0 0,-1 1 0 0 0,-3-8 0 0 0,4 10-236 0 0,0 0-1 0 0,0 1 1 0 0,1-1 0 0 0,-1 0 0 0 0,0 0 0 0 0,0 0-1 0 0,0 1 1 0 0,0-1 0 0 0,0 0 0 0 0,0 1-1 0 0,0-1 1 0 0,0 1 0 0 0,-1-1 0 0 0,1 1-1 0 0,0 0 1 0 0,0-1 0 0 0,0 1 0 0 0,0 0 0 0 0,-1 0-1 0 0,1 0 1 0 0,0 0 0 0 0,0 0 0 0 0,0 0-1 0 0,-1 0 1 0 0,1 0 0 0 0,0 1 0 0 0,0-1 0 0 0,0 0-1 0 0,0 1 1 0 0,-1-1 0 0 0,1 1 0 0 0,0-1-1 0 0,0 1 1 0 0,0-1 0 0 0,0 1 0 0 0,0 0 0 0 0,-1 1-1 0 0,-3 2 6 0 0,0 0 0 0 0,1 0 0 0 0,-1 0-1 0 0,1 1 1 0 0,-7 9 0 0 0,3-3-2 0 0,1 0-1 0 0,0 1 1 0 0,1 0-1 0 0,0 0 1 0 0,1 0-1 0 0,1 1 1 0 0,-1 0 0 0 0,2 0-1 0 0,-3 21 1 0 0,5-29-22 0 0,1-1 1 0 0,-1 1 0 0 0,1 0 0 0 0,1-1 0 0 0,-1 1-1 0 0,1 0 1 0 0,0-1 0 0 0,0 1 0 0 0,0-1 0 0 0,0 1-1 0 0,1-1 1 0 0,0 1 0 0 0,0-1 0 0 0,0 0 0 0 0,0 0-1 0 0,1 0 1 0 0,0 0 0 0 0,0-1 0 0 0,0 1-1 0 0,0-1 1 0 0,0 1 0 0 0,1-1 0 0 0,-1 0 0 0 0,1 0-1 0 0,0-1 1 0 0,0 1 0 0 0,0-1 0 0 0,0 0 0 0 0,0 0-1 0 0,7 2 1 0 0,-2-1-10 0 0,1 0 1 0 0,0 0-1 0 0,0-1 0 0 0,0 0 1 0 0,0-1-1 0 0,0 0 0 0 0,0-1 0 0 0,0 0 1 0 0,0 0-1 0 0,0-1 0 0 0,20-5 1 0 0,-24 5-14 0 0,-1-1 1 0 0,1 0 0 0 0,0 0 0 0 0,0-1 0 0 0,-1 0-1 0 0,1 0 1 0 0,-1 0 0 0 0,0 0 0 0 0,0-1-1 0 0,0 0 1 0 0,-1 0 0 0 0,1 0 0 0 0,-1-1 0 0 0,0 1-1 0 0,0-1 1 0 0,-1 0 0 0 0,1-1 0 0 0,-1 1 0 0 0,0 0-1 0 0,4-11 1 0 0,-4 6 2 0 0,-1 0 0 0 0,0 0-1 0 0,0 0 1 0 0,-1-1 0 0 0,-1 1 0 0 0,1 0 0 0 0,-2-1-1 0 0,1 1 1 0 0,-1 0 0 0 0,-1 0 0 0 0,0-1-1 0 0,-1 1 1 0 0,1 0 0 0 0,-2 1 0 0 0,1-1-1 0 0,-2 1 1 0 0,1-1 0 0 0,-1 1 0 0 0,-1 0-1 0 0,1 1 1 0 0,-1 0 0 0 0,-1-1 0 0 0,0 2 0 0 0,0-1-1 0 0,0 1 1 0 0,-1 0 0 0 0,0 1 0 0 0,-1 0-1 0 0,1 0 1 0 0,-1 1 0 0 0,0 0 0 0 0,-12-5-1 0 0,14 8-4 0 0,0 0 0 0 0,-1 0 0 0 0,1 1 0 0 0,0 0 0 0 0,-1 1 0 0 0,1-1 0 0 0,-1 1 0 0 0,1 1 0 0 0,-1-1 0 0 0,1 1 0 0 0,0 1 0 0 0,-10 2 0 0 0,13-3 2 0 0,1 0-1 0 0,0 0 1 0 0,0 0 0 0 0,-1 1-1 0 0,1-1 1 0 0,0 1 0 0 0,0 0-1 0 0,1-1 1 0 0,-1 1-1 0 0,0 1 1 0 0,0-1 0 0 0,1 0-1 0 0,0 1 1 0 0,-1-1 0 0 0,1 1-1 0 0,0 0 1 0 0,0 0-1 0 0,0 0 1 0 0,1 0 0 0 0,-1 0-1 0 0,1 0 1 0 0,0 0-1 0 0,-1 0 1 0 0,1 1 0 0 0,1-1-1 0 0,-1 0 1 0 0,0 1 0 0 0,1 5-1 0 0,0-6 3 0 0,0 0 0 0 0,0 0 0 0 0,1 0 0 0 0,-1-1 0 0 0,1 1 0 0 0,0 0 1 0 0,0 0-1 0 0,0 0 0 0 0,0 0 0 0 0,0-1 0 0 0,1 1 0 0 0,-1-1 0 0 0,1 1 0 0 0,0-1 0 0 0,2 3 0 0 0,0-1-11 0 0,0 0 1 0 0,0 0-1 0 0,1-1 0 0 0,0 1 1 0 0,-1-1-1 0 0,1-1 1 0 0,9 5-1 0 0,-1-2-61 0 0,1 0 0 0 0,0-1 0 0 0,1-1 0 0 0,-1 0-1 0 0,21 1 1 0 0,6-4-32 0 0,0-1-1 0 0,0-2 0 0 0,-1-2 0 0 0,1-2 0 0 0,-1-1 0 0 0,73-26 0 0 0,-83 23 89 0 0,0-2-1 0 0,-1-1 1 0 0,-1-1-1 0 0,0-1 0 0 0,-1-2 1 0 0,0 0-1 0 0,-2-2 1 0 0,0-1-1 0 0,-2-1 0 0 0,0-1 1 0 0,30-41-1 0 0,-31 34-19 0 0,-2 0 0 0 0,-1-2-1 0 0,-2-1 1 0 0,-1 0 0 0 0,-1-1-1 0 0,-2 0 1 0 0,-1-1 0 0 0,-2-1 0 0 0,10-68-1 0 0,-20 102 35 0 0,0 0-1 0 0,1 0 1 0 0,-1 0-1 0 0,0 0 1 0 0,0 0-1 0 0,0 0 1 0 0,0 0-1 0 0,0 0 1 0 0,-1 0-1 0 0,1 0 1 0 0,0 0-1 0 0,-1 0 1 0 0,0 0-1 0 0,1 0 1 0 0,-1 0-1 0 0,0 0 1 0 0,0 0-1 0 0,-1-1 1 0 0,1 3 1 0 0,1-1 1 0 0,-1 1 0 0 0,1-1-1 0 0,-1 1 1 0 0,0 0 0 0 0,1 0 0 0 0,-1-1-1 0 0,1 1 1 0 0,-1 0 0 0 0,0 0-1 0 0,1 0 1 0 0,-1-1 0 0 0,1 1-1 0 0,-1 0 1 0 0,0 0 0 0 0,1 0-1 0 0,-1 0 1 0 0,0 0 0 0 0,1 0-1 0 0,-1 1 1 0 0,0-1 0 0 0,-1 1 1 0 0,-1-1 0 0 0,1 1 0 0 0,0 0 1 0 0,0 0-1 0 0,0 1 0 0 0,0-1 0 0 0,1 0 1 0 0,-4 3-1 0 0,-9 9 30 0 0,1 0 0 0 0,0 1 0 0 0,1 1 0 0 0,1 0 0 0 0,-10 17 0 0 0,-42 86 190 0 0,20-26-50 0 0,-42 130 0 0 0,66-160-76 0 0,2 1 1 0 0,4 1-1 0 0,-7 76 0 0 0,19-125-59 0 0,0 1 0 0 0,1-1 0 0 0,1 0 0 0 0,0 1 0 0 0,1-1 0 0 0,1 0 0 0 0,5 19 0 0 0,-6-29-28 0 0,0 0-1 0 0,0 1 1 0 0,0-1 0 0 0,1 0 0 0 0,0 0-1 0 0,0-1 1 0 0,0 1 0 0 0,0-1 0 0 0,1 1 0 0 0,0-1-1 0 0,-1 0 1 0 0,2 0 0 0 0,-1-1 0 0 0,0 1 0 0 0,1-1-1 0 0,0 0 1 0 0,-1 0 0 0 0,1-1 0 0 0,1 1-1 0 0,-1-1 1 0 0,0 0 0 0 0,10 2 0 0 0,-5-2-23 0 0,0-1 1 0 0,-1 0-1 0 0,1 0 0 0 0,0-1 1 0 0,0 0-1 0 0,0-1 1 0 0,0 0-1 0 0,0-1 0 0 0,15-4 1 0 0,-11 1-52 0 0,0 0 0 0 0,0-1 1 0 0,-1 0-1 0 0,0-2 0 0 0,22-15 0 0 0,-10 3-57 0 0,0-2 0 0 0,-2 0 0 0 0,0-2 0 0 0,-2-1 0 0 0,23-32 0 0 0,3-16 33 0 0,-4-2 1 0 0,-2-2-1 0 0,-4-1 1 0 0,-3-2-1 0 0,-4-1 1 0 0,20-89-1 0 0,-43 146 110 0 0,0-2 145 0 0,-1 1 0 0 0,-1-1 0 0 0,3-38 0 0 0,-8 64-163 0 0,1 0 1 0 0,-1-1 0 0 0,0 1 0 0 0,0-1 0 0 0,0 1 0 0 0,0-1-1 0 0,0 1 1 0 0,0-1 0 0 0,-1 1 0 0 0,1 0 0 0 0,0-1 0 0 0,0 1-1 0 0,0-1 1 0 0,0 1 0 0 0,0-1 0 0 0,-1 1 0 0 0,1 0 0 0 0,0-1-1 0 0,0 1 1 0 0,-1 0 0 0 0,1-1 0 0 0,0 1 0 0 0,-1 0 0 0 0,1-1-1 0 0,0 1 1 0 0,-1 0 0 0 0,1-1 0 0 0,0 1 0 0 0,-1 0-1 0 0,1 0 1 0 0,-1 0 0 0 0,1-1 0 0 0,0 1 0 0 0,-1 0 0 0 0,1 0-1 0 0,-1 0 1 0 0,1 0 0 0 0,-1 0 0 0 0,1 0 0 0 0,0 0 0 0 0,-1 0-1 0 0,1 0 1 0 0,-1 0 0 0 0,1 0 0 0 0,-1 0 0 0 0,1 0 0 0 0,-1 0-1 0 0,1 0 1 0 0,0 0 0 0 0,-1 1 0 0 0,1-1 0 0 0,-1 0-1 0 0,1 0 1 0 0,0 0 0 0 0,-1 1 0 0 0,-21 13 88 0 0,9 0-10 0 0,0 0 0 0 0,2 2 0 0 0,-1-1 0 0 0,2 1 0 0 0,0 1 0 0 0,-13 29 0 0 0,13-25-4 0 0,-27 54 123 0 0,3 3 0 0 0,4 0 0 0 0,-32 134-1 0 0,54-180-128 0 0,2 1 0 0 0,1 0-1 0 0,2 1 1 0 0,1-1 0 0 0,4 53-1 0 0,0-75-199 0 0,-1 0-1 0 0,2 0 0 0 0,-1-1 0 0 0,2 1 0 0 0,-1-1 0 0 0,1 0 0 0 0,1 0 0 0 0,0 0 0 0 0,6 9 0 0 0,-6-12-211 0 0,1-1-1 0 0,-1 0 1 0 0,1 0-1 0 0,0 0 1 0 0,0 0-1 0 0,1-1 1 0 0,0 0-1 0 0,0-1 1 0 0,0 1-1 0 0,0-1 1 0 0,1-1-1 0 0,-1 1 1 0 0,11 2-1 0 0,12 2-3016 0 0,0-2-1399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2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121 181 1336 0 0,'6'-28'2400'0'0,"-1"0"0"0"0,-2 0 0 0 0,-1-1 0 0 0,-2-28 0 0 0,0 57-2376 0 0,0-1-1 0 0,0 1 1 0 0,0 0 0 0 0,0-1 0 0 0,0 1-1 0 0,0 0 1 0 0,0-1 0 0 0,0 1 0 0 0,0 0-1 0 0,0-1 1 0 0,0 1 0 0 0,0-1 0 0 0,0 1-1 0 0,0 0 1 0 0,0-1 0 0 0,-1 1-1 0 0,1 0 1 0 0,0-1 0 0 0,0 1 0 0 0,0 0-1 0 0,-1 0 1 0 0,1-1 0 0 0,0 1 0 0 0,0 0-1 0 0,-1 0 1 0 0,1-1 0 0 0,0 1 0 0 0,0 0-1 0 0,-1 0 1 0 0,1-1 0 0 0,0 1 0 0 0,-1 0-1 0 0,1 0 1 0 0,0 0 0 0 0,-1 0 0 0 0,1 0-1 0 0,0 0 1 0 0,-1 0 0 0 0,1-1 0 0 0,0 1-1 0 0,-1 0 1 0 0,1 0 0 0 0,-1 0 0 0 0,1 0-1 0 0,0 1 1 0 0,-1-1 0 0 0,1 0-1 0 0,0 0 1 0 0,-1 0 0 0 0,1 0 0 0 0,0 0-1 0 0,-1 0 1 0 0,1 0 0 0 0,0 1 0 0 0,-1-1-1 0 0,1 0 1 0 0,0 0 0 0 0,0 0 0 0 0,-1 1-1 0 0,-18 15 554 0 0,7 0-360 0 0,2 1 0 0 0,-1 0 0 0 0,2 0 0 0 0,0 1 0 0 0,2 1 0 0 0,-7 21 0 0 0,5-10-95 0 0,2 0 1 0 0,1 0-1 0 0,-2 41 1 0 0,7-63-90 0 0,1 1 1 0 0,0 0 0 0 0,0-1-1 0 0,1 1 1 0 0,0 0-1 0 0,1-1 1 0 0,0 1 0 0 0,0-1-1 0 0,1 0 1 0 0,0 0 0 0 0,0 0-1 0 0,1 0 1 0 0,7 11 0 0 0,-6-13-15 0 0,0 0-1 0 0,0 0 1 0 0,0-1 0 0 0,1 1 0 0 0,0-1 0 0 0,0-1 0 0 0,0 1 0 0 0,1-1-1 0 0,-1 0 1 0 0,1 0 0 0 0,0-1 0 0 0,0 0 0 0 0,0 0 0 0 0,1-1-1 0 0,10 3 1 0 0,-10-4-18 0 0,0 1-1 0 0,0-1 0 0 0,0-1 0 0 0,0 0 1 0 0,0 0-1 0 0,0 0 0 0 0,0-1 0 0 0,0 0 1 0 0,0 0-1 0 0,0-1 0 0 0,0 0 0 0 0,0-1 1 0 0,-1 0-1 0 0,1 0 0 0 0,13-8 0 0 0,-13 6-4 0 0,0-1-1 0 0,0-1 0 0 0,-1 1 0 0 0,0-1 0 0 0,0 0 0 0 0,0-1 0 0 0,-1 0 0 0 0,0 0 1 0 0,-1 0-1 0 0,1 0 0 0 0,-2-1 0 0 0,7-15 0 0 0,-5 7-4 0 0,0 1-1 0 0,-2-1 1 0 0,0 0 0 0 0,-1 0-1 0 0,0 0 1 0 0,-2 0 0 0 0,0-1-1 0 0,-1 1 1 0 0,0-1 0 0 0,-5-26-1 0 0,3 35 6 0 0,0 1 0 0 0,0 0 0 0 0,-1 0 0 0 0,0 0-1 0 0,-1 0 1 0 0,1 1 0 0 0,-1-1 0 0 0,-1 1 0 0 0,0 0 0 0 0,-7-9-1 0 0,8 11 0 0 0,-2 1 0 0 0,1-1 0 0 0,0 1 0 0 0,-1 0 0 0 0,0 0 0 0 0,0 0 0 0 0,0 1 0 0 0,0 0-1 0 0,-1 0 1 0 0,1 1 0 0 0,-1-1 0 0 0,0 1 0 0 0,-13-1 0 0 0,12 2-64 0 0,0 0 0 0 0,0 1 0 0 0,0 0 0 0 0,0 0 0 0 0,1 1-1 0 0,-1 0 1 0 0,0 1 0 0 0,0 0 0 0 0,1 0 0 0 0,-14 5 0 0 0,18-5-102 0 0,0-1-1 0 0,0 0 1 0 0,1 1-1 0 0,-1 0 1 0 0,0-1-1 0 0,1 1 1 0 0,-1 0 0 0 0,1 0-1 0 0,-1 1 1 0 0,1-1-1 0 0,0 0 1 0 0,0 1-1 0 0,0-1 1 0 0,0 1 0 0 0,1 0-1 0 0,-1 0 1 0 0,1 0-1 0 0,-1 0 1 0 0,1 0 0 0 0,0 0-1 0 0,0 0 1 0 0,0 0-1 0 0,1 0 1 0 0,-1 0-1 0 0,1 0 1 0 0,0 1 0 0 0,0-1-1 0 0,0 6 1 0 0,1-7-303 0 0,-1 0 0 0 0,1 0 0 0 0,-1 1 0 0 0,1-1 0 0 0,0 0 0 0 0,0 0-1 0 0,0 0 1 0 0,0 0 0 0 0,0 0 0 0 0,3 2 0 0 0,4 7-4015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64 2576 0 0,'-7'-63'9544'0'0,"-7"77"-8434"0"0,0 15-722 0 0,1 0 0 0 0,2 1 0 0 0,1 1 1 0 0,-10 51-1 0 0,17-70-359 0 0,-2 7 69 0 0,1 1-1 0 0,-2 33 0 0 0,6-49-83 0 0,0 0 1 0 0,0 0-1 0 0,0 0 0 0 0,0 0 1 0 0,1 0-1 0 0,-1 0 0 0 0,1 0 1 0 0,0-1-1 0 0,0 1 0 0 0,1 0 1 0 0,-1 0-1 0 0,1-1 0 0 0,0 1 1 0 0,0-1-1 0 0,0 1 0 0 0,0-1 1 0 0,1 0-1 0 0,-1 0 0 0 0,6 6 1 0 0,-6-9-16 0 0,-1 1 1 0 0,0 0-1 0 0,1 0 1 0 0,0-1-1 0 0,-1 1 1 0 0,1-1-1 0 0,-1 1 1 0 0,1-1-1 0 0,0 0 1 0 0,-1 0-1 0 0,1 0 1 0 0,0 0-1 0 0,-1 0 1 0 0,1 0-1 0 0,-1 0 1 0 0,1 0-1 0 0,0 0 1 0 0,-1-1-1 0 0,1 1 1 0 0,2-2-1 0 0,0 1-22 0 0,0-1 0 0 0,0 0 0 0 0,0 0-1 0 0,0-1 1 0 0,0 1 0 0 0,4-5 0 0 0,8-9-43 0 0,-1-1-1 0 0,-1-1 0 0 0,-1 0 1 0 0,0-1-1 0 0,19-38 1 0 0,1-2 374 0 0,-33 59-306 0 0,0 0-1 0 0,1-1 1 0 0,-1 1-1 0 0,0 0 0 0 0,0-1 1 0 0,0 1-1 0 0,1 0 1 0 0,-1-1-1 0 0,0 1 1 0 0,0 0-1 0 0,0 0 0 0 0,1-1 1 0 0,-1 1-1 0 0,0 0 1 0 0,1 0-1 0 0,-1-1 0 0 0,0 1 1 0 0,0 0-1 0 0,1 0 1 0 0,-1 0-1 0 0,0 0 0 0 0,1 0 1 0 0,-1-1-1 0 0,1 1 1 0 0,-1 0-1 0 0,0 0 1 0 0,1 0-1 0 0,-1 0 0 0 0,0 0 1 0 0,1 0-1 0 0,-1 0 1 0 0,0 0-1 0 0,1 0 0 0 0,0 0 1 0 0,7 12 24 0 0,0 18 28 0 0,-3 3 3 0 0,1-1 1 0 0,2-1 0 0 0,1 0-1 0 0,17 41 1 0 0,-21-63-33 0 0,-1-1 1 0 0,1 1-1 0 0,0-1 1 0 0,1 0 0 0 0,0-1-1 0 0,0 1 1 0 0,1-1-1 0 0,10 8 1 0 0,-12-11-2 0 0,0 0-1 0 0,1-1 1 0 0,0 0 0 0 0,-1 0-1 0 0,1 0 1 0 0,0 0 0 0 0,1-1-1 0 0,-1 0 1 0 0,0-1 0 0 0,1 1-1 0 0,-1-1 1 0 0,0-1 0 0 0,12 1-1 0 0,-13-1-15 0 0,0 0-1 0 0,0-1 0 0 0,0 1 1 0 0,0-1-1 0 0,0-1 1 0 0,0 1-1 0 0,0-1 1 0 0,0 1-1 0 0,-1-2 0 0 0,1 1 1 0 0,-1 0-1 0 0,1-1 1 0 0,7-6-1 0 0,-6 4-8 0 0,0-1 0 0 0,0 0 0 0 0,-1-1 0 0 0,1 1 0 0 0,-1-1 0 0 0,-1 0 1 0 0,8-14-1 0 0,-5 5-9 0 0,-1 1 0 0 0,-1-1 0 0 0,0 0 0 0 0,-1-1 0 0 0,-1 1 0 0 0,0-1 0 0 0,1-31 1 0 0,-4 33-38 0 0,-1-1 1 0 0,0 1 0 0 0,-1 0 0 0 0,-1 0 0 0 0,0 0 0 0 0,-1 0 0 0 0,-1 1 0 0 0,0-1 0 0 0,-1 1 0 0 0,0 0 0 0 0,-1 1 0 0 0,-15-21 0 0 0,21 32-144 0 0,18 13-1586 0 0,3-1 810 0 0,1-1-1 0 0,0 0 0 0 0,1-2 1 0 0,-1 0-1 0 0,1-2 0 0 0,38 5 1 0 0,-45-7 1006 0 0,1-2 0 0 0,-1 0 0 0 0,0 0 0 0 0,1-2 0 0 0,19-2 0 0 0,-25 1 850 0 0,0 0 0 0 0,-1-1-1 0 0,1 0 1 0 0,-1-1 0 0 0,1 0 0 0 0,-1 0 0 0 0,0-1 0 0 0,13-9-1 0 0,-21 13-728 0 0,0 0-1 0 0,0 0 1 0 0,0 1-1 0 0,0-1 1 0 0,1 0-1 0 0,-1 0 1 0 0,0 1 0 0 0,0-1-1 0 0,1 1 1 0 0,-1-1-1 0 0,0 1 1 0 0,1 0-1 0 0,-1-1 1 0 0,0 1-1 0 0,3 0 1 0 0,-3 0-134 0 0,-1 0 1 0 0,0 1-1 0 0,1-1 1 0 0,-1 0 0 0 0,0 1-1 0 0,1-1 1 0 0,-1 0 0 0 0,0 1-1 0 0,1-1 1 0 0,-1 0-1 0 0,0 1 1 0 0,0-1 0 0 0,1 1-1 0 0,-1-1 1 0 0,0 0-1 0 0,0 1 1 0 0,0-1 0 0 0,0 1-1 0 0,0-1 1 0 0,0 1 0 0 0,1-1-1 0 0,-1 0 1 0 0,0 1-1 0 0,0-1 1 0 0,0 1 0 0 0,0-1-1 0 0,-1 1 1 0 0,1-1 0 0 0,0 1-1 0 0,-2 8-11 0 0,0 0 0 0 0,0-1 0 0 0,-5 13 0 0 0,4-13 317 0 0,-25 68 214 0 0,6-19-212 0 0,-19 85 1 0 0,40-138-330 0 0,0 1 0 0 0,0-1 1 0 0,1 1-1 0 0,0 0 0 0 0,0-1 0 0 0,0 1 0 0 0,0-1 0 0 0,2 6 0 0 0,-2-7-138 0 0,1-1-1 0 0,0 0 1 0 0,0 0-1 0 0,0 0 1 0 0,0 0-1 0 0,0 0 1 0 0,0 0-1 0 0,0 0 1 0 0,1 0-1 0 0,-1 0 1 0 0,1 0-1 0 0,-1-1 1 0 0,1 1-1 0 0,0 0 1 0 0,0-1-1 0 0,3 3 1 0 0,-3-4-139 0 0,0 1 1 0 0,0-1 0 0 0,-1 1 0 0 0,1-1 0 0 0,0 1-1 0 0,0-1 1 0 0,0 0 0 0 0,0 0 0 0 0,0 0 0 0 0,0 0-1 0 0,0 0 1 0 0,0-1 0 0 0,0 1 0 0 0,0-1 0 0 0,0 1-1 0 0,0-1 1 0 0,3-1 0 0 0,8-5-4161 0 0,3-2-2114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146 136 224 0 0,'-7'-14'1824'0'0,"0"0"-1"0"0,-1 1 1 0 0,-15-20-1 0 0,17 26-1425 0 0,0-1 1 0 0,-1 1-1 0 0,0 0 0 0 0,0 1 1 0 0,-1 0-1 0 0,0 0 0 0 0,-8-4 0 0 0,14 9-350 0 0,1 0 0 0 0,-1 1 0 0 0,1-1 0 0 0,-1 1 0 0 0,0-1-1 0 0,1 1 1 0 0,-1 0 0 0 0,0-1 0 0 0,0 1 0 0 0,1 0 0 0 0,-1 0 0 0 0,-2 1-1 0 0,3-1-169 0 0,1 0 0 0 0,-1 0 0 0 0,1 0-1 0 0,-1 0 1 0 0,1 1 0 0 0,-1-1-1 0 0,1 0 1 0 0,-1 0 0 0 0,1 1-1 0 0,-1-1 1 0 0,1 0 0 0 0,-1 1-1 0 0,1-1 1 0 0,-1 1 0 0 0,1-1 0 0 0,0 1-1 0 0,-1-1 1 0 0,1 1 0 0 0,0-1-1 0 0,-1 1 1 0 0,1-1 0 0 0,0 1-1 0 0,0-1 1 0 0,-1 1 0 0 0,1-1-1 0 0,0 1 1 0 0,0-1 0 0 0,0 1 0 0 0,0 0-1 0 0,0-1 1 0 0,0 1 0 0 0,0-1-1 0 0,0 1 1 0 0,0-1 0 0 0,0 1-1 0 0,0 0 1 0 0,0-1 0 0 0,0 1-1 0 0,1-1 1 0 0,-1 1 0 0 0,0-1 0 0 0,1 2-1 0 0,3 12-3540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3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2096 0 0,'-2'2'445'0'0,"1"-1"0"0"0,-1 1-1 0 0,1 0 1 0 0,-1 0 0 0 0,1 0 0 0 0,0 0-1 0 0,0 0 1 0 0,0 0 0 0 0,0 0-1 0 0,0 0 1 0 0,1 0 0 0 0,-1 0 0 0 0,1 1-1 0 0,-1-1 1 0 0,1 0 0 0 0,0 4 0 0 0,2 43 876 0 0,0-21-383 0 0,0 13-239 0 0,0 25-90 0 0,-2-61-551 0 0,-1 0-1 0 0,1 0 0 0 0,-1 0 0 0 0,0 1 0 0 0,0-1 0 0 0,-1 0 0 0 0,1 0 0 0 0,-1-1 0 0 0,-3 6 0 0 0,5-9-45 0 0,-1 0-1 0 0,1 0 0 0 0,-1 1 1 0 0,0-1-1 0 0,1 0 1 0 0,-1 0-1 0 0,0 0 0 0 0,0 0 1 0 0,0-1-1 0 0,0 1 0 0 0,0 0 1 0 0,0 0-1 0 0,0 0 1 0 0,0-1-1 0 0,0 1 0 0 0,0 0 1 0 0,0-1-1 0 0,0 1 0 0 0,-1-1 1 0 0,1 0-1 0 0,0 1 1 0 0,0-1-1 0 0,-1 0 0 0 0,1 0 1 0 0,0 0-1 0 0,0 1 1 0 0,-2-2-1 0 0,2 1-7 0 0,0 0 0 0 0,1 0 0 0 0,-1-1 0 0 0,0 1 0 0 0,0-1 0 0 0,1 1 0 0 0,-1 0 0 0 0,0-1 0 0 0,1 1 0 0 0,-1-1 0 0 0,0 0 0 0 0,1 1 0 0 0,-1-1 0 0 0,1 1 0 0 0,-1-1 0 0 0,1 0 0 0 0,-1 0 0 0 0,1 1 0 0 0,-1-2 0 0 0,-2-13-11 0 0,4 9 1 0 0,-1 1 0 0 0,1 0 0 0 0,0-1 0 0 0,1 1 0 0 0,-1 0 0 0 0,1 0 0 0 0,0 0 0 0 0,0 0 0 0 0,1 0 0 0 0,0 0 0 0 0,-1 0 0 0 0,7-6 0 0 0,-1 1-3 0 0,1 0 1 0 0,0 0 0 0 0,20-15 0 0 0,-12 12-1 0 0,0 1-1 0 0,1 1 1 0 0,1 1 0 0 0,0 1 0 0 0,0 0-1 0 0,0 1 1 0 0,30-7 0 0 0,-38 12 40 0 0,0 1 0 0 0,1-1 0 0 0,-1 2 0 0 0,1 0 0 0 0,-1 0 0 0 0,1 1 0 0 0,0 0 0 0 0,-1 1 0 0 0,1 1 0 0 0,-1 0 0 0 0,0 0 0 0 0,1 1 0 0 0,-1 0 0 0 0,21 10 0 0 0,-28-11 28 0 0,0 0-1 0 0,0 1 0 0 0,0-1 0 0 0,-1 1 0 0 0,1 0 1 0 0,-1 0-1 0 0,1 0 0 0 0,-1 1 0 0 0,0-1 0 0 0,0 1 1 0 0,-1 0-1 0 0,1-1 0 0 0,-1 1 0 0 0,0 0 0 0 0,0 1 1 0 0,3 7-1 0 0,-4-7 19 0 0,0 1 1 0 0,0 0-1 0 0,-1 0 1 0 0,0 0-1 0 0,0 0 1 0 0,0 0-1 0 0,-1-1 1 0 0,0 1-1 0 0,0 0 1 0 0,0 0-1 0 0,-1-1 1 0 0,-3 10-1 0 0,-23 38 249 0 0,22-44-449 0 0,1 0 0 0 0,0 0 1 0 0,0 1-1 0 0,1 0 0 0 0,-5 15 0 0 0,9-23 1 0 0,0-1-1 0 0,-1 1 1 0 0,1 0 0 0 0,0-1 0 0 0,0 1-1 0 0,0-1 1 0 0,0 1 0 0 0,1 0 0 0 0,-1-1-1 0 0,0 1 1 0 0,1-1 0 0 0,-1 1 0 0 0,1-1 0 0 0,-1 1-1 0 0,1-1 1 0 0,0 1 0 0 0,0-1 0 0 0,0 1-1 0 0,0-1 1 0 0,0 0 0 0 0,0 0 0 0 0,0 1-1 0 0,0-1 1 0 0,0 0 0 0 0,0 0 0 0 0,1 0 0 0 0,-1 0-1 0 0,0 0 1 0 0,1-1 0 0 0,-1 1 0 0 0,1 0-1 0 0,-1-1 1 0 0,1 1 0 0 0,-1-1 0 0 0,1 1-1 0 0,1 0 1 0 0,6 0-874 0 0,0 1 0 0 0,0-1-1 0 0,0 0 1 0 0,0 0 0 0 0,10-2 0 0 0,6 0-2153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4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594 252 2764 0 0,'15'-10'1210'0'0,"1"-1"1"0"0,-1-1-1 0 0,-1 0 0 0 0,25-28 0 0 0,-35 36-1020 0 0,-1 1 0 0 0,0-1 0 0 0,-1 0 0 0 0,1-1 0 0 0,0 1 0 0 0,-1 0 0 0 0,0-1 0 0 0,0 1 0 0 0,-1-1 0 0 0,1 0 0 0 0,-1 0 0 0 0,0 1 0 0 0,0-1 0 0 0,0 0 0 0 0,-1 0 0 0 0,0 0 0 0 0,0 0 0 0 0,0 0 0 0 0,-1 0 0 0 0,1 0 0 0 0,-1 1 0 0 0,0-1 0 0 0,-1 0 0 0 0,-1-5 0 0 0,2 7-119 0 0,-1 0-1 0 0,1 1 1 0 0,-1-1-1 0 0,1 0 1 0 0,-1 1-1 0 0,0-1 0 0 0,0 1 1 0 0,0 0-1 0 0,0-1 1 0 0,-1 1-1 0 0,1 0 1 0 0,-1 1-1 0 0,1-1 1 0 0,-1 0-1 0 0,0 1 1 0 0,1-1-1 0 0,-4 0 1 0 0,1 0-6 0 0,0 1 1 0 0,0 0 0 0 0,0 0 0 0 0,0 0 0 0 0,0 1-1 0 0,0 0 1 0 0,0 0 0 0 0,-1 0 0 0 0,-7 2 0 0 0,-3 2 25 0 0,1 0 1 0 0,0 1 0 0 0,0 0 0 0 0,0 1-1 0 0,-22 14 1 0 0,23-12-44 0 0,0 1-1 0 0,0 1 1 0 0,1 1-1 0 0,1-1 1 0 0,-13 15-1 0 0,20-19-25 0 0,0-1-1 0 0,0 0 1 0 0,1 1 0 0 0,0 0-1 0 0,0 0 1 0 0,1 1-1 0 0,0-1 1 0 0,0 0 0 0 0,0 1-1 0 0,1 0 1 0 0,0 0 0 0 0,0 0-1 0 0,0 0 1 0 0,0 10 0 0 0,2-14-11 0 0,0 1 0 0 0,0-1 0 0 0,1 0 0 0 0,-1 1 0 0 0,1-1 0 0 0,0 0 0 0 0,0 0 0 0 0,0 0 0 0 0,0 1 1 0 0,1-1-1 0 0,-1 0 0 0 0,1 0 0 0 0,-1-1 0 0 0,1 1 0 0 0,0 0 0 0 0,0-1 0 0 0,4 4 0 0 0,-2-2-4 0 0,0-1 0 0 0,0 0-1 0 0,1-1 1 0 0,-1 1-1 0 0,1-1 1 0 0,-1 0 0 0 0,1 0-1 0 0,0 0 1 0 0,0 0-1 0 0,7 0 1 0 0,-1 0-5 0 0,0-1-1 0 0,0 0 1 0 0,0 0 0 0 0,0-2 0 0 0,0 1 0 0 0,0-1-1 0 0,0-1 1 0 0,0 0 0 0 0,0-1 0 0 0,11-3 0 0 0,-5-2-3 0 0,0-1 0 0 0,0 0 1 0 0,-1-1-1 0 0,0-1 1 0 0,21-18-1 0 0,-12 7 597 0 0,-1-2 1 0 0,25-32-1 0 0,-44 52-204 0 0,-9 15-222 0 0,-14 27-86 0 0,10-23 42 0 0,-41 99 994 0 0,-42 142 0 0 0,-16 125 671 0 0,-16 54-485 0 0,121-429-1305 0 0,-4 14 181 0 0,-1-1 1 0 0,-1 0 0 0 0,0 0 0 0 0,-19 30 0 0 0,25-45-134 0 0,-1-1-1 0 0,1 1 1 0 0,-1 0-1 0 0,0-1 1 0 0,0 0 0 0 0,-1 0-1 0 0,1 0 1 0 0,-1 0 0 0 0,1-1-1 0 0,-1 1 1 0 0,0-1-1 0 0,0 0 1 0 0,0 0 0 0 0,0 0-1 0 0,0 0 1 0 0,-1-1 0 0 0,1 0-1 0 0,0 0 1 0 0,-1 0-1 0 0,1 0 1 0 0,-1-1 0 0 0,1 0-1 0 0,-1 0 1 0 0,1 0 0 0 0,-1 0-1 0 0,1-1 1 0 0,-8-1-1 0 0,3-1-9 0 0,-1 0-1 0 0,1-1 0 0 0,0 0 0 0 0,0-1 0 0 0,1 0 0 0 0,-1 0 0 0 0,1-1 0 0 0,1 0 0 0 0,-1-1 0 0 0,1 1 0 0 0,0-1 0 0 0,0-1 0 0 0,-6-8 0 0 0,0-1-6 0 0,2-1 0 0 0,-1 0-1 0 0,2-1 1 0 0,1 0 0 0 0,-9-23 0 0 0,11 22-52 0 0,1-1-1 0 0,1 0 1 0 0,0 0 0 0 0,2-1 0 0 0,0 1 0 0 0,2-1-1 0 0,0 1 1 0 0,1-1 0 0 0,1 0 0 0 0,2 1 0 0 0,0-1-1 0 0,1 1 1 0 0,1 0 0 0 0,1 0 0 0 0,0 1 0 0 0,2-1-1 0 0,1 2 1 0 0,0-1 0 0 0,18-26 0 0 0,-7 18-315 0 0,1 1 0 0 0,1 1 0 0 0,2 2 1 0 0,0 0-1 0 0,2 1 0 0 0,0 2 0 0 0,2 0 1 0 0,0 2-1 0 0,51-26 0 0 0,-32 23-2012 0 0,91-31 1 0 0,57 4-7458 0 0,-131 38 2619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6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670 808 1124 0 0,'5'-14'3170'0'0,"32"-81"1374"0"0,-12 36-3663 0 0,29-106 1 0 0,7-208-141 0 0,-50 288-542 0 0,-11 69-176 0 0,0 16-23 0 0,0 0 0 0 0,0 0 1 0 0,0 0-1 0 0,0 0 0 0 0,-1 0 1 0 0,1 0-1 0 0,0 0 0 0 0,0 0 1 0 0,0 0-1 0 0,0 0 0 0 0,0-1 1 0 0,0 1-1 0 0,0 0 0 0 0,0 0 1 0 0,0 0-1 0 0,0 0 0 0 0,-1 0 1 0 0,1 0-1 0 0,0 0 0 0 0,0 0 1 0 0,0 0-1 0 0,0 0 0 0 0,0 0 1 0 0,0 0-1 0 0,0 0 0 0 0,-1 0 1 0 0,1 0-1 0 0,0 0 0 0 0,0 0 1 0 0,0 0-1 0 0,0 0 1 0 0,0 0-1 0 0,0 0 0 0 0,0 0 1 0 0,0 0-1 0 0,-1 0 0 0 0,1 0 1 0 0,0 0-1 0 0,0 0 0 0 0,0 1 1 0 0,0-1-1 0 0,0 0 0 0 0,0 0 1 0 0,0 0-1 0 0,0 0 0 0 0,0 0 1 0 0,0 0-1 0 0,-1 0 0 0 0,1 0 1 0 0,0 0-1 0 0,0 0 0 0 0,0 1 1 0 0,0-1-1 0 0,-13 24-1 0 0,-113 403 51 0 0,24 9 66 0 0,-22 81-10 0 0,122-510-102 0 0,-140 509 162 0 0,-26-11 91 0 0,130-402 1368 0 0,-104 192 1 0 0,141-293-1137 0 0,10-17-315 0 0,13-13-125 0 0,1 1-1 0 0,45-42 0 0 0,-43 46-22 0 0,189-167-13 0 0,-21 19-80 0 0,-175 154 47 0 0,-1 0 0 0 0,0-2 1 0 0,-2 0-1 0 0,0 0 0 0 0,17-31 0 0 0,-27 40 8 0 0,0 0-1 0 0,-1 0 1 0 0,0 0-1 0 0,-1 0 1 0 0,0-1-1 0 0,-1 1 0 0 0,0-1 1 0 0,0 0-1 0 0,-1 0 1 0 0,-1 1-1 0 0,0-1 1 0 0,0 0-1 0 0,-1 0 1 0 0,-4-19-1 0 0,-2 6 3 0 0,-1-1-1 0 0,-1 1 1 0 0,-1 1 0 0 0,-1 0-1 0 0,-1 0 1 0 0,-26-36 0 0 0,6 16-5 0 0,-2 2 0 0 0,-48-44 0 0 0,50 55 6 0 0,-2 2 1 0 0,-55-36 0 0 0,-80-36-59 0 0,162 96 63 0 0,4 2 6 0 0,-1 0-1 0 0,0 0 1 0 0,1 0-1 0 0,-1-1 0 0 0,1 1 1 0 0,0-1-1 0 0,-6-6 0 0 0,9 8-7 0 0,-1 0 0 0 0,1 0-1 0 0,0 0 1 0 0,-1 0 0 0 0,1 0 0 0 0,0 0-1 0 0,0 0 1 0 0,0 0 0 0 0,-1 0 0 0 0,1 0-1 0 0,0 0 1 0 0,0 0 0 0 0,1 0-1 0 0,-1 0 1 0 0,0 0 0 0 0,0 0 0 0 0,0 0-1 0 0,1 0 1 0 0,-1 0 0 0 0,0 0-1 0 0,1 0 1 0 0,-1 0 0 0 0,1 0 0 0 0,-1 0-1 0 0,1 0 1 0 0,0 0 0 0 0,-1 1 0 0 0,1-1-1 0 0,0 0 1 0 0,0 0 0 0 0,-1 1-1 0 0,1-1 1 0 0,0 0 0 0 0,0 1 0 0 0,0-1-1 0 0,1 0 1 0 0,12-9-399 0 0,0 1-1 0 0,0 0 1 0 0,1 1 0 0 0,20-8-1 0 0,69-21-1814 0 0,-58 22 1070 0 0,52-18-3194 0 0,-50 16 919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6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92 924 0 0,'0'-4'686'0'0,"1"0"1"0"0,-1 0-1 0 0,0 0 0 0 0,0 0 0 0 0,0 0 1 0 0,-1-1-1 0 0,1 1 0 0 0,-1 0 0 0 0,0 0 0 0 0,0 0 1 0 0,-3-6-1 0 0,3 8-452 0 0,0-1 0 0 0,-1 1 0 0 0,1-1 1 0 0,-1 1-1 0 0,0 0 0 0 0,0-1 0 0 0,0 1 0 0 0,0 0 1 0 0,0 0-1 0 0,0 0 0 0 0,0 1 0 0 0,-1-1 0 0 0,1 0 0 0 0,-1 1 1 0 0,1 0-1 0 0,-5-2 0 0 0,6 3-206 0 0,0-1 0 0 0,0 1 1 0 0,0 0-1 0 0,0 0 0 0 0,0-1 1 0 0,0 1-1 0 0,0 0 0 0 0,0 0 1 0 0,0 0-1 0 0,0 0 0 0 0,0 1 0 0 0,0-1 1 0 0,0 0-1 0 0,0 0 0 0 0,0 1 1 0 0,0-1-1 0 0,0 0 0 0 0,0 1 0 0 0,0-1 1 0 0,0 1-1 0 0,0-1 0 0 0,0 1 1 0 0,-1 1-1 0 0,-15 18 191 0 0,6-2-159 0 0,1-1 0 0 0,1 1 0 0 0,1 0 1 0 0,0 1-1 0 0,2 0 0 0 0,-9 36 0 0 0,11-30-41 0 0,0-1 1 0 0,1 1-1 0 0,2 0 0 0 0,1-1 0 0 0,3 32 1 0 0,-2-48 4 0 0,0 0-1 0 0,1 0 1 0 0,0 0 0 0 0,0 0 0 0 0,1 0 0 0 0,0-1 0 0 0,0 1-1 0 0,1-1 1 0 0,0 0 0 0 0,5 8 0 0 0,-6-12-73 0 0,-1 0 0 0 0,1 0 0 0 0,0 0 0 0 0,0 0 0 0 0,0 0 0 0 0,0-1 0 0 0,1 1 0 0 0,-1-1 0 0 0,1 0-1 0 0,-1 0 1 0 0,1 0 0 0 0,0-1 0 0 0,0 1 0 0 0,0-1 0 0 0,0 0 0 0 0,0 0 0 0 0,0 0 0 0 0,0-1 0 0 0,0 1 0 0 0,0-1 0 0 0,8-1 0 0 0,-2 1-531 0 0,-1-2-1 0 0,1 1 1 0 0,-1-2 0 0 0,0 1-1 0 0,1-1 1 0 0,-1 0 0 0 0,-1-1 0 0 0,1 0-1 0 0,0-1 1 0 0,-1 1 0 0 0,0-2-1 0 0,0 1 1 0 0,13-13 0 0 0,3-7-2650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6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99 2176 0 0,'0'0'42'0'0,"-3"-13"1418"0"0,0 0 0 0 0,-6-17-1 0 0,7 26-1257 0 0,1 1 0 0 0,-1 0-1 0 0,0-1 1 0 0,0 1 0 0 0,0 0-1 0 0,0 0 1 0 0,-1 0 0 0 0,1 0-1 0 0,-1 1 1 0 0,0-1 0 0 0,1 1-1 0 0,-7-5 1 0 0,8 7-201 0 0,1 0 0 0 0,-1 0 0 0 0,1 0 0 0 0,0 0 0 0 0,-1 0 0 0 0,1 1 0 0 0,-1-1 1 0 0,1 0-1 0 0,0 0 0 0 0,-1 0 0 0 0,1 0 0 0 0,0 0 0 0 0,-1 1 0 0 0,1-1 0 0 0,0 0 0 0 0,-1 0 0 0 0,1 1 0 0 0,0-1 1 0 0,-1 0-1 0 0,1 1 0 0 0,0-1 0 0 0,0 0 0 0 0,-1 1 0 0 0,1-1 0 0 0,0 0 0 0 0,0 1 0 0 0,0-1 0 0 0,0 0 0 0 0,-1 1 0 0 0,1-1 1 0 0,0 1-1 0 0,0-1 0 0 0,0 0 0 0 0,0 1 0 0 0,0-1 0 0 0,0 1 0 0 0,0-1 0 0 0,0 0 0 0 0,0 1 0 0 0,0-1 0 0 0,0 1 1 0 0,1-1-1 0 0,-2 20-655 0 0,16 20-3360 0 0,-10-25 1820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2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724 83 1536 0 0,'13'-9'5505'0'0,"-12"8"-5267"0"0,0-1-1 0 0,0 0 0 0 0,-1 1 0 0 0,1-1 1 0 0,-1 0-1 0 0,1 0 0 0 0,-1 0 1 0 0,1 1-1 0 0,-1-1 0 0 0,0 0 0 0 0,0 0 1 0 0,0 0-1 0 0,0 0 0 0 0,0 0 1 0 0,0 1-1 0 0,0-1 0 0 0,-1 0 0 0 0,1 0 1 0 0,-1 0-1 0 0,1 1 0 0 0,-1-1 1 0 0,0 0-1 0 0,0 0 0 0 0,0 1 0 0 0,1-1 1 0 0,-2 1-1 0 0,1-1 0 0 0,0 1 1 0 0,0-1-1 0 0,-3-2 0 0 0,2 3-170 0 0,0-1 1 0 0,0 0-1 0 0,0 1 0 0 0,0-1 0 0 0,0 1 1 0 0,0 0-1 0 0,0 0 0 0 0,0-1 0 0 0,0 2 1 0 0,-1-1-1 0 0,1 0 0 0 0,-1 0 1 0 0,1 1-1 0 0,0-1 0 0 0,-1 1 0 0 0,1 0 1 0 0,-1-1-1 0 0,1 1 0 0 0,-1 0 0 0 0,1 1 1 0 0,-1-1-1 0 0,1 0 0 0 0,-4 2 0 0 0,-4 3-16 0 0,-1 0 0 0 0,1 1-1 0 0,0 0 1 0 0,0 1 0 0 0,1 0-1 0 0,0 1 1 0 0,0-1-1 0 0,1 2 1 0 0,0-1 0 0 0,-9 14-1 0 0,-3 6-24 0 0,1 0 0 0 0,-19 40 0 0 0,29-52-18 0 0,1 1 0 0 0,1 0 1 0 0,-6 21-1 0 0,12-34-1 0 0,0 1-1 0 0,0-1 1 0 0,0 1-1 0 0,0-1 1 0 0,1 1-1 0 0,0 0 1 0 0,0-1-1 0 0,0 1 1 0 0,0-1-1 0 0,1 1 1 0 0,0 0-1 0 0,0-1 1 0 0,0 1-1 0 0,0-1 1 0 0,1 0-1 0 0,0 1 1 0 0,-1-1-1 0 0,5 5 1 0 0,-4-6-3 0 0,1-1 0 0 0,-1 1 0 0 0,1-1 0 0 0,0 0 0 0 0,-1 1-1 0 0,1-2 1 0 0,1 1 0 0 0,-1 0 0 0 0,0 0 0 0 0,0-1 0 0 0,1 0 0 0 0,-1 0 0 0 0,0 0 0 0 0,1 0 0 0 0,-1 0 0 0 0,1-1 0 0 0,-1 1 0 0 0,1-1 0 0 0,0 0 0 0 0,5-1 0 0 0,-2 1-3 0 0,1-1-1 0 0,-1 0 1 0 0,0-1 0 0 0,1 1 0 0 0,-1-1 0 0 0,0-1 0 0 0,0 0 0 0 0,12-6 0 0 0,1-5 18 0 0,35-30-1 0 0,-21 15-28 0 0,-34 29 8 0 0,1-1 0 0 0,-1 0 0 0 0,1 1-1 0 0,0-1 1 0 0,-1 1 0 0 0,1 0 0 0 0,0-1 0 0 0,0 1 0 0 0,-1 0 0 0 0,1-1 0 0 0,0 1-1 0 0,0 0 1 0 0,0 0 0 0 0,-1-1 0 0 0,1 1 0 0 0,0 0 0 0 0,0 0 0 0 0,0 0 0 0 0,0 0 0 0 0,-1 0-1 0 0,1 0 1 0 0,0 0 0 0 0,0 1 0 0 0,0-1 0 0 0,-1 0 0 0 0,1 0 0 0 0,0 1 0 0 0,0-1-1 0 0,0 0 1 0 0,-1 1 0 0 0,1-1 0 0 0,0 1 0 0 0,-1-1 0 0 0,1 1 0 0 0,0-1 0 0 0,-1 1 0 0 0,1 0-1 0 0,-1-1 1 0 0,1 1 0 0 0,-1-1 0 0 0,1 1 0 0 0,-1 0 0 0 0,1 0 0 0 0,-1-1 0 0 0,0 1-1 0 0,1 0 1 0 0,-1 0 0 0 0,0 1 0 0 0,3 5-6 0 0,-1 0 0 0 0,1 0 1 0 0,-2 0-1 0 0,2 8 0 0 0,-2-12 4 0 0,7 58-21 0 0,3 102-1 0 0,-15 65 110 0 0,3-219-81 0 0,-29 357 230 0 0,20-309-28 0 0,-2 1 0 0 0,-2-2 0 0 0,-3 0 0 0 0,-31 69 0 0 0,41-109-29 0 0,-1 0 0 0 0,-1 0-1 0 0,-1-1 1 0 0,0 0 0 0 0,-1-1 0 0 0,0 0 0 0 0,-1-1 0 0 0,0 0 0 0 0,-1-1 0 0 0,-16 11 0 0 0,21-18-92 0 0,0 0 1 0 0,0 0-1 0 0,-1-1 0 0 0,1 0 1 0 0,-1 0-1 0 0,0-1 0 0 0,-1 0 1 0 0,1 0-1 0 0,0-1 0 0 0,-1-1 1 0 0,1 1-1 0 0,-1-2 0 0 0,0 1 1 0 0,1-1-1 0 0,-1-1 0 0 0,1 0 1 0 0,-1 0-1 0 0,0-1 0 0 0,1 0 1 0 0,-11-4-1 0 0,2-1-35 0 0,0 0 1 0 0,1-2-1 0 0,0 0 0 0 0,0-1 1 0 0,1-1-1 0 0,0-1 0 0 0,0 0 0 0 0,2 0 1 0 0,0-2-1 0 0,-13-15 0 0 0,13 13-27 0 0,1-1 0 0 0,1 0-1 0 0,0-1 1 0 0,2 0 0 0 0,0-1 0 0 0,1 0-1 0 0,0-1 1 0 0,2 0 0 0 0,-6-23-1 0 0,11 30-15 0 0,0-1 0 0 0,0 0 0 0 0,1 0 0 0 0,1 1 0 0 0,0-1 0 0 0,1 0 0 0 0,5-26 0 0 0,-1 20-65 0 0,1 0 0 0 0,0 1 0 0 0,2 0 0 0 0,16-32 0 0 0,1 11-332 0 0,2 1 0 0 0,1 1 0 0 0,61-62 1 0 0,-32 43-877 0 0,2 3-1 0 0,121-83 1 0 0,149-66-3873 0 0,-297 184 4625 0 0,20-11-626 0 0,85-67 1 0 0,-122 84 1340 0 0,0 0 0 0 0,-1-1 1 0 0,0 0-1 0 0,-2-1 1 0 0,1 0-1 0 0,-2-1 0 0 0,0-1 1 0 0,-1 1-1 0 0,12-30 0 0 0,-21 44-51 0 0,0-1 0 0 0,-1 1 0 0 0,1-1-1 0 0,0 1 1 0 0,-1-1 0 0 0,0 0-1 0 0,0 1 1 0 0,0-1 0 0 0,0-2 0 0 0,0 5-133 0 0,0-1 1 0 0,0 1 0 0 0,0 0-1 0 0,0 0 1 0 0,0 0 0 0 0,0-1 0 0 0,0 1-1 0 0,0 0 1 0 0,0 0 0 0 0,0 0 0 0 0,0 0-1 0 0,-1-1 1 0 0,1 1 0 0 0,0 0-1 0 0,0 0 1 0 0,0 0 0 0 0,0 0 0 0 0,0-1-1 0 0,0 1 1 0 0,0 0 0 0 0,-1 0-1 0 0,1 0 1 0 0,0 0 0 0 0,0 0 0 0 0,0 0-1 0 0,0-1 1 0 0,-1 1 0 0 0,1 0 0 0 0,0 0-1 0 0,0 0 1 0 0,0 0 0 0 0,-1 0-1 0 0,1 0 1 0 0,0 0 0 0 0,0 0 0 0 0,0 0-1 0 0,-1 0 1 0 0,-9 10 515 0 0,-1 6-260 0 0,2 1 0 0 0,0 0-1 0 0,1 1 1 0 0,1-1 0 0 0,-8 30-1 0 0,7-17-138 0 0,2 1-1 0 0,-5 52 1 0 0,10-72-104 0 0,1 0 1 0 0,0 0 0 0 0,1 0-1 0 0,0 0 1 0 0,0 1 0 0 0,1-1-1 0 0,1-1 1 0 0,0 1 0 0 0,0 0-1 0 0,7 12 1 0 0,-8-18-19 0 0,2 1 0 0 0,-1-1 0 0 0,1 0 0 0 0,-1 0 0 0 0,1-1 0 0 0,1 1 0 0 0,-1-1 0 0 0,1 0 0 0 0,-1 0 0 0 0,1 0 0 0 0,0-1 0 0 0,0 1 0 0 0,1-1 0 0 0,-1-1 0 0 0,1 1 0 0 0,0-1 0 0 0,-1 0 0 0 0,1 0 0 0 0,0 0 0 0 0,7 0-1 0 0,0 0-74 0 0,0-1 0 0 0,0 0 0 0 0,0 0 0 0 0,0-2-1 0 0,1 0 1 0 0,-1 0 0 0 0,0-1 0 0 0,0-1-1 0 0,-1 0 1 0 0,1-1 0 0 0,0 0 0 0 0,-1-1-1 0 0,0 0 1 0 0,0-1 0 0 0,0 0 0 0 0,-1-1-1 0 0,0 0 1 0 0,-1-1 0 0 0,1 0 0 0 0,12-14-1 0 0,-7 5 105 0 0,-1 0 0 0 0,-1-1-1 0 0,0-1 1 0 0,-1-1-1 0 0,-1 1 1 0 0,-1-2 0 0 0,-1 0-1 0 0,-1 0 1 0 0,0-1-1 0 0,9-39 1 0 0,-14 45 271 0 0,3-24 397 0 0,-7 38-561 0 0,-1 3-126 0 0,0 1 1 0 0,0-1 0 0 0,1 0 0 0 0,-1 0 0 0 0,0 1 0 0 0,1-1 0 0 0,-1 1 0 0 0,1-1 0 0 0,-1 1 0 0 0,1-1 0 0 0,-1 0 0 0 0,1 1 0 0 0,0-1-1 0 0,0 3 1 0 0,-1-1 43 0 0,-4 23 85 0 0,0 0 0 0 0,2 1 0 0 0,0 29 0 0 0,3-44-133 0 0,0 1 1 0 0,1-1-1 0 0,1 1 0 0 0,0-1 1 0 0,1 1-1 0 0,0-1 0 0 0,0 0 1 0 0,10 21-1 0 0,-10-29-189 0 0,-1 1-1 0 0,1-1 1 0 0,0 0-1 0 0,0 0 1 0 0,0 0 0 0 0,1 0-1 0 0,-1 0 1 0 0,1-1-1 0 0,0 0 1 0 0,0 0 0 0 0,0 0-1 0 0,1 0 1 0 0,-1 0-1 0 0,1-1 1 0 0,-1 0 0 0 0,1 0-1 0 0,0 0 1 0 0,0 0-1 0 0,0-1 1 0 0,0 0 0 0 0,0 0-1 0 0,0 0 1 0 0,0-1 0 0 0,6 0-1 0 0,-3 0-236 0 0,0-1-1 0 0,-1 0 1 0 0,0 0-1 0 0,1-1 1 0 0,-1 0-1 0 0,0-1 1 0 0,0 1-1 0 0,0-1 1 0 0,0-1-1 0 0,0 1 1 0 0,-1-1-1 0 0,1 0 1 0 0,-1-1-1 0 0,0 1 1 0 0,10-11-1 0 0,-7 5 471 0 0,-1 0 1 0 0,0-1-1 0 0,-1 0 0 0 0,0 0 0 0 0,-1-1 0 0 0,7-14 1 0 0,22-77 2509 0 0,-25 67-652 0 0,18-37 1 0 0,-28 71-1881 0 0,1 1 0 0 0,0-1 0 0 0,-1 1 0 0 0,1 0 0 0 0,0 0 0 0 0,0-1 0 0 0,0 1-1 0 0,0 0 1 0 0,0 0 0 0 0,0 0 0 0 0,0 0 0 0 0,0 0 0 0 0,0 0 0 0 0,0 0 0 0 0,0 1 0 0 0,1-1 0 0 0,-1 0 0 0 0,0 0 0 0 0,1 1 0 0 0,-1-1 0 0 0,1 1 0 0 0,2-1 0 0 0,-2 1 31 0 0,1 0 1 0 0,-1 0-1 0 0,1 0 1 0 0,-1 1-1 0 0,0-1 1 0 0,1 1 0 0 0,-1 0-1 0 0,1-1 1 0 0,-1 1-1 0 0,0 0 1 0 0,0 0-1 0 0,4 3 1 0 0,1 0 85 0 0,-1 1 0 0 0,0 0 0 0 0,1 0 0 0 0,-2 1 0 0 0,1 0 0 0 0,-1 0 0 0 0,8 11 1 0 0,-7-7-43 0 0,0 1 1 0 0,-1 0 0 0 0,0 0-1 0 0,-1 1 1 0 0,0-1 0 0 0,-1 1 0 0 0,0 0-1 0 0,-1 0 1 0 0,0 0 0 0 0,-1 17-1 0 0,0-22-46 0 0,-2-1 0 0 0,1 1 0 0 0,-1-1 0 0 0,0 1 0 0 0,0-1-1 0 0,0 0 1 0 0,-1 1 0 0 0,0-1 0 0 0,-1 0 0 0 0,1 0 0 0 0,-1 0-1 0 0,0-1 1 0 0,-1 1 0 0 0,1-1 0 0 0,-1 1 0 0 0,0-1 0 0 0,-1-1-1 0 0,1 1 1 0 0,-1 0 0 0 0,0-1 0 0 0,-5 4 0 0 0,7-7-35 0 0,1 1 1 0 0,-1-1 0 0 0,1 0-1 0 0,-1 0 1 0 0,1 0 0 0 0,-1 0 0 0 0,1-1-1 0 0,-1 1 1 0 0,0-1 0 0 0,1 0-1 0 0,-1 1 1 0 0,0-1 0 0 0,-3-1-1 0 0,5 1-30 0 0,0 0-1 0 0,0 0 1 0 0,0-1-1 0 0,0 1 1 0 0,0 0-1 0 0,0 0 1 0 0,1-1-1 0 0,-1 1 1 0 0,0-1-1 0 0,0 1 1 0 0,0-1-1 0 0,1 1 1 0 0,-1-1-1 0 0,0 0 1 0 0,1 1-1 0 0,-1-1 1 0 0,1 0-1 0 0,-1 1 0 0 0,0-1 1 0 0,1 0-1 0 0,0 0 1 0 0,-1 1-1 0 0,1-1 1 0 0,-1 0-1 0 0,1 0 1 0 0,0 0-1 0 0,0 0 1 0 0,-1 0-1 0 0,1 1 1 0 0,0-1-1 0 0,0 0 1 0 0,0 0-1 0 0,0 0 1 0 0,0 0-1 0 0,0 0 1 0 0,0 0-1 0 0,0 0 1 0 0,1 0-1 0 0,-1 1 1 0 0,0-1-1 0 0,0 0 1 0 0,1 0-1 0 0,-1 0 1 0 0,1-1-1 0 0,1-4-3 0 0,0 1 1 0 0,1-1-1 0 0,0 0 0 0 0,0 1 0 0 0,0-1 0 0 0,1 1 1 0 0,-1 0-1 0 0,1 0 0 0 0,0 0 0 0 0,1 1 1 0 0,5-5-1 0 0,-1 2-4 0 0,0 0 1 0 0,0 1-1 0 0,1 0 1 0 0,0 1-1 0 0,17-7 1 0 0,4 2-7 0 0,0 1 1 0 0,0 2 0 0 0,44-5-1 0 0,-23 5 15 0 0,87-13 28 0 0,-120 16-26 0 0,0-1 0 0 0,0-1 0 0 0,0-1 0 0 0,34-17-1 0 0,-49 22-4 0 0,0-1-1 0 0,0 0 0 0 0,-1 0 0 0 0,1 0 1 0 0,0-1-1 0 0,-1 1 0 0 0,0-1 0 0 0,0 0 1 0 0,0 0-1 0 0,-1 0 0 0 0,1 0 0 0 0,-1-1 1 0 0,4-8-1 0 0,-5 11 1 0 0,-1 0 0 0 0,1-1-1 0 0,0 1 1 0 0,-1-1 0 0 0,1 1 0 0 0,-1-1 0 0 0,0 1-1 0 0,0-1 1 0 0,0 1 0 0 0,0-1 0 0 0,-1 1 0 0 0,1 0 0 0 0,0-1-1 0 0,-1 1 1 0 0,0-1 0 0 0,1 1 0 0 0,-1 0 0 0 0,0-1-1 0 0,-1 1 1 0 0,1 0 0 0 0,0 0 0 0 0,0 0 0 0 0,-1 0 0 0 0,1 0-1 0 0,-1 0 1 0 0,0 0 0 0 0,0 0 0 0 0,1 1 0 0 0,-4-3-1 0 0,1 2 4 0 0,1 1 0 0 0,0-1 0 0 0,-1 1 0 0 0,1 0 0 0 0,-1 0 0 0 0,1 0 0 0 0,-1 0 0 0 0,1 1 0 0 0,-1-1 0 0 0,0 1 0 0 0,1 0 0 0 0,-1 0 0 0 0,1 0 0 0 0,-1 1 0 0 0,0-1 0 0 0,1 1 0 0 0,-1 0 0 0 0,1 0 0 0 0,-1 0 0 0 0,1 0 0 0 0,0 1 0 0 0,-1-1 0 0 0,1 1-1 0 0,-4 3 1 0 0,-6 3 80 0 0,0 1-1 0 0,0 0 1 0 0,1 1-1 0 0,-15 15 1 0 0,15-12 22 0 0,0 1 0 0 0,1 0 0 0 0,0 0 0 0 0,-12 23 0 0 0,18-27-64 0 0,0-1 0 0 0,1 0 0 0 0,0 1 0 0 0,1 0 0 0 0,0 0 0 0 0,0 0 0 0 0,1 0 0 0 0,1 0 0 0 0,-1 13 0 0 0,2-17-25 0 0,1-1 1 0 0,-1 0 0 0 0,1 1-1 0 0,1-1 1 0 0,-1 0 0 0 0,1 1-1 0 0,0-1 1 0 0,0 0 0 0 0,0 0-1 0 0,1-1 1 0 0,-1 1-1 0 0,1 0 1 0 0,0-1 0 0 0,1 0-1 0 0,-1 0 1 0 0,1 0 0 0 0,0 0-1 0 0,0 0 1 0 0,0-1 0 0 0,0 1-1 0 0,1-1 1 0 0,0 0 0 0 0,6 2-1 0 0,9 6-195 0 0,1-2-1 0 0,1-1 0 0 0,0-1 0 0 0,26 6 1 0 0,126 20-3953 0 0,-55-22-3188 0 0,-51-7 156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3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2196 0 0,'16'18'10305'0'0,"-10"-13"-10951"0"0,-4-4 85 0 0,1 0-73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35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250 187 1464 0 0,'3'-2'965'0'0,"-1"0"1"0"0,1 1-1 0 0,0-1 0 0 0,-1 1 0 0 0,1 0 1 0 0,4-2-1 0 0,-6 3-845 0 0,0 0-1 0 0,0 1 1 0 0,0-1 0 0 0,0 0 0 0 0,0 0 0 0 0,0 1 0 0 0,0-1-1 0 0,0 0 1 0 0,0 1 0 0 0,0-1 0 0 0,0 1 0 0 0,0-1 0 0 0,-1 1 0 0 0,1-1-1 0 0,0 1 1 0 0,0 0 0 0 0,-1 0 0 0 0,1-1 0 0 0,0 1 0 0 0,-1 0-1 0 0,1 0 1 0 0,-1 0 0 0 0,1-1 0 0 0,-1 1 0 0 0,1 0 0 0 0,-1 0-1 0 0,1 0 1 0 0,-1 0 0 0 0,0 0 0 0 0,0 0 0 0 0,1 0 0 0 0,-1 0-1 0 0,0 0 1 0 0,0 0 0 0 0,0 0 0 0 0,0 0 0 0 0,0 0 0 0 0,-1 2 0 0 0,1-1 143 0 0,-10 4 337 0 0,9-4-564 0 0,-1-1 0 0 0,1 0 0 0 0,0-1 1 0 0,0 1-1 0 0,0 0 0 0 0,-1 0 0 0 0,1 0 0 0 0,0-1 0 0 0,-1 1 0 0 0,1-1 1 0 0,0 1-1 0 0,-1-1 0 0 0,-1 1 0 0 0,-5-1 5 0 0,-1 0 0 0 0,1-1 0 0 0,-1 1 0 0 0,1-2 0 0 0,0 1 0 0 0,0-1 0 0 0,0-1 0 0 0,0 1 0 0 0,0-2 0 0 0,0 1-1 0 0,1-1 1 0 0,-1 0 0 0 0,-7-5 0 0 0,14 8-38 0 0,0 0-2 0 0,1 1 1 0 0,0 0-1 0 0,-1 0 1 0 0,1-1-1 0 0,-1 1 0 0 0,1 0 1 0 0,0 0-1 0 0,-1-1 1 0 0,1 1-1 0 0,0 0 0 0 0,0-1 1 0 0,-1 1-1 0 0,1-1 1 0 0,0 1-1 0 0,0 0 0 0 0,0-1 1 0 0,-1 1-1 0 0,1-1 1 0 0,0 1-1 0 0,0 0 0 0 0,0-2 1 0 0,3-1-2 0 0,0 0 0 0 0,1-1 0 0 0,-1 1 0 0 0,1 1-1 0 0,0-1 1 0 0,0 0 0 0 0,0 1 0 0 0,0 0 0 0 0,0 0 0 0 0,0 0 0 0 0,1 0 0 0 0,-1 1 0 0 0,1 0 0 0 0,-1 0 0 0 0,7-1 0 0 0,11-3 10 0 0,25-9-3 0 0,87-12 0 0 0,52 6-6 0 0,75-3-74 0 0,-246 21 72 0 0,9-7-5 0 0,-21 2-9 0 0,-2 5 11 0 0,-2-1 3 0 0,-7-9-6 0 0,5 9 7 0 0,-2 0 3 0 0,3 2-4 0 0,0 0 0 0 0,0-1 0 0 0,0 1 0 0 0,0 0 0 0 0,0 0 0 0 0,0 0 0 0 0,0 0 0 0 0,0 0 0 0 0,-1 1 0 0 0,1-1 0 0 0,0 1 0 0 0,0-1 0 0 0,-1 1 0 0 0,1 0 0 0 0,0 0 0 0 0,-3 0 0 0 0,-1 0-2 0 0,4 0 3 0 0,0 1-1 0 0,-1-1 0 0 0,1 1 1 0 0,0-1-1 0 0,0 1 1 0 0,0 0-1 0 0,0 0 0 0 0,0-1 1 0 0,0 2-1 0 0,0-1 0 0 0,1 0 1 0 0,-1 0-1 0 0,0 0 0 0 0,0 1 1 0 0,1-1-1 0 0,-1 1 1 0 0,-1 2-1 0 0,-19 30 7 0 0,11-9 9 0 0,0 0 0 0 0,2 0 0 0 0,1 1-1 0 0,1 0 1 0 0,-4 38 0 0 0,-7 137 66 0 0,18-200-81 0 0,-4 104 17 0 0,-9 102 53 0 0,10-180-53 0 0,-2 1 0 0 0,-1-1 0 0 0,-1-1 0 0 0,-2 1 0 0 0,-15 34 0 0 0,20-53-12 0 0,-1 1-1 0 0,0-1 1 0 0,-1 0-1 0 0,1 0 1 0 0,-1-1-1 0 0,-1 1 1 0 0,0-1-1 0 0,0-1 1 0 0,0 1-1 0 0,-1-1 1 0 0,1-1-1 0 0,-2 1 1 0 0,1-1-1 0 0,0-1 1 0 0,-1 0-1 0 0,0 0 1 0 0,0 0-1 0 0,0-1 1 0 0,-15 3-1 0 0,9-4-3 0 0,0 0 1 0 0,1-1-1 0 0,-1 0 0 0 0,0-1 0 0 0,0-1 0 0 0,0-1 1 0 0,0 0-1 0 0,1 0 0 0 0,-1-2 0 0 0,1 0 0 0 0,0 0 1 0 0,-16-8-1 0 0,-17-12 8 0 0,-71-47-1 0 0,30 15-31 0 0,72 45-103 0 0,16 11 112 0 0,0 0 0 0 0,0-1 1 0 0,0 1-1 0 0,0 0 0 0 0,0 0 0 0 0,0 0 0 0 0,0 0 1 0 0,0 0-1 0 0,0 0 0 0 0,0-1 0 0 0,0 1 0 0 0,0 0 1 0 0,0 0-1 0 0,0 0 0 0 0,-1 0 0 0 0,2 0 0 0 0,-1 0 1 0 0,0-1-1 0 0,0 1 0 0 0,0 0 0 0 0,0 0 0 0 0,0 0 1 0 0,0 0-1 0 0,0 0 0 0 0,0-1 0 0 0,0 1 0 0 0,0 0 1 0 0,0 0-1 0 0,0 0 0 0 0,0 0 0 0 0,0 0 0 0 0,0 0 1 0 0,0 0-1 0 0,1-1 0 0 0,-1 1 0 0 0,0 0 0 0 0,0 0 1 0 0,0 0-1 0 0,0 0 0 0 0,0 0 0 0 0,0 0 0 0 0,0 0 1 0 0,1 0-1 0 0,-1 0 0 0 0,0 0 0 0 0,0 0 0 0 0,0 0 1 0 0,0 0-1 0 0,0 0 0 0 0,1 0 0 0 0,-1 0 0 0 0,33 0-2869 0 0,-15 1 761 0 0,-1-2-917 0 0,3 0-894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37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266 192 600 0 0,'1'-12'1125'0'0,"2"-22"1724"0"0,-2 1-1 0 0,0-1 1 0 0,-7-44 847 0 0,0 89-3050 0 0,-74 320 2427 0 0,72-302-2979 0 0,8-27-85 0 0,-3 8 534 0 0,3-10-532 0 0,0 0 0 0 0,0 0 1 0 0,0 1-1 0 0,0-1 0 0 0,0 0 1 0 0,0 0-1 0 0,0 0 1 0 0,0 0-1 0 0,0 1 0 0 0,0-1 1 0 0,0 0-1 0 0,0 0 0 0 0,0 0 1 0 0,0 0-1 0 0,0 1 0 0 0,-1-1 1 0 0,1 0-1 0 0,0 0 1 0 0,0 0-1 0 0,0 0 0 0 0,0 0 1 0 0,0 1-1 0 0,0-1 0 0 0,-1 0 1 0 0,1 0-1 0 0,0 0 0 0 0,0 0 1 0 0,0 0-1 0 0,0 0 0 0 0,-1 0 1 0 0,1 0-1 0 0,0 0 1 0 0,0 0-1 0 0,0 0 0 0 0,-1 0 1 0 0,1 0-1 0 0,0 0 0 0 0,0 0 1 0 0,0 0-1 0 0,0 0 0 0 0,-1 0 1 0 0,1 0-1 0 0,0 0 0 0 0,0 0 1 0 0,0 0-1 0 0,-1 0 1 0 0,1 0-1 0 0,0 0 0 0 0,0 0 1 0 0,0 0-1 0 0,0 0 0 0 0,-1 0 1 0 0,1 0-1 0 0,0-1 0 0 0,0 1 1 0 0,0 0-1 0 0,0 0 1 0 0,0 0-1 0 0,0 0 0 0 0,-1 0 1 0 0,1-1-1 0 0,0 1 0 0 0,0 0 1 0 0,0 0-1 0 0,0 0 0 0 0,0 0 1 0 0,0-1-1 0 0,0 1 0 0 0,0 0 1 0 0,-8-18-117 0 0,7 12 166 0 0,0 5-41 0 0,-12-19-63 0 0,14 22 42 0 0,0 0 0 0 0,0 1 0 0 0,0-1 0 0 0,0 0 0 0 0,0 0 0 0 0,0 0 0 0 0,-1 1 0 0 0,1-1 0 0 0,-1 0-1 0 0,0 1 1 0 0,0 2 0 0 0,1 35 34 0 0,-1-31-21 0 0,-2 29 5 0 0,-1 1 0 0 0,-2 0 0 0 0,-11 42 0 0 0,-38 111 6 0 0,31-128-3 0 0,-9 30 193 0 0,30-94-197 0 0,2-1-16 0 0,-1 1 1 0 0,1 0 0 0 0,-1-1 0 0 0,0 1 0 0 0,1 0 0 0 0,-1-1 0 0 0,1 1 0 0 0,-1-1 0 0 0,1 1-1 0 0,-1 0 1 0 0,1-1 0 0 0,-1 1 0 0 0,1-1 0 0 0,0 0 0 0 0,-1 1 0 0 0,1-1 0 0 0,0 1 0 0 0,-1-1 0 0 0,1 0-1 0 0,0 1 1 0 0,0-1 0 0 0,-1 0 0 0 0,1 1 0 0 0,0-1 0 0 0,0 0 0 0 0,0 0 0 0 0,3-19 5 0 0,0 0 1 0 0,2 0-1 0 0,8-25 1 0 0,-3 22-8 0 0,1 1 1 0 0,1 0-1 0 0,18-24 1 0 0,-3 7-5 0 0,-26 38 12 0 0,20-25-15 0 0,-20 25 30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17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50 32 0 0,'-29'-18'12272'0'0,"29"18"-12174"0"0,-1 0 0 0 0,0-1 0 0 0,1 1 0 0 0,-1 0 0 0 0,1 0-1 0 0,-1-1 1 0 0,1 1 0 0 0,-1 0 0 0 0,1 0 0 0 0,-1-1-1 0 0,1 1 1 0 0,0-1 0 0 0,-1 1 0 0 0,1 0 0 0 0,-1-1-1 0 0,1 1 1 0 0,0-1 0 0 0,-1 1 0 0 0,1-1 0 0 0,0 1-1 0 0,0-1 1 0 0,-1 1 0 0 0,1-1 0 0 0,0 1 0 0 0,0-1 0 0 0,0 0-1 0 0,0 1 1 0 0,-1-1 0 0 0,1 1 0 0 0,0-1 0 0 0,0 0-1 0 0,1 0-75 0 0,0 0 0 0 0,0 0 0 0 0,0 0 0 0 0,0 0 0 0 0,-1 0-1 0 0,1 1 1 0 0,0-1 0 0 0,0 0 0 0 0,1 1 0 0 0,-1-1 0 0 0,0 1 0 0 0,0-1-1 0 0,0 1 1 0 0,0-1 0 0 0,0 1 0 0 0,1 0 0 0 0,-1-1 0 0 0,2 1-1 0 0,4-2 12 0 0,-1 1-1 0 0,1 0 1 0 0,0 0-1 0 0,0 1 0 0 0,0 0 1 0 0,1 0-1 0 0,-1 0 1 0 0,0 1-1 0 0,-1 0 1 0 0,1 0-1 0 0,0 1 0 0 0,8 3 1 0 0,-11-3-17 0 0,0 0-1 0 0,0 0 1 0 0,0 1 0 0 0,0-1-1 0 0,0 1 1 0 0,0 0 0 0 0,-1 1 0 0 0,1-1-1 0 0,-1 0 1 0 0,0 1 0 0 0,0 0 0 0 0,0 0-1 0 0,0 0 1 0 0,-1 0 0 0 0,0 0 0 0 0,0 0-1 0 0,0 1 1 0 0,0-1 0 0 0,1 7 0 0 0,0 2 101 0 0,0 0 1 0 0,-1 0 0 0 0,-1 0 0 0 0,0 0 0 0 0,-1 1 0 0 0,-2 19 0 0 0,-18 81 295 0 0,3-15-250 0 0,16-96-204 0 0,1 0 0 0 0,0 1 0 0 0,-1-1 0 0 0,1 1-1 0 0,1-1 1 0 0,-1 1 0 0 0,0-1 0 0 0,1 0 0 0 0,0 1 0 0 0,0-1 0 0 0,0 0 0 0 0,0 0 0 0 0,0 1 0 0 0,1-1-1 0 0,0 0 1 0 0,-1 0 0 0 0,4 3 0 0 0,-3-4-175 0 0,0 0 0 0 0,1 0-1 0 0,-1 0 1 0 0,1 0 0 0 0,0 0 0 0 0,0-1-1 0 0,0 1 1 0 0,-1-1 0 0 0,1 0-1 0 0,0 0 1 0 0,0 0 0 0 0,1 0 0 0 0,-1-1-1 0 0,0 1 1 0 0,0-1 0 0 0,0 0-1 0 0,0 0 1 0 0,6 0 0 0 0,39-8-5443 0 0,-20 0 584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17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86 1636 0 0,'-8'-14'4931'0'0,"8"13"-4831"0"0,0 1 0 0 0,0-1 0 0 0,0 0 0 0 0,0 1 1 0 0,-1-1-1 0 0,1 1 0 0 0,0-1 0 0 0,-1 0 1 0 0,1 1-1 0 0,0-1 0 0 0,-1 1 0 0 0,1-1 0 0 0,0 1 1 0 0,-1-1-1 0 0,1 1 0 0 0,-1-1 0 0 0,1 1 1 0 0,-1 0-1 0 0,1-1 0 0 0,-1 1 0 0 0,1 0 0 0 0,-1-1 1 0 0,0 1-1 0 0,1 0 0 0 0,-1 0 0 0 0,1 0 1 0 0,-1-1-1 0 0,0 1 0 0 0,1 0 0 0 0,-1 0 0 0 0,1 0 1 0 0,-1 0-1 0 0,0 0 0 0 0,1 0 0 0 0,-1 0 1 0 0,0 0-1 0 0,1 0 0 0 0,-1 0 0 0 0,1 1 0 0 0,-1-1 1 0 0,0 0-1 0 0,1 0 0 0 0,-1 1 0 0 0,1-1 0 0 0,-1 0 1 0 0,1 1-1 0 0,-1-1 0 0 0,1 0 0 0 0,-1 1 1 0 0,1-1-1 0 0,-1 1 0 0 0,1-1 0 0 0,-1 1 0 0 0,1-1 1 0 0,0 1-1 0 0,-1 0 0 0 0,0 2 23 0 0,1 0-1 0 0,-1-1 1 0 0,1 1-1 0 0,0 0 1 0 0,0 0 0 0 0,0-1-1 0 0,1 1 1 0 0,-1 0-1 0 0,1 0 1 0 0,-1-1 0 0 0,1 1-1 0 0,0-1 1 0 0,1 5-1 0 0,0-4-39 0 0,0 0 0 0 0,0-1 0 0 0,1 1 0 0 0,-1 0 0 0 0,1-1 0 0 0,-1 1 0 0 0,1-1 0 0 0,0 0 0 0 0,0 0 0 0 0,0 0 0 0 0,0 0 0 0 0,0 0 0 0 0,0-1 0 0 0,0 1 0 0 0,1-1 0 0 0,-1 0 0 0 0,0 0 0 0 0,1 0 0 0 0,3 0 0 0 0,5 0 149 0 0,0 0 0 0 0,1 0-1 0 0,21-3 1 0 0,-31 2-213 0 0,0 0-1 0 0,0-1 0 0 0,0 1 1 0 0,0-1-1 0 0,0 0 0 0 0,0 0 1 0 0,0 0-1 0 0,-1 0 0 0 0,1-1 1 0 0,0 1-1 0 0,-1-1 0 0 0,1 0 1 0 0,-1 1-1 0 0,1-1 1 0 0,-1 0-1 0 0,0-1 0 0 0,0 1 1 0 0,0 0-1 0 0,0 0 0 0 0,0-1 1 0 0,0 1-1 0 0,-1-1 0 0 0,1 0 1 0 0,-1 0-1 0 0,0 1 0 0 0,0-1 1 0 0,0 0-1 0 0,0 0 0 0 0,0 0 1 0 0,-1 0-1 0 0,1 0 1 0 0,-1 0-1 0 0,0 0 0 0 0,0 0 1 0 0,0-4-1 0 0,0 4-17 0 0,0 0 0 0 0,0 0 0 0 0,-1 0 0 0 0,1 0 1 0 0,-1 0-1 0 0,0 0 0 0 0,0 0 0 0 0,0 0 0 0 0,0 0 0 0 0,0 1 0 0 0,-1-1 0 0 0,1 0 0 0 0,-1 1 0 0 0,1-1 1 0 0,-1 1-1 0 0,0-1 0 0 0,0 1 0 0 0,0 0 0 0 0,-1 0 0 0 0,1 0 0 0 0,0 0 0 0 0,-1 0 0 0 0,1 1 0 0 0,-1-1 1 0 0,0 1-1 0 0,0-1 0 0 0,1 1 0 0 0,-1 0 0 0 0,0 0 0 0 0,0 0 0 0 0,0 1 0 0 0,0-1 0 0 0,0 1 1 0 0,-3-1-1 0 0,-4 2 13 0 0,1 0 0 0 0,-1 1 1 0 0,1 0-1 0 0,0 0 0 0 0,-1 1 1 0 0,1 1-1 0 0,1-1 0 0 0,-1 1 1 0 0,0 1-1 0 0,1 0 0 0 0,0 0 1 0 0,-8 6-1 0 0,-7 7 206 0 0,1 1 0 0 0,-33 37 0 0 0,-22 36 385 0 0,70-81-547 0 0,0 0 0 0 0,0 0 0 0 0,1 1 0 0 0,0 0 0 0 0,1 0 0 0 0,1 0 0 0 0,-4 15 0 0 0,7-23-39 0 0,0-1 1 0 0,1 1-1 0 0,-1-1 0 0 0,1 1 0 0 0,0 0 1 0 0,0-1-1 0 0,0 1 0 0 0,1-1 0 0 0,-1 1 1 0 0,1-1-1 0 0,0 1 0 0 0,0-1 0 0 0,0 1 1 0 0,0-1-1 0 0,0 0 0 0 0,1 0 0 0 0,3 5 1 0 0,-2-4 5 0 0,0 0 1 0 0,0-1-1 0 0,1 0 1 0 0,0 1 0 0 0,-1-2-1 0 0,1 1 1 0 0,0 0-1 0 0,1-1 1 0 0,-1 1-1 0 0,0-1 1 0 0,8 2 0 0 0,4 1 19 0 0,1-1 0 0 0,0-1 1 0 0,-1-1-1 0 0,1 0 0 0 0,0-1 1 0 0,23-2-1 0 0,19-2-30 0 0,-1-4 0 0 0,102-23 0 0 0,-124 19-2178 0 0,41-16 0 0 0,-50 13-4580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2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554 721 2108 0 0,'-4'-56'5753'0'0,"3"38"-4716"0"0,0 0 0 0 0,-1 0 1 0 0,-5-18-1 0 0,6 32-930 0 0,0 0 1 0 0,0 0-1 0 0,0 0 0 0 0,-1 0 0 0 0,0 0 0 0 0,0 0 1 0 0,0 1-1 0 0,0-1 0 0 0,-1 1 0 0 0,1-1 0 0 0,-1 1 1 0 0,0 0-1 0 0,0 0 0 0 0,0 0 0 0 0,0 1 1 0 0,-1-1-1 0 0,-6-3 0 0 0,6 4-80 0 0,0 1 1 0 0,0 0-1 0 0,0 0 0 0 0,0 1 1 0 0,-1-1-1 0 0,1 1 0 0 0,0 0 1 0 0,0 0-1 0 0,0 0 0 0 0,0 0 1 0 0,0 1-1 0 0,0 0 0 0 0,0 0 1 0 0,0 0-1 0 0,0 0 1 0 0,0 1-1 0 0,0-1 0 0 0,-6 5 1 0 0,-8 4 37 0 0,0 0 1 0 0,-22 19-1 0 0,31-22-35 0 0,-28 20 53 0 0,2 1 1 0 0,2 2-1 0 0,0 2 0 0 0,2 0 1 0 0,2 2-1 0 0,1 2 0 0 0,-43 71 1 0 0,67-99-73 0 0,0-1 1 0 0,1 1 0 0 0,0 0-1 0 0,0 0 1 0 0,1 0 0 0 0,0 0-1 0 0,0 1 1 0 0,1-1 0 0 0,0 10-1 0 0,1-15-4 0 0,0-1-1 0 0,0 1 1 0 0,0-1-1 0 0,1 1 1 0 0,-1-1-1 0 0,1 0 1 0 0,-1 1-1 0 0,1-1 1 0 0,0 0-1 0 0,0 1 1 0 0,0-1-1 0 0,0 0 1 0 0,1 0-1 0 0,-1 0 1 0 0,1 0-1 0 0,-1 0 1 0 0,1 0-1 0 0,-1 0 1 0 0,1 0-1 0 0,0-1 1 0 0,0 1-1 0 0,0-1 1 0 0,0 1-1 0 0,0-1 1 0 0,0 0-1 0 0,1 0 1 0 0,-1 0-1 0 0,0 0 1 0 0,1 0-1 0 0,-1 0 1 0 0,0-1-1 0 0,1 1 1 0 0,-1-1-1 0 0,5 1 1 0 0,4-1 2 0 0,0 1 1 0 0,0-2-1 0 0,0 0 1 0 0,0 0 0 0 0,0-1-1 0 0,0 0 1 0 0,0 0-1 0 0,-1-2 1 0 0,1 1 0 0 0,20-11-1 0 0,-11 3-4 0 0,0 0 0 0 0,0-2 0 0 0,-1 0 0 0 0,22-21 0 0 0,-15 9-4 0 0,0-3 0 0 0,-2 0-1 0 0,-1-1 1 0 0,-1-1-1 0 0,-1-1 1 0 0,21-44-1 0 0,-6-1-21 0 0,43-133 0 0 0,22-184-125 0 0,-101 391 144 0 0,0-8-12 0 0,-1 10 14 0 0,1 0 0 0 0,0-1 0 0 0,0 1 0 0 0,0 0 0 0 0,-1 0 0 0 0,1 0 0 0 0,0 0 0 0 0,0 0 0 0 0,-1-1 0 0 0,1 1 0 0 0,0 0 0 0 0,0 0 0 0 0,-1 0 0 0 0,1 0 0 0 0,0 0 0 0 0,0 0 0 0 0,-1 0 0 0 0,1 0 0 0 0,0 0-1 0 0,0 0 1 0 0,-1 0 0 0 0,1 0 0 0 0,0 0 0 0 0,0 0 0 0 0,-1 0 0 0 0,1 0 0 0 0,0 0 0 0 0,-1 0 0 0 0,1 0 0 0 0,0 0 0 0 0,0 1 0 0 0,0-1 0 0 0,-1 0 0 0 0,1 0 0 0 0,0 0 0 0 0,0 0 0 0 0,-1 1 0 0 0,1-1 0 0 0,0 0 0 0 0,0 0-1 0 0,0 1 1 0 0,-6 6 2 0 0,5-7-2 0 0,-12 20 4 0 0,1 0 0 0 0,0 1 0 0 0,2 0 0 0 0,-16 44 0 0 0,17-42 13 0 0,-17 44 14 0 0,4 1-1 0 0,2 0 0 0 0,3 2 1 0 0,4 0-1 0 0,-7 103 1 0 0,19-152-83 0 0,1 0 1 0 0,2 1-1 0 0,0-1 1 0 0,1 0-1 0 0,8 29 1 0 0,-8-39-322 0 0,1-1-1 0 0,0 0 1 0 0,1 0 0 0 0,0 0 0 0 0,7 11 0 0 0,-8-16-250 0 0,0 1 1 0 0,0-1-1 0 0,1 0 1 0 0,0-1-1 0 0,0 1 1 0 0,0-1-1 0 0,0 1 1 0 0,1-2-1 0 0,7 5 1 0 0,9 0-4048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2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58 326 120 0 0,'9'-36'5168'0'0,"9"-70"-1"0"0,-10 45-1479 0 0,-7 60-3626 0 0,-1 1 1 0 0,0-1-1 0 0,0 0 1 0 0,1 0 0 0 0,-1 1-1 0 0,0-1 1 0 0,0 0-1 0 0,0 0 1 0 0,0 1 0 0 0,0-1-1 0 0,0 0 1 0 0,0 0-1 0 0,0 1 1 0 0,-1-1 0 0 0,1 0-1 0 0,0 0 1 0 0,0 1-1 0 0,-1-1 1 0 0,1 0 0 0 0,-1 0-1 0 0,1 1-46 0 0,-1 0-1 0 0,1 0 0 0 0,-1 0 1 0 0,1 0-1 0 0,0 0 0 0 0,-1 0 1 0 0,1 0-1 0 0,-1 0 0 0 0,1 1 1 0 0,-1-1-1 0 0,1 0 0 0 0,0 0 1 0 0,-1 0-1 0 0,1 1 0 0 0,-1-1 1 0 0,1 0-1 0 0,0 0 0 0 0,-1 1 1 0 0,1-1-1 0 0,0 0 0 0 0,-1 1 1 0 0,1-1-1 0 0,0 1 0 0 0,-20 28 209 0 0,16-17-183 0 0,0 0 0 0 0,1 0 0 0 0,0 0-1 0 0,1 0 1 0 0,1 1 0 0 0,0-1-1 0 0,0 1 1 0 0,1-1 0 0 0,1 1 0 0 0,0-1-1 0 0,1 0 1 0 0,0 1 0 0 0,6 15-1 0 0,-7-23-25 0 0,1 1-1 0 0,0-1 0 0 0,0 0 0 0 0,1 0 0 0 0,0 0 0 0 0,-1 0 0 0 0,2 0 0 0 0,-1 0 0 0 0,1-1 0 0 0,-1 0 0 0 0,1 1 0 0 0,0-2 1 0 0,1 1-1 0 0,-1 0 0 0 0,1-1 0 0 0,-1 0 0 0 0,1 0 0 0 0,0 0 0 0 0,0 0 0 0 0,1-1 0 0 0,-1 0 0 0 0,0 0 0 0 0,1 0 1 0 0,-1-1-1 0 0,1 0 0 0 0,0 0 0 0 0,-1 0 0 0 0,1-1 0 0 0,0 0 0 0 0,-1 0 0 0 0,8-1 0 0 0,-8 0 1 0 0,0 0 0 0 0,0 1-1 0 0,0-2 1 0 0,0 1-1 0 0,-1-1 1 0 0,1 1 0 0 0,-1-1-1 0 0,1-1 1 0 0,-1 1 0 0 0,0-1-1 0 0,0 1 1 0 0,0-1 0 0 0,7-6-1 0 0,-6 4 2 0 0,0-1-1 0 0,-1 0 1 0 0,0 0 0 0 0,1 0-1 0 0,-2 0 1 0 0,1-1 0 0 0,-1 1-1 0 0,4-12 1 0 0,-3 6 26 0 0,-1 1 1 0 0,0-2-1 0 0,-1 1 0 0 0,0 0 1 0 0,-1 0-1 0 0,0-1 0 0 0,-1 1 1 0 0,-1 0-1 0 0,0-1 0 0 0,-4-19 1 0 0,2 22-26 0 0,-1 0 1 0 0,0 0-1 0 0,0 1 1 0 0,-1-1-1 0 0,0 1 1 0 0,0 0-1 0 0,-1 1 1 0 0,0-1-1 0 0,-1 1 1 0 0,0 0-1 0 0,0 1 1 0 0,-1 0-1 0 0,0 0 1 0 0,-14-9-1 0 0,15 11-13 0 0,0 1 0 0 0,0 0-1 0 0,-1 0 1 0 0,1 1 0 0 0,-1 0-1 0 0,0 0 1 0 0,0 0 0 0 0,0 1-1 0 0,0 1 1 0 0,0-1 0 0 0,0 1-1 0 0,-1 1 1 0 0,1-1-1 0 0,0 2 1 0 0,-1-1 0 0 0,1 1-1 0 0,0 0 1 0 0,-16 4 0 0 0,21-4-46 0 0,0 0 0 0 0,0 0 1 0 0,0 1-1 0 0,1-1 0 0 0,-1 0 1 0 0,0 1-1 0 0,0 0 0 0 0,1-1 1 0 0,-1 1-1 0 0,1 0 0 0 0,0 1 1 0 0,0-1-1 0 0,-1 0 0 0 0,1 1 1 0 0,1-1-1 0 0,-1 1 0 0 0,0-1 1 0 0,1 1-1 0 0,-1 0 0 0 0,1 0 1 0 0,0 0-1 0 0,0 0 0 0 0,-2 5 1 0 0,3-5-170 0 0,0 0 1 0 0,0 0 0 0 0,0 0 0 0 0,1 0 0 0 0,-1 0-1 0 0,1 0 1 0 0,-1 0 0 0 0,1 0 0 0 0,0 0-1 0 0,0 0 1 0 0,0 0 0 0 0,1-1 0 0 0,-1 1 0 0 0,1 0-1 0 0,-1-1 1 0 0,1 1 0 0 0,0-1 0 0 0,0 0 0 0 0,0 0-1 0 0,0 0 1 0 0,1 0 0 0 0,-1 0 0 0 0,1 0 0 0 0,3 2-1 0 0,0 0-838 0 0,-1-1 0 0 0,1 0 0 0 0,0 0 0 0 0,11 3 0 0 0,7 0-3260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3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105 134 2752 0 0,'49'-132'11813'0'0,"-48"130"-10980"0"0,-2 16-448 0 0,-1 0-1 0 0,0 0 1 0 0,-1 0 0 0 0,-1 0-1 0 0,-7 17 1 0 0,-1 5-27 0 0,-1 9-70 0 0,-49 178 472 0 0,45-151-619 0 0,-8 85 0 0 0,23-134-230 0 0,2 43 0 0 0,0-58-165 0 0,1 1 0 0 0,0-1 0 0 0,1 0 0 0 0,0 1 1 0 0,0-1-1 0 0,0 0 0 0 0,1 0 0 0 0,6 10 1 0 0,-8-16-46 0 0,0 0 1 0 0,1 0 0 0 0,-1-1-1 0 0,1 1 1 0 0,0 0 0 0 0,-1-1-1 0 0,1 1 1 0 0,0-1 0 0 0,0 0-1 0 0,0 1 1 0 0,0-1 0 0 0,0 0-1 0 0,0 0 1 0 0,0 0 0 0 0,0-1-1 0 0,1 1 1 0 0,-1 0 0 0 0,0-1-1 0 0,0 0 1 0 0,1 1 0 0 0,-1-1-1 0 0,0 0 1 0 0,1 0 0 0 0,-1 0-1 0 0,0 0 1 0 0,1-1 0 0 0,-1 1-1 0 0,0-1 1 0 0,0 1 0 0 0,1-1 0 0 0,-1 0-1 0 0,0 0 1 0 0,0 0 0 0 0,0 0-1 0 0,2-2 1 0 0,14-8-3490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3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86 385 1716 0 0,'124'-384'13201'0'0,"-123"386"-12605"0"0,-1 5-300 0 0,1 0-1 0 0,0 0 1 0 0,-1 1 0 0 0,-1-1-1 0 0,1 0 1 0 0,-1 0-1 0 0,0 0 1 0 0,-2 7-1 0 0,-21 62 1254 0 0,11-39-881 0 0,-41 123 1542 0 0,-14 43-482 0 0,54-151-1218 0 0,-16 102 1 0 0,28-140-430 0 0,1 0 1 0 0,1 0-1 0 0,0 0 0 0 0,0 1 1 0 0,2-1-1 0 0,-1 0 1 0 0,6 17-1 0 0,-6-27-119 0 0,0 0 1 0 0,1 0-1 0 0,-1-1 0 0 0,1 1 0 0 0,0 0 1 0 0,0-1-1 0 0,0 0 0 0 0,0 1 1 0 0,1-1-1 0 0,-1 0 0 0 0,1 0 1 0 0,0 0-1 0 0,0-1 0 0 0,0 1 1 0 0,0-1-1 0 0,0 1 0 0 0,1-1 1 0 0,-1 0-1 0 0,1 0 0 0 0,-1-1 1 0 0,1 1-1 0 0,0-1 0 0 0,0 0 1 0 0,0 0-1 0 0,-1 0 0 0 0,1 0 1 0 0,0-1-1 0 0,0 1 0 0 0,8-1 1 0 0,-2-1-379 0 0,1 0 0 0 0,-1-1 0 0 0,1-1 0 0 0,-1 1 0 0 0,0-2 0 0 0,0 1 0 0 0,0-1 0 0 0,0-1 0 0 0,-1 0 0 0 0,1 0 0 0 0,-1-1 0 0 0,12-10 0 0 0,-8 6-436 0 0,-1 0-1 0 0,-1-1 1 0 0,0 0-1 0 0,0-1 1 0 0,-1 0-1 0 0,-1-1 1 0 0,16-26-1 0 0,-21 31-529 0 0,0-1-1 0 0,-1 1 0 0 0,4-16 0 0 0,-3 0-3324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401 128 1676 0 0,'-79'-11'3222'0'0,"-231"-31"7759"0"0,298 38-10379 0 0,18-2-273 0 0,20-3-112 0 0,31-6-7 0 0,117-12 0 0 0,64 13-1756 0 0,-81 15-1198 0 0,-53 4-2413 0 0,-49-1-439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4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9 1840 0 0,'-5'10'1819'0'0,"0"0"1"0"0,-1 0-1 0 0,-1 0 0 0 0,-11 13 1 0 0,12-17-1241 0 0,1 1 0 0 0,-1 0 1 0 0,2 0-1 0 0,-1 0 0 0 0,1 1 0 0 0,0 0 1 0 0,0 0-1 0 0,-4 14 0 0 0,8-21-485 0 0,-1 1-1 0 0,1-1 1 0 0,0 1-1 0 0,0-1 1 0 0,0 1-1 0 0,0-1 1 0 0,0 1-1 0 0,0-1 1 0 0,0 1-1 0 0,0-1 1 0 0,1 1 0 0 0,-1-1-1 0 0,0 1 1 0 0,1-1-1 0 0,0 1 1 0 0,-1-1-1 0 0,1 0 1 0 0,0 1-1 0 0,-1-1 1 0 0,1 0-1 0 0,0 0 1 0 0,1 2-1 0 0,1-1-5 0 0,-1-1 0 0 0,0 1 0 0 0,0-1 0 0 0,1 0-1 0 0,-1 1 1 0 0,1-1 0 0 0,-1 0 0 0 0,1 0 0 0 0,-1-1-1 0 0,1 1 1 0 0,3 0 0 0 0,7 0 56 0 0,-1 0 0 0 0,0-1 0 0 0,1 0 1 0 0,13-3-1 0 0,-13 2-107 0 0,0-1 0 0 0,0 0 0 0 0,0-1 0 0 0,0-1 0 0 0,0 0 0 0 0,0-1-1 0 0,-1 0 1 0 0,0-1 0 0 0,0 0 0 0 0,-1-1 0 0 0,1 0 0 0 0,-1-1 0 0 0,-1 0 0 0 0,0-1 0 0 0,0 0 0 0 0,-1-1 0 0 0,0 0 0 0 0,9-12 0 0 0,-13 14-45 0 0,0 0 0 0 0,0 0-1 0 0,6-17 1 0 0,-11 25 8 0 0,1-1-1 0 0,-1 1 1 0 0,0-1-1 0 0,0 1 1 0 0,0-1-1 0 0,0 0 1 0 0,0 1-1 0 0,0-1 1 0 0,0 1-1 0 0,0-1 1 0 0,0 0-1 0 0,0 1 1 0 0,0-1-1 0 0,0 1 0 0 0,-1-1 1 0 0,1 1-1 0 0,0-1 1 0 0,0 1-1 0 0,0-1 1 0 0,-1 1-1 0 0,1-1 1 0 0,0 1-1 0 0,-1-1 1 0 0,1 1-1 0 0,-1-1 1 0 0,1 1-1 0 0,0-1 1 0 0,-1 1-1 0 0,1 0 1 0 0,-1-1-1 0 0,1 1 1 0 0,-1 0-1 0 0,1-1 1 0 0,-1 1-1 0 0,1 0 1 0 0,-1 0-1 0 0,1-1 1 0 0,-1 1-1 0 0,0 0 1 0 0,0 0-1 0 0,-22-3-2 0 0,14 4 0 0 0,0 1 0 0 0,0 0 1 0 0,0 1-1 0 0,1 0 0 0 0,-1 0 1 0 0,1 1-1 0 0,-11 6 0 0 0,-52 38 20 0 0,53-35 1 0 0,2 1 0 0 0,-1 1 0 0 0,2 0 0 0 0,0 1 0 0 0,1 1 0 0 0,-21 31 0 0 0,31-41-31 0 0,1-1 0 0 0,-1 1 0 0 0,1 0 0 0 0,0 0 0 0 0,1 1 0 0 0,0-1 0 0 0,0 0 0 0 0,1 1 0 0 0,0 0 0 0 0,-1 7 0 0 0,3-10-41 0 0,-1 1 0 0 0,1-1 0 0 0,-1 0 0 0 0,2 0 0 0 0,-1 0 0 0 0,0 0 0 0 0,1-1 0 0 0,0 1 0 0 0,0 0 0 0 0,0-1 0 0 0,1 1 0 0 0,0-1 0 0 0,0 0 0 0 0,0 0 0 0 0,0 0 0 0 0,6 6 0 0 0,0-2-306 0 0,1 0-1 0 0,0-1 1 0 0,1 0-1 0 0,0 0 1 0 0,0-1 0 0 0,0-1-1 0 0,1 0 1 0 0,0 0-1 0 0,0-1 1 0 0,0-1-1 0 0,20 4 1 0 0,5-2-1229 0 0,1-1 1 0 0,61-2-1 0 0,-59-4-724 0 0,47-7-1 0 0,-23-3-1345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271 796 668 0 0,'8'-8'1389'0'0,"0"-1"-1"0"0,0 1 1 0 0,-1-1 0 0 0,11-18 0 0 0,-17 26-1251 0 0,0-1 1 0 0,0 1 0 0 0,0-1-1 0 0,-1 1 1 0 0,1-1 0 0 0,0 1-1 0 0,-1-1 1 0 0,0 1 0 0 0,1-1-1 0 0,-1 0 1 0 0,0 1 0 0 0,0-1-1 0 0,1 1 1 0 0,-1-1 0 0 0,-1 0-1 0 0,1 1 1 0 0,0-1 0 0 0,0 0-1 0 0,-1 1 1 0 0,1-1 0 0 0,0 1-1 0 0,-1-1 1 0 0,0 1 0 0 0,1-1-1 0 0,-1 1 1 0 0,0-1 0 0 0,0 1-1 0 0,0-1 1 0 0,0 1 0 0 0,0 0 0 0 0,0 0-1 0 0,0 0 1 0 0,0-1 0 0 0,0 1-1 0 0,-1 0 1 0 0,1 0 0 0 0,-1 1-1 0 0,1-1 1 0 0,0 0 0 0 0,-1 0-1 0 0,1 1 1 0 0,-1-1 0 0 0,-2 0-1 0 0,-2-1 110 0 0,-1 0-1 0 0,1 1 1 0 0,-1 0-1 0 0,1 0 0 0 0,-1 0 1 0 0,0 1-1 0 0,1 0 1 0 0,-1 1-1 0 0,0-1 0 0 0,1 1 1 0 0,-1 0-1 0 0,0 1 1 0 0,-11 4-1 0 0,1 0 32 0 0,0 1-1 0 0,1 1 1 0 0,-30 20-1 0 0,36-22-207 0 0,1 2 1 0 0,1-1-1 0 0,-1 1 1 0 0,1 0-1 0 0,0 1 1 0 0,1 0-1 0 0,0 0 1 0 0,1 1-1 0 0,-9 15 1 0 0,14-21-51 0 0,-1 0 0 0 0,0 0 1 0 0,1 0-1 0 0,0 0 0 0 0,0 0 1 0 0,0 1-1 0 0,0-1 0 0 0,1 0 0 0 0,-1 1 1 0 0,1-1-1 0 0,0 1 0 0 0,1 4 1 0 0,0-6-11 0 0,0 1 0 0 0,0-1 1 0 0,0 0-1 0 0,1 0 1 0 0,-1 0-1 0 0,1 0 1 0 0,-1-1-1 0 0,1 1 1 0 0,0 0-1 0 0,0-1 1 0 0,1 1-1 0 0,-1-1 1 0 0,0 0-1 0 0,1 1 1 0 0,-1-1-1 0 0,1-1 1 0 0,0 1-1 0 0,3 2 0 0 0,1 0 4 0 0,0-1 0 0 0,0 1 0 0 0,0-2-1 0 0,1 1 1 0 0,-1-1 0 0 0,1 0 0 0 0,0 0-1 0 0,-1-1 1 0 0,1 0 0 0 0,0-1-1 0 0,0 1 1 0 0,9-2 0 0 0,-6 0-3 0 0,0-1 1 0 0,1-1-1 0 0,-1 0 0 0 0,0 0 1 0 0,0-1-1 0 0,-1 0 0 0 0,17-10 1 0 0,-7 2-2 0 0,0-1 0 0 0,-2-1 1 0 0,1-1-1 0 0,-2 0 1 0 0,0-2-1 0 0,-1 0 0 0 0,22-30 1 0 0,-6 0-25 0 0,-3 0 1 0 0,-2-2 0 0 0,-2-1-1 0 0,27-80 1 0 0,-20 32-31 0 0,29-157 0 0 0,-59 244 44 0 0,0 3-3 0 0,0 0 0 0 0,-1 1 0 0 0,0-1 0 0 0,0 0 0 0 0,-1 1 0 0 0,0-1 0 0 0,0 0 0 0 0,-1 0 0 0 0,-1-8-1 0 0,1 16 4 0 0,1 0-1 0 0,0-1 0 0 0,0 1 0 0 0,-1 0 0 0 0,1-1 0 0 0,0 1 0 0 0,0 0 0 0 0,-1 0 0 0 0,1-1 0 0 0,0 1 0 0 0,-1 0 1 0 0,1 0-1 0 0,-1-1 0 0 0,1 1 0 0 0,0 0 0 0 0,-1 0 0 0 0,1 0 0 0 0,0 0 0 0 0,-1 0 0 0 0,1 0 0 0 0,-1-1 0 0 0,1 1 1 0 0,-1 0-1 0 0,1 0 0 0 0,0 0 0 0 0,-1 0 0 0 0,1 1 0 0 0,-1-1 0 0 0,1 0 0 0 0,0 0 0 0 0,-1 0 0 0 0,1 0 0 0 0,-1 0 1 0 0,0 1-1 0 0,-12 5 11 0 0,0 5 25 0 0,1 0 0 0 0,0 1-1 0 0,1 0 1 0 0,1 1 0 0 0,0 0 0 0 0,-16 27-1 0 0,-39 93 283 0 0,49-94-187 0 0,1 0 1 0 0,3 1-1 0 0,1 1 0 0 0,2 0 0 0 0,-7 71 0 0 0,14-81-276 0 0,2 0-1 0 0,1 0 1 0 0,6 39-1 0 0,-3-48-533 0 0,1 0-1 0 0,0 0 1 0 0,2-1-1 0 0,1 1 0 0 0,10 20 1 0 0,1-11-4757 0 0,-1-6-3149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5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142 805 1816 0 0,'-13'7'936'0'0,"1"1"-1"0"0,0 0 1 0 0,0 1-1 0 0,1 0 1 0 0,0 1-1 0 0,0 0 1 0 0,1 1-1 0 0,-12 16 1 0 0,19-23-762 0 0,-1 1 0 0 0,1-1 1 0 0,1 1-1 0 0,-1 0 1 0 0,1 0-1 0 0,0 0 0 0 0,0 0 1 0 0,0 0-1 0 0,1 0 0 0 0,0 1 1 0 0,0-1-1 0 0,0 0 1 0 0,0 1-1 0 0,1-1 0 0 0,0 1 1 0 0,0-1-1 0 0,1 1 0 0 0,-1-1 1 0 0,1 0-1 0 0,1 1 1 0 0,-1-1-1 0 0,1 0 0 0 0,-1 0 1 0 0,2 0-1 0 0,3 8 0 0 0,-4-10-79 0 0,0 1 0 0 0,0-1-1 0 0,1 0 1 0 0,-1 0 0 0 0,1 0-1 0 0,-1-1 1 0 0,1 1 0 0 0,0-1-1 0 0,0 1 1 0 0,1-1 0 0 0,-1 0 0 0 0,0 0-1 0 0,1 0 1 0 0,-1-1 0 0 0,1 1-1 0 0,6 1 1 0 0,-4-2-26 0 0,0 0 1 0 0,0-1-1 0 0,0 1 0 0 0,1-1 0 0 0,-1 0 1 0 0,0-1-1 0 0,0 0 0 0 0,0 0 1 0 0,10-3-1 0 0,1-2-17 0 0,0 0 1 0 0,0-2-1 0 0,-1 0 1 0 0,0 0-1 0 0,0-2 0 0 0,16-12 1 0 0,-5-1-31 0 0,-1 0 0 0 0,-1-2 0 0 0,-1-1 0 0 0,-1-1 0 0 0,-2-1 0 0 0,-1 0 0 0 0,33-61 0 0 0,-22 25-35 0 0,-3-1 0 0 0,38-132 0 0 0,-48 125-13 0 0,-4 0-1 0 0,-2 0 1 0 0,2-86-1 0 0,-11 119-9 0 0,-3 38 35 0 0,0 1 0 0 0,0 0 0 0 0,0 0 0 0 0,0 0 0 0 0,0-1 0 0 0,0 1 0 0 0,0 0 0 0 0,0 0 1 0 0,0-1-1 0 0,0 1 0 0 0,0 0 0 0 0,0 0 0 0 0,0 0 0 0 0,0-1 0 0 0,0 1 0 0 0,0 0 0 0 0,0 0 1 0 0,0 0-1 0 0,0-1 0 0 0,-1 1 0 0 0,1 0 0 0 0,0 0 0 0 0,0 0 0 0 0,0-1 0 0 0,0 1 0 0 0,0 0 1 0 0,-1 0-1 0 0,1 0 0 0 0,0 0 0 0 0,0 0 0 0 0,0-1 0 0 0,-1 1 0 0 0,1 0 0 0 0,0 0 0 0 0,0 0 0 0 0,0 0 1 0 0,-1 0-1 0 0,1 0 0 0 0,0 0 0 0 0,0 0 0 0 0,0 0 0 0 0,-1 0 0 0 0,1 0 0 0 0,0 0 0 0 0,0 0 1 0 0,-1 0-1 0 0,1 0 0 0 0,0 0 0 0 0,0 0 0 0 0,0 0 0 0 0,-1 0 0 0 0,1 0 0 0 0,0 0 0 0 0,0 0 1 0 0,-1 0-1 0 0,1 0 0 0 0,0 1 0 0 0,0-1 0 0 0,0 0 0 0 0,0 0 0 0 0,-1 0 0 0 0,1 0 0 0 0,0 0 0 0 0,0 1 1 0 0,0-1-1 0 0,0 0 0 0 0,0 0 0 0 0,-1 0 0 0 0,1 1 0 0 0,-11 10 0 0 0,-1 7 7 0 0,1 0 0 0 0,1 1 0 0 0,0 1 0 0 0,-10 28 0 0 0,11-26 6 0 0,-22 56 21 0 0,3 2 1 0 0,3 0 0 0 0,4 1 0 0 0,-19 158 0 0 0,38-220-26 0 0,1 0 0 0 0,1 0 0 0 0,1 0 0 0 0,0 0 0 0 0,2-1 0 0 0,0 1 0 0 0,1 0 1 0 0,8 21-1 0 0,-9-33-104 0 0,0 1 1 0 0,0-1 0 0 0,1-1 0 0 0,0 1-1 0 0,0 0 1 0 0,0-1 0 0 0,1 0 0 0 0,0 0-1 0 0,1 0 1 0 0,-1-1 0 0 0,1 0 0 0 0,0 0-1 0 0,0 0 1 0 0,1 0 0 0 0,-1-1 0 0 0,1-1-1 0 0,0 1 1 0 0,0-1 0 0 0,0 0 0 0 0,0 0-1 0 0,1-1 1 0 0,10 2 0 0 0,-4-2-119 0 0,-1 0 0 0 0,1-1 0 0 0,-1-1 0 0 0,1 0 0 0 0,0-1 0 0 0,-1-1 0 0 0,1 0-1 0 0,-1 0 1 0 0,0-2 0 0 0,0 0 0 0 0,0 0 0 0 0,0-1 0 0 0,-1 0 0 0 0,1-1 0 0 0,-1-1 0 0 0,-1 0 0 0 0,1-1 0 0 0,-1 0 0 0 0,-1 0 0 0 0,19-20 0 0 0,-12 10 401 0 0,-1-1 0 0 0,0-1 0 0 0,-1-1 1 0 0,-2 0-1 0 0,0-1 0 0 0,-1 0 0 0 0,-1-1 0 0 0,-2 0 0 0 0,0-1 0 0 0,8-35 1 0 0,-9 29 1281 0 0,-2-1 1 0 0,-1 0 0 0 0,1-36 0 0 0,-19 74-1225 0 0,10-3-221 0 0,0 0-1 0 0,1 0 0 0 0,-1 0 1 0 0,0 0-1 0 0,1 1 1 0 0,0-1-1 0 0,0 1 0 0 0,1-1 1 0 0,-2 7-1 0 0,-1 1 6 0 0,-13 34 65 0 0,-20 91 0 0 0,33-120-106 0 0,2 1 0 0 0,0 0 0 0 0,1-1 0 0 0,0 1 0 0 0,2 0 0 0 0,0 0 0 0 0,1-1 0 0 0,7 30 0 0 0,-8-41-187 0 0,1 0-1 0 0,0-1 0 0 0,1 1 0 0 0,0-1 0 0 0,-1 1 0 0 0,2-1 0 0 0,-1 0 0 0 0,1 0 0 0 0,-1 0 0 0 0,1-1 1 0 0,1 1-1 0 0,-1-1 0 0 0,1 0 0 0 0,-1 0 0 0 0,7 3 0 0 0,-7-5-261 0 0,0 0 1 0 0,0 0-1 0 0,0 0 1 0 0,0-1-1 0 0,0 0 0 0 0,0 0 1 0 0,1 0-1 0 0,-1 0 1 0 0,0-1-1 0 0,1 1 0 0 0,-1-1 1 0 0,1 0-1 0 0,-1-1 0 0 0,0 1 1 0 0,1-1-1 0 0,-1 0 1 0 0,0 0-1 0 0,0 0 0 0 0,1 0 1 0 0,-1-1-1 0 0,6-3 1 0 0,9-5-3299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2864 0 0,'44'-150'10203'0'0,"-33"123"-8498"0"0,-11 27-1696 0 0,0 0 1 0 0,0 0-1 0 0,0 0 0 0 0,1 0 0 0 0,-1 0 0 0 0,0 0 1 0 0,0-1-1 0 0,0 1 0 0 0,0 0 0 0 0,0 0 1 0 0,0 0-1 0 0,0 0 0 0 0,0 0 0 0 0,1 0 1 0 0,-1 0-1 0 0,0 0 0 0 0,0 0 0 0 0,0 0 0 0 0,0 0 1 0 0,0 0-1 0 0,0 0 0 0 0,1 0 0 0 0,-1 0 1 0 0,0 0-1 0 0,0 0 0 0 0,0 0 0 0 0,0 0 1 0 0,0 0-1 0 0,0 0 0 0 0,1 0 0 0 0,-1 0 0 0 0,0 0 1 0 0,0 0-1 0 0,0 0 0 0 0,0 0 0 0 0,0 0 1 0 0,0 0-1 0 0,0 0 0 0 0,1 0 0 0 0,-1 1 0 0 0,0-1 1 0 0,0 0-1 0 0,0 0 0 0 0,0 0 0 0 0,0 0 1 0 0,0 0-1 0 0,0 0 0 0 0,0 0 0 0 0,0 0 1 0 0,0 1-1 0 0,0-1 0 0 0,5 17 377 0 0,-1 23 348 0 0,-2 1 0 0 0,-4 55 0 0 0,-16 80-25 0 0,15-149-598 0 0,-12 61 1574 0 0,15-86-1366 0 0,3-13-114 0 0,3-14-131 0 0,4-18 4 0 0,2 0-1 0 0,29-68 1 0 0,-36 100-82 0 0,0 1 0 0 0,1-1 0 0 0,0 1 0 0 0,0 0-1 0 0,1 1 1 0 0,1 0 0 0 0,0 0 0 0 0,0 0 0 0 0,0 1 0 0 0,1 0 0 0 0,0 1 0 0 0,1 0 0 0 0,0 0 0 0 0,0 1 0 0 0,13-6 0 0 0,-20 11-1 0 0,1-1 0 0 0,-1 1-1 0 0,1 0 1 0 0,-1 0 0 0 0,1 1 0 0 0,-1-1 0 0 0,1 1 0 0 0,0-1 0 0 0,0 1 0 0 0,-1 0 0 0 0,1 1 0 0 0,0-1 0 0 0,-1 1 0 0 0,1-1 0 0 0,0 1 0 0 0,-1 0 0 0 0,7 3 0 0 0,-5-1 2 0 0,0 0 1 0 0,-1 0-1 0 0,1 0 1 0 0,-1 1-1 0 0,1 0 0 0 0,-1 0 1 0 0,-1 0-1 0 0,1 0 1 0 0,0 0-1 0 0,4 10 0 0 0,-1-2 8 0 0,-1 0 0 0 0,0 1 0 0 0,-1 0 0 0 0,0 0-1 0 0,-1 1 1 0 0,-1-1 0 0 0,0 1 0 0 0,2 24 0 0 0,-5 0 14 0 0,-1 0 0 0 0,-10 63 0 0 0,11-100-19 0 0,0 0 1 0 0,0 0-1 0 0,0 0 1 0 0,0 0-1 0 0,-1 0 0 0 0,1 0 1 0 0,1 0-1 0 0,-1 0 1 0 0,0 0-1 0 0,0 0 1 0 0,0 0-1 0 0,0 0 0 0 0,1 0 1 0 0,-1-1-1 0 0,0 1 1 0 0,1 0-1 0 0,-1 0 0 0 0,1 0 1 0 0,-1 0-1 0 0,1-1 1 0 0,-1 1-1 0 0,1 0 1 0 0,0 0-1 0 0,-1-1 0 0 0,1 1 1 0 0,0-1-1 0 0,0 1 1 0 0,-1 0-1 0 0,1-1 0 0 0,0 1 1 0 0,0-1-1 0 0,0 0 1 0 0,0 1-1 0 0,0-1 0 0 0,0 0 1 0 0,-1 1-1 0 0,1-1 1 0 0,0 0-1 0 0,0 0 1 0 0,0 0-1 0 0,0 0 0 0 0,0 0 1 0 0,0 0-1 0 0,0 0 1 0 0,0 0-1 0 0,1-1 0 0 0,6 1-1 0 0,0-1-1 0 0,0-1 1 0 0,0 1-1 0 0,8-4 0 0 0,-13 4-3 0 0,17-6 2 0 0,0-1 0 0 0,-1 0 0 0 0,0-2 1 0 0,0 0-1 0 0,-1-2 0 0 0,20-15 0 0 0,-1-3-41 0 0,55-58 0 0 0,3-19-10 0 0,-81 90 51 0 0,-1-2-1 0 0,-1 0 1 0 0,-1 0-1 0 0,12-27 1 0 0,-21 42 5 0 0,-1 2-1 0 0,0 0-1 0 0,0-1 1 0 0,0 1 0 0 0,-1 0 0 0 0,1-1 0 0 0,-1 1-1 0 0,1 0 1 0 0,-1-5 0 0 0,0 6-2 0 0,0 0 1 0 0,0 0-1 0 0,0 0 1 0 0,0 0-1 0 0,0 0 1 0 0,0 0-1 0 0,0 0 1 0 0,-1 0-1 0 0,1 0 1 0 0,0 0-1 0 0,-1 0 1 0 0,1 0-1 0 0,0 0 1 0 0,-1 1-1 0 0,0-1 1 0 0,0-1-1 0 0,1 2 1 0 0,-1-1 0 0 0,1 1 0 0 0,0 0 0 0 0,-1 0 0 0 0,1-1-1 0 0,-1 1 1 0 0,1 0 0 0 0,-1 0 0 0 0,1 0 0 0 0,0 0 0 0 0,-1 0 0 0 0,1 0 0 0 0,-1-1-1 0 0,1 1 1 0 0,-1 0 0 0 0,1 0 0 0 0,-1 0 0 0 0,1 1 0 0 0,-1-1 0 0 0,1 0 0 0 0,-1 0-1 0 0,0 0 1 0 0,-18 12 5 0 0,19-12-4 0 0,-13 12 9 0 0,1 1 0 0 0,0 0 1 0 0,1 1-1 0 0,-14 22 0 0 0,-32 65 24 0 0,53-93-31 0 0,-4 6 4 0 0,0 0 1 0 0,2 0-1 0 0,0 1 0 0 0,0 0 1 0 0,2 0-1 0 0,0 1 0 0 0,0-1 1 0 0,2 1-1 0 0,0 0 0 0 0,0-1 1 0 0,2 18-1 0 0,0-30-6 0 0,1-1 0 0 0,-1 1 1 0 0,1 0-1 0 0,0-1 0 0 0,-1 1 1 0 0,1 0-1 0 0,1-1 0 0 0,-1 1 0 0 0,0-1 1 0 0,1 1-1 0 0,-1-1 0 0 0,1 0 0 0 0,-1 0 1 0 0,1 0-1 0 0,0 0 0 0 0,2 2 0 0 0,0-1-24 0 0,0 0-1 0 0,1 0 1 0 0,-1-1-1 0 0,0 0 0 0 0,1 0 1 0 0,-1 0-1 0 0,1 0 1 0 0,7 1-1 0 0,2 0-207 0 0,0-1-1 0 0,0-1 1 0 0,1 0 0 0 0,-1-1-1 0 0,19-2 1 0 0,-9-2-388 0 0,-1 0-1 0 0,1-2 0 0 0,-1-1 1 0 0,0 0-1 0 0,0-2 1 0 0,-1-1-1 0 0,-1 0 1 0 0,35-23-1 0 0,-21 9-157 0 0,-1-2 0 0 0,0-1-1 0 0,-2-2 1 0 0,28-32 0 0 0,-57 57 738 0 0,60-70-87 0 0,-57 65 325 0 0,0 0-1 0 0,0-1 1 0 0,-1 0 0 0 0,0 1-1 0 0,0-1 1 0 0,4-18-1 0 0,-6 1 670 0 0,-3 26-804 0 0,0-1 0 0 0,0 1-1 0 0,-1 0 1 0 0,1 0 0 0 0,0-1 0 0 0,0 1-1 0 0,-1 0 1 0 0,1 0 0 0 0,0-1-1 0 0,-1 1 1 0 0,1 0 0 0 0,-1 0-1 0 0,0 0 1 0 0,1 0 0 0 0,-1 0-1 0 0,0 0 1 0 0,0 0 0 0 0,0 0 0 0 0,0 0-1 0 0,-1-1 1 0 0,0 1 9 0 0,0 0 1 0 0,-1 0 0 0 0,1 0-1 0 0,-1 0 1 0 0,1 0-1 0 0,-1 0 1 0 0,1 1-1 0 0,-1-1 1 0 0,0 1-1 0 0,1 0 1 0 0,-1 0-1 0 0,0 0 1 0 0,1 0-1 0 0,-1 0 1 0 0,0 1 0 0 0,1-1-1 0 0,-1 1 1 0 0,1-1-1 0 0,-4 3 1 0 0,1-1-9 0 0,1 0 0 0 0,-1 1-1 0 0,1 0 1 0 0,-1 0 0 0 0,1 0 0 0 0,0 1 0 0 0,1-1 0 0 0,-1 1 0 0 0,-5 7 0 0 0,3-3-30 0 0,1 0 1 0 0,-1 0-1 0 0,2 1 1 0 0,-1-1-1 0 0,1 1 1 0 0,0 1-1 0 0,1-1 1 0 0,0 0-1 0 0,1 1 1 0 0,-3 16-1 0 0,5-9-6 0 0,1 1 0 0 0,1-1 0 0 0,1 0-1 0 0,0 1 1 0 0,9 26 0 0 0,-5-23 63 0 0,-2 0 1 0 0,4 38-1 0 0,-8-55-33 0 0,-1 0 0 0 0,0 1 1 0 0,0-1-1 0 0,0 0 0 0 0,-1 0 0 0 0,1 1 0 0 0,-1-1 0 0 0,0 0 1 0 0,0 0-1 0 0,-1 0 0 0 0,1 0 0 0 0,-1 0 0 0 0,0 0 0 0 0,0-1 1 0 0,0 1-1 0 0,0 0 0 0 0,-4 3 0 0 0,2-4-49 0 0,1 1 0 0 0,-1-1 0 0 0,0 0 0 0 0,-1-1-1 0 0,1 1 1 0 0,0-1 0 0 0,-1 1 0 0 0,1-1 0 0 0,-1-1 0 0 0,0 1 0 0 0,0-1 0 0 0,-7 2 0 0 0,-5-1-604 0 0,1-1 1 0 0,0-1 0 0 0,-1 0 0 0 0,1-1 0 0 0,0 0 0 0 0,-1-2 0 0 0,-26-7 0 0 0,1-3-3582 0 0,-6-6-2143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98 102 2204 0 0,'-17'-14'2996'0'0,"0"2"-771"0"0,5 4-425 0 0,1-3-460 0 0,1 4-272 0 0,0-1-220 0 0,3 1-160 0 0,-2 2 296 0 0,4-4-360 0 0,10 2-444 0 0,9 2-768 0 0,14 0-2312 0 0,-13 3-704 0 0,6 1-1857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91 854 2104 0 0,'-3'0'2059'0'0,"-48"0"5316"0"0,47 0-6664 0 0,1 0-82 0 0,-24 0 1730 0 0,24 0-1705 0 0,3-2-422 0 0,1 0-200 0 0,-1-1 1 0 0,1 1-1 0 0,0 0 1 0 0,0 0-1 0 0,-1-1 1 0 0,1 1-1 0 0,1 0 1 0 0,-1 0-1 0 0,0 0 0 0 0,0 0 1 0 0,1 0-1 0 0,-1 0 1 0 0,1 1-1 0 0,2-3 1 0 0,33-28 104 0 0,-24 22-98 0 0,22-20 4 0 0,-2-2 0 0 0,-1 0 1 0 0,-2-2-1 0 0,50-72 1 0 0,-64 80-39 0 0,-1-1 1 0 0,-1-1 0 0 0,-1 0 0 0 0,-1 0-1 0 0,-2-1 1 0 0,-1-1 0 0 0,-1 1-1 0 0,4-39 1 0 0,-7 49-5 0 0,-4 15-3 0 0,0 0 0 0 0,0 1 0 0 0,0-1 0 0 0,-1 0 0 0 0,1 0 0 0 0,-1 0 0 0 0,0 0 0 0 0,0 0 0 0 0,0 1 0 0 0,0-1 0 0 0,-1 0 1 0 0,0 0-1 0 0,-1-4 0 0 0,2 7 1 0 0,-1 0 1 0 0,1 0 0 0 0,-1 0-1 0 0,0 0 1 0 0,1 0 0 0 0,-1 1-1 0 0,0-1 1 0 0,0 0 0 0 0,0 0-1 0 0,0 0 1 0 0,0 1 0 0 0,0-1-1 0 0,0 0 1 0 0,0 1 0 0 0,0-1-1 0 0,0 1 1 0 0,0 0 0 0 0,0-1-1 0 0,0 1 1 0 0,0 0 0 0 0,0-1-1 0 0,-1 1 1 0 0,1 0 0 0 0,0 0-1 0 0,0 0 1 0 0,0 0 0 0 0,0 0-1 0 0,-1 0 1 0 0,1 0 0 0 0,0 1-1 0 0,0-1 1 0 0,0 0 0 0 0,0 1-1 0 0,0-1 1 0 0,0 1 0 0 0,0-1-1 0 0,0 1 1 0 0,0-1 0 0 0,0 1-1 0 0,0 0 1 0 0,0-1 0 0 0,-1 3-1 0 0,0-3-2 0 0,-1 3 2 0 0,-1-1 0 0 0,1 1 0 0 0,-1-1 0 0 0,1 1-1 0 0,0 0 1 0 0,0 1 0 0 0,0-1 0 0 0,0 0 0 0 0,1 1 0 0 0,-1 0 0 0 0,1-1-1 0 0,0 1 1 0 0,0 0 0 0 0,0 0 0 0 0,1 0 0 0 0,-1 0 0 0 0,1 1-1 0 0,0-1 1 0 0,0 0 0 0 0,1 0 0 0 0,-1 1 0 0 0,1-1 0 0 0,0 1 0 0 0,0-1-1 0 0,0 0 1 0 0,2 6 0 0 0,-1-3 2 0 0,1-1 1 0 0,0 0-1 0 0,0 0 1 0 0,0 0-1 0 0,1-1 0 0 0,0 1 1 0 0,0 0-1 0 0,0-1 1 0 0,1 0-1 0 0,0 0 0 0 0,0 0 1 0 0,0 0-1 0 0,1 0 1 0 0,-1-1-1 0 0,1 0 0 0 0,0 0 1 0 0,7 4-1 0 0,26 12 12 0 0,1-3 0 0 0,1-1 0 0 0,54 15 0 0 0,10 3-57 0 0,-103-34 45 0 0,0 1 0 0 0,-1-1 0 0 0,1 0 0 0 0,-1 1 0 0 0,1-1 0 0 0,-1 1 0 0 0,1-1 0 0 0,-1 1 1 0 0,1-1-1 0 0,-1 1 0 0 0,1-1 0 0 0,-1 1 0 0 0,1-1 0 0 0,-1 1 0 0 0,0 0 0 0 0,1-1 0 0 0,-1 1 1 0 0,0-1-1 0 0,0 1 0 0 0,1 0 0 0 0,-1-1 0 0 0,0 1 0 0 0,0 0 0 0 0,0-1 0 0 0,0 1 0 0 0,0 0 1 0 0,0 0-1 0 0,0-1 0 0 0,0 1 0 0 0,0 0 0 0 0,0-1 0 0 0,-1 1 0 0 0,1 0 0 0 0,0-1 0 0 0,0 1 0 0 0,-1 0 1 0 0,1-1-1 0 0,0 1 0 0 0,-1-1 0 0 0,1 1 0 0 0,0 0 0 0 0,-2 0 0 0 0,-17 25-11 0 0,18-25 9 0 0,-25 25 17 0 0,-23 27-7 0 0,46-48-9 0 0,-1 0 0 0 0,1 0 0 0 0,0 0 0 0 0,0 0 0 0 0,0 1 0 0 0,1-1-1 0 0,-1 1 1 0 0,2 0 0 0 0,-3 6 0 0 0,4-10 2 0 0,0-1 1 0 0,0 0-1 0 0,-1 0 0 0 0,1 1 0 0 0,0-1 1 0 0,1 0-1 0 0,-1 0 0 0 0,0 1 0 0 0,0-1 0 0 0,0 0 1 0 0,1 1-1 0 0,-1-1 0 0 0,1 0 0 0 0,-1 0 1 0 0,1 0-1 0 0,-1 0 0 0 0,1 1 0 0 0,0-1 0 0 0,-1 0 1 0 0,1 0-1 0 0,0 0 0 0 0,0 0 0 0 0,1 1 1 0 0,0-1 0 0 0,1 1 1 0 0,-1-1 0 0 0,1 1 0 0 0,-1-1 0 0 0,1 0 0 0 0,0 0-1 0 0,0 0 1 0 0,-1 0 0 0 0,1-1 0 0 0,3 1 0 0 0,8 1 10 0 0,-1-2 1 0 0,1 1 0 0 0,19-4-1 0 0,-32 3-12 0 0,41-6-3 0 0,0-1 0 0 0,-1-3 1 0 0,-1-1-1 0 0,1-2 0 0 0,-2-2 1 0 0,0-1-1 0 0,42-26 0 0 0,-42 20 10 0 0,0-2-1 0 0,54-46 0 0 0,-75 54-4 0 0,0 0-1 0 0,-2-1 0 0 0,0 0 0 0 0,-1-2 1 0 0,-1 0-1 0 0,20-35 0 0 0,-31 49-2 0 0,-1 1-1 0 0,0-1 0 0 0,0 1 0 0 0,-1-1 1 0 0,1 0-1 0 0,-1 1 0 0 0,0-1 0 0 0,-1 0 1 0 0,1 0-1 0 0,-1 0 0 0 0,0 0 1 0 0,0-7-1 0 0,-1 10 0 0 0,1 1 0 0 0,-1-1 0 0 0,1 0 1 0 0,-1 0-1 0 0,0 1 0 0 0,0-1 0 0 0,0 1 0 0 0,0-1 0 0 0,0 0 1 0 0,0 1-1 0 0,0 0 0 0 0,0-1 0 0 0,-1 1 0 0 0,1 0 0 0 0,0-1 1 0 0,-1 1-1 0 0,1 0 0 0 0,-1 0 0 0 0,0 0 0 0 0,1 1 0 0 0,-1-1 0 0 0,0 0 1 0 0,1 0-1 0 0,-1 1 0 0 0,0-1 0 0 0,0 1 0 0 0,0 0 0 0 0,1-1 1 0 0,-1 1-1 0 0,0 0 0 0 0,0 0 0 0 0,0 0 0 0 0,0 0 0 0 0,-3 1 1 0 0,-3 1 0 0 0,-1-1 0 0 0,1 1 1 0 0,0 0-1 0 0,0 0 0 0 0,0 1 1 0 0,0 1-1 0 0,0-1 1 0 0,1 1-1 0 0,0 0 0 0 0,0 1 1 0 0,-8 5-1 0 0,-1 3 8 0 0,0 1-1 0 0,1 0 1 0 0,-17 22 0 0 0,19-21-2 0 0,1 1-1 0 0,0 0 1 0 0,1 1 0 0 0,1 1 0 0 0,1-1-1 0 0,-10 27 1 0 0,17-37-2 0 0,0-1 0 0 0,1 1 0 0 0,-1 0 0 0 0,1 0 0 0 0,1 0 0 0 0,-1 0 0 0 0,1 0 1 0 0,0-1-1 0 0,3 13 0 0 0,-2-14 0 0 0,0-1 1 0 0,1 1-1 0 0,-1-1 1 0 0,1 1-1 0 0,0-1 1 0 0,1 1-1 0 0,-1-1 0 0 0,1 0 1 0 0,0 0-1 0 0,0 0 1 0 0,0-1-1 0 0,0 1 1 0 0,1-1-1 0 0,-1 1 1 0 0,6 2-1 0 0,3 2-2 0 0,0-1 0 0 0,0 0 0 0 0,1-1 0 0 0,0-1 0 0 0,0 0 0 0 0,1-1 0 0 0,-1 0 0 0 0,1-1 0 0 0,0 0 0 0 0,0-1 0 0 0,0-1 0 0 0,26-1 0 0 0,-3-1-328 0 0,-1-3 0 0 0,0-1-1 0 0,64-17 1 0 0,-60 10-88 0 0,-1-2 1 0 0,-1-1-1 0 0,0-2 0 0 0,-1-2 1 0 0,-1-1-1 0 0,-1-2 0 0 0,-1-2 1 0 0,-1 0-1 0 0,-1-3 0 0 0,-1 0 0 0 0,-2-2 1 0 0,30-37-1 0 0,-6-1 1438 0 0,-3-2 1 0 0,71-126-1 0 0,-121 194-997 0 0,0 0 0 0 0,0 0 0 0 0,1 0 0 0 0,-1 1 0 0 0,1-1-1 0 0,-1 0 1 0 0,0 1 0 0 0,1-1 0 0 0,-1 0 0 0 0,1 1 0 0 0,0-1 0 0 0,-1 0-1 0 0,1 1 1 0 0,0-1 0 0 0,-1 1 0 0 0,1-1 0 0 0,1 0 0 0 0,-2 1 6 0 0,1 1-1 0 0,-1-1 1 0 0,0 0 0 0 0,1 1 0 0 0,-1-1 0 0 0,0 0 0 0 0,0 1-1 0 0,1-1 1 0 0,-1 0 0 0 0,0 1 0 0 0,0-1 0 0 0,0 1 0 0 0,0-1 0 0 0,1 0-1 0 0,-1 1 1 0 0,0-1 0 0 0,0 1 0 0 0,0-1 0 0 0,0 0 0 0 0,0 1-1 0 0,0-1 1 0 0,0 1 0 0 0,0 0 0 0 0,-3 35 879 0 0,-90 460 3021 0 0,46-265-3164 0 0,-115 576 293 0 0,159-790-1093 0 0,-4 21-594 0 0,-24 72 0 0 0,30-108 306 0 0,1 0 0 0 0,-1 0 1 0 0,0 0-1 0 0,0 0 0 0 0,0-1 1 0 0,0 1-1 0 0,-1 0 0 0 0,1-1 1 0 0,0 1-1 0 0,-1-1 1 0 0,1 1-1 0 0,-1-1 0 0 0,-1 2 1 0 0,2-3 66 0 0,0 1 1 0 0,0-1 0 0 0,1 0 0 0 0,-1 0 0 0 0,0 1-1 0 0,0-1 1 0 0,0 0 0 0 0,0 0 0 0 0,1 0 0 0 0,-1 0-1 0 0,0 0 1 0 0,0 0 0 0 0,0 0 0 0 0,0 0 0 0 0,1 0 0 0 0,-1-1-1 0 0,0 1 1 0 0,0 0 0 0 0,0-1 0 0 0,1 1 0 0 0,-1 0-1 0 0,0-1 1 0 0,0 1 0 0 0,1-1 0 0 0,-1 1 0 0 0,0-1-1 0 0,1 1 1 0 0,-1-1 0 0 0,1 1 0 0 0,-1-1 0 0 0,0 0-1 0 0,-9-15-5572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8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2252 0 0,'8'-16'1058'0'0,"1"1"0"0"0,0 0-1 0 0,2 0 1 0 0,0 1 0 0 0,0 0-1 0 0,16-14 1 0 0,-19 21-769 0 0,0 1-1 0 0,0 0 1 0 0,1 0 0 0 0,0 1-1 0 0,0 0 1 0 0,0 0 0 0 0,0 1-1 0 0,1 1 1 0 0,0-1 0 0 0,0 1-1 0 0,0 1 1 0 0,11-2 0 0 0,-5 3-10 0 0,-1 0 1 0 0,1 0-1 0 0,-1 2 0 0 0,1 0 1 0 0,-1 1-1 0 0,25 5 1 0 0,-33-5-165 0 0,0 0 1 0 0,0 0-1 0 0,0 1 1 0 0,0-1-1 0 0,-1 1 0 0 0,1 1 1 0 0,-1-1-1 0 0,0 1 1 0 0,0 0-1 0 0,0 1 0 0 0,-1-1 1 0 0,0 1-1 0 0,1 0 1 0 0,-2 1-1 0 0,1-1 1 0 0,5 9-1 0 0,-8-11-44 0 0,-1 0 0 0 0,1 1 1 0 0,-1-1-1 0 0,0 0 0 0 0,0 1 1 0 0,0-1-1 0 0,0 0 0 0 0,-1 1 0 0 0,1-1 1 0 0,-1 1-1 0 0,0-1 0 0 0,0 1 0 0 0,0 0 1 0 0,-1-1-1 0 0,-1 7 0 0 0,1-4-9 0 0,-1-1 0 0 0,-1 1 0 0 0,1-1 0 0 0,-1 1 0 0 0,0-1 0 0 0,0 0 0 0 0,-1 0 0 0 0,-6 7 1 0 0,-2 1 8 0 0,-1 0 1 0 0,-1-1 0 0 0,0-1-1 0 0,-1 0 1 0 0,-18 9 0 0 0,18-11-193 0 0,0 0-1 0 0,0-1 1 0 0,-1-1 0 0 0,0-1 0 0 0,0 0-1 0 0,-27 5 1 0 0,41-10-67 0 0,0-1 1 0 0,1 0-1 0 0,-1 0 0 0 0,0 0 1 0 0,1 0-1 0 0,-1 0 0 0 0,0-1 0 0 0,1 1 1 0 0,-1 0-1 0 0,1-1 0 0 0,-1 1 1 0 0,0-1-1 0 0,1 0 0 0 0,-1 1 0 0 0,1-1 1 0 0,-3-2-1 0 0,3 1-243 0 0,0 1 0 0 0,0-1 0 0 0,0 0 1 0 0,1 1-1 0 0,-1-1 0 0 0,1 0 0 0 0,-1 0 0 0 0,1 1 0 0 0,0-1 0 0 0,0 0 0 0 0,0 0 0 0 0,0 0 0 0 0,0 0 1 0 0,0 1-1 0 0,0-1 0 0 0,0 0 0 0 0,1-2 0 0 0,3-13-4825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8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1412 0 0,'84'-40'9001'0'0,"-82"39"-8850"0"0,0 0-1 0 0,0 1 1 0 0,0-1-1 0 0,0 1 1 0 0,1 0 0 0 0,-1 0-1 0 0,0 0 1 0 0,0 0 0 0 0,0 0-1 0 0,1 0 1 0 0,-1 0-1 0 0,0 1 1 0 0,0-1 0 0 0,0 1-1 0 0,0 0 1 0 0,4 1 0 0 0,0 1 176 0 0,1 0 1 0 0,-1 0 0 0 0,0 1 0 0 0,6 4 0 0 0,1 5 27 0 0,-1 0 0 0 0,0 1 0 0 0,-1 0 0 0 0,-1 0 0 0 0,0 1 0 0 0,13 28 0 0 0,-8-17-162 0 0,16 34 93 0 0,10 15 215 0 0,-41-75-497 0 0,1 1 1 0 0,-1-1-1 0 0,1 1 1 0 0,0-1 0 0 0,-1 1-1 0 0,1-1 1 0 0,0 1-1 0 0,-1-1 1 0 0,1 0 0 0 0,0 1-1 0 0,-1-1 1 0 0,1 0-1 0 0,0 0 1 0 0,0 0 0 0 0,0 1-1 0 0,-1-1 1 0 0,1 0-1 0 0,0 0 1 0 0,0 0 0 0 0,0 0-1 0 0,-1 0 1 0 0,1-1-1 0 0,0 1 1 0 0,0 0 0 0 0,-1 0-1 0 0,1 0 1 0 0,0-1-1 0 0,0 1 1 0 0,-1 0 0 0 0,1-1-1 0 0,0 1 1 0 0,-1 0-1 0 0,1-1 1 0 0,0 1-1 0 0,-1-1 1 0 0,1 1 0 0 0,0-2-1 0 0,24-20 9 0 0,-25 21-10 0 0,47-52 11 0 0,-21 22-20 0 0,33-30-1 0 0,-50 53 4 0 0,0 0-1 0 0,1 0 1 0 0,0 1 0 0 0,1 1-1 0 0,-1-1 1 0 0,1 2 0 0 0,23-9-1 0 0,-28 12 3 0 0,0 1 0 0 0,0 0 0 0 0,1 0 0 0 0,-1 0 0 0 0,0 1 0 0 0,0 0 0 0 0,1 0 0 0 0,-1 1 0 0 0,0-1 0 0 0,0 2 0 0 0,0-1 0 0 0,1 0 0 0 0,-1 1 0 0 0,-1 0 0 0 0,1 1 0 0 0,0 0 0 0 0,10 5 0 0 0,4 6-1 0 0,0 1-1 0 0,-1 0 1 0 0,23 24 0 0 0,-2-2 29 0 0,-17-16-35 0 0,-13-11 43 0 0,0 0 1 0 0,1-1-1 0 0,0-1 1 0 0,1 1-1 0 0,0-2 0 0 0,0 0 1 0 0,1 0-1 0 0,17 6 0 0 0,-28-12-32 0 0,1-1 0 0 0,0 0 0 0 0,0 1 0 0 0,0-1 0 0 0,-1 0 0 0 0,1 0-1 0 0,0 0 1 0 0,0-1 0 0 0,-1 1 0 0 0,1-1 0 0 0,0 0 0 0 0,0 1 0 0 0,-1-1 0 0 0,1 0-1 0 0,-1-1 1 0 0,1 1 0 0 0,-1 0 0 0 0,1-1 0 0 0,-1 1 0 0 0,0-1 0 0 0,0 0-1 0 0,0 0 1 0 0,0 0 0 0 0,0 0 0 0 0,0 0 0 0 0,0 0 0 0 0,-1 0 0 0 0,1-1 0 0 0,-1 1-1 0 0,2-4 1 0 0,4-7 2 0 0,-1-1-1 0 0,0 1 1 0 0,-1-1-1 0 0,4-16 1 0 0,-8 26-5 0 0,5-16 2 0 0,-2 0 1 0 0,0-1-1 0 0,-1 1 1 0 0,-2-1-1 0 0,0-33 1 0 0,-1 52-3 0 0,0 0 0 0 0,0 1 0 0 0,0-1 0 0 0,0 0-1 0 0,-1 0 1 0 0,1 0 0 0 0,-1 1 0 0 0,1-1 0 0 0,-1 0 0 0 0,1 0 0 0 0,-1 1-1 0 0,0-1 1 0 0,0 0 0 0 0,0 1 0 0 0,0-1 0 0 0,0 1 0 0 0,0 0 0 0 0,-2-3 0 0 0,2 4-1 0 0,0-1 1 0 0,0 1 0 0 0,-1-1 0 0 0,1 1-1 0 0,0 0 1 0 0,0 0 0 0 0,0-1 0 0 0,0 1-1 0 0,0 0 1 0 0,0 0 0 0 0,-1 0-1 0 0,1 0 1 0 0,0 0 0 0 0,0 1 0 0 0,0-1-1 0 0,0 0 1 0 0,0 0 0 0 0,-1 1 0 0 0,1-1-1 0 0,0 1 1 0 0,-1 0 0 0 0,-5 3-2 0 0,1 0 1 0 0,-1 1-1 0 0,1-1 0 0 0,0 1 1 0 0,0 1-1 0 0,-8 9 1 0 0,0 2 0 0 0,2-1 1 0 0,0 2 0 0 0,2 0-1 0 0,-1 0 1 0 0,-9 25 0 0 0,16-31 10 0 0,-1 0 0 0 0,1 0-1 0 0,1 0 1 0 0,1 0 0 0 0,-1 0 0 0 0,2 1 0 0 0,0-1 0 0 0,0 1 0 0 0,1-1 0 0 0,2 16-1 0 0,-1-25-1 0 0,-1 0-1 0 0,1 0 0 0 0,0-1 0 0 0,0 1 0 0 0,0 0 1 0 0,0 0-1 0 0,0-1 0 0 0,0 1 0 0 0,1-1 0 0 0,0 1 1 0 0,-1-1-1 0 0,1 0 0 0 0,0 0 0 0 0,0 1 0 0 0,0-1 0 0 0,0-1 1 0 0,5 4-1 0 0,-2-2-1 0 0,-1-1 0 0 0,1 0 0 0 0,0 0 0 0 0,-1 0 1 0 0,1-1-1 0 0,0 0 0 0 0,0 0 0 0 0,0 0 0 0 0,8 0 0 0 0,2-1 11 0 0,0 0-1 0 0,1-1 1 0 0,-1-1-1 0 0,0-1 1 0 0,28-8-1 0 0,2-7-1 0 0,0-2 0 0 0,76-46 0 0 0,-80 41-24 0 0,0 3 0 0 0,2 1 0 0 0,51-18-1 0 0,-90 38 15 0 0,-1 0-1 0 0,1 0 1 0 0,0 1-1 0 0,0-1 0 0 0,0 1 1 0 0,0-1-1 0 0,0 1 0 0 0,0 1 1 0 0,0-1-1 0 0,0 0 0 0 0,0 1 1 0 0,0 0-1 0 0,0 0 0 0 0,-1 0 1 0 0,1 0-1 0 0,0 1 1 0 0,-1-1-1 0 0,5 3 0 0 0,-3 0 28 0 0,0-1 0 0 0,-1 1-1 0 0,1 0 1 0 0,-1 1 0 0 0,0-1-1 0 0,0 1 1 0 0,0-1 0 0 0,-1 1-1 0 0,0 0 1 0 0,1 0 0 0 0,1 7 0 0 0,-1-4 55 0 0,0 0 1 0 0,-1 1-1 0 0,-1-1 1 0 0,1 0 0 0 0,-2 1-1 0 0,1-1 1 0 0,-1 1-1 0 0,0 0 1 0 0,-1 0-1 0 0,0-1 1 0 0,0 1 0 0 0,-1 0-1 0 0,0-1 1 0 0,0 1-1 0 0,-1 0 1 0 0,-5 13 0 0 0,3-15-31 0 0,0 0 0 0 0,-1 0 0 0 0,0-1 0 0 0,0 1 0 0 0,0-1 0 0 0,-1 0-1 0 0,0 0 1 0 0,0-1 0 0 0,-1 0 0 0 0,1 0 0 0 0,-1 0 0 0 0,0-1 0 0 0,0 0 0 0 0,-1 0 0 0 0,1-1 0 0 0,-12 4 0 0 0,11-5-90 0 0,1 0 0 0 0,-1 0 0 0 0,0 0 0 0 0,0-1 0 0 0,0 0 0 0 0,0-1 0 0 0,0 0-1 0 0,0 0 1 0 0,0-1 0 0 0,0 0 0 0 0,0 0 0 0 0,0-1 0 0 0,0 0 0 0 0,1 0 0 0 0,-1-1 0 0 0,1 0-1 0 0,-8-4 1 0 0,14 7-121 0 0,0-1-1 0 0,-1 0 1 0 0,1 0 0 0 0,0 1-1 0 0,0-1 1 0 0,0 0-1 0 0,0 0 1 0 0,1 0-1 0 0,-1 0 1 0 0,0 0 0 0 0,0 0-1 0 0,0 0 1 0 0,1 0-1 0 0,-1 0 1 0 0,1-1-1 0 0,-1 1 1 0 0,1 0 0 0 0,-1 0-1 0 0,1-1 1 0 0,0 1-1 0 0,-1 0 1 0 0,1 0-1 0 0,0-1 1 0 0,0 1 0 0 0,0 0-1 0 0,0-1 1 0 0,0 1-1 0 0,0 0 1 0 0,1-3-1 0 0,0 0-882 0 0,1 0 0 0 0,0-1 0 0 0,0 1 0 0 0,0 0 0 0 0,0 0 0 0 0,1 0 0 0 0,2-4 0 0 0,8-11-5019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9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64 115 1764 0 0,'11'6'8581'0'0,"-10"-4"-8229"0"0,0 30 3014 0 0,-1-26-2758 0 0,0 1 1 0 0,0 0-1 0 0,1-1 0 0 0,0 1 0 0 0,3 11 0 0 0,-3-15-514 0 0,0 0-1 0 0,0-1 1 0 0,1 1-1 0 0,-1-1 0 0 0,1 0 1 0 0,-1 1-1 0 0,1-1 1 0 0,0 0-1 0 0,0 0 0 0 0,0 0 1 0 0,0 0-1 0 0,1 0 1 0 0,-1 0-1 0 0,0-1 0 0 0,1 1 1 0 0,-1-1-1 0 0,1 0 1 0 0,2 1-1 0 0,2 1-30 0 0,-1-1 0 0 0,0 1-1 0 0,1-2 1 0 0,0 1 0 0 0,-1-1-1 0 0,1 0 1 0 0,0 0 0 0 0,0-1 0 0 0,-1 0-1 0 0,1 0 1 0 0,0-1 0 0 0,0 1 0 0 0,11-4-1 0 0,-13 2-51 0 0,1 0 0 0 0,-1 0 0 0 0,0 0 0 0 0,0-1 0 0 0,-1 0 0 0 0,1 0-1 0 0,0 0 1 0 0,-1 0 0 0 0,0-1 0 0 0,0 1 0 0 0,0-1 0 0 0,0 0 0 0 0,0-1 0 0 0,-1 1 0 0 0,0-1-1 0 0,0 1 1 0 0,3-8 0 0 0,2-3 2 0 0,-1-1 0 0 0,9-30 0 0 0,-15 41-13 0 0,1 0-1 0 0,-1-1 1 0 0,0 0 0 0 0,-1 1-1 0 0,1-1 1 0 0,-1 0 0 0 0,-1 1-1 0 0,1-1 1 0 0,-1 0-1 0 0,1 1 1 0 0,-2-1 0 0 0,-2-9-1 0 0,3 14 0 0 0,1-1 0 0 0,-1 0 0 0 0,0 1 0 0 0,0-1-1 0 0,0 1 1 0 0,0-1 0 0 0,0 1 0 0 0,0 0 0 0 0,0-1 0 0 0,-1 1-1 0 0,1 0 1 0 0,0 0 0 0 0,-1 0 0 0 0,1 0 0 0 0,-1 0 0 0 0,1 0-1 0 0,-1 0 1 0 0,1 1 0 0 0,-4-2 0 0 0,2 1-1 0 0,0 1 1 0 0,0 0-1 0 0,-1-1 1 0 0,1 1-1 0 0,0 0 0 0 0,0 1 1 0 0,0-1-1 0 0,0 0 1 0 0,-1 1-1 0 0,-3 1 0 0 0,-2 1 1 0 0,-1 1 0 0 0,1 0 0 0 0,0 1 0 0 0,0 0 1 0 0,-16 11-1 0 0,6 0 12 0 0,1 0 0 0 0,1 1 0 0 0,0 1 0 0 0,1 1 0 0 0,1 0 0 0 0,1 0 0 0 0,1 2 0 0 0,1 0 0 0 0,0 0 0 0 0,2 1 0 0 0,0 1 0 0 0,-11 40 1 0 0,20-58-3 0 0,0-1 1 0 0,0 1 0 0 0,1-1-1 0 0,-1 1 1 0 0,1-1 0 0 0,0 1 0 0 0,1-1-1 0 0,-1 1 1 0 0,1-1 0 0 0,-1 1 0 0 0,1-1-1 0 0,1 1 1 0 0,-1-1 0 0 0,1 0 0 0 0,-1 1-1 0 0,1-1 1 0 0,0 0 0 0 0,1 0-1 0 0,3 5 1 0 0,-1-4-62 0 0,-1 0-1 0 0,1-1 1 0 0,0 0-1 0 0,0 0 1 0 0,1 0-1 0 0,-1-1 1 0 0,1 0-1 0 0,0 0 0 0 0,0 0 1 0 0,0-1-1 0 0,0 1 1 0 0,0-2-1 0 0,8 3 1 0 0,-2-2-402 0 0,-1-1-1 0 0,1 0 1 0 0,-1 0 0 0 0,1-1 0 0 0,-1-1 0 0 0,1 0-1 0 0,-1 0 1 0 0,1-1 0 0 0,12-4 0 0 0,-1-2-1572 0 0,0 0 1 0 0,0-1-1 0 0,27-17 1 0 0,-14 6-3079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0 224 2788 0 0,'18'-11'1854'0'0,"-7"3"-555"0"0,1 1 1 0 0,-1 1 0 0 0,1 0-1 0 0,16-5 1 0 0,-27 10-1247 0 0,0 1 0 0 0,-1 0 0 0 0,1 0 0 0 0,0 1 0 0 0,0-1 0 0 0,-1 0 0 0 0,1 0 0 0 0,0 0 0 0 0,-1 0 0 0 0,1 0 0 0 0,0 1 0 0 0,-1-1 0 0 0,1 0 0 0 0,0 1 0 0 0,-1-1 0 0 0,1 0 0 0 0,-1 1 0 0 0,1-1 0 0 0,0 1 0 0 0,-1-1 0 0 0,1 1 0 0 0,-1-1 0 0 0,0 1 0 0 0,1 0 0 0 0,-1-1 0 0 0,1 1 0 0 0,-1-1 0 0 0,0 1 0 0 0,1 0 0 0 0,-1-1 0 0 0,0 2 0 0 0,7 22 1134 0 0,-6-8-798 0 0,0 0-1 0 0,-1 0 0 0 0,0 1 1 0 0,-4 19-1 0 0,-1 25 212 0 0,2-37 339 0 0,2-21-284 0 0,2-13-538 0 0,1 2-108 0 0,0-1-1 0 0,1 0 1 0 0,-1 1-1 0 0,2-1 1 0 0,7-13-1 0 0,25-40-28 0 0,-34 60 21 0 0,14-23-8 0 0,2 1 0 0 0,0 1-1 0 0,2 0 1 0 0,1 2-1 0 0,40-34 1 0 0,-48 44 3 0 0,2 1-1 0 0,-1 1 0 0 0,2 0 1 0 0,-1 0-1 0 0,1 2 1 0 0,0 0-1 0 0,1 0 0 0 0,-1 2 1 0 0,1 0-1 0 0,0 1 1 0 0,20-2-1 0 0,-30 6 26 0 0,-1-1 0 0 0,0 1 0 0 0,1 1 0 0 0,-1-1 0 0 0,1 1 0 0 0,-1 0 0 0 0,0 1 1 0 0,0-1-1 0 0,1 1 0 0 0,-1 1 0 0 0,0-1 0 0 0,-1 1 0 0 0,1 0 0 0 0,0 0 0 0 0,-1 1 0 0 0,0-1 0 0 0,0 1 0 0 0,0 1 0 0 0,0-1 0 0 0,0 0 0 0 0,-1 1 0 0 0,0 0 1 0 0,0 0-1 0 0,0 1 0 0 0,-1-1 0 0 0,0 1 0 0 0,0-1 0 0 0,0 1 0 0 0,-1 0 0 0 0,0 0 0 0 0,0 0 0 0 0,0 1 0 0 0,-1-1 0 0 0,1 7 0 0 0,-1 10 128 0 0,-1 1-1 0 0,-2-1 1 0 0,-4 29-1 0 0,-2 14-304 0 0,8-64 40 0 0,0 0 0 0 0,-1 0-1 0 0,1 0 1 0 0,0 0 0 0 0,1 1-1 0 0,-1-1 1 0 0,0 0 0 0 0,1 0-1 0 0,-1 0 1 0 0,1 0 0 0 0,0 0-1 0 0,-1-1 1 0 0,1 1-1 0 0,0 0 1 0 0,0 0 0 0 0,0 0-1 0 0,0-1 1 0 0,1 1 0 0 0,-1 0-1 0 0,0-1 1 0 0,1 1 0 0 0,2 1-1 0 0,-2-1-702 0 0,1-1-1 0 0,0 1 0 0 0,0-1 0 0 0,0 1 1 0 0,0-1-1 0 0,0 0 0 0 0,0 0 1 0 0,6 0-1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9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92 187 20 0 0,'78'-187'18559'0'0,"-77"199"-17631"0"0,-3 20-44 0 0,-112 473 4068 0 0,96-443-4670 0 0,9-34-162 0 0,1 0-1 0 0,1 1 1 0 0,2 0 0 0 0,-3 43 0 0 0,8-68-192 0 0,0 0 1 0 0,1 0-1 0 0,-1 0 1 0 0,1 0 0 0 0,-1 0-1 0 0,1-1 1 0 0,1 1-1 0 0,-1 0 1 0 0,0 0 0 0 0,1-1-1 0 0,0 1 1 0 0,0-1-1 0 0,0 1 1 0 0,0-1-1 0 0,0 0 1 0 0,1 0 0 0 0,0 0-1 0 0,-1 0 1 0 0,1 0-1 0 0,0-1 1 0 0,0 1 0 0 0,1-1-1 0 0,-1 0 1 0 0,0 0-1 0 0,1 0 1 0 0,-1 0 0 0 0,1-1-1 0 0,0 1 1 0 0,0-1-1 0 0,4 1 1 0 0,-1 0-565 0 0,1 0 1 0 0,0-1-1 0 0,0 0 1 0 0,0-1-1 0 0,0 0 1 0 0,9-1-1 0 0,-8 1-824 0 0,-1-2 1 0 0,0 1-1 0 0,0-1 0 0 0,0 0 0 0 0,13-6 0 0 0,5-5-6938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0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327 131 1332 0 0,'-123'-34'6162'0'0,"-70"-22"4010"0"0,193 56-10142 0 0,-1 0 0 0 0,1 0 0 0 0,-1 0 0 0 0,1 0 0 0 0,0 0 0 0 0,-1 0 0 0 0,1 0 0 0 0,-1 0 0 0 0,1 0 0 0 0,-1 0 0 0 0,1-1 0 0 0,0 1 0 0 0,-1 0 0 0 0,1 0 0 0 0,0 0 0 0 0,-1-1 0 0 0,1 1 0 0 0,0 0 0 0 0,-1 0 0 0 0,1-1 0 0 0,0 1 0 0 0,-1 0 0 0 0,1-1 0 0 0,0 1 0 0 0,0 0 0 0 0,-1-1 0 0 0,1 1 0 0 0,0-1 0 0 0,0 1 0 0 0,0 0 0 0 0,-1-1 0 0 0,1 1 0 0 0,0-1 0 0 0,0 1 0 0 0,0-1 0 0 0,0 1 0 0 0,0 0 0 0 0,0-1 0 0 0,0 1 0 0 0,0-1 0 0 0,0 1 0 0 0,0-1 0 0 0,0 1 0 0 0,0 0 0 0 0,1-1 0 0 0,-1 1 0 0 0,0-1 0 0 0,0 0 0 0 0,2 0 18 0 0,-1 0-1 0 0,0 0 1 0 0,1 0 0 0 0,-1 0 0 0 0,0 0 0 0 0,1 0 0 0 0,-1 0 0 0 0,1 0 0 0 0,0 1-1 0 0,-1-1 1 0 0,1 0 0 0 0,0 1 0 0 0,2-1 0 0 0,29-4 117 0 0,1 0 1 0 0,-1 3-1 0 0,37 1 0 0 0,104 12-14 0 0,-145-9-119 0 0,218 23-204 0 0,11 1-4934 0 0,-202-24-1405 0 0,-33-5 54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59 2340 0 0,'0'-2'1878'0'0,"8"-44"5618"0"0,-7 44-6972 0 0,0-3 45 0 0,-1 5-548 0 0,0 0 0 0 0,0 0 0 0 0,0 0 0 0 0,0 0 0 0 0,0 0 0 0 0,0 0-1 0 0,-1 0 1 0 0,1 0 0 0 0,0 0 0 0 0,0 0 0 0 0,0 0 0 0 0,0 0 0 0 0,0-1-1 0 0,0 1 1 0 0,0 0 0 0 0,0 0 0 0 0,0 0 0 0 0,0 0 0 0 0,0 0 0 0 0,0 0-1 0 0,0 0 1 0 0,0 0 0 0 0,0 0 0 0 0,0 0 0 0 0,-1 0 0 0 0,1 0 0 0 0,0 0-1 0 0,0 0 1 0 0,0 0 0 0 0,0 0 0 0 0,0 0 0 0 0,0 0 0 0 0,0-1 0 0 0,0 1-1 0 0,0 0 1 0 0,0 0 0 0 0,0 0 0 0 0,0 0 0 0 0,0 0 0 0 0,0 0-1 0 0,0 0 1 0 0,0 0 0 0 0,0 0 0 0 0,0 0 0 0 0,0 0 0 0 0,0 0 0 0 0,0 0-1 0 0,0-1 1 0 0,0 1 0 0 0,0 0 0 0 0,0 0 0 0 0,1 0 0 0 0,-1 0 0 0 0,0 0-1 0 0,0 0 1 0 0,-8 11 232 0 0,2 0 1 0 0,0 1-1 0 0,0-1 0 0 0,1 1 0 0 0,-7 22 0 0 0,-1 0 16 0 0,-247 706 1348 0 0,221-603-1095 0 0,38-134-452 0 0,3-5-68 0 0,-1 0 0 0 0,1 0 0 0 0,-1-1 0 0 0,0 1 1 0 0,0 0-1 0 0,0-1 0 0 0,0 1 0 0 0,0 0 0 0 0,0-1 1 0 0,0-3-1 0 0,0 3-5 0 0,12-41 20 0 0,32-87-26 0 0,-39 119 2 0 0,-1 0-1 0 0,2 0 1 0 0,0 1-1 0 0,0 0 0 0 0,1 0 1 0 0,0 1-1 0 0,1 0 1 0 0,12-11-1 0 0,-16 16 5 0 0,2 1-1 0 0,-1 0 1 0 0,0 0 0 0 0,1 0-1 0 0,0 1 1 0 0,0 0 0 0 0,0 0-1 0 0,0 1 1 0 0,0 0 0 0 0,1 0-1 0 0,-1 1 1 0 0,1-1 0 0 0,-1 2-1 0 0,1-1 1 0 0,-1 1 0 0 0,1 0-1 0 0,0 1 1 0 0,-1 0 0 0 0,1 0-1 0 0,-1 1 1 0 0,0-1 0 0 0,1 2-1 0 0,-1-1 1 0 0,0 1 0 0 0,0 0-1 0 0,7 5 1 0 0,-8-5 24 0 0,-1 0 0 0 0,0 1 0 0 0,1 0 0 0 0,-1 0 1 0 0,0 0-1 0 0,-1 1 0 0 0,1-1 0 0 0,-1 1 0 0 0,0 0 0 0 0,0 1 0 0 0,0-1 1 0 0,-1 1-1 0 0,0-1 0 0 0,0 1 0 0 0,-1 0 0 0 0,1 0 0 0 0,-1 0 0 0 0,0 1 1 0 0,-1-1-1 0 0,0 0 0 0 0,0 1 0 0 0,0-1 0 0 0,-1 1 0 0 0,1-1 0 0 0,-2 1 1 0 0,1-1-1 0 0,-1 1 0 0 0,0-1 0 0 0,0 1 0 0 0,-4 8 0 0 0,1-3 97 0 0,-1 0-1 0 0,0 0 0 0 0,-1-1 1 0 0,-1 0-1 0 0,0 0 0 0 0,0-1 1 0 0,-1 0-1 0 0,0 0 0 0 0,-1-1 1 0 0,0 0-1 0 0,0 0 0 0 0,-1-1 1 0 0,0 0-1 0 0,-1-1 0 0 0,1 0 1 0 0,-2 0-1 0 0,1-2 0 0 0,-21 9 1 0 0,17-9-96 0 0,-1 0 0 0 0,1-1 0 0 0,-1 0 0 0 0,0-2 0 0 0,0 1 0 0 0,0-2-1 0 0,0 0 1 0 0,0-2 0 0 0,-1 1 0 0 0,1-2 0 0 0,0 0 0 0 0,0-1 0 0 0,1 0 0 0 0,-23-9 0 0 0,36 12-155 0 0,1-1-1 0 0,-1 1 1 0 0,1-1 0 0 0,0 0-1 0 0,-1 1 1 0 0,1-1 0 0 0,0 0-1 0 0,0 0 1 0 0,-1 0-1 0 0,1 0 1 0 0,0 0 0 0 0,0 0-1 0 0,0 0 1 0 0,0 0-1 0 0,0 0 1 0 0,0 0 0 0 0,0-1-1 0 0,0-1 1 0 0,0 2-12 0 0,1 0 0 0 0,0 0 1 0 0,0-1-1 0 0,0 1 0 0 0,0 0 0 0 0,0 0 1 0 0,0 0-1 0 0,0 0 0 0 0,1-1 0 0 0,-1 1 0 0 0,0 0 1 0 0,0 0-1 0 0,1 0 0 0 0,-1 0 0 0 0,1 0 1 0 0,-1 0-1 0 0,1 0 0 0 0,1-1 0 0 0,2-4-1244 0 0,1 0 1 0 0,0 1-1 0 0,1 0 0 0 0,-1 0 0 0 0,12-7 0 0 0,1 0-3646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2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59 145 1720 0 0,'13'-11'2090'0'0,"-7"6"-921"0"0,-1 1-1 0 0,1-1 1 0 0,-1 0-1 0 0,6-8 1790 0 0,-13 14-2376 0 0,-2 2-360 0 0,-1 0 0 0 0,1 0 0 0 0,0 0 0 0 0,0 1 0 0 0,0 0 1 0 0,1 0-1 0 0,-1 0 0 0 0,1 0 0 0 0,0 0 0 0 0,0 1 0 0 0,0-1 0 0 0,1 1 1 0 0,-3 6-1 0 0,-5 12 399 0 0,-10 33 0 0 0,17-48-527 0 0,1 1 0 0 0,0-1 0 0 0,1 1 0 0 0,0 0 0 0 0,0 0 0 0 0,1-1 0 0 0,0 1 0 0 0,0 0 0 0 0,1 0 0 0 0,0-1 0 0 0,1 1 0 0 0,5 16 0 0 0,-5-20-57 0 0,0-1 0 0 0,0 0-1 0 0,0 0 1 0 0,0 0 0 0 0,1 0-1 0 0,-1 0 1 0 0,1 0 0 0 0,0-1 0 0 0,0 0-1 0 0,1 1 1 0 0,-1-1 0 0 0,1 0 0 0 0,-1 0-1 0 0,1-1 1 0 0,0 1 0 0 0,0-1-1 0 0,0 0 1 0 0,0 0 0 0 0,1 0 0 0 0,-1-1-1 0 0,0 1 1 0 0,1-1 0 0 0,-1 0 0 0 0,1-1-1 0 0,0 1 1 0 0,4 0 0 0 0,1-1-5 0 0,-1 0-1 0 0,0-1 1 0 0,1 1 0 0 0,-1-2 0 0 0,0 1 0 0 0,0-1-1 0 0,0-1 1 0 0,0 1 0 0 0,-1-2 0 0 0,1 1 0 0 0,-1-1 0 0 0,1 0-1 0 0,-1-1 1 0 0,-1 0 0 0 0,1 0 0 0 0,-1-1 0 0 0,0 0-1 0 0,9-9 1 0 0,-8 5-16 0 0,0 0 0 0 0,0-1 0 0 0,-1 0-1 0 0,0 0 1 0 0,-1 0 0 0 0,-1-1 0 0 0,1 0-1 0 0,-2 0 1 0 0,0-1 0 0 0,0 1 0 0 0,-1-1-1 0 0,1-17 1 0 0,-2 17-13 0 0,-1 1 0 0 0,0-1 0 0 0,-1 0 0 0 0,-1 0 0 0 0,0 1 0 0 0,0-1 0 0 0,-2 1 0 0 0,1-1 0 0 0,-6-12 0 0 0,7 21-3 0 0,-1 0-1 0 0,0 0 0 0 0,0 0 0 0 0,0 0 0 0 0,0 1 1 0 0,-1-1-1 0 0,0 0 0 0 0,0 1 0 0 0,0 0 0 0 0,0 0 0 0 0,0 0 1 0 0,0 0-1 0 0,-1 0 0 0 0,0 0 0 0 0,1 1 0 0 0,-1 0 1 0 0,0 0-1 0 0,0 0 0 0 0,0 0 0 0 0,0 1 0 0 0,-1-1 1 0 0,1 1-1 0 0,0 0 0 0 0,-1 1 0 0 0,1-1 0 0 0,-1 1 0 0 0,1-1 1 0 0,-8 2-1 0 0,-1 0 9 0 0,0 1 0 0 0,1 0-1 0 0,-1 1 1 0 0,0 0 0 0 0,1 1 0 0 0,0 1 0 0 0,0 0 0 0 0,0 0 0 0 0,-15 10 0 0 0,18-9-143 0 0,0 0 0 0 0,0 1 0 0 0,0 0 0 0 0,1 0 0 0 0,0 1 0 0 0,0 0 0 0 0,1 0 0 0 0,0 1 0 0 0,0 0 0 0 0,1 0 0 0 0,-6 13 0 0 0,10-19-141 0 0,1 1-1 0 0,-1 0 1 0 0,1 0-1 0 0,0-1 1 0 0,0 1-1 0 0,1 0 1 0 0,-1 0 0 0 0,1 0-1 0 0,0 0 1 0 0,0 0-1 0 0,0 0 1 0 0,0 0 0 0 0,2 7-1 0 0,0-8-458 0 0,-1 1-1 0 0,0 0 0 0 0,1 0 1 0 0,0-1-1 0 0,0 1 1 0 0,0-1-1 0 0,0 0 0 0 0,4 5 1 0 0,6 5-4236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2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44 436 0 0,'7'-36'9104'0'0,"-7"36"-9047"0"0,0 0 1 0 0,0-1 0 0 0,0 1-1 0 0,0 0 1 0 0,0 0 0 0 0,0-1 0 0 0,0 1-1 0 0,0 0 1 0 0,0 0 0 0 0,0-1-1 0 0,0 1 1 0 0,0 0 0 0 0,0 0 0 0 0,0-1-1 0 0,0 1 1 0 0,-1 0 0 0 0,1 0-1 0 0,0-1 1 0 0,0 1 0 0 0,0 0 0 0 0,0 0-1 0 0,0-1 1 0 0,-1 1 0 0 0,1 0-1 0 0,0 0 1 0 0,0 0 0 0 0,0 0 0 0 0,-1-1-1 0 0,1 1 1 0 0,0 0 0 0 0,-1 0-1 0 0,-4 5 277 0 0,0 0-1 0 0,0 0 1 0 0,0 1-1 0 0,1-1 1 0 0,-1 1 0 0 0,1 0-1 0 0,1 0 1 0 0,-1 1-1 0 0,1-1 1 0 0,0 1-1 0 0,-2 7 1 0 0,-5 18 267 0 0,-7 33 1 0 0,15-54-470 0 0,-2 7 22 0 0,0 0 0 0 0,2 0 0 0 0,-1 37 0 0 0,3-51-132 0 0,0 1 1 0 0,0 0-1 0 0,1-1 0 0 0,-1 1 0 0 0,1 0 1 0 0,0-1-1 0 0,0 1 0 0 0,1-1 0 0 0,0 1 0 0 0,-1-1 1 0 0,1 0-1 0 0,1 1 0 0 0,-1-1 0 0 0,1 0 1 0 0,-1-1-1 0 0,1 1 0 0 0,0 0 0 0 0,1-1 1 0 0,-1 0-1 0 0,7 6 0 0 0,-6-7-18 0 0,0 0 0 0 0,0-1 1 0 0,0 1-1 0 0,0-1 0 0 0,0 0 0 0 0,0 0 0 0 0,0 0 1 0 0,1-1-1 0 0,-1 0 0 0 0,0 1 0 0 0,0-1 0 0 0,1-1 1 0 0,-1 1-1 0 0,0-1 0 0 0,0 1 0 0 0,1-1 0 0 0,-1 0 1 0 0,0-1-1 0 0,0 1 0 0 0,0-1 0 0 0,-1 0 0 0 0,1 0 1 0 0,0 0-1 0 0,3-3 0 0 0,4-2-6 0 0,-1-1 0 0 0,0 0 1 0 0,0 0-1 0 0,-1-1 0 0 0,0 0 0 0 0,13-19 1 0 0,0-5-24 0 0,25-54 1 0 0,6-12 35 0 0,-55 123 251 0 0,-13 31-190 0 0,6-27 164 0 0,-7 46 0 0 0,15-66-493 0 0,0-1-1 0 0,0 1 1 0 0,1-1-1 0 0,0 1 1 0 0,1-1-1 0 0,0 1 1 0 0,0-1-1 0 0,0 1 1 0 0,1-1-1 0 0,0 0 1 0 0,4 8-1 0 0,-5-12-23 0 0,0-1 1 0 0,1 1-1 0 0,-1-1 0 0 0,1 0 1 0 0,0 1-1 0 0,0-1 0 0 0,0 0 0 0 0,0 0 1 0 0,4 3-1 0 0,14 6-4765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3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16 121 2456 0 0,'11'-40'4267'0'0,"10"-30"2059"0"0,-21 70-6286 0 0,0-1 0 0 0,0 1 0 0 0,0-1 0 0 0,1 1 0 0 0,-1-1 0 0 0,0 1 1 0 0,0-1-1 0 0,0 1 0 0 0,1-1 0 0 0,-1 1 0 0 0,0 0 0 0 0,0-1 1 0 0,1 1-1 0 0,-1-1 0 0 0,0 1 0 0 0,1 0 0 0 0,-1-1 0 0 0,1 1 1 0 0,-1 0-1 0 0,0-1 0 0 0,1 1 0 0 0,-1 0 0 0 0,1 0 0 0 0,-1 0 1 0 0,1-1-1 0 0,-1 1 0 0 0,1 0 0 0 0,-1 0 0 0 0,1 0 0 0 0,-1 0 1 0 0,1 0-1 0 0,-1 0 0 0 0,1 0 0 0 0,0 0 0 0 0,0 0 15 0 0,0 1 0 0 0,0 0-1 0 0,0-1 1 0 0,1 1 0 0 0,-1 0 0 0 0,0 0-1 0 0,-1 0 1 0 0,1 0 0 0 0,0 0 0 0 0,0 0-1 0 0,0 0 1 0 0,1 2 0 0 0,2 4 120 0 0,-1 1-1 0 0,1-1 1 0 0,3 12 0 0 0,-2-2 5 0 0,-2 1 0 0 0,0-1 0 0 0,0 1 1 0 0,-1 35-1 0 0,-2-46-134 0 0,-1 1 0 0 0,0 0 0 0 0,0 0 0 0 0,0 0 0 0 0,-1 0 1 0 0,0-1-1 0 0,-1 1 0 0 0,0-1 0 0 0,0 1 0 0 0,0-1 0 0 0,-1 0 0 0 0,0 0 0 0 0,-7 9 1 0 0,10-15-37 0 0,0 0 0 0 0,0 0 0 0 0,0 0 0 0 0,0 0 0 0 0,0 0 0 0 0,0 0 0 0 0,-1 0 0 0 0,1 0 0 0 0,0 0 0 0 0,0 0 0 0 0,-1-1 0 0 0,1 1 0 0 0,0 0 0 0 0,-1-1 0 0 0,1 1 0 0 0,-1-1 0 0 0,1 0 0 0 0,-1 1 0 0 0,1-1 0 0 0,-4 0 0 0 0,4 0-4 0 0,0-1-1 0 0,-1 1 1 0 0,1-1-1 0 0,0 1 0 0 0,-1-1 1 0 0,1 0-1 0 0,0 1 0 0 0,0-1 1 0 0,0 0-1 0 0,-1 0 1 0 0,1 0-1 0 0,0 0 0 0 0,0 0 1 0 0,0 0-1 0 0,1 0 1 0 0,-1 0-1 0 0,-1-3 0 0 0,-1-1-1 0 0,0 0 1 0 0,1 0-1 0 0,0-1 0 0 0,0 1 0 0 0,0-1 0 0 0,1 0 0 0 0,0 1 1 0 0,0-1-1 0 0,0-8 0 0 0,1 5-9 0 0,1-1 0 0 0,0 1 0 0 0,1 0 0 0 0,0-1 0 0 0,0 1 0 0 0,1 0 0 0 0,0 0 0 0 0,1 1 0 0 0,0-1 0 0 0,0 1 0 0 0,1-1 0 0 0,0 1-1 0 0,1 1 1 0 0,0-1 0 0 0,0 1 0 0 0,0 0 0 0 0,1 0 0 0 0,0 1 0 0 0,0-1 0 0 0,1 2 0 0 0,0-1 0 0 0,0 1 0 0 0,0 0 0 0 0,0 1 0 0 0,1 0 0 0 0,15-5 0 0 0,-19 7 1 0 0,0 1 0 0 0,0 0 0 0 0,0 0 0 0 0,0 0 0 0 0,0 0 0 0 0,0 1 1 0 0,0 0-1 0 0,0 0 0 0 0,0 0 0 0 0,0 1 0 0 0,0 0 0 0 0,0-1 0 0 0,0 2 0 0 0,0-1 0 0 0,0 1 0 0 0,-1-1 0 0 0,7 4 1 0 0,-8-2 3 0 0,0-1 1 0 0,1 1 0 0 0,-1-1 0 0 0,0 1 0 0 0,0 0 0 0 0,0 0-1 0 0,-1 1 1 0 0,1-1 0 0 0,-1 0 0 0 0,0 1 0 0 0,0 0 0 0 0,0-1-1 0 0,0 1 1 0 0,-1 0 0 0 0,1 0 0 0 0,-1 0 0 0 0,0 0 0 0 0,0 0-1 0 0,-1 0 1 0 0,1 0 0 0 0,-1 6 0 0 0,0 6 60 0 0,-1 1-1 0 0,0 0 1 0 0,-6 22-1 0 0,4-20-767 0 0,0 0 1 0 0,0 21-1 0 0,6-23-1597 0 0,-2-16 2075 0 0,-1-1 1 0 0,0 1-1 0 0,0 0 0 0 0,0-1 1 0 0,1 1-1 0 0,-1-1 1 0 0,0 1-1 0 0,1 0 0 0 0,-1-1 1 0 0,0 1-1 0 0,8 4-3201 0 0,-7-5 3202 0 0,0 0-1 0 0,-1 0 1 0 0,2 0-1 0 0,10-1-3899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250 690 2532 0 0,'13'-15'1219'0'0,"0"0"-1"0"0,-1-1 0 0 0,-1 0 1 0 0,-1-1-1 0 0,0 0 1 0 0,-1-1-1 0 0,-1 0 0 0 0,10-29 1 0 0,-17 45-1099 0 0,-1-1 1 0 0,1 0-1 0 0,0 1 0 0 0,-1-1 1 0 0,0 0-1 0 0,0 0 0 0 0,1 1 1 0 0,-2-1-1 0 0,1 0 1 0 0,0 0-1 0 0,0 1 0 0 0,-1-1 1 0 0,0 0-1 0 0,1 1 0 0 0,-1-1 1 0 0,0 1-1 0 0,0-1 1 0 0,-1 1-1 0 0,1-1 0 0 0,0 1 1 0 0,-1 0-1 0 0,0-1 0 0 0,1 1 1 0 0,-1 0-1 0 0,0 0 0 0 0,0 0 1 0 0,-4-3-1 0 0,4 5-90 0 0,1-1-1 0 0,0 1 0 0 0,0 0 1 0 0,-1-1-1 0 0,1 1 1 0 0,0 0-1 0 0,0 0 0 0 0,-1 0 1 0 0,1 0-1 0 0,0 0 1 0 0,0 0-1 0 0,-1 1 1 0 0,1-1-1 0 0,0 0 0 0 0,-2 1 1 0 0,-2 1 47 0 0,-3-1 7 0 0,1 1-1 0 0,-1 0 1 0 0,1 1-1 0 0,-1 0 1 0 0,1 0-1 0 0,0 1 0 0 0,-12 7 1 0 0,-42 37 205 0 0,48-36-229 0 0,-8 5 8 0 0,2 2 1 0 0,0 0-1 0 0,-23 32 1 0 0,34-41-49 0 0,2 0 1 0 0,-1 0 0 0 0,1 1 0 0 0,1-1-1 0 0,0 1 1 0 0,0 1 0 0 0,1-1 0 0 0,1 1 0 0 0,0-1-1 0 0,-2 15 1 0 0,5-22-14 0 0,0-1 0 0 0,-1 1 1 0 0,1 0-1 0 0,1-1 0 0 0,-1 1 0 0 0,0 0 0 0 0,1-1 0 0 0,0 1 0 0 0,0 0 1 0 0,0-1-1 0 0,0 1 0 0 0,1-1 0 0 0,-1 1 0 0 0,1-1 0 0 0,0 0 1 0 0,0 0-1 0 0,0 0 0 0 0,0 0 0 0 0,1 0 0 0 0,-1 0 0 0 0,1-1 0 0 0,0 1 1 0 0,0-1-1 0 0,0 0 0 0 0,0 1 0 0 0,0-1 0 0 0,0-1 0 0 0,0 1 1 0 0,1 0-1 0 0,-1-1 0 0 0,1 0 0 0 0,-1 0 0 0 0,1 0 0 0 0,5 1 1 0 0,1 0-1 0 0,0-1 1 0 0,1 0 0 0 0,-1 0 0 0 0,0-1 0 0 0,0-1 0 0 0,1 0 0 0 0,-1 0 0 0 0,0-1 0 0 0,0 0 0 0 0,0-1 0 0 0,16-6 0 0 0,-7-1-15 0 0,-1 0 0 0 0,-1-1 1 0 0,0-1-1 0 0,0-1 0 0 0,-1 0 0 0 0,-1-2 0 0 0,0 1 1 0 0,-1-2-1 0 0,-1 0 0 0 0,0 0 0 0 0,-1-1 0 0 0,11-23 0 0 0,5-11-45 0 0,-4-2-1 0 0,-1 0 1 0 0,18-65-1 0 0,-25 64 13 0 0,-2 0 0 0 0,-3-1 0 0 0,6-67 0 0 0,-16 114 32 0 0,-1 0 0 0 0,0 0 0 0 0,-3-15 0 0 0,3 20 4 0 0,-1 1 1 0 0,1-1-1 0 0,-1 1 0 0 0,0-1 1 0 0,0 1-1 0 0,0-1 0 0 0,0 1 1 0 0,0-1-1 0 0,-1 1 0 0 0,1 0 1 0 0,-1 0-1 0 0,1 0 0 0 0,-1 0 1 0 0,-3-4-1 0 0,4 6 4 0 0,-1-1 0 0 0,1 1 0 0 0,-1 0 0 0 0,1-1 0 0 0,0 1-1 0 0,-1 0 1 0 0,1 0 0 0 0,-1 0 0 0 0,1 0 0 0 0,-1 0 0 0 0,1 0 0 0 0,-1 0 0 0 0,1 0 0 0 0,-1 1 0 0 0,1-1-1 0 0,0 0 1 0 0,-1 1 0 0 0,1-1 0 0 0,-1 1 0 0 0,1 0 0 0 0,0 0 0 0 0,0-1 0 0 0,-1 1 0 0 0,1 0 0 0 0,-2 2-1 0 0,-27 24 40 0 0,15-8-30 0 0,1 1 1 0 0,0 1-1 0 0,2 0 1 0 0,0 1-1 0 0,-10 26 1 0 0,-35 119 29 0 0,12 11 75 0 0,40-149-157 0 0,1 1-1 0 0,1 0 0 0 0,1 0 0 0 0,3 33 0 0 0,0-54-147 0 0,0 1-1 0 0,1-1 1 0 0,0 1-1 0 0,0-1 0 0 0,1 0 1 0 0,1 0-1 0 0,-1 0 1 0 0,1 0-1 0 0,1-1 1 0 0,-1 0-1 0 0,1 1 0 0 0,9 9 1 0 0,-5-9-644 0 0,-1 0 1 0 0,1 0-1 0 0,1-1 1 0 0,0-1 0 0 0,0 0-1 0 0,0 0 1 0 0,1-1-1 0 0,0 0 1 0 0,14 5-1 0 0,14 3-4688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248 300 1508 0 0,'1'-2'224'0'0,"14"-31"3420"0"0,13-48 0 0 0,-25 70-3020 0 0,0 1-1 0 0,-1-1 1 0 0,-1-1-1 0 0,1 1 1 0 0,-2 0-1 0 0,0 0 1 0 0,0 0-1 0 0,-4-22 1 0 0,4 31-581 0 0,0 1 0 0 0,0 0 0 0 0,0 0 0 0 0,-1 0-1 0 0,1 0 1 0 0,0 0 0 0 0,-1 0 0 0 0,1 0 0 0 0,-1 0 0 0 0,1 0 0 0 0,-1 0 0 0 0,1 0 0 0 0,-1 0-1 0 0,0 0 1 0 0,0 0 0 0 0,1 0 0 0 0,-1 1 0 0 0,0-1 0 0 0,0 0 0 0 0,0 0 0 0 0,0 1-1 0 0,0-1 1 0 0,-2 0 0 0 0,1 1-11 0 0,1-1 1 0 0,-1 1-1 0 0,1 0 0 0 0,-1 0 0 0 0,1 1 0 0 0,-1-1 1 0 0,0 0-1 0 0,1 0 0 0 0,-1 1 0 0 0,1-1 0 0 0,-1 1 1 0 0,1-1-1 0 0,0 1 0 0 0,-1 0 0 0 0,-1 1 0 0 0,-6 4 104 0 0,0 0-1 0 0,0 1 0 0 0,-14 15 1 0 0,21-19-68 0 0,-37 36 301 0 0,-36 50 1 0 0,61-70-309 0 0,0 1 0 0 0,1 1 0 0 0,1 0 0 0 0,1 0 1 0 0,-8 25-1 0 0,17-41-47 0 0,1-1-1 0 0,-1 0 1 0 0,1 1 0 0 0,1-1 0 0 0,-1 1 0 0 0,1-1 0 0 0,-1 1 0 0 0,1-1 0 0 0,1 1 0 0 0,-1-1-1 0 0,0 1 1 0 0,1-1 0 0 0,0 1 0 0 0,0-1 0 0 0,4 9 0 0 0,-4-11-20 0 0,1 1 1 0 0,0 0-1 0 0,0-1 1 0 0,-1 0 0 0 0,2 1-1 0 0,-1-1 1 0 0,0 0-1 0 0,0 0 1 0 0,1 0-1 0 0,-1 0 1 0 0,1-1-1 0 0,-1 1 1 0 0,1-1-1 0 0,0 1 1 0 0,-1-1-1 0 0,1 0 1 0 0,0 0-1 0 0,0 0 1 0 0,0 0-1 0 0,0-1 1 0 0,0 1-1 0 0,0-1 1 0 0,0 0-1 0 0,6 0 1 0 0,-3-1-46 0 0,1 0 1 0 0,-1 0-1 0 0,0 0 0 0 0,1-1 1 0 0,-1 0-1 0 0,0 0 0 0 0,0-1 1 0 0,0 0-1 0 0,0 0 0 0 0,-1 0 1 0 0,1-1-1 0 0,-1 1 0 0 0,0-2 1 0 0,0 1-1 0 0,0 0 0 0 0,5-7 1 0 0,5-6-49 0 0,0-1 1 0 0,-1 0 0 0 0,13-25-1 0 0,41-90-68 0 0,-37 67 175 0 0,-30 64-18 0 0,0 2 11 0 0,-1 0 0 0 0,1 1 1 0 0,-1-1-1 0 0,0 0 1 0 0,1 0-1 0 0,-1 1 1 0 0,1-1-1 0 0,-1 0 1 0 0,0 0-1 0 0,1 1 1 0 0,-1-1-1 0 0,1 1 1 0 0,-1-1-1 0 0,0 0 1 0 0,0 1-1 0 0,1-1 1 0 0,-1 1-1 0 0,0-1 1 0 0,0 1-1 0 0,1-1 1 0 0,-1 0-1 0 0,0 1 1 0 0,0-1-1 0 0,0 1 1 0 0,0-1-1 0 0,0 1 1 0 0,0-1-1 0 0,0 1 1 0 0,0-1-1 0 0,0 1 1 0 0,0 0-1 0 0,0 20 67 0 0,-1-19-50 0 0,0 25 99 0 0,-4 108 280 0 0,6-115-336 0 0,0 0 0 0 0,1-1-1 0 0,2 1 1 0 0,8 32 0 0 0,-10-45-46 0 0,1-1-1 0 0,-1 0 1 0 0,1-1 0 0 0,0 1-1 0 0,1 0 1 0 0,-1-1-1 0 0,1 0 1 0 0,0 1-1 0 0,1-1 1 0 0,-1-1 0 0 0,1 1-1 0 0,0-1 1 0 0,0 0-1 0 0,0 0 1 0 0,1 0 0 0 0,-1-1-1 0 0,1 0 1 0 0,0 0-1 0 0,0 0 1 0 0,0-1-1 0 0,0 0 1 0 0,13 3 0 0 0,-11-4-10 0 0,-1 0 0 0 0,1 0 0 0 0,0-1 1 0 0,0 0-1 0 0,-1-1 0 0 0,1 0 0 0 0,0 0 0 0 0,0 0 1 0 0,-1-1-1 0 0,1 0 0 0 0,-1-1 0 0 0,1 1 1 0 0,-1-2-1 0 0,0 1 0 0 0,0-1 0 0 0,-1 0 1 0 0,1 0-1 0 0,10-9 0 0 0,-5 1-9 0 0,-1 0 0 0 0,1-1 0 0 0,-2 0 0 0 0,0-1 0 0 0,-1 0 1 0 0,0 0-1 0 0,-1-1 0 0 0,-1 0 0 0 0,9-27 0 0 0,-7 15-4 0 0,-2-1 0 0 0,-1 1 1 0 0,-1-2-1 0 0,3-53 0 0 0,-8 66 4 0 0,0 0 1 0 0,-2 1-1 0 0,-4-26 0 0 0,6 37 2 0 0,-1-1-1 0 0,-1 0 1 0 0,1 0-1 0 0,-1 1 1 0 0,0-1-1 0 0,0 0 1 0 0,0 1-1 0 0,0 0 1 0 0,-1 0-1 0 0,0 0 1 0 0,0 0-1 0 0,0 0 1 0 0,0 0-1 0 0,-8-6 1 0 0,10 9 2 0 0,0 0 0 0 0,0 1 0 0 0,-1-1 0 0 0,1 0-1 0 0,0 1 1 0 0,0-1 0 0 0,-1 1 0 0 0,1 0 0 0 0,0-1 0 0 0,-1 1 0 0 0,1 0 0 0 0,0 0 0 0 0,-1-1 0 0 0,1 1 0 0 0,0 0-1 0 0,-1 1 1 0 0,1-1 0 0 0,0 0 0 0 0,-1 0 0 0 0,1 0 0 0 0,0 1 0 0 0,-1-1 0 0 0,1 1 0 0 0,0-1 0 0 0,0 1 0 0 0,-1 0-1 0 0,1-1 1 0 0,0 1 0 0 0,0 0 0 0 0,0 0 0 0 0,0-1 0 0 0,0 1 0 0 0,0 0 0 0 0,-1 2 0 0 0,0 0 0 0 0,0-1 0 0 0,0 1 1 0 0,0 0-1 0 0,1-1 0 0 0,-1 1 1 0 0,1 0-1 0 0,0 0 0 0 0,0 0 0 0 0,0 0 1 0 0,0 0-1 0 0,1 0 0 0 0,-1 6 1 0 0,1-4 0 0 0,1 1 1 0 0,0-1 0 0 0,0 1-1 0 0,1-1 1 0 0,-1 0 0 0 0,1 0-1 0 0,0 0 1 0 0,1 0 0 0 0,-1 0 0 0 0,1 0-1 0 0,0-1 1 0 0,0 1 0 0 0,0-1-1 0 0,1 0 1 0 0,0 0 0 0 0,0 0-1 0 0,4 3 1 0 0,1 1-2 0 0,1-1 1 0 0,-1 0-1 0 0,1 0 0 0 0,1-1 0 0 0,-1-1 0 0 0,21 8 1 0 0,-16-7-3 0 0,1-2 0 0 0,0 0 0 0 0,1-1 1 0 0,-1-1-1 0 0,1 0 0 0 0,-1-1 0 0 0,28-2 1 0 0,-34 0 0 0 0,0 0 1 0 0,-1-1 0 0 0,1 0-1 0 0,0 0 1 0 0,-1-1 0 0 0,0-1-1 0 0,0 0 1 0 0,0 0 0 0 0,0 0 0 0 0,0-1-1 0 0,-1-1 1 0 0,0 1 0 0 0,0-1-1 0 0,7-7 1 0 0,-1 0-22 0 0,-13 14 0 0 0,-7 8 9 0 0,-11 17 24 0 0,0 0 1 0 0,-25 54-1 0 0,38-70-3 0 0,0 0 1 0 0,1 0-1 0 0,0 1 1 0 0,0-1-1 0 0,1 1 1 0 0,0 0 0 0 0,1 0-1 0 0,0-1 1 0 0,1 1-1 0 0,0 0 1 0 0,1 0-1 0 0,2 11 1 0 0,-1-16-32 0 0,0-1 0 0 0,0 1 0 0 0,1-1 1 0 0,0 1-1 0 0,0-1 0 0 0,0 0 0 0 0,0 0 0 0 0,1 0 1 0 0,0-1-1 0 0,0 1 0 0 0,0-1 0 0 0,1 0 0 0 0,-1 0 0 0 0,1 0 1 0 0,0-1-1 0 0,0 0 0 0 0,0 0 0 0 0,1 0 0 0 0,-1 0 1 0 0,7 1-1 0 0,-1 0-307 0 0,-1 0 0 0 0,1-1 0 0 0,0 0 0 0 0,0-1 0 0 0,0 0 0 0 0,1-1 0 0 0,-1 0 0 0 0,0-1 0 0 0,22-2 0 0 0,-21-1 211 0 0,-1 0 0 0 0,0 0 0 0 0,0-2 0 0 0,0 1 0 0 0,-1-1 0 0 0,0 0 0 0 0,1-1 1 0 0,-2-1-1 0 0,1 1 0 0 0,-1-2 0 0 0,0 1 0 0 0,0-1 0 0 0,-1 0 0 0 0,0-1 0 0 0,-1 0 0 0 0,10-15 0 0 0,-5 6 462 0 0,-1-1-1 0 0,-1 0 1 0 0,0 0 0 0 0,-2-1-1 0 0,0 0 1 0 0,-1-1 0 0 0,-1 0-1 0 0,3-23 1 0 0,7-24 1369 0 0,-16 66-1553 0 0,-9 21 54 0 0,3-2 105 0 0,0 1 0 0 0,-6 35 0 0 0,7-28-179 0 0,-1 1-98 0 0,-11 65 401 0 0,15-80-537 0 0,1 0 0 0 0,1 0 0 0 0,0 0 0 0 0,1 0 0 0 0,0 0-1 0 0,3 14 1 0 0,-3-22-89 0 0,0 0-1 0 0,0-1 1 0 0,1 1-1 0 0,-1 0 1 0 0,1 0-1 0 0,-1-1 1 0 0,1 1-1 0 0,0-1 1 0 0,0 0 0 0 0,0 1-1 0 0,0-1 1 0 0,1 0-1 0 0,-1 0 1 0 0,1 0-1 0 0,2 2 1 0 0,2-1-1023 0 0,-1 1 1 0 0,0-1 0 0 0,1 0 0 0 0,0-1 0 0 0,10 3-1 0 0,5-1-4388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5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187 193 2028 0 0,'1'-8'1436'0'0,"-1"0"-1"0"0,0 0 1 0 0,0 0-1 0 0,-1 0 1 0 0,0 1-1 0 0,0-1 0 0 0,-1 0 1 0 0,-5-14-1 0 0,6 20-820 0 0,-4-8 3600 0 0,7 13-4123 0 0,1 0-1 0 0,0 0 1 0 0,0 0-1 0 0,0 0 1 0 0,0-1-1 0 0,0 1 0 0 0,0-1 1 0 0,1 0-1 0 0,-1 0 1 0 0,1 0-1 0 0,0 0 1 0 0,-1-1-1 0 0,1 0 1 0 0,0 1-1 0 0,5 0 1 0 0,14 3 116 0 0,28 5 1 0 0,-48-10-188 0 0,5 1 12 0 0,-1 0 0 0 0,0 0 0 0 0,0-1-1 0 0,1 1 1 0 0,-1-2 0 0 0,0 1 0 0 0,0-1-1 0 0,0 0 1 0 0,1-1 0 0 0,-1 0 0 0 0,12-4-1 0 0,-16 4-29 0 0,0 0 0 0 0,0 0 0 0 0,0 0 0 0 0,0-1 0 0 0,-1 1 0 0 0,1 0 0 0 0,-1-1 0 0 0,1 0 0 0 0,-1 0 0 0 0,0 0 0 0 0,0 0 0 0 0,0 0 0 0 0,-1 0 0 0 0,1 0 0 0 0,-1 0-1 0 0,1-1 1 0 0,-1 1 0 0 0,0-1 0 0 0,0 1 0 0 0,-1-1 0 0 0,1 1 0 0 0,-1-1 0 0 0,0 1 0 0 0,0-8 0 0 0,0 9-3 0 0,0 0-1 0 0,0 0 1 0 0,0-1 0 0 0,-1 1 0 0 0,1 0-1 0 0,0 0 1 0 0,-1 0 0 0 0,0-1-1 0 0,1 1 1 0 0,-1 0 0 0 0,0 0 0 0 0,0 0-1 0 0,0 0 1 0 0,0 1 0 0 0,-1-1-1 0 0,1 0 1 0 0,0 0 0 0 0,-1 1 0 0 0,1-1-1 0 0,-3-1 1 0 0,1 1-2 0 0,0 0-1 0 0,0 1 1 0 0,0-1-1 0 0,0 1 1 0 0,0 0-1 0 0,-1 0 1 0 0,1 0 0 0 0,0 0-1 0 0,-1 0 1 0 0,1 1-1 0 0,-7-1 1 0 0,-2 2-2 0 0,0 0 0 0 0,-1 0-1 0 0,1 1 1 0 0,0 0 0 0 0,0 1 0 0 0,-15 5-1 0 0,1 2 1 0 0,1 1 0 0 0,0 2-1 0 0,0 0 1 0 0,-43 31 0 0 0,58-36-2 0 0,0 0 1 0 0,1 0-1 0 0,0 1 1 0 0,0 0-1 0 0,1 0 1 0 0,0 1-1 0 0,0 0 1 0 0,1 1 0 0 0,1 0-1 0 0,0 0 1 0 0,0 0-1 0 0,1 0 1 0 0,-4 16-1 0 0,8-23 6 0 0,0 0-1 0 0,0 0 1 0 0,1 0-1 0 0,-1-1 0 0 0,1 1 1 0 0,0 0-1 0 0,0 0 1 0 0,1 0-1 0 0,-1 0 1 0 0,1 0-1 0 0,0 0 0 0 0,0 0 1 0 0,0 0-1 0 0,0 0 1 0 0,1-1-1 0 0,3 7 1 0 0,-2-5-81 0 0,1 0 1 0 0,0-1 0 0 0,0 1 0 0 0,0-1-1 0 0,0 0 1 0 0,1 0 0 0 0,-1-1 0 0 0,1 1 0 0 0,0-1-1 0 0,7 3 1 0 0,8 3-496 0 0,0-1 1 0 0,1-1-1 0 0,0-1 0 0 0,0-1 0 0 0,23 2 0 0 0,-3-1-1079 0 0,1-3 0 0 0,-1-1-1 0 0,1-2 1 0 0,0-2 0 0 0,-1-1 0 0 0,66-16-1 0 0,-51 5-1989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5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358 164 3224 0 0,'4'-3'302'0'0,"12"-7"885"0"0,-1-1 1 0 0,16-13-1 0 0,-28 21-977 0 0,0 0 0 0 0,1 0 0 0 0,-1-1-1 0 0,-1 1 1 0 0,1 0 0 0 0,0-1 0 0 0,-1 0 0 0 0,0 0 0 0 0,0 0-1 0 0,0 0 1 0 0,0 0 0 0 0,-1 0 0 0 0,1 0 0 0 0,0-9 0 0 0,-1 11-162 0 0,-1 0 1 0 0,0 0 0 0 0,-1 0 0 0 0,1 0 0 0 0,0 0 0 0 0,-1 0 0 0 0,1 0-1 0 0,-1 1 1 0 0,1-1 0 0 0,-1 0 0 0 0,0 0 0 0 0,0 0 0 0 0,0 0 0 0 0,0 1-1 0 0,0-1 1 0 0,0 0 0 0 0,0 1 0 0 0,-1-1 0 0 0,1 1 0 0 0,-1 0-1 0 0,1-1 1 0 0,-1 1 0 0 0,1 0 0 0 0,-1 0 0 0 0,0 0 0 0 0,1 0 0 0 0,-1 0-1 0 0,0 0 1 0 0,0 0 0 0 0,0 1 0 0 0,0-1 0 0 0,0 1 0 0 0,0-1 0 0 0,-3 1-1 0 0,0-1-12 0 0,0 0 1 0 0,1 1-1 0 0,-1 0 0 0 0,0 0 0 0 0,0 0 0 0 0,0 1 0 0 0,1-1 0 0 0,-1 1 0 0 0,0 0 0 0 0,1 1 0 0 0,-1-1 0 0 0,1 1 0 0 0,-8 4 0 0 0,8-4 61 0 0,0 1-1 0 0,0 1 0 0 0,0-1 1 0 0,0 0-1 0 0,1 1 0 0 0,-1 0 0 0 0,1 0 1 0 0,0 0-1 0 0,1 0 0 0 0,-1 1 1 0 0,1-1-1 0 0,-1 1 0 0 0,1-1 0 0 0,0 1 1 0 0,1 0-1 0 0,-1 0 0 0 0,1 0 0 0 0,0 0 1 0 0,1 0-1 0 0,-1 7 0 0 0,1 8 531 0 0,1 1 1 0 0,0-1-1 0 0,9 38 0 0 0,1 14 354 0 0,-10-69-919 0 0,-1 1-1 0 0,0 0 1 0 0,0-1 0 0 0,-1 1 0 0 0,1-1 0 0 0,-1 1 0 0 0,0-1 0 0 0,0 1 0 0 0,0-1 0 0 0,0 0 0 0 0,-1 1-1 0 0,1-1 1 0 0,-1 0 0 0 0,0 0 0 0 0,0 0 0 0 0,-4 5 0 0 0,3-4 8 0 0,-1-1 0 0 0,0 1 1 0 0,0-1-1 0 0,-1 0 0 0 0,1 0 0 0 0,-1-1 0 0 0,0 1 0 0 0,1-1 1 0 0,-1 0-1 0 0,-8 2 0 0 0,4-1-215 0 0,0-1 0 0 0,-1 0-1 0 0,1-1 1 0 0,-1 0 0 0 0,1-1-1 0 0,-1 0 1 0 0,0 0 0 0 0,1-1 0 0 0,-1 0-1 0 0,1-1 1 0 0,-1 0 0 0 0,-9-3 0 0 0,11 1-592 0 0,0 1 1 0 0,0-2-1 0 0,0 1 1 0 0,-12-10-1 0 0,-10-14-4672 0 0,7 3-993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5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45 143 732 0 0,'-6'-30'4472'0'0,"-11"-28"0"0"0,-4 5-1996 0 0,21 51-2546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8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159 248 820 0 0,'6'-38'7479'0'0,"3"-63"-1"0"0,-21 111-6540 0 0,1 2-538 0 0,2 1-1 0 0,0 0 1 0 0,0 1 0 0 0,1 0-1 0 0,-8 22 1 0 0,-1-2-71 0 0,-1 2-132 0 0,1 0 0 0 0,2 1 0 0 0,-14 51 0 0 0,28-84-187 0 0,0-1 0 0 0,0 1 0 0 0,1 0 0 0 0,-1 0 0 0 0,1 0 0 0 0,0 1-1 0 0,0-1 1 0 0,1 0 0 0 0,-1 0 0 0 0,1 0 0 0 0,-1 0 0 0 0,1-1 0 0 0,1 1 0 0 0,-1 0 0 0 0,0 0 0 0 0,1 0 0 0 0,0-1 0 0 0,4 7 0 0 0,-3-6 2 0 0,0-1-1 0 0,0 0 1 0 0,1 1 0 0 0,0-2 0 0 0,-1 1 0 0 0,1 0-1 0 0,0-1 1 0 0,0 1 0 0 0,0-1 0 0 0,1 0 0 0 0,-1-1 0 0 0,0 1-1 0 0,1-1 1 0 0,-1 1 0 0 0,9 0 0 0 0,-2-1-6 0 0,0 1 0 0 0,0-2 0 0 0,0 0 1 0 0,0 0-1 0 0,0-1 0 0 0,0 0 0 0 0,0-1 0 0 0,0 0 0 0 0,0-1 1 0 0,-1 0-1 0 0,1 0 0 0 0,-1-1 0 0 0,0-1 0 0 0,0 0 1 0 0,0 0-1 0 0,-1-1 0 0 0,0 0 0 0 0,0-1 0 0 0,0 0 0 0 0,-1 0 1 0 0,0-1-1 0 0,-1 0 0 0 0,1 0 0 0 0,-2-1 0 0 0,1 0 1 0 0,-1 0-1 0 0,0-1 0 0 0,-1 1 0 0 0,0-1 0 0 0,-1 0 0 0 0,0-1 1 0 0,0 1-1 0 0,3-19 0 0 0,-4 10-11 0 0,0 0 0 0 0,0 0 1 0 0,-2 0-1 0 0,-2-36 0 0 0,1 47 3 0 0,-1 0 1 0 0,0 1-1 0 0,-1-1 0 0 0,0 1 0 0 0,0-1 0 0 0,0 1 1 0 0,-1 0-1 0 0,0 0 0 0 0,0 0 0 0 0,-1 0 0 0 0,0 1 0 0 0,0-1 1 0 0,-1 1-1 0 0,1 0 0 0 0,-7-6 0 0 0,7 9 0 0 0,1 0 0 0 0,-1 0 1 0 0,0 1-1 0 0,0-1 0 0 0,-1 1 0 0 0,1 0 0 0 0,0 0 0 0 0,-1 0 0 0 0,1 1 0 0 0,-1 0 1 0 0,0-1-1 0 0,1 2 0 0 0,-1-1 0 0 0,-5 0 0 0 0,3 1-1 0 0,-1 1 0 0 0,1-1-1 0 0,-1 1 1 0 0,1 1 0 0 0,0-1 0 0 0,-1 1-1 0 0,1 0 1 0 0,-9 5 0 0 0,3-1-1 0 0,1 1 1 0 0,0 0 0 0 0,1 0-1 0 0,0 2 1 0 0,0-1-1 0 0,0 1 1 0 0,1 1 0 0 0,1 0-1 0 0,-12 14 1 0 0,18-19 2 0 0,-1-1 1 0 0,1 1 0 0 0,1 0-1 0 0,-1 0 1 0 0,1 1-1 0 0,0-1 1 0 0,0 0 0 0 0,0 1-1 0 0,1-1 1 0 0,-1 1-1 0 0,1-1 1 0 0,1 1 0 0 0,-1 0-1 0 0,1 7 1 0 0,1-8 1 0 0,-1-1 0 0 0,1 1 1 0 0,1-1-1 0 0,-1 0 1 0 0,0 1-1 0 0,1-1 0 0 0,0 0 1 0 0,0 0-1 0 0,0 0 1 0 0,1 0-1 0 0,-1 0 0 0 0,1-1 1 0 0,0 1-1 0 0,0-1 0 0 0,0 0 1 0 0,0 0-1 0 0,1 0 1 0 0,4 3-1 0 0,5 2-1 0 0,0 0 1 0 0,0-2-1 0 0,0 1 0 0 0,1-2 1 0 0,0 0-1 0 0,0-1 0 0 0,1 0 1 0 0,-1-1-1 0 0,1 0 1 0 0,0-1-1 0 0,16-1 0 0 0,3 0 1 0 0,0-3-1 0 0,0 0 1 0 0,61-14 0 0 0,-57 8-7 0 0,0-2-1 0 0,0-2 1 0 0,70-33 0 0 0,-90 35 4 0 0,0 0 0 0 0,0-1-1 0 0,0-1 1 0 0,-2-1 0 0 0,0-1-1 0 0,0 0 1 0 0,-1-1 0 0 0,-1 0 0 0 0,15-22-1 0 0,38-79-4 0 0,-35 57-63 0 0,-31 57 31 0 0,-1 7-62 0 0,-1-1 97 0 0,0 0 0 0 0,0 1-1 0 0,0-1 1 0 0,-1 0 0 0 0,0 0-1 0 0,-2 6 1 0 0,-3 5-5 0 0,-135 440 590 0 0,121-378-431 0 0,-70 253 385 0 0,-92 337 433 0 0,175-637-937 0 0,-17 69 123 0 0,-4-1 0 0 0,-50 113-1 0 0,75-204-81 0 0,1 1-1 0 0,-2-1 0 0 0,1 0 0 0 0,-1 0 1 0 0,0-1-1 0 0,0 1 0 0 0,0-1 0 0 0,-11 9 1 0 0,14-14-54 0 0,1 0 0 0 0,-1 0 0 0 0,0 0 1 0 0,0 0-1 0 0,0 0 0 0 0,0 0 1 0 0,0 0-1 0 0,0-1 0 0 0,0 1 1 0 0,0 0-1 0 0,0-1 0 0 0,0 0 1 0 0,0 0-1 0 0,-1 0 0 0 0,-2 0 1 0 0,2 0-12 0 0,1-1 0 0 0,-1 0-1 0 0,1 0 1 0 0,-1 0 0 0 0,1 0 0 0 0,0 0 0 0 0,-1 0 0 0 0,1-1 0 0 0,0 1 0 0 0,0-1 0 0 0,0 0 0 0 0,0 1 0 0 0,0-1 0 0 0,1 0 0 0 0,-1 0 0 0 0,-1-3 0 0 0,-6-8 24 0 0,0-1 0 0 0,1 0 1 0 0,0 0-1 0 0,2-1 1 0 0,-1 0-1 0 0,2 0 1 0 0,-7-31-1 0 0,4 1-47 0 0,-5-73-1 0 0,10 71 11 0 0,3-1-1 0 0,1 0 0 0 0,3 0 1 0 0,2 0-1 0 0,2 1 0 0 0,26-89 1 0 0,-23 104 2 0 0,2 0 0 0 0,1 1 0 0 0,2 1 0 0 0,1 0 1 0 0,1 1-1 0 0,1 1 0 0 0,1 0 0 0 0,2 2 0 0 0,1 0 0 0 0,39-33 1 0 0,-37 38-172 0 0,1 2 1 0 0,1 1-1 0 0,0 1 1 0 0,1 1 0 0 0,1 2-1 0 0,0 0 1 0 0,1 3-1 0 0,35-10 1 0 0,-34 13-1895 0 0,44-5 0 0 0,-41 10-2423 0 0,42 1 0 0 0,-37 3-2718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63 589 496 0 0,'-14'9'6416'0'0,"8"-1"-5582"0"0,0 1 0 0 0,0 0 0 0 0,1 0 0 0 0,0 0 0 0 0,0 0 0 0 0,-4 15 0 0 0,8-20-716 0 0,0 0 1 0 0,-1 1-1 0 0,1-1 1 0 0,0 0-1 0 0,1 0 1 0 0,-1 1-1 0 0,1-1 1 0 0,0 0-1 0 0,0 1 1 0 0,0-1-1 0 0,1 0 1 0 0,0 1-1 0 0,0-1 1 0 0,0 0-1 0 0,0 0 1 0 0,0 0-1 0 0,1 0 1 0 0,3 7-1 0 0,-3-9-84 0 0,0 0-1 0 0,-1 0 0 0 0,1-1 0 0 0,0 1 0 0 0,0-1 0 0 0,1 0 0 0 0,-1 1 0 0 0,0-1 1 0 0,0 0-1 0 0,0 0 0 0 0,1 0 0 0 0,-1 0 0 0 0,1-1 0 0 0,-1 1 0 0 0,1-1 0 0 0,-1 1 1 0 0,1-1-1 0 0,-1 0 0 0 0,4 0 0 0 0,5 0 34 0 0,1-1 0 0 0,19-4 0 0 0,-16 1-47 0 0,0 0 0 0 0,0-1 0 0 0,0-1-1 0 0,0 0 1 0 0,-1-1 0 0 0,0-1 0 0 0,0 0 0 0 0,-1-1 0 0 0,0 0 0 0 0,15-16 0 0 0,-7 6-17 0 0,-2-1 1 0 0,-1-1 0 0 0,0-1-1 0 0,-1 0 1 0 0,14-27-1 0 0,-2-4-25 0 0,-2-2-1 0 0,28-85 0 0 0,18-123-37 0 0,-69 243 2 0 0,-8 33 21 0 0,-9 34 52 0 0,-30 122 280 0 0,7-38 122 0 0,-30 225 1 0 0,64-328-350 0 0,1 55 1 0 0,1-75-51 0 0,1 1-1 0 0,0-1 1 0 0,1 0 0 0 0,0 0 0 0 0,0-1 0 0 0,0 1 0 0 0,1 0-1 0 0,0-1 1 0 0,1 1 0 0 0,0-1 0 0 0,6 9 0 0 0,-7-12-13 0 0,0-1 1 0 0,1 0-1 0 0,-1 0 1 0 0,1 0-1 0 0,0 0 1 0 0,0-1-1 0 0,0 1 1 0 0,0-1-1 0 0,0 0 1 0 0,1 0-1 0 0,-1-1 1 0 0,1 1-1 0 0,-1-1 1 0 0,1 0-1 0 0,-1 0 1 0 0,1-1-1 0 0,0 1 1 0 0,-1-1-1 0 0,1 0 1 0 0,0 0-1 0 0,-1-1 1 0 0,1 1-1 0 0,0-1 1 0 0,8-3 0 0 0,2 0-6 0 0,0-1 1 0 0,0 0 0 0 0,-1-1-1 0 0,0-1 1 0 0,0-1 0 0 0,16-10-1 0 0,-1-3 0 0 0,-1-2 0 0 0,0 0 0 0 0,-2-2 0 0 0,37-45 0 0 0,-31 28-26 0 0,-2 0-1 0 0,39-75 0 0 0,-17 4-50 0 0,71-222 0 0 0,-104 269-51 0 0,-19 64 90 0 0,0 2 2 0 0,-1 0 33 0 0,0 0 0 0 0,0 0 1 0 0,1 0-1 0 0,-1 0 1 0 0,0 0-1 0 0,1 0 1 0 0,-1 0-1 0 0,0 1 0 0 0,0-1 1 0 0,1 0-1 0 0,-1 0 1 0 0,0 1-1 0 0,1-1 1 0 0,-1 0-1 0 0,1 1 0 0 0,-1-1 1 0 0,0 0-1 0 0,1 1 1 0 0,-1-1-1 0 0,1 1 1 0 0,-1-1-1 0 0,1 1 0 0 0,-1 0 1 0 0,1-1-1 0 0,-1 1 1 0 0,1-1-1 0 0,0 1 0 0 0,-1 1 1 0 0,-12 22 2 0 0,11-21 9 0 0,-47 103 198 0 0,4 3 0 0 0,5 2-1 0 0,5 1 1 0 0,-25 139 0 0 0,57-237-195 0 0,-7 58 68 0 0,9-66-63 0 0,1 0 0 0 0,0 0 0 0 0,0 0 1 0 0,0 0-1 0 0,1 0 0 0 0,0-1 1 0 0,0 1-1 0 0,1 0 0 0 0,2 8 0 0 0,-3-13-14 0 0,-1 0-1 0 0,1-1 0 0 0,-1 1 1 0 0,1-1-1 0 0,-1 1 0 0 0,1-1 0 0 0,0 1 1 0 0,-1-1-1 0 0,1 0 0 0 0,-1 1 1 0 0,1-1-1 0 0,0 0 0 0 0,-1 1 0 0 0,1-1 1 0 0,0 0-1 0 0,0 0 0 0 0,-1 1 1 0 0,1-1-1 0 0,0 0 0 0 0,0 0 1 0 0,-1 0-1 0 0,1 0 0 0 0,0 0 0 0 0,0 0 1 0 0,-1 0-1 0 0,1 0 0 0 0,0-1 1 0 0,-1 1-1 0 0,1 0 0 0 0,1-1 0 0 0,20-10 15 0 0,-6-5-9 0 0,0-1-1 0 0,-2 0 1 0 0,0-2-1 0 0,19-32 1 0 0,7-8 30 0 0,-40 58-37 0 0,21-28-18 0 0,40-43 1 0 0,-55 66 9 0 0,0 0 0 0 0,0 1 1 0 0,1-1-1 0 0,-1 1 0 0 0,1 0 1 0 0,1 1-1 0 0,-1 0 0 0 0,1 0 1 0 0,-1 0-1 0 0,1 1 0 0 0,0 0 1 0 0,15-3-1 0 0,-20 6 5 0 0,0-1 0 0 0,-1 1-1 0 0,1 0 1 0 0,0 0 0 0 0,-1 0 0 0 0,1 1 0 0 0,0-1 0 0 0,-1 0-1 0 0,1 1 1 0 0,-1 0 0 0 0,1 0 0 0 0,-1 0 0 0 0,1 0-1 0 0,-1 0 1 0 0,1 0 0 0 0,-1 1 0 0 0,0-1 0 0 0,2 2 0 0 0,-1 0 4 0 0,0 0 1 0 0,0 0 0 0 0,-1 1-1 0 0,0-1 1 0 0,1 0 0 0 0,-1 1-1 0 0,0-1 1 0 0,-1 1 0 0 0,1 0 0 0 0,1 6-1 0 0,1 6 25 0 0,-1 1-1 0 0,-1-1 1 0 0,-1 0-1 0 0,0 24 1 0 0,-1-39-26 0 0,-4 57 75 0 0,2-45-46 0 0,1 1 0 0 0,0-1-1 0 0,1 1 1 0 0,0-1 0 0 0,1 1-1 0 0,1-1 1 0 0,0 1 0 0 0,5 16-1 0 0,-6-28-17 0 0,0 0 0 0 0,0 0-1 0 0,0 0 1 0 0,0 0 0 0 0,1 0 0 0 0,-1 0-1 0 0,1 0 1 0 0,-1 0 0 0 0,1-1-1 0 0,0 1 1 0 0,0-1 0 0 0,0 1-1 0 0,0-1 1 0 0,0 1 0 0 0,0-1 0 0 0,0 0-1 0 0,3 1 1 0 0,0 0 0 0 0,0-1-1 0 0,-1 0 1 0 0,1 0-1 0 0,0 0 1 0 0,0-1-1 0 0,0 1 1 0 0,0-1-1 0 0,6-1 1 0 0,2-1-1 0 0,0 0 0 0 0,0-1 0 0 0,0 0 1 0 0,0-1-1 0 0,19-8 0 0 0,-6-1 0 0 0,-1-2 0 0 0,0 0 0 0 0,-1-1 1 0 0,0-2-1 0 0,39-38 0 0 0,-27 19-5 0 0,-3-1 1 0 0,45-66-1 0 0,-72 96-11 0 0,-1 0 0 0 0,0 0 1 0 0,0-1-1 0 0,0 0 0 0 0,-1 0 1 0 0,-1 0-1 0 0,0-1 0 0 0,0 1 1 0 0,3-18-1 0 0,-6 26 7 0 0,0 0 0 0 0,0 1 1 0 0,0-1-1 0 0,0 0 0 0 0,0 0 0 0 0,0 1 0 0 0,0-1 1 0 0,0 0-1 0 0,-1 1 0 0 0,1-1 0 0 0,0 0 0 0 0,0 1 1 0 0,-1-1-1 0 0,1 0 0 0 0,0 1 0 0 0,-1-1 0 0 0,1 1 1 0 0,0-1-1 0 0,-1 0 0 0 0,1 1 0 0 0,-1-1 0 0 0,1 1 0 0 0,-1-1 1 0 0,1 1-1 0 0,-1 0 0 0 0,1-1 0 0 0,-2 0 0 0 0,1 1 8 0 0,-1 0 0 0 0,1 0 0 0 0,0 0 0 0 0,-1-1 0 0 0,1 1 0 0 0,0 1 0 0 0,-1-1 0 0 0,1 0 0 0 0,0 0 0 0 0,0 0 0 0 0,-1 1 0 0 0,1-1 0 0 0,-2 1 0 0 0,-2 2 33 0 0,-1-1-1 0 0,1 1 0 0 0,0 0 0 0 0,0 0 1 0 0,-6 6-1 0 0,1 2 15 0 0,0 0 1 0 0,0 1-1 0 0,1 0 1 0 0,0 1-1 0 0,1 0 1 0 0,1 0-1 0 0,0 1 1 0 0,1 0 0 0 0,0 0-1 0 0,1 0 1 0 0,-4 20-1 0 0,8-26-38 0 0,-1 1-1 0 0,1-1 1 0 0,1 1 0 0 0,-1 0-1 0 0,2-1 1 0 0,-1 1 0 0 0,1-1-1 0 0,0 1 1 0 0,4 12 0 0 0,-3-15-7 0 0,0-1 0 0 0,1 1 0 0 0,-1-1 0 0 0,1 0 0 0 0,0 0 0 0 0,1 0 0 0 0,-1 0 0 0 0,1 0 0 0 0,0-1 0 0 0,0 0 0 0 0,1 0 0 0 0,-1 0 0 0 0,1 0 0 0 0,9 5 0 0 0,-5-4-123 0 0,0-1 1 0 0,0 0 0 0 0,0 0 0 0 0,1-1 0 0 0,0 0 0 0 0,-1-1 0 0 0,1 0 0 0 0,0-1 0 0 0,0 0 0 0 0,18-1-1 0 0,-14 0-954 0 0,-1-1 1 0 0,26-6-1 0 0,-28 4-717 0 0,1 0 0 0 0,-1-1 0 0 0,14-7 0 0 0,8-7-5039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39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47 4028 0 0,'-54'-2'2621'0'0,"-208"-1"8121"0"0,251 5-9183 0 0,22-1-1131 0 0,27 0-289 0 0,260-21-1504 0 0,63-1-6955 0 0,-226 17 892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0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35 2288 0 0,'0'-3'1900'0'0,"0"1"-1475"0"0,0 0 0 0 0,0 0 0 0 0,0 0 0 0 0,-1 0 0 0 0,1 0 1 0 0,0 0-1 0 0,-1 0 0 0 0,1 0 0 0 0,-1 0 0 0 0,0 0 0 0 0,0 0 0 0 0,0 0 0 0 0,-2-4 715 0 0,0 7-482 0 0,-4 2-387 0 0,0 0 0 0 0,1 0 0 0 0,-1 0 0 0 0,1 1 0 0 0,0 0 0 0 0,0 0-1 0 0,0 0 1 0 0,1 1 0 0 0,-1 0 0 0 0,-5 7 0 0 0,-49 62 1066 0 0,55-67-1267 0 0,-35 46 393 0 0,2 2 0 0 0,-58 115 0 0 0,91-158-435 0 0,0-1 1 0 0,0 1-1 0 0,2 0 0 0 0,-1 0 1 0 0,2 1-1 0 0,-3 22 1 0 0,4-31-23 0 0,1 0 0 0 0,0 0 0 0 0,1 1 0 0 0,-1-1 0 0 0,1 0 0 0 0,0 1 0 0 0,0-1 1 0 0,0 0-1 0 0,0 0 0 0 0,1 0 0 0 0,-1 0 0 0 0,1 0 0 0 0,0-1 0 0 0,1 1 0 0 0,-1 0 0 0 0,1-1 0 0 0,-1 0 0 0 0,1 1 1 0 0,0-1-1 0 0,0 0 0 0 0,0 0 0 0 0,1-1 0 0 0,3 4 0 0 0,4 0-26 0 0,1-1 1 0 0,-1 0 0 0 0,1 0-1 0 0,0-1 1 0 0,0-1-1 0 0,0 0 1 0 0,0-1-1 0 0,1 0 1 0 0,-1 0-1 0 0,0-2 1 0 0,22 0-1 0 0,-3-2-125 0 0,0-2 0 0 0,0-1 0 0 0,47-14 1 0 0,-50 11 95 0 0,-1-2 1 0 0,0-1 0 0 0,-1-1-1 0 0,0-1 1 0 0,-1-1-1 0 0,-1-1 1 0 0,38-31 0 0 0,-44 30 42 0 0,-1 0 0 0 0,-1-1 1 0 0,0-1-1 0 0,-2-1 0 0 0,0 0 0 0 0,-1 0 1 0 0,0-2-1 0 0,-2 1 0 0 0,16-41 0 0 0,-25 53 54 0 0,-1 1 0 0 0,0 0 0 0 0,0-1-1 0 0,0-14 1 0 0,-1 22-44 0 0,0 0 0 0 0,0-1 0 0 0,-1 1 0 0 0,1 0 0 0 0,0-1 0 0 0,0 1 0 0 0,0 0 0 0 0,0 0 0 0 0,0-1 0 0 0,-1 1 0 0 0,1 0-1 0 0,0 0 1 0 0,0-1 0 0 0,0 1 0 0 0,-1 0 0 0 0,1 0 0 0 0,0 0 0 0 0,0-1 0 0 0,-1 1 0 0 0,1 0 0 0 0,0 0 0 0 0,0 0 0 0 0,-1 0 0 0 0,1 0 0 0 0,0-1 0 0 0,-1 1 0 0 0,1 0-1 0 0,0 0 1 0 0,-1 0 0 0 0,1 0 0 0 0,0 0 0 0 0,-1 0 0 0 0,1 0 0 0 0,0 0 0 0 0,0 0 0 0 0,-1 0 0 0 0,1 0 0 0 0,0 0 0 0 0,-1 1 0 0 0,1-1 0 0 0,0 0 0 0 0,-1 0 0 0 0,1 0 0 0 0,0 0-1 0 0,-1 1 1 0 0,-12 4 74 0 0,13-5-76 0 0,-8 6 46 0 0,1 0 0 0 0,0 0 0 0 0,0 1 0 0 0,1-1 1 0 0,0 1-1 0 0,0 1 0 0 0,0-1 0 0 0,-7 16 0 0 0,1 0 42 0 0,-17 47 1 0 0,26-62-69 0 0,0 0 1 0 0,1 0-1 0 0,0 0 0 0 0,1 1 1 0 0,-1-1-1 0 0,2 1 0 0 0,-1-1 1 0 0,1 1-1 0 0,0-1 0 0 0,2 9 1 0 0,-1-13-6 0 0,0 0 1 0 0,0 0-1 0 0,0 0 1 0 0,1 0-1 0 0,-1-1 1 0 0,1 1-1 0 0,0-1 1 0 0,0 1-1 0 0,0-1 1 0 0,1 0-1 0 0,-1 1 1 0 0,1-1-1 0 0,0-1 1 0 0,-1 1-1 0 0,1 0 0 0 0,1-1 1 0 0,-1 1-1 0 0,0-1 1 0 0,1 0-1 0 0,-1 0 1 0 0,1 0-1 0 0,-1-1 1 0 0,5 2-1 0 0,-1-1-6 0 0,-1 0 0 0 0,1 0-1 0 0,0-1 1 0 0,0 0 0 0 0,0-1 0 0 0,-1 1-1 0 0,1-1 1 0 0,0 0 0 0 0,0-1 0 0 0,0 0-1 0 0,-1 0 1 0 0,1-1 0 0 0,0 1-1 0 0,-1-1 1 0 0,1-1 0 0 0,-1 1 0 0 0,0-1-1 0 0,0 0 1 0 0,10-7 0 0 0,-12 7-10 0 0,1 0 1 0 0,-1-1-1 0 0,0 0 0 0 0,0 0 1 0 0,0 0-1 0 0,-1 0 1 0 0,0 0-1 0 0,1-1 0 0 0,-1 0 1 0 0,-1 0-1 0 0,1 1 1 0 0,-1-1-1 0 0,0-1 0 0 0,0 1 1 0 0,0 0-1 0 0,-1 0 1 0 0,0-1-1 0 0,0 1 0 0 0,0-1 1 0 0,-1 1-1 0 0,1-1 1 0 0,-1 1-1 0 0,-1-1 0 0 0,-1-9 1 0 0,1 7-1 0 0,-2 0 0 0 0,1 0 0 0 0,-1 0 0 0 0,0 1 0 0 0,0-1 0 0 0,-1 1 0 0 0,0 0 0 0 0,-1 0 0 0 0,1 0 0 0 0,-1 1 0 0 0,-1-1 0 0 0,1 1 0 0 0,-1 1 0 0 0,0-1 0 0 0,0 1-1 0 0,-1 0 1 0 0,1 0 0 0 0,-9-4 0 0 0,-7-3-50 0 0,-1 1 0 0 0,0 1 0 0 0,-1 1 0 0 0,-35-8-1 0 0,50 15 41 0 0,9 2 10 0 0,0 0 0 0 0,0 0 0 0 0,0 0 0 0 0,0 0 0 0 0,0 0-1 0 0,0-1 1 0 0,0 1 0 0 0,0 0 0 0 0,0 0 0 0 0,0 0 0 0 0,0 0 0 0 0,0 0 0 0 0,0 0 0 0 0,0 0 0 0 0,0-1 0 0 0,0 1 0 0 0,0 0 0 0 0,0 0 0 0 0,0 0-1 0 0,0 0 1 0 0,0 0 0 0 0,0 0 0 0 0,0-1 0 0 0,0 1 0 0 0,0 0 0 0 0,0 0 0 0 0,0 0 0 0 0,0 0 0 0 0,0 0 0 0 0,0 0 0 0 0,0 0 0 0 0,0 0-1 0 0,0 0 1 0 0,0-1 0 0 0,-1 1 0 0 0,1 0 0 0 0,0 0 0 0 0,5-2-11 0 0,9-4 20 0 0,0 1 0 0 0,1 0 0 0 0,28-4 0 0 0,-17 4-12 0 0,5-1-3 0 0,-1 1 0 0 0,1 1 0 0 0,0 2 0 0 0,46 3 0 0 0,-58 0 4 0 0,0 1-1 0 0,-1 1 1 0 0,1 1 0 0 0,-1 1-1 0 0,1 0 1 0 0,-1 1 0 0 0,0 1-1 0 0,25 14 1 0 0,-37-17 6 0 0,1 0 1 0 0,-1 0-1 0 0,0 0 1 0 0,-1 1-1 0 0,1 0 0 0 0,-1 1 1 0 0,0-1-1 0 0,0 1 0 0 0,0 0 1 0 0,-1 0-1 0 0,0 0 1 0 0,0 1-1 0 0,-1 0 0 0 0,0-1 1 0 0,0 1-1 0 0,0 0 0 0 0,-1 0 1 0 0,3 15-1 0 0,-4-9 14 0 0,0 0 1 0 0,-1 0-1 0 0,-1 0 0 0 0,0 0 0 0 0,0 0 0 0 0,-1-1 1 0 0,-1 1-1 0 0,0 0 0 0 0,-1-1 0 0 0,-6 14 0 0 0,-18 40 951 0 0,27-63-298 0 0,2-7-649 0 0,0 0 0 0 0,0 0-1 0 0,0 0 1 0 0,1 1 0 0 0,-1-1 0 0 0,1 1 0 0 0,0-1 0 0 0,0 1 0 0 0,1-1-1 0 0,2-2 1 0 0,5-9 7 0 0,12-22 4 0 0,2 1 0 0 0,36-42 0 0 0,-44 60-19 0 0,1 0 1 0 0,1 1-1 0 0,1 0 1 0 0,0 2-1 0 0,31-19 1 0 0,-46 31-16 0 0,0 1 0 0 0,1 0 0 0 0,-1 0 0 0 0,1 0 0 0 0,-1 1 0 0 0,1-1 0 0 0,0 1 0 0 0,-1 0-1 0 0,1 0 1 0 0,7 0 0 0 0,-10 1 2 0 0,0 1 0 0 0,1-1 0 0 0,-1 0-1 0 0,0 1 1 0 0,0-1 0 0 0,0 1 0 0 0,0 0-1 0 0,0 0 1 0 0,0 0 0 0 0,0 0 0 0 0,0 0 0 0 0,0 0-1 0 0,0 0 1 0 0,0 1 0 0 0,0-1 0 0 0,-1 1-1 0 0,1-1 1 0 0,-1 1 0 0 0,1 0 0 0 0,-1-1-1 0 0,0 1 1 0 0,1 0 0 0 0,-1 0 0 0 0,0 0-1 0 0,1 3 1 0 0,1 3 9 0 0,0 1 1 0 0,0 0-1 0 0,-1 0 0 0 0,0 0 0 0 0,0 0 1 0 0,-1 1-1 0 0,0-1 0 0 0,-1 11 0 0 0,-10 80 54 0 0,2-26-752 0 0,7-53-65 0 0,0-15 33 0 0,0-1 0 0 0,1 1 1 0 0,0 0-1 0 0,0 0 0 0 0,1 0 0 0 0,1 9 1 0 0,12-18-5144 0 0,-13 2 5558 0 0,0 0 0 0 0,1 0 1 0 0,-1 0-1 0 0,0 0 0 0 0,1-1 1 0 0,-1 1-1 0 0,0 0 0 0 0,1-2 1 0 0,5-9-3063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1 231 4948 0 0,'15'-36'2213'0'0,"-8"20"-1058"0"0,0 0 1 0 0,0 1-1 0 0,1-1 0 0 0,1 2 1 0 0,13-18-1 0 0,-21 31-1055 0 0,1-1 0 0 0,-1 1 0 0 0,0 0 0 0 0,0 0-1 0 0,1 0 1 0 0,-1 0 0 0 0,0 0 0 0 0,1 0 0 0 0,-1 1-1 0 0,1-1 1 0 0,-1 0 0 0 0,1 1 0 0 0,-1-1 0 0 0,1 1 0 0 0,-1-1-1 0 0,1 1 1 0 0,0 0 0 0 0,-1-1 0 0 0,1 1 0 0 0,0 0-1 0 0,1 1 1 0 0,0-1 6 0 0,0 1-1 0 0,0 0 1 0 0,0 0-1 0 0,0 0 0 0 0,0 0 1 0 0,0 0-1 0 0,-1 1 1 0 0,1 0-1 0 0,0-1 1 0 0,3 4-1 0 0,3 4 80 0 0,0-1 0 0 0,-1 1 0 0 0,0 0 0 0 0,10 16 0 0 0,30 53 264 0 0,-26-40-229 0 0,43 56 1 0 0,-63-93-211 0 0,-1 1 0 0 0,0 0 0 0 0,1-1 0 0 0,-1 1 0 0 0,0-1 0 0 0,1 1 1 0 0,0-1-1 0 0,-1 0 0 0 0,1 1 0 0 0,0-1 0 0 0,0 0 0 0 0,0 0 0 0 0,0-1 0 0 0,0 1 0 0 0,0 0 0 0 0,0 0 1 0 0,0-1-1 0 0,0 0 0 0 0,0 1 0 0 0,0-1 0 0 0,0 0 0 0 0,0 0 0 0 0,2 0 0 0 0,-1-1-6 0 0,0 0 0 0 0,0 0 0 0 0,0 0 0 0 0,0-1 0 0 0,0 1 0 0 0,-1-1 0 0 0,1 0 0 0 0,0 0 0 0 0,-1 0 0 0 0,0 0 0 0 0,1 0 0 0 0,-1 0 0 0 0,0-1 0 0 0,3-4 0 0 0,13-20 2 0 0,0-1 0 0 0,14-32 0 0 0,-20 35-7 0 0,2 1 0 0 0,0-1 1 0 0,32-38-1 0 0,-42 58-4 0 0,1-1-1 0 0,0 1 0 0 0,0 0 1 0 0,0 0-1 0 0,1 1 1 0 0,-1 0-1 0 0,1 0 1 0 0,0 0-1 0 0,1 1 0 0 0,-1-1 1 0 0,0 2-1 0 0,1-1 1 0 0,0 1-1 0 0,-1 0 1 0 0,1 0-1 0 0,0 1 1 0 0,0-1-1 0 0,0 2 0 0 0,0-1 1 0 0,0 1-1 0 0,1 0 1 0 0,-1 0-1 0 0,0 1 1 0 0,0 0-1 0 0,10 3 0 0 0,94 35 11 0 0,-12-3 3 0 0,-84-32-6 0 0,1 0-1 0 0,-1-1 0 0 0,1-1 0 0 0,23 1 0 0 0,-32-3 0 0 0,-1 0-1 0 0,0-1 1 0 0,0 0 0 0 0,0 0-1 0 0,0 0 1 0 0,12-4-1 0 0,-16 4 0 0 0,-1 0-1 0 0,1 0 0 0 0,0 0 0 0 0,0 0 0 0 0,-1 0 0 0 0,1 0 0 0 0,0 0 0 0 0,-1 0 0 0 0,1-1 0 0 0,-1 1 0 0 0,0-1 0 0 0,1 1 0 0 0,-1-1 0 0 0,0 1 0 0 0,0-1 0 0 0,0 0 0 0 0,0 0 0 0 0,0 1 0 0 0,-1-1 0 0 0,1 0 1 0 0,0 0-1 0 0,-1 0 0 0 0,1 0 0 0 0,-1 0 0 0 0,0 0 0 0 0,0-3 0 0 0,0-1-6 0 0,0 1 0 0 0,0 0 0 0 0,-1 0 1 0 0,1-1-1 0 0,-3-6 0 0 0,2 10 5 0 0,0 0 0 0 0,0 0-1 0 0,0 0 1 0 0,0 0 0 0 0,0 0-1 0 0,0 0 1 0 0,0 1 0 0 0,0-1 0 0 0,-1 0-1 0 0,1 1 1 0 0,-1-1 0 0 0,1 1-1 0 0,-1 0 1 0 0,0-1 0 0 0,1 1 0 0 0,-1 0-1 0 0,0 0 1 0 0,0 0 0 0 0,0 0-1 0 0,-4-1 1 0 0,2 1 2 0 0,-1 0-1 0 0,1 0 1 0 0,-1 0 0 0 0,0 1-1 0 0,1-1 1 0 0,-1 1-1 0 0,1 1 1 0 0,-1-1 0 0 0,0 1-1 0 0,1-1 1 0 0,-1 1 0 0 0,1 0-1 0 0,-1 1 1 0 0,-5 2-1 0 0,2 0 4 0 0,0 0-1 0 0,0 1 1 0 0,0 0-1 0 0,1 0 1 0 0,-1 1-1 0 0,-11 12 1 0 0,2 1 13 0 0,1 0 1 0 0,1 2-1 0 0,0 0 1 0 0,-16 33-1 0 0,22-36 3 0 0,0 0 0 0 0,1 1 1 0 0,2 0-1 0 0,-9 39 0 0 0,13-51-9 0 0,1 1 0 0 0,0-1 0 0 0,0 0 0 0 0,1 1 0 0 0,0-1 0 0 0,0 1 0 0 0,1-1 0 0 0,0 1 0 0 0,0-1 0 0 0,1 0 0 0 0,-1 1 1 0 0,2-1-1 0 0,-1 0 0 0 0,1 0 0 0 0,0 0 0 0 0,7 9 0 0 0,-5-10-42 0 0,0-1 1 0 0,1 1-1 0 0,0-1 0 0 0,0 0 1 0 0,0-1-1 0 0,0 0 0 0 0,1 0 1 0 0,0 0-1 0 0,0 0 1 0 0,0-1-1 0 0,0-1 0 0 0,0 1 1 0 0,1-1-1 0 0,9 2 0 0 0,-2-1-441 0 0,0-1-1 0 0,1-1 1 0 0,0 0-1 0 0,-1 0 0 0 0,1-2 1 0 0,16-2-1 0 0,-14 0-709 0 0,-1 0-1 0 0,0-1 1 0 0,0-1-1 0 0,0-1 0 0 0,-1 0 1 0 0,32-17-1 0 0,-9-2-4043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0 306 2252 0 0,'94'-141'11019'0'0,"-94"140"-10979"0"0,1 1 1 0 0,-1-1-1 0 0,1 0 1 0 0,-1 1 0 0 0,1-1-1 0 0,-1 0 1 0 0,1 1 0 0 0,0-1-1 0 0,-1 1 1 0 0,1-1-1 0 0,0 1 1 0 0,-1-1 0 0 0,1 1-1 0 0,0 0 1 0 0,-1-1-1 0 0,1 1 1 0 0,0 0 0 0 0,0-1-1 0 0,0 1 1 0 0,-1 0 0 0 0,1 0-1 0 0,0 0 1 0 0,0 0-1 0 0,0 0 1 0 0,-1 0 0 0 0,1 0-1 0 0,0 0 1 0 0,0 0 0 0 0,0 0-1 0 0,0 0 1 0 0,1 1-1 0 0,0 0 19 0 0,0 1-1 0 0,0-1 0 0 0,0 1 0 0 0,0-1 0 0 0,0 1 1 0 0,0 0-1 0 0,-1 0 0 0 0,1 0 0 0 0,-1 0 0 0 0,3 3 1 0 0,3 8 137 0 0,0 0 1 0 0,8 22-1 0 0,-8-16-61 0 0,-1 0 1 0 0,-1 1-1 0 0,-1-1 1 0 0,2 29-1 0 0,-5-41-20 0 0,0 1 0 0 0,-1 0 0 0 0,0-1 0 0 0,-1 1 0 0 0,0-1 0 0 0,0 1 0 0 0,0-1 0 0 0,-1 0 0 0 0,0 1 0 0 0,0-1 0 0 0,-1 0 0 0 0,0 0 0 0 0,0-1 0 0 0,-8 13 0 0 0,10-18-68 0 0,0 0 0 0 0,0 1-1 0 0,0-1 1 0 0,0 0-1 0 0,0 0 1 0 0,0 0 0 0 0,-1 0-1 0 0,1 0 1 0 0,0 0-1 0 0,-1 0 1 0 0,1 0 0 0 0,-1 0-1 0 0,1 0 1 0 0,-1-1 0 0 0,1 1-1 0 0,-1-1 1 0 0,1 1-1 0 0,-1-1 1 0 0,1 0 0 0 0,-1 1-1 0 0,0-1 1 0 0,-1 0-1 0 0,3 0-42 0 0,0-1-1 0 0,-1 1 1 0 0,1 0-1 0 0,0-1 0 0 0,0 1 1 0 0,-1 0-1 0 0,1-1 1 0 0,0 1-1 0 0,0-1 1 0 0,0 1-1 0 0,0 0 0 0 0,-1-1 1 0 0,1 1-1 0 0,0-1 1 0 0,0 1-1 0 0,0 0 0 0 0,0-1 1 0 0,0 1-1 0 0,0-1 1 0 0,0 1-1 0 0,0-1 0 0 0,0 1 1 0 0,0 0-1 0 0,1-1 1 0 0,-1 1-1 0 0,0-1 1 0 0,0 1-1 0 0,0 0 0 0 0,1-1 1 0 0,4-12 23 0 0,8-7-5 0 0,0 0-1 0 0,2 1 0 0 0,28-29 0 0 0,59-47-22 0 0,-60 57 3 0 0,24-18-15 0 0,-39 34 26 0 0,-1-1-1 0 0,-1-1 0 0 0,0-1 0 0 0,24-33 0 0 0,-48 56-12 0 0,0 1-1 0 0,0-1 0 0 0,0 1 0 0 0,0-1 0 0 0,0 1 0 0 0,0-1 0 0 0,-1 0 0 0 0,1 0 0 0 0,0 1 0 0 0,-1-1 1 0 0,1-3-1 0 0,-1 5 0 0 0,0-1 1 0 0,0 1 0 0 0,0 0 0 0 0,0-1 0 0 0,0 1-1 0 0,-1 0 1 0 0,1 0 0 0 0,0-1 0 0 0,0 1-1 0 0,0 0 1 0 0,0-1 0 0 0,-1 1 0 0 0,1 0 0 0 0,0 0-1 0 0,0 0 1 0 0,-1-1 0 0 0,1 1 0 0 0,0 0-1 0 0,0 0 1 0 0,-1 0 0 0 0,1 0 0 0 0,0-1 0 0 0,0 1-1 0 0,-1 0 1 0 0,1 0 0 0 0,0 0 0 0 0,-1 0-1 0 0,1 0 1 0 0,0 0 0 0 0,-1 0 0 0 0,1 0 0 0 0,0 0-1 0 0,-1 0 1 0 0,1 0 0 0 0,0 0 0 0 0,0 0-1 0 0,-1 0 1 0 0,-3 1 1 0 0,0 0 0 0 0,1 0 0 0 0,-1 0 0 0 0,0 1 0 0 0,1-1 1 0 0,0 1-1 0 0,-1 0 0 0 0,1 0 0 0 0,-4 2 0 0 0,-21 19 7 0 0,0 0 1 0 0,2 2-1 0 0,-28 33 1 0 0,41-42 6 0 0,0 1 1 0 0,2 0 0 0 0,0 1 0 0 0,0 0 0 0 0,2 0 0 0 0,0 1 0 0 0,-6 21-1 0 0,13-33-3 0 0,0 1 0 0 0,0-1 0 0 0,1 1 0 0 0,0 0 0 0 0,0-1 0 0 0,1 1 0 0 0,0 0 0 0 0,1 0 0 0 0,-1 0 0 0 0,3 11 0 0 0,-1-13-3 0 0,0-1 0 0 0,0 0 0 0 0,0 0 1 0 0,1 0-1 0 0,-1 0 0 0 0,1 0 0 0 0,0 0 1 0 0,1-1-1 0 0,-1 0 0 0 0,1 1 1 0 0,0-1-1 0 0,0 0 0 0 0,0-1 0 0 0,0 1 1 0 0,8 4-1 0 0,5 2-78 0 0,0-1 0 0 0,1-1 0 0 0,0 0 0 0 0,1-2 1 0 0,35 9-1 0 0,100 9-2486 0 0,-12-16-4660 0 0,-62-8-168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3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67 572 2712 0 0,'-39'-23'8844'0'0,"15"10"-6109"0"0,24 13-2708 0 0,-1 0-1 0 0,1 0 0 0 0,0-1 0 0 0,0 1 1 0 0,-1 0-1 0 0,1 0 0 0 0,0-1 1 0 0,0 1-1 0 0,-1 0 0 0 0,1 0 1 0 0,0-1-1 0 0,0 1 0 0 0,0 0 0 0 0,0-1 1 0 0,0 1-1 0 0,0 0 0 0 0,-1-1 1 0 0,1 1-1 0 0,0 0 0 0 0,0-1 1 0 0,0 1-1 0 0,0 0 0 0 0,0-1 0 0 0,0 1 1 0 0,0 0-1 0 0,0-1 0 0 0,0 1 1 0 0,1 0-1 0 0,-1-1 0 0 0,0 1 1 0 0,0 0-1 0 0,0-1 0 0 0,0 1 0 0 0,0 0 1 0 0,1 0-1 0 0,-1-1 0 0 0,0 1 1 0 0,0 0-1 0 0,1-1 0 0 0,7-9 176 0 0,-8 10-197 0 0,14-11 99 0 0,0 0 0 0 0,1 1 1 0 0,0 0-1 0 0,0 1 0 0 0,33-12 0 0 0,-2-1-30 0 0,-14 5-48 0 0,-1-1 0 0 0,-1-1 0 0 0,53-45 0 0 0,-66 49-31 0 0,-1-1 0 0 0,-1-1 0 0 0,-1 0 0 0 0,-1 0 0 0 0,0-2 0 0 0,-1 0 0 0 0,15-31 1 0 0,19-72-45 0 0,-46 113 27 0 0,-7 13-12 0 0,-10 15-10 0 0,-14 37 79 0 0,-40 101-1 0 0,-9 66 42 0 0,76-212-76 0 0,-113 356-645 0 0,115-362 636 0 0,-3 11-263 0 0,5-14 143 0 0,3-9 101 0 0,9-17 8 0 0,1 1 0 0 0,1 0 0 0 0,1 1 0 0 0,1 1 0 0 0,1 0 0 0 0,37-34 0 0 0,-37 39 25 0 0,0 1-1 0 0,2 2 1 0 0,0 0 0 0 0,0 0 0 0 0,1 2 0 0 0,0 0 0 0 0,1 2 0 0 0,29-10 0 0 0,-40 16 11 0 0,0 1-1 0 0,-1 0 1 0 0,1 0 0 0 0,0 1 0 0 0,0 0 0 0 0,0 1 0 0 0,0 0 0 0 0,0 0-1 0 0,0 1 1 0 0,18 4 0 0 0,-23-3-1 0 0,0 0 1 0 0,1 0-1 0 0,-1 0 0 0 0,-1 1 1 0 0,1-1-1 0 0,0 1 1 0 0,-1 0-1 0 0,1 1 0 0 0,-1-1 1 0 0,0 1-1 0 0,0 0 0 0 0,0 0 1 0 0,0 0-1 0 0,-1 0 0 0 0,0 1 1 0 0,0-1-1 0 0,0 1 0 0 0,0 0 1 0 0,-1 0-1 0 0,4 10 0 0 0,-3-4 18 0 0,0 0-1 0 0,-1 1 0 0 0,0-1 1 0 0,-1 1-1 0 0,0 0 0 0 0,-1-1 1 0 0,0 1-1 0 0,-2 12 0 0 0,-4 15 43 0 0,-11 40 1 0 0,2-15-20 0 0,14-58-50 0 0,0 0-1 0 0,0 0 0 0 0,0 1 1 0 0,0-1-1 0 0,1 0 0 0 0,0 1 0 0 0,1 7 1 0 0,0-13-6 0 0,-1 1 0 0 0,1 0 1 0 0,0 0-1 0 0,0-1 0 0 0,0 1 1 0 0,0 0-1 0 0,0-1 0 0 0,0 1 1 0 0,0-1-1 0 0,0 1 0 0 0,0-1 1 0 0,1 1-1 0 0,-1-1 0 0 0,1 0 1 0 0,-1 0-1 0 0,1 0 0 0 0,-1 0 1 0 0,1 0-1 0 0,0 0 0 0 0,0 0 1 0 0,-1-1-1 0 0,1 1 0 0 0,0 0 1 0 0,0-1-1 0 0,0 0 0 0 0,0 1 1 0 0,-1-1-1 0 0,1 0 0 0 0,3 0 0 0 0,5 0-56 0 0,0 0-1 0 0,1 0 0 0 0,-1-1 0 0 0,0 0 1 0 0,0-1-1 0 0,0 0 0 0 0,0-1 0 0 0,0 0 0 0 0,17-8 1 0 0,0-3-174 0 0,0 0 1 0 0,26-20 0 0 0,-4 0 188 0 0,-2-2 0 0 0,-2-1 0 0 0,-1-3 0 0 0,-1-2-1 0 0,39-51 1 0 0,-57 53 697 0 0,-24 38-379 0 0,-3 3-252 0 0,1-1 0 0 0,0 1 1 0 0,-1-1-1 0 0,1 1 0 0 0,0-1 0 0 0,-1 1 0 0 0,1 0 1 0 0,0 0-1 0 0,0 0 0 0 0,0 0 0 0 0,0 0 0 0 0,0 0 1 0 0,0 0-1 0 0,0 0 0 0 0,0 0 0 0 0,0 0 0 0 0,-1 3 0 0 0,-14 26 197 0 0,13-24-179 0 0,-4 6 0 0 0,1 1 1 0 0,0 0-1 0 0,1 1 0 0 0,1-1 1 0 0,0 1-1 0 0,1 0 0 0 0,0 0 1 0 0,-1 22-1 0 0,4-31-33 0 0,0-1 1 0 0,0 1-1 0 0,1 0 1 0 0,-1 0-1 0 0,1 0 0 0 0,0 0 1 0 0,1 0-1 0 0,-1-1 1 0 0,1 1-1 0 0,0 0 1 0 0,0-1-1 0 0,0 0 1 0 0,1 1-1 0 0,-1-1 0 0 0,1 0 1 0 0,0 0-1 0 0,0 0 1 0 0,1-1-1 0 0,-1 1 1 0 0,1-1-1 0 0,-1 0 1 0 0,1 0-1 0 0,0 0 0 0 0,1 0 1 0 0,-1-1-1 0 0,0 0 1 0 0,9 4-1 0 0,-1-2-7 0 0,0 0 0 0 0,1-1 0 0 0,-1 0 0 0 0,1-1 0 0 0,0 0 0 0 0,-1-1 0 0 0,1 0 0 0 0,0-1 0 0 0,0-1 0 0 0,0 0 0 0 0,-1-1 0 0 0,1 0 0 0 0,-1-1 0 0 0,1 0 0 0 0,-1-1 0 0 0,0 0-1 0 0,0-1 1 0 0,16-10 0 0 0,-8 3-1 0 0,0-1 0 0 0,-2 0 0 0 0,1-2 0 0 0,-2 0 0 0 0,0-1-1 0 0,-1-1 1 0 0,0 0 0 0 0,-2-1 0 0 0,17-26 0 0 0,-9 10 16 0 0,-2 0 0 0 0,22-49 1 0 0,-39 72-41 0 0,-10 16 31 0 0,-10 18 54 0 0,3 2-14 0 0,2 2 1 0 0,1 0-1 0 0,-9 29 1 0 0,15-37-24 0 0,0 1-1 0 0,1-1 1 0 0,1 1-1 0 0,1 0 1 0 0,0 28 0 0 0,2-44-11 0 0,1 1 0 0 0,-1 0 0 0 0,1 0 0 0 0,0 0 1 0 0,0 0-1 0 0,1 0 0 0 0,-1-1 0 0 0,1 1 0 0 0,0-1 1 0 0,0 1-1 0 0,1-1 0 0 0,-1 0 0 0 0,1 0 1 0 0,0 0-1 0 0,6 6 0 0 0,-4-5-2 0 0,0-1-1 0 0,1 0 1 0 0,-1 0-1 0 0,1-1 1 0 0,0 1 0 0 0,0-1-1 0 0,0-1 1 0 0,1 1-1 0 0,-1-1 1 0 0,9 2 0 0 0,6 0-5 0 0,1-1 1 0 0,0-1 0 0 0,0-1 0 0 0,0-1 0 0 0,43-6-1 0 0,-25-1-44 0 0,-1-1 0 0 0,0-2 0 0 0,0-2 0 0 0,-1-1 0 0 0,-1-2 0 0 0,0-2 0 0 0,-1-1-1 0 0,-1-2 1 0 0,0-1 0 0 0,56-47 0 0 0,-47 29-40 0 0,-1-1-1 0 0,-2-2 1 0 0,-2-2 0 0 0,-1-2-1 0 0,-3-1 1 0 0,52-94-1 0 0,-28 24-19 0 0,-52 99 77 0 0,0-1 0 0 0,-1 0 1 0 0,0 0-1 0 0,4-33 0 0 0,-10 50 18 0 0,0 0-1 0 0,0 0 1 0 0,0 0 0 0 0,0 0-1 0 0,0 0 1 0 0,0 0 0 0 0,0 0-1 0 0,0 0 1 0 0,-1 0-1 0 0,1 0 1 0 0,-1 1 0 0 0,0-1-1 0 0,1 0 1 0 0,-2-2-1 0 0,1 3 2 0 0,0 1 0 0 0,1-1-1 0 0,-1 0 1 0 0,0 1-1 0 0,1-1 1 0 0,-1 0-1 0 0,0 1 1 0 0,0-1-1 0 0,0 1 1 0 0,0-1-1 0 0,0 1 1 0 0,1-1 0 0 0,-1 1-1 0 0,0 0 1 0 0,0 0-1 0 0,0-1 1 0 0,0 1-1 0 0,0 0 1 0 0,0 0-1 0 0,-1 0 1 0 0,-2 0 2 0 0,0 1-1 0 0,0 0 1 0 0,0 0 0 0 0,0 0 0 0 0,0 0 0 0 0,0 0 0 0 0,1 1-1 0 0,-1 0 1 0 0,1 0 0 0 0,-1 0 0 0 0,1 0 0 0 0,-5 4 0 0 0,-19 17 102 0 0,2 1 0 0 0,1 1 0 0 0,1 1 0 0 0,-36 52 0 0 0,29-31 10 0 0,3 1 1 0 0,-29 66 0 0 0,43-82-69 0 0,0 1 1 0 0,-9 41-1 0 0,20-65-30 0 0,0 1 0 0 0,0 0 0 0 0,1 0 0 0 0,0 0 0 0 0,1 0 0 0 0,0 0 0 0 0,1 0 0 0 0,0 0 0 0 0,0 0 0 0 0,1 0 0 0 0,0 0 0 0 0,5 12 0 0 0,-4-16-6 0 0,1 0 0 0 0,0-1-1 0 0,-1 1 1 0 0,2-1 0 0 0,-1 1 0 0 0,1-1 0 0 0,-1-1 0 0 0,2 1-1 0 0,-1-1 1 0 0,0 1 0 0 0,1-2 0 0 0,0 1 0 0 0,0-1 0 0 0,0 1-1 0 0,0-2 1 0 0,0 1 0 0 0,0-1 0 0 0,1 0 0 0 0,0 0 0 0 0,9 1-1 0 0,5 0 0 0 0,0 0 0 0 0,0-2 0 0 0,1 0 0 0 0,-1-2 0 0 0,29-4-1 0 0,-11-1-13 0 0,0-3 0 0 0,0-1 0 0 0,-1-2 0 0 0,0-1 0 0 0,-1-2-1 0 0,67-38 1 0 0,-58 25 8 0 0,-2-2 0 0 0,0-1 0 0 0,-3-3 0 0 0,64-64-1 0 0,-80 70-17 0 0,0-1-1 0 0,-2-1 1 0 0,-1-1 0 0 0,-1-1-1 0 0,-2 0 1 0 0,28-67-1 0 0,-44 92 11 0 0,-1-1 0 0 0,0 1 0 0 0,0-1-1 0 0,0 0 1 0 0,0-14 0 0 0,-2 20 4 0 0,0 1 1 0 0,0 0-1 0 0,0-1 0 0 0,0 1 0 0 0,0 0 1 0 0,0 0-1 0 0,0-1 0 0 0,-1 1 0 0 0,1 0 0 0 0,0 0 1 0 0,-1-1-1 0 0,1 1 0 0 0,-1 0 0 0 0,0 0 1 0 0,1 0-1 0 0,-1 0 0 0 0,0 0 0 0 0,0 0 1 0 0,1 0-1 0 0,-1 0 0 0 0,0 0 0 0 0,0 0 1 0 0,0 0-1 0 0,0 1 0 0 0,0-1 0 0 0,0 0 1 0 0,0 0-1 0 0,-1 1 0 0 0,1-1 0 0 0,0 1 1 0 0,0-1-1 0 0,0 1 0 0 0,-1 0 0 0 0,1 0 1 0 0,0-1-1 0 0,0 1 0 0 0,-1 0 0 0 0,1 0 1 0 0,0 0-1 0 0,-1 0 0 0 0,1 0 0 0 0,0 0 0 0 0,0 1 1 0 0,-2-1-1 0 0,-11 3 15 0 0,0 1 1 0 0,0 0-1 0 0,0 0 1 0 0,1 2-1 0 0,-1-1 1 0 0,2 2-1 0 0,-1 0 1 0 0,-15 11-1 0 0,-5 6 161 0 0,-51 47-1 0 0,55-43-32 0 0,0 2-1 0 0,2 1 1 0 0,-34 49-1 0 0,49-61-87 0 0,1 1 1 0 0,0 0-1 0 0,1 1 1 0 0,1 0-1 0 0,1 0 0 0 0,1 1 1 0 0,-7 40-1 0 0,13-54-37 0 0,0-1 1 0 0,1 0-1 0 0,0 1 0 0 0,0-1 1 0 0,0 0-1 0 0,1 1 0 0 0,1-1 1 0 0,-1 0-1 0 0,1 0 0 0 0,0 0 1 0 0,0 0-1 0 0,7 13 0 0 0,-3-11-103 0 0,-1 0 1 0 0,1-1-1 0 0,1 0 0 0 0,0 0 1 0 0,0 0-1 0 0,0-1 0 0 0,1 0 0 0 0,11 8 1 0 0,-3-4-567 0 0,0-1 1 0 0,0-1-1 0 0,1 0 1 0 0,18 6-1 0 0,-13-7-1759 0 0,0-1 0 0 0,37 6-1 0 0,-3-4-3747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4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1084 344 0 0,'-79'-38'3691'0'0,"18"6"-2083"0"0,-2 3-1 0 0,-1 3 0 0 0,-77-20 0 0 0,135 45-1427 0 0,1-1 0 0 0,0 1 0 0 0,0 1 0 0 0,0-1 0 0 0,-1 1 0 0 0,1 0 0 0 0,0 0 0 0 0,0 0 0 0 0,-1 1 0 0 0,1 0 0 0 0,-9 2 0 0 0,13-2-104 0 0,0-1-1 0 0,0 0 0 0 0,0 0 0 0 0,0 0 1 0 0,0 1-1 0 0,0-1 0 0 0,1 1 0 0 0,-1-1 0 0 0,0 0 1 0 0,0 1-1 0 0,0 0 0 0 0,0-1 0 0 0,1 1 1 0 0,-1-1-1 0 0,0 1 0 0 0,0 0 0 0 0,1 0 0 0 0,-1-1 1 0 0,0 1-1 0 0,1 0 0 0 0,-1 0 0 0 0,1 0 1 0 0,-1 0-1 0 0,1 0 0 0 0,0-1 0 0 0,-1 1 0 0 0,1 0 1 0 0,0 0-1 0 0,0 0 0 0 0,0 0 0 0 0,-1 0 1 0 0,1 0-1 0 0,0 0 0 0 0,0 0 0 0 0,0 0 0 0 0,1 0 1 0 0,-1 0-1 0 0,0 0 0 0 0,0 0 0 0 0,0 0 1 0 0,1 0-1 0 0,-1 0 0 0 0,0 0 0 0 0,1 0 0 0 0,-1 0 1 0 0,1 0-1 0 0,-1-1 0 0 0,1 1 0 0 0,1 1 1 0 0,-2-1-36 0 0,1 0 0 0 0,0-1 0 0 0,0 1 0 0 0,0-1 0 0 0,0 1 0 0 0,0-1 0 0 0,0 1 0 0 0,0-1 0 0 0,0 0 0 0 0,0 1 0 0 0,0-1 0 0 0,0 0 0 0 0,0 0 0 0 0,0 0 0 0 0,0 0 0 0 0,1 0 0 0 0,1 0 0 0 0,0 0 66 0 0,6 0 13 0 0,0 0 1 0 0,1 0 0 0 0,-1-1 0 0 0,1-1 0 0 0,-1 0 0 0 0,18-5 0 0 0,-12 3-42 0 0,28-9-9 0 0,-1-2 1 0 0,0-1 0 0 0,-1-2-1 0 0,-1-2 1 0 0,-1-2-1 0 0,-1-1 1 0 0,-1-2-1 0 0,57-51 1 0 0,-58 42-68 0 0,-1-1 0 0 0,-2-2 1 0 0,-2-1-1 0 0,-1-1 1 0 0,-2-2-1 0 0,-2-1 0 0 0,35-77 1 0 0,-31 49-70 0 0,-2-1 1 0 0,25-107-1 0 0,-53 168-56 0 0,-8 20 93 0 0,-9 21 24 0 0,17-30 3 0 0,-40 86 62 0 0,-37 123-1 0 0,25-66 34 0 0,-92 233 580 0 0,-266 754 980 0 0,375-1012-1457 0 0,-28 162-1 0 0,62-272-184 0 0,0 0-1 0 0,0 1 1 0 0,0-1 0 0 0,1 0-1 0 0,1 0 1 0 0,2 17-1 0 0,-2-24-5 0 0,-1 0 0 0 0,1 1 0 0 0,0-1 0 0 0,-1 0 0 0 0,1 0 0 0 0,0 0 0 0 0,0 0 0 0 0,1 0 0 0 0,-1 0-1 0 0,0 0 1 0 0,1-1 0 0 0,-1 1 0 0 0,1 0 0 0 0,-1-1 0 0 0,1 1 0 0 0,0-1 0 0 0,-1 1 0 0 0,1-1-1 0 0,0 0 1 0 0,0 0 0 0 0,0 0 0 0 0,0 0 0 0 0,0 0 0 0 0,1 0 0 0 0,-1-1 0 0 0,0 1 0 0 0,0-1-1 0 0,0 1 1 0 0,1-1 0 0 0,-1 0 0 0 0,0 0 0 0 0,5 0 0 0 0,7-2 0 0 0,1 0 0 0 0,-1 0-1 0 0,1-1 1 0 0,-1-1 0 0 0,0-1 0 0 0,23-10 0 0 0,2-4-17 0 0,36-26 0 0 0,-38 21-3 0 0,-2-1 1 0 0,0-2 0 0 0,-2-2-1 0 0,-2-1 1 0 0,33-38 0 0 0,-45 45 4 0 0,-1-1 1 0 0,-2 0-1 0 0,0-1 1 0 0,-1 0-1 0 0,-2-2 0 0 0,0 0 1 0 0,-2 0-1 0 0,12-44 1 0 0,-19 51 9 0 0,-1 1-1 0 0,-1-1 1 0 0,-1 0-1 0 0,0 0 1 0 0,-2 0-1 0 0,0 1 1 0 0,-1-1 0 0 0,-1 0-1 0 0,-1 1 1 0 0,-1-1-1 0 0,-1 1 1 0 0,-15-35-1 0 0,8 27 12 0 0,-1 1 0 0 0,-1 1 0 0 0,-1 0 0 0 0,-1 2 0 0 0,-1-1 0 0 0,-1 2 0 0 0,-2 1 0 0 0,-25-22 0 0 0,10 14 9 0 0,-1 2 0 0 0,-1 1 0 0 0,-52-25 0 0 0,-130-46 64 0 0,195 88-92 0 0,3 1-79 0 0,-33-17 1 0 0,53 24-102 0 0,25-11-1366 0 0,47 2-2351 0 0,-4 0-2731 0 0,-22 4-62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5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398 121 2700 0 0,'-2'-4'437'0'0,"0"1"1"0"0,-1-1-1 0 0,0 1 0 0 0,0 0 0 0 0,0-1 1 0 0,0 1-1 0 0,-1 1 0 0 0,1-1 0 0 0,-1 0 0 0 0,1 1 1 0 0,-1 0-1 0 0,0 0 0 0 0,0 0 0 0 0,-5-1 0 0 0,3 1-70 0 0,0 0 0 0 0,-1 1-1 0 0,0 0 1 0 0,1 0 0 0 0,-1 1-1 0 0,1 0 1 0 0,-1 0 0 0 0,-10 2 0 0 0,2 1 5 0 0,0 0 0 0 0,1 1 1 0 0,0 1-1 0 0,-1 0 1 0 0,2 1-1 0 0,-1 1 1 0 0,-19 11-1 0 0,21-9-173 0 0,0 0 1 0 0,0 0-1 0 0,0 1 1 0 0,1 0-1 0 0,1 1 0 0 0,0 0 1 0 0,0 1-1 0 0,1 0 1 0 0,1 1-1 0 0,-9 15 0 0 0,14-22-157 0 0,0 0 0 0 0,1 0 0 0 0,0 0 0 0 0,0 1 0 0 0,0-1 0 0 0,1 1 0 0 0,0-1-1 0 0,0 1 1 0 0,0 0 0 0 0,1-1 0 0 0,0 1 0 0 0,0-1 0 0 0,1 1 0 0 0,0 0 0 0 0,0-1 0 0 0,1 1-1 0 0,-1-1 1 0 0,1 0 0 0 0,1 1 0 0 0,-1-1 0 0 0,1 0 0 0 0,0 0 0 0 0,1-1 0 0 0,-1 1 0 0 0,7 7-1 0 0,-1-4-16 0 0,0 0 0 0 0,1 0 1 0 0,0 0-1 0 0,0-1 0 0 0,1-1 0 0 0,0 0 0 0 0,0 0 0 0 0,1-1 0 0 0,0 0 0 0 0,0-1 0 0 0,0-1 0 0 0,1 0 0 0 0,0-1 0 0 0,0 0 0 0 0,0-1 0 0 0,18 2 0 0 0,-20-4-14 0 0,0 0 0 0 0,0 0 0 0 0,0-1-1 0 0,0 0 1 0 0,-1-1 0 0 0,1-1 0 0 0,0 1 0 0 0,18-9 0 0 0,-21 8-7 0 0,-1-1 0 0 0,0 0 0 0 0,0 0 0 0 0,0-1 0 0 0,-1 0 0 0 0,1 0 0 0 0,-1-1 0 0 0,0 1 0 0 0,-1-1 0 0 0,1-1 0 0 0,-1 1 0 0 0,6-12 0 0 0,-2 2-1 0 0,-2 0 0 0 0,0-1 0 0 0,0 0 0 0 0,-2-1 0 0 0,0 1 0 0 0,-1-1 0 0 0,-1 0 0 0 0,0 0 0 0 0,-2 0 0 0 0,0 0 0 0 0,-1-1 0 0 0,-1 1 0 0 0,0 0 0 0 0,-1 0 0 0 0,-2 0 0 0 0,0 0 0 0 0,0 0 0 0 0,-9-20 0 0 0,11 33 2 0 0,-1 0 1 0 0,1 1-1 0 0,-1-1 0 0 0,0 1 0 0 0,0-1 1 0 0,0 1-1 0 0,-1 0 0 0 0,1 0 0 0 0,-1 1 1 0 0,0-1-1 0 0,0 1 0 0 0,0 0 0 0 0,-1 0 1 0 0,1 0-1 0 0,-1 0 0 0 0,0 1 0 0 0,1-1 1 0 0,-1 2-1 0 0,0-1 0 0 0,0 0 0 0 0,-1 1 0 0 0,1 0 1 0 0,0 0-1 0 0,0 0 0 0 0,-6 1 0 0 0,2 0-2 0 0,0 0 0 0 0,0 1 0 0 0,0 1 0 0 0,0 0 0 0 0,0 0-1 0 0,0 0 1 0 0,1 1 0 0 0,-1 0 0 0 0,1 1 0 0 0,0 0 0 0 0,0 0-1 0 0,0 1 1 0 0,-14 11 0 0 0,12-8-4 0 0,0 2 0 0 0,0-1 0 0 0,1 1-1 0 0,0 0 1 0 0,1 1 0 0 0,0 0 0 0 0,1 1 0 0 0,0-1-1 0 0,0 1 1 0 0,2 1 0 0 0,-8 19 0 0 0,11-26-190 0 0,1 1-1 0 0,-1-1 1 0 0,1 1 0 0 0,0 0 0 0 0,1-1-1 0 0,0 1 1 0 0,0 0 0 0 0,0 0 0 0 0,1-1 0 0 0,0 1-1 0 0,0 0 1 0 0,1-1 0 0 0,0 1 0 0 0,0-1-1 0 0,0 1 1 0 0,1-1 0 0 0,0 0 0 0 0,0 0-1 0 0,0 0 1 0 0,1-1 0 0 0,0 1 0 0 0,0-1-1 0 0,1 0 1 0 0,9 9 0 0 0,-6-6-1034 0 0,2-1 1 0 0,-1 0-1 0 0,1-1 1 0 0,0 0-1 0 0,11 5 1 0 0,5 1-3859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5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1236 0 0,'10'-11'996'0'0,"1"0"-1"0"0,-1 1 0 0 0,2 0 1 0 0,0 1-1 0 0,0 0 1 0 0,1 1-1 0 0,-1 1 1 0 0,22-9-1 0 0,-29 13-820 0 0,0 2-1 0 0,1-1 1 0 0,-1 0-1 0 0,1 1 1 0 0,-1 0 0 0 0,1 1-1 0 0,0-1 1 0 0,0 1-1 0 0,-1 0 1 0 0,1 0 0 0 0,0 1-1 0 0,-1 0 1 0 0,1 0-1 0 0,-1 0 1 0 0,1 1 0 0 0,-1-1-1 0 0,1 1 1 0 0,-1 1-1 0 0,0-1 1 0 0,0 1 0 0 0,0 0-1 0 0,0 0 1 0 0,0 0-1 0 0,-1 1 1 0 0,5 4 0 0 0,-2-1-31 0 0,-1-1 1 0 0,0 1 0 0 0,-1 1 0 0 0,0-1 0 0 0,0 1 0 0 0,-1 0-1 0 0,1 0 1 0 0,-2 0 0 0 0,1 1 0 0 0,-1-1 0 0 0,-1 1-1 0 0,1 0 1 0 0,-1-1 0 0 0,-1 1 0 0 0,0 0 0 0 0,0 1 0 0 0,-1-1-1 0 0,0 0 1 0 0,0 0 0 0 0,-1 0 0 0 0,-1 0 0 0 0,1 0-1 0 0,-4 11 1 0 0,1-8 43 0 0,0 0 0 0 0,0 0 0 0 0,-1-1-1 0 0,-1 1 1 0 0,0-1 0 0 0,0 0 0 0 0,-1-1-1 0 0,-1 0 1 0 0,0 0 0 0 0,0 0-1 0 0,-1-1 1 0 0,0 0 0 0 0,0-1 0 0 0,-1 0-1 0 0,0 0 1 0 0,-14 7 0 0 0,14-10 43 0 0,9-3-161 0 0,-1-1-1 0 0,0 0 0 0 0,0 0 1 0 0,1 1-1 0 0,-1-1 1 0 0,0 0-1 0 0,0-1 0 0 0,-1 1 1 0 0,1 0-1 0 0,0-1 1 0 0,0 1-1 0 0,0-1 0 0 0,0 1 1 0 0,0-1-1 0 0,-1 0 1 0 0,1 0-1 0 0,0 0 0 0 0,0 0 1 0 0,0-1-1 0 0,-1 1 1 0 0,1 0-1 0 0,-3-2 0 0 0,4 1-56 0 0,1 0 0 0 0,0 1 0 0 0,-1-1 0 0 0,1 0 0 0 0,0 0 0 0 0,0 0-1 0 0,0 1 1 0 0,0-1 0 0 0,0 0 0 0 0,0 0 0 0 0,0 0 0 0 0,0 1-1 0 0,0-1 1 0 0,0 0 0 0 0,0 0 0 0 0,0 0 0 0 0,1 1 0 0 0,-1-1-1 0 0,0 0 1 0 0,1-1 0 0 0,-1 2 11 0 0,4-10 4 0 0,1 0 0 0 0,0 0 0 0 0,1 0 0 0 0,0 1 0 0 0,0 0 0 0 0,1 0 0 0 0,0 0 0 0 0,15-13 0 0 0,-11 11-26 0 0,36-35-38 0 0,1 1 0 0 0,88-60 0 0 0,124-56-5709 0 0,-199 133-1815 0 0,-33 15-400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5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 3620 0 0,'0'0'8297'0'0,"-16"-2"-5449"0"0,11-6-3516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7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56 740 0 0,'3'-55'9988'0'0,"9"74"-7909"0"0,-10-2-1515 0 0,0 0 1 0 0,-2 0 0 0 0,0 0 0 0 0,-1 0 0 0 0,0 0-1 0 0,-5 17 1 0 0,-28 97 962 0 0,-95 253 407 0 0,3-15-1307 0 0,97-253-468 0 0,26-102-160 0 0,1 1 0 0 0,1 1 0 0 0,0-1 1 0 0,1 0-1 0 0,3 25 0 0 0,-2-36-88 0 0,-1-1 1 0 0,1 1-1 0 0,0-1 1 0 0,1 0-1 0 0,-1 1 0 0 0,1-1 1 0 0,-1 0-1 0 0,1 0 1 0 0,0 0-1 0 0,0 0 0 0 0,0 0 1 0 0,1 0-1 0 0,-1-1 1 0 0,1 1-1 0 0,-1-1 0 0 0,1 1 1 0 0,0-1-1 0 0,0 0 1 0 0,0 0-1 0 0,5 2 0 0 0,-5-3-103 0 0,-1 0-1 0 0,0 0 1 0 0,1-1-1 0 0,-1 1 1 0 0,1-1-1 0 0,-1 1 1 0 0,1-1-1 0 0,-1 0 1 0 0,1 0-1 0 0,-1 0 1 0 0,1 0-1 0 0,-1 0 1 0 0,0-1-1 0 0,1 1 1 0 0,-1-1-1 0 0,1 0 0 0 0,-1 0 1 0 0,0 0-1 0 0,1 0 1 0 0,-1 0-1 0 0,0 0 1 0 0,0 0-1 0 0,0-1 1 0 0,0 1-1 0 0,0-1 1 0 0,0 1-1 0 0,0-1 1 0 0,-1 0-1 0 0,1 0 1 0 0,1-2-1 0 0,1-2-535 0 0,0 1-1 0 0,-1-1 0 0 0,0 0 1 0 0,0 0-1 0 0,0 0 1 0 0,-1 0-1 0 0,0 0 1 0 0,3-13-1 0 0,-1-13-3483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8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252 486 1648 0 0,'-13'-25'1520'0'0,"-2"1"1"0"0,0 1-1 0 0,-28-33 0 0 0,34 46-1029 0 0,-1 0 0 0 0,0 1 0 0 0,0 0 0 0 0,-1 0 0 0 0,0 1 0 0 0,0 0 0 0 0,-1 1 0 0 0,0 1 0 0 0,-14-6 0 0 0,25 12-413 0 0,-1-1 0 0 0,1 1 0 0 0,-1 0-1 0 0,1-1 1 0 0,-1 1 0 0 0,0 0 0 0 0,1 0 0 0 0,-1 0 0 0 0,1 0-1 0 0,-1 1 1 0 0,1-1 0 0 0,-1 0 0 0 0,1 1 0 0 0,-1-1 0 0 0,1 1-1 0 0,-1-1 1 0 0,1 1 0 0 0,-1 0 0 0 0,1 0 0 0 0,-3 1-1 0 0,3-1-34 0 0,1 0 0 0 0,-1-1 0 0 0,0 1 0 0 0,0 0 0 0 0,1-1 0 0 0,-1 1 0 0 0,0 0 0 0 0,1 0 0 0 0,-1-1 0 0 0,1 1 0 0 0,-1 0 0 0 0,1 0 0 0 0,0 0 0 0 0,-1 0 0 0 0,1 0 0 0 0,0 0 0 0 0,0 0 0 0 0,-1 0-1 0 0,1 0 1 0 0,0 0 0 0 0,0 0 0 0 0,0 0 0 0 0,0 0 0 0 0,0 0 0 0 0,0 0 0 0 0,1 0 0 0 0,-1 0 0 0 0,0 0 0 0 0,0 0 0 0 0,1 0 0 0 0,-1-1 0 0 0,1 3 0 0 0,3 2 59 0 0,-1-1 0 0 0,1 0 0 0 0,0 1 0 0 0,0-1 0 0 0,1-1 1 0 0,-1 1-1 0 0,1-1 0 0 0,0 1 0 0 0,0-1 0 0 0,0-1 0 0 0,0 1 1 0 0,0-1-1 0 0,6 2 0 0 0,13 4 110 0 0,39 8 1 0 0,-57-15-181 0 0,64 11 80 0 0,1-3 1 0 0,0-3 0 0 0,0-3 0 0 0,1-3-1 0 0,-1-4 1 0 0,78-13 0 0 0,-129 14-96 0 0,-1 0-1 0 0,0-2 1 0 0,0 0 0 0 0,-1-1-1 0 0,35-17 1 0 0,-45 18-16 0 0,0 1 0 0 0,0-1 0 0 0,-1-1 0 0 0,0 1-1 0 0,0-1 1 0 0,0-1 0 0 0,-1 1 0 0 0,0-1 0 0 0,0 0 0 0 0,-1 0 0 0 0,0-1 0 0 0,0 0 0 0 0,-1 0-1 0 0,7-16 1 0 0,-6 12-3 0 0,-2-1-1 0 0,1 1 1 0 0,-2-1-1 0 0,0 0 1 0 0,0 0-1 0 0,-1 0 1 0 0,-1 1-1 0 0,0-1 1 0 0,0 0-1 0 0,-2 0 1 0 0,1 0-1 0 0,-2 0 1 0 0,-6-21-1 0 0,8 32 2 0 0,1 0-1 0 0,-1 0 1 0 0,0 0 0 0 0,1 0 0 0 0,-1 1-1 0 0,0-1 1 0 0,0 0 0 0 0,-1 1-1 0 0,1-1 1 0 0,0 1 0 0 0,0-1 0 0 0,-1 1-1 0 0,1 0 1 0 0,-1 0 0 0 0,1-1-1 0 0,-1 1 1 0 0,0 0 0 0 0,1 0-1 0 0,-1 0 1 0 0,-2 0 0 0 0,2 0 0 0 0,0 1 0 0 0,0 0 1 0 0,0 0-1 0 0,0 0 0 0 0,0 0 0 0 0,0 0 1 0 0,0 1-1 0 0,0-1 0 0 0,0 1 0 0 0,0-1 1 0 0,0 1-1 0 0,0 0 0 0 0,0 0 0 0 0,0 0 1 0 0,0 0-1 0 0,-1 1 0 0 0,-6 4 2 0 0,1 0 1 0 0,1 1-1 0 0,-1 0 0 0 0,1 1 0 0 0,0 0 0 0 0,-8 11 1 0 0,-9 19 30 0 0,2 0 1 0 0,-35 81-1 0 0,-19 90 180 0 0,60-164-169 0 0,-35 116 249 0 0,-41 213 0 0 0,91-356-16 0 0,8-24-113 0 0,9-28-76 0 0,14-50-33 0 0,41-100 26 0 0,-62 166-84 0 0,1-1 0 0 0,1 2 0 0 0,0-1 0 0 0,1 2 0 0 0,1 0 0 0 0,0 0 0 0 0,22-19 0 0 0,-31 32-1 0 0,0-1 0 0 0,1 1 1 0 0,0-1-1 0 0,-1 1 0 0 0,1 1 0 0 0,0-1 1 0 0,1 1-1 0 0,-1 0 0 0 0,0 0 0 0 0,0 0 1 0 0,1 1-1 0 0,0 0 0 0 0,6-1 0 0 0,-9 2 5 0 0,1 0 0 0 0,-1 0-1 0 0,0 1 1 0 0,1-1-1 0 0,-1 1 1 0 0,0 0 0 0 0,0 0-1 0 0,0 0 1 0 0,1 1 0 0 0,-1-1-1 0 0,0 1 1 0 0,-1-1 0 0 0,1 1-1 0 0,0 0 1 0 0,0 0-1 0 0,-1 0 1 0 0,1 0 0 0 0,-1 1-1 0 0,0-1 1 0 0,1 1 0 0 0,-1 0-1 0 0,-1-1 1 0 0,3 4-1 0 0,3 6 0 0 0,-1 1-1 0 0,0-1 1 0 0,-1 1-1 0 0,-1-1 1 0 0,0 2-1 0 0,0-1 1 0 0,2 21-1 0 0,2 102-11 0 0,-5-55 18 0 0,-2-71 3 0 0,0 0 0 0 0,0 0 0 0 0,1 0 0 0 0,0 0 0 0 0,0 0 0 0 0,5 11-1 0 0,-6-19-3 0 0,1 1-1 0 0,-1 0 0 0 0,1-1 1 0 0,0 0-1 0 0,-1 1 0 0 0,1-1 0 0 0,0 0 1 0 0,0 0-1 0 0,1 0 0 0 0,-1 0 0 0 0,0 0 1 0 0,1-1-1 0 0,-1 1 0 0 0,1-1 1 0 0,-1 1-1 0 0,1-1 0 0 0,0 0 0 0 0,0 0 1 0 0,-1 0-1 0 0,1 0 0 0 0,0-1 0 0 0,0 1 1 0 0,0-1-1 0 0,0 0 0 0 0,0 0 1 0 0,3 0-1 0 0,5-1 1 0 0,0 0 1 0 0,-1-1-1 0 0,1 0 1 0 0,-1-1-1 0 0,0 0 0 0 0,1 0 1 0 0,-1-1-1 0 0,-1 0 1 0 0,1-1-1 0 0,0-1 1 0 0,-1 1-1 0 0,0-1 0 0 0,15-14 1 0 0,-4 2-5 0 0,0-2-1 0 0,-1 0 1 0 0,-1-1 0 0 0,18-28 0 0 0,-18 22 5 0 0,25-52 1 0 0,-37 66-7 0 0,0-1 0 0 0,-1 0 0 0 0,-1-1-1 0 0,0 1 1 0 0,-1-1 0 0 0,2-16 0 0 0,-5 30 1 0 0,1 0 0 0 0,-1 0 0 0 0,0 0 0 0 0,0 0 0 0 0,0 0 0 0 0,0-1 0 0 0,0 1 0 0 0,0 0 0 0 0,0 0 0 0 0,0 0 0 0 0,0 0 0 0 0,-1-1 0 0 0,1 1 0 0 0,0 0 0 0 0,-1 0 0 0 0,1 0 0 0 0,-1 0 0 0 0,1 0 0 0 0,-1 0 0 0 0,0 0 0 0 0,1 0 0 0 0,-1 0 0 0 0,0 0 0 0 0,0 0 1 0 0,1 1-1 0 0,-1-1 0 0 0,0 0 0 0 0,0 0 0 0 0,0 1 0 0 0,0-1 0 0 0,0 1 0 0 0,0-1 0 0 0,0 1 0 0 0,0-1 0 0 0,0 1 0 0 0,-1 0 0 0 0,0-1 0 0 0,-1 1 0 0 0,1 0 0 0 0,-1 0 0 0 0,0 1 1 0 0,1-1-1 0 0,-1 1 0 0 0,0-1 0 0 0,1 1 0 0 0,-1 0 1 0 0,1 0-1 0 0,-1 0 0 0 0,1 1 0 0 0,0-1 0 0 0,-1 0 0 0 0,1 1 1 0 0,-3 2-1 0 0,-12 12-2 0 0,1 1 1 0 0,0 0 0 0 0,2 1-1 0 0,0 1 1 0 0,1 1 0 0 0,0 0-1 0 0,2 0 1 0 0,0 1-1 0 0,2 1 1 0 0,0-1 0 0 0,2 1-1 0 0,0 1 1 0 0,1 0 0 0 0,2 0-1 0 0,-3 24 1 0 0,7-39 6 0 0,-1-1 0 0 0,1 0 1 0 0,1 0-1 0 0,-1 1 0 0 0,1-1 1 0 0,1 0-1 0 0,-1 0 0 0 0,1 0 1 0 0,0 0-1 0 0,1 0 0 0 0,0 0 0 0 0,4 7 1 0 0,-4-10-1 0 0,0 1 0 0 0,1-1 1 0 0,0 1-1 0 0,-1-1 0 0 0,2 0 1 0 0,-1-1-1 0 0,0 1 0 0 0,1-1 1 0 0,-1 0-1 0 0,1 0 0 0 0,0 0 1 0 0,0-1-1 0 0,0 1 0 0 0,1-1 1 0 0,-1 0-1 0 0,7 1 0 0 0,2 0 1 0 0,1 0-1 0 0,-1-1 1 0 0,1-1 0 0 0,-1 0-1 0 0,1-1 1 0 0,-1 0 0 0 0,1-1-1 0 0,-1-1 1 0 0,23-5-1 0 0,-18 1-2 0 0,0-1-1 0 0,-1 0 1 0 0,0-1-1 0 0,-1-1 0 0 0,1 0 1 0 0,20-16-1 0 0,-7 1-1 0 0,0-2 0 0 0,35-37 0 0 0,47-63 14 0 0,-74 81 0 0 0,-30 34-4 0 0,31-32-35 0 0,-37 39 22 0 0,1 1 0 0 0,0 0-1 0 0,0 0 1 0 0,0 0 0 0 0,0 0 0 0 0,1 0 0 0 0,-1 1 0 0 0,8-3 0 0 0,-7 4-2 0 0,-2 0 4 0 0,0 1 0 0 0,-1 0 1 0 0,1-1-1 0 0,-1 1 0 0 0,1 0 1 0 0,0 0-1 0 0,-1 1 0 0 0,1-1 1 0 0,0 0-1 0 0,-1 1 0 0 0,1 0 1 0 0,4 1-1 0 0,-6-1 0 0 0,0 0 1 0 0,0 0-1 0 0,1 0 1 0 0,-1 0-1 0 0,0 0 0 0 0,0 0 1 0 0,0 0-1 0 0,0 1 1 0 0,0-1-1 0 0,0 0 1 0 0,1 3-1 0 0,1 2-1 0 0,5 6 0 0 0,0 0-1 0 0,-1 1 1 0 0,-1 0-1 0 0,0 0 1 0 0,-1 0-1 0 0,-1 1 1 0 0,4 13-1 0 0,-4-6 10 0 0,-1 0 0 0 0,0 0 0 0 0,-1-1 0 0 0,-2 26 0 0 0,0-40 28 0 0,0 0 0 0 0,-1 0 1 0 0,1 0-1 0 0,-2 1 1 0 0,1-1-1 0 0,0 0 1 0 0,-1 0-1 0 0,0 0 1 0 0,-1-1-1 0 0,1 1 1 0 0,-1-1-1 0 0,0 1 1 0 0,-1-1-1 0 0,1 0 1 0 0,-1 0-1 0 0,0 0 1 0 0,0 0-1 0 0,0-1 1 0 0,-1 0-1 0 0,0 0 1 0 0,0 0-1 0 0,0 0 0 0 0,0-1 1 0 0,0 0-1 0 0,-1 0 1 0 0,1 0-1 0 0,-1-1 1 0 0,0 0-1 0 0,0 0 1 0 0,-8 2-1 0 0,5-2 112 0 0,0-1-1 0 0,0 1 1 0 0,0-1-1 0 0,0-1 1 0 0,0 0-1 0 0,1 0 1 0 0,-14-2-1 0 0,22 2-143 0 0,0 0-1 0 0,-1 0 1 0 0,1 0-1 0 0,0 0 1 0 0,-1 0-1 0 0,1-1 0 0 0,0 1 1 0 0,-1 0-1 0 0,1 0 1 0 0,0 0-1 0 0,-1 0 1 0 0,1 0-1 0 0,0 0 0 0 0,0-1 1 0 0,-1 1-1 0 0,1 0 1 0 0,0 0-1 0 0,0 0 1 0 0,0-1-1 0 0,-1 1 0 0 0,1 0 1 0 0,0 0-1 0 0,0-1 1 0 0,0 1-1 0 0,-1 0 1 0 0,1 0-1 0 0,0-1 0 0 0,0 1 1 0 0,0 0-1 0 0,0-1 1 0 0,0 1-1 0 0,0 0 1 0 0,0-1-1 0 0,0 1 0 0 0,0 0 1 0 0,0-1-1 0 0,0 1 1 0 0,0 0-1 0 0,0-1 1 0 0,0 1-1 0 0,0 0 0 0 0,0 0 1 0 0,0-1-1 0 0,0 1 1 0 0,0 0-1 0 0,0-1 1 0 0,0 1-1 0 0,1 0 0 0 0,-1 0 1 0 0,0-1-1 0 0,0 1 1 0 0,11-12 53 0 0,24-11-39 0 0,2 2 0 0 0,57-24-1 0 0,-23 11-49 0 0,20-10-101 0 0,100-53-296 0 0,-158 78 341 0 0,0-2 0 0 0,-1-2-1 0 0,40-37 1 0 0,-65 54 69 0 0,-1-1 0 0 0,-1 1 0 0 0,1-1-1 0 0,-1 0 1 0 0,0-1 0 0 0,4-9 0 0 0,-8 14 9 0 0,-1 2 9 0 0,0 0 1 0 0,0 1 0 0 0,0-1 0 0 0,0 0-1 0 0,0 0 1 0 0,-1 0 0 0 0,1 1 0 0 0,0-1-1 0 0,0 0 1 0 0,-1 1 0 0 0,1-1 0 0 0,0 0-1 0 0,-1 0 1 0 0,1 1 0 0 0,0-1 0 0 0,-1 1-1 0 0,1-1 1 0 0,-1 0 0 0 0,1 1-1 0 0,-1-1 1 0 0,0 1 0 0 0,1-1 0 0 0,-1 1-1 0 0,0 0 1 0 0,1-1 0 0 0,-1 1 0 0 0,0-1-1 0 0,1 1 1 0 0,-1 0 0 0 0,0 0 0 0 0,1-1-1 0 0,-1 1 1 0 0,0 0 0 0 0,0 0 0 0 0,1 0-1 0 0,-1 0 1 0 0,0 0 0 0 0,-1 0 0 0 0,-21 8-5 0 0,23-8 5 0 0,-12 7 14 0 0,1 0 0 0 0,0 1-1 0 0,1 0 1 0 0,0 0 0 0 0,0 1 0 0 0,1 1-1 0 0,0 0 1 0 0,0 0 0 0 0,1 1 0 0 0,1-1 0 0 0,0 2-1 0 0,0-1 1 0 0,1 1 0 0 0,0 0 0 0 0,1 0-1 0 0,-5 21 1 0 0,7-24-4 0 0,1 0-1 0 0,1-1 0 0 0,0 1 1 0 0,0 0-1 0 0,0 0 1 0 0,1-1-1 0 0,1 1 1 0 0,-1 0-1 0 0,1 0 1 0 0,1 0-1 0 0,0-1 0 0 0,0 1 1 0 0,1-1-1 0 0,0 1 1 0 0,0-1-1 0 0,1 0 1 0 0,0 0-1 0 0,0-1 0 0 0,1 1 1 0 0,0-1-1 0 0,0 0 1 0 0,1 0-1 0 0,0-1 1 0 0,0 1-1 0 0,12 8 0 0 0,-2-4-1 0 0,0 0-1 0 0,1-2 1 0 0,0 0 0 0 0,1 0-1 0 0,0-2 1 0 0,0 0-1 0 0,26 5 1 0 0,8-1-813 0 0,76 6-1 0 0,-90-14-1088 0 0,42-3 0 0 0,-3-7-4135 0 0,-11-3-2509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9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1097 531 20 0 0,'-1'-17'1494'0'0,"1"1"-1"0"0,0-1 1 0 0,2 0 0 0 0,0 1-1 0 0,0 0 1 0 0,6-17-1 0 0,36-93 809 0 0,-30 89-1628 0 0,-1-1-1 0 0,11-48 0 0 0,-22 76-520 0 0,0 2 66 0 0,0-1-1 0 0,-1 0 1 0 0,0 0 0 0 0,0-1-1 0 0,-1 1 1 0 0,0 0 0 0 0,-1 0 0 0 0,-1-10-1 0 0,2 18-204 0 0,0 0-1 0 0,-1 1 1 0 0,1-1-1 0 0,0 1 0 0 0,0-1 1 0 0,0 1-1 0 0,-1-1 1 0 0,1 1-1 0 0,0-1 1 0 0,-1 1-1 0 0,1-1 0 0 0,-1 1 1 0 0,1 0-1 0 0,0-1 1 0 0,-1 1-1 0 0,1 0 1 0 0,-1-1-1 0 0,1 1 0 0 0,-1 0 1 0 0,1-1-1 0 0,-1 1 1 0 0,1 0-1 0 0,-1 0 1 0 0,1 0-1 0 0,-1-1 0 0 0,1 1 1 0 0,-1 0-1 0 0,0 0 1 0 0,1 0-1 0 0,-1 0 1 0 0,1 0-1 0 0,-1 0 0 0 0,1 0 1 0 0,-1 0-1 0 0,0 0 1 0 0,0 1-1 0 0,-16 6 130 0 0,7 0-72 0 0,2-1 0 0 0,-1 2 0 0 0,1-1 1 0 0,0 1-1 0 0,1 0 0 0 0,-8 11 1 0 0,-36 58 357 0 0,37-54-293 0 0,-49 85 786 0 0,5 3 0 0 0,-78 207 0 0 0,-41 252 978 0 0,103-277-981 0 0,-83 260-2 0 0,96-409-741 0 0,51-124-47 0 0,-1-1 0 0 0,0-1-1 0 0,-2 0 1 0 0,0 0 0 0 0,-18 17-1 0 0,28-32-70 0 0,-1 1-1 0 0,1-1 0 0 0,-1 1 0 0 0,0-1 1 0 0,-1 0-1 0 0,1-1 0 0 0,0 1 0 0 0,-1-1 1 0 0,1 0-1 0 0,-1 0 0 0 0,0 0 1 0 0,0-1-1 0 0,0 1 0 0 0,0-1 0 0 0,0 0 1 0 0,0-1-1 0 0,-7 1 0 0 0,8-2-37 0 0,-1 1 1 0 0,1-1-1 0 0,-1-1 0 0 0,1 1 1 0 0,-1 0-1 0 0,1-1 0 0 0,0 0 1 0 0,0 0-1 0 0,0 0 0 0 0,0-1 1 0 0,0 1-1 0 0,0-1 0 0 0,1 0 1 0 0,0 0-1 0 0,-1 0 0 0 0,1-1 1 0 0,0 1-1 0 0,0-1 1 0 0,-3-6-1 0 0,-4-5 1 0 0,2-1 1 0 0,0 0-1 0 0,1 0 0 0 0,1-1 1 0 0,0 0-1 0 0,1 0 0 0 0,1-1 1 0 0,0 1-1 0 0,2-1 0 0 0,-1-23 1 0 0,2 3-21 0 0,2 1 1 0 0,1-1 0 0 0,15-69-1 0 0,-8 71 3 0 0,1 0 0 0 0,2 1 0 0 0,2 1 0 0 0,1 0 0 0 0,1 1 0 0 0,2 0 0 0 0,2 2 0 0 0,1 0 1 0 0,1 1-1 0 0,1 1 0 0 0,45-42 0 0 0,-35 41-109 0 0,1 1 0 0 0,1 1 1 0 0,2 2-1 0 0,1 1 1 0 0,1 3-1 0 0,0 1 1 0 0,2 1-1 0 0,0 3 0 0 0,55-16 1 0 0,-61 25-719 0 0,-1 1 0 0 0,1 1 0 0 0,48 0 0 0 0,103 8-5137 0 0,-117 1 3186 0 0,-45-3 1864 0 0,-1 0 0 0 0,0-1 1 0 0,1-1-1 0 0,23-6 0 0 0,-38 6 850 0 0,0-1 0 0 0,-1 1 0 0 0,1-1 0 0 0,-1-1 0 0 0,0 0 0 0 0,0 0 0 0 0,0-1 0 0 0,-1 0 0 0 0,1 0 0 0 0,-1 0 0 0 0,-1-1 0 0 0,1 0 1 0 0,8-11-1 0 0,-5 3 705 0 0,0 1 0 0 0,-2-1 0 0 0,0-1 1 0 0,9-21-1 0 0,17-64 5971 0 0,-28 79-5376 0 0,-5 19-193 0 0,-3 5-620 0 0,-23 63 410 0 0,3 1-1 0 0,3 2 1 0 0,-11 76 0 0 0,27-132-808 0 0,2 0 0 0 0,0 0 0 0 0,0 0 0 0 0,1 0-1 0 0,3 19 1 0 0,-3-30-109 0 0,1 0 0 0 0,-1 1-1 0 0,1-1 1 0 0,-1 0 0 0 0,1 0-1 0 0,0 0 1 0 0,-1 1 0 0 0,1-1-1 0 0,1 0 1 0 0,-1 0 0 0 0,0 0-1 0 0,0-1 1 0 0,1 1 0 0 0,-1 0-1 0 0,1 0 1 0 0,-1-1 0 0 0,1 1-1 0 0,0-1 1 0 0,-1 1 0 0 0,1-1-1 0 0,0 0 1 0 0,0 0 0 0 0,0 0 0 0 0,0 0-1 0 0,0 0 1 0 0,1 0 0 0 0,-1 0-1 0 0,0-1 1 0 0,0 1 0 0 0,0-1-1 0 0,1 1 1 0 0,-1-1 0 0 0,0 0-1 0 0,1 0 1 0 0,-1 0 0 0 0,0 0-1 0 0,0-1 1 0 0,1 1 0 0 0,2-1-1 0 0,0-1-336 0 0,1 0 0 0 0,-1 0-1 0 0,1 0 1 0 0,-1-1-1 0 0,0 1 1 0 0,0-1 0 0 0,0 0-1 0 0,-1-1 1 0 0,1 1-1 0 0,-1-1 1 0 0,1 0 0 0 0,-1 0-1 0 0,0-1 1 0 0,4-6-1 0 0,5-6-2135 0 0,-1-1-1 0 0,14-30 0 0 0,-5 5-3323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49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111 231 1140 0 0,'2'-20'1894'0'0,"0"-1"0"0"0,-1-1 0 0 0,-3-37 0 0 0,2 53-1710 0 0,-1 0 1 0 0,0 1-1 0 0,0-1 1 0 0,-1 0-1 0 0,0 0 1 0 0,1 0-1 0 0,-2 1 1 0 0,1-1-1 0 0,-1 1 1 0 0,0 0-1 0 0,0 0 1 0 0,0 0-1 0 0,-1 0 1 0 0,0 0 0 0 0,0 1-1 0 0,0-1 1 0 0,-8-5-1 0 0,11 9-172 0 0,0 0 1 0 0,0 0-1 0 0,0 1 0 0 0,0-1 0 0 0,0 0 0 0 0,-1 1 1 0 0,1-1-1 0 0,0 1 0 0 0,0 0 0 0 0,0-1 1 0 0,-1 1-1 0 0,1 0 0 0 0,0 0 0 0 0,0-1 0 0 0,-1 1 1 0 0,1 0-1 0 0,0 0 0 0 0,-1 1 0 0 0,1-1 0 0 0,0 0 1 0 0,0 0-1 0 0,0 1 0 0 0,-1-1 0 0 0,1 0 1 0 0,0 1-1 0 0,0-1 0 0 0,0 1 0 0 0,0 0 0 0 0,0-1 1 0 0,-1 1-1 0 0,1 0 0 0 0,1 0 0 0 0,-1-1 1 0 0,-2 3-1 0 0,1-1-522 0 0,0 1 1 0 0,1 0 0 0 0,-1 0-1 0 0,0 0 1 0 0,1 0-1 0 0,-1 0 1 0 0,1 0 0 0 0,0 0-1 0 0,0 0 1 0 0,-1 6-1 0 0,1 3-3947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0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4 111 2144 0 0,'-1'-17'5107'0'0,"0"-1"-1937"0"0,0 0-1 0 0,2-27 1 0 0,-1 43-2655 0 0,3-8 2841 0 0,-1 12-3228 0 0,-1 1 0 0 0,1 0 0 0 0,-1 0 0 0 0,0 0 1 0 0,1 0-1 0 0,-2 0 0 0 0,1 0 0 0 0,0 0 1 0 0,0 0-1 0 0,-1 0 0 0 0,0 6 0 0 0,-1 42 926 0 0,0-33-745 0 0,-1 74 427 0 0,3-1-1 0 0,18 122 1 0 0,-19-210-719 0 0,0 0-1 0 0,0-1 1 0 0,1 1 0 0 0,0 0-1 0 0,-1 0 1 0 0,1 0-1 0 0,0 0 1 0 0,0 0 0 0 0,1-1-1 0 0,-1 1 1 0 0,0 0 0 0 0,1-1-1 0 0,0 1 1 0 0,0-1 0 0 0,-1 0-1 0 0,1 1 1 0 0,1-1-1 0 0,-1 0 1 0 0,0 0 0 0 0,3 2-1 0 0,-3-4-12 0 0,-1 1 0 0 0,0-1 0 0 0,1 0-1 0 0,-1 1 1 0 0,0-1 0 0 0,1 0-1 0 0,-1 0 1 0 0,1 0 0 0 0,-1 0 0 0 0,0 0-1 0 0,1 0 1 0 0,-1 0 0 0 0,1 0-1 0 0,-1-1 1 0 0,0 1 0 0 0,1 0 0 0 0,-1-1-1 0 0,0 1 1 0 0,1-1 0 0 0,-1 0-1 0 0,0 1 1 0 0,2-3 0 0 0,24-17 18 0 0,-15 7-42 0 0,0-1-1 0 0,0 1 0 0 0,-2-2 1 0 0,18-29-1 0 0,28-71-155 0 0,-17 31 77 0 0,-26 59 80 0 0,-7 10-26 0 0,1 1 0 0 0,1 0 0 0 0,0 0 1 0 0,1 1-1 0 0,1 0 0 0 0,0 0 0 0 0,21-20 0 0 0,-30 32 40 0 0,1 0 1 0 0,-1 1-1 0 0,1-1 0 0 0,-1 0 0 0 0,1 1 0 0 0,0-1 0 0 0,-1 1 1 0 0,1 0-1 0 0,-1-1 0 0 0,1 1 0 0 0,0 0 0 0 0,-1 0 0 0 0,1 0 1 0 0,0 0-1 0 0,-1 0 0 0 0,1 1 0 0 0,0-1 0 0 0,-1 0 0 0 0,4 2 1 0 0,-1-1-2 0 0,1 1 0 0 0,-1 0 0 0 0,1 0 0 0 0,-1 0 0 0 0,6 4 0 0 0,7 8 42 0 0,-1 1 0 0 0,24 25 0 0 0,18 17 60 0 0,-46-47-106 0 0,1 0 1 0 0,0-2-1 0 0,1 1 1 0 0,0-2-1 0 0,1 0 1 0 0,-1 0-1 0 0,1-2 1 0 0,0 0-1 0 0,23 5 1 0 0,-32-9-29 0 0,1 0 1 0 0,-1 0 0 0 0,1 0 0 0 0,-1-1-1 0 0,1 0 1 0 0,-1 0 0 0 0,1-1 0 0 0,-1 1 0 0 0,0-2-1 0 0,1 1 1 0 0,-1-1 0 0 0,0 0 0 0 0,0 0-1 0 0,0 0 1 0 0,0-1 0 0 0,0 0 0 0 0,0 0 0 0 0,-1-1-1 0 0,0 1 1 0 0,1-1 0 0 0,-1 0 0 0 0,-1-1 0 0 0,1 1-1 0 0,-1-1 1 0 0,6-8 0 0 0,-7 10 22 0 0,-1 0 0 0 0,1-1 0 0 0,-1 1-1 0 0,0-1 1 0 0,-1 0 0 0 0,1 1 0 0 0,0-1 0 0 0,-1 0 0 0 0,0 0 0 0 0,0 0 0 0 0,0 0-1 0 0,-1 0 1 0 0,1-1 0 0 0,-1 1 0 0 0,0 0 0 0 0,0 0 0 0 0,0 0 0 0 0,-2-6 0 0 0,2 9 11 0 0,-1 0 1 0 0,0 0 0 0 0,1 0 0 0 0,-1 0 0 0 0,1 1 0 0 0,-1-1-1 0 0,0 0 1 0 0,0 0 0 0 0,1 1 0 0 0,-1-1 0 0 0,0 0 0 0 0,0 1-1 0 0,0-1 1 0 0,0 1 0 0 0,0-1 0 0 0,0 1 0 0 0,0 0 0 0 0,0-1-1 0 0,0 1 1 0 0,0 0 0 0 0,0 0 0 0 0,0 0 0 0 0,0-1 0 0 0,-1 1-1 0 0,-27 3 2 0 0,15 2 10 0 0,0 1 0 0 0,1 1 0 0 0,-1 0 0 0 0,2 1 0 0 0,-1 0 1 0 0,1 1-1 0 0,0 0 0 0 0,1 1 0 0 0,0 0 0 0 0,1 1 0 0 0,0 0 1 0 0,0 1-1 0 0,2 0 0 0 0,-1 0 0 0 0,1 1 0 0 0,1 0 0 0 0,0 0 1 0 0,1 1-1 0 0,-7 23 0 0 0,12-31 3 0 0,0 0 1 0 0,0 0-1 0 0,0-1 1 0 0,1 1-1 0 0,0 0 1 0 0,0 0-1 0 0,1 0 1 0 0,-1 0-1 0 0,1 0 1 0 0,1-1-1 0 0,-1 1 1 0 0,1 0-1 0 0,0-1 1 0 0,0 1-1 0 0,5 8 1 0 0,-3-8-39 0 0,0 0 0 0 0,1 0 1 0 0,0 0-1 0 0,0-1 1 0 0,0 0-1 0 0,0 0 0 0 0,1 0 1 0 0,0-1-1 0 0,0 0 1 0 0,0 0-1 0 0,0 0 0 0 0,11 4 1 0 0,3-1-489 0 0,-1 0 1 0 0,1-1 0 0 0,1 0-1 0 0,-1-2 1 0 0,36 3-1 0 0,-29-6-2536 0 0,-1-1 1 0 0,31-3-1 0 0,2-5-6387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564 62 2804 0 0,'33'-62'11061'0'0,"-33"65"-10695"0"0,1 1 1 0 0,0-1-1 0 0,-1 1 1 0 0,1-1-1 0 0,-1 1 1 0 0,0 5-1 0 0,-10 88 2309 0 0,-31 135 0 0 0,24-148-2014 0 0,-185 998 2002 0 0,195-1041-2618 0 0,-38 195 134 0 0,30-177-106 0 0,-42 110-1 0 0,53-159-60 0 0,0-2 1 0 0,-1 1-1 0 0,0 0 1 0 0,0-1-1 0 0,-1 0 1 0 0,0 0-1 0 0,-7 7 1 0 0,12-13-16 0 0,-1-1 1 0 0,1 0 0 0 0,-1 1 0 0 0,1-1-1 0 0,-1 0 1 0 0,0 0 0 0 0,0 0 0 0 0,1 0-1 0 0,-1 0 1 0 0,0 0 0 0 0,0 0 0 0 0,0-1-1 0 0,0 1 1 0 0,0-1 0 0 0,0 1 0 0 0,0-1-1 0 0,0 0 1 0 0,0 0 0 0 0,0 0 0 0 0,0 0-1 0 0,0 0 1 0 0,0 0 0 0 0,0-1 0 0 0,0 1-1 0 0,0-1 1 0 0,0 1 0 0 0,0-1 0 0 0,0 0-1 0 0,0 0 1 0 0,0 1 0 0 0,1-1 0 0 0,-1-1-1 0 0,0 1 1 0 0,0 0 0 0 0,1 0 0 0 0,-1-1-1 0 0,1 1 1 0 0,0-1 0 0 0,-1 1 0 0 0,-1-3-1 0 0,-4-5-46 0 0,0-1-1 0 0,0 0 0 0 0,1-1 0 0 0,0 1 1 0 0,1-1-1 0 0,0 0 0 0 0,1 0 0 0 0,-5-20 1 0 0,2-2-161 0 0,-7-63 0 0 0,9 14-29 0 0,4-1 0 0 0,10-87 0 0 0,38-163-132 0 0,-28 238 241 0 0,4 0 1 0 0,57-146-1 0 0,-61 194 94 0 0,3 0 0 0 0,1 1 0 0 0,3 2 0 0 0,1 0 1 0 0,2 2-1 0 0,59-64 0 0 0,-72 89 22 0 0,1 1 1 0 0,1 1 0 0 0,0 1-1 0 0,1 0 1 0 0,0 2-1 0 0,1 0 1 0 0,1 1 0 0 0,0 1-1 0 0,37-12 1 0 0,-42 17 8 0 0,0 1-1 0 0,-1 1 1 0 0,1 1 0 0 0,0 0 0 0 0,0 1 0 0 0,1 1 0 0 0,-1 0-1 0 0,0 1 1 0 0,0 1 0 0 0,0 1 0 0 0,0 0 0 0 0,-1 1 0 0 0,1 0 0 0 0,24 12-1 0 0,-27-10 1 0 0,0 1-1 0 0,-1 0 1 0 0,0 1-1 0 0,-1 0 1 0 0,1 1-1 0 0,-1 0 1 0 0,-1 0-1 0 0,0 1 1 0 0,-1 1-1 0 0,1 0 1 0 0,11 20-1 0 0,-16-23 17 0 0,-1 0-1 0 0,0 0 0 0 0,0 0 0 0 0,-1 1 0 0 0,0-1 0 0 0,-1 1 0 0 0,0 0 0 0 0,0-1 0 0 0,-1 1 0 0 0,0 0 0 0 0,0 0 0 0 0,-1 0 0 0 0,-1 0 0 0 0,1 0 0 0 0,-1 0 1 0 0,-1 0-1 0 0,0 0 0 0 0,0 0 0 0 0,-5 12 0 0 0,-1-4 19 0 0,0-1 0 0 0,-1 0 0 0 0,0-1 0 0 0,-2 0 0 0 0,1 0 0 0 0,-2-1 0 0 0,0-1 0 0 0,-1 0 0 0 0,0 0 0 0 0,-1-1 0 0 0,0-1 0 0 0,-24 15 1 0 0,25-19 7 0 0,0 1 0 0 0,-1-1-1 0 0,0-1 1 0 0,0-1 0 0 0,0 0 0 0 0,0 0 0 0 0,-1-2 0 0 0,0 1 0 0 0,1-2 0 0 0,-1 0 0 0 0,0-1 0 0 0,-1-1 0 0 0,1 0 0 0 0,0-1 0 0 0,-23-4 0 0 0,33 4-43 0 0,1 0 0 0 0,-1 0-1 0 0,1-1 1 0 0,0 0 0 0 0,0 0-1 0 0,0 0 1 0 0,0 0 0 0 0,0-1-1 0 0,0 1 1 0 0,0-1 0 0 0,1 0-1 0 0,-1 0 1 0 0,1 0 0 0 0,0-1-1 0 0,0 1 1 0 0,0-1 0 0 0,1 0-1 0 0,-4-5 1 0 0,5 6-78 0 0,-1-1 0 0 0,1 1 1 0 0,0-1-1 0 0,0 1 0 0 0,0-1 0 0 0,1 0 1 0 0,-1 1-1 0 0,1-1 0 0 0,0 0 0 0 0,0 0 1 0 0,0 1-1 0 0,1-1 0 0 0,-1 0 0 0 0,1 1 1 0 0,0-1-1 0 0,0 1 0 0 0,0-1 0 0 0,0 1 1 0 0,1-1-1 0 0,-1 1 0 0 0,1 0 0 0 0,0-1 1 0 0,3-2-1 0 0,6-8-467 0 0,0 0 0 0 0,1 1 0 0 0,1 0 0 0 0,0 1 0 0 0,1 1 0 0 0,0 0 0 0 0,1 1 0 0 0,0 1 0 0 0,18-9 0 0 0,24-8-1652 0 0,74-24 0 0 0,-76 30 1485 0 0,-41 15 566 0 0,64-23 556 0 0,-1-3 1 0 0,94-53-1 0 0,-83 22 5139 0 0,-93 78-4633 0 0,0-3-493 0 0,-2 0 1 0 0,1-1 0 0 0,-9 13-1 0 0,-7 11 168 0 0,6-5-166 0 0,2 1 1 0 0,-17 51 0 0 0,28-73-379 0 0,0 0-1 0 0,1 1 1 0 0,0-1 0 0 0,0 1-1 0 0,1 0 1 0 0,1-1 0 0 0,0 1-1 0 0,0 0 1 0 0,1 0 0 0 0,1-1-1 0 0,0 1 1 0 0,5 16 0 0 0,-5-21-23 0 0,1 0 0 0 0,0 0 0 0 0,0 0 1 0 0,1 0-1 0 0,0-1 0 0 0,0 1 1 0 0,0-1-1 0 0,1 0 0 0 0,-1-1 0 0 0,1 1 1 0 0,0-1-1 0 0,8 6 0 0 0,-4-5 7 0 0,0 0 0 0 0,-1-1 0 0 0,1 0 0 0 0,1-1 0 0 0,-1 1 0 0 0,0-2 0 0 0,20 4 0 0 0,-15-4-5 0 0,0-1 1 0 0,0-1-1 0 0,0 0 0 0 0,0 0 1 0 0,0-2-1 0 0,0 0 0 0 0,0 0 1 0 0,0-1-1 0 0,0-1 0 0 0,-1 0 1 0 0,24-12-1 0 0,-24 8-19 0 0,0 0-1 0 0,-1-1 0 0 0,-1 0 1 0 0,0-1-1 0 0,0-1 0 0 0,-1 1 1 0 0,0-2-1 0 0,-1 1 1 0 0,0-1-1 0 0,-1-1 0 0 0,0 0 1 0 0,-1 0-1 0 0,11-27 1 0 0,-14 29-2 0 0,0 0 1 0 0,-1 0 0 0 0,0 0-1 0 0,-1 0 1 0 0,0 0 0 0 0,0-1-1 0 0,-1 1 1 0 0,-1-1 0 0 0,0 1-1 0 0,0-1 1 0 0,-1 1 0 0 0,-1-1-1 0 0,0 1 1 0 0,-1 0 0 0 0,0 0-1 0 0,0 0 1 0 0,-1 0 0 0 0,-9-16-1 0 0,11 23-1 0 0,-1 0-1 0 0,1 0 0 0 0,-1 1 1 0 0,0-1-1 0 0,0 0 0 0 0,-1 1 0 0 0,1 0 1 0 0,-1 0-1 0 0,1 0 0 0 0,-1 1 1 0 0,0-1-1 0 0,0 1 0 0 0,0 0 0 0 0,-1 0 1 0 0,1 0-1 0 0,0 0 0 0 0,-1 1 0 0 0,1 0 1 0 0,-6-1-1 0 0,4 1 7 0 0,1 1-1 0 0,-1 0 1 0 0,0 0-1 0 0,1 1 1 0 0,-1 0-1 0 0,0 0 1 0 0,1 0-1 0 0,-1 1 1 0 0,1-1-1 0 0,-1 1 1 0 0,1 1-1 0 0,0-1 1 0 0,0 1-1 0 0,0 0 1 0 0,-6 4-1 0 0,7-4-28 0 0,0 0 0 0 0,1 0 0 0 0,-1 0 0 0 0,1 0 0 0 0,-1 0 0 0 0,1 1 0 0 0,0 0 0 0 0,1 0 0 0 0,-1-1 0 0 0,1 1 0 0 0,-1 1 0 0 0,1-1 0 0 0,0 0-1 0 0,1 1 1 0 0,-1-1 0 0 0,1 1 0 0 0,0-1 0 0 0,0 1 0 0 0,0 0 0 0 0,1-1 0 0 0,-1 1 0 0 0,1 0 0 0 0,0-1 0 0 0,1 1 0 0 0,0 6 0 0 0,1-5-205 0 0,0 1 0 0 0,0 0 1 0 0,1-1-1 0 0,-1 1 1 0 0,2-1-1 0 0,-1 0 0 0 0,1 0 1 0 0,-1 0-1 0 0,2-1 1 0 0,-1 1-1 0 0,1-1 0 0 0,-1 0 1 0 0,1-1-1 0 0,1 1 1 0 0,-1-1-1 0 0,10 6 0 0 0,-2-2-239 0 0,1-1 0 0 0,-1-1 0 0 0,2 0 0 0 0,-1-1 0 0 0,0-1 0 0 0,1 0 0 0 0,0-1 0 0 0,0 0 0 0 0,0-1 0 0 0,0-1 0 0 0,1 0 0 0 0,-1-2 0 0 0,0 1 0 0 0,0-2 0 0 0,0 0 0 0 0,0-1 0 0 0,16-4 0 0 0,-7 0 479 0 0,-1-1 0 0 0,0-1 0 0 0,-1-1 0 0 0,23-14 0 0 0,-21 10 848 0 0,-1-2-1 0 0,0-1 1 0 0,24-22 0 0 0,21-18 3485 0 0,-66 55-4115 0 0,-1 2-173 0 0,0 0 0 0 0,0 0 0 0 0,0 1 0 0 0,1-1 0 0 0,-1 0 1 0 0,0 0-1 0 0,0 1 0 0 0,0-1 0 0 0,0 0 0 0 0,0 1 0 0 0,0-1 0 0 0,0 1 0 0 0,0 0 0 0 0,0-1 0 0 0,0 1 0 0 0,0 0 0 0 0,-1 0 0 0 0,1-1 0 0 0,0 1 0 0 0,0 0 0 0 0,-1 0 0 0 0,1 0 0 0 0,0 0 0 0 0,-1 0 0 0 0,1 0 0 0 0,-1 0 0 0 0,1 0 0 0 0,-1 0 0 0 0,0 0 0 0 0,1 0 0 0 0,-1 0 0 0 0,0 0 0 0 0,0 1 0 0 0,0-1 0 0 0,0 0 0 0 0,0 0 0 0 0,0 0 0 0 0,0 2 0 0 0,2 12 398 0 0,1 12 91 0 0,1 29 0 0 0,-5-41-483 0 0,2-1 1 0 0,0 1-1 0 0,0 0 0 0 0,2 0 1 0 0,0-1-1 0 0,0 0 1 0 0,1 1-1 0 0,12 24 0 0 0,-14-35-294 0 0,0-1-1 0 0,1 1 1 0 0,0-1 0 0 0,0 1-1 0 0,0-1 1 0 0,0 0-1 0 0,1 0 1 0 0,-1 0-1 0 0,1-1 1 0 0,0 1-1 0 0,0-1 1 0 0,0 0-1 0 0,0 0 1 0 0,0 0-1 0 0,9 2 1 0 0,-10-3-440 0 0,0 0-1 0 0,0-1 1 0 0,0 1 0 0 0,0-1-1 0 0,1 0 1 0 0,-1 0 0 0 0,0 0 0 0 0,0-1-1 0 0,1 1 1 0 0,-1-1 0 0 0,0 1 0 0 0,0-1-1 0 0,0 0 1 0 0,4-2 0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62 162 2140 0 0,'-3'-18'2523'0'0,"0"1"0"0"0,-12-33 1 0 0,10 37-1750 0 0,-1 0 0 0 0,0 0 0 0 0,-1 1 0 0 0,-8-12 1 0 0,13 22-651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2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2364 0 0,'1'2'2010'0'0,"14"47"3622"0"0,1 31-2340 0 0,-6-26-2062 0 0,-8-43-986 0 0,2 8 280 0 0,0 0 0 0 0,-1 0 0 0 0,-1 0 0 0 0,-1 23 0 0 0,-1-39-411 0 0,0 0 1 0 0,0 0 0 0 0,-1 1 0 0 0,1-1-1 0 0,-1 0 1 0 0,0 0 0 0 0,0 0 0 0 0,0 0-1 0 0,0-1 1 0 0,0 1 0 0 0,-1 0 0 0 0,-1 3-1 0 0,2-5 119 0 0,-3-2-112 0 0,4 1-118 0 0,0 0 1 0 0,0 0-1 0 0,-1 0 1 0 0,1 0-1 0 0,0 0 1 0 0,-1 0 0 0 0,1 0-1 0 0,0 0 1 0 0,0 0-1 0 0,-1 0 1 0 0,1 0-1 0 0,0-1 1 0 0,0 1 0 0 0,-1 0-1 0 0,1 0 1 0 0,0 0-1 0 0,0 0 1 0 0,-1 0-1 0 0,1-1 1 0 0,0 1 0 0 0,0 0-1 0 0,-1 0 1 0 0,1 0-1 0 0,0-1 1 0 0,0 1-1 0 0,0 0 1 0 0,0 0 0 0 0,-1 0-1 0 0,1-1 1 0 0,0 1-1 0 0,0-1 1 0 0,-1-4 9 0 0,1 0 0 0 0,0 0 1 0 0,0 0-1 0 0,0 0 0 0 0,0 0 1 0 0,1 1-1 0 0,0-1 0 0 0,0 0 0 0 0,0 0 1 0 0,1 0-1 0 0,0 0 0 0 0,2-4 1 0 0,6-14-23 0 0,16-22 1 0 0,-19 32 5 0 0,6-9-11 0 0,2 0-1 0 0,0 1 0 0 0,1 1 1 0 0,32-31-1 0 0,-37 41 9 0 0,0 0-1 0 0,1 1 0 0 0,0 0 1 0 0,1 1-1 0 0,-1 0 0 0 0,2 1 1 0 0,-1 0-1 0 0,1 1 0 0 0,24-7 0 0 0,-33 12 33 0 0,-1 0 0 0 0,1 0-1 0 0,-1 1 1 0 0,1-1-1 0 0,-1 1 1 0 0,1 0 0 0 0,-1 0-1 0 0,1 0 1 0 0,0 1 0 0 0,-1 0-1 0 0,1 0 1 0 0,-1 0-1 0 0,0 0 1 0 0,1 1 0 0 0,-1-1-1 0 0,0 1 1 0 0,0 0-1 0 0,0 1 1 0 0,0-1 0 0 0,0 1-1 0 0,0-1 1 0 0,3 5-1 0 0,-2-2 57 0 0,0 1-1 0 0,-1 0 0 0 0,0 0 1 0 0,0 1-1 0 0,0-1 0 0 0,-1 1 0 0 0,0-1 1 0 0,0 1-1 0 0,-1 0 0 0 0,1 0 0 0 0,-2 1 1 0 0,3 13-1 0 0,-2 1 27 0 0,-1 36 0 0 0,-2-42-217 0 0,1 1 0 0 0,1-1 0 0 0,5 30 0 0 0,-4-40-296 0 0,-1 0-1 0 0,1-1 1 0 0,1 1-1 0 0,-1-1 1 0 0,1 1-1 0 0,0-1 1 0 0,0 0-1 0 0,0 0 1 0 0,1 0-1 0 0,0-1 1 0 0,0 1-1 0 0,0-1 1 0 0,0 0-1 0 0,8 6 1 0 0,6 1-4391 0 0,1-2-2575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180 200 136 0 0,'70'-192'14641'0'0,"-66"185"-13414"0"0,-2 12-32 0 0,-3 15-224 0 0,-24 72 82 0 0,-72 176-1 0 0,65-187-864 0 0,6-19-127 0 0,10-26-213 0 0,2 0 0 0 0,1 2 0 0 0,2-1-1 0 0,-8 49 1 0 0,18-80-37 0 0,1 1 0 0 0,-1 0 0 0 0,2 0 1 0 0,-1 0-1 0 0,1-1 0 0 0,0 1 0 0 0,0 0 0 0 0,1-1 0 0 0,0 1 0 0 0,0-1 0 0 0,0 0 0 0 0,1 1 1 0 0,0-1-1 0 0,0 0 0 0 0,1-1 0 0 0,-1 1 0 0 0,1 0 0 0 0,1-1 0 0 0,5 6 0 0 0,-4-6-404 0 0,0 1 0 0 0,1-1 0 0 0,0 0 0 0 0,0 0 0 0 0,0-1 0 0 0,1 0 0 0 0,-1-1 0 0 0,1 1 0 0 0,0-1 0 0 0,0-1 0 0 0,0 0 0 0 0,0 0 0 0 0,0 0 0 0 0,1-1 0 0 0,9 0 0 0 0,9 0-3500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2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157 284 4328 0 0,'31'-20'1430'0'0,"-2"-1"0"0"0,44-41 0 0 0,-61 51-841 0 0,-1 0-1 0 0,0-1 0 0 0,-1-1 1 0 0,0 0-1 0 0,-1 0 0 0 0,-1-1 1 0 0,0 0-1 0 0,8-21 0 0 0,-15 33-527 0 0,-1 0-1 0 0,1 1 0 0 0,-1-1 0 0 0,1 0 1 0 0,-1 0-1 0 0,0 0 0 0 0,1 0 1 0 0,-1 1-1 0 0,0-1 0 0 0,0 0 1 0 0,-1 0-1 0 0,1 0 0 0 0,0 0 0 0 0,-1 1 1 0 0,1-1-1 0 0,-1 0 0 0 0,1 0 1 0 0,-1 0-1 0 0,0 1 0 0 0,0-1 0 0 0,0 1 1 0 0,-1-3-1 0 0,1 2 46 0 0,-2 3-20 0 0,2-1-69 0 0,-1 0 0 0 0,1 0-1 0 0,0 0 1 0 0,0 1 0 0 0,-1-1 0 0 0,1 1 0 0 0,0-1-1 0 0,0 1 1 0 0,0 0 0 0 0,0-1 0 0 0,0 1-1 0 0,0 0 1 0 0,0-1 0 0 0,0 1 0 0 0,0 0 0 0 0,0 0-1 0 0,0 0 1 0 0,0 0 0 0 0,0 0 0 0 0,1 0 0 0 0,-1 0-1 0 0,0 1 1 0 0,0 0 0 0 0,0 2 44 0 0,0 0 0 0 0,0 0 0 0 0,0 0 0 0 0,0 0 0 0 0,1 0 0 0 0,-1 0 0 0 0,1 7 0 0 0,1 5 135 0 0,1-1 0 0 0,1 0 0 0 0,4 19-1 0 0,8 16 330 0 0,-6-23-158 0 0,-1 0 0 0 0,-2 1 0 0 0,4 33 0 0 0,-10-57-301 0 0,0-1 1 0 0,0 0-1 0 0,0 1 0 0 0,0-1 0 0 0,-1 1 0 0 0,1-1 1 0 0,-1 0-1 0 0,0 1 0 0 0,0-1 0 0 0,0 0 1 0 0,-1 0-1 0 0,1 0 0 0 0,-1 0 0 0 0,0 0 0 0 0,1 0 1 0 0,-5 5-1 0 0,2-5-10 0 0,0 1 1 0 0,0-1-1 0 0,0 0 1 0 0,0 0-1 0 0,0 0 1 0 0,0-1-1 0 0,-1 0 1 0 0,0 1-1 0 0,1-2 1 0 0,-8 3-1 0 0,-1-1-190 0 0,-1 0 0 0 0,0-1 0 0 0,1 0 0 0 0,-1-1 0 0 0,0-1 0 0 0,0 0 0 0 0,-18-3 0 0 0,13 0-893 0 0,0-1 1 0 0,1-1-1 0 0,-24-8 1 0 0,-21-16-5390 0 0,20 5-492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3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103 267 2824 0 0,'-20'-18'2041'0'0,"-28"-28"2624"0"0,44 41-4225 0 0,0 1 0 0 0,0-1 0 0 0,0 0 1 0 0,1-1-1 0 0,0 1 0 0 0,0-1 0 0 0,0 1 0 0 0,-2-7 0 0 0,5 11-353 0 0,0-1-1 0 0,-1 0 0 0 0,1 1 1 0 0,0-1-1 0 0,0 0 0 0 0,0 1 0 0 0,0-1 1 0 0,0 1-1 0 0,0-1 0 0 0,0 0 1 0 0,1 1-1 0 0,-1-1 0 0 0,1 0 1 0 0,-1 1-1 0 0,1-1 0 0 0,-1 1 1 0 0,1-1-1 0 0,2-2 0 0 0,-1 1 13 0 0,0 1-1 0 0,1-1 1 0 0,-1 0-1 0 0,1 0 1 0 0,0 1 0 0 0,0 0-1 0 0,7-4 1 0 0,3-1 38 0 0,0 0 1 0 0,1 2-1 0 0,16-6 0 0 0,-28 11-110 0 0,58-17 138 0 0,1 2 0 0 0,0 4 0 0 0,0 2 0 0 0,63-1 1 0 0,66 10-2292 0 0,-5 14-5002 0 0,-121-6 1464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3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 3384 0 0,'0'0'10788'0'0,"-6"-17"-7929"0"0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5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0 404 0 0,'0'0'664'0'0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6:30:1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14131,'25'23'0,"-1"-13"0,-49-33 0,1 13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13 548 0 0,'98'-6'29107'0'0,"-82"4"-26030"0"0,-9-1-3108 0 0,-6 2-445 0 0,-15 3-5148 0 0,9-1 4668 0 0,0 0-1 0 0,1 1 0 0 0,-1 0 1 0 0,1 0-1 0 0,-1 0 1 0 0,-3 3-1 0 0,-11 3-2186 0 0,-10 3-2596 0 0,-3-1-2880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0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10 1492 0 0,'-5'-10'5459'0'0,"10"23"-4010"0"0,0-1-1 0 0,-1 1 1 0 0,-1 0-1 0 0,3 23 0 0 0,9 76 86 0 0,2 121 332 0 0,-14 288 1 0 0,-52 231-382 0 0,43-680-1319 0 0,-151 1208 3374 0 0,63-504-2368 0 0,13-264-780 0 0,76-488-368 0 0,-46 404 22 0 0,42-324-5 0 0,-5 50 7 0 0,9 223 0 0 0,6-365-47 0 0,1 38 22 0 0,12 56 0 0 0,-11-89-18 0 0,1-1 0 0 0,1 1 1 0 0,0-1-1 0 0,2 0 0 0 0,0-1 0 0 0,0 1 1 0 0,12 16-1 0 0,-11-21-8 0 0,0 0 1 0 0,1-1-1 0 0,0 0 1 0 0,0-1-1 0 0,1 0 0 0 0,0-1 1 0 0,19 13-1 0 0,-11-10 3 0 0,1-2-1 0 0,0 0 1 0 0,0-1 0 0 0,26 7-1 0 0,14-1-1 0 0,0-2-1 0 0,85 4 0 0 0,-141-15 2 0 0,790 46-950 0 0,-476-32 22 0 0,472 18-3697 0 0,-263-19-5442 0 0,-385-13 2567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1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13 844 0 0,'-49'-12'31837'0'0,"37"12"-31751"0"0,1 3-86 0 0,3 0-65 0 0,6-2-432 0 0,67 12-8251 0 0,-5-12-1352 0 0,-22-3-853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2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4856 0 0,'-1'2'3157'0'0,"-18"51"17329"0"0,9-33-16218 0 0,6-11-4268 0 0,1 1 0 0 0,0-1 0 0 0,1-2-24 0 0,1-6-395 0 0,15-5-3837 0 0,-3-1 1673 0 0,0 0 0 0 0,11-8 0 0 0,9-3-4899 0 0,4-1-2951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3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43 1192 0 0,'41'-8'29298'0'0,"-36"4"-29131"0"0,-66-17-19559 0 0,35 11 10531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3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55 3396 0 0,'-8'-51'29311'0'0,"5"48"-29251"0"0,1 9-70 0 0,6 20-11074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6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43 205 1100 0 0,'-5'-6'926'0'0,"0"0"-1"0"0,0-1 0 0 0,1 0 1 0 0,0 0-1 0 0,1 0 1 0 0,0 0-1 0 0,0-1 1 0 0,0 1-1 0 0,1-1 1 0 0,-2-10-1 0 0,4 15-844 0 0,-1 1-1 0 0,1-1 1 0 0,0 0-1 0 0,0 0 1 0 0,0 0-1 0 0,0 1 1 0 0,1-1 0 0 0,-1 0-1 0 0,1 0 1 0 0,-1 0-1 0 0,1 1 1 0 0,0-1-1 0 0,0 0 1 0 0,0 1-1 0 0,1-1 1 0 0,-1 1 0 0 0,1 0-1 0 0,-1-1 1 0 0,1 1-1 0 0,0 0 1 0 0,0 0-1 0 0,0 0 1 0 0,0 0 0 0 0,0 0-1 0 0,0 0 1 0 0,1 1-1 0 0,-1-1 1 0 0,0 1-1 0 0,1-1 1 0 0,-1 1-1 0 0,1 0 1 0 0,3-1 0 0 0,-2 1-53 0 0,1-1 0 0 0,0 1 0 0 0,0 1 0 0 0,0-1 0 0 0,0 0 1 0 0,0 1-1 0 0,0 0 0 0 0,-1 0 0 0 0,1 1 0 0 0,0 0 0 0 0,0-1 1 0 0,0 1-1 0 0,0 1 0 0 0,-1-1 0 0 0,1 1 0 0 0,0 0 0 0 0,4 2 1 0 0,-3 0-16 0 0,-1-1 0 0 0,0 0 0 0 0,0 1 0 0 0,0 0 0 0 0,0 0 0 0 0,-1 1 0 0 0,1-1 0 0 0,-1 1 1 0 0,0 0-1 0 0,-1 0 0 0 0,1 0 0 0 0,5 12 0 0 0,-5-8 8 0 0,0 1-1 0 0,-1 1 1 0 0,0-1-1 0 0,-1 0 1 0 0,0 1 0 0 0,-1-1-1 0 0,0 1 1 0 0,0 0 0 0 0,-1-1-1 0 0,-1 1 1 0 0,-2 18-1 0 0,-4 2 79 0 0,-1 0-1 0 0,-19 47 0 0 0,16-49 17 0 0,5-13 182 0 0,1-4 186 0 0,14-25-302 0 0,75-118-113 0 0,-53 88-67 0 0,-3-1-1 0 0,-1-2 1 0 0,36-86 0 0 0,-60 124-1 0 0,4-27 23 0 0,-7 35-23 0 0,0 0-1 0 0,0 0 1 0 0,1 0 0 0 0,-1 0-1 0 0,0-1 1 0 0,0 1 0 0 0,0 0-1 0 0,0 0 1 0 0,0 0 0 0 0,0-1-1 0 0,0 1 1 0 0,0 0 0 0 0,0 0-1 0 0,0 0 1 0 0,0-1 0 0 0,0 1-1 0 0,-1 0 1 0 0,1 0 0 0 0,0 0-1 0 0,0 0 1 0 0,0-1 0 0 0,0 1-1 0 0,0 0 1 0 0,0 0 0 0 0,0 0-1 0 0,0 0 1 0 0,-1-1 0 0 0,1 1-1 0 0,0 0 1 0 0,0 0 0 0 0,0 0-1 0 0,0 0 1 0 0,0 0 0 0 0,-1 0-1 0 0,1 0 1 0 0,0-1 0 0 0,0 1-1 0 0,0 0 1 0 0,0 0 0 0 0,-1 0-1 0 0,1 0 1 0 0,0 0 0 0 0,0 0-1 0 0,0 0 1 0 0,-1 0 0 0 0,1 0-1 0 0,0 0 1 0 0,0 0 0 0 0,0 0-1 0 0,-1 0 1 0 0,1 0-1 0 0,0 0 1 0 0,0 0 0 0 0,0 0-1 0 0,0 0 1 0 0,-1 1 0 0 0,1-1-1 0 0,0 0 1 0 0,0 0 0 0 0,0 0-1 0 0,0 0 1 0 0,-1 0 0 0 0,1 0-1 0 0,0 1 1 0 0,-10 6-14 0 0,9-7 13 0 0,-8 12 4 0 0,1 0 0 0 0,0 1 0 0 0,1 0-1 0 0,0 1 1 0 0,1-1 0 0 0,1 1 0 0 0,0 0-1 0 0,0 1 1 0 0,-3 26 0 0 0,6-29 6 0 0,1-1 1 0 0,0 0 0 0 0,0 0-1 0 0,1 0 1 0 0,1 0 0 0 0,0 0-1 0 0,4 15 1 0 0,-4-21-12 0 0,0-1 0 0 0,1 1-1 0 0,0-1 1 0 0,0 0 0 0 0,0 0 0 0 0,1 0 0 0 0,-1 0-1 0 0,1 0 1 0 0,0-1 0 0 0,0 1 0 0 0,0-1 0 0 0,0 0 0 0 0,1 0-1 0 0,0 0 1 0 0,-1 0 0 0 0,1 0 0 0 0,0-1 0 0 0,0 0 0 0 0,0 0-1 0 0,7 2 1 0 0,-1 0-367 0 0,0-1-1 0 0,0-1 1 0 0,0 0 0 0 0,1 0-1 0 0,-1-1 1 0 0,21 0-1 0 0,31-7-5647 0 0,-33-1 674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6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33 2272 0 0,'0'-6'958'0'0,"-8"-21"9467"0"0,8 27-10371 0 0,-1 0 0 0 0,1 1-1 0 0,0-1 1 0 0,-1 0 0 0 0,1 0 0 0 0,-1 0 0 0 0,1 1 0 0 0,0-1 0 0 0,0 0 0 0 0,-1 1 0 0 0,1-1 0 0 0,0 0 0 0 0,-1 1 0 0 0,1-1 0 0 0,0 0 0 0 0,0 1-1 0 0,0-1 1 0 0,-1 0 0 0 0,1 1 0 0 0,0-1 0 0 0,0 1 0 0 0,0-1 0 0 0,0 0 0 0 0,0 1 0 0 0,0-1 0 0 0,0 1 0 0 0,0 0 0 0 0,-4 11 180 0 0,1-1 1 0 0,1 1-1 0 0,0 0 0 0 0,0 1 1 0 0,1-1-1 0 0,1 0 1 0 0,0 0-1 0 0,4 22 1 0 0,-3-28-204 0 0,0-1 1 0 0,0 0-1 0 0,1 0 1 0 0,0 0 0 0 0,0 0-1 0 0,0 0 1 0 0,0-1 0 0 0,1 1-1 0 0,0-1 1 0 0,0 1 0 0 0,0-1-1 0 0,1 0 1 0 0,-1 0 0 0 0,1 0-1 0 0,0-1 1 0 0,0 1-1 0 0,0-1 1 0 0,1 0 0 0 0,-1 0-1 0 0,1 0 1 0 0,-1-1 0 0 0,11 4-1 0 0,-11-5-18 0 0,0 0 0 0 0,0 0 0 0 0,0 0 0 0 0,0-1 0 0 0,0 0 0 0 0,0 1 0 0 0,0-2 0 0 0,0 1 0 0 0,0 0 0 0 0,0-1 0 0 0,0 1 0 0 0,0-1 0 0 0,0-1 0 0 0,0 1 0 0 0,-1 0 0 0 0,1-1 0 0 0,0 0 0 0 0,-1 1 0 0 0,1-2 0 0 0,-1 1 0 0 0,4-3 0 0 0,7-7 203 0 0,0 0 1 0 0,-1-1-1 0 0,17-21 0 0 0,0 1 1396 0 0,-20 19-773 0 0,-9 13-784 0 0,0-1-1 0 0,-1 1 1 0 0,1 0-1 0 0,0 0 1 0 0,0-1-1 0 0,0 1 0 0 0,0 0 1 0 0,1 0-1 0 0,-1 0 1 0 0,0 0-1 0 0,0 0 1 0 0,3-1-1 0 0,-4 2-47 0 0,1 0-1 0 0,-1 0 1 0 0,1 0-1 0 0,-1 0 1 0 0,0 0-1 0 0,1 0 1 0 0,-1 0-1 0 0,1 0 1 0 0,-1 1-1 0 0,1-1 1 0 0,-1 0-1 0 0,0 0 1 0 0,1 0-1 0 0,-1 0 1 0 0,1 1-1 0 0,-1-1 1 0 0,0 0 0 0 0,1 0-1 0 0,-1 1 1 0 0,0-1-1 0 0,1 0 1 0 0,-1 1-1 0 0,0-1 1 0 0,0 0-1 0 0,1 1 1 0 0,-1-1-1 0 0,0 1 1 0 0,0-1-1 0 0,0 0 1 0 0,1 1-1 0 0,-1-1 1 0 0,0 1-1 0 0,0-1 1 0 0,0 1-1 0 0,0-1 1 0 0,0 0 0 0 0,0 1-1 0 0,0-1 1 0 0,0 2-1 0 0,1 20 84 0 0,-3 7-320 0 0,-1 86 40 0 0,11-59-3335 0 0,-6-47 1351 0 0,1 0-1 0 0,0 0 0 0 0,9 16 0 0 0,-1-7-5440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7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54 432 0 0,'11'-19'4485'0'0,"-9"15"-3537"0"0,1 0-1 0 0,-1-1 1 0 0,1 2-1 0 0,0-1 1 0 0,4-5-1 0 0,-5 8-857 0 0,-1 0 0 0 0,0 1-1 0 0,0-1 1 0 0,0 0 0 0 0,1 1 0 0 0,-1-1-1 0 0,0 1 1 0 0,1 0 0 0 0,-1 0 0 0 0,0-1-1 0 0,1 1 1 0 0,-1 0 0 0 0,1 0-1 0 0,-1 0 1 0 0,0 0 0 0 0,1 0 0 0 0,-1 1-1 0 0,0-1 1 0 0,1 0 0 0 0,-1 1 0 0 0,2 0-1 0 0,27 12 926 0 0,-21-6-833 0 0,0 0 1 0 0,-1 0 0 0 0,0 0 0 0 0,0 1 0 0 0,0 1-1 0 0,-1-1 1 0 0,0 1 0 0 0,-1 0 0 0 0,0 1 0 0 0,-1-1 0 0 0,1 1-1 0 0,-2 0 1 0 0,0 1 0 0 0,0-1 0 0 0,-1 1 0 0 0,4 17-1 0 0,-5-15-68 0 0,0 0 0 0 0,-1 1 0 0 0,-1-1 0 0 0,0 1-1 0 0,0-1 1 0 0,-1 1 0 0 0,-1-1 0 0 0,-1 0 0 0 0,0 0-1 0 0,0 0 1 0 0,-1 0 0 0 0,-1 0 0 0 0,-8 16 0 0 0,-5 1 455 0 0,-1-1 0 0 0,-2-2 1 0 0,-33 36-1 0 0,37-47 109 0 0,16-14-337 0 0,2-5-267 0 0,2-4-56 0 0,0 1 1 0 0,1 0-1 0 0,0 0 0 0 0,0 0 1 0 0,1 0-1 0 0,-1 1 1 0 0,7-6-1 0 0,44-37 6 0 0,-20 19-17 0 0,9-11 15 0 0,193-189 59 0 0,-228 215-104 0 0,-19 19-26 0 0,-20 18 5 0 0,4 3 46 0 0,-38 49 0 0 0,58-66-1 0 0,-1 0-1 0 0,1 1 1 0 0,1 0-1 0 0,0-1 1 0 0,0 2-1 0 0,1-1 1 0 0,1 0-1 0 0,-1 1 1 0 0,2 0-1 0 0,-3 13 1 0 0,5-19-93 0 0,0 0 1 0 0,0 0 0 0 0,0 1-1 0 0,1-1 1 0 0,0 0-1 0 0,0 0 1 0 0,0 0 0 0 0,0 0-1 0 0,1 0 1 0 0,0 0 0 0 0,0 0-1 0 0,4 7 1 0 0,-1-5-255 0 0,0 0 0 0 0,0 0-1 0 0,1-1 1 0 0,-1 0 0 0 0,1 0 0 0 0,1 0 0 0 0,7 5 0 0 0,2 0-442 0 0,0-1 0 0 0,0-1 1 0 0,1-1-1 0 0,1 0 0 0 0,-1-1 1 0 0,24 6-1 0 0,-10-6-3275 0 0,0 0-1836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47 1132 0 0,'5'-15'4660'0'0,"1"-6"3860"0"0,0 11-6238 0 0,-5 9-1817 0 0,7 2-190 0 0,-1-1 0 0 0,1 1 0 0 0,-1 0 1 0 0,1 1-1 0 0,-1 0 0 0 0,10 3 0 0 0,-14-4-227 0 0,0 0 1 0 0,0 1-1 0 0,-1-1 0 0 0,1 0 1 0 0,-1 1-1 0 0,1 0 0 0 0,-1-1 1 0 0,1 1-1 0 0,-1 0 0 0 0,0 0 1 0 0,0 0-1 0 0,0 1 1 0 0,0-1-1 0 0,0 0 0 0 0,-1 1 1 0 0,1-1-1 0 0,-1 1 0 0 0,1 0 1 0 0,1 4-1 0 0,-3-4-10 0 0,0 0 1 0 0,0 0-1 0 0,0 0 0 0 0,0 0 1 0 0,0 0-1 0 0,0 0 0 0 0,-1 0 1 0 0,0 0-1 0 0,1 0 0 0 0,-1 0 1 0 0,0 0-1 0 0,-1 0 0 0 0,1-1 1 0 0,0 1-1 0 0,-1 0 0 0 0,1-1 1 0 0,-1 1-1 0 0,0-1 0 0 0,-4 5 1 0 0,-3 2 22 0 0,0 0 1 0 0,0-1 0 0 0,-13 9-1 0 0,-62 37 211 0 0,82-53-196 0 0,5-1-70 0 0,60-2 125 0 0,55 2 493 0 0,-105 1-546 0 0,1 1 1 0 0,-1 0-1 0 0,0 1 1 0 0,0 1-1 0 0,0 0 1 0 0,22 10-1 0 0,-32-13 35 0 0,0 0 0 0 0,-1 0 0 0 0,1 1-1 0 0,0 0 1 0 0,-1-1 0 0 0,1 1 0 0 0,-1 0-1 0 0,1 0 1 0 0,-1 0 0 0 0,0 1-1 0 0,0-1 1 0 0,0 0 0 0 0,0 1 0 0 0,-1 0-1 0 0,1-1 1 0 0,-1 1 0 0 0,1 0 0 0 0,-1 0-1 0 0,0 0 1 0 0,0-1 0 0 0,0 1 0 0 0,0 0-1 0 0,-1 1 1 0 0,1-1 0 0 0,-1 0-1 0 0,0 0 1 0 0,0 0 0 0 0,0 0 0 0 0,0 0-1 0 0,-1 0 1 0 0,1 0 0 0 0,-1 0 0 0 0,1 0-1 0 0,-3 5 1 0 0,-1 1 72 0 0,0 0 1 0 0,0-1-1 0 0,-1 0 1 0 0,0 0-1 0 0,0 0 1 0 0,-1-1-1 0 0,0 1 1 0 0,0-1-1 0 0,-1-1 1 0 0,-9 8-1 0 0,2-3 36 0 0,-2 0-1 0 0,0-1 0 0 0,0-1 1 0 0,0 0-1 0 0,-24 8 0 0 0,28-13-1000 0 0,0 0 0 0 0,0-1-1 0 0,-20 2 1 0 0,-1-4-4318 0 0,1-6-3345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9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1956 0 0,'3'-15'4307'0'0,"-2"12"-4044"0"0,0 0 0 0 0,1 0 0 0 0,-1 0 0 0 0,1 0 0 0 0,0 0 0 0 0,0 1 0 0 0,0-1 0 0 0,0 0 0 0 0,0 1 0 0 0,0 0 0 0 0,1-1 0 0 0,-1 1 0 0 0,1 0 0 0 0,0 0 0 0 0,0 0 0 0 0,0 1 0 0 0,4-3 0 0 0,-3 2-94 0 0,1 1 0 0 0,-1 0 0 0 0,1 0 0 0 0,-1 0 0 0 0,1 1 1 0 0,0-1-1 0 0,-1 1 0 0 0,1 0 0 0 0,0 1 0 0 0,-1-1 0 0 0,8 2 0 0 0,-4 0-101 0 0,-1 0-1 0 0,0 0 1 0 0,0 1 0 0 0,0 0-1 0 0,0 0 1 0 0,-1 1 0 0 0,1 0-1 0 0,-1 0 1 0 0,0 0 0 0 0,0 1-1 0 0,0 0 1 0 0,0 0 0 0 0,-1 0-1 0 0,0 1 1 0 0,8 11 0 0 0,-11-13-41 0 0,0 1 1 0 0,1 0 0 0 0,-1 0 0 0 0,-1-1 0 0 0,1 1-1 0 0,-1 1 1 0 0,0-1 0 0 0,0 0 0 0 0,0 0 0 0 0,-1 0-1 0 0,0 0 1 0 0,0 1 0 0 0,-1 7 0 0 0,-1-4 6 0 0,0-1 1 0 0,0 1-1 0 0,-1-1 1 0 0,0 0 0 0 0,-1 0-1 0 0,1 0 1 0 0,-8 11-1 0 0,-5 3 47 0 0,-1 0 0 0 0,-1-1-1 0 0,-1 0 1 0 0,-22 17-1 0 0,-5 2 246 0 0,44-38-269 0 0,14-13-20 0 0,144-107 35 0 0,-95 75-68 0 0,-28 18 7 0 0,25-17 13 0 0,81-75 0 0 0,-113 86-17 0 0,-24 27-8 0 0,-2 3 0 0 0,0 0 1 0 0,0 0-1 0 0,0 0 0 0 0,0-1 0 0 0,-1 1 1 0 0,1 0-1 0 0,0 0 0 0 0,0 0 0 0 0,-1 0 1 0 0,1 0-1 0 0,-1 0 0 0 0,1 0 0 0 0,-2-2 1 0 0,-3 0 8 0 0,5 3-6 0 0,-1 0 6 0 0,0-1 1 0 0,0 1-1 0 0,0-1 1 0 0,0 1-1 0 0,0 0 0 0 0,0-1 1 0 0,0 1-1 0 0,0 0 0 0 0,0 0 1 0 0,0 0-1 0 0,0 0 0 0 0,0 0 1 0 0,0 0-1 0 0,0 0 0 0 0,0 0 1 0 0,0 0-1 0 0,0 1 0 0 0,0-1 1 0 0,-1 1-1 0 0,-1-1 24 0 0,-9 3 87 0 0,0 0-1 0 0,0 0 0 0 0,1 1 0 0 0,-1 0 0 0 0,1 1 0 0 0,0 1 1 0 0,0 0-1 0 0,0 0 0 0 0,-10 9 0 0 0,-3 4 139 0 0,-1 1 0 0 0,-26 31 0 0 0,46-45-205 0 0,-1 0 1 0 0,1 0 0 0 0,1 1 0 0 0,-1-1 0 0 0,1 1 0 0 0,0 0-1 0 0,1 0 1 0 0,0 1 0 0 0,0-1 0 0 0,-3 12 0 0 0,5-14-30 0 0,0-1 0 0 0,1 1 0 0 0,-1 0 0 0 0,1-1 0 0 0,0 1 0 0 0,1 0 1 0 0,-1-1-1 0 0,1 1 0 0 0,0-1 0 0 0,0 1 0 0 0,0-1 0 0 0,0 1 0 0 0,1-1 0 0 0,0 1 0 0 0,0-1 1 0 0,0 0-1 0 0,1 0 0 0 0,-1 0 0 0 0,5 4 0 0 0,1 1-189 0 0,0 0 0 0 0,1-1 1 0 0,0 0-1 0 0,1-1 0 0 0,0 0 0 0 0,0 0 0 0 0,1-1 0 0 0,11 5 1 0 0,-5-4-2640 0 0,0 0 0 0 0,25 6 1 0 0,-17-9-3819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49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27 3524 0 0,'24'-26'13244'0'0,"-21"41"-10427"0"0,-34 102-196 0 0,-3 19-4249 0 0,30-114-1376 0 0,1-1 1 0 0,0 28-1 0 0,4-17-6159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33 134 896 0 0,'-1'-12'3327'0'0,"0"0"-1"0"0,2-24 0 0 0,0 7-420 0 0,-1 28-2879 0 0,0 1 0 0 0,0-1 0 0 0,0 1 0 0 0,0-1 0 0 0,0 1 0 0 0,1-1 0 0 0,-1 1 0 0 0,0 0 0 0 0,0-1 0 0 0,0 1 0 0 0,1-1-1 0 0,-1 1 1 0 0,0-1 0 0 0,1 1 0 0 0,-1 0 0 0 0,0-1 0 0 0,1 1 0 0 0,-1 0 0 0 0,0-1 0 0 0,1 1 0 0 0,-1 0 0 0 0,1-1 0 0 0,-1 1 0 0 0,1 0 0 0 0,-1 0 0 0 0,1 0 0 0 0,-1-1-1 0 0,1 1 1 0 0,-1 0 0 0 0,1 0 0 0 0,-1 0 0 0 0,1 0 0 0 0,-1 0 0 0 0,1 0 0 0 0,-1 0 0 0 0,1 0 0 0 0,-1 0 0 0 0,1 0 0 0 0,-1 0 0 0 0,1 0 0 0 0,-1 0 0 0 0,1 1-1 0 0,-1-1 1 0 0,1 0 0 0 0,22 8 523 0 0,-18-5-480 0 0,1 1 0 0 0,0-1-1 0 0,-1 1 1 0 0,0 0 0 0 0,0 1 0 0 0,0-1-1 0 0,0 1 1 0 0,-1 0 0 0 0,0 0-1 0 0,0 1 1 0 0,0-1 0 0 0,-1 1-1 0 0,1 0 1 0 0,-1 0 0 0 0,-1 0-1 0 0,1 0 1 0 0,-1 1 0 0 0,2 7-1 0 0,-2-5-29 0 0,-1-1-1 0 0,0 0 0 0 0,0 0 1 0 0,0 1-1 0 0,-1-1 0 0 0,0 1 1 0 0,-1-1-1 0 0,0 0 1 0 0,0 1-1 0 0,-1-1 0 0 0,0 0 1 0 0,0 0-1 0 0,-6 13 0 0 0,1-8 39 0 0,0-1 0 0 0,-1 0 0 0 0,0 0-1 0 0,-1-1 1 0 0,0 0 0 0 0,-1-1 0 0 0,0 0-1 0 0,-1 0 1 0 0,0-1 0 0 0,-15 10 0 0 0,4-4 344 0 0,19-14-176 0 0,4-2-238 0 0,-1-1-1 0 0,1 0 0 0 0,-1 1 0 0 0,1-1 0 0 0,0 0 1 0 0,0 1-1 0 0,0-1 0 0 0,-1 1 0 0 0,2 0 0 0 0,-1-1 0 0 0,0 1 1 0 0,0 0-1 0 0,3-2 0 0 0,19-17 22 0 0,-22 19-24 0 0,208-155 91 0 0,28-21-45 0 0,-234 176-51 0 0,-1-1 0 0 0,0 1 1 0 0,0-1-1 0 0,1 0 0 0 0,-1 0 1 0 0,0 0-1 0 0,-1 0 0 0 0,1 0 1 0 0,0-1-1 0 0,0 1 0 0 0,-1 0 1 0 0,0-1-1 0 0,1 1 0 0 0,-1-1 0 0 0,0 0 1 0 0,1-3-1 0 0,-4 4 2 0 0,-1 2-4 0 0,0-1 0 0 0,1 1 0 0 0,-1-1 0 0 0,0 1 0 0 0,1 0 0 0 0,-1 0 0 0 0,0 0 0 0 0,1 0 0 0 0,-1 1 0 0 0,1-1 0 0 0,-1 1 0 0 0,0 0 0 0 0,1-1 0 0 0,-1 1 0 0 0,1 1 0 0 0,-1-1 0 0 0,1 0 0 0 0,0 0 0 0 0,-3 3 0 0 0,-4 1-2 0 0,-8 4 11 0 0,1 0-1 0 0,0 1 1 0 0,1 1-1 0 0,-26 24 1 0 0,15-9 6 0 0,-34 43 0 0 0,56-64-8 0 0,0 0 0 0 0,0 1-1 0 0,0-1 1 0 0,1 1-1 0 0,0 0 1 0 0,0 0-1 0 0,0 0 1 0 0,1 1-1 0 0,0-1 1 0 0,0 1 0 0 0,-1 8-1 0 0,3-11 3 0 0,0 1 1 0 0,0-1-1 0 0,1 0 0 0 0,-1 1 0 0 0,1-1 1 0 0,0 0-1 0 0,0 1 0 0 0,1-1 0 0 0,-1 0 1 0 0,1 0-1 0 0,0 0 0 0 0,0 0 1 0 0,0 0-1 0 0,0-1 0 0 0,1 1 0 0 0,0 0 1 0 0,-1-1-1 0 0,5 3 0 0 0,4 5-77 0 0,0-1 0 0 0,1-1 0 0 0,1 0 0 0 0,0-1 0 0 0,0 0 0 0 0,27 12 0 0 0,90 26-5005 0 0,-76-33-1215 0 0,-29-8 1110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1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33 2424 0 0,'4'-11'8408'0'0,"-4"10"-7879"0"0,0 0-1 0 0,6-14 5812 0 0,-3 13-5812 0 0,-3 1-478 0 0,1 1 1 0 0,0 0-1 0 0,-1 0 1 0 0,1-1-1 0 0,0 1 0 0 0,-1 0 1 0 0,1 0-1 0 0,0 0 1 0 0,-1 0-1 0 0,1 0 0 0 0,0 0 1 0 0,0 0-1 0 0,-1 0 1 0 0,1 0-1 0 0,0 0 0 0 0,-1 0 1 0 0,1 0-1 0 0,0 1 1 0 0,-1-1-1 0 0,1 0 0 0 0,0 1 1 0 0,-1-1-1 0 0,1 0 1 0 0,0 1-1 0 0,-1-1 0 0 0,1 0 1 0 0,-1 1-1 0 0,1-1 1 0 0,-1 1-1 0 0,1-1 0 0 0,-1 1 1 0 0,1 0-1 0 0,0 0 1 0 0,1 2 28 0 0,0-1 1 0 0,1 1 0 0 0,-1 0-1 0 0,0-1 1 0 0,0 1 0 0 0,0 0-1 0 0,-1 1 1 0 0,1-1 0 0 0,-1 0-1 0 0,1 0 1 0 0,-1 1 0 0 0,0-1-1 0 0,0 0 1 0 0,-1 1 0 0 0,1-1-1 0 0,-1 1 1 0 0,0 5 0 0 0,0-3 79 0 0,-1 0 0 0 0,0 0 0 0 0,-1 0 0 0 0,1-1 0 0 0,-1 1 0 0 0,0 0 0 0 0,-1-1 1 0 0,1 0-1 0 0,-7 10 0 0 0,-2 0 405 0 0,-1 0 0 0 0,0-1-1 0 0,-1 0 1 0 0,-1-1 0 0 0,-26 21 0 0 0,25-24-122 0 0,-67 48 1700 0 0,81-57-1974 0 0,1-1-164 0 0,0 1 0 0 0,-1-1 0 0 0,1 0 0 0 0,0 0 0 0 0,0 0 0 0 0,0 0 0 0 0,0 0 0 0 0,0 1 0 0 0,0-1 0 0 0,0 0 0 0 0,0 0 0 0 0,0 0 0 0 0,0 0 0 0 0,0 1 1 0 0,0-1-1 0 0,0 0 0 0 0,0 0 0 0 0,0 0 0 0 0,0 0 0 0 0,1 1 0 0 0,-1-1 0 0 0,0 0 0 0 0,0 0 0 0 0,0 0 0 0 0,0 0 0 0 0,0 0 0 0 0,0 1 0 0 0,0-1 0 0 0,0 0 0 0 0,1 0 0 0 0,-1 0 0 0 0,0 0 1 0 0,0 0-1 0 0,0 0 0 0 0,0 0 0 0 0,0 0 0 0 0,0 0 0 0 0,1 1 0 0 0,-1-1 0 0 0,0 0 0 0 0,0 0 0 0 0,0 0 0 0 0,0 0 0 0 0,1 0 0 0 0,11 1 20 0 0,11-2-140 0 0,-23 1 111 0 0,374-49-7605 0 0,-128 6-3400 0 0,-154 26 2318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11 1888 0 0,'0'0'8184'0'0,"-9"-6"-6773"0"0,4 1-2186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5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 1612 0 0,'-2'1'1580'0'0,"-2"0"-1377"0"0,-18 2 7174 0 0,26-8-7627 0 0,-2 3 325 0 0,57 4-107 0 0,4 0-4506 0 0,-38 0 915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6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33 524 0 0,'0'0'5900'0'0,"-1"-2"-5023"0"0,-1 0 1 0 0,1 0-1 0 0,-1-1 0 0 0,1 1 1 0 0,0 0-1 0 0,0-1 0 0 0,0 1 1 0 0,-1-5-1 0 0,11 5-1092 0 0,-1 0 0 0 0,0 1 0 0 0,1-1 0 0 0,-1 2 0 0 0,1-1 0 0 0,-1 1 0 0 0,1 1 0 0 0,-1 0 0 0 0,1 0 0 0 0,9 3 0 0 0,25 1-2338 0 0,-15-3-436 0 0,-1 0-1020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6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1892 0 0,'5'-9'7892'0'0,"-4"9"-7762"0"0,-1-1 0 0 0,1 0 0 0 0,-1 0 0 0 0,0 0 0 0 0,1 0 0 0 0,0 1 0 0 0,-1-1 0 0 0,1 0 0 0 0,-1 0 0 0 0,1 1 0 0 0,0-1 0 0 0,-1 1 0 0 0,1-1 0 0 0,0 0 0 0 0,0 1 0 0 0,0-1-1 0 0,0 1 1 0 0,-1 0 0 0 0,1-1 0 0 0,2 1 0 0 0,22-2-1185 0 0,-19 2 667 0 0,41 1-4997 0 0,-28-1 2104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6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1728 0 0,'8'-10'9418'0'0,"-8"10"-9330"0"0,0-1-1 0 0,0 1 0 0 0,-1-1 0 0 0,1 1 1 0 0,0-1-1 0 0,0 1 0 0 0,0-1 0 0 0,0 1 0 0 0,0-1 1 0 0,0 1-1 0 0,0-1 0 0 0,0 1 0 0 0,0-1 1 0 0,0 1-1 0 0,0-1 0 0 0,0 1 0 0 0,0-1 1 0 0,0 1-1 0 0,0 0 0 0 0,0-1 0 0 0,1 1 1 0 0,-1-1-1 0 0,0 1 0 0 0,0-1 0 0 0,1 1 1 0 0,-1-1-1 0 0,0 1 0 0 0,1 0 0 0 0,-1-1 0 0 0,0 1 1 0 0,1 0-1 0 0,-1-1 0 0 0,0 1 0 0 0,1 0 1 0 0,-1-1-1 0 0,1 1 0 0 0,-1 0 0 0 0,1 0 1 0 0,-1 0-1 0 0,0-1 0 0 0,1 1 0 0 0,-1 0 1 0 0,1 0-1 0 0,-1 0 0 0 0,1 0 0 0 0,-1 0 0 0 0,1 0 1 0 0,-1 0-1 0 0,2 0 0 0 0,35 2-1228 0 0,-20-1 778 0 0,11 2-1420 0 0,29 6 0 0 0,15 3-2804 0 0,-43-10 1140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6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44 936 0 0,'2'0'2472'0'0,"0"-1"-2305"0"0,5 1 2056 0 0,1-1 1 0 0,-1 0-1 0 0,0-1 1 0 0,13-4-1 0 0,-18 5-1538 0 0,25-21 1786 0 0,-23 21-2484 0 0,0-1 0 0 0,0 0 0 0 0,1 1 1 0 0,-1 0-1 0 0,1 0 0 0 0,-1 0 0 0 0,1 1 1 0 0,-1-1-1 0 0,1 1 0 0 0,8 1 0 0 0,55 8-2164 0 0,-33-4 1096 0 0,107 17-6038 0 0,-99-17 2193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35 108 0 0,'9'-3'1762'0'0,"26"-16"9513"0"0,-34 18-11161 0 0,0 0 1 0 0,-1 0 0 0 0,1 0-1 0 0,0 0 1 0 0,0 0 0 0 0,0 0 0 0 0,0 1-1 0 0,0-1 1 0 0,1 0 0 0 0,-1 1-1 0 0,0-1 1 0 0,0 0 0 0 0,0 1-1 0 0,1 0 1 0 0,1-1 0 0 0,26 3-1806 0 0,-24-1 1235 0 0,9 2-1886 0 0,0 0 0 0 0,18 0 0 0 0,-9-3-1061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7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1352 0 0,'10'-17'9534'0'0,"-10"16"-9407"0"0,0 0 1 0 0,0 0-1 0 0,0 1 1 0 0,0-1 0 0 0,0 0-1 0 0,0 0 1 0 0,0 0-1 0 0,0 1 1 0 0,0-1-1 0 0,0 0 1 0 0,0 0 0 0 0,1 0-1 0 0,-1 1 1 0 0,0-1-1 0 0,1 0 1 0 0,-1 0 0 0 0,1 1-1 0 0,-1-1 1 0 0,0 0-1 0 0,1 1 1 0 0,0-2-1 0 0,1 1-358 0 0,0 1-1 0 0,0 0 0 0 0,0-1 0 0 0,0 1 0 0 0,0 0 0 0 0,1 0 0 0 0,-1 0 0 0 0,0 0 0 0 0,0 0 1 0 0,2 1-1 0 0,26-1-5313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7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1308 0 0,'13'-15'10602'0'0,"-13"13"-10764"0"0,2-1 577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7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 2048 0 0,'-8'-6'8201'0'0,"0"117"-8757"0"0,5-77-3386 0 0,2-17 595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8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1764 0 0,'0'16'3684'0'0,"-3"14"-2220"0"0,0-1 0 0 0,-10 33-1 0 0,3-8-1240 0 0,4-16-582 0 0,2 0 1 0 0,1 0-1 0 0,3 1 0 0 0,1-1 0 0 0,1 1 0 0 0,9 40 1 0 0,6 22-696 0 0,-11-50 2091 0 0,-2 1 0 0 0,-4 86 0 0 0,-4-102-2135 0 0,-11 43 1 0 0,8-50-1791 0 0,3-13 767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8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1552 0 0,'0'3'1474'0'0,"-4"47"3398"0"0,5 7-3320 0 0,1 8-1327 0 0,0 14-5237 0 0,1-65 2753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8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1204 0 0,'0'3'1546'0'0,"2"23"1842"0"0,-2-10-1487 0 0,2 0 1 0 0,0 0-1 0 0,5 19 1 0 0,-5-24-1434 0 0,-1 0 1 0 0,0 0-1 0 0,-1 20 0 0 0,0-24-408 0 0,1 25-1100 0 0,2-1 0 0 0,2 1 1 0 0,12 49-1 0 0,-8-42 380 0 0,-6-26 1713 0 0,-1 0-1 0 0,0 1 1 0 0,-1 16-1 0 0,-1-29-723 0 0,0 2-62 0 0,-2 35 594 0 0,1-25-3055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9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1220 0 0,'0'-3'1972'0'0,"20"-68"7037"0"0,-20 69-8760 0 0,0 1-273 0 0,0 0-1 0 0,1 0 1 0 0,-1-1-1 0 0,0 1 0 0 0,0 0 1 0 0,1 0-1 0 0,-1 0 0 0 0,1 0 1 0 0,-1 0-1 0 0,1 0 1 0 0,-1 0-1 0 0,1 0 0 0 0,-1 0 1 0 0,1 0-1 0 0,1-1 0 0 0,0 3-515 0 0,-1 0 0 0 0,1 0 0 0 0,0 0 0 0 0,0 0 0 0 0,-1 0-1 0 0,1 1 1 0 0,-1-1 0 0 0,1 0 0 0 0,1 3 0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1884 0 0,'-2'33'3537'0'0,"-10"58"0"0"0,6-59-3182 0 0,-2 60 0 0 0,9-31-1003 0 0,0-19-2669 0 0,1-15 18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9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0 452 0 0,'8'46'6552'0'0,"-6"26"-4047"0"0,0-2-2100 0 0,2 7-2313 0 0,-3-51-718 0 0,-1-4-350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0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1 196 0 0,'6'14'5103'0'0,"-2"1"-2563"0"0,3 33-1 0 0,-2-12-2158 0 0,7 18-1329 0 0,-5-19-3745 0 0,-5-26 1979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1668 0 0,'5'24'5385'0'0,"4"7"160"0"0,-1 20-8287 0 0,-6-31-1974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0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1760 0 0,'0'0'10892'0'0,"3"0"-10526"0"0,9-5 111 0 0,-1 0-1730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0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25 1656 0 0,'-19'-24'11373'0'0,"42"32"-12828"0"0,-5-4-3793 0 0,-6-4 1326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0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2360 0 0,'0'0'2000'0'0,"16"-2"3956"0"0,3 0-5311 0 0,0 1 1 0 0,37 4 0 0 0,34 10-2249 0 0,-14 0-3218 0 0,-50-10 1396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0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3 328 0 0,'2'0'4216'0'0,"24"-1"2928"0"0,-11 0-5844 0 0,-12 1-1189 0 0,11 1-122 0 0,31 5-1309 0 0,21 0-4151 0 0,-42-5 1578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1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1392 0 0,'2'-1'2054'0'0,"38"-23"4520"0"0,-35 21-6431 0 0,1 1 0 0 0,-1 0-1 0 0,1 0 1 0 0,0 1 0 0 0,0 0-1 0 0,0 0 1 0 0,0 0 0 0 0,0 0-1 0 0,9 1 1 0 0,116 14-1660 0 0,-39-3-3412 0 0,-65-9 2332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1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2104 0 0,'26'-4'4238'0'0,"31"-7"-1"0"0,-25 2-1781 0 0,56-24 0 0 0,-80 30-2421 0 0,1 0 0 0 0,-1 0 0 0 0,1 1 0 0 0,0 1 0 0 0,-1-1 1 0 0,1 2-1 0 0,0-1 0 0 0,0 1 0 0 0,12 1 0 0 0,10 3-678 0 0,39 10 0 0 0,-38-7-169 0 0,204 34-7883 0 0,-203-36 6050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3708 0 0,'18'0'2060'0'0,"0"-2"0"0"0,-1 0 0 0 0,1-1 0 0 0,-1 0 0 0 0,23-8 0 0 0,-39 10-1971 0 0,1 1 264 0 0,0-1-71 0 0,7-3-62 0 0,-6 4-47 0 0,13-2 276 0 0,0 2-1105 0 0,-1 1 0 0 0,1 1 0 0 0,-1 0 0 0 0,0 1 0 0 0,0 1 0 0 0,0 0 0 0 0,15 7 0 0 0,32 8-4837 0 0,-30-12 1004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2496 0 0,'19'-21'12935'0'0,"-16"16"-12633"0"0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03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1 166 688 0 0,'33'-55'528'0'0,"-4"2"-944"0"0,-5-4 140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0 196 0 0,'-18'19'4220'0'0,"-14"16"-1201"0"0,31-34-2722 0 0,0 0-176 0 0,0 0-1 0 0,0 0 1 0 0,0 0-1 0 0,0-1 1 0 0,0 1 0 0 0,1 0-1 0 0,-1 0 1 0 0,0 0 0 0 0,1 0-1 0 0,-1 0 1 0 0,0 1-1 0 0,1-1 1 0 0,-1 0 0 0 0,1 0-1 0 0,0 0 1 0 0,-1 3-1 0 0,-4 20 2083 0 0,5-22-2066 0 0,1 0 0 0 0,0 0 0 0 0,0 0 0 0 0,0 0 0 0 0,0 0 0 0 0,0 0 0 0 0,0 0 0 0 0,0-1 0 0 0,1 1 0 0 0,-1 0 0 0 0,0-1 0 0 0,1 1-1 0 0,0-1 1 0 0,-1 1 0 0 0,1-1 0 0 0,0 0 0 0 0,0 1 0 0 0,0-1 0 0 0,0 0 0 0 0,0 0 0 0 0,0-1 0 0 0,0 1 0 0 0,0 0 0 0 0,0-1 0 0 0,0 1 0 0 0,4 0 0 0 0,8 1 74 0 0,1 0 0 0 0,28 0 0 0 0,-29-2-3 0 0,424-6 617 0 0,-142-1-674 0 0,2220 125 37 0 0,-995 72-247 0 0,-5 32-7 0 0,-1042-152 57 0 0,-326-48 6 0 0,412 57-40 0 0,1-34-20 0 0,-535-44 55 0 0,63 0-14 0 0,-77-2 6 0 0,-1 0 0 0 0,1 0 0 0 0,-1-1-1 0 0,1-1 1 0 0,13-4 0 0 0,-24 6-26 0 0,0 1 0 0 0,0 0 0 0 0,0 0 0 0 0,0-1 0 0 0,0 1-1 0 0,0 0 1 0 0,0-1 0 0 0,0 1 0 0 0,0-1 0 0 0,-1 0 0 0 0,1 1 0 0 0,0-1-1 0 0,0 0 1 0 0,0 1 0 0 0,-1-1 0 0 0,1 0 0 0 0,0 0 0 0 0,-1 0 0 0 0,1 1 0 0 0,0-1-1 0 0,-1 0 1 0 0,1 0 0 0 0,-1 0 0 0 0,0 0 0 0 0,1-1 0 0 0,-1 1-15 0 0,-1-1 0 0 0,1 1 0 0 0,0 0 0 0 0,-1 0 0 0 0,0 0 1 0 0,1 0-1 0 0,-1 0 0 0 0,1 0 0 0 0,-1 0 0 0 0,0 1 0 0 0,0-1 0 0 0,1 0 1 0 0,-1 0-1 0 0,0 0 0 0 0,0 1 0 0 0,0-1 0 0 0,0 0 0 0 0,-2 0 0 0 0,-8-5-475 0 0,-1 1 0 0 0,-23-9-1 0 0,32 13 462 0 0,-33-10-560 0 0,14 5 257 0 0,0-1 0 0 0,1-1 0 0 0,0-1 0 0 0,-20-12 0 0 0,36 18 378 0 0,-1 0 1 0 0,2-1-1 0 0,-1 0 0 0 0,0 0 1 0 0,1 0-1 0 0,-1 0 0 0 0,1-1 1 0 0,0 1-1 0 0,1-1 1 0 0,-1 0-1 0 0,1 0 0 0 0,0-1 1 0 0,0 1-1 0 0,1-1 0 0 0,0 1 1 0 0,0-1-1 0 0,0 0 0 0 0,0 0 1 0 0,1 0-1 0 0,-1-8 0 0 0,2-4 854 0 0,0 0 0 0 0,1 0 0 0 0,4-22 1 0 0,-4 37-739 0 0,-1 1 27 0 0,1 1-127 0 0,-1 0 0 0 0,0 1 1 0 0,1-1-1 0 0,-1 1 0 0 0,0-1 0 0 0,1 1 0 0 0,-1-1 1 0 0,1 1-1 0 0,-1 0 0 0 0,1-1 0 0 0,-1 1 0 0 0,1 0 1 0 0,0-1-1 0 0,-1 1 0 0 0,1 0 0 0 0,-1-1 0 0 0,1 1 0 0 0,0 0 1 0 0,-1 0-1 0 0,2 0 0 0 0,3 1 2 0 0,-1 0 0 0 0,1 1 0 0 0,-1 0 1 0 0,0 0-1 0 0,0 0 0 0 0,1 0 0 0 0,-1 1 0 0 0,-1-1 0 0 0,1 1 0 0 0,0 0 0 0 0,-1 0 1 0 0,1 1-1 0 0,-1-1 0 0 0,0 1 0 0 0,0 0 0 0 0,0-1 0 0 0,-1 1 0 0 0,1 1 0 0 0,-1-1 0 0 0,0 0 1 0 0,0 0-1 0 0,2 9 0 0 0,-2-7-7 0 0,-1-1-1 0 0,1 1 1 0 0,-1 0 0 0 0,0 0 0 0 0,-1 0 0 0 0,0 0-1 0 0,0 0 1 0 0,0 0 0 0 0,0 0 0 0 0,-1 0 0 0 0,0 0-1 0 0,0-1 1 0 0,-1 1 0 0 0,1 0 0 0 0,-1 0 0 0 0,-1-1 0 0 0,1 1-1 0 0,-5 6 1 0 0,-3 0 7 0 0,0 0 0 0 0,0-1 0 0 0,-1 0 0 0 0,-1 0 0 0 0,0-1 0 0 0,0-1 0 0 0,-1 0 0 0 0,0-1 0 0 0,0 0 0 0 0,-17 6 0 0 0,-10 3-591 0 0,-1-2 0 0 0,-58 13 0 0 0,52-21-4298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9:21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169 216 1232 0 0,'51'-23'4053'0'0,"-27"12"-2543"0"0,0 0-1 0 0,23-16 1 0 0,-26 12-87 0 0,-1-1 0 0 0,21-22 0 0 0,-36 33-815 0 0,-1 0-1 0 0,1-1 0 0 0,5-11 1 0 0,-6 11-411 0 0,-3 4 10 0 0,0 2-126 0 0,0-1 0 0 0,0 0 0 0 0,0 1 0 0 0,0-1 0 0 0,0 0 1 0 0,0 1-1 0 0,0-1 0 0 0,-1 0 0 0 0,1 0 0 0 0,0 0 0 0 0,0 1 0 0 0,-1-1 0 0 0,1 0 0 0 0,-1 0 0 0 0,1-2 1 0 0,4-2 625 0 0,-6 15-311 0 0,-1 0-188 0 0,-1 1 0 0 0,0-1 1 0 0,-1 0-1 0 0,0 0 0 0 0,-9 14 0 0 0,-30 44 187 0 0,40-63-352 0 0,-268 336 573 0 0,252-318-600 0 0,-1-2-33 0 0,9-9-24 0 0,0 1 0 0 0,1 0 0 0 0,-15 24 0 0 0,24-35 14 0 0,7-2 18 0 0,0-1-1 0 0,0 0 0 0 0,-1-1 0 0 0,1 1 1 0 0,-1-1-1 0 0,1 0 0 0 0,-1-1 0 0 0,0 1 1 0 0,0-1-1 0 0,0 0 0 0 0,0 0 0 0 0,7-7 1 0 0,10-9 11 0 0,25-27 1 0 0,-28 26-7 0 0,160-184-17 0 0,-54 57-27 0 0,-95 113 40 0 0,-15 16-7 0 0,0 0-1 0 0,1 1 0 0 0,1 1 0 0 0,1 1 0 0 0,30-22 0 0 0,-45 36 11 0 0,-1-1 0 0 0,1 1-1 0 0,0 0 1 0 0,-1 0 0 0 0,1 0 0 0 0,0 0-1 0 0,0 0 1 0 0,0 1 0 0 0,-1-1 0 0 0,1 1 0 0 0,0 0-1 0 0,0 0 1 0 0,0 0 0 0 0,0 0 0 0 0,0 0 0 0 0,-1 1-1 0 0,1-1 1 0 0,0 1 0 0 0,0 0 0 0 0,0 0-1 0 0,-1 0 1 0 0,1 0 0 0 0,-1 0 0 0 0,1 1 0 0 0,-1-1-1 0 0,1 1 1 0 0,-1 0 0 0 0,0-1 0 0 0,1 1 0 0 0,-1 0-1 0 0,0 0 1 0 0,-1 1 0 0 0,1-1 0 0 0,2 4-1 0 0,6 8-1 0 0,-2 0 0 0 0,0 1 0 0 0,0 0 0 0 0,8 27-1 0 0,-11-29 16 0 0,6 15-117 0 0,2 0 0 0 0,1-1 0 0 0,1 0 0 0 0,1-2 0 0 0,1 0 0 0 0,2 0 0 0 0,0-2 0 0 0,23 22 0 0 0,-22-27-1429 0 0,38 28 1 0 0,-35-31-1728 0 0,43 21 0 0 0,-14-14-4666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0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18 1536 0 0,'0'0'3556'0'0,"-5"-9"-2267"0"0,-2 1-3474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03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28 1244 0 0,'0'0'4749'0'0,"-7"-5"-3013"0"0,7-7-2736 0 0,4 2-1961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03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0 792 0 0,'8'5'1208'0'0,"3"2"376"0"0,2 2-596 0 0,-1-2-364 0 0,-3-2-424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04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1 496 0 0,'0'0'356'0'0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4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33 644 0 0,'-11'-8'3056'0'0,"-29"-14"-561"0"0,38 21-2393 0 0,-9-1-235 0 0,11 3 55 0 0,-1-1 1 0 0,1 1-1 0 0,0 0 1 0 0,0-1-1 0 0,0 1 1 0 0,0 0-1 0 0,0-1 1 0 0,0 1-1 0 0,0 0 1 0 0,0-1-1 0 0,0 1 1 0 0,0 0-1 0 0,0-1 1 0 0,0 1-1 0 0,1 0 1 0 0,-1-1-1 0 0,0 1 1 0 0,0 0-1 0 0,1-1 1 0 0,-1 1-1 0 0,0-1 1 0 0,1 1-1 0 0,-1-1 1 0 0,1 1-1 0 0,-1-1 1 0 0,1 1-1 0 0,-1-1 1 0 0,1 1-1 0 0,-1-1 1 0 0,1 1-1 0 0,-1-1 1 0 0,2 1-1 0 0,9 10-1124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2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99 1124 0 0,'-25'-17'4487'0'0,"0"0"-1"0"0,-39-39 0 0 0,63 55-4196 0 0,1 0-253 0 0,-1 1 1 0 0,1 0-1 0 0,0 0 0 0 0,0-1 0 0 0,0 1 0 0 0,0 0 0 0 0,0 0 0 0 0,0-1 0 0 0,0 1 1 0 0,0 0-1 0 0,1 0 0 0 0,-1-1 0 0 0,0 1 0 0 0,0 0 0 0 0,0 0 0 0 0,0-1 0 0 0,0 1 1 0 0,0 0-1 0 0,0 0 0 0 0,0 0 0 0 0,1-1 0 0 0,-1 1 0 0 0,0 0 0 0 0,0 0 0 0 0,0 0 0 0 0,1-1 1 0 0,-1 1-1 0 0,0 0 0 0 0,0 0 0 0 0,0 0 0 0 0,1 0 0 0 0,-1 0 0 0 0,0 0 0 0 0,0-1 1 0 0,1 1-1 0 0,-1 0 0 0 0,0 0 0 0 0,0 0 0 0 0,1 0 0 0 0,-1 0 0 0 0,0 0 0 0 0,0 0 0 0 0,1 0 1 0 0,-1 0-1 0 0,16 8 584 0 0,-11-4-541 0 0,0 0 0 0 0,-1 0 0 0 0,1 1 0 0 0,5 7 0 0 0,-5-5-39 0 0,-2 0-1 0 0,1 0 1 0 0,-1 0 0 0 0,0 0 0 0 0,0 0 0 0 0,-1 1-1 0 0,0-1 1 0 0,0 1 0 0 0,-1-1 0 0 0,0 1-1 0 0,0 0 1 0 0,-1 7 0 0 0,-1-4 8 0 0,0 0 0 0 0,-1 0 0 0 0,0-1-1 0 0,0 1 1 0 0,-1-1 0 0 0,-1 0 0 0 0,-8 17 0 0 0,-6 5 256 0 0,-2-1 0 0 0,-1-1 0 0 0,-51 55 0 0 0,58-68-76 0 0,1-2 119 0 0,18-17-69 0 0,27-26 29 0 0,-15 13-323 0 0,19-13 30 0 0,53-43-4 0 0,91-94 1 0 0,-165 149 3 0 0,-1-1 1 0 0,0-1-1 0 0,-2-1 0 0 0,18-33 1 0 0,-29 52-18 0 0,-1 0 0 0 0,0 0 0 0 0,0-1 0 0 0,1 1 0 0 0,-1 0 0 0 0,0-1 0 0 0,0 1 0 0 0,1 0 0 0 0,-1-1-1 0 0,0 1 1 0 0,0-1 0 0 0,0 1 0 0 0,0 0 0 0 0,0-1 0 0 0,1 1 0 0 0,-1 0 0 0 0,0-1 0 0 0,0 1 0 0 0,0-1 0 0 0,0 1 0 0 0,0 0 0 0 0,0-1 0 0 0,0 1 0 0 0,0-1 0 0 0,-1 1 0 0 0,1 0 0 0 0,0-1 0 0 0,0 1 0 0 0,0 0 0 0 0,0-1 0 0 0,0 1 0 0 0,-1-1 0 0 0,1 1-1 0 0,0 0 1 0 0,0 0 0 0 0,-1-1 0 0 0,1 1 0 0 0,0 0 0 0 0,0-1 0 0 0,-1 1 0 0 0,1 0 0 0 0,0 0 0 0 0,-1-1 0 0 0,1 1 0 0 0,0 0 0 0 0,-1 0 0 0 0,1 0 0 0 0,-1 0 0 0 0,1-1 0 0 0,0 1 0 0 0,-1 0 0 0 0,1 0 0 0 0,-1 0 0 0 0,-18 4-79 0 0,-2 10 80 0 0,1 1 1 0 0,0 1-1 0 0,1 1 1 0 0,0 0 0 0 0,2 2-1 0 0,-30 39 1 0 0,41-49 9 0 0,0-1 0 0 0,0 1 0 0 0,1 0 1 0 0,0 1-1 0 0,0-1 0 0 0,1 1 0 0 0,-3 12 0 0 0,6-19-11 0 0,0-1-1 0 0,1 1 0 0 0,0 0 0 0 0,-1 0 1 0 0,1 0-1 0 0,0 0 0 0 0,1-1 0 0 0,-1 1 1 0 0,0 0-1 0 0,1 0 0 0 0,-1 0 0 0 0,1-1 1 0 0,0 1-1 0 0,0 0 0 0 0,0-1 0 0 0,0 1 1 0 0,1-1-1 0 0,-1 1 0 0 0,1-1 0 0 0,-1 1 1 0 0,1-1-1 0 0,0 0 0 0 0,0 0 0 0 0,0 0 1 0 0,0 0-1 0 0,0 0 0 0 0,1-1 0 0 0,-1 1 1 0 0,0 0-1 0 0,1-1 0 0 0,2 2 0 0 0,12 4-554 0 0,0 1 0 0 0,1-2 0 0 0,0 0-1 0 0,31 5 1 0 0,77 4-9150 0 0,-98-14 3843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2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31 52 0 0,'0'-14'8113'0'0,"-6"-1"-4425"0"0,6 15-3616 0 0,0 0 0 0 0,0 0 1 0 0,-1 0-1 0 0,1 0 0 0 0,0-1 0 0 0,0 1 0 0 0,-1 0 0 0 0,1 0 0 0 0,0 0 1 0 0,0 0-1 0 0,-1 0 0 0 0,1 0 0 0 0,0 0 0 0 0,-1-1 0 0 0,1 1 0 0 0,0 0 0 0 0,-1 0 1 0 0,1 0-1 0 0,0 0 0 0 0,0 1 0 0 0,-1-1 0 0 0,1 0 0 0 0,0 0 0 0 0,-1 0 0 0 0,1 0 1 0 0,0 0-1 0 0,-1 0 0 0 0,1 0 0 0 0,-3 3 157 0 0,-1-1 1 0 0,1 1-1 0 0,0-1 0 0 0,0 1 1 0 0,-4 6-1 0 0,4-6-172 0 0,-2 3 31 0 0,0 0-1 0 0,0 1 1 0 0,0 0-1 0 0,1 0 1 0 0,0 0-1 0 0,0 0 1 0 0,1 0-1 0 0,0 1 1 0 0,0 0-1 0 0,1 0 1 0 0,0-1-1 0 0,0 1 1 0 0,0 15-1 0 0,2 0 64 0 0,1-1 0 0 0,0 1 0 0 0,8 33 0 0 0,-2-11 95 0 0,-6-41-164 0 0,-1 0 1 0 0,0 0-1 0 0,0-1 1 0 0,0 1 0 0 0,0 0-1 0 0,-1 0 1 0 0,1 0-1 0 0,-1 0 1 0 0,0-1-1 0 0,0 1 1 0 0,-1 0-1 0 0,1-1 1 0 0,-1 1-1 0 0,-1 3 1 0 0,-1-2-15 0 0,0 0 0 0 0,0 0-1 0 0,0 0 1 0 0,0-1 0 0 0,-1 1 0 0 0,0-1 0 0 0,-9 7 0 0 0,-3-2-30 0 0,1 0 0 0 0,-2 0 0 0 0,1-2 0 0 0,-32 10 0 0 0,28-11-583 0 0,0-1-1 0 0,-27 3 1 0 0,1-7-2609 0 0,4-8-3503 0 0,28 2 1084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28:5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1728 0 0,'12'-12'2968'0'0,"1"4"-739"0"0,-1 1-429 0 0,6-3-392 0 0,0 1-316 0 0,2 0-200 0 0,1 3-188 0 0,3 0-140 0 0,2 1-120 0 0,-1 2-144 0 0,1-1-332 0 0,2 3-480 0 0,-3-1-768 0 0,3 4-2568 0 0,-2-2-2205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1 284 0 0,'0'0'2180'0'0,"12"3"-128"0"0,-1 0-1304 0 0,-4 4-824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17 460 0 0,'0'0'5443'0'0,"2"-4"-7308"0"0,-2 4 1794 0 0,0 0 1 0 0,0-1-1 0 0,0 1 0 0 0,0 0 0 0 0,0 0 1 0 0,0-1-1 0 0,0 1 0 0 0,0 0 0 0 0,0-1 1 0 0,0 1-1 0 0,0 0 0 0 0,0 0 0 0 0,0-1 1 0 0,-1 1-1 0 0,-9-9-502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6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1296 0 0,'0'0'1060'0'0,"7"9"840"0"0,-4 0-399 0 0,-10-1-1946 0 0,-1-15-2463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17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532 222 188 0 0,'2'0'2066'0'0,"44"18"6422"0"0,-43-16-7230 0 0,1-1 418 0 0,-11-8-1657 0 0,-155-122 214 0 0,159 127-226 0 0,-16-14-10 0 0,18 9-3 0 0,13 4 9 0 0,149 7 18 0 0,115-3-18 0 0,-269-1 0 0 0,16-1-2 0 0,1-2 0 0 0,28-5 0 0 0,-46 6-1 0 0,0 1-1 0 0,-1-1 0 0 0,1 0 0 0 0,0 0 0 0 0,-1-1 0 0 0,1 0 0 0 0,-1 0 0 0 0,0 0 0 0 0,0 0 0 0 0,0-1 0 0 0,-1 0 0 0 0,1 0 1 0 0,7-9-1 0 0,-12 13 1 0 0,1-1 1 0 0,0 0-1 0 0,-1 0 1 0 0,1 0-1 0 0,-1 0 1 0 0,1 0-1 0 0,-1 0 1 0 0,1 0-1 0 0,-1 0 1 0 0,0-1-1 0 0,1 1 1 0 0,-1 0-1 0 0,0 0 1 0 0,0 0-1 0 0,0 0 1 0 0,0 0-1 0 0,0-1 1 0 0,0 0-1 0 0,-5 1 28 0 0,-3 11 7 0 0,-15 45 124 0 0,2 1 0 0 0,3 1 0 0 0,-14 70 0 0 0,11-43-85 0 0,-9 38 27 0 0,-41 147 90 0 0,65-247-88 0 0,-2 0 0 0 0,0-1 0 0 0,-1 0 0 0 0,-1 0 0 0 0,-19 29 0 0 0,25-44-37 0 0,-1 0 1 0 0,0 0-1 0 0,0 0 0 0 0,0-1 1 0 0,0 0-1 0 0,-1 0 0 0 0,0 0 1 0 0,0-1-1 0 0,0 0 0 0 0,-1 0 0 0 0,1 0 1 0 0,-1-1-1 0 0,0 0 0 0 0,0-1 1 0 0,0 1-1 0 0,0-1 0 0 0,0 0 1 0 0,-1-1-1 0 0,1 0 0 0 0,-14 0 1 0 0,3-1-27 0 0,-1-2 0 0 0,0-1 0 0 0,0 0 1 0 0,1-1-1 0 0,0-1 0 0 0,-21-8 0 0 0,-104-53 21 0 0,99 44-37 0 0,-15-8-15 0 0,14 7-8 0 0,-69-26 1 0 0,112 49-107 0 0,-1-1 0 0 0,0 0 0 0 0,0 1 0 0 0,0 0 0 0 0,1 0 0 0 0,-1 0 0 0 0,0 0 0 0 0,0 0 0 0 0,0 1 0 0 0,0-1 0 0 0,-2 2 0 0 0,3-2-752 0 0,3 2 464 0 0,0-1 40 0 0,0 0 0 0 0,0 0-1 0 0,0 0 1 0 0,0 0 0 0 0,0 0 0 0 0,1 0-1 0 0,-1 0 1 0 0,0 0 0 0 0,1-1 0 0 0,-1 1-1 0 0,0 0 1 0 0,1-1 0 0 0,-1 1 0 0 0,1-1-1 0 0,-1 1 1 0 0,1-1 0 0 0,-1 0 0 0 0,1 0-1 0 0,-1 0 1 0 0,1 0 0 0 0,2 0 0 0 0,16 1-4372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1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85 1532 0 0,'13'-20'2516'0'0,"-8"11"-1361"0"0,1 1 0 0 0,0-1 0 0 0,1 1 1 0 0,0 0-1 0 0,9-9 0 0 0,-15 17-1082 0 0,0-1 0 0 0,-1 1 0 0 0,1-1 0 0 0,0 1 0 0 0,-1-1 0 0 0,1 1 0 0 0,0 0 0 0 0,0-1 1 0 0,-1 1-1 0 0,1 0 0 0 0,0 0 0 0 0,0-1 0 0 0,0 1 0 0 0,-1 0 0 0 0,1 0 0 0 0,0 0 0 0 0,0 0 0 0 0,0 0 0 0 0,-1 0 0 0 0,1 0 0 0 0,0 0 0 0 0,0 0 0 0 0,0 1 0 0 0,-1-1 0 0 0,1 0 0 0 0,0 0 1 0 0,0 1-1 0 0,-1-1 0 0 0,1 1 0 0 0,0-1 0 0 0,0 0 0 0 0,-1 1 0 0 0,1-1 0 0 0,-1 1 0 0 0,1 0 0 0 0,0-1 0 0 0,-1 1 0 0 0,1-1 0 0 0,-1 1 0 0 0,1 0 0 0 0,-1-1 0 0 0,0 1 0 0 0,1 0 0 0 0,-1 0 1 0 0,0-1-1 0 0,1 1 0 0 0,-1 0 0 0 0,0 0 0 0 0,0 1 0 0 0,3 5 250 0 0,-2 0 0 0 0,1 0 1 0 0,-1 0-1 0 0,1 9 0 0 0,-1 3-4 0 0,-1 1 0 0 0,-1 0 1 0 0,-1-1-1 0 0,-1 1 0 0 0,-5 20 0 0 0,-33 96 287 0 0,30-103-474 0 0,-121 296 535 0 0,110-281-387 0 0,21-46-250 0 0,2-13-21 0 0,0 1 0 0 0,1 0 0 0 0,1-1 0 0 0,-1 1 0 0 0,1 0 0 0 0,1 1 0 0 0,0-1 0 0 0,7-13 0 0 0,47-71-33 0 0,-53 87 22 0 0,5-9-15 0 0,1 1 0 0 0,1 1-1 0 0,24-23 1 0 0,-31 31 6 0 0,2 1-1 0 0,-1 0 1 0 0,0 1 0 0 0,1-1-1 0 0,0 1 1 0 0,0 1 0 0 0,0-1-1 0 0,1 1 1 0 0,-1 0 0 0 0,1 1-1 0 0,8-2 1 0 0,-12 3 6 0 0,-1 1 1 0 0,0-1-1 0 0,0 1 1 0 0,1 0-1 0 0,-1 0 1 0 0,1 0 0 0 0,-1 1-1 0 0,0-1 1 0 0,0 1-1 0 0,1 0 1 0 0,-1 0-1 0 0,0 0 1 0 0,0 0-1 0 0,0 0 1 0 0,0 1-1 0 0,0-1 1 0 0,0 1-1 0 0,3 3 1 0 0,-2-2 2 0 0,-1 1 0 0 0,0-1 0 0 0,0 1 0 0 0,0 0 0 0 0,-1 0 0 0 0,1 0 0 0 0,-1 0 0 0 0,0 0 0 0 0,0 0 0 0 0,0 1 0 0 0,1 7 0 0 0,0 3 0 0 0,0-1 1 0 0,-2 1-1 0 0,1 0 1 0 0,-2 0-1 0 0,0-1 1 0 0,-1 1 0 0 0,-3 19-1 0 0,-3-5 5 0 0,4-18 12 0 0,1-1 1 0 0,0 0-1 0 0,0 0 0 0 0,1 1 1 0 0,1-1-1 0 0,-1 0 0 0 0,3 15 0 0 0,-2-23-10 0 0,1 0 0 0 0,0 0 0 0 0,-1 0 0 0 0,1 0 0 0 0,0 0-1 0 0,0 0 1 0 0,0 0 0 0 0,1 0 0 0 0,-1 0 0 0 0,0 0-1 0 0,1-1 1 0 0,-1 1 0 0 0,1-1 0 0 0,-1 1 0 0 0,1-1-1 0 0,0 1 1 0 0,0-1 0 0 0,2 1 0 0 0,0 0-2 0 0,0 0 1 0 0,0-1-1 0 0,0 1 0 0 0,1-1 1 0 0,-1 0-1 0 0,0 0 1 0 0,1-1-1 0 0,7 1 0 0 0,3-2-4 0 0,0 0 0 0 0,-1-1-1 0 0,1 0 1 0 0,19-7-1 0 0,-9 1-2 0 0,0-1 0 0 0,0-2-1 0 0,-1 0 1 0 0,0-1 0 0 0,-1-2-1 0 0,33-25 1 0 0,-13 4 3 0 0,-3-1-1 0 0,44-49 0 0 0,-77 78 5 0 0,0-1-1 0 0,-1 0 0 0 0,0 0 0 0 0,-1-1 0 0 0,0 1 1 0 0,8-18-1 0 0,-13 25-1 0 0,0 1 0 0 0,0-1 0 0 0,1 1 0 0 0,-1-1-1 0 0,0 1 1 0 0,0-1 0 0 0,0 1 0 0 0,0-1 0 0 0,1 1 0 0 0,-1-1 0 0 0,0 1 0 0 0,0-1 0 0 0,0 1 0 0 0,0-1 0 0 0,0 1 0 0 0,0-1-1 0 0,0 0 1 0 0,-1 1 0 0 0,1-1 0 0 0,0 1 0 0 0,0-1 0 0 0,0 1 0 0 0,0-1 0 0 0,-1 1 0 0 0,1-1 0 0 0,0 1 0 0 0,-1-1 0 0 0,1 1 0 0 0,0 0-1 0 0,-1-1 1 0 0,1 1 0 0 0,0-1 0 0 0,-1 1 0 0 0,1 0 0 0 0,-1-1 0 0 0,1 1 0 0 0,-1 0 0 0 0,1 0 0 0 0,-1-1 0 0 0,1 1 0 0 0,-1 0 0 0 0,1 0-1 0 0,-1 0 1 0 0,1-1 0 0 0,-1 1 0 0 0,1 0 0 0 0,-1 0 0 0 0,1 0 0 0 0,-2 0 0 0 0,-25 5 135 0 0,5 4 14 0 0,0 2 0 0 0,0 0 0 0 0,1 1 0 0 0,0 1 0 0 0,1 1 0 0 0,1 1 0 0 0,-35 35 0 0 0,51-47-126 0 0,0 0 1 0 0,0 1-1 0 0,0 0 1 0 0,0 0-1 0 0,1 0 1 0 0,-1 0-1 0 0,1 0 1 0 0,0 0-1 0 0,0 1 1 0 0,1-1-1 0 0,-1 1 1 0 0,1-1-1 0 0,0 1 1 0 0,-1 9-1 0 0,2-11-7 0 0,0 0-1 0 0,1 0 1 0 0,-1 0-1 0 0,1 0 0 0 0,0 0 1 0 0,0 0-1 0 0,0 0 1 0 0,0 0-1 0 0,0 0 1 0 0,1 0-1 0 0,-1-1 1 0 0,1 1-1 0 0,0 0 1 0 0,0-1-1 0 0,0 1 1 0 0,0-1-1 0 0,0 0 1 0 0,0 0-1 0 0,1 0 1 0 0,-1 0-1 0 0,1 0 1 0 0,-1 0-1 0 0,4 1 1 0 0,10 5 1 0 0,-1-1 1 0 0,2 0 0 0 0,-1-1-1 0 0,1-1 1 0 0,0 0 0 0 0,0-2 0 0 0,29 4-1 0 0,0-4-2047 0 0,77-4 0 0 0,-93-1-2003 0 0,32-7 0 0 0,-17-1-3564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19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362 220 180 0 0,'5'-6'13987'0'0,"4"10"-13290"0"0,-6-2-527 0 0,1 0-1 0 0,0 0 0 0 0,0-1 0 0 0,0 0 1 0 0,0 0-1 0 0,0 0 0 0 0,0 0 0 0 0,0 0 1 0 0,0-1-1 0 0,0 0 0 0 0,7 0 1 0 0,-7 0-137 0 0,11-2 89 0 0,1 0 0 0 0,-1 0 0 0 0,0-2 0 0 0,26-9 0 0 0,-38 12-113 0 0,1 0 1 0 0,-1-1-1 0 0,0 1 1 0 0,0-1 0 0 0,0 0-1 0 0,0 0 1 0 0,0 0 0 0 0,0-1-1 0 0,-1 1 1 0 0,1-1-1 0 0,-1 1 1 0 0,1-1 0 0 0,-1 0-1 0 0,0 0 1 0 0,0 0 0 0 0,0 0-1 0 0,-1 0 1 0 0,1 0-1 0 0,-1-1 1 0 0,0 1 0 0 0,1-1-1 0 0,-2 1 1 0 0,1-1 0 0 0,0 1-1 0 0,-1-1 1 0 0,1 1-1 0 0,-1-1 1 0 0,0-3 0 0 0,-1 1-1 0 0,1 1 1 0 0,-1 0 0 0 0,0 0 0 0 0,0 0-1 0 0,0 0 1 0 0,-1 0 0 0 0,0 0 0 0 0,0 0-1 0 0,0 0 1 0 0,0 0 0 0 0,-1 1-1 0 0,0-1 1 0 0,0 1 0 0 0,0 0 0 0 0,0 0-1 0 0,-1 0 1 0 0,0 0 0 0 0,1 1 0 0 0,-2 0-1 0 0,1-1 1 0 0,0 1 0 0 0,0 1 0 0 0,-1-1-1 0 0,0 1 1 0 0,-5-3 0 0 0,2 2 4 0 0,-1 1 0 0 0,1-1 1 0 0,-1 2-1 0 0,0-1 1 0 0,0 1-1 0 0,0 0 0 0 0,0 1 1 0 0,1 0-1 0 0,-1 0 0 0 0,0 1 1 0 0,0 1-1 0 0,0-1 1 0 0,0 1-1 0 0,-9 4 0 0 0,-13 6 34 0 0,1 1-1 0 0,1 1 0 0 0,0 1 0 0 0,-49 37 1 0 0,58-37-29 0 0,1 0 0 0 0,1 2 0 0 0,1 0 1 0 0,0 1-1 0 0,1 1 0 0 0,1 0 1 0 0,-15 26-1 0 0,26-39-9 0 0,1 0 1 0 0,0 0-1 0 0,1 0 1 0 0,-1 0-1 0 0,1 1 0 0 0,0-1 1 0 0,1 1-1 0 0,-1-1 1 0 0,1 1-1 0 0,1 0 0 0 0,-1-1 1 0 0,1 1-1 0 0,1 10 1 0 0,0-12-10 0 0,1 0-1 0 0,-1 0 1 0 0,1 0 0 0 0,-1-1 0 0 0,1 1 0 0 0,1-1 0 0 0,-1 0 0 0 0,1 1 0 0 0,-1-1 0 0 0,1 0 0 0 0,1 0 0 0 0,-1-1 0 0 0,0 1 0 0 0,1-1-1 0 0,0 1 1 0 0,0-1 0 0 0,0 0 0 0 0,0-1 0 0 0,5 4 0 0 0,8 2-454 0 0,1 0 0 0 0,0 0 0 0 0,0-2-1 0 0,0 0 1 0 0,1-1 0 0 0,25 3 0 0 0,-6-4-2267 0 0,-1-1-1 0 0,51-3 1 0 0,-24-4-2384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19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446 464 2504 0 0,'0'-1'241'0'0,"1"0"1"0"0,-1 0-1 0 0,0-1 0 0 0,0 1 0 0 0,0 0 1 0 0,0 0-1 0 0,0-1 0 0 0,0 1 0 0 0,-1 0 1 0 0,1 0-1 0 0,0 0 0 0 0,0-1 0 0 0,-1 1 1 0 0,1 0-1 0 0,-1 0 0 0 0,1 0 0 0 0,-1 0 1 0 0,0 0-1 0 0,1 0 0 0 0,-1 0 0 0 0,0 0 1 0 0,-1-1-1 0 0,1 1-40 0 0,-1 0-1 0 0,1 0 1 0 0,-1 1 0 0 0,1-1-1 0 0,-1 0 1 0 0,0 1 0 0 0,1-1-1 0 0,-1 1 1 0 0,0 0 0 0 0,1 0-1 0 0,-1-1 1 0 0,0 1 0 0 0,0 0-1 0 0,-2 1 1 0 0,-6 0 280 0 0,-1 0 1 0 0,0 1-1 0 0,1 0 1 0 0,0 1-1 0 0,-1 1 0 0 0,-9 4 1 0 0,-58 31 1250 0 0,51-25-1197 0 0,-11 7 253 0 0,-45 30 0 0 0,73-44-701 0 0,1 0 1 0 0,0 1-1 0 0,0 0 1 0 0,0 0 0 0 0,1 1-1 0 0,1 0 1 0 0,0 0-1 0 0,0 0 1 0 0,-10 21-1 0 0,15-28-77 0 0,1 0-1 0 0,0 1 1 0 0,0-1 0 0 0,0 1-1 0 0,0-1 1 0 0,1 1-1 0 0,-1 0 1 0 0,1-1 0 0 0,-1 1-1 0 0,1 0 1 0 0,0-1 0 0 0,0 1-1 0 0,0 0 1 0 0,0-1 0 0 0,1 1-1 0 0,-1 0 1 0 0,1-1-1 0 0,-1 1 1 0 0,1-1 0 0 0,0 1-1 0 0,0-1 1 0 0,0 1 0 0 0,1-1-1 0 0,-1 1 1 0 0,0-1-1 0 0,1 0 1 0 0,0 0 0 0 0,-1 0-1 0 0,1 0 1 0 0,0 0 0 0 0,0 0-1 0 0,0 0 1 0 0,0-1-1 0 0,0 1 1 0 0,1-1 0 0 0,-1 1-1 0 0,0-1 1 0 0,1 0 0 0 0,3 1-1 0 0,3 2-7 0 0,1-1-1 0 0,-1-1 0 0 0,1 0 1 0 0,-1 0-1 0 0,1-1 0 0 0,0 0 1 0 0,0 0-1 0 0,0-1 0 0 0,16-2 1 0 0,-14 0-94 0 0,0-1 0 0 0,-1 0 0 0 0,0 0 0 0 0,1-1 0 0 0,-1-1 0 0 0,-1 0 1 0 0,1 0-1 0 0,-1-1 0 0 0,14-10 0 0 0,-9 4-33 0 0,-1 0 1 0 0,0-1 0 0 0,-1-1-1 0 0,-1 0 1 0 0,15-21-1 0 0,-2-6-57 0 0,-1-1 0 0 0,-2-1-1 0 0,27-76 1 0 0,-33 76 101 0 0,20-90 0 0 0,-32 111 181 0 0,-1-1 1 0 0,-1 1-1 0 0,0-1 0 0 0,-2 0 1 0 0,-6-44-1 0 0,6 65-75 0 0,0 0 0 0 0,0 1 0 0 0,-1-1 0 0 0,1 1 0 0 0,-1-1-1 0 0,1 0 1 0 0,-1 1 0 0 0,0-1 0 0 0,0 1 0 0 0,1-1 0 0 0,-1 1 0 0 0,0 0 0 0 0,0-1 0 0 0,-1 1 0 0 0,1 0 0 0 0,0 0-1 0 0,0 0 1 0 0,-1-1 0 0 0,-2 0 0 0 0,3 1 2 0 0,0 1-1 0 0,0 0 1 0 0,-1-1 0 0 0,1 1-1 0 0,0 0 1 0 0,0 0 0 0 0,-1 0-1 0 0,1 0 1 0 0,0 0 0 0 0,-1 0-1 0 0,1 1 1 0 0,0-1-1 0 0,0 0 1 0 0,-1 0 0 0 0,1 1-1 0 0,0-1 1 0 0,0 1 0 0 0,0-1-1 0 0,0 1 1 0 0,-1 0 0 0 0,1 0-1 0 0,0-1 1 0 0,0 1 0 0 0,0 0-1 0 0,0 0 1 0 0,1 0-1 0 0,-2 1 1 0 0,-7 7 104 0 0,1 1 1 0 0,1 0-1 0 0,0 1 1 0 0,0-1-1 0 0,-6 16 1 0 0,-24 60 234 0 0,34-79-335 0 0,-16 46 193 0 0,-25 107 1 0 0,37-124-186 0 0,2-1 0 0 0,1 1 1 0 0,2 1-1 0 0,3 40 0 0 0,1-60-469 0 0,0 0-1 0 0,1 0 1 0 0,1 0 0 0 0,10 29 0 0 0,-10-36-596 0 0,0 0 1 0 0,1 0 0 0 0,1-1 0 0 0,-1 0-1 0 0,1 0 1 0 0,1 0 0 0 0,-1-1-1 0 0,15 13 1 0 0,3-1-5862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2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852 161 3244 0 0,'1'-6'724'0'0,"1"0"0"0"0,-1-1-1 0 0,-1 1 1 0 0,1 0 0 0 0,-1 0 0 0 0,0-1-1 0 0,0 1 1 0 0,-1 0 0 0 0,-1-7-1 0 0,1 11-567 0 0,1 0 0 0 0,-1 0 0 0 0,0 0 0 0 0,0 0 0 0 0,0 0 0 0 0,0 0 0 0 0,0 1-1 0 0,0-1 1 0 0,-1 0 0 0 0,1 1 0 0 0,-1-1 0 0 0,1 1 0 0 0,-1-1 0 0 0,1 1 0 0 0,-1 0 0 0 0,0 0 0 0 0,0 0-1 0 0,1 0 1 0 0,-1 0 0 0 0,0 0 0 0 0,0 0 0 0 0,0 0 0 0 0,0 1 0 0 0,0-1 0 0 0,0 1 0 0 0,0 0-1 0 0,-1-1 1 0 0,1 1 0 0 0,0 0 0 0 0,-3 1 0 0 0,-7-1 186 0 0,0 2-1 0 0,1 0 1 0 0,-1 0 0 0 0,1 1 0 0 0,0 1-1 0 0,-1-1 1 0 0,1 2 0 0 0,1 0-1 0 0,-18 10 1 0 0,6-1-60 0 0,0 0 0 0 0,2 2 0 0 0,-26 23-1 0 0,37-30-219 0 0,0 1 0 0 0,1-1-1 0 0,-1 1 1 0 0,2 1-1 0 0,0-1 1 0 0,0 1-1 0 0,-6 13 1 0 0,12-21-52 0 0,-1 0 1 0 0,1 1-1 0 0,0-1 0 0 0,0 0 1 0 0,0 0-1 0 0,1 1 1 0 0,-1-1-1 0 0,1 1 1 0 0,-1-1-1 0 0,1 0 0 0 0,0 1 1 0 0,1-1-1 0 0,-1 1 1 0 0,0-1-1 0 0,1 0 1 0 0,0 1-1 0 0,0-1 1 0 0,0 0-1 0 0,0 0 0 0 0,0 1 1 0 0,1-1-1 0 0,0 0 1 0 0,-1 0-1 0 0,1-1 1 0 0,0 1-1 0 0,0 0 0 0 0,1 0 1 0 0,-1-1-1 0 0,0 0 1 0 0,1 1-1 0 0,4 2 1 0 0,-4-2-7 0 0,1-1-1 0 0,0 1 1 0 0,0-1 0 0 0,0 0 0 0 0,0 0 0 0 0,1 0 0 0 0,-1 0 0 0 0,0-1 0 0 0,1 0 0 0 0,-1 0 0 0 0,1 0 0 0 0,-1 0 0 0 0,1-1 0 0 0,-1 0 0 0 0,1 0 0 0 0,0 0 0 0 0,-1 0 0 0 0,1-1 0 0 0,-1 0 0 0 0,1 0-1 0 0,-1 0 1 0 0,1 0 0 0 0,-1-1 0 0 0,8-3 0 0 0,-2-1 5 0 0,-1 0 1 0 0,0-1-1 0 0,0 0 0 0 0,0 0 0 0 0,-1-1 0 0 0,0 0 1 0 0,0 0-1 0 0,12-19 0 0 0,7-16-6 0 0,-17 26-4 0 0,1 1 0 0 0,13-16 0 0 0,-24 32-1 0 0,0-1 1 0 0,0 1-1 0 0,1 0 0 0 0,-1-1 1 0 0,0 1-1 0 0,0 0 1 0 0,1-1-1 0 0,-1 1 0 0 0,0 0 1 0 0,1 0-1 0 0,-1-1 0 0 0,0 1 1 0 0,1 0-1 0 0,-1 0 1 0 0,0 0-1 0 0,1-1 0 0 0,-1 1 1 0 0,0 0-1 0 0,1 0 0 0 0,-1 0 1 0 0,0 0-1 0 0,1 0 1 0 0,-1 0-1 0 0,1 0 0 0 0,-1 0 1 0 0,0 0-1 0 0,1 0 0 0 0,-1 0 1 0 0,1 0-1 0 0,0 0 1 0 0,4 11-16 0 0,-5 19 13 0 0,-72 265 593 0 0,30-142-28 0 0,16-45-175 0 0,-55 194 381 0 0,63-249-624 0 0,-2-1 1 0 0,-2-1-1 0 0,-45 75 1 0 0,57-109-24 0 0,-1-1 1 0 0,-1 0-1 0 0,0-1 1 0 0,-2-1-1 0 0,1 0 1 0 0,-1-1 0 0 0,-22 16-1 0 0,31-25-57 0 0,0-1 1 0 0,-1 1-1 0 0,0-1 0 0 0,0 0 0 0 0,1 0 0 0 0,-2-1 0 0 0,1 0 0 0 0,0 0 0 0 0,0 0 1 0 0,-1-1-1 0 0,1 0 0 0 0,-1 0 0 0 0,1-1 0 0 0,-1 1 0 0 0,1-1 0 0 0,-1-1 1 0 0,1 0-1 0 0,-1 1 0 0 0,1-2 0 0 0,-1 1 0 0 0,1-1 0 0 0,0 0 0 0 0,0 0 0 0 0,0-1 1 0 0,-9-4-1 0 0,3-1-27 0 0,1-1 1 0 0,0 0 0 0 0,0 0 0 0 0,0-1-1 0 0,1-1 1 0 0,1 1 0 0 0,0-2-1 0 0,0 1 1 0 0,-13-25 0 0 0,12 17-40 0 0,1-1 1 0 0,1 1-1 0 0,1-1 1 0 0,0-1 0 0 0,2 1-1 0 0,-4-26 1 0 0,7 35-8 0 0,1 0 1 0 0,1 0 0 0 0,0 0-1 0 0,0 0 1 0 0,1 0-1 0 0,1 0 1 0 0,0 0 0 0 0,0 0-1 0 0,1 0 1 0 0,0 0-1 0 0,9-17 1 0 0,-5 14 0 0 0,2-1 0 0 0,-1 2 1 0 0,2-1-1 0 0,0 1 0 0 0,1 1 0 0 0,0 0 0 0 0,15-13 0 0 0,12-5-2 0 0,2 2 0 0 0,1 1 0 0 0,1 2 0 0 0,59-25-1 0 0,186-77-20 0 0,35-16-470 0 0,-235 99 90 0 0,130-88 1 0 0,-173 101 193 0 0,50-48-1 0 0,-76 61 156 0 0,0 0 0 0 0,-1-2 0 0 0,-1 1 0 0 0,25-42 0 0 0,-38 57 54 0 0,-1 0 1 0 0,0-1-1 0 0,-1 1 0 0 0,1 0 1 0 0,-1-1-1 0 0,0 1 1 0 0,0-1-1 0 0,0 1 0 0 0,0-1 1 0 0,-1 1-1 0 0,0-1 1 0 0,0 0-1 0 0,0 1 0 0 0,-2-7 1 0 0,2 9 4 0 0,-1 0-1 0 0,0 0 1 0 0,1 0 0 0 0,-1 1 0 0 0,0-1 0 0 0,0 0 0 0 0,0 0 0 0 0,0 1 0 0 0,-1-1 0 0 0,1 1-1 0 0,0-1 1 0 0,-1 1 0 0 0,1-1 0 0 0,-1 1 0 0 0,1 0 0 0 0,-1 0 0 0 0,0 0 0 0 0,1 0-1 0 0,-1 0 1 0 0,0 0 0 0 0,0 0 0 0 0,0 0 0 0 0,0 1 0 0 0,0-1 0 0 0,0 1 0 0 0,1 0 0 0 0,-1-1-1 0 0,0 1 1 0 0,0 0 0 0 0,0 0 0 0 0,-1 0 0 0 0,2 0 0 0 0,-1 1 0 0 0,-4 0 0 0 0,-8 1 2 0 0,0 2 1 0 0,-1 0-1 0 0,2 0 1 0 0,-1 1 0 0 0,1 1-1 0 0,-1 0 1 0 0,2 1-1 0 0,-1 0 1 0 0,-19 16 0 0 0,8-4-11 0 0,0 2 1 0 0,1 0 0 0 0,-28 36-1 0 0,44-49 19 0 0,1 0-1 0 0,0 1 1 0 0,0-1-1 0 0,1 1 1 0 0,0 1-1 0 0,0-1 1 0 0,1 1-1 0 0,-5 18 1 0 0,8-23-1 0 0,0 0 0 0 0,1 0 1 0 0,-1 0-1 0 0,1 0 0 0 0,0 0 0 0 0,1 0 1 0 0,-1 0-1 0 0,1 1 0 0 0,0-1 0 0 0,0 0 1 0 0,0-1-1 0 0,1 1 0 0 0,0 0 1 0 0,0 0-1 0 0,0-1 0 0 0,0 1 0 0 0,1-1 1 0 0,0 1-1 0 0,6 6 0 0 0,0-1 13 0 0,1-1-1 0 0,0 0 1 0 0,1-1-1 0 0,0 0 0 0 0,1 0 1 0 0,-1-1-1 0 0,1 0 1 0 0,1-1-1 0 0,-1-1 1 0 0,1 0-1 0 0,0-1 1 0 0,14 3-1 0 0,-2-1-262 0 0,1-1 1 0 0,0-2-1 0 0,1 0 0 0 0,-1-2 0 0 0,37-3 0 0 0,-30-1-2016 0 0,62-15-1 0 0,-68 11-1779 0 0,28-12-1 0 0,-17 3-3860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21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413 415 1896 0 0,'-3'-5'607'0'0,"1"0"0"0"0,-1 1 0 0 0,0 0-1 0 0,0-1 1 0 0,-1 1 0 0 0,1 0 0 0 0,-1 1-1 0 0,0-1 1 0 0,0 1 0 0 0,0-1 0 0 0,0 1 0 0 0,-1 0-1 0 0,-7-3 1 0 0,8 4-380 0 0,-1 1 1 0 0,0 0-1 0 0,1 0 0 0 0,-1 0 1 0 0,0 1-1 0 0,0-1 0 0 0,1 1 0 0 0,-1 0 1 0 0,0 1-1 0 0,0-1 0 0 0,0 1 1 0 0,1 0-1 0 0,-1 0 0 0 0,0 1 1 0 0,-4 1-1 0 0,-8 4 122 0 0,0 1 0 0 0,1 0 0 0 0,1 1 0 0 0,-1 1 0 0 0,2 0 0 0 0,-1 1 0 0 0,-16 17 0 0 0,13-11-120 0 0,1 2 1 0 0,1 0-1 0 0,0 1 0 0 0,-21 37 0 0 0,32-49-186 0 0,1-1-1 0 0,1 1 1 0 0,-1 0-1 0 0,1 1 0 0 0,1-1 1 0 0,0 0-1 0 0,0 1 1 0 0,0 0-1 0 0,1-1 0 0 0,0 15 1 0 0,1-19-32 0 0,1 1-1 0 0,-1 0 1 0 0,1 0 0 0 0,0-1 0 0 0,0 1 0 0 0,1 0 0 0 0,0-1 0 0 0,-1 1 0 0 0,2-1-1 0 0,-1 0 1 0 0,0 1 0 0 0,1-1 0 0 0,0 0 0 0 0,0-1 0 0 0,0 1 0 0 0,0 0 0 0 0,0-1-1 0 0,1 0 1 0 0,0 0 0 0 0,6 4 0 0 0,1 0 3 0 0,1-1-1 0 0,0 0 0 0 0,0-1 1 0 0,0-1-1 0 0,1 0 1 0 0,0 0-1 0 0,0-1 1 0 0,0-1-1 0 0,0 0 1 0 0,0-1-1 0 0,0-1 1 0 0,17 0-1 0 0,-4-2 3 0 0,-1-1-1 0 0,1-1 1 0 0,-1-1 0 0 0,0-2-1 0 0,32-12 1 0 0,-36 11-8 0 0,-1-2 0 0 0,-1 0 0 0 0,0-1 0 0 0,-1-1 1 0 0,0-1-1 0 0,0 0 0 0 0,-1-2 0 0 0,-1 0 0 0 0,-1 0 1 0 0,0-2-1 0 0,-1 0 0 0 0,-1 0 0 0 0,0-1 0 0 0,-2-1 0 0 0,0 0 1 0 0,-1-1-1 0 0,-1 0 0 0 0,0 0 0 0 0,-2-1 0 0 0,-1 0 1 0 0,0 0-1 0 0,-1-1 0 0 0,-2 1 0 0 0,0-1 0 0 0,-1-42 0 0 0,-2 57-5 0 0,0-1-1 0 0,-1 0 0 0 0,-1 1 0 0 0,1-1 0 0 0,-1 0 0 0 0,-5-13 1 0 0,6 19-3 0 0,0 0 0 0 0,0 0 0 0 0,0 0 0 0 0,0 0 0 0 0,-1 0 0 0 0,1 0-1 0 0,0 0 1 0 0,-1 1 0 0 0,0-1 0 0 0,1 0 0 0 0,-1 1 0 0 0,0 0 0 0 0,0-1 0 0 0,1 1 0 0 0,-1 0 0 0 0,0 0 0 0 0,0 0 0 0 0,0 0 0 0 0,-1 0 0 0 0,1 0 0 0 0,0 1 0 0 0,0-1 0 0 0,0 1 0 0 0,-1 0 0 0 0,1-1 0 0 0,0 1 0 0 0,0 0 0 0 0,-3 0 0 0 0,-4 2-5 0 0,1 0 0 0 0,-1 0-1 0 0,1 0 1 0 0,0 1 0 0 0,0 0 0 0 0,0 1 0 0 0,0 0-1 0 0,0 0 1 0 0,1 1 0 0 0,-12 9 0 0 0,-2 3-9 0 0,1 1 0 0 0,-20 24 0 0 0,29-30 13 0 0,2 0 0 0 0,-1 0 1 0 0,1 1-1 0 0,1 0 0 0 0,1 1 1 0 0,0 0-1 0 0,-7 19 0 0 0,12-27 4 0 0,0-1-1 0 0,1 1 1 0 0,0-1-1 0 0,0 1 1 0 0,1-1-1 0 0,0 1 1 0 0,0-1 0 0 0,0 1-1 0 0,0 0 1 0 0,2 7-1 0 0,-1-9 1 0 0,1 0 0 0 0,-1-1 1 0 0,1 1-1 0 0,0 0 0 0 0,0 0 0 0 0,0-1 0 0 0,0 0 0 0 0,0 1 0 0 0,1-1 1 0 0,-1 0-1 0 0,1 0 0 0 0,0 0 0 0 0,0 0 0 0 0,0-1 0 0 0,7 5 0 0 0,0-1 2 0 0,1-1 0 0 0,0 0-1 0 0,0-1 1 0 0,1 0-1 0 0,-1 0 1 0 0,1-1 0 0 0,0-1-1 0 0,0 0 1 0 0,0-1-1 0 0,0 0 1 0 0,0 0 0 0 0,23-3-1 0 0,-3-2-9 0 0,0-1 0 0 0,-1-2-1 0 0,52-17 1 0 0,-54 13 6 0 0,1-1-1 0 0,-2-2 1 0 0,0-1-1 0 0,-1-1 1 0 0,0-1-1 0 0,-2-2 1 0 0,0 0 0 0 0,-1-2-1 0 0,27-30 1 0 0,-5-2 12 0 0,-2-1-1 0 0,-3-3 1 0 0,36-67 0 0 0,-64 102-9 0 0,-7 11-14 0 0,0 1 0 0 0,0 0 0 0 0,1 0 0 0 0,8-9 0 0 0,-13 18 6 0 0,-2 1 3 0 0,1 0 0 0 0,-1 0 0 0 0,0 0-1 0 0,1 0 1 0 0,-1 1 0 0 0,1-1 0 0 0,-1 0 0 0 0,1 1 0 0 0,-1-1 0 0 0,0 0 0 0 0,1 1 0 0 0,-1-1 0 0 0,1 0 0 0 0,-1 1 0 0 0,0-1-1 0 0,0 0 1 0 0,1 1 0 0 0,-1-1 0 0 0,0 1 0 0 0,0-1 0 0 0,1 1 0 0 0,-1-1 0 0 0,0 1 0 0 0,0-1 0 0 0,0 1 0 0 0,0-1 0 0 0,0 1-1 0 0,0-1 1 0 0,0 1 0 0 0,0-1 0 0 0,0 1 0 0 0,0-1 0 0 0,0 2 0 0 0,-1 20-29 0 0,0-19 24 0 0,-7 46 8 0 0,-2 0 1 0 0,-32 92-1 0 0,-53 92 262 0 0,56-141-102 0 0,-20 50 52 0 0,-208 464 287 0 0,252-574-453 0 0,-60 108-20 0 0,66-126 54 0 0,0 0 0 0 0,-2 0 0 0 0,1-1-1 0 0,-2-1 1 0 0,0 0 0 0 0,0 0 0 0 0,-16 10-1 0 0,23-18-27 0 0,0-1-1 0 0,0 0 1 0 0,0 0 0 0 0,-1-1-1 0 0,1 1 1 0 0,-1-1-1 0 0,0 0 1 0 0,0-1 0 0 0,0 0-1 0 0,0 0 1 0 0,0 0-1 0 0,0 0 1 0 0,0-1 0 0 0,0 0-1 0 0,0 0 1 0 0,-6-2-1 0 0,7 1-21 0 0,0 0 0 0 0,1 0-1 0 0,-1-1 1 0 0,1 0 0 0 0,-1 0-1 0 0,1 0 1 0 0,0 0 0 0 0,0-1-1 0 0,0 0 1 0 0,0 0 0 0 0,0 0-1 0 0,1 0 1 0 0,-1 0 0 0 0,1-1-1 0 0,0 0 1 0 0,0 1 0 0 0,0-1-1 0 0,1 0 1 0 0,-1-1 0 0 0,-3-7-1 0 0,2-1-13 0 0,0 1 0 0 0,0-1 0 0 0,1 0-1 0 0,1-1 1 0 0,0 1 0 0 0,1 0 0 0 0,0 0-1 0 0,1-1 1 0 0,0 1 0 0 0,2-1 0 0 0,-1 1 0 0 0,1 0-1 0 0,7-21 1 0 0,-1 7 6 0 0,2-1 0 0 0,1 2 0 0 0,1-1 1 0 0,1 1-1 0 0,21-30 0 0 0,-15 30-33 0 0,0 1 0 0 0,2 0 0 0 0,1 2 0 0 0,0 0 0 0 0,37-27 0 0 0,-22 22 31 0 0,2 2 1 0 0,1 2 0 0 0,48-22-1 0 0,12 4-169 0 0,3 5 1 0 0,147-34-1 0 0,-62 30-1959 0 0,-92 22-1065 0 0,-2-2-4279 0 0,-60 12 34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22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35 640 0 0,'-5'-8'2238'0'0,"4"5"-1557"0"0,-1 1-1 0 0,1-1 1 0 0,-1 1-1 0 0,0 0 1 0 0,0-1-1 0 0,0 1 1 0 0,-3-3-1 0 0,4 4-554 0 0,-1 1 0 0 0,1-1 0 0 0,0 1 0 0 0,-1-1 0 0 0,1 1 0 0 0,-1 0 0 0 0,1-1 0 0 0,-1 1 0 0 0,1 0 0 0 0,0 0 0 0 0,-1 0 0 0 0,1 0 0 0 0,-1 0 0 0 0,1 0 0 0 0,-1 1 0 0 0,1-1 0 0 0,-1 0 0 0 0,0 1 0 0 0,-7 2 268 0 0,0 0 0 0 0,0 1 0 0 0,0 0 1 0 0,1 0-1 0 0,0 1 0 0 0,-11 7 0 0 0,-43 39 1232 0 0,61-50-1590 0 0,-36 32 981 0 0,-46 55 0 0 0,68-71-850 0 0,2 1 1 0 0,0 1 0 0 0,1 0-1 0 0,1 0 1 0 0,-14 32-1 0 0,23-46-148 0 0,1 0 0 0 0,-1 0 0 0 0,1 0 0 0 0,-1 1-1 0 0,2-1 1 0 0,-1 0 0 0 0,0 0 0 0 0,1 0 0 0 0,0 1 0 0 0,0-1-1 0 0,1 0 1 0 0,0 0 0 0 0,-1 1 0 0 0,4 7 0 0 0,-2-9-11 0 0,0 0-1 0 0,0 0 1 0 0,0-1 0 0 0,0 1 0 0 0,1-1 0 0 0,0 1-1 0 0,-1-1 1 0 0,1 0 0 0 0,1 0 0 0 0,-1 0 0 0 0,0-1-1 0 0,1 1 1 0 0,-1-1 0 0 0,1 1 0 0 0,0-1 0 0 0,0 0-1 0 0,-1-1 1 0 0,7 2 0 0 0,1 1-4 0 0,1-1 0 0 0,0-1-1 0 0,-1 0 1 0 0,1 0 0 0 0,0-2 0 0 0,0 1-1 0 0,0-2 1 0 0,0 1 0 0 0,0-2 0 0 0,0 1-1 0 0,12-4 1 0 0,-6 0-3 0 0,0-1 0 0 0,0 0 0 0 0,0-1 0 0 0,-1-1 0 0 0,0 0-1 0 0,20-15 1 0 0,-19 10 2 0 0,-1 0-1 0 0,-1-2 0 0 0,-1 0 0 0 0,0 0 0 0 0,-1-2 0 0 0,16-22 1 0 0,-2-5 737 0 0,32-66 1 0 0,-57 100-416 0 0,-10 11-50 0 0,-11 14 11 0 0,12-6-222 0 0,0 0-1 0 0,0 0 0 0 0,1 1 0 0 0,0 0 1 0 0,0 0-1 0 0,1 0 0 0 0,1 0 1 0 0,-1 0-1 0 0,2 1 0 0 0,-1-1 0 0 0,2 1 1 0 0,-1 0-1 0 0,2 0 0 0 0,0 18 1 0 0,0-21-235 0 0,1 0 0 0 0,0 0 0 0 0,1 0 0 0 0,0 0 0 0 0,0-1 1 0 0,1 1-1 0 0,0-1 0 0 0,0 1 0 0 0,1-1 0 0 0,0 0 0 0 0,0 0 1 0 0,1 0-1 0 0,0-1 0 0 0,0 0 0 0 0,0 0 0 0 0,1 0 0 0 0,0 0 1 0 0,0-1-1 0 0,0 0 0 0 0,10 6 0 0 0,-7-6-1171 0 0,0 0 0 0 0,0-1 0 0 0,0 1 0 0 0,1-2-1 0 0,0 0 1 0 0,11 3 0 0 0,8 1-5262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2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68 616 0 0,'1'-3'598'0'0,"0"1"1"0"0,-1-1-1 0 0,1 1 0 0 0,-1 0 0 0 0,0-1 0 0 0,1 1 1 0 0,-1-1-1 0 0,0 1 0 0 0,-1-1 0 0 0,1 1 1 0 0,0-1-1 0 0,-1 1 0 0 0,-1-5 0 0 0,2 6-487 0 0,-1 1 0 0 0,0-1-1 0 0,1 0 1 0 0,-1 0 0 0 0,0 0-1 0 0,0 1 1 0 0,1-1 0 0 0,-1 0-1 0 0,0 1 1 0 0,0-1-1 0 0,0 1 1 0 0,0-1 0 0 0,0 1-1 0 0,0-1 1 0 0,0 1 0 0 0,0 0-1 0 0,0-1 1 0 0,0 1 0 0 0,0 0-1 0 0,0 0 1 0 0,0 0 0 0 0,0 0-1 0 0,0 0 1 0 0,0 0-1 0 0,0 0 1 0 0,0 0 0 0 0,0 0-1 0 0,0 0 1 0 0,0 1 0 0 0,0-1-1 0 0,0 0 1 0 0,0 1 0 0 0,0-1-1 0 0,0 1 1 0 0,-1 0 0 0 0,-16 7 592 0 0,-1 0 1 0 0,2 2-1 0 0,-1 0 1 0 0,1 1-1 0 0,-29 26 1 0 0,-67 76 654 0 0,102-101-1279 0 0,1 0 0 0 0,0 1 0 0 0,1 0 0 0 0,0 1 0 0 0,1 0 0 0 0,1 0 0 0 0,1 1 0 0 0,-7 19 0 0 0,11-29-68 0 0,1 0 0 0 0,0 0 1 0 0,0 0-1 0 0,0 1 0 0 0,0-1 0 0 0,1 0 0 0 0,0 0 0 0 0,0 1 1 0 0,0-1-1 0 0,1 0 0 0 0,0 0 0 0 0,0 1 0 0 0,0-1 1 0 0,0 0-1 0 0,1 0 0 0 0,0 0 0 0 0,0 0 0 0 0,1-1 0 0 0,-1 1 1 0 0,1 0-1 0 0,0-1 0 0 0,0 0 0 0 0,0 0 0 0 0,1 0 0 0 0,-1 0 1 0 0,1 0-1 0 0,0-1 0 0 0,7 5 0 0 0,1-1-42 0 0,0 0 0 0 0,1-1 0 0 0,-1 0 0 0 0,1-1 1 0 0,0-1-1 0 0,1 0 0 0 0,-1-1 0 0 0,1 0 0 0 0,0-1 0 0 0,0 0 0 0 0,-1-1 0 0 0,1-1 0 0 0,0-1 0 0 0,26-3 0 0 0,-18 0-77 0 0,1 0-1 0 0,-1-2 0 0 0,-1 0 1 0 0,1-2-1 0 0,-1 0 0 0 0,0-1 0 0 0,-1-1 1 0 0,27-18-1 0 0,-24 10 46 0 0,0 0 0 0 0,-1-2 1 0 0,-1 0-1 0 0,0-1 0 0 0,-2-2 0 0 0,-1 0 0 0 0,0 0 1 0 0,-2-2-1 0 0,-1 0 0 0 0,20-46 0 0 0,-33 66 61 0 0,0 1-1 0 0,-1-1 1 0 0,0 1-1 0 0,0-1 1 0 0,0 0-1 0 0,0 0 1 0 0,-1-4-1 0 0,-17 10 73 0 0,12 1-47 0 0,0 1 0 0 0,1 0 0 0 0,-1-1 0 0 0,1 2 0 0 0,0-1 0 0 0,0 1 0 0 0,0-1-1 0 0,0 1 1 0 0,0 0 0 0 0,1 0 0 0 0,0 1 0 0 0,-4 5 0 0 0,2-2 13 0 0,-2 1-1 0 0,1 0 0 0 0,0 0 0 0 0,1 1 0 0 0,0 0 0 0 0,1 0 0 0 0,0 0 0 0 0,0 0 0 0 0,1 1 0 0 0,1 0-1 0 0,0-1 1 0 0,-2 21 0 0 0,4-26-26 0 0,0 0 0 0 0,0 1 1 0 0,1-1-1 0 0,-1 0 0 0 0,1 0 0 0 0,0 0 0 0 0,1 1 0 0 0,-1-1 0 0 0,1-1 0 0 0,0 1 0 0 0,0 0 0 0 0,1 0 0 0 0,0-1 0 0 0,-1 1 0 0 0,1-1 1 0 0,1 0-1 0 0,-1 0 0 0 0,1 0 0 0 0,-1 0 0 0 0,1-1 0 0 0,0 1 0 0 0,0-1 0 0 0,1 0 0 0 0,-1 0 0 0 0,1-1 0 0 0,6 4 0 0 0,-5-4-3 0 0,0 1 1 0 0,0-1-1 0 0,1 0 0 0 0,-1 0 0 0 0,1-1 0 0 0,0 0 0 0 0,-1 0 0 0 0,1-1 0 0 0,0 1 1 0 0,-1-1-1 0 0,1-1 0 0 0,0 0 0 0 0,0 1 0 0 0,-1-2 0 0 0,1 1 0 0 0,-1-1 0 0 0,1 0 1 0 0,-1-1-1 0 0,0 1 0 0 0,0-1 0 0 0,0 0 0 0 0,9-7 0 0 0,-7 4-1 0 0,0-1 1 0 0,-1 1-1 0 0,1-2 0 0 0,-1 1 0 0 0,-1-1 1 0 0,0 0-1 0 0,0 0 0 0 0,0-1 0 0 0,-1 0 1 0 0,0 0-1 0 0,-1 0 0 0 0,0 0 0 0 0,-1-1 0 0 0,4-12 1 0 0,-4 8-4 0 0,0 0 0 0 0,-2-1 0 0 0,1 0-1 0 0,-2 0 1 0 0,0 1 0 0 0,0-1 0 0 0,-2 0 0 0 0,0 1 0 0 0,-7-29 0 0 0,8 38-2 0 0,-1-1-1 0 0,0 1 1 0 0,0 0 0 0 0,0 0-1 0 0,-1 0 1 0 0,0 0 0 0 0,0 0-1 0 0,0 1 1 0 0,0-1 0 0 0,-1 1-1 0 0,0 0 1 0 0,1 0-1 0 0,-2 0 1 0 0,1 0 0 0 0,0 1-1 0 0,-1 0 1 0 0,1 0 0 0 0,-1 0-1 0 0,0 0 1 0 0,0 1 0 0 0,0 0-1 0 0,-1 0 1 0 0,1 0 0 0 0,0 0-1 0 0,-1 1 1 0 0,1 0-1 0 0,-1 0 1 0 0,1 1 0 0 0,-7 0-1 0 0,-1 0-5 0 0,-1 1-1 0 0,1 1 0 0 0,0 0 1 0 0,0 1-1 0 0,-19 6 0 0 0,27-7 9 0 0,-1 0-1 0 0,1 0 0 0 0,0 0 0 0 0,0 1 1 0 0,0-1-1 0 0,0 1 0 0 0,0 1 0 0 0,0-1 1 0 0,1 1-1 0 0,0 0 0 0 0,-1 0 0 0 0,2 0 1 0 0,-1 0-1 0 0,-6 9 0 0 0,9-9 10 0 0,1-3-11 0 0,0 0 0 0 0,0-1 1 0 0,0 1-1 0 0,0-1 0 0 0,0 1 0 0 0,0-1 1 0 0,0 1-1 0 0,0-1 0 0 0,0 1 1 0 0,0 0-1 0 0,0-1 0 0 0,0 1 1 0 0,0-1-1 0 0,0 1 0 0 0,0-1 0 0 0,1 1 1 0 0,-1-1-1 0 0,0 1 0 0 0,0-1 1 0 0,1 1-1 0 0,-1-1 0 0 0,0 1 0 0 0,1-1 1 0 0,-1 1-1 0 0,0-1 0 0 0,1 0 1 0 0,-1 1-1 0 0,1-1 0 0 0,-1 0 1 0 0,1 1-1 0 0,-1-1 0 0 0,1 0 0 0 0,-1 0 1 0 0,1 1-1 0 0,-1-1 0 0 0,1 0 1 0 0,-1 0-1 0 0,1 0 0 0 0,-1 0 1 0 0,1 1-1 0 0,-1-1 0 0 0,2 0 0 0 0,3 1 2 0 0,0 1-1 0 0,-1-1 1 0 0,1 0 0 0 0,0 0-1 0 0,0 0 1 0 0,0-1-1 0 0,0 0 1 0 0,0 0-1 0 0,9-1 1 0 0,43-10 4 0 0,-46 8-4 0 0,103-32-6 0 0,-85 24-14 0 0,0 2 0 0 0,1 0 0 0 0,1 2 0 0 0,44-4 0 0 0,-70 11 15 0 0,0 0-1 0 0,0 0 0 0 0,0 0 1 0 0,-1 0-1 0 0,1 1 0 0 0,0 0 1 0 0,0 0-1 0 0,-1 1 0 0 0,1-1 1 0 0,-1 1-1 0 0,1 0 0 0 0,-1 0 1 0 0,0 0-1 0 0,0 1 0 0 0,0-1 1 0 0,6 6-1 0 0,-4-2 2 0 0,-2-1-1 0 0,1 1 1 0 0,-1-1 0 0 0,0 1-1 0 0,0 0 1 0 0,-1 1 0 0 0,1-1-1 0 0,-1 1 1 0 0,-1-1 0 0 0,3 9-1 0 0,1 12 8 0 0,-1 1 1 0 0,-1 0-1 0 0,-1 0 0 0 0,-2 44 0 0 0,-3 40 130 0 0,2-111-133 0 0,0-1 0 0 0,0 0-1 0 0,0 1 1 0 0,0-1 0 0 0,0 0-1 0 0,0 1 1 0 0,0-1 0 0 0,0 0 0 0 0,0 1-1 0 0,0-1 1 0 0,1 0 0 0 0,-1 1 0 0 0,0-1-1 0 0,0 0 1 0 0,0 0 0 0 0,0 1-1 0 0,0-1 1 0 0,1 0 0 0 0,-1 0 0 0 0,0 1-1 0 0,0-1 1 0 0,1 0 0 0 0,-1 0 0 0 0,0 1-1 0 0,0-1 1 0 0,1 0 0 0 0,-1 0-1 0 0,0 0 1 0 0,0 0 0 0 0,1 0 0 0 0,-1 1-1 0 0,0-1 1 0 0,1 0 0 0 0,-1 0 0 0 0,0 0-1 0 0,1 0 1 0 0,-1 0 0 0 0,0 0 0 0 0,0 0-1 0 0,1 0 1 0 0,-1 0 0 0 0,0 0-1 0 0,1 0 1 0 0,10-3 6 0 0,-4-3-7 0 0,0 1 0 0 0,0-1 0 0 0,-1 0 1 0 0,0 0-1 0 0,0-1 0 0 0,0 0 0 0 0,-1 0 0 0 0,6-10 0 0 0,-4 7-6 0 0,22-32-4 0 0,69-93 0 0 0,-78 111-13 0 0,0 1 0 0 0,2 0 0 0 0,32-25 0 0 0,-51 46 15 0 0,0-1 0 0 0,0 1 0 0 0,0 0 0 0 0,0 0 0 0 0,1 0 0 0 0,-1 1 0 0 0,1-1 0 0 0,-1 1 0 0 0,1-1 0 0 0,0 1 0 0 0,-1 1-1 0 0,1-1 1 0 0,7 0 0 0 0,-9 1 17 0 0,0 0-1 0 0,0 1 1 0 0,0-1-1 0 0,0 1 1 0 0,0 0-1 0 0,0 0 1 0 0,0-1-1 0 0,0 1 1 0 0,0 1 0 0 0,0-1-1 0 0,-1 0 1 0 0,1 0-1 0 0,0 1 1 0 0,-1-1-1 0 0,1 0 1 0 0,-1 1-1 0 0,0 0 1 0 0,1-1-1 0 0,-1 1 1 0 0,0 0-1 0 0,0 0 1 0 0,0 0-1 0 0,0-1 1 0 0,0 1-1 0 0,-1 0 1 0 0,2 3-1 0 0,4 19 90 0 0,0-1-1 0 0,-2 1 1 0 0,-1 0-1 0 0,-1-1 0 0 0,0 2 1 0 0,-3 30-1 0 0,4 58 61 0 0,-3-107-136 0 0,0 0 0 0 0,1 0 0 0 0,0 0 0 0 0,0 0 0 0 0,1-1 0 0 0,0 1 0 0 0,0 0 0 0 0,0-1 0 0 0,6 11 0 0 0,-8-16-20 0 0,1 1 0 0 0,0-1-1 0 0,-1 1 1 0 0,1-1 0 0 0,0 1-1 0 0,-1-1 1 0 0,1 1-1 0 0,0-1 1 0 0,0 0 0 0 0,-1 1-1 0 0,1-1 1 0 0,0 0 0 0 0,0 0-1 0 0,0 0 1 0 0,-1 1-1 0 0,1-1 1 0 0,0 0 0 0 0,0 0-1 0 0,0 0 1 0 0,0 0 0 0 0,-1 0-1 0 0,1-1 1 0 0,0 1-1 0 0,0 0 1 0 0,0 0 0 0 0,-1-1-1 0 0,2 1 1 0 0,20-12 12 0 0,-9-1-9 0 0,0-1-1 0 0,-1 0 1 0 0,0 0 0 0 0,-1-1-1 0 0,-1-1 1 0 0,17-32-1 0 0,0 0-2 0 0,-8 18-18 0 0,33-42 1 0 0,-45 64 8 0 0,0 0 1 0 0,1 0-1 0 0,-1 1 1 0 0,1 0-1 0 0,1 0 1 0 0,-1 1-1 0 0,1 0 1 0 0,0 1-1 0 0,16-7 0 0 0,-21 10 6 0 0,0 1-1 0 0,1 0 1 0 0,-1 0-1 0 0,0 0 1 0 0,1 0-1 0 0,-1 1 0 0 0,0 0 1 0 0,1 0-1 0 0,-1 0 1 0 0,0 0-1 0 0,1 1 1 0 0,-1-1-1 0 0,0 1 0 0 0,1 0 1 0 0,6 3-1 0 0,-5-1 0 0 0,0 1 0 0 0,0-1 0 0 0,0 1 0 0 0,-1 0 0 0 0,1 0 0 0 0,-1 1-1 0 0,0 0 1 0 0,-1-1 0 0 0,6 8 0 0 0,4 9-2 0 0,-1 0 1 0 0,0 0-1 0 0,-2 1 0 0 0,12 31 1 0 0,-16-34 8 0 0,15 33 43 0 0,-20-47-43 0 0,0-1-1 0 0,1 0 1 0 0,0 1 0 0 0,-1-1-1 0 0,2 0 1 0 0,-1 0 0 0 0,7 6-1 0 0,-7-9 2 0 0,-1 1-1 0 0,1-1 1 0 0,-1 0-1 0 0,1 0 1 0 0,-1-1 0 0 0,1 1-1 0 0,0-1 1 0 0,-1 1-1 0 0,1-1 1 0 0,0 0-1 0 0,-1 0 1 0 0,1 0 0 0 0,0 0-1 0 0,-1 0 1 0 0,1-1-1 0 0,0 1 1 0 0,-1-1-1 0 0,1 0 1 0 0,-1 0 0 0 0,1 0-1 0 0,-1 0 1 0 0,1 0-1 0 0,-1 0 1 0 0,0-1-1 0 0,4-2 1 0 0,3-2 1 0 0,0 0-1 0 0,0-1 1 0 0,0-1-1 0 0,12-13 1 0 0,13-19-15 0 0,-13 14-14 0 0,2 0-1 0 0,1 1 0 0 0,1 1 0 0 0,49-36 1 0 0,-68 57 16 0 0,0-1 1 0 0,0 2-1 0 0,0-1 1 0 0,0 1-1 0 0,1-1 1 0 0,-1 2 0 0 0,1-1-1 0 0,-1 1 1 0 0,1 0-1 0 0,0 0 1 0 0,-1 1 0 0 0,10 0-1 0 0,5 2 9 0 0,1 2 1 0 0,32 8-1 0 0,-36-7 4 0 0,0-1-1 0 0,0 0 1 0 0,1-2 0 0 0,36 2 0 0 0,-45-5-4 0 0,-1 0 0 0 0,1 0 0 0 0,-1 0 1 0 0,0-1-1 0 0,16-6 0 0 0,-22 6-7 0 0,1 1 0 0 0,0-1 0 0 0,-1 0 0 0 0,0 0 0 0 0,1-1 0 0 0,-1 1 1 0 0,0-1-1 0 0,0 1 0 0 0,-1-1 0 0 0,1 0 0 0 0,-1 0 0 0 0,1 0 0 0 0,-1-1 0 0 0,0 1 0 0 0,0 0 0 0 0,0-1 0 0 0,2-6 0 0 0,-2 6-3 0 0,-1 1 0 0 0,0 0 0 0 0,0-1 0 0 0,0 1 0 0 0,-1 0 0 0 0,1-1-1 0 0,-1 1 1 0 0,0-1 0 0 0,0 1 0 0 0,0-1 0 0 0,0 1 0 0 0,0-1 0 0 0,-1 1 0 0 0,0-1 0 0 0,1 1 0 0 0,-1 0-1 0 0,-1-1 1 0 0,1 1 0 0 0,-3-6 0 0 0,3 9 5 0 0,0-1-1 0 0,1 0 1 0 0,-1 0-1 0 0,0 1 1 0 0,0-1 0 0 0,1 1-1 0 0,-1-1 1 0 0,0 0-1 0 0,0 1 1 0 0,0 0-1 0 0,0-1 1 0 0,0 1 0 0 0,0-1-1 0 0,0 1 1 0 0,0 0-1 0 0,0 0 1 0 0,0 0-1 0 0,0-1 1 0 0,0 1-1 0 0,0 0 1 0 0,0 0 0 0 0,0 1-1 0 0,-2-1 1 0 0,-22 8-10 0 0,12 0 20 0 0,0 0 0 0 0,0 1 0 0 0,1 0 1 0 0,0 1-1 0 0,1 0 0 0 0,0 1 0 0 0,-10 14 0 0 0,0 1 55 0 0,1 2-1 0 0,-19 34 0 0 0,31-48-38 0 0,1-1-1 0 0,0 1 1 0 0,2 1 0 0 0,-1-1-1 0 0,-4 23 1 0 0,9-33-27 0 0,0 0-1 0 0,0 0 1 0 0,1 0-1 0 0,0 0 1 0 0,0 0-1 0 0,0 0 1 0 0,0 0-1 0 0,0 0 1 0 0,1 0-1 0 0,0 0 1 0 0,0 0-1 0 0,0 0 1 0 0,0 0-1 0 0,1 0 1 0 0,-1 0-1 0 0,1-1 1 0 0,0 1-1 0 0,0 0 1 0 0,1-1-1 0 0,-1 0 1 0 0,1 0-1 0 0,-1 1 1 0 0,1-1 0 0 0,0-1-1 0 0,5 5 1 0 0,1-1-295 0 0,0-1 0 0 0,1 1 1 0 0,-1-1-1 0 0,2-1 1 0 0,-1 0-1 0 0,0 0 1 0 0,1-1-1 0 0,-1-1 1 0 0,1 1-1 0 0,15 0 1 0 0,-13-2-737 0 0,0-1 0 0 0,1 0 0 0 0,-1-1 0 0 0,0-1 0 0 0,0 0 0 0 0,1 0 0 0 0,-1-2 1 0 0,13-4-1 0 0,11-6-4314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24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112 181 2032 0 0,'26'-67'10638'0'0,"-24"131"-7421"0"0,0-42-2803 0 0,-1 0-1 0 0,-1 1 0 0 0,-2-1 0 0 0,0 0 0 0 0,-1 0 0 0 0,-1 0 0 0 0,-7 23 0 0 0,7-33-302 0 0,-1 0-1 0 0,0-1 0 0 0,-1 0 0 0 0,-7 11 0 0 0,9-17-74 0 0,1-1 0 0 0,-1 1-1 0 0,0-1 1 0 0,0 0 0 0 0,0 0 0 0 0,0-1-1 0 0,-1 1 1 0 0,0-1 0 0 0,0 0-1 0 0,1 0 1 0 0,-7 3 0 0 0,9-6-23 0 0,1 1 0 0 0,-1 0 0 0 0,1-1 0 0 0,-1 1 0 0 0,1-1 0 0 0,-1 1 0 0 0,1-1 0 0 0,-1 0 0 0 0,1 0 0 0 0,-1 0-1 0 0,1 0 1 0 0,-1 0 0 0 0,1 0 0 0 0,-1 0 0 0 0,-2 0 0 0 0,4-1-12 0 0,-1 1 0 0 0,1-1 0 0 0,0 0 0 0 0,-1 1 0 0 0,1-1 0 0 0,0 1-1 0 0,-1-1 1 0 0,1 0 0 0 0,0 1 0 0 0,0-1 0 0 0,0 1 0 0 0,-1-1 0 0 0,1 0 0 0 0,0 1 0 0 0,0-1-1 0 0,0 0 1 0 0,0 1 0 0 0,0-1 0 0 0,0 0 0 0 0,0 1 0 0 0,0-1 0 0 0,1 0 0 0 0,-1 1-1 0 0,0-1 1 0 0,0 0 0 0 0,0 1 0 0 0,1-1 0 0 0,-1 1 0 0 0,0-1 0 0 0,1 0 0 0 0,-1 1-1 0 0,1-1 1 0 0,0 0 0 0 0,8-13-2 0 0,0-1 1 0 0,2 2-1 0 0,0-1 0 0 0,0 1 1 0 0,1 1-1 0 0,1 0 0 0 0,16-12 0 0 0,-12 10 3 0 0,32-26-17 0 0,98-61-1 0 0,62-16-144 0 0,-140 79 119 0 0,36-10 107 0 0,-102 47 16 0 0,-25 17 461 0 0,-26 13 51 0 0,-122 79 802 0 0,137-85-1056 0 0,1 2-1 0 0,-54 55 1 0 0,80-74-296 0 0,0 1 0 0 0,1 0 1 0 0,0 0-1 0 0,0 0 0 0 0,0 0 1 0 0,1 1-1 0 0,0 0 0 0 0,-5 15 0 0 0,8-20-36 0 0,1 0-1 0 0,-1 0 0 0 0,1 0 0 0 0,-1 1 0 0 0,1-1 0 0 0,0 0 0 0 0,0 0 0 0 0,1 0 0 0 0,-1 0 0 0 0,0 1 0 0 0,1-1 0 0 0,0 0 0 0 0,0 0 0 0 0,0 0 0 0 0,0 0 1 0 0,0 0-1 0 0,1 0 0 0 0,-1-1 0 0 0,1 1 0 0 0,0 0 0 0 0,0-1 0 0 0,0 1 0 0 0,0-1 0 0 0,0 1 0 0 0,1-1 0 0 0,3 3 0 0 0,6 4-287 0 0,1-1 0 0 0,1 0 0 0 0,-1-1-1 0 0,1-1 1 0 0,0 0 0 0 0,1 0 0 0 0,0-2-1 0 0,15 4 1 0 0,48 6-3358 0 0,-2-6-3660 0 0,-27-3-1302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26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1 568 2576 0 0,'4'-12'2309'0'0,"2"1"-1"0"0,0-1 1 0 0,13-18 0 0 0,-10 19-2018 0 0,0 0 1 0 0,1 1 0 0 0,0 0 0 0 0,1 0 0 0 0,20-13 0 0 0,7-3-140 0 0,-7 5-50 0 0,-1-1-1 0 0,34-31 1 0 0,-55 44-103 0 0,-1 1 0 0 0,-1-1 0 0 0,1 0 0 0 0,-2-1 1 0 0,1 0-1 0 0,-1 0 0 0 0,-1 0 0 0 0,1-1 0 0 0,-2 1 0 0 0,0-1 0 0 0,4-17 0 0 0,-3 9-43 0 0,-2 0-1 0 0,0-1 1 0 0,-1 1-1 0 0,-1-1 1 0 0,-1 0 0 0 0,-3-23-1 0 0,4 43 38 0 0,-1 0 0 0 0,0-1-1 0 0,0 1 1 0 0,0-1 0 0 0,0 1-1 0 0,0-1 1 0 0,0 1 0 0 0,0 0-1 0 0,-1-1 1 0 0,1 1-1 0 0,0-1 1 0 0,0 1 0 0 0,0 0-1 0 0,0-1 1 0 0,0 1 0 0 0,-1-1-1 0 0,1 1 1 0 0,0 0 0 0 0,0-1-1 0 0,-1 1 1 0 0,1 0 0 0 0,0-1-1 0 0,0 1 1 0 0,-1 0 0 0 0,1 0-1 0 0,0-1 1 0 0,-1 1 0 0 0,1 0-1 0 0,-1 0 1 0 0,1-1 0 0 0,-8 11-39 0 0,-3 21 67 0 0,-68 298 218 0 0,29-112-246 0 0,30-133 56 0 0,-5 0 1 0 0,-3-2 0 0 0,-39 81 0 0 0,64-158-19 0 0,1 0 0 0 0,-1 0 1 0 0,0 0-1 0 0,-1-1 0 0 0,1 1 0 0 0,-7 5 1 0 0,8-9-1 0 0,0-2 17 0 0,0 0-46 0 0,0 0 0 0 0,0-1 0 0 0,1 1 1 0 0,-1-1-1 0 0,1 1 0 0 0,-1-1 0 0 0,1 0 0 0 0,0 1 0 0 0,-1-1 1 0 0,1 0-1 0 0,0 0 0 0 0,0 0 0 0 0,0 0 0 0 0,1 0 0 0 0,-1 0 1 0 0,0 0-1 0 0,1 0 0 0 0,-1 0 0 0 0,1 0 0 0 0,0-1 0 0 0,0 1 1 0 0,0 0-1 0 0,0-4 0 0 0,0-9 13 0 0,1-1 1 0 0,4-19-1 0 0,-3 22 6 0 0,2-10-8 0 0,1 0 0 0 0,0 0-1 0 0,2 1 1 0 0,1 0 0 0 0,10-21-1 0 0,-13 31-18 0 0,2 0 0 0 0,-1 1 0 0 0,2 0-1 0 0,-1 0 1 0 0,1 0 0 0 0,1 1 0 0 0,0 0-1 0 0,1 1 1 0 0,0 0 0 0 0,11-8 0 0 0,-16 13 2 0 0,0 1 0 0 0,-1 1 1 0 0,1-1-1 0 0,1 1 0 0 0,-1 0 0 0 0,0 0 1 0 0,1 0-1 0 0,-1 1 0 0 0,0-1 1 0 0,1 2-1 0 0,0-1 0 0 0,-1 0 0 0 0,1 1 1 0 0,-1 0-1 0 0,1 0 0 0 0,0 1 1 0 0,-1 0-1 0 0,1 0 0 0 0,-1 0 0 0 0,1 0 1 0 0,-1 1-1 0 0,0 0 0 0 0,8 4 1 0 0,-5-2-4 0 0,-1 1 1 0 0,0 0 0 0 0,0 1 0 0 0,0-1 0 0 0,0 2-1 0 0,-1-1 1 0 0,0 0 0 0 0,-1 1 0 0 0,1 0 0 0 0,-1 0-1 0 0,0 1 1 0 0,-1 0 0 0 0,0-1 0 0 0,4 12 0 0 0,2 10-5 0 0,8 40 0 0 0,5 17 163 0 0,-22-83-161 0 0,0 0 1 0 0,0-1 0 0 0,0 1-1 0 0,1-1 1 0 0,-1 0-1 0 0,1 1 1 0 0,-1-1 0 0 0,1 0-1 0 0,0 0 1 0 0,-1 0 0 0 0,1 0-1 0 0,0 0 1 0 0,0 0 0 0 0,1-1-1 0 0,-1 1 1 0 0,0-1 0 0 0,1 1-1 0 0,4 1 1 0 0,-3-2-90 0 0,0 0 1 0 0,0 0-1 0 0,0 0 0 0 0,0-1 1 0 0,0 0-1 0 0,0 0 0 0 0,1 0 1 0 0,-1 0-1 0 0,0 0 1 0 0,0-1-1 0 0,5-1 0 0 0,2-1-137 0 0,0-1 0 0 0,0 0 0 0 0,-1 0 0 0 0,0-1-1 0 0,0-1 1 0 0,0 0 0 0 0,-1 0 0 0 0,11-9 0 0 0,-5 1 86 0 0,-2 0 1 0 0,1 0 0 0 0,-2-2-1 0 0,0 1 1 0 0,-1-1-1 0 0,11-21 1 0 0,-8 9 317 0 0,-1-2-1 0 0,-1 1 1 0 0,8-33 0 0 0,-9 12 563 0 0,-8 30-347 0 0,-3 18-119 0 0,-2 8 74 0 0,-27 139 21 0 0,27-125-358 0 0,0 1 1 0 0,1-1-1 0 0,1 1 1 0 0,1-1-1 0 0,5 24 0 0 0,-5-39 8 0 0,0 0-1 0 0,0 0 1 0 0,0 0-1 0 0,1-1 1 0 0,0 1-1 0 0,0 0 1 0 0,0-1-1 0 0,1 0 1 0 0,-1 1-1 0 0,1-1 1 0 0,0 0-1 0 0,0-1 0 0 0,0 1 1 0 0,1 0-1 0 0,-1-1 1 0 0,1 0-1 0 0,0 0 1 0 0,0 0-1 0 0,0 0 1 0 0,1 0-1 0 0,-1-1 1 0 0,0 0-1 0 0,1 0 0 0 0,0 0 1 0 0,-1-1-1 0 0,1 1 1 0 0,0-1-1 0 0,0 0 1 0 0,0-1-1 0 0,0 1 1 0 0,9-1-1 0 0,-4 0-28 0 0,0-1 1 0 0,1 0-1 0 0,-1 0 1 0 0,0-1-1 0 0,0-1 0 0 0,0 0 1 0 0,0 0-1 0 0,-1-1 0 0 0,1 0 1 0 0,-1 0-1 0 0,0-1 0 0 0,0-1 1 0 0,0 0-1 0 0,12-10 0 0 0,-8 3-25 0 0,0-1 0 0 0,-1-1 0 0 0,0 0 0 0 0,-1 0-1 0 0,-1-1 1 0 0,-1 0 0 0 0,0-1 0 0 0,7-20 0 0 0,-3 2 75 0 0,-2-1 1 0 0,-1-1-1 0 0,5-38 1 0 0,-15 74-22 0 0,0 1 1 0 0,1-1-1 0 0,-1 1 1 0 0,0-1-1 0 0,0 1 1 0 0,0-1-1 0 0,0 1 0 0 0,0-1 1 0 0,0 0-1 0 0,0 1 1 0 0,0-1-1 0 0,0 1 1 0 0,0-1-1 0 0,0 1 1 0 0,0-1-1 0 0,0 1 1 0 0,0-1-1 0 0,-1 1 0 0 0,1-1 1 0 0,0 1-1 0 0,0-1 1 0 0,-1 1-1 0 0,1-1 1 0 0,-1 0-1 0 0,-9 5 105 0 0,-11 20 110 0 0,11 0-123 0 0,0 0 1 0 0,2 0 0 0 0,0 1-1 0 0,2 0 1 0 0,0 0-1 0 0,2 0 1 0 0,-1 43 0 0 0,4-59-86 0 0,1 1 1 0 0,1 0 0 0 0,0 0 0 0 0,0-1-1 0 0,1 1 1 0 0,0-1 0 0 0,0 1 0 0 0,1-1-1 0 0,6 13 1 0 0,-6-17-7 0 0,0 0 0 0 0,0 0 1 0 0,0-1-1 0 0,0 0 0 0 0,1 1 0 0 0,-1-1 0 0 0,1 0 0 0 0,0-1 1 0 0,0 1-1 0 0,1-1 0 0 0,-1 0 0 0 0,1 0 0 0 0,0 0 0 0 0,0-1 1 0 0,0 1-1 0 0,0-1 0 0 0,0 0 0 0 0,7 1 0 0 0,0 0 8 0 0,0-1-1 0 0,0 0 0 0 0,1-1 1 0 0,-1-1-1 0 0,0 0 0 0 0,1 0 0 0 0,-1-1 1 0 0,0-1-1 0 0,15-3 0 0 0,-10 0-2 0 0,1-1-1 0 0,-2 0 0 0 0,1-2 1 0 0,-1 1-1 0 0,27-19 1 0 0,-16 7-87 0 0,-1-1 1 0 0,-1-2 0 0 0,-1-1-1 0 0,-1 0 1 0 0,0-2 0 0 0,27-42-1 0 0,-27 33-78 0 0,-1-2-1 0 0,-2 0 1 0 0,28-75-1 0 0,-39 86 89 0 0,-1 1-1 0 0,-2-1 0 0 0,0-1 1 0 0,-2 1-1 0 0,-1-1 1 0 0,-1 0-1 0 0,-1-39 1 0 0,-1 62 60 0 0,-1 0 1 0 0,1-1 0 0 0,0 1-1 0 0,-1 0 1 0 0,0 0 0 0 0,0-1 0 0 0,0 1-1 0 0,0 0 1 0 0,0 0 0 0 0,-1 0 0 0 0,1 0-1 0 0,-1 0 1 0 0,0 0 0 0 0,0 1 0 0 0,0-1-1 0 0,0 0 1 0 0,-1 1 0 0 0,1 0-1 0 0,-5-5 1 0 0,0 8 76 0 0,0 2-11 0 0,-1 1 1 0 0,1 0-1 0 0,0 0 1 0 0,0 1-1 0 0,0 0 1 0 0,0 0-1 0 0,1 1 1 0 0,0 0-1 0 0,0 0 1 0 0,0 0-1 0 0,-5 9 0 0 0,-10 15 346 0 0,-21 40-1 0 0,40-68-395 0 0,-24 47 424 0 0,1 1 1 0 0,-18 55-1 0 0,32-73-301 0 0,2 0-1 0 0,0 1 0 0 0,3 0 1 0 0,-5 56-1 0 0,10-74-97 0 0,1 0 0 0 0,1-1 0 0 0,0 1 0 0 0,1-1 0 0 0,0 1 0 0 0,1-1 0 0 0,8 23 0 0 0,-8-31-30 0 0,-1 0 0 0 0,1 1 0 0 0,1-1 0 0 0,-1-1 0 0 0,1 1 0 0 0,0 0 0 0 0,1-1 0 0 0,-1 0 0 0 0,1 0 0 0 0,0 0 0 0 0,0 0 0 0 0,0-1 0 0 0,1 0 0 0 0,0 0 0 0 0,0 0 0 0 0,0-1 0 0 0,0 0 0 0 0,8 3 0 0 0,3-1-4 0 0,-1-1-1 0 0,1-1 0 0 0,0-1 1 0 0,-1 0-1 0 0,1-1 0 0 0,0 0 1 0 0,0-2-1 0 0,0 0 0 0 0,0-1 1 0 0,0 0-1 0 0,28-9 0 0 0,-11 0 0 0 0,0-1 1 0 0,-1-1-1 0 0,-1-2 0 0 0,49-31 0 0 0,-43 21-22 0 0,-2-1 1 0 0,0-3 0 0 0,-2-1-1 0 0,-2-1 1 0 0,56-68-1 0 0,-53 52-38 0 0,-2-2 0 0 0,-2-1-1 0 0,-3-1 1 0 0,26-61-1 0 0,-40 80 1 0 0,-2-1-1 0 0,0 0 0 0 0,-2 0 1 0 0,9-61-1 0 0,-19 92 47 0 0,0 0 0 0 0,1 0 0 0 0,-1 0 0 0 0,0 0 0 0 0,0 0-1 0 0,0 0 1 0 0,-1 0 0 0 0,1 0 0 0 0,0 0 0 0 0,-1 0 0 0 0,1 0 0 0 0,-1 1 0 0 0,0-1 0 0 0,0 0 0 0 0,0 0 0 0 0,0 0 0 0 0,0 1 0 0 0,0-1 0 0 0,-2-2 0 0 0,3 3 7 0 0,-1 1 0 0 0,1 0 1 0 0,0 0-1 0 0,0 0 0 0 0,0 0 1 0 0,0 0-1 0 0,0 0 1 0 0,-1 0-1 0 0,1 0 0 0 0,0 0 1 0 0,0-1-1 0 0,0 1 0 0 0,0 0 1 0 0,-1 0-1 0 0,1 0 1 0 0,0 0-1 0 0,0 0 0 0 0,0 0 1 0 0,0 0-1 0 0,-1 0 1 0 0,1 0-1 0 0,0 0 0 0 0,0 0 1 0 0,0 0-1 0 0,0 0 0 0 0,-1 0 1 0 0,1 1-1 0 0,0-1 1 0 0,0 0-1 0 0,0 0 0 0 0,0 0 1 0 0,0 0-1 0 0,-1 0 1 0 0,1 0-1 0 0,0 0 0 0 0,0 0 1 0 0,0 0-1 0 0,0 1 0 0 0,0-1 1 0 0,-12 7 8 0 0,0 0-1 0 0,1 1 1 0 0,1 1 0 0 0,-1 0 0 0 0,1 0-1 0 0,1 1 1 0 0,-17 21 0 0 0,-52 89 187 0 0,64-95-141 0 0,0 1 1 0 0,2 0 0 0 0,0 1 0 0 0,2 1 0 0 0,1 0 0 0 0,-7 38 0 0 0,14-53-96 0 0,1-1 0 0 0,0 1 0 0 0,1-1-1 0 0,0 1 1 0 0,1-1 0 0 0,0 1 0 0 0,5 17 0 0 0,-3-21-136 0 0,0 0 1 0 0,0 0-1 0 0,1-1 0 0 0,0 0 1 0 0,1 0-1 0 0,-1 0 0 0 0,2 0 1 0 0,-1-1-1 0 0,1 0 1 0 0,0 0-1 0 0,9 8 0 0 0,-2-3-1194 0 0,2-1-1 0 0,-1 0 1 0 0,1-1 0 0 0,29 14-1 0 0,0-4-4076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33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10 910 1516 0 0,'-9'23'7606'0'0,"20"-25"-7166"0"0,-2-1-281 0 0,0-1-1 0 0,0 0 1 0 0,0-1 0 0 0,0 0 0 0 0,-1 0 0 0 0,11-9 0 0 0,5-3-51 0 0,65-47 184 0 0,136-124 1 0 0,-136 107-199 0 0,104-70 0 0 0,-187 146-102 0 0,1 1 0 0 0,1-1 0 0 0,-1 1 0 0 0,1 1 0 0 0,-1-1 0 0 0,1 1 0 0 0,13-3 0 0 0,-18 6 4 0 0,0 0 1 0 0,0 0-1 0 0,0 0 1 0 0,-1 0-1 0 0,1 1 1 0 0,0-1-1 0 0,0 1 1 0 0,0 0-1 0 0,-1 0 0 0 0,1 0 1 0 0,-1 0-1 0 0,1 0 1 0 0,0 1-1 0 0,-1-1 1 0 0,0 1-1 0 0,1-1 1 0 0,-1 1-1 0 0,0 0 0 0 0,0 0 1 0 0,0 0-1 0 0,0 0 1 0 0,2 4-1 0 0,0-1 5 0 0,0 1-1 0 0,0 0 1 0 0,-1 0-1 0 0,0 0 1 0 0,0 1 0 0 0,0-1-1 0 0,2 12 1 0 0,-1-2 17 0 0,-2-7-7 0 0,1 1 0 0 0,-2-1 0 0 0,2 14 0 0 0,-3-21 73 0 0,-14-8-10 0 0,-17-26-42 0 0,-39-38-26 0 0,64 64-5 0 0,-1 1 1 0 0,0 0-1 0 0,-1 0 0 0 0,1 0 1 0 0,-1 1-1 0 0,0 0 1 0 0,0 1-1 0 0,-14-5 0 0 0,17 8-1 0 0,0-1 0 0 0,0 1 0 0 0,0 0-1 0 0,0 0 1 0 0,0 1 0 0 0,0-1 0 0 0,0 1 0 0 0,0 0-1 0 0,0 1 1 0 0,0-1 0 0 0,0 1 0 0 0,1 0-1 0 0,-1 0 1 0 0,0 0 0 0 0,1 1 0 0 0,0-1 0 0 0,0 1-1 0 0,-6 6 1 0 0,-4 2-28 0 0,1 1 1 0 0,1 1-1 0 0,-21 27 0 0 0,16-18 15 0 0,2 0-1 0 0,1 1 1 0 0,1 1 0 0 0,-14 34 0 0 0,23-50 16 0 0,1 1 1 0 0,0 1 0 0 0,1-1 0 0 0,-1 0 0 0 0,2 1-1 0 0,-1-1 1 0 0,2 1 0 0 0,-1-1 0 0 0,1 1 0 0 0,1 0 0 0 0,-1-1-1 0 0,2 1 1 0 0,-1-1 0 0 0,1 1 0 0 0,6 14 0 0 0,-6-19 2 0 0,0-1 0 0 0,0 0 0 0 0,0 0 0 0 0,1 0 0 0 0,0 0 0 0 0,0-1 0 0 0,0 1 0 0 0,0-1 0 0 0,0 1 1 0 0,1-1-1 0 0,0 0 0 0 0,-1-1 0 0 0,1 1 0 0 0,0-1 0 0 0,5 3 0 0 0,-2-2 6 0 0,0 0-1 0 0,1-1 1 0 0,-1 0-1 0 0,1 0 1 0 0,0-1 0 0 0,-1 0-1 0 0,1-1 1 0 0,11 1-1 0 0,1-3-6 0 0,0 0 0 0 0,0-1 0 0 0,0-1 0 0 0,-1-1 0 0 0,0-1 0 0 0,23-10 0 0 0,-17 4 9 0 0,-1-1-1 0 0,0-2 1 0 0,-1 0-1 0 0,-1-1 0 0 0,0-2 1 0 0,-1 0-1 0 0,-1-1 1 0 0,-1-1-1 0 0,-1-1 0 0 0,0 0 1 0 0,15-26-1 0 0,0-6 19 0 0,-2-1-1 0 0,-3-1 1 0 0,39-109 0 0 0,-25 20-139 0 0,-11 34-76 0 0,-72 231 411 0 0,4 17-226 0 0,8-40-9 0 0,-19 134 0 0 0,45-211 29 0 0,0 1 1 0 0,2-1-1 0 0,1 1 1 0 0,3 35-1 0 0,-3-52-14 0 0,1 0 1 0 0,0 0-1 0 0,0 0 1 0 0,1 0-1 0 0,-1-1 1 0 0,1 1-1 0 0,0 0 1 0 0,0-1-1 0 0,1 1 1 0 0,0-1-1 0 0,-1 1 1 0 0,1-1-1 0 0,0 0 1 0 0,1 0-1 0 0,-1-1 1 0 0,1 1-1 0 0,0-1 1 0 0,0 0-1 0 0,0 0 1 0 0,0 0-1 0 0,0 0 1 0 0,1-1-1 0 0,-1 1 0 0 0,1-1 1 0 0,7 2-1 0 0,-3-1 1 0 0,0-1 0 0 0,1 0 0 0 0,-1-1 0 0 0,0 0 0 0 0,1-1 0 0 0,-1 1 0 0 0,0-2 0 0 0,1 1 0 0 0,-1-1 0 0 0,0-1 0 0 0,0 0 0 0 0,0 0 0 0 0,11-4 0 0 0,-8 0-6 0 0,-1 1 0 0 0,1-1 0 0 0,-1-1 1 0 0,0 0-1 0 0,-1-1 0 0 0,1 0 1 0 0,-2 0-1 0 0,16-17 0 0 0,-7 3 19 0 0,-1-1 0 0 0,-1 0-1 0 0,-1-2 1 0 0,-1 0 0 0 0,-1 0-1 0 0,-1-1 1 0 0,-1-1 0 0 0,7-27-1 0 0,-16 47-16 0 0,0 0-6 0 0,0 1 0 0 0,0-1 0 0 0,0 0 0 0 0,-1 0 0 0 0,0 0 0 0 0,-1 0 0 0 0,1-9-1 0 0,-2 16 0 0 0,1-1 0 0 0,0 0 0 0 0,0 1-1 0 0,0-1 1 0 0,-1 1 0 0 0,1-1-1 0 0,0 1 1 0 0,0-1 0 0 0,-1 1-1 0 0,1-1 1 0 0,0 1 0 0 0,-1-1-1 0 0,1 1 1 0 0,-1 0 0 0 0,1-1-1 0 0,-1 1 1 0 0,1 0 0 0 0,-1-1-1 0 0,1 1 1 0 0,-1 0 0 0 0,1-1 0 0 0,-1 1-1 0 0,1 0 1 0 0,-1 0 0 0 0,1 0-1 0 0,-1-1 1 0 0,0 1 0 0 0,1 0-1 0 0,-1 0 1 0 0,1 0 0 0 0,-1 0-1 0 0,1 0 1 0 0,-1 0 0 0 0,0 0-1 0 0,1 0 1 0 0,-1 1 0 0 0,1-1-1 0 0,-1 0 1 0 0,1 0 0 0 0,-1 0 0 0 0,0 1-1 0 0,1-1 1 0 0,-1 0 0 0 0,1 0-1 0 0,-1 1 1 0 0,0 0 0 0 0,-24 15-70 0 0,24-15 60 0 0,-9 8-19 0 0,-1 0-1 0 0,2 2 1 0 0,0-1-1 0 0,0 1 1 0 0,-13 21-1 0 0,-29 64-15 0 0,46-86 54 0 0,0 1 0 0 0,1 0-1 0 0,1 0 1 0 0,0 0-1 0 0,0 0 1 0 0,1 1-1 0 0,0-1 1 0 0,1 1-1 0 0,1 0 1 0 0,0 14-1 0 0,1-21 1 0 0,0 1 0 0 0,0-1-1 0 0,0 1 1 0 0,0-1 0 0 0,1 0-1 0 0,0 1 1 0 0,1-1 0 0 0,-1 0-1 0 0,1 0 1 0 0,0-1-1 0 0,0 1 1 0 0,0-1 0 0 0,0 1-1 0 0,1-1 1 0 0,0 0 0 0 0,0 0-1 0 0,0 0 1 0 0,0-1 0 0 0,1 0-1 0 0,-1 0 1 0 0,1 0 0 0 0,0 0-1 0 0,6 2 1 0 0,-1-1 2 0 0,-1 0 1 0 0,1-1 0 0 0,1 0-1 0 0,-1-1 1 0 0,0 0-1 0 0,1-1 1 0 0,-1 0 0 0 0,0 0-1 0 0,19-2 1 0 0,-14-1-4 0 0,-1 0 0 0 0,1-1 0 0 0,0-1 0 0 0,-1 0 1 0 0,0-1-1 0 0,16-8 0 0 0,-4-1-5 0 0,-2 0 0 0 0,1-2 0 0 0,-2-1 1 0 0,0-1-1 0 0,-1 0 0 0 0,30-35 0 0 0,-16 11 28 0 0,-2-2 0 0 0,-3 0 0 0 0,-1-3 0 0 0,33-68 0 0 0,75-208-323 0 0,-136 318 286 0 0,4-14-58 0 0,-6 19 65 0 0,0 0 1 0 0,0 0 0 0 0,0 0-1 0 0,0 0 1 0 0,0 1 0 0 0,0-1 0 0 0,0 0-1 0 0,0 0 1 0 0,0 0 0 0 0,0 0-1 0 0,-1 0 1 0 0,1 0 0 0 0,0 0-1 0 0,0 0 1 0 0,0 0 0 0 0,0 0 0 0 0,0 0-1 0 0,0 0 1 0 0,0 0 0 0 0,0 0-1 0 0,0 0 1 0 0,0 0 0 0 0,0 0 0 0 0,0 0-1 0 0,0 0 1 0 0,0 0 0 0 0,-1 0-1 0 0,1 0 1 0 0,0 0 0 0 0,0 0-1 0 0,0 0 1 0 0,0 0 0 0 0,0 0 0 0 0,0 0-1 0 0,0 0 1 0 0,0 0 0 0 0,0 0-1 0 0,0 0 1 0 0,0 0 0 0 0,0 0-1 0 0,0 0 1 0 0,-1 0 0 0 0,1 0 0 0 0,0 0-1 0 0,0 0 1 0 0,0-1 0 0 0,-17 35 66 0 0,-186 498 299 0 0,179-467-263 0 0,-262 876 1188 0 0,285-938-1266 0 0,0 1 0 0 0,0 0 0 0 0,0 0 0 0 0,1-1 0 0 0,0 1 0 0 0,0 0 0 0 0,0 0 0 0 0,0 0 0 0 0,0 0 0 0 0,1-1 0 0 0,1 6 0 0 0,-1-8-18 0 0,-1 0-1 0 0,1 0 1 0 0,-1-1-1 0 0,1 1 0 0 0,0 0 1 0 0,0-1-1 0 0,-1 1 1 0 0,1 0-1 0 0,0-1 1 0 0,0 1-1 0 0,0-1 0 0 0,0 0 1 0 0,0 1-1 0 0,0-1 1 0 0,0 0-1 0 0,0 1 1 0 0,0-1-1 0 0,0 0 0 0 0,0 0 1 0 0,0 0-1 0 0,0 0 1 0 0,-1 0-1 0 0,1 0 1 0 0,0 0-1 0 0,0 0 0 0 0,0 0 1 0 0,0 0-1 0 0,1-1 1 0 0,2 0 3 0 0,0 0 0 0 0,0 0 1 0 0,-1 0-1 0 0,1-1 0 0 0,-1 1 1 0 0,5-4-1 0 0,9-7 22 0 0,0-1 1 0 0,-2-1-1 0 0,1 0 0 0 0,-2-2 1 0 0,0 1-1 0 0,0-2 0 0 0,18-29 1 0 0,-14 15-12 0 0,-2 1 0 0 0,-1-2 0 0 0,21-62 0 0 0,-32 81-23 0 0,0 0-1 0 0,-2-1 1 0 0,1 1-1 0 0,-2-1 1 0 0,0 0-1 0 0,0 1 1 0 0,-1-1-1 0 0,-1 0 1 0 0,-1 0-1 0 0,0 1 1 0 0,-4-15-1 0 0,1 10-8 0 0,-1 1-1 0 0,-1 0 1 0 0,-1 0-1 0 0,0 1 0 0 0,-1 0 1 0 0,-1 0-1 0 0,-20-25 1 0 0,-2 6-7 0 0,-51-46 1 0 0,18 20 11 0 0,58 52 1 0 0,8-2 10 0 0,0 9-3 0 0,0 1 0 0 0,1-1 0 0 0,0 1-1 0 0,-1-1 1 0 0,1 1 0 0 0,0 0 0 0 0,-1 0-1 0 0,1-1 1 0 0,0 1 0 0 0,0 0 0 0 0,0 1-1 0 0,4-2 1 0 0,31-10-53 0 0,-33 11 32 0 0,299-87-2683 0 0,-207 55 1945 0 0,101-51 0 0 0,-176 74 728 0 0,0-1 0 0 0,-1-2 0 0 0,0 0 0 0 0,18-16 0 0 0,-32 25 127 0 0,-1-1 0 0 0,0 0 0 0 0,0 0 0 0 0,0-1 0 0 0,-1 1 0 0 0,0-1 0 0 0,0 0 0 0 0,0 0 0 0 0,0 0 0 0 0,-1 0 0 0 0,0-1 0 0 0,-1 0 0 0 0,1 1 0 0 0,-1-1 0 0 0,-1 0 0 0 0,1 0 0 0 0,0-11 0 0 0,-2 18-78 0 0,0-1 0 0 0,0 1-1 0 0,0-1 1 0 0,0 1-1 0 0,0-1 1 0 0,0 1-1 0 0,0-1 1 0 0,0 1-1 0 0,0-1 1 0 0,0 1-1 0 0,0-1 1 0 0,0 1 0 0 0,0-1-1 0 0,0 1 1 0 0,-1-1-1 0 0,1 1 1 0 0,0-1-1 0 0,0 1 1 0 0,-1 0-1 0 0,1-1 1 0 0,0 1 0 0 0,0-1-1 0 0,-1 1 1 0 0,1 0-1 0 0,-1-1 1 0 0,1 1-1 0 0,0 0 1 0 0,-1 0-1 0 0,1-1 1 0 0,-1 1-1 0 0,0 0 1 0 0,0 0-1 0 0,0 0 1 0 0,0 0-1 0 0,0 0 0 0 0,0 0 1 0 0,0 1-1 0 0,0-1 1 0 0,0 0-1 0 0,1 0 0 0 0,-1 1 1 0 0,0-1-1 0 0,0 1 1 0 0,0-1-1 0 0,-1 2 0 0 0,-21 20 291 0 0,16-12-245 0 0,0 0-1 0 0,1 1 1 0 0,0 0 0 0 0,1 0-1 0 0,0 0 1 0 0,1 1 0 0 0,0-1-1 0 0,1 1 1 0 0,0 0 0 0 0,1 0-1 0 0,1 1 1 0 0,-1-1 0 0 0,2 14 0 0 0,0-16-34 0 0,0 0 1 0 0,1 1 0 0 0,1-1-1 0 0,-1 0 1 0 0,2 1 0 0 0,-1-1-1 0 0,1 0 1 0 0,1 0 0 0 0,0-1 0 0 0,0 1-1 0 0,1-1 1 0 0,0 0 0 0 0,1 0-1 0 0,0-1 1 0 0,11 13 0 0 0,-13-17-196 0 0,1 0 0 0 0,-1-1 1 0 0,1 1-1 0 0,9 3 1 0 0,-13-6-263 0 0,1 0 1 0 0,0 0 0 0 0,0 0-1 0 0,0 0 1 0 0,0 0-1 0 0,1-1 1 0 0,-1 1 0 0 0,0-1-1 0 0,0 0 1 0 0,0 1 0 0 0,0-1-1 0 0,1 0 1 0 0,-1 0-1 0 0,0 0 1 0 0,0-1 0 0 0,3 0-1 0 0,13-6-3838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33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36 2448 0 0,'-12'-12'1780'0'0,"5"4"-403"0"0,-3-1 519 0 0,-5 2-264 0 0,-6 12-1408 0 0,11 7-696 0 0,5 6-1744 0 0,5-8 127 0 0,3 0-87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34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0 424 0 0,'6'13'5163'0'0,"1"1"-4503"0"0,-2 1 0 0 0,0 0 1 0 0,0 0-1 0 0,-2 1 0 0 0,0-1 1 0 0,0 1-1 0 0,-2 0 1 0 0,0 22-1 0 0,-1-17-515 0 0,-1-1-1 0 0,-1 1 1 0 0,-2-1 0 0 0,0 0 0 0 0,0 0-1 0 0,-10 23 1 0 0,6-19 509 0 0,9-20-49 0 0,7-14-488 0 0,0 0-89 0 0,95-124 187 0 0,-92 121-222 0 0,1 1 0 0 0,1 1 1 0 0,-1 0-1 0 0,2 0 1 0 0,-1 1-1 0 0,2 1 1 0 0,27-14-1 0 0,-39 22 12 0 0,0-1 0 0 0,1 1 1 0 0,-1 0-1 0 0,0 0 0 0 0,1 0 0 0 0,-1 0 0 0 0,1 0 0 0 0,-1 1 0 0 0,1-1 0 0 0,-1 1 0 0 0,1 0 0 0 0,-1 0 0 0 0,1 1 0 0 0,-1-1 0 0 0,1 1 1 0 0,-1-1-1 0 0,1 1 0 0 0,-1 0 0 0 0,0 1 0 0 0,1-1 0 0 0,-1 0 0 0 0,0 1 0 0 0,0 0 0 0 0,0 0 0 0 0,0 0 0 0 0,5 4 0 0 0,-2 1 131 0 0,0 0-1 0 0,-1 1 1 0 0,0-1-1 0 0,0 1 0 0 0,-1 0 1 0 0,0 1-1 0 0,0-1 0 0 0,5 17 1 0 0,-2-3 8 0 0,-2-4-34 0 0,1-1 1 0 0,1 0 0 0 0,0 0-1 0 0,11 17 1 0 0,-14-28-91 0 0,-1-2-1 0 0,1 1 1 0 0,0 0-1 0 0,0-1 1 0 0,0 0-1 0 0,1 0 1 0 0,0 0-1 0 0,0 0 1 0 0,0-1-1 0 0,0 0 1 0 0,0 0-1 0 0,1 0 1 0 0,-1-1 0 0 0,1 1-1 0 0,0-2 1 0 0,9 3-1 0 0,-4-1-1 0 0,1-2-1 0 0,-1 1 0 0 0,1-2 1 0 0,-1 1-1 0 0,1-2 0 0 0,-1 0 1 0 0,1 0-1 0 0,-1-1 0 0 0,0 0 1 0 0,0-1-1 0 0,1 0 0 0 0,-2-1 1 0 0,1 0-1 0 0,11-6 0 0 0,-5 0-5 0 0,-1 0 1 0 0,0-1-1 0 0,-1-1 0 0 0,0 0 0 0 0,-1-1 0 0 0,0 0 0 0 0,20-28 0 0 0,35-56 48 0 0,-60 83-60 0 0,-2 0 0 0 0,1-1 0 0 0,-2 0 0 0 0,0 0-1 0 0,5-20 1 0 0,-11 34-2 0 0,1 0-1 0 0,-1 0 1 0 0,1 0-1 0 0,-1 0 1 0 0,0 0-1 0 0,0 0 1 0 0,0 0-1 0 0,0 0 1 0 0,1 0-1 0 0,-1 0 1 0 0,0 0-1 0 0,-1 1 0 0 0,1-1 1 0 0,0 0-1 0 0,0 0 1 0 0,0 0-1 0 0,0 0 1 0 0,-1 0-1 0 0,1 0 1 0 0,-1 0-1 0 0,1 0 1 0 0,0 0-1 0 0,-1 0 1 0 0,1 1-1 0 0,-1-1 1 0 0,0 0-1 0 0,1 0 1 0 0,-1 1-1 0 0,0-1 1 0 0,1 0-1 0 0,-1 1 1 0 0,0-1-1 0 0,0 1 1 0 0,0-1-1 0 0,1 1 1 0 0,-1-1-1 0 0,0 1 1 0 0,0-1-1 0 0,0 1 1 0 0,0 0-1 0 0,0 0 0 0 0,0-1 1 0 0,0 1-1 0 0,0 0 1 0 0,0 0-1 0 0,0 0 1 0 0,0 0-1 0 0,-2 0 1 0 0,-2 1-7 0 0,0-1 0 0 0,-1 1 0 0 0,1 1 0 0 0,0-1 0 0 0,0 1 0 0 0,0-1 0 0 0,-9 5 0 0 0,1 2-7 0 0,0 0 0 0 0,0 1 0 0 0,1 0 0 0 0,1 1 1 0 0,-1 0-1 0 0,2 1 0 0 0,-18 21 0 0 0,21-22 14 0 0,-1 1 0 0 0,2 0 1 0 0,-1 0-1 0 0,1 0 0 0 0,1 1 1 0 0,0-1-1 0 0,1 2 0 0 0,0-1 1 0 0,-4 22-1 0 0,8-29-10 0 0,-1 0 0 0 0,1 0 0 0 0,0 0 0 0 0,0 0 0 0 0,1 1 0 0 0,0-1 0 0 0,0 0 0 0 0,0 0 0 0 0,0 0 0 0 0,1-1 0 0 0,-1 1 0 0 0,1 0 0 0 0,1-1 0 0 0,4 9 0 0 0,-2-6-190 0 0,0-1 0 0 0,1 0 0 0 0,-1 0 0 0 0,1 0 0 0 0,1 0 0 0 0,-1-1 0 0 0,1 0 0 0 0,10 5 0 0 0,2 0-692 0 0,-1-1-1 0 0,2-1 1 0 0,-1-1-1 0 0,1-1 1 0 0,0-1-1 0 0,32 5 0 0 0,-13-7-1731 0 0,-1-2-655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3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320 571 348 0 0,'3'-5'556'0'0,"-1"-1"0"0"0,0 1 0 0 0,0-1 0 0 0,-1 0 0 0 0,1 1 1 0 0,-1-1-1 0 0,-1 0 0 0 0,1 0 0 0 0,-1 0 0 0 0,0 0 0 0 0,0 0 0 0 0,0 1 0 0 0,-3-12 0 0 0,2 14-462 0 0,0 1 0 0 0,1-1 0 0 0,-1 1 0 0 0,0 0 0 0 0,-1 0 0 0 0,1-1 0 0 0,0 1 0 0 0,-1 0 0 0 0,1 0 0 0 0,-1 0 0 0 0,1 0 0 0 0,-1 1 0 0 0,0-1 0 0 0,0 0 0 0 0,0 1 0 0 0,0-1 0 0 0,0 1 0 0 0,0 0 0 0 0,-1 0 0 0 0,1-1 0 0 0,0 2 0 0 0,0-1 0 0 0,-1 0 0 0 0,1 0 0 0 0,-1 1 0 0 0,1-1 0 0 0,-1 1 0 0 0,1 0 0 0 0,-1 0 0 0 0,1 0-1 0 0,-1 0 1 0 0,1 0 0 0 0,-1 0 0 0 0,-4 2 0 0 0,-3 0 61 0 0,-1 1 0 0 0,1 0 0 0 0,0 0-1 0 0,0 2 1 0 0,0-1 0 0 0,1 1-1 0 0,0 0 1 0 0,-1 1 0 0 0,2 0 0 0 0,-13 11-1 0 0,4-1 56 0 0,0 0 1 0 0,1 1-1 0 0,-24 34 0 0 0,33-41-153 0 0,1 0 0 0 0,0 1 1 0 0,0 0-1 0 0,1 0 1 0 0,0 0-1 0 0,1 1 1 0 0,1-1-1 0 0,-3 14 0 0 0,5-22-44 0 0,1 0-1 0 0,-1 1 1 0 0,1-1-1 0 0,0 0 0 0 0,0 0 1 0 0,0 1-1 0 0,0-1 1 0 0,0 0-1 0 0,1 0 0 0 0,-1 1 1 0 0,1-1-1 0 0,0 0 1 0 0,0 0-1 0 0,0 0 0 0 0,1 0 1 0 0,-1 0-1 0 0,1 0 1 0 0,0-1-1 0 0,-1 1 0 0 0,1 0 1 0 0,0-1-1 0 0,1 1 1 0 0,-1-1-1 0 0,0 0 0 0 0,1 0 1 0 0,-1 0-1 0 0,1 0 1 0 0,0 0-1 0 0,-1 0 0 0 0,1-1 1 0 0,0 1-1 0 0,0-1 1 0 0,0 0-1 0 0,5 2 0 0 0,2-1-2 0 0,0-1-1 0 0,0 1 1 0 0,0-2-1 0 0,0 1 0 0 0,0-1 1 0 0,1-1-1 0 0,-1 0 1 0 0,0 0-1 0 0,0-1 0 0 0,0 0 1 0 0,0-1-1 0 0,-1 0 1 0 0,1-1-1 0 0,10-5 0 0 0,4-2 6 0 0,0-2-1 0 0,-1-1 1 0 0,-1-1-1 0 0,24-21 1 0 0,-7 2-8 0 0,-1-1 1 0 0,-2-3-1 0 0,-2 0 0 0 0,-1-2 1 0 0,-3-2-1 0 0,-1-1 1 0 0,-2-1-1 0 0,-2-1 1 0 0,-2-1-1 0 0,-1-1 1 0 0,18-67-1 0 0,-36 103-29 0 0,-1-1-1 0 0,0 1 1 0 0,-1-1-1 0 0,0 0 1 0 0,-1 0 0 0 0,0 1-1 0 0,-1-14 1 0 0,0 24 16 0 0,0 0 1 0 0,0 0 0 0 0,0 0 0 0 0,-1 1 0 0 0,1-1-1 0 0,0 0 1 0 0,0 0 0 0 0,-1 0 0 0 0,1 0 0 0 0,0 1-1 0 0,-1-1 1 0 0,1 0 0 0 0,-1 0 0 0 0,1 1-1 0 0,-1-1 1 0 0,1 0 0 0 0,-1 1 0 0 0,0-1 0 0 0,1 1-1 0 0,-1-1 1 0 0,0 0 0 0 0,1 1 0 0 0,-1 0-1 0 0,0-1 1 0 0,-1 0 0 0 0,0 1 2 0 0,1 0 0 0 0,-1 0 0 0 0,1-1 0 0 0,-1 1 0 0 0,0 1 0 0 0,1-1 0 0 0,-1 0 0 0 0,1 0 0 0 0,-1 0 0 0 0,0 1 0 0 0,1-1 0 0 0,-3 2 0 0 0,-3 1 6 0 0,0 1 1 0 0,0 0-1 0 0,1 0 1 0 0,-10 7-1 0 0,0 4 70 0 0,1 1 0 0 0,0 0 0 0 0,1 0-1 0 0,1 2 1 0 0,1 0 0 0 0,-15 26-1 0 0,3 3 110 0 0,-26 73-1 0 0,36-81-106 0 0,1 0-1 0 0,2 1 0 0 0,1 1 0 0 0,3-1 0 0 0,-5 83 0 0 0,12-114-244 0 0,0 0 0 0 0,1 1-1 0 0,1-1 1 0 0,-1 0 0 0 0,1 1-1 0 0,1-1 1 0 0,0 0 0 0 0,0-1-1 0 0,8 16 1 0 0,-7-18-603 0 0,0 1-1 0 0,0-1 1 0 0,1 0-1 0 0,0 0 1 0 0,0-1-1 0 0,1 1 1 0 0,9 6-1 0 0,13 7-5129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5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25 456 120 0 0,'-1'-1'275'0'0,"1"1"-1"0"0,-1-1 1 0 0,0 1-1 0 0,1 0 1 0 0,-1-1-1 0 0,0 1 1 0 0,0 0-1 0 0,1 0 1 0 0,-1 0 0 0 0,0 0-1 0 0,0 0 1 0 0,0 0-1 0 0,1 0 1 0 0,-1 0-1 0 0,0 0 1 0 0,0 0-1 0 0,0 0 1 0 0,1 0 0 0 0,-1 0-1 0 0,0 1 1 0 0,0-1-1 0 0,1 0 1 0 0,-1 0-1 0 0,0 1 1 0 0,1-1-1 0 0,-3 2 825 0 0,2-1-825 0 0,0 1-151 0 0,1-1-1 0 0,0 0 0 0 0,0 1 1 0 0,0-1-1 0 0,0 0 0 0 0,0 1 1 0 0,0-1-1 0 0,0 0 1 0 0,1 1-1 0 0,-1-1 0 0 0,0 0 1 0 0,1 1-1 0 0,-1-1 1 0 0,1 0-1 0 0,0 2 0 0 0,3 4-48 0 0,0 0 0 0 0,0 0 0 0 0,0-1 0 0 0,10 12 0 0 0,-9-15-7 0 0,0 1 0 0 0,0-1 0 0 0,1 0-1 0 0,-1 0 1 0 0,0 0 0 0 0,1-1 0 0 0,0 0 0 0 0,0 0 0 0 0,-1 0 0 0 0,1-1-1 0 0,0 0 1 0 0,0 0 0 0 0,0 0 0 0 0,0-1 0 0 0,1 0 0 0 0,-1 0-1 0 0,0 0 1 0 0,0-1 0 0 0,0 0 0 0 0,0 0 0 0 0,0-1 0 0 0,-1 0 0 0 0,1 0-1 0 0,8-4 1 0 0,0 0-16 0 0,-1-1-1 0 0,0 0 0 0 0,0-1 0 0 0,-1-1 1 0 0,0 0-1 0 0,0-1 0 0 0,-1 0 0 0 0,18-21 1 0 0,8-19-37 0 0,-3-2 0 0 0,-1-1 1 0 0,-3-1-1 0 0,-3-2 0 0 0,-2-1 1 0 0,20-66-1 0 0,-57 145 27 0 0,-2 27-52 0 0,2 0-1 0 0,3 0 1 0 0,1 1 0 0 0,2 0 0 0 0,2 80 0 0 0,5-113-66 0 0,0-1 1 0 0,1 1 0 0 0,1 0-1 0 0,0 0 1 0 0,1-1 0 0 0,10 24-1 0 0,-13-36-175 0 0,1 0-1 0 0,0 0 0 0 0,0 0 1 0 0,0 0-1 0 0,0 0 0 0 0,1-1 1 0 0,-1 1-1 0 0,1-1 0 0 0,0 0 1 0 0,0 0-1 0 0,1 0 0 0 0,-1 0 1 0 0,0 0-1 0 0,1-1 0 0 0,0 1 1 0 0,0-1-1 0 0,-1 0 0 0 0,1 0 1 0 0,0 0-1 0 0,1-1 0 0 0,-1 0 1 0 0,0 1-1 0 0,0-2 0 0 0,1 1 1 0 0,-1 0-1 0 0,0-1 0 0 0,1 0 1 0 0,-1 0-1 0 0,1 0 0 0 0,5-1 1 0 0,10-3-2134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323 132 640 0 0,'6'-15'1492'0'0,"-1"0"0"0"0,0-1 0 0 0,-1 1 0 0 0,-1-1 0 0 0,1-20 0 0 0,-3 35-1466 0 0,-1 1 1 0 0,0-1 0 0 0,-1 0-1 0 0,1 0 1 0 0,0 1-1 0 0,0-1 1 0 0,0 0 0 0 0,0 1-1 0 0,-1-1 1 0 0,1 0 0 0 0,0 1-1 0 0,0-1 1 0 0,-1 0 0 0 0,1 1-1 0 0,-1-1 1 0 0,1 0 0 0 0,0 1-1 0 0,-1-1 1 0 0,1 1 0 0 0,-1-1-1 0 0,0 1 1 0 0,1-1 0 0 0,-1 1-1 0 0,1-1 1 0 0,-1 1 0 0 0,0 0-1 0 0,1-1 1 0 0,-1 1 0 0 0,0 0-1 0 0,1 0 1 0 0,-1-1 0 0 0,0 1-1 0 0,1 0 1 0 0,-1 0 0 0 0,0 0-1 0 0,0 0 1 0 0,1 0-1 0 0,-1 0 1 0 0,0 0 0 0 0,0 0-1 0 0,1 0 1 0 0,-1 0 0 0 0,0 0-1 0 0,1 1 1 0 0,-1-1 0 0 0,0 0-1 0 0,1 0 1 0 0,-1 1 0 0 0,-1 0-1 0 0,-32 15 380 0 0,28-11-392 0 0,0-1 0 0 0,0 1-1 0 0,0 0 1 0 0,0 0-1 0 0,1 1 1 0 0,0 0 0 0 0,0 0-1 0 0,0 0 1 0 0,1 0-1 0 0,0 1 1 0 0,0 0-1 0 0,1 0 1 0 0,0 0 0 0 0,0 0-1 0 0,0 0 1 0 0,1 1-1 0 0,0-1 1 0 0,1 1 0 0 0,-1-1-1 0 0,2 1 1 0 0,-1 0-1 0 0,1-1 1 0 0,0 1 0 0 0,0 0-1 0 0,1-1 1 0 0,0 1-1 0 0,1 0 1 0 0,0-1 0 0 0,0 1-1 0 0,6 12 1 0 0,2 3 5 0 0,1-2 0 0 0,1 1 0 0 0,18 23 0 0 0,-14-22 272 0 0,24 48 0 0 0,-38-68-189 0 0,-1 0 0 0 0,0 0 0 0 0,1 0-1 0 0,-1 0 1 0 0,-1 0 0 0 0,1 0 0 0 0,0 0-1 0 0,-1 1 1 0 0,1-1 0 0 0,-1 0 0 0 0,0 0-1 0 0,0 0 1 0 0,-1 1 0 0 0,1-1-1 0 0,-1 0 1 0 0,1 0 0 0 0,-1 0 0 0 0,0 0-1 0 0,0 0 1 0 0,0 0 0 0 0,-1 0 0 0 0,1 0-1 0 0,-1 0 1 0 0,0 0 0 0 0,1 0 0 0 0,-1-1-1 0 0,0 1 1 0 0,-1-1 0 0 0,1 0-1 0 0,0 0 1 0 0,-1 1 0 0 0,1-1 0 0 0,-1-1-1 0 0,0 1 1 0 0,1 0 0 0 0,-1-1 0 0 0,0 1-1 0 0,0-1 1 0 0,0 0 0 0 0,-3 1 0 0 0,-4 1 37 0 0,0 0 1 0 0,0 0 0 0 0,0-1 0 0 0,0-1 0 0 0,0 0 0 0 0,-1 0 0 0 0,1-1-1 0 0,0 0 1 0 0,-1-1 0 0 0,1 0 0 0 0,0-1 0 0 0,0 0 0 0 0,0 0 0 0 0,0-1-1 0 0,-16-7 1 0 0,17 6-293 0 0,1 0 0 0 0,1-1 0 0 0,-1 0 0 0 0,1 0 0 0 0,0 0 0 0 0,0-1 0 0 0,-12-13-1 0 0,14 13-512 0 0,1 0 0 0 0,-1-1-1 0 0,1 0 1 0 0,0 1 0 0 0,0-1-1 0 0,1-1 1 0 0,0 1 0 0 0,1 0-1 0 0,-4-13 1 0 0,2-3-2920 0 0,1-2-1355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5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71 2600 0 0,'-5'-16'1916'0'0,"3"2"-463"0"0,1 4-309 0 0,-1 0 516 0 0,-2-4-320 0 0,-1 7-1268 0 0,9 19-2872 0 0,3 2-2181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3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71 1220 0 0,'-52'-64'6959'0'0,"52"64"-6882"0"0,0-1 0 0 0,0 1 1 0 0,-1-1-1 0 0,1 1 0 0 0,-1-1 1 0 0,1 1-1 0 0,0 0 1 0 0,-1-1-1 0 0,1 1 0 0 0,-1-1 1 0 0,1 1-1 0 0,-1 0 0 0 0,1 0 1 0 0,-1-1-1 0 0,1 1 0 0 0,-1 0 1 0 0,0 0-1 0 0,1 0 0 0 0,-1-1 1 0 0,1 1-1 0 0,-2 0 0 0 0,-3 8 555 0 0,3 22-392 0 0,2-24 68 0 0,-7 86 202 0 0,-3-1 1 0 0,-4 0 0 0 0,-5-1 0 0 0,-55 163-1 0 0,37-156 1092 0 0,32-90-1052 0 0,4-12-211 0 0,2-15-145 0 0,5-4-140 0 0,1 1 0 0 0,2 0-1 0 0,0 0 1 0 0,21-35 0 0 0,-25 49-60 0 0,0 0-1 0 0,1 1 1 0 0,0-1 0 0 0,1 1 0 0 0,0 0-1 0 0,0 1 1 0 0,1 0 0 0 0,0 0 0 0 0,0 0-1 0 0,1 1 1 0 0,-1 1 0 0 0,1-1 0 0 0,15-5 0 0 0,-16 8-6 0 0,-1 1 1 0 0,1 1 0 0 0,0-1 0 0 0,-1 1-1 0 0,1 1 1 0 0,0-1 0 0 0,0 1 0 0 0,0 1-1 0 0,0-1 1 0 0,-1 1 0 0 0,14 4 0 0 0,-10-2-13 0 0,0 1 1 0 0,-1 0 0 0 0,1 1 0 0 0,0 0 0 0 0,-1 0 0 0 0,0 1 0 0 0,16 13 0 0 0,-18-12 16 0 0,0 0-1 0 0,0 1 1 0 0,-1 0 0 0 0,0 0-1 0 0,0 0 1 0 0,-1 1 0 0 0,0 0-1 0 0,7 14 1 0 0,-10-17 24 0 0,-1 1 0 0 0,1 0 0 0 0,-1 0 0 0 0,0 0 0 0 0,-1 0 0 0 0,1 0 0 0 0,-1 0 0 0 0,-1 1 0 0 0,0-1 0 0 0,0 0 0 0 0,0 1 0 0 0,-3 12 0 0 0,2-14 37 0 0,0-1-1 0 0,-1 1 1 0 0,0-1 0 0 0,-1 0 0 0 0,1 1-1 0 0,-1-1 1 0 0,0 0 0 0 0,0 0-1 0 0,0-1 1 0 0,-1 1 0 0 0,1-1 0 0 0,-7 6-1 0 0,2-4 3 0 0,1 0-1 0 0,-1 0 1 0 0,0-1-1 0 0,0 0 1 0 0,0-1-1 0 0,-1 0 1 0 0,-9 3-1 0 0,-3 0 26 0 0,0-2 0 0 0,-1 0 0 0 0,0-1 0 0 0,0-2-1 0 0,-38 1 1 0 0,32-3-17 0 0,0-2-1 0 0,0-1 0 0 0,-28-7 1 0 0,40 6-38 0 0,0 0 1 0 0,1-1-1 0 0,0-1 0 0 0,0 0 1 0 0,0-1-1 0 0,-22-14 0 0 0,34 19-126 0 0,0 0 0 0 0,0 0-1 0 0,1 0 1 0 0,-1 0 0 0 0,1-1-1 0 0,0 1 1 0 0,0 0 0 0 0,0-1-1 0 0,0 0 1 0 0,0 1-1 0 0,0-1 1 0 0,1 0 0 0 0,-1 0-1 0 0,1 0 1 0 0,-2-4 0 0 0,3 5-78 0 0,0 0 0 0 0,0 0 0 0 0,0 0-1 0 0,1 0 1 0 0,-1 0 0 0 0,0 0 0 0 0,1 0 0 0 0,-1 0 0 0 0,1 0 0 0 0,0 1 0 0 0,0-1 0 0 0,-1 0 0 0 0,1 0 0 0 0,0 1 0 0 0,1-1 0 0 0,-1 1 0 0 0,0-1 0 0 0,0 1 0 0 0,1-1 0 0 0,-1 1-1 0 0,1 0 1 0 0,-1-1 0 0 0,1 1 0 0 0,-1 0 0 0 0,1 0 0 0 0,0 0 0 0 0,2-1 0 0 0,22-11-3626 0 0,8-2-1777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36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1 2676 0 0,'16'0'4823'0'0,"-16"0"-4733"0"0,0 0 1 0 0,0 1 0 0 0,1-1-1 0 0,-1 0 1 0 0,0 0-1 0 0,1 1 1 0 0,-1-1 0 0 0,0 0-1 0 0,0 0 1 0 0,1 1-1 0 0,-1-1 1 0 0,0 0 0 0 0,0 1-1 0 0,0-1 1 0 0,0 0 0 0 0,1 1-1 0 0,-1-1 1 0 0,0 0-1 0 0,0 1 1 0 0,0-1 0 0 0,0 1-1 0 0,0-1 1 0 0,0 0-1 0 0,0 1 1 0 0,-9 29 787 0 0,4-16-262 0 0,2-6-507 0 0,1 0 1 0 0,0-1 0 0 0,0 1 0 0 0,1 0-1 0 0,0 0 1 0 0,1 1 0 0 0,-1-1 0 0 0,1 0-1 0 0,1 0 1 0 0,0 0 0 0 0,0 0-1 0 0,1 0 1 0 0,-1 0 0 0 0,2 0 0 0 0,-1-1-1 0 0,1 1 1 0 0,0-1 0 0 0,1 0 0 0 0,0 1-1 0 0,0-1 1 0 0,0-1 0 0 0,1 1-1 0 0,0-1 1 0 0,0 0 0 0 0,12 10 0 0 0,-6-7-56 0 0,0-1 0 0 0,1 0 0 0 0,0-1 0 0 0,0 0 0 0 0,1-1 0 0 0,0 0 0 0 0,0-1 1 0 0,0-1-1 0 0,1 0 0 0 0,18 3 0 0 0,-24-6-41 0 0,0 0 1 0 0,0-1 0 0 0,0 0-1 0 0,0 0 1 0 0,0 0 0 0 0,-1-1-1 0 0,1 0 1 0 0,0-1-1 0 0,0 0 1 0 0,-1 0 0 0 0,1 0-1 0 0,-1-1 1 0 0,0 0-1 0 0,1-1 1 0 0,-2 0 0 0 0,1 0-1 0 0,0 0 1 0 0,-1-1-1 0 0,10-8 1 0 0,-1-3 62 0 0,-2-1-1 0 0,0 0 1 0 0,0-1-1 0 0,-2 0 1 0 0,0 0 0 0 0,-2-1-1 0 0,9-21 1 0 0,-18 38-51 0 0,-1 4-5 0 0,-27 41 456 0 0,-29 65 0 0 0,19-35-32 0 0,-47 85 591 0 0,-183 317 418 0 0,172-338-826 0 0,83-121-403 0 0,0-1 1 0 0,-1 0-1 0 0,-1-1 1 0 0,-1-1-1 0 0,0 0 1 0 0,-19 10-1 0 0,30-20-166 0 0,0 0 0 0 0,0-1 0 0 0,0 0 0 0 0,0 0-1 0 0,0 0 1 0 0,-1 0 0 0 0,1-1 0 0 0,-1 0 0 0 0,1 0 0 0 0,-1-1 0 0 0,1 0 0 0 0,-1 0 0 0 0,1 0-1 0 0,-12-2 1 0 0,9 0-29 0 0,1 0-1 0 0,-1-1 0 0 0,1 0 0 0 0,0 0 0 0 0,0 0 0 0 0,0-1 0 0 0,0 0 1 0 0,0-1-1 0 0,-9-8 0 0 0,4 2-29 0 0,0-1 0 0 0,1-1-1 0 0,0 1 1 0 0,1-2 0 0 0,0 0 0 0 0,1 0 0 0 0,1-1-1 0 0,0 0 1 0 0,-7-20 0 0 0,13 29-161 0 0,0-1-1 0 0,0 1 1 0 0,0-1-1 0 0,1 0 1 0 0,0 0-1 0 0,0 0 1 0 0,1 1-1 0 0,0-1 1 0 0,0 0 0 0 0,0 0-1 0 0,1 0 1 0 0,0 0-1 0 0,4-10 1 0 0,-3 10-741 0 0,2 0 1 0 0,-1 0-1 0 0,1 0 0 0 0,0 1 1 0 0,0-1-1 0 0,1 1 1 0 0,0 0-1 0 0,0 0 1 0 0,0 1-1 0 0,1-1 0 0 0,10-7 1 0 0,7-4-6437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37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72 744 1952 0 0,'-3'-1'1784'0'0,"-2"-1"-755"0"0,2 0-474 0 0,-1 0 1 0 0,0 1-1 0 0,0-1 0 0 0,1 1 1 0 0,-1 0-1 0 0,0 0 0 0 0,-5 0 1 0 0,8 1-479 0 0,0 0-1 0 0,0 0 1 0 0,0 0 0 0 0,0 0 0 0 0,-1 1 0 0 0,1-1 0 0 0,0 0-1 0 0,0 1 1 0 0,0-1 0 0 0,0 1 0 0 0,0-1 0 0 0,0 1 0 0 0,0-1 0 0 0,0 1-1 0 0,0 0 1 0 0,0 0 0 0 0,1-1 0 0 0,-1 1 0 0 0,0 0 0 0 0,0 0-1 0 0,1 0 1 0 0,-1 0 0 0 0,0 0 0 0 0,1 0 0 0 0,-1 0 0 0 0,1 0-1 0 0,-1 0 1 0 0,1 0 0 0 0,0 0 0 0 0,-1 0 0 0 0,1 0 0 0 0,0 0 0 0 0,0 3-1 0 0,-1-3-20 0 0,1 0-1 0 0,0 0 1 0 0,-1 0-1 0 0,1 0 1 0 0,0 0-1 0 0,0 0 0 0 0,0 0 1 0 0,0 0-1 0 0,0 0 1 0 0,0 0-1 0 0,0 0 1 0 0,0 0-1 0 0,1 0 0 0 0,-1 0 1 0 0,0 0-1 0 0,1 0 1 0 0,-1 0-1 0 0,0 0 1 0 0,1 0-1 0 0,-1 0 1 0 0,1 0-1 0 0,0 0 0 0 0,-1 0 1 0 0,1 0-1 0 0,0-1 1 0 0,-1 1-1 0 0,1 0 1 0 0,0 0-1 0 0,0-1 0 0 0,0 1 1 0 0,0-1-1 0 0,-1 1 1 0 0,1-1-1 0 0,0 1 1 0 0,0-1-1 0 0,0 1 0 0 0,0-1 1 0 0,0 0-1 0 0,0 1 1 0 0,0-1-1 0 0,2 0 1 0 0,9 1-8 0 0,0-1 0 0 0,0-1 0 0 0,1 0 1 0 0,-1-1-1 0 0,0 0 0 0 0,0 0 0 0 0,-1-2 1 0 0,1 1-1 0 0,0-1 0 0 0,-1-1 0 0 0,0 0 1 0 0,0-1-1 0 0,-1 0 0 0 0,1-1 0 0 0,-1 0 1 0 0,-1 0-1 0 0,1-1 0 0 0,13-15 0 0 0,-5 3-37 0 0,0-2 0 0 0,-2 0-1 0 0,-1-1 1 0 0,0 0-1 0 0,-2-1 1 0 0,12-28 0 0 0,-4-1-17 0 0,27-103 0 0 0,-4-119-232 0 0,-44 273 234 0 0,0-17-114 0 0,0 18 117 0 0,0 1-1 0 0,0 0 0 0 0,0 0 1 0 0,0 0-1 0 0,0 0 0 0 0,0 0 1 0 0,0 0-1 0 0,0 0 0 0 0,0 0 1 0 0,0-1-1 0 0,0 1 0 0 0,0 0 1 0 0,-1 0-1 0 0,1 0 0 0 0,0 0 1 0 0,0 0-1 0 0,0 0 1 0 0,0 0-1 0 0,0 0 0 0 0,0 0 1 0 0,0 0-1 0 0,-1 0 0 0 0,1 0 1 0 0,0 0-1 0 0,0 0 0 0 0,0 0 1 0 0,0 0-1 0 0,0 0 0 0 0,0 0 1 0 0,-1 0-1 0 0,1 0 0 0 0,0 0 1 0 0,0 0-1 0 0,0 0 0 0 0,0 0 1 0 0,0 0-1 0 0,0 0 0 0 0,0 0 1 0 0,-1 0-1 0 0,1 0 0 0 0,0 0 1 0 0,0 0-1 0 0,0 0 0 0 0,0 0 1 0 0,0 0-1 0 0,0 1 0 0 0,0-1 1 0 0,0 0-1 0 0,0 0 1 0 0,-1 0-1 0 0,1 0 0 0 0,0 0 1 0 0,0 0-1 0 0,0 0 0 0 0,0 0 1 0 0,0 1-1 0 0,0-1 0 0 0,-2 3-5 0 0,0 0 0 0 0,0 0-1 0 0,0 1 1 0 0,1-1 0 0 0,0 1 0 0 0,-2 5-1 0 0,-77 367-31 0 0,69-316 27 0 0,3-21 23 0 0,-18 128 8 0 0,24-146 11 0 0,1-1 1 0 0,1 1 0 0 0,1 0-1 0 0,1 0 1 0 0,0-1-1 0 0,6 21 1 0 0,-6-35-23 0 0,0-1 1 0 0,0 1-1 0 0,0-1 0 0 0,0 1 0 0 0,1-1 1 0 0,0 0-1 0 0,0 0 0 0 0,0 0 1 0 0,1 0-1 0 0,0-1 0 0 0,0 1 0 0 0,0-1 1 0 0,0 0-1 0 0,1 0 0 0 0,0-1 0 0 0,-1 1 1 0 0,1-1-1 0 0,0 0 0 0 0,1 0 1 0 0,-1-1-1 0 0,0 0 0 0 0,1 0 0 0 0,10 3 1 0 0,-8-4-4 0 0,0 0 0 0 0,-1 0 0 0 0,1-1 0 0 0,0 0 0 0 0,-1 0 0 0 0,1-1 0 0 0,0 1 0 0 0,-1-2 0 0 0,1 1 0 0 0,-1-1 0 0 0,1-1 0 0 0,-1 1 0 0 0,0-1 0 0 0,0 0 0 0 0,0-1 0 0 0,0 0 0 0 0,11-8 0 0 0,-2-2-12 0 0,-1 0-1 0 0,0-2 0 0 0,-2 1 0 0 0,1-2 0 0 0,-2 1 1 0 0,0-2-1 0 0,-1 0 0 0 0,9-20 0 0 0,7-22-112 0 0,24-77 0 0 0,-14 20-48 0 0,-5-2 0 0 0,24-189 0 0 0,-55 306 113 0 0,-13 20-62 0 0,-2 26 154 0 0,-18 87-1 0 0,16-58 25 0 0,-16 55 126 0 0,-34 158 272 0 0,32-140 1613 0 0,31-131-902 0 0,3-15-1159 0 0,0 0 0 0 0,0 0 0 0 0,0 0 0 0 0,0 0-1 0 0,0 0 1 0 0,0 0 0 0 0,0 0 0 0 0,0 0-1 0 0,0 0 1 0 0,0 0 0 0 0,0 0 0 0 0,0 0 0 0 0,1 0-1 0 0,-1 0 1 0 0,0 0 0 0 0,0-1 0 0 0,0 1 0 0 0,0 0-1 0 0,0 0 1 0 0,0 0 0 0 0,0 0 0 0 0,0 0 0 0 0,0 0-1 0 0,1 0 1 0 0,-1 0 0 0 0,0 0 0 0 0,0 0-1 0 0,0 0 1 0 0,0 0 0 0 0,0 0 0 0 0,0 0 0 0 0,0 0-1 0 0,0 1 1 0 0,0-1 0 0 0,1 0 0 0 0,-1 0 0 0 0,0 0-1 0 0,0 0 1 0 0,0 0 0 0 0,0 0 0 0 0,0 0-1 0 0,0 0 1 0 0,0 0 0 0 0,0 0 0 0 0,0 0 0 0 0,0 0-1 0 0,1-1 6 0 0,11-35 20 0 0,-12 34-25 0 0,1 0-120 0 0,1-2-174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60 1040 0 0,'-5'-5'1205'0'0,"2"3"-545"0"0,0 0-1 0 0,0-1 1 0 0,0 1-1 0 0,0-1 1 0 0,1 0-1 0 0,-1 0 1 0 0,-2-4-1 0 0,5 7-600 0 0,0 0 1 0 0,0-1-1 0 0,0 1 0 0 0,0 0 0 0 0,0-1 0 0 0,-1 1 0 0 0,1-1 0 0 0,0 1 0 0 0,0 0 0 0 0,0-1 0 0 0,0 1 0 0 0,0 0 1 0 0,0-1-1 0 0,0 1 0 0 0,1-1 0 0 0,-1 1 0 0 0,0 0 0 0 0,0-1 0 0 0,0 1 0 0 0,0-1 0 0 0,0 1 0 0 0,1 0 0 0 0,-1-1 1 0 0,0 1-1 0 0,0 0 0 0 0,0-1 0 0 0,1 1 0 0 0,0-1-28 0 0,1 0 0 0 0,-1 0 0 0 0,1 0 0 0 0,-1 0 0 0 0,1 1 0 0 0,-1-1 0 0 0,1 0 0 0 0,0 1 0 0 0,-1 0 0 0 0,4-1 1 0 0,27-4 188 0 0,1 1 1 0 0,0 2 0 0 0,57 3 0 0 0,101 19-203 0 0,-176-18-34 0 0,198 30-4834 0 0,-166-23 1701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7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116 200 1492 0 0,'-27'-1'3215'0'0,"22"2"-2725"0"0,0-1 0 0 0,0 0 0 0 0,0-1-1 0 0,0 1 1 0 0,0-1 0 0 0,0 0 0 0 0,1-1 0 0 0,-1 1-1 0 0,0-1 1 0 0,1 1 0 0 0,-6-4 0 0 0,8 3-334 0 0,0 1 1 0 0,0-1-1 0 0,0 0 0 0 0,0 0 1 0 0,1 0-1 0 0,-1 0 0 0 0,1 0 1 0 0,-1 0-1 0 0,1-1 0 0 0,0 1 1 0 0,0 0-1 0 0,0-1 0 0 0,0 1 1 0 0,0-1-1 0 0,0 1 0 0 0,0-5 1 0 0,0 3-33 0 0,1 0 1 0 0,-1 0-1 0 0,1 0 1 0 0,0 0-1 0 0,0-1 1 0 0,0 1-1 0 0,1 0 1 0 0,0 0-1 0 0,1-5 1 0 0,1 3-92 0 0,0 0 0 0 0,0 0 0 0 0,1 0 0 0 0,-1 1-1 0 0,1 0 1 0 0,1 0 0 0 0,-1 0 0 0 0,1 0 0 0 0,0 0 0 0 0,0 1 0 0 0,0 0 0 0 0,1 0 0 0 0,-1 1-1 0 0,1-1 1 0 0,0 1 0 0 0,7-3 0 0 0,-6 3-41 0 0,0 0-1 0 0,1 1 0 0 0,-1 0 1 0 0,1 0-1 0 0,0 0 1 0 0,0 1-1 0 0,-1 0 1 0 0,1 1-1 0 0,0-1 1 0 0,0 2-1 0 0,0-1 0 0 0,0 1 1 0 0,11 2-1 0 0,-15-1 6 0 0,0 0 0 0 0,0 0 0 0 0,-1 0-1 0 0,1 0 1 0 0,-1 0 0 0 0,1 1-1 0 0,-1-1 1 0 0,0 1 0 0 0,0 0 0 0 0,0 0-1 0 0,0 0 1 0 0,0 0 0 0 0,-1 1-1 0 0,0-1 1 0 0,1 1 0 0 0,-1 0 0 0 0,-1-1-1 0 0,1 1 1 0 0,0 0 0 0 0,-1 0-1 0 0,0 0 1 0 0,0 0 0 0 0,1 5 0 0 0,0 4 9 0 0,0 0 0 0 0,-1 0 0 0 0,-1 0 0 0 0,1 0 1 0 0,-2 1-1 0 0,-2 13 0 0 0,-5 12 14 0 0,-2-1-1 0 0,-27 72 1 0 0,-5 14 63 0 0,41-122-72 0 0,0 0 0 0 0,1 0 0 0 0,-1 1 0 0 0,1-1 1 0 0,-1 0-1 0 0,1 0 0 0 0,0 1 0 0 0,0-1 0 0 0,0 0 0 0 0,0 0 0 0 0,0 1 0 0 0,1-1 0 0 0,-1 0 1 0 0,1 0-1 0 0,-1 1 0 0 0,1-1 0 0 0,0 0 0 0 0,0 0 0 0 0,0 0 0 0 0,0 0 0 0 0,0 0 0 0 0,1 0 1 0 0,-1 0-1 0 0,3 3 0 0 0,0-3 11 0 0,0 1 1 0 0,0-1 0 0 0,0 1 0 0 0,0-1-1 0 0,1-1 1 0 0,-1 1 0 0 0,0-1 0 0 0,1 1 0 0 0,-1-1-1 0 0,1 0 1 0 0,6 0 0 0 0,8 0 14 0 0,1 0 0 0 0,0-1 1 0 0,0-1-1 0 0,0-1 0 0 0,-1-1 0 0 0,1 0 1 0 0,-1-2-1 0 0,27-9 0 0 0,-18 4-23 0 0,0-2-1 0 0,-1-1 0 0 0,0-1 0 0 0,45-32 1 0 0,-48 28-4 0 0,-1-2 1 0 0,0-1 0 0 0,36-42-1 0 0,-46 46-41 0 0,0 0 0 0 0,-1-1 0 0 0,-1-1-1 0 0,-1 1 1 0 0,0-2 0 0 0,7-23 0 0 0,-15 36 15 0 0,0-1 1 0 0,0 1-1 0 0,-1 0 1 0 0,0-1-1 0 0,0 1 1 0 0,0-1-1 0 0,-2-7 1 0 0,1 13 9 0 0,0 0 1 0 0,0-1-1 0 0,0 1 1 0 0,-1 0-1 0 0,1 0 0 0 0,-1 0 1 0 0,1 0-1 0 0,-1 0 1 0 0,0 0-1 0 0,0 0 1 0 0,0 0-1 0 0,0 0 0 0 0,0 0 1 0 0,0 0-1 0 0,-1 1 1 0 0,1-1-1 0 0,-1 0 1 0 0,1 1-1 0 0,-1-1 0 0 0,0 1 1 0 0,1 0-1 0 0,-1 0 1 0 0,0-1-1 0 0,0 1 0 0 0,0 0 1 0 0,0 0-1 0 0,-2 0 1 0 0,1 0 3 0 0,-1 1 1 0 0,0-1 0 0 0,1 1-1 0 0,-1 0 1 0 0,0 1 0 0 0,1-1-1 0 0,-1 0 1 0 0,1 1 0 0 0,-1 0 0 0 0,1 0-1 0 0,-1 0 1 0 0,1 0 0 0 0,-1 1-1 0 0,1-1 1 0 0,0 1 0 0 0,0 0-1 0 0,-5 3 1 0 0,-1 2 31 0 0,-1 0 1 0 0,1 1-1 0 0,-14 15 0 0 0,17-17-14 0 0,0 1 0 0 0,1 0-1 0 0,0 0 1 0 0,0 1 0 0 0,0-1 0 0 0,1 1 0 0 0,0 0-1 0 0,1 0 1 0 0,0 0 0 0 0,0 1 0 0 0,1-1-1 0 0,0 1 1 0 0,-2 13 0 0 0,4-16-4 0 0,0 1 0 0 0,1 0 1 0 0,0 0-1 0 0,0 0 0 0 0,0-1 0 0 0,0 1 0 0 0,1-1 0 0 0,0 1 1 0 0,1-1-1 0 0,0 0 0 0 0,0 1 0 0 0,0-1 0 0 0,0-1 0 0 0,1 1 1 0 0,0 0-1 0 0,0-1 0 0 0,10 10 0 0 0,4 1 19 0 0,1-1 1 0 0,0-1-1 0 0,0 0 0 0 0,2-1 0 0 0,-1-2 0 0 0,2 0 1 0 0,29 11-1 0 0,9-1 70 0 0,95 20 0 0 0,-130-36 0 0 0,0-1-1 0 0,0 0 0 0 0,1-3 1 0 0,41-1-1 0 0,-54-1-502 0 0,0 0 0 0 0,0-1 0 0 0,0-1 0 0 0,0 0 0 0 0,-1-1 0 0 0,1 0 0 0 0,-1-1 0 0 0,0 0 0 0 0,0-1 0 0 0,17-11 0 0 0,-12 1-4911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9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22 2388 0 0,'36'-19'9973'0'0,"-32"18"-9178"0"0,-4 1-745 0 0,1 0-1 0 0,0 0 1 0 0,-1-1-1 0 0,1 1 1 0 0,-1 0 0 0 0,1 0-1 0 0,0 0 1 0 0,-1 0-1 0 0,1 0 1 0 0,0 0-1 0 0,-1 0 1 0 0,1 0 0 0 0,-1 0-1 0 0,1 0 1 0 0,0 0-1 0 0,-1 1 1 0 0,1-1-1 0 0,1 1 1 0 0,0 4 206 0 0,0 1 0 0 0,-1 0 0 0 0,1 0 0 0 0,-1 0 0 0 0,0 1 0 0 0,-1-1 0 0 0,0 0 0 0 0,0 0 0 0 0,0 0 0 0 0,-2 11-1 0 0,-14 66 407 0 0,13-73-567 0 0,-24 90 291 0 0,12-47-265 0 0,2 1 0 0 0,2 1 0 0 0,-5 66 0 0 0,16-115-189 0 0,0 0 1 0 0,0 0 0 0 0,1 1 0 0 0,-1-1-1 0 0,1 0 1 0 0,1 0 0 0 0,-1 0 0 0 0,1 0-1 0 0,0 0 1 0 0,1 0 0 0 0,-1 0-1 0 0,1-1 1 0 0,0 1 0 0 0,6 6 0 0 0,-7-9-108 0 0,1 0 0 0 0,-1-1 0 0 0,1 1 0 0 0,0-1 0 0 0,0 0 0 0 0,0 0 1 0 0,0 0-1 0 0,0-1 0 0 0,0 1 0 0 0,0-1 0 0 0,1 1 0 0 0,-1-1 0 0 0,0 0 1 0 0,1 0-1 0 0,-1-1 0 0 0,1 1 0 0 0,-1-1 0 0 0,1 0 0 0 0,0 1 0 0 0,-1-2 0 0 0,1 1 1 0 0,-1 0-1 0 0,1-1 0 0 0,-1 1 0 0 0,1-1 0 0 0,5-2 0 0 0,0-1-115 0 0,0 0-1 0 0,0-1 1 0 0,-1 0 0 0 0,1 0-1 0 0,-1-1 1 0 0,0 0-1 0 0,-1 0 1 0 0,0 0-1 0 0,0-1 1 0 0,0-1 0 0 0,-1 1-1 0 0,0-1 1 0 0,9-15-1 0 0,-1 0 645 0 0,-2 0 0 0 0,0-2 1 0 0,14-46-1 0 0,-1-19 3503 0 0,-25 87-3015 0 0,-2 5-712 0 0,0 1-38 0 0,-1-1-1 0 0,1 0 1 0 0,0 1 0 0 0,0-1 0 0 0,0 1-1 0 0,0 0 1 0 0,0-1 0 0 0,0 1 0 0 0,1 0 0 0 0,0 0-1 0 0,-2 4 1 0 0,-2 9 107 0 0,1 1 0 0 0,0 0 0 0 0,1 0 0 0 0,-1 26 0 0 0,4-33-154 0 0,0 1 0 0 0,1-1 1 0 0,1 1-1 0 0,-1 0 1 0 0,2-1-1 0 0,-1 0 1 0 0,1 0-1 0 0,7 15 1 0 0,-6-17-68 0 0,0-1 1 0 0,1 0 0 0 0,0 0 0 0 0,0 0-1 0 0,0 0 1 0 0,1-1 0 0 0,0 0-1 0 0,0 0 1 0 0,1-1 0 0 0,-1 1 0 0 0,1-1-1 0 0,0-1 1 0 0,1 1 0 0 0,8 3 0 0 0,-11-6-247 0 0,-1-1 1 0 0,1 1-1 0 0,-1-1 1 0 0,1 0 0 0 0,-1 0-1 0 0,1 0 1 0 0,-1-1-1 0 0,1 0 1 0 0,0 0 0 0 0,-1 0-1 0 0,10-2 1 0 0,-10 1-212 0 0,0 0-1 0 0,0 0 1 0 0,0-1 0 0 0,0 0-1 0 0,-1 0 1 0 0,1 0 0 0 0,-1 0 0 0 0,1 0-1 0 0,-1-1 1 0 0,0 1 0 0 0,0-1-1 0 0,0 0 1 0 0,0 0 0 0 0,0 0 0 0 0,2-5-1 0 0,6-8-3413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123 153 1428 0 0,'-14'-26'2192'0'0,"-1"1"-1"0"0,-2 0 1 0 0,0 1-1 0 0,-26-27 1 0 0,41 49-2019 0 0,-2 4 9 0 0,4-2-192 0 0,-1 0-1 0 0,1 0 1 0 0,0 0-1 0 0,-1 0 1 0 0,1 0-1 0 0,0 0 1 0 0,-1 0-1 0 0,1 0 1 0 0,0 0-1 0 0,-1 0 0 0 0,1 0 1 0 0,0 0-1 0 0,0 0 1 0 0,-1 0-1 0 0,1 0 1 0 0,0 1-1 0 0,-1-1 1 0 0,1 0-1 0 0,0 0 0 0 0,0 0 1 0 0,-1 1-1 0 0,1-1 1 0 0,0 0-1 0 0,0 0 1 0 0,-1 0-1 0 0,1 1 1 0 0,0-1-1 0 0,0 0 1 0 0,0 1-1 0 0,-1-1 0 0 0,-1 24-1806 0 0,4-5-2357 0 0,1-6 155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49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0 756 0 0,'-2'2'2402'0'0,"-4"2"-1790"0"0,1 1 1 0 0,0 0-1 0 0,0 0 0 0 0,0 1 0 0 0,1 0 0 0 0,-1 0 0 0 0,1 0 0 0 0,1 0 1 0 0,-1 0-1 0 0,1 1 0 0 0,0-1 0 0 0,1 1 0 0 0,-3 12 0 0 0,-2 11-370 0 0,2-1-1 0 0,-2 33 0 0 0,0 3 676 0 0,2-42 2807 0 0,8-37-3413 0 0,3-13-169 0 0,2 0 1 0 0,17-39 0 0 0,-21 55-147 0 0,1 1 0 0 0,1 0 0 0 0,0 0 0 0 0,1 0 0 0 0,0 1 0 0 0,0 0 0 0 0,1 0 0 0 0,16-14 0 0 0,-22 21-3 0 0,0 0 0 0 0,0 0 1 0 0,1 0-1 0 0,-1 1 1 0 0,0-1-1 0 0,1 1 1 0 0,-1 0-1 0 0,1 0 0 0 0,0 0 1 0 0,-1 0-1 0 0,1 0 1 0 0,0 0-1 0 0,-1 1 0 0 0,1-1 1 0 0,0 1-1 0 0,0 0 1 0 0,0 0-1 0 0,-1 0 1 0 0,1 0-1 0 0,0 0 0 0 0,0 1 1 0 0,0-1-1 0 0,-1 1 1 0 0,1 0-1 0 0,0 0 0 0 0,-1 0 1 0 0,1 0-1 0 0,0 0 1 0 0,-1 0-1 0 0,0 1 0 0 0,1-1 1 0 0,-1 1-1 0 0,0 0 1 0 0,0 0-1 0 0,3 2 1 0 0,0 2 3 0 0,0 0 1 0 0,-1 0 0 0 0,1 1 0 0 0,-1-1-1 0 0,0 1 1 0 0,-1 0 0 0 0,0 1 0 0 0,0-1-1 0 0,0 0 1 0 0,-1 1 0 0 0,2 12 0 0 0,0 13 15 0 0,-2 60 1 0 0,-2-56 12 0 0,4 39 1 0 0,-4-75-19 0 0,0 1 1 0 0,1 0-1 0 0,-1 0 0 0 0,0 0 0 0 0,0-1 0 0 0,1 1 0 0 0,-1 0 1 0 0,1-1-1 0 0,0 1 0 0 0,-1 0 0 0 0,1-1 0 0 0,0 1 0 0 0,0-1 1 0 0,0 1-1 0 0,0-1 0 0 0,0 1 0 0 0,0-1 0 0 0,1 0 0 0 0,-1 1 1 0 0,0-1-1 0 0,1 0 0 0 0,-1 0 0 0 0,1 0 0 0 0,-1 0 0 0 0,1 0 1 0 0,-1 0-1 0 0,1-1 0 0 0,0 1 0 0 0,-1-1 0 0 0,1 1 0 0 0,0-1 1 0 0,3 1-1 0 0,0-1 5 0 0,-1 0 1 0 0,1-1 0 0 0,0 0-1 0 0,0 0 1 0 0,-1 0-1 0 0,1 0 1 0 0,0-1 0 0 0,-1 0-1 0 0,0 1 1 0 0,1-2-1 0 0,5-3 1 0 0,9-7 0 0 0,-2 0 0 0 0,0-2 0 0 0,0 0-1 0 0,-1 0 1 0 0,-1-2 0 0 0,-1 0 0 0 0,0-1 0 0 0,-1 0 0 0 0,-1-1 0 0 0,-1 0-1 0 0,-1-1 1 0 0,0 0 0 0 0,12-39 0 0 0,-22 58-15 0 0,1-1-1 0 0,0 1 1 0 0,-1-1 0 0 0,1 0 0 0 0,-1 1-1 0 0,0-1 1 0 0,0 0 0 0 0,1 1 0 0 0,-1-1-1 0 0,0 0 1 0 0,0 1 0 0 0,-1-1-1 0 0,1 0 1 0 0,0 1 0 0 0,0-1 0 0 0,-1 0-1 0 0,1 1 1 0 0,-1-1 0 0 0,0 1-1 0 0,1-1 1 0 0,-1 1 0 0 0,0-1 0 0 0,-1-1-1 0 0,1 3 2 0 0,0 1 0 0 0,0-1-1 0 0,0 0 1 0 0,0 0-1 0 0,0 1 1 0 0,0-1 0 0 0,0 1-1 0 0,0-1 1 0 0,0 1 0 0 0,0-1-1 0 0,0 1 1 0 0,0 0-1 0 0,-1 1 1 0 0,-6 4 29 0 0,1 0-1 0 0,0 1 1 0 0,1 0 0 0 0,-1 0-1 0 0,1 0 1 0 0,1 1-1 0 0,-1 0 1 0 0,2 0 0 0 0,-9 17-1 0 0,8-14 3 0 0,1 1 0 0 0,0-1-1 0 0,1 1 1 0 0,0 0-1 0 0,1 0 1 0 0,0 0 0 0 0,0 16-1 0 0,2-23-13 0 0,1 1-1 0 0,-1-1 0 0 0,1 1 1 0 0,0-1-1 0 0,0 1 0 0 0,0-1 0 0 0,1 0 1 0 0,-1 0-1 0 0,2 0 0 0 0,-1 0 1 0 0,0 0-1 0 0,1 0 0 0 0,0 0 0 0 0,0-1 1 0 0,6 7-1 0 0,-4-5-15 0 0,1-1 0 0 0,0 0 0 0 0,1 0 1 0 0,-1-1-1 0 0,1 0 0 0 0,0 0 0 0 0,0 0 0 0 0,0-1 0 0 0,14 5 0 0 0,2-3-691 0 0,-1 0 0 0 0,1-1 0 0 0,0-2 0 0 0,0 0 0 0 0,1-1-1 0 0,33-4 1 0 0,-12-1-1716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0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48 2036 0 0,'4'-48'12020'0'0,"-2"68"-10140"0"0,-4 48-221 0 0,-21 128-1 0 0,-37 63-1207 0 0,59-254-442 0 0,-11 41 112 0 0,-1-1-1 0 0,-3 0 0 0 0,-37 75 0 0 0,51-116-98 0 0,-1 0-1 0 0,1 0 1 0 0,-1-1 0 0 0,0 1 0 0 0,0-1 0 0 0,0 0-1 0 0,0 0 1 0 0,0 0 0 0 0,-1 0 0 0 0,0 0 0 0 0,1-1-1 0 0,-1 1 1 0 0,0-1 0 0 0,0 0 0 0 0,-6 2 0 0 0,7-4-130 0 0,0 1 0 0 0,0-1 0 0 0,0 1 0 0 0,-1-1 1 0 0,1 0-1 0 0,0 0 0 0 0,0 0 0 0 0,0-1 0 0 0,0 1 1 0 0,0-1-1 0 0,-1 1 0 0 0,1-1 0 0 0,0 0 0 0 0,0 0 0 0 0,1-1 1 0 0,-1 1-1 0 0,0-1 0 0 0,0 1 0 0 0,1-1 0 0 0,-1 0 1 0 0,1 0-1 0 0,-5-4 0 0 0,-2-3-1238 0 0,0-1 1 0 0,0 0-1 0 0,1 0 1 0 0,0-1-1 0 0,1 0 1 0 0,1 0-1 0 0,-10-20 1 0 0,6 2-3550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53 536 0 0,'6'-15'2628'0'0,"-3"1"-620"0"0,2 4 585 0 0,0-4 279 0 0,12 23-2544 0 0,-11 1-144 0 0,-1 0-156 0 0,2 6-372 0 0,-2-2-376 0 0,2 4-508 0 0,1 0-1592 0 0,1-3-841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0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59 624 0 0,'-8'7'7946'0'0,"-1"-1"-6950"0"0,1 0 0 0 0,1 1 1 0 0,-1 0-1 0 0,1 0 0 0 0,-8 11 0 0 0,6-5-216 0 0,0 0-1 0 0,-14 28 1 0 0,15-23-600 0 0,1 0 1 0 0,0 0 0 0 0,1 1-1 0 0,1-1 1 0 0,1 1 0 0 0,-1 21-1 0 0,4-34-144 0 0,1 0 0 0 0,0 0 0 0 0,0 0-1 0 0,1 0 1 0 0,0 0 0 0 0,0 0 0 0 0,0 0-1 0 0,1 0 1 0 0,0 0 0 0 0,0-1 0 0 0,0 1-1 0 0,1 0 1 0 0,0-1 0 0 0,0 0 0 0 0,0 0-1 0 0,1 0 1 0 0,-1 0 0 0 0,7 5 0 0 0,-6-6-14 0 0,0-1 1 0 0,0 1-1 0 0,0-1 0 0 0,1 0 1 0 0,-1-1-1 0 0,1 1 1 0 0,0-1-1 0 0,0 0 1 0 0,0 0-1 0 0,0-1 0 0 0,0 1 1 0 0,0-1-1 0 0,0 0 1 0 0,1 0-1 0 0,-1-1 1 0 0,0 0-1 0 0,1 0 0 0 0,-1 0 1 0 0,0 0-1 0 0,0-1 1 0 0,7-2-1 0 0,-2 0-5 0 0,0 0-1 0 0,0-1 1 0 0,0-1-1 0 0,-1 0 1 0 0,1 0-1 0 0,-1-1 1 0 0,-1 0 0 0 0,1 0-1 0 0,-1-1 1 0 0,0 0-1 0 0,-1 0 1 0 0,1-1-1 0 0,-1 0 1 0 0,-1-1-1 0 0,0 1 1 0 0,0-1-1 0 0,7-15 1 0 0,-7 12-9 0 0,-1 1-1 0 0,0-1 1 0 0,0 0 0 0 0,-2 0 0 0 0,1-1-1 0 0,-2 1 1 0 0,1-1 0 0 0,-2 0-1 0 0,0 0 1 0 0,0 1 0 0 0,-1-1-1 0 0,-1 0 1 0 0,0 0 0 0 0,-4-17-1 0 0,2 21-3 0 0,0 1 1 0 0,-1-1-1 0 0,0 1 0 0 0,0-1 0 0 0,-1 1 0 0 0,0 0 0 0 0,0 1 0 0 0,-1-1 0 0 0,0 1 0 0 0,0 0 0 0 0,-1 1 0 0 0,-13-11 0 0 0,16 14-8 0 0,-1-1 1 0 0,1 1 0 0 0,-1 0 0 0 0,0 1-1 0 0,0-1 1 0 0,0 1 0 0 0,-1 0 0 0 0,1 0-1 0 0,0 0 1 0 0,-1 1 0 0 0,1 0 0 0 0,-1 0-1 0 0,1 0 1 0 0,-1 1 0 0 0,0-1 0 0 0,1 1-1 0 0,-1 1 1 0 0,0-1 0 0 0,1 1 0 0 0,-1 0-1 0 0,1 0 1 0 0,-8 4 0 0 0,11-5-34 0 0,0 1 1 0 0,0-1 0 0 0,1 1-1 0 0,-1 0 1 0 0,0-1-1 0 0,1 1 1 0 0,-1 0-1 0 0,1 0 1 0 0,-1 1-1 0 0,1-1 1 0 0,-1 0 0 0 0,1 0-1 0 0,0 1 1 0 0,-1-1-1 0 0,1 1 1 0 0,0-1-1 0 0,0 1 1 0 0,0-1 0 0 0,0 1-1 0 0,1 0 1 0 0,-1-1-1 0 0,0 1 1 0 0,1 0-1 0 0,-1 0 1 0 0,1-1 0 0 0,-1 1-1 0 0,1 0 1 0 0,0 0-1 0 0,0 0 1 0 0,0 0-1 0 0,0-1 1 0 0,0 1 0 0 0,0 0-1 0 0,0 0 1 0 0,1 0-1 0 0,-1 0 1 0 0,1-1-1 0 0,-1 1 1 0 0,1 0 0 0 0,0 0-1 0 0,0-1 1 0 0,1 3-1 0 0,3 3-501 0 0,-1-1 1 0 0,1 1-1 0 0,0-1 0 0 0,0-1 0 0 0,0 1 0 0 0,1-1 1 0 0,0 0-1 0 0,0 0 0 0 0,7 4 0 0 0,34 15-5247 0 0,-22-12 1205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1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60 2328 0 0,'21'-51'13319'0'0,"-18"43"-10282"0"0,-2 20-2676 0 0,-2 0 1 0 0,1 0-1 0 0,-2 0 1 0 0,0 0-1 0 0,-5 18 1 0 0,-4 25 85 0 0,9-38-424 0 0,-1 2 121 0 0,1 0-1 0 0,1 1 0 0 0,1-1 1 0 0,2 23-1 0 0,-2-39-180 0 0,1 1 1 0 0,-1-1-1 0 0,1 0 1 0 0,0 1-1 0 0,-1-1 0 0 0,2 0 1 0 0,-1 1-1 0 0,0-1 1 0 0,1 0-1 0 0,-1 0 0 0 0,1 0 1 0 0,0 0-1 0 0,0 0 1 0 0,0-1-1 0 0,0 1 0 0 0,1-1 1 0 0,-1 1-1 0 0,1-1 1 0 0,-1 0-1 0 0,1 0 0 0 0,0 0 1 0 0,0 0-1 0 0,0 0 1 0 0,0-1-1 0 0,0 1 0 0 0,0-1 1 0 0,0 0-1 0 0,1 0 1 0 0,5 1-1 0 0,-5-2-289 0 0,-1 1 0 0 0,1-2 0 0 0,-1 1 0 0 0,1 0 0 0 0,-1-1 0 0 0,0 1 0 0 0,1-1 0 0 0,-1 0 0 0 0,0 0 0 0 0,1 0 0 0 0,-1-1 0 0 0,0 1 0 0 0,5-4 0 0 0,-2 1-772 0 0,-1 0 0 0 0,0 0 0 0 0,-1 0 1 0 0,1 0-1 0 0,-1-1 0 0 0,7-7 0 0 0,4-11-5191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1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78 864 0 0,'-12'-17'2520'0'0,"-4"5"-664"0"0,2-4-299 0 0,2 6-373 0 0,0 1-160 0 0,4 1-324 0 0,-2 4 388 0 0,-9 2-416 0 0,3 9-480 0 0,11 4-372 0 0,-2-1-220 0 0,5 2-464 0 0,1 3-736 0 0,1-1-1124 0 0,3 2-761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1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1428 0 0,'0'0'6606'0'0,"9"13"-2786"0"0,7 6-2629 0 0,-1 1 0 0 0,0 0 0 0 0,14 30 0 0 0,-23-39-1028 0 0,-1 0 0 0 0,0 0 0 0 0,-1 1 0 0 0,0 0 0 0 0,-1 0 0 0 0,0 0 0 0 0,-1 0 0 0 0,1 24 0 0 0,-3-23 88 0 0,1-9-152 0 0,-1 0-1 0 0,0-1 1 0 0,0 1-1 0 0,0-1 1 0 0,-1 1 0 0 0,1 0-1 0 0,-1-1 1 0 0,0 1-1 0 0,0-1 1 0 0,-2 7-1 0 0,2-9 61 0 0,5-25-49 0 0,6-3-158 0 0,2 1 0 0 0,1 0 0 0 0,2 1 0 0 0,0 1-1 0 0,24-30 1 0 0,-27 40 22 0 0,1 0 0 0 0,0 0 0 0 0,1 2 0 0 0,0-1 0 0 0,1 2 0 0 0,0 0 0 0 0,1 1 0 0 0,0 0 0 0 0,21-8 0 0 0,-30 15 9 0 0,1 1-1 0 0,-1 0 1 0 0,1 0 0 0 0,-1 0-1 0 0,1 1 1 0 0,0 0-1 0 0,-1 0 1 0 0,1 1-1 0 0,11 1 1 0 0,-16-1 14 0 0,0 1 0 0 0,-1-1 1 0 0,1 1-1 0 0,0-1 1 0 0,-1 1-1 0 0,1 0 1 0 0,0 0-1 0 0,-1 0 0 0 0,1 0 1 0 0,-1 1-1 0 0,1-1 1 0 0,-1 1-1 0 0,0 0 1 0 0,0-1-1 0 0,0 1 0 0 0,0 0 1 0 0,0 0-1 0 0,0 0 1 0 0,0 0-1 0 0,-1 1 1 0 0,1-1-1 0 0,-1 0 0 0 0,1 1 1 0 0,-1-1-1 0 0,0 1 1 0 0,0 0-1 0 0,0-1 1 0 0,0 1-1 0 0,0 4 0 0 0,0 9 7 0 0,0 0-1 0 0,-1 0 0 0 0,-1 0 0 0 0,-1 0 0 0 0,0 0 0 0 0,-7 25 0 0 0,4-16-5 0 0,-4 39 0 0 0,8-61-171 0 0,1 1-1 0 0,0-1 1 0 0,0 0-1 0 0,0 0 1 0 0,1 0-1 0 0,-1 0 1 0 0,1 1-1 0 0,0-1 1 0 0,-1 0-1 0 0,1 0 1 0 0,1 0-1 0 0,-1 0 1 0 0,0 0-1 0 0,1-1 1 0 0,0 1 0 0 0,-1 0-1 0 0,1-1 1 0 0,0 1-1 0 0,0-1 1 0 0,1 1-1 0 0,-1-1 1 0 0,0 0-1 0 0,5 3 1 0 0,-4-4-210 0 0,0 1 0 0 0,0-1 0 0 0,0 0 1 0 0,0 0-1 0 0,0 0 0 0 0,0-1 0 0 0,1 1 1 0 0,-1-1-1 0 0,0 0 0 0 0,0 0 0 0 0,1 0 1 0 0,-1 0-1 0 0,0 0 0 0 0,0-1 0 0 0,0 0 1 0 0,1 1-1 0 0,-1-1 0 0 0,0 0 0 0 0,0 0 1 0 0,0-1-1 0 0,0 1 0 0 0,-1-1 0 0 0,5-2 1 0 0,11-8-2771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1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1596 0 0,'6'-14'1657'0'0,"0"-1"-1"0"0,-1-1 0 0 0,-1 1 1 0 0,0-1-1 0 0,-1 0 1 0 0,1-17-1 0 0,3-24 2971 0 0,-7 54-3585 0 0,-5 30-119 0 0,3 1-681 0 0,0 1-1 0 0,3-1 0 0 0,0 1 1 0 0,1-1-1 0 0,2 1 1 0 0,1-1-1 0 0,10 31 1 0 0,-12-52-286 0 0,-1 0 1 0 0,2 0 0 0 0,-1-1 0 0 0,1 1-1 0 0,-1-1 1 0 0,2 0 0 0 0,-1 0-1 0 0,1 0 1 0 0,0-1 0 0 0,6 7 0 0 0,-9-11-218 0 0,0 1 1 0 0,0-1-1 0 0,0 1 1 0 0,0-1 0 0 0,0 0-1 0 0,1 0 1 0 0,-1 0 0 0 0,0 0-1 0 0,0 0 1 0 0,1-1-1 0 0,-1 1 1 0 0,1-1 0 0 0,-1 1-1 0 0,5-1 1 0 0,-5 0-223 0 0,0 0-1 0 0,0-1 1 0 0,1 0 0 0 0,-1 1 0 0 0,0-1 0 0 0,0 0-1 0 0,0 0 1 0 0,0 0 0 0 0,0 0 0 0 0,0 0-1 0 0,0-1 1 0 0,-1 1 0 0 0,1 0 0 0 0,0-1-1 0 0,-1 0 1 0 0,1 1 0 0 0,-1-1 0 0 0,3-3-1 0 0,5-10-5263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1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83 1644 0 0,'-12'-19'2292'0'0,"0"3"-663"0"0,0 2-269 0 0,2 2-380 0 0,-2 2-92 0 0,1 3-280 0 0,1 4 40 0 0,-11 1-956 0 0,2 11-3412 0 0,11-4 103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2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1 102 496 0 0,'6'-6'1549'0'0,"1"0"1"0"0,-1 0-1 0 0,1 1 1 0 0,1 0-1 0 0,9-6 0 0 0,-11 9-1223 0 0,1-1-1 0 0,-1 1 0 0 0,1 0 1 0 0,-1 0-1 0 0,1 0 0 0 0,-1 1 0 0 0,1 0 1 0 0,0 1-1 0 0,0-1 0 0 0,-1 1 1 0 0,1 1-1 0 0,7 0 0 0 0,-1 2-110 0 0,1-1 0 0 0,-1 2-1 0 0,0 0 1 0 0,-1 0-1 0 0,1 1 1 0 0,-1 1 0 0 0,0 0-1 0 0,0 1 1 0 0,-1 0 0 0 0,21 17-1 0 0,-25-18-161 0 0,1 1 0 0 0,-1 0 0 0 0,0 0 0 0 0,-1 1 0 0 0,1 0-1 0 0,-2 0 1 0 0,1 1 0 0 0,-1-1 0 0 0,0 1 0 0 0,-1 0 0 0 0,0 1 0 0 0,0-1 0 0 0,-1 1 0 0 0,-1-1-1 0 0,3 13 1 0 0,-5-16-25 0 0,0-1 0 0 0,0 1 0 0 0,-1 0 0 0 0,0-1 1 0 0,0 1-1 0 0,0-1 0 0 0,0 0 0 0 0,-1 1 0 0 0,0-1 0 0 0,0 0 0 0 0,-1 0 0 0 0,1 0 0 0 0,-1 0 0 0 0,0 0 0 0 0,0-1 0 0 0,-1 1 0 0 0,1-1 0 0 0,-1 0 0 0 0,0 0 0 0 0,0 0 0 0 0,-1-1 0 0 0,1 1 1 0 0,-1-1-1 0 0,-5 3 0 0 0,8-5-1 0 0,-1-3-13 0 0,2 1-10 0 0,0 0 0 0 0,0 0 0 0 0,0 0 1 0 0,0 0-1 0 0,0 0 0 0 0,0 0 1 0 0,1 0-1 0 0,-1 0 0 0 0,0 0 0 0 0,0-1 1 0 0,1 1-1 0 0,-1 0 0 0 0,1 0 1 0 0,-1-1-1 0 0,1 1 0 0 0,0 0 0 0 0,-1-1 1 0 0,1 1-1 0 0,0 0 0 0 0,0-1 1 0 0,0 1-1 0 0,0 0 0 0 0,0-1 0 0 0,0 1 1 0 0,0 0-1 0 0,1-2 0 0 0,1-9 2 0 0,1-1 1 0 0,1 1-1 0 0,0 1 0 0 0,0-1 0 0 0,1 1 0 0 0,8-15 0 0 0,-1 6-8 0 0,1 0 1 0 0,21-25-1 0 0,-18 26-8 0 0,1 1 0 0 0,1 1 1 0 0,0 1-1 0 0,1 0 1 0 0,28-17-1 0 0,-35 25 3 0 0,1 1 1 0 0,-1 1-1 0 0,1 0 1 0 0,1 1-1 0 0,-1 1 1 0 0,1 0-1 0 0,0 0 0 0 0,-1 2 1 0 0,2 0-1 0 0,23-1 1 0 0,-34 3 4 0 0,0 0 0 0 0,0 0 1 0 0,1 0-1 0 0,-1 1 0 0 0,0 0 1 0 0,0 0-1 0 0,0 0 0 0 0,0 0 1 0 0,0 1-1 0 0,0-1 0 0 0,0 1 1 0 0,0 0-1 0 0,-1 0 0 0 0,1 1 1 0 0,-1-1-1 0 0,1 1 0 0 0,-1-1 0 0 0,0 1 1 0 0,0 0-1 0 0,4 5 0 0 0,-4-2 7 0 0,1 0-1 0 0,-1 0 1 0 0,0 0-1 0 0,-1 0 0 0 0,0 0 1 0 0,0 1-1 0 0,0-1 1 0 0,-1 1-1 0 0,0-1 0 0 0,0 1 1 0 0,0 0-1 0 0,-1 8 1 0 0,-2 41 155 0 0,0-36-553 0 0,1-1 0 0 0,1 1 0 0 0,1 0 1 0 0,7 36-1 0 0,-7-51-68 0 0,1 1 0 0 0,0-1 0 0 0,0 0 0 0 0,0 1 0 0 0,1-1 0 0 0,0 0 0 0 0,0 0 0 0 0,0 0 0 0 0,0-1 0 0 0,1 1 1 0 0,0-1-1 0 0,0 0 0 0 0,0 0 0 0 0,0 0 0 0 0,1-1 0 0 0,0 1 0 0 0,-1-1 0 0 0,1 0 0 0 0,0 0 0 0 0,1-1 0 0 0,6 3 0 0 0,11 3-3206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3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1051 275 540 0 0,'16'-17'1665'0'0,"-1"-1"1"0"0,-1-1-1 0 0,17-27 0 0 0,-27 39-1320 0 0,0-1 0 0 0,0 1 1 0 0,-1-1-1 0 0,0 1 0 0 0,0-1 0 0 0,-1 0 0 0 0,0 0 0 0 0,0-1 0 0 0,-1 1 1 0 0,0 0-1 0 0,-1 0 0 0 0,1-1 0 0 0,-2-8 0 0 0,0 14-273 0 0,1 1 1 0 0,0-1-1 0 0,-1 1 0 0 0,0-1 0 0 0,0 1 0 0 0,0-1 1 0 0,0 1-1 0 0,0-1 0 0 0,0 1 0 0 0,-1 0 0 0 0,1 0 1 0 0,-1-1-1 0 0,1 1 0 0 0,-1 0 0 0 0,0 1 0 0 0,0-1 1 0 0,0 0-1 0 0,-4-2 0 0 0,3 2 8 0 0,0 1 0 0 0,0-1 0 0 0,-1 1 0 0 0,1 0 0 0 0,-1 0 0 0 0,1 0 0 0 0,-1 1 0 0 0,1-1 0 0 0,-1 1 0 0 0,1 0 1 0 0,-1 0-1 0 0,-4 1 0 0 0,-3 1 47 0 0,0 0 1 0 0,1 0-1 0 0,-1 1 1 0 0,1 1 0 0 0,0 0-1 0 0,0 0 1 0 0,0 1-1 0 0,-10 7 1 0 0,8-4-69 0 0,0 1 1 0 0,1 0-1 0 0,0 1 0 0 0,0 0 1 0 0,1 1-1 0 0,0 0 0 0 0,1 0 1 0 0,1 1-1 0 0,-1 0 0 0 0,2 1 0 0 0,-12 25 1 0 0,16-31-47 0 0,1 1 1 0 0,-1-1-1 0 0,2 0 1 0 0,-1 1-1 0 0,1-1 1 0 0,0 1-1 0 0,0-1 1 0 0,1 1-1 0 0,0 0 1 0 0,1-1-1 0 0,0 1 1 0 0,0-1-1 0 0,0 1 1 0 0,1-1-1 0 0,0 0 0 0 0,0 1 1 0 0,1-1-1 0 0,0 0 1 0 0,0-1-1 0 0,1 1 1 0 0,0 0-1 0 0,0-1 1 0 0,0 0-1 0 0,9 9 1 0 0,-7-9-3 0 0,-1-1 1 0 0,1 0 0 0 0,0 0-1 0 0,0 0 1 0 0,0-1-1 0 0,0 0 1 0 0,1 0-1 0 0,0-1 1 0 0,0 0 0 0 0,0 0-1 0 0,0 0 1 0 0,0-1-1 0 0,0 0 1 0 0,1 0-1 0 0,-1-1 1 0 0,1 0 0 0 0,0-1-1 0 0,-1 1 1 0 0,15-3-1 0 0,-11 1 2 0 0,1-1 1 0 0,-1-1-1 0 0,0 0 0 0 0,0 0 0 0 0,-1-1 0 0 0,1-1 0 0 0,-1 0 0 0 0,0 0 0 0 0,0-1 0 0 0,0 0 0 0 0,-1-1 0 0 0,14-12 0 0 0,41-50 65 0 0,-14 12-132 0 0,-49 57 18 0 0,7 11 40 0 0,-7-7-2 0 0,-1 0 1 0 0,0 0-1 0 0,0 0 0 0 0,-1 0 0 0 0,1 0 0 0 0,-1 0 0 0 0,0 0 1 0 0,0 0-1 0 0,0 0 0 0 0,-3 7 0 0 0,-2 6 46 0 0,-14 49 430 0 0,-4-1 0 0 0,-37 74 0 0 0,-77 119 814 0 0,85-163-835 0 0,13-20-90 0 0,-70 120 504 0 0,82-151-599 0 0,-2 0-1 0 0,-42 46 1 0 0,60-77-186 0 0,0-1 1 0 0,-1 0-1 0 0,0 0 0 0 0,-1-1 0 0 0,0-1 1 0 0,-1-1-1 0 0,-22 12 0 0 0,26-17-31 0 0,1 0 1 0 0,-1 0-1 0 0,0-1 0 0 0,0 0 1 0 0,0-1-1 0 0,0 0 0 0 0,-1-1 0 0 0,1-1 1 0 0,0 1-1 0 0,-1-2 0 0 0,1 0 1 0 0,-17-3-1 0 0,5-1-22 0 0,1-2 1 0 0,1 0-1 0 0,-1-1 1 0 0,1-1-1 0 0,0-2 1 0 0,1 0-1 0 0,-30-21 1 0 0,20 9 24 0 0,2 0 1 0 0,0-2-1 0 0,-47-55 1 0 0,67 70-31 0 0,0 1 0 0 0,1-1 0 0 0,1 0 0 0 0,0 0 0 0 0,0-1 0 0 0,1 0 0 0 0,-5-13 0 0 0,9 20-119 0 0,0 0 0 0 0,0 0 0 0 0,0-1 0 0 0,1 1 0 0 0,-1 0 1 0 0,1-1-1 0 0,0 1 0 0 0,1 0 0 0 0,-1-1 0 0 0,1 1 0 0 0,-1 0 1 0 0,1-1-1 0 0,0 1 0 0 0,1 0 0 0 0,-1 0 0 0 0,1 0 0 0 0,0 0 1 0 0,0 0-1 0 0,0 1 0 0 0,1-1 0 0 0,-1 0 0 0 0,6-5 0 0 0,0 1-704 0 0,0 1-1 0 0,0 1 1 0 0,0-1-1 0 0,1 1 1 0 0,18-9 0 0 0,24-9-6119 0 0,-13 8-1385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0:53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61 188 2316 0 0,'6'-27'3263'0'0,"2"-37"0"0"0,-7 50-2652 0 0,0-1 1 0 0,-1 1-1 0 0,-1 0 1 0 0,-3-17-1 0 0,4 30-614 0 0,0 1-1 0 0,-1-1 1 0 0,1 1-1 0 0,0 0 1 0 0,0-1-1 0 0,0 1 1 0 0,-1-1-1 0 0,1 1 1 0 0,0 0-1 0 0,0-1 1 0 0,-1 1-1 0 0,1 0 1 0 0,0-1-1 0 0,-1 1 1 0 0,1 0-1 0 0,0-1 1 0 0,-1 1 0 0 0,1 0-1 0 0,-1 0 1 0 0,1-1-1 0 0,0 1 1 0 0,-1 0-1 0 0,1 0 1 0 0,-1 0-1 0 0,1 0 1 0 0,-1 0-1 0 0,1 0 1 0 0,-1-1-1 0 0,1 1 1 0 0,-1 0-1 0 0,1 0 1 0 0,0 0-1 0 0,-1 1 1 0 0,1-1-1 0 0,-1 0 1 0 0,1 0-1 0 0,-1 0 1 0 0,1 0 0 0 0,-1 0-1 0 0,1 0 1 0 0,0 1-1 0 0,-1-1 1 0 0,1 0-1 0 0,-1 0 1 0 0,1 1-1 0 0,-19 11-1250 0 0,-4 15-3097 0 0,11-12 621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0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54 130 60 0 0,'4'-1'1613'0'0,"-3"0"-1075"0"0,0 1 0 0 0,1 0-1 0 0,-1-1 1 0 0,0 1 0 0 0,1 0-1 0 0,-1 0 1 0 0,0 0 0 0 0,1 0 0 0 0,-1 0-1 0 0,2 0 1 0 0,20 7 1806 0 0,18 15-1673 0 0,-41-22-659 0 0,14 7 62 0 0,1 0 1 0 0,0-1-1 0 0,0-1 1 0 0,0 0-1 0 0,1-1 1 0 0,-1-1-1 0 0,1-1 0 0 0,0 0 1 0 0,0 0-1 0 0,20-2 1 0 0,-31 0-65 0 0,1-1 0 0 0,-1 1 1 0 0,1-1-1 0 0,-1 0 0 0 0,1 0 0 0 0,-1-1 1 0 0,0 0-1 0 0,0 1 0 0 0,0-2 1 0 0,0 1-1 0 0,0-1 0 0 0,6-3 0 0 0,-9 4-10 0 0,0 1 0 0 0,0-1 0 0 0,0 0 0 0 0,0 0-1 0 0,0 0 1 0 0,-1 0 0 0 0,1 0 0 0 0,-1 0-1 0 0,0 0 1 0 0,1 0 0 0 0,-1-1 0 0 0,0 1-1 0 0,0-1 1 0 0,0 1 0 0 0,-1 0 0 0 0,1-1 0 0 0,0 1-1 0 0,-1-1 1 0 0,0 0 0 0 0,0 1 0 0 0,1-1-1 0 0,-1 1 1 0 0,-1-1 0 0 0,1 0 0 0 0,0 1 0 0 0,-1-1-1 0 0,-1-3 1 0 0,1-1-14 0 0,-2 1 0 0 0,1 0 0 0 0,-1 0 0 0 0,1 0 0 0 0,-2 0 0 0 0,1 1-1 0 0,-1-1 1 0 0,1 1 0 0 0,-2-1 0 0 0,1 1 0 0 0,0 1 0 0 0,-1-1 0 0 0,0 1 0 0 0,0 0 0 0 0,-9-6 0 0 0,9 7 9 0 0,-1 1-1 0 0,1-1 1 0 0,0 1 0 0 0,-1 1 0 0 0,0-1 0 0 0,1 1 0 0 0,-1 0 0 0 0,0 0 0 0 0,0 0-1 0 0,0 1 1 0 0,1 0 0 0 0,-1 0 0 0 0,0 1 0 0 0,0 0 0 0 0,0 0 0 0 0,1 0 0 0 0,-1 0-1 0 0,-5 3 1 0 0,-3 2 19 0 0,0 0-1 0 0,0 1 1 0 0,0 1-1 0 0,1 0 1 0 0,1 1-1 0 0,-1 0 1 0 0,1 1-1 0 0,1 0 1 0 0,0 1-1 0 0,-11 14 1 0 0,11-11-27 0 0,0 0-1 0 0,0 1 1 0 0,2 1-1 0 0,0 0 1 0 0,1 0 0 0 0,0 0-1 0 0,2 1 1 0 0,-8 25-1 0 0,13-34 9 0 0,-1 0-1 0 0,1 0 1 0 0,0 0-1 0 0,0 0 1 0 0,1 1-1 0 0,0-1 1 0 0,1 0-1 0 0,0 0 1 0 0,0 0-1 0 0,0 0 1 0 0,1 0-1 0 0,6 16 1 0 0,-5-18-44 0 0,0 0 0 0 0,1-1 0 0 0,-1 1 0 0 0,1-1 0 0 0,0 0 0 0 0,1 1 0 0 0,-1-2 0 0 0,1 1 0 0 0,0-1 0 0 0,0 1 0 0 0,0-1 0 0 0,1-1 0 0 0,-1 1 0 0 0,1-1 0 0 0,0 0 0 0 0,10 4 0 0 0,0-2-537 0 0,0 0 0 0 0,0-1 0 0 0,0 0 1 0 0,1-1-1 0 0,-1-1 0 0 0,1-1 1 0 0,0-1-1 0 0,0 0 0 0 0,26-4 0 0 0,-11 0-1514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0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115 408 232 0 0,'-2'-76'7530'0'0,"2"75"-7493"0"0,0 1 0 0 0,0-1-1 0 0,0 1 1 0 0,0 0 0 0 0,0-1 0 0 0,0 1-1 0 0,0 0 1 0 0,1-1 0 0 0,-1 1 0 0 0,0-1-1 0 0,0 1 1 0 0,0 0 0 0 0,0-1 0 0 0,1 1-1 0 0,-1 0 1 0 0,0 0 0 0 0,0-1 0 0 0,0 1-1 0 0,1 0 1 0 0,-1-1 0 0 0,0 1 0 0 0,1 0-1 0 0,-1 0 1 0 0,0-1 0 0 0,1 1-1 0 0,-1 0 1 0 0,0 0 0 0 0,1 0 0 0 0,-1 0-1 0 0,0-1 1 0 0,1 1 0 0 0,-1 0 0 0 0,0 0-1 0 0,1 0 1 0 0,-1 0 0 0 0,1 0 0 0 0,-1 0-1 0 0,0 0 1 0 0,1 0 0 0 0,-1 0 0 0 0,1 0-1 0 0,-1 0 1 0 0,0 0 0 0 0,1 1 0 0 0,-1-1-1 0 0,0 0 1 0 0,1 0 0 0 0,-1 0 0 0 0,0 0-1 0 0,1 1 1 0 0,-1-1 0 0 0,0 0 0 0 0,1 0-1 0 0,-1 0 1 0 0,1 1 0 0 0,16 14 395 0 0,-9-4-309 0 0,-1-1-1 0 0,0 1 0 0 0,-1 1 1 0 0,0-1-1 0 0,-1 1 0 0 0,0 0 1 0 0,-1 0-1 0 0,-1 1 0 0 0,0-1 1 0 0,0 1-1 0 0,-1 0 0 0 0,-1 0 1 0 0,0 0-1 0 0,-1-1 0 0 0,0 1 0 0 0,-4 26 1 0 0,2-29-15 0 0,0 1 0 0 0,0-1-1 0 0,-1 0 1 0 0,0 0 0 0 0,-1 0 0 0 0,0 0 0 0 0,-1-1 0 0 0,0 1 0 0 0,0-1 0 0 0,-1 0 0 0 0,0-1-1 0 0,-1 1 1 0 0,0-1 0 0 0,0-1 0 0 0,-1 1 0 0 0,0-1 0 0 0,0 0 0 0 0,-1-1 0 0 0,1 0 0 0 0,-1-1-1 0 0,-11 6 1 0 0,15-9-41 0 0,-1 0 0 0 0,0 0-1 0 0,0 0 1 0 0,0-1-1 0 0,-7 1 1 0 0,12-2-63 0 0,0 0 1 0 0,1 1-1 0 0,-1-1 0 0 0,0 0 1 0 0,0 0-1 0 0,1 0 0 0 0,-1 0 1 0 0,0 0-1 0 0,1 0 0 0 0,-1 0 1 0 0,0 0-1 0 0,0 0 0 0 0,1-1 1 0 0,-1 1-1 0 0,0 0 1 0 0,1 0-1 0 0,-1-1 0 0 0,0 1 1 0 0,1 0-1 0 0,-1-1 0 0 0,1 1 1 0 0,-1-1-1 0 0,0 1 0 0 0,1 0 1 0 0,-1-1-1 0 0,1 0 0 0 0,-1 1 1 0 0,1-1-1 0 0,0 1 0 0 0,-1-1 1 0 0,1 1-1 0 0,-1-1 0 0 0,1 0 1 0 0,0 1-1 0 0,0-1 0 0 0,-1 0 1 0 0,1 1-1 0 0,0-1 0 0 0,0 0 1 0 0,0 0-1 0 0,0 1 1 0 0,0-1-1 0 0,0 0 0 0 0,0 1 1 0 0,0-1-1 0 0,0 0 0 0 0,0 0 1 0 0,0 1-1 0 0,0-1 0 0 0,0 0 1 0 0,1 1-1 0 0,-1-1 0 0 0,0 0 1 0 0,1 1-1 0 0,-1-1 0 0 0,1 0 1 0 0,4-12-44 0 0,1 0 1 0 0,1 0 0 0 0,0 1 0 0 0,1 0-1 0 0,0 1 1 0 0,1 0 0 0 0,0 0-1 0 0,1 1 1 0 0,12-11 0 0 0,17-11-84 0 0,50-33 1 0 0,-68 50 83 0 0,81-52-91 0 0,75-56 16 0 0,-171 118 108 0 0,38-33-5 0 0,-41 35 3 0 0,1 0 1 0 0,-1-1 0 0 0,0 1 0 0 0,0-1-1 0 0,-1 0 1 0 0,1 0 0 0 0,-1 0 0 0 0,0 0 0 0 0,3-7-1 0 0,-5 11 6 0 0,0-1 0 0 0,0 1-1 0 0,1 0 1 0 0,-1-1 0 0 0,0 1-1 0 0,0-1 1 0 0,0 1 0 0 0,0 0-1 0 0,0-1 1 0 0,0 1 0 0 0,0-1-1 0 0,0 1 1 0 0,0-1 0 0 0,0 1-1 0 0,0-1 1 0 0,0 1 0 0 0,0 0-1 0 0,0-1 1 0 0,0 1 0 0 0,-1-1-1 0 0,1 1 1 0 0,0-1 0 0 0,0 1 0 0 0,0 0-1 0 0,-1-1 1 0 0,1 1 0 0 0,0 0-1 0 0,0-1 1 0 0,-1 1 0 0 0,1 0-1 0 0,0-1 1 0 0,-1 1 0 0 0,1 0-1 0 0,0 0 1 0 0,-1-1 0 0 0,1 1-1 0 0,-1 0 1 0 0,1 0 0 0 0,0 0-1 0 0,-1-1 1 0 0,1 1 0 0 0,-1 0-1 0 0,1 0 1 0 0,-1 0 0 0 0,1 0-1 0 0,0 0 1 0 0,-1 0 0 0 0,1 0-1 0 0,-1 0 1 0 0,1 0 0 0 0,-1 0-1 0 0,-24 6 83 0 0,23-5-71 0 0,-9 4 56 0 0,0 0 0 0 0,0 1 0 0 0,0 0 0 0 0,1 0 0 0 0,0 1 0 0 0,1 0 0 0 0,-1 1 0 0 0,1 0 0 0 0,-13 16 0 0 0,11-11-15 0 0,1 0 1 0 0,1 0 0 0 0,0 1 0 0 0,1 1 0 0 0,0-1 0 0 0,-8 23-1 0 0,13-29-47 0 0,1 0 0 0 0,0 0 0 0 0,0 1 0 0 0,0-1 0 0 0,1 1 0 0 0,1 0 0 0 0,-1-1 0 0 0,1 1 0 0 0,1-1 0 0 0,0 1 0 0 0,0 0 0 0 0,0-1 0 0 0,6 16 0 0 0,-3-14 10 0 0,1 1 1 0 0,0-1 0 0 0,0 0-1 0 0,1 0 1 0 0,1-1-1 0 0,-1 0 1 0 0,2 0-1 0 0,-1 0 1 0 0,14 10 0 0 0,-2-3-63 0 0,1-1 0 0 0,0-2 0 0 0,1 0 0 0 0,0-1 0 0 0,1-1 0 0 0,1-1 0 0 0,-1-1 0 0 0,2-1 0 0 0,24 6 0 0 0,-35-11-184 0 0,0-1 0 0 0,1 0-1 0 0,-1-1 1 0 0,0-1 0 0 0,1 0 0 0 0,-1 0-1 0 0,0-1 1 0 0,0-1 0 0 0,0 0-1 0 0,1-1 1 0 0,-2-1 0 0 0,1 0-1 0 0,18-8 1 0 0,-17 4-130 0 0,1 0 1 0 0,-1-1-1 0 0,0 0 0 0 0,-1-1 0 0 0,0-1 1 0 0,-1 0-1 0 0,0-1 0 0 0,-1 0 0 0 0,0-1 1 0 0,12-19-1 0 0,-5 4 57 0 0,-2-2-1 0 0,-1 1 1 0 0,-2-2-1 0 0,0 0 1 0 0,-2 0-1 0 0,8-40 1 0 0,-8 20 1300 0 0,-3-1-1 0 0,-2 1 1 0 0,0-68-1 0 0,-9 15 2237 0 0,3 102-2465 0 0,-4 27 579 0 0,1 44 41 0 0,-26 137 0 0 0,4-51-1062 0 0,11 4-281 0 0,10-91-2378 0 0,0-10-2794 0 0,3-48 1623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1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87 197 536 0 0,'-20'-22'3265'0'0,"11"13"-2126"0"0,1 0-1 0 0,0-1 1 0 0,1 1 0 0 0,0-2-1 0 0,0 1 1 0 0,1-1 0 0 0,-7-18 0 0 0,12 27-1073 0 0,1 1 0 0 0,0-1 1 0 0,0 0-1 0 0,-1 1 1 0 0,1-1-1 0 0,1 0 1 0 0,-1 1-1 0 0,0-1 0 0 0,0 0 1 0 0,1 1-1 0 0,-1-1 1 0 0,0 1-1 0 0,1-1 0 0 0,0 1 1 0 0,-1-1-1 0 0,1 1 1 0 0,0-1-1 0 0,0 1 1 0 0,0-1-1 0 0,0 1 0 0 0,0 0 1 0 0,0 0-1 0 0,0-1 1 0 0,0 1-1 0 0,1 0 1 0 0,-1 0-1 0 0,0 0 0 0 0,1 0 1 0 0,-1 1-1 0 0,1-1 1 0 0,-1 0-1 0 0,1 0 1 0 0,1 0-1 0 0,7-3 44 0 0,1 1-1 0 0,-1 0 1 0 0,20-4-1 0 0,-26 7-61 0 0,39-7 92 0 0,0 3-1 0 0,0 2 1 0 0,72 4-1 0 0,129 27-28 0 0,-220-26-105 0 0,14 2-8 0 0,-20-4-16 0 0,0 2 1 0 0,-1 0 0 0 0,1 0 0 0 0,25 10-1 0 0,-39-11 17 0 0,0 1 0 0 0,-1-1 0 0 0,1 1 0 0 0,0-1 0 0 0,-1 1 0 0 0,0 0 0 0 0,1 0 0 0 0,-1 1-1 0 0,-1-1 1 0 0,1 1 0 0 0,0-1 0 0 0,-1 1 0 0 0,0 0 0 0 0,0 0 0 0 0,0 0 0 0 0,0 0-1 0 0,-1 0 1 0 0,1 1 0 0 0,-1-1 0 0 0,0 0 0 0 0,0 5 0 0 0,2 13 72 0 0,-1 0 1 0 0,-1 0-1 0 0,-2 25 1 0 0,0-14 17 0 0,1-2 218 0 0,-2 0-1 0 0,-1-1 1 0 0,-1 1-1 0 0,-2-1 1 0 0,-14 45-1 0 0,19-70-129 0 0,-1-1 0 0 0,-1 0 1 0 0,1 0-1 0 0,0 0 0 0 0,-1 0 0 0 0,0-1 0 0 0,-4 6 0 0 0,5-8 23 0 0,1-1-166 0 0,0 1 0 0 0,0-1 0 0 0,0 0-1 0 0,0 0 1 0 0,0 0 0 0 0,0 0 0 0 0,0 0 0 0 0,0-1 0 0 0,0 1 0 0 0,0 0 0 0 0,0 0 0 0 0,-2-1 0 0 0,1-3-20 0 0,1 1 0 0 0,0-1 0 0 0,0 0 0 0 0,0 1 1 0 0,0-1-1 0 0,1 0 0 0 0,-1 0 0 0 0,1 1 0 0 0,0-1 1 0 0,0 0-1 0 0,0 0 0 0 0,1 0 0 0 0,-1 1 0 0 0,1-1 1 0 0,0 0-1 0 0,0 1 0 0 0,0-1 0 0 0,1 0 1 0 0,2-4-1 0 0,1-4-3 0 0,1 1 0 0 0,0 0 1 0 0,0 0-1 0 0,16-18 0 0 0,-14 20-13 0 0,0 1-1 0 0,1 0 1 0 0,0 0 0 0 0,0 0-1 0 0,0 1 1 0 0,1 1-1 0 0,1 0 1 0 0,-1 0 0 0 0,22-8-1 0 0,-24 11-4 0 0,0 1-1 0 0,1 0 1 0 0,0 0 0 0 0,-1 1-1 0 0,1 0 1 0 0,0 0-1 0 0,0 1 1 0 0,-1 0-1 0 0,1 1 1 0 0,0 0 0 0 0,0 0-1 0 0,-1 1 1 0 0,1 0-1 0 0,9 4 1 0 0,0 2 2 0 0,0 1 0 0 0,-1 1 0 0 0,0 1 0 0 0,-1 0 0 0 0,26 24 0 0 0,-27-22 18 0 0,1 0 1 0 0,0-1 0 0 0,1-1 0 0 0,0 0-1 0 0,27 11 1 0 0,-39-20-15 0 0,0 0 0 0 0,0-1 0 0 0,0 0-1 0 0,1 0 1 0 0,-1 0 0 0 0,0 0 0 0 0,1-1 0 0 0,-1 0 0 0 0,1 0 0 0 0,-1 0-1 0 0,0-1 1 0 0,1 0 0 0 0,-1 0 0 0 0,0 0 0 0 0,7-3 0 0 0,-5 1-53 0 0,0 0 1 0 0,-1-1-1 0 0,1 0 1 0 0,-1 0-1 0 0,0 0 1 0 0,0-1 0 0 0,-1 0-1 0 0,1 0 1 0 0,-1-1-1 0 0,6-7 1 0 0,-4 4-26 0 0,-1 0 0 0 0,0-1 1 0 0,-1 0-1 0 0,0 1 1 0 0,0-2-1 0 0,-1 1 0 0 0,-1-1 1 0 0,1 1-1 0 0,-2-1 0 0 0,1 0 1 0 0,-2 0-1 0 0,1 0 1 0 0,-2 0-1 0 0,1 0 0 0 0,-2-12 1 0 0,1 21 71 0 0,0 0 0 0 0,-1 0 0 0 0,1 0 0 0 0,0 0-1 0 0,-1 0 1 0 0,1 1 0 0 0,-1-1 0 0 0,0 0 0 0 0,0 0 0 0 0,1 0 0 0 0,-1 1 0 0 0,0-1 0 0 0,0 0 0 0 0,-1 1 0 0 0,1-1 0 0 0,0 1 0 0 0,-1 0 0 0 0,1-1 0 0 0,0 1 0 0 0,-1 0 0 0 0,0 0 0 0 0,1 0 0 0 0,-1 0 0 0 0,0 0-1 0 0,1 0 1 0 0,-1 0 0 0 0,0 0 0 0 0,-2 0 0 0 0,0 1 3 0 0,0 0 0 0 0,1-1-1 0 0,-1 2 1 0 0,1-1 0 0 0,-1 0-1 0 0,0 1 1 0 0,1 0 0 0 0,-1 0-1 0 0,1 0 1 0 0,-1 0 0 0 0,1 0 0 0 0,-1 1-1 0 0,1-1 1 0 0,0 1 0 0 0,-3 2-1 0 0,-7 5 20 0 0,1 0-1 0 0,1 1 0 0 0,0 0 1 0 0,0 1-1 0 0,1 0 0 0 0,0 1 0 0 0,1 0 1 0 0,0 0-1 0 0,1 1 0 0 0,1 0 1 0 0,0 0-1 0 0,0 1 0 0 0,2 0 0 0 0,-1 0 1 0 0,-3 19-1 0 0,7-23-115 0 0,-1 0 0 0 0,2 0 0 0 0,-1 1-1 0 0,1-1 1 0 0,1 0 0 0 0,0 1 0 0 0,1-1 0 0 0,-1 1 0 0 0,2-1-1 0 0,0 0 1 0 0,0 0 0 0 0,1 0 0 0 0,0 0 0 0 0,1 0 0 0 0,0-1-1 0 0,0 1 1 0 0,1-1 0 0 0,0 0 0 0 0,1 0 0 0 0,0-1 0 0 0,0 0-1 0 0,15 15 1 0 0,-12-15-660 0 0,1 0 0 0 0,0 0 0 0 0,0-1 1 0 0,14 6-1 0 0,-16-9-631 0 0,0 0 0 0 0,0-1 1 0 0,17 4-1 0 0,0-3-3343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2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22 760 0 0,'-11'-22'9149'0'0,"10"35"-8523"0"0,0 74 1635 0 0,-13 99 0 0 0,10-151-589 0 0,5-29-366 0 0,5-23-1011 0 0,-1 0-261 0 0,1 1 1 0 0,1-1 0 0 0,0 1 0 0 0,2 0-1 0 0,-1 1 1 0 0,2 0 0 0 0,15-18 0 0 0,-19 26-45 0 0,0 0 1 0 0,1 0-1 0 0,0 1 1 0 0,1 0-1 0 0,-1 0 1 0 0,15-8-1 0 0,-17 11 2 0 0,1 1 0 0 0,-1 0 1 0 0,1 0-1 0 0,-1 0 0 0 0,1 1 0 0 0,0-1 0 0 0,-1 1 0 0 0,1 1 0 0 0,0-1 0 0 0,0 1 0 0 0,10 1 0 0 0,-12-1 5 0 0,1 1 0 0 0,-1 0 0 0 0,0 0 1 0 0,0 0-1 0 0,0 1 0 0 0,0-1 0 0 0,0 1 0 0 0,0 0 1 0 0,0 0-1 0 0,0 1 0 0 0,-1-1 0 0 0,1 1 0 0 0,-1-1 1 0 0,6 7-1 0 0,-5-4-3 0 0,1 1 0 0 0,-1 0 0 0 0,0 0 1 0 0,-1 0-1 0 0,1 1 0 0 0,-1-1 0 0 0,0 1 0 0 0,2 8 0 0 0,-1 2-1 0 0,0-1 0 0 0,-2 1 1 0 0,0 0-1 0 0,0 0 0 0 0,-2 0 0 0 0,-2 31 0 0 0,-2 33 465 0 0,4-80-227 0 0,12-26-155 0 0,5-16-55 0 0,2 0-1 0 0,27-43 0 0 0,-39 72-32 0 0,1 1 0 0 0,0 0 0 0 0,0 0 0 0 0,1 1-1 0 0,1 0 1 0 0,0 1 0 0 0,0 0 0 0 0,1 0 0 0 0,0 1-1 0 0,0 1 1 0 0,20-10 0 0 0,-26 14 7 0 0,0 1 0 0 0,-1 1 0 0 0,1-1 0 0 0,0 1 0 0 0,0 0 0 0 0,0 0 0 0 0,0 0 0 0 0,0 1 0 0 0,1 0 0 0 0,-1 0 0 0 0,0 0 0 0 0,0 1 0 0 0,0-1 0 0 0,0 1 0 0 0,0 1 1 0 0,0-1-1 0 0,0 0 0 0 0,-1 1 0 0 0,1 0 0 0 0,0 0 0 0 0,-1 1 0 0 0,1-1 0 0 0,-1 1 0 0 0,0 0 0 0 0,0 0 0 0 0,0 1 0 0 0,5 5 0 0 0,-1 0-1 0 0,0 1 0 0 0,0 1-1 0 0,-1 0 1 0 0,0 0 0 0 0,-1 0 0 0 0,0 1 0 0 0,-1 0 0 0 0,0 0 0 0 0,5 22-1 0 0,-10-31 4 0 0,4 12 21 0 0,0 1-1 0 0,1 0 0 0 0,0-1 1 0 0,9 16-1 0 0,-11-26-5 0 0,0-1 0 0 0,0 1 0 0 0,0-1 0 0 0,1 0 0 0 0,0 0 1 0 0,-1 0-1 0 0,1 0 0 0 0,1-1 0 0 0,-1 1 0 0 0,0-1 0 0 0,1-1 0 0 0,0 1 0 0 0,0 0 1 0 0,0-1-1 0 0,10 3 0 0 0,-3-1-1 0 0,1-2 1 0 0,-1 0-1 0 0,1 0 1 0 0,0-1-1 0 0,0-1 1 0 0,0 0-1 0 0,0 0 1 0 0,-1-1-1 0 0,1-1 1 0 0,0-1-1 0 0,-1 1 1 0 0,1-2 0 0 0,-1 0-1 0 0,0 0 1 0 0,0-1-1 0 0,20-12 1 0 0,-16 7-12 0 0,0 0 1 0 0,0-1-1 0 0,-1-1 1 0 0,-1 0-1 0 0,0-1 1 0 0,-1-1-1 0 0,0 0 1 0 0,-1 0-1 0 0,0-1 1 0 0,16-31-1 0 0,-26 42-7 0 0,0 0-1 0 0,-1 0 0 0 0,1-1 1 0 0,-1 1-1 0 0,0 0 1 0 0,1-8-1 0 0,-2 11 5 0 0,0 0 1 0 0,0-1-1 0 0,0 1 0 0 0,0 0 0 0 0,0 0 1 0 0,0 0-1 0 0,0 0 0 0 0,0 0 1 0 0,0 0-1 0 0,0 0 0 0 0,-1 0 0 0 0,1-1 1 0 0,0 1-1 0 0,-1 0 0 0 0,1 0 1 0 0,-1 0-1 0 0,1 0 0 0 0,-1 1 0 0 0,0-1 1 0 0,1 0-1 0 0,-1 0 0 0 0,0 0 1 0 0,0 0-1 0 0,0 1 0 0 0,1-1 0 0 0,-1 0 1 0 0,0 1-1 0 0,0-1 0 0 0,0 0 1 0 0,0 1-1 0 0,0 0 0 0 0,0-1 0 0 0,0 1 1 0 0,-2-1-1 0 0,-2 1 3 0 0,-1-1 1 0 0,0 1-1 0 0,1 1 0 0 0,-1-1 0 0 0,1 1 0 0 0,-1 0 1 0 0,1 0-1 0 0,-1 1 0 0 0,1 0 0 0 0,0 0 1 0 0,0 0-1 0 0,0 0 0 0 0,0 1 0 0 0,0 0 0 0 0,0 0 1 0 0,1 0-1 0 0,-1 0 0 0 0,1 1 0 0 0,-7 7 1 0 0,1 0 9 0 0,1-1 1 0 0,0 1 0 0 0,0 1 0 0 0,1-1 0 0 0,1 1 0 0 0,-12 26 0 0 0,18-35 4 0 0,-1 0 1 0 0,1 0 0 0 0,0 0-1 0 0,0 0 1 0 0,0 1 0 0 0,1-1 0 0 0,-1 0-1 0 0,1 0 1 0 0,0 1 0 0 0,-1-1-1 0 0,1 0 1 0 0,1 1 0 0 0,-1-1-1 0 0,0 0 1 0 0,1 0 0 0 0,0 1-1 0 0,0-1 1 0 0,0 0 0 0 0,0 0-1 0 0,0 0 1 0 0,1 0 0 0 0,-1 0-1 0 0,1 0 1 0 0,0-1 0 0 0,3 5-1 0 0,-2-4-74 0 0,1 0 0 0 0,0 0-1 0 0,0 0 1 0 0,0 0 0 0 0,0-1 0 0 0,1 0-1 0 0,-1 0 1 0 0,1 0 0 0 0,-1 0-1 0 0,1-1 1 0 0,0 1 0 0 0,0-1-1 0 0,-1-1 1 0 0,1 1 0 0 0,0-1-1 0 0,8 0 1 0 0,4 0-1516 0 0,1-1-1 0 0,25-6 1 0 0,-9-1-3416 0 0,-2-1-1481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43 1056 0 0,'11'-16'4279'0'0,"-9"14"-3634"0"0,-1-1 0 0 0,1 1 0 0 0,0-1 1 0 0,-1 1-1 0 0,1 0 0 0 0,0-1 0 0 0,0 1 1 0 0,1 0-1 0 0,-1 0 0 0 0,3-1 0 0 0,-4 2 4 0 0,2 3-85 0 0,-1-1-465 0 0,0 1 0 0 0,0-1 0 0 0,0 1 0 0 0,0 0 0 0 0,0 0 1 0 0,0 0-1 0 0,-1 0 0 0 0,1 1 0 0 0,-1-1 0 0 0,1 0 0 0 0,-1 0 1 0 0,0 1-1 0 0,0-1 0 0 0,1 4 0 0 0,0 0 93 0 0,-1 1-1 0 0,0-1 1 0 0,0 1 0 0 0,0-1 0 0 0,-1 11-1 0 0,-1 7 245 0 0,-2 0 0 0 0,-7 30 0 0 0,7-43-358 0 0,-39 165 764 0 0,-122 314 1 0 0,141-433-803 0 0,-7 19-449 0 0,12-27-4282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3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1916 0 0,'1'-5'361'0'0,"0"1"-1"0"0,1-1 1 0 0,-1 1-1 0 0,1-1 1 0 0,0 1 0 0 0,1 0-1 0 0,-1 0 1 0 0,1 0-1 0 0,0 0 1 0 0,0 0-1 0 0,0 1 1 0 0,0-1-1 0 0,1 1 1 0 0,4-3 0 0 0,-2 1-64 0 0,1 1 1 0 0,0 1-1 0 0,1 0 1 0 0,-1 0-1 0 0,0 0 1 0 0,1 1-1 0 0,14-3 1 0 0,-3 2 13 0 0,1 1 0 0 0,0 1 1 0 0,-1 1-1 0 0,1 0 0 0 0,0 2 0 0 0,-1 0 1 0 0,1 1-1 0 0,34 11 0 0 0,-28-6-40 0 0,0 1 1 0 0,-1 2-1 0 0,0 0 0 0 0,-1 2 1 0 0,40 28-1 0 0,-53-34-138 0 0,-1 2 0 0 0,1-1 0 0 0,-2 2 0 0 0,0-1 0 0 0,0 1 0 0 0,11 17 0 0 0,-17-24-70 0 0,-1 0 1 0 0,0 1-1 0 0,0-1 1 0 0,-1 1-1 0 0,1-1 0 0 0,-1 1 1 0 0,0 0-1 0 0,0 0 1 0 0,0-1-1 0 0,0 1 1 0 0,-1 0-1 0 0,1 0 1 0 0,-1 0-1 0 0,0 0 1 0 0,0 0-1 0 0,-1 0 1 0 0,1-1-1 0 0,-1 1 0 0 0,0 0 1 0 0,0 0-1 0 0,0 0 1 0 0,0-1-1 0 0,-1 1 1 0 0,0-1-1 0 0,1 1 1 0 0,-4 4-1 0 0,-3 1 5 0 0,0 0-1 0 0,0-1 1 0 0,0 0-1 0 0,-1 0 1 0 0,0-1-1 0 0,-1 0 1 0 0,1-1 0 0 0,-1 0-1 0 0,-1 0 1 0 0,1-1-1 0 0,-1-1 1 0 0,0 0-1 0 0,-15 4 1 0 0,-13 2 19 0 0,-1-2 0 0 0,-56 4 0 0 0,91-12-442 0 0,0 0-1 0 0,-1 0 1 0 0,1 0-1 0 0,0-1 1 0 0,0 0 0 0 0,-7-2-1 0 0,11 2 291 0 0,0 1-78 0 0,1 0-1 0 0,-1 0 1 0 0,1 0-1 0 0,-1 0 1 0 0,1 0-1 0 0,0-1 1 0 0,-1 1-1 0 0,1 0 1 0 0,-1 0-1 0 0,1-1 1 0 0,0 1-1 0 0,-1 0 1 0 0,1-1 0 0 0,-1 1-1 0 0,1 0 1 0 0,0-1-1 0 0,0 1 1 0 0,-1-1-1 0 0,1 1 1 0 0,0 0-1 0 0,0-1 1 0 0,-1 1-1 0 0,1-1 1 0 0,0 1-1 0 0,0-1 1 0 0,0 1-1 0 0,0-1 1 0 0,0 1 0 0 0,0-1-1 0 0,0 1 1 0 0,0-1-1 0 0,0 1 1 0 0,0-1-1 0 0,0 1 1 0 0,0-1-1 0 0,0 1 1 0 0,0-1-1 0 0,0 1 1 0 0,0 0-1 0 0,1-1 1 0 0,-1 1-1 0 0,0-1 1 0 0,0 1-1 0 0,0-1 1 0 0,1 1 0 0 0,-1 0-1 0 0,0-1 1 0 0,1 1-1 0 0,-1-1 1 0 0,0 1-1 0 0,1 0 1 0 0,-1 0-1 0 0,0-1 1 0 0,1 1-1 0 0,-1 0 1 0 0,1 0-1 0 0,-1-1 1 0 0,1 1-1 0 0,0 0 1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3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1 127 880 0 0,'9'-4'1736'0'0,"-1"-1"-1"0"0,1-1 1 0 0,-1 1-1 0 0,0-1 1 0 0,0-1 0 0 0,11-12-1 0 0,-7 7 270 0 0,-17 24-1117 0 0,-17 25-442 0 0,16-25-402 0 0,-1 0 1 0 0,2 0 0 0 0,-1 0 0 0 0,2 1 0 0 0,0 0 0 0 0,0 0 0 0 0,-2 20 0 0 0,4-23-24 0 0,1 0 0 0 0,1-1 0 0 0,-1 1 1 0 0,2 0-1 0 0,-1 0 0 0 0,1-1 0 0 0,1 1 1 0 0,0 0-1 0 0,0-1 0 0 0,1 1 0 0 0,4 8 1 0 0,-3-11 20 0 0,0 0 1 0 0,0-1 0 0 0,0 0 0 0 0,1 0 0 0 0,0 0 0 0 0,1 0 0 0 0,-1-1 0 0 0,1 0 0 0 0,0 0 0 0 0,1-1 0 0 0,-1 1 0 0 0,1-1 0 0 0,-1-1-1 0 0,1 1 1 0 0,0-1 0 0 0,1 0 0 0 0,-1-1 0 0 0,0 0 0 0 0,10 2 0 0 0,-7-2 54 0 0,0-1 0 0 0,0 1 0 0 0,1-2 0 0 0,-1 0 0 0 0,0 0 0 0 0,0-1 0 0 0,0 0 0 0 0,0 0 0 0 0,0-1 1 0 0,0-1-1 0 0,0 0 0 0 0,-1 0 0 0 0,1-1 0 0 0,11-6 0 0 0,-10 3-72 0 0,0 0-1 0 0,-1-1 1 0 0,0-1 0 0 0,0 0 0 0 0,0 0-1 0 0,-1-1 1 0 0,-1 0 0 0 0,0 0 0 0 0,0-1-1 0 0,-1 0 1 0 0,11-23 0 0 0,-15 27-16 0 0,0 1 1 0 0,-1 0-1 0 0,0-1 0 0 0,0 1 1 0 0,0-1-1 0 0,-1 1 1 0 0,0-1-1 0 0,0 0 0 0 0,-1 0 1 0 0,0 1-1 0 0,0-1 0 0 0,-1 0 1 0 0,0 0-1 0 0,0 1 0 0 0,0-1 1 0 0,-1 0-1 0 0,0 1 1 0 0,0 0-1 0 0,-1-1 0 0 0,1 1 1 0 0,-1 0-1 0 0,-1 0 0 0 0,1 0 1 0 0,-9-9-1 0 0,2 4-100 0 0,-1 1-1 0 0,0 0 1 0 0,-1 1-1 0 0,1 0 1 0 0,-2 1-1 0 0,1 1 0 0 0,-1 0 1 0 0,-23-9-1 0 0,17 8-116 0 0,-1 2 0 0 0,1 1 0 0 0,-1 0-1 0 0,0 1 1 0 0,-36-2 0 0 0,46 6-510 0 0,-1 1 0 0 0,1 0 1 0 0,0 0-1 0 0,-20 5 0 0 0,-16 9-6431 0 0,32-10 2537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2084 0 0,'19'-47'7620'0'0,"-19"45"-7314"0"0,3 1 378 0 0,-3 0-657 0 0,1 1 0 0 0,-1 0 0 0 0,0 0-1 0 0,0 0 1 0 0,0-1 0 0 0,1 1 0 0 0,-1 0 0 0 0,0 0 0 0 0,0 0 0 0 0,1 0 0 0 0,-1-1-1 0 0,0 1 1 0 0,0 0 0 0 0,1 0 0 0 0,-1 0 0 0 0,0 0 0 0 0,0 0 0 0 0,1 0-1 0 0,-1 0 1 0 0,0 0 0 0 0,0 0 0 0 0,1 0 0 0 0,-1 0 0 0 0,0 0 0 0 0,1 0 0 0 0,-1 0-1 0 0,0 0 1 0 0,0 0 0 0 0,1 0 0 0 0,-1 0 0 0 0,0 1 0 0 0,0-1 0 0 0,1 0 0 0 0,-1 0-1 0 0,0 0 1 0 0,0 0 0 0 0,1 0 0 0 0,-1 1 0 0 0,0-1 0 0 0,0 0 0 0 0,0 0-1 0 0,1 0 1 0 0,-1 1 0 0 0,0-1 0 0 0,0 0 0 0 0,0 0 0 0 0,0 1 0 0 0,0-1 0 0 0,1 0-1 0 0,-1 0 1 0 0,0 1 0 0 0,0-1 0 0 0,0 0 0 0 0,0 0 0 0 0,0 1 0 0 0,0-1 0 0 0,0 0-1 0 0,0 1 1 0 0,0-1 0 0 0,0 0 0 0 0,0 0 0 0 0,0 1 0 0 0,0-1 0 0 0,-1 1-1 0 0,5 19 167 0 0,-1 0 0 0 0,-2 0-1 0 0,0 0 1 0 0,-2 30-1 0 0,-16 84 207 0 0,12-96-316 0 0,-10 54-2495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65 1528 0 0,'-2'-12'1572'0'0,"-1"4"580"0"0,-3-8-843 0 0,3 3-513 0 0,0 2-244 0 0,-6 6-704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05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1444 0 0,'0'0'3438'0'0,"3"1"-2577"0"0,11 2-108 0 0,0 1 1 0 0,0 1-1 0 0,-1 0 1 0 0,0 1-1 0 0,14 8 1 0 0,-24-11-729 0 0,1-1 1 0 0,-1 1 0 0 0,1 0 0 0 0,-1 0 0 0 0,0 0 0 0 0,-1 1-1 0 0,1-1 1 0 0,0 0 0 0 0,3 8 0 0 0,7 7 112 0 0,-11-14-109 0 0,1 1 0 0 0,0-1 0 0 0,-1 0 0 0 0,0 1 0 0 0,3 6 1 0 0,4 10 75 0 0,-7-17-62 0 0,0 1-1 0 0,0 0 1 0 0,-1-1-1 0 0,0 1 1 0 0,1 0-1 0 0,-2 0 1 0 0,1 0-1 0 0,0 0 1 0 0,-1 0-1 0 0,0 0 0 0 0,0 0 1 0 0,-2 8-1 0 0,1-6-1 0 0,-1-1 0 0 0,1 0-1 0 0,-1 0 1 0 0,0 0 0 0 0,-1 0 0 0 0,-3 7-1 0 0,-4 10 98 0 0,9-21-27 0 0,1-1 0 0 0,0 0 0 0 0,-1 1 0 0 0,1-1 1 0 0,-1 1-1 0 0,0-1 0 0 0,0 0 0 0 0,1 0 0 0 0,-1 1 0 0 0,0-1 0 0 0,0 0 0 0 0,0 0 0 0 0,0 0 0 0 0,0 0 0 0 0,-2 1 1 0 0,3-2-89 0 0,-1 0 0 0 0,1 1 0 0 0,-1-1 1 0 0,1 0-1 0 0,-1 0 0 0 0,1 0 0 0 0,-1 0 1 0 0,1 0-1 0 0,-1 0 0 0 0,1 0 1 0 0,-1 0-1 0 0,1 0 0 0 0,-1 0 0 0 0,1-1 1 0 0,-1 1-1 0 0,1 0 0 0 0,-1 0 0 0 0,1 0 1 0 0,-1-1-1 0 0,1 1 0 0 0,0 0 1 0 0,-1 0-1 0 0,1-1 0 0 0,-1 1 0 0 0,1 0 1 0 0,0-1-1 0 0,-1 0 0 0 0,-1-1-8 0 0,0 0 0 0 0,1 0 0 0 0,-1-1 0 0 0,1 1-1 0 0,0 0 1 0 0,0-1 0 0 0,0 1 0 0 0,0-1 0 0 0,0 0 0 0 0,0 1-1 0 0,1-1 1 0 0,-1 0 0 0 0,1-3 0 0 0,0-8-13 0 0,1 0 1 0 0,1-1-1 0 0,0 1 0 0 0,1 1 0 0 0,0-1 1 0 0,1 0-1 0 0,1 1 0 0 0,0 0 1 0 0,1 0-1 0 0,0 0 0 0 0,1 0 0 0 0,1 1 1 0 0,0 1-1 0 0,0-1 0 0 0,1 1 1 0 0,0 0-1 0 0,1 1 0 0 0,0 0 0 0 0,1 1 1 0 0,0 0-1 0 0,1 1 0 0 0,0 0 1 0 0,0 1-1 0 0,0 0 0 0 0,1 1 0 0 0,0 0 1 0 0,26-7-1 0 0,-35 12-10 0 0,-1 0 1 0 0,1 0-1 0 0,0 1 1 0 0,0 0-1 0 0,0-1 0 0 0,0 1 1 0 0,0 1-1 0 0,0-1 1 0 0,0 1-1 0 0,0-1 0 0 0,0 1 1 0 0,0 0-1 0 0,0 0 1 0 0,0 1-1 0 0,-1-1 0 0 0,1 1 1 0 0,-1 0-1 0 0,1 0 1 0 0,-1 0-1 0 0,0 0 0 0 0,1 1 1 0 0,-1-1-1 0 0,0 1 1 0 0,-1 0-1 0 0,1 0 0 0 0,0 0 1 0 0,-1 0-1 0 0,0 0 1 0 0,1 1-1 0 0,1 4 0 0 0,1 2-4 0 0,0 0 0 0 0,-1 0 0 0 0,0 1 0 0 0,0-1 0 0 0,-1 1 0 0 0,-1 0 0 0 0,0 0 0 0 0,0 0 0 0 0,-1 16 0 0 0,-3 28 14 0 0,-16 86-1 0 0,17-138-37 0 0,1 0-1 0 0,0 1 1 0 0,0-1-1 0 0,0 1 1 0 0,0-1-1 0 0,0 0 1 0 0,1 1-1 0 0,-1-1 0 0 0,1 0 1 0 0,0 1-1 0 0,0-1 1 0 0,0 0-1 0 0,0 0 1 0 0,1 0-1 0 0,-1 0 1 0 0,1 0-1 0 0,0 0 1 0 0,0 0-1 0 0,0-1 1 0 0,0 1-1 0 0,0-1 0 0 0,1 1 1 0 0,-1-1-1 0 0,4 2 1 0 0,-1 0-568 0 0,0-1 1 0 0,0 0 0 0 0,0-1-1 0 0,0 1 1 0 0,1-1-1 0 0,-1 0 1 0 0,1 0-1 0 0,-1-1 1 0 0,1 0-1 0 0,0 0 1 0 0,-1 0 0 0 0,9 0-1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13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77 113 320 0 0,'8'-30'5327'0'0,"6"-43"0"0"0,-14 71-5070 0 0,-1 0-197 0 0,0-3 429 0 0,0 7-39 0 0,-1 7-360 0 0,-8 33 845 0 0,-7 63 0 0 0,6-31-529 0 0,-12 65 306 0 0,-9 270 0 0 0,32-394-668 0 0,0 1 1 0 0,1-1-1 0 0,0 0 0 0 0,2 0 0 0 0,4 19 0 0 0,-5-29-27 0 0,0 1 0 0 0,0-1 0 0 0,1 0 0 0 0,-1 0 0 0 0,1-1 0 0 0,0 1-1 0 0,1-1 1 0 0,-1 1 0 0 0,1-1 0 0 0,0 0 0 0 0,0 0 0 0 0,0-1 0 0 0,0 1-1 0 0,1-1 1 0 0,0 0 0 0 0,-1 0 0 0 0,11 4 0 0 0,-5-3-138 0 0,0 0 1 0 0,0-1-1 0 0,0 0 0 0 0,1-1 1 0 0,-1 0-1 0 0,1-1 1 0 0,0 0-1 0 0,0-1 0 0 0,-1 0 1 0 0,1-1-1 0 0,0 0 0 0 0,-1 0 1 0 0,15-4-1 0 0,-14 2-642 0 0,1-1-1 0 0,0 0 1 0 0,-1-1 0 0 0,0 0-1 0 0,0-1 1 0 0,0 0-1 0 0,-1-1 1 0 0,1 0-1 0 0,-2 0 1 0 0,1-1 0 0 0,11-13-1 0 0,-7 3-2571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1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82 980 0 0,'-102'-54'9572'0'0,"89"43"-8390"0"0,12 10-1162 0 0,1 1 1 0 0,0 0-1 0 0,0 0 0 0 0,0 0 0 0 0,0-1 1 0 0,0 1-1 0 0,0 0 0 0 0,0 0 1 0 0,0-1-1 0 0,0 1 0 0 0,0 0 0 0 0,0 0 1 0 0,0-1-1 0 0,0 1 0 0 0,0 0 0 0 0,0 0 1 0 0,0-1-1 0 0,0 1 0 0 0,1 0 0 0 0,-1 0 1 0 0,0 0-1 0 0,0-1 0 0 0,0 1 1 0 0,0 0-1 0 0,0 0 0 0 0,1 0 0 0 0,-1-1 1 0 0,0 1-1 0 0,0 0 0 0 0,0 0 0 0 0,0 0 1 0 0,1 0-1 0 0,-1 0 0 0 0,0 0 0 0 0,1-1 1 0 0,2 0 30 0 0,1 0 0 0 0,0-1 0 0 0,-1 2 0 0 0,1-1 0 0 0,0 0 0 0 0,5 0 0 0 0,20 0 39 0 0,1 0 1 0 0,-1 2 0 0 0,30 5 0 0 0,86 18-725 0 0,-140-23 572 0 0,107 26-2223 0 0,-39-6-2402 0 0,-50-14 1575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13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85 876 0 0,'2'-2'2062'0'0,"0"1"-1829"0"0,-1 0 1 0 0,0 0-1 0 0,0 0 0 0 0,0 0 0 0 0,0 0 1 0 0,0 0-1 0 0,0 0 0 0 0,0 0 0 0 0,0-1 0 0 0,0 1 1 0 0,0 0-1 0 0,0 0 0 0 0,-1-1 0 0 0,1 1 0 0 0,-1-1 1 0 0,1 1-1 0 0,-1-1 0 0 0,1 1 0 0 0,-1 0 0 0 0,0-1 1 0 0,0 0-1 0 0,0 1 0 0 0,0-1 0 0 0,0 1 1 0 0,0-1-1 0 0,0 1 0 0 0,0-1 0 0 0,-1 1 0 0 0,1-1 1 0 0,-1 1-1 0 0,1 0 0 0 0,-1-1 0 0 0,1 1 0 0 0,-1-1 1 0 0,0 1-1 0 0,0 0 0 0 0,1 0 0 0 0,-1-1 0 0 0,-2-1 1 0 0,0 0-93 0 0,0 1 0 0 0,-1-1 0 0 0,1 1 0 0 0,-1-1 0 0 0,1 1 1 0 0,-1 0-1 0 0,0 0 0 0 0,1 1 0 0 0,-1-1 0 0 0,0 1 0 0 0,0 0 1 0 0,0 0-1 0 0,0 0 0 0 0,-8 0 0 0 0,2 0-60 0 0,-1 2 1 0 0,0-1-1 0 0,0 2 1 0 0,1-1-1 0 0,-1 1 0 0 0,1 1 1 0 0,-1 0-1 0 0,1 0 0 0 0,0 1 1 0 0,0 1-1 0 0,0 0 1 0 0,-9 6-1 0 0,14-9-73 0 0,1 1 0 0 0,1 0 0 0 0,-1 0 0 0 0,0 0 0 0 0,1 0 0 0 0,-1 1 0 0 0,1 0 1 0 0,0-1-1 0 0,0 1 0 0 0,0 0 0 0 0,1 0 0 0 0,0 1 0 0 0,-1-1 0 0 0,1 0 0 0 0,1 1 0 0 0,-1-1 0 0 0,1 1 0 0 0,0 0 0 0 0,0-1 0 0 0,0 1 0 0 0,0 0 1 0 0,1 0-1 0 0,0 0 0 0 0,0 0 0 0 0,0-1 0 0 0,1 1 0 0 0,0 0 0 0 0,-1 0 0 0 0,3 4 0 0 0,0 1 5 0 0,1-1 0 0 0,0 1 0 0 0,0-1 0 0 0,1 0 0 0 0,1-1 0 0 0,-1 1 0 0 0,8 8 0 0 0,53 51 19 0 0,-1 0 264 0 0,-59-60-168 0 0,1 0-1 0 0,-2 1 1 0 0,1-1 0 0 0,-1 1-1 0 0,-1 1 1 0 0,8 18 0 0 0,-12-26-29 0 0,1 0 0 0 0,-1 0 1 0 0,1 0-1 0 0,-1 1 0 0 0,1-1 1 0 0,-1 0-1 0 0,0 0 0 0 0,0 1 1 0 0,0-1-1 0 0,-1 0 0 0 0,1 0 1 0 0,0 1-1 0 0,-1-1 1 0 0,1 0-1 0 0,-1 0 0 0 0,0 0 1 0 0,0 0-1 0 0,0 0 0 0 0,-2 3 1 0 0,1-2-4 0 0,-1 0-1 0 0,1 0 1 0 0,-1-1 0 0 0,0 1 0 0 0,0-1 0 0 0,0 0 0 0 0,0 0 0 0 0,0 0 0 0 0,0 0 0 0 0,-7 2 0 0 0,-4 1 84 0 0,0-1 0 0 0,0 0 1 0 0,0-1-1 0 0,-29 1 0 0 0,23-2 29 0 0,1-2 0 0 0,-1-1-1 0 0,-34-4 1 0 0,46 3-592 0 0,-1 0 0 0 0,0 0 1 0 0,1 0-1 0 0,-1-1 0 0 0,1-1 1 0 0,0 1-1 0 0,0-1 0 0 0,0-1 1 0 0,1 1-1 0 0,-12-10 0 0 0,7-2-2891 0 0,7 4-2158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6:31:1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3820 0 0,'106'2'15459'0'0,"-82"-2"-13866"0"0,-22 0-1487 0 0,1 0 0 0 0,-1 0 0 0 0,0-1 0 0 0,1 1-1 0 0,-1-1 1 0 0,0 1 0 0 0,1-1 0 0 0,3-2 0 0 0,2-4-2704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8974-5D8D-33C0-BD94-75289314E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3068D-626B-C678-78DB-544DD8CCA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69560-0189-68D9-9DFB-81BAD140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5E709-34A7-BFA3-EBDA-D9ECA7A32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267D5-96FE-1CF5-11B8-0CA2DC06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0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9C58-9858-F5BC-687F-1897352B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B3140-4242-420B-83E3-466D600E0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DA72-6596-6EA7-12AA-CAF8FDEA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BC5C5-8844-8C76-56E8-2A9C99DD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D6601-8617-4E9D-901D-EDE325D3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18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26DB-66C4-E474-06E9-1B98922FF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33B1F-4481-DFB3-712D-753539A79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741E-01AA-60C6-A4CA-D0B1F33B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143A-61B8-8A19-C0D6-0554900F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D6360-AAFC-C9B0-0D22-BAADD5FE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70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D76AE-EDCC-7047-0980-0317546F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8FC1-8753-3E9B-C928-E97528237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9F839-B48D-72FE-20B2-9A2A4AB87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126B0-A0D0-A3E6-1796-65C545A6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208A6-4637-0FCA-F973-A0E5A9D4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C43D7-0653-0AD1-78EC-16E43C9A9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17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E695-D95D-D96C-92D2-65C1CF9E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875AB-7F46-C185-0ABD-86DDC18B4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CE1A-3C8E-BEFA-5C95-7FD1AA73E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AEF7-635C-3DA4-A40D-BC70136CA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427255-D00B-C5A9-D2EB-6B9473D32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79B14C-4416-319C-CDDF-1F7F2C61C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7B176-3C27-44E8-F524-8622F36C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D17B9-72E3-1AB9-A38F-4E77373C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7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DB80-2C62-C7A0-07FB-9DFFC8B0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5AC52-1205-2CD4-EFF2-B503235E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57D60-E798-41B6-BBD5-A6EFF1F2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A357A-3D04-9D73-4B5F-CFCE283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581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C531F-D1C2-2E2B-4851-A7E880E9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8A3E6-1935-DD3C-8043-745E7027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F933E-371B-C9B3-7589-8EA7A6CD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66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F0B4C-699E-F145-ACF0-F43D411F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DC988-C32B-036B-8D29-52E1CD194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CD533-F8E3-E4C4-0174-53C63B179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C0B52-CC65-7C91-EE79-3C62C8ED1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B38A3-C0F4-AF38-3915-C32E5135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70E91-92FC-458A-0124-77A58CF6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7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1B53-9075-C87E-A654-797618D74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C3F2C-A36D-A088-3096-6DD5BDCBB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881B7-400B-074A-4FE2-D6A769F2E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58FDE-35BD-DA94-3900-7B8E9E19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B00AF-4102-5B99-68E9-5EF7B6C0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EE45D-6F2B-B703-BC0B-811DFB2B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7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C299-DA73-CE03-95D8-053A2AF5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8E70F-DCA0-B330-34E7-37032347A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D946E-216E-0835-1A1D-D9919E85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0D29F-ED69-6A91-B630-151AD1D3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8EC38-79C8-ADF9-31DD-8AADA6AE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6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6B641-EAAA-F26D-D049-3E4588F07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46AD4-6AE5-4F6C-94FE-CD52BC052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667F6-25A2-A4E6-2062-5854E7EE9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BD2C2-3A98-6C20-39E5-AA1AE237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1D5B4-BAEE-D69D-B6BF-D3013008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15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DC863-288D-4217-F0D8-C395E88F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38A2-FEDF-C9CF-BEBC-04B0D5AB9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F4DC8-5BF1-2601-2C14-5359F6E61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8E5DB-79F8-4310-9204-A6506F9C7FD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E7EFE-DE38-373A-C004-E6A51CE68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1E0E-182D-8812-1F3A-9F0D0DBE2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5ED4F-1EF9-4AEF-A5D1-E866B8416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06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324" Type="http://schemas.openxmlformats.org/officeDocument/2006/relationships/customXml" Target="../ink/ink162.xml"/><Relationship Id="rId531" Type="http://schemas.openxmlformats.org/officeDocument/2006/relationships/image" Target="../media/image265.png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7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542" Type="http://schemas.openxmlformats.org/officeDocument/2006/relationships/image" Target="../media/image270.png"/><Relationship Id="rId181" Type="http://schemas.openxmlformats.org/officeDocument/2006/relationships/image" Target="../media/image90.png"/><Relationship Id="rId402" Type="http://schemas.openxmlformats.org/officeDocument/2006/relationships/customXml" Target="../ink/ink201.xml"/><Relationship Id="rId279" Type="http://schemas.openxmlformats.org/officeDocument/2006/relationships/image" Target="../media/image139.png"/><Relationship Id="rId486" Type="http://schemas.openxmlformats.org/officeDocument/2006/relationships/customXml" Target="../ink/ink243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customXml" Target="../ink/ink173.xml"/><Relationship Id="rId553" Type="http://schemas.openxmlformats.org/officeDocument/2006/relationships/customXml" Target="../ink/ink277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6.png"/><Relationship Id="rId497" Type="http://schemas.openxmlformats.org/officeDocument/2006/relationships/image" Target="../media/image248.png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217" Type="http://schemas.openxmlformats.org/officeDocument/2006/relationships/image" Target="../media/image108.png"/><Relationship Id="rId564" Type="http://schemas.openxmlformats.org/officeDocument/2006/relationships/image" Target="../media/image281.png"/><Relationship Id="rId424" Type="http://schemas.openxmlformats.org/officeDocument/2006/relationships/customXml" Target="../ink/ink212.xml"/><Relationship Id="rId270" Type="http://schemas.openxmlformats.org/officeDocument/2006/relationships/customXml" Target="../ink/ink135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228" Type="http://schemas.openxmlformats.org/officeDocument/2006/relationships/customXml" Target="../ink/ink114.xml"/><Relationship Id="rId435" Type="http://schemas.openxmlformats.org/officeDocument/2006/relationships/image" Target="../media/image217.png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502" Type="http://schemas.openxmlformats.org/officeDocument/2006/relationships/customXml" Target="../ink/ink251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544" Type="http://schemas.openxmlformats.org/officeDocument/2006/relationships/image" Target="../media/image271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446" Type="http://schemas.openxmlformats.org/officeDocument/2006/relationships/customXml" Target="../ink/ink223.xml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88" Type="http://schemas.openxmlformats.org/officeDocument/2006/relationships/customXml" Target="../ink/ink244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13" Type="http://schemas.openxmlformats.org/officeDocument/2006/relationships/image" Target="../media/image256.png"/><Relationship Id="rId555" Type="http://schemas.openxmlformats.org/officeDocument/2006/relationships/customXml" Target="../ink/ink278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7.png"/><Relationship Id="rId457" Type="http://schemas.openxmlformats.org/officeDocument/2006/relationships/image" Target="../media/image228.png"/><Relationship Id="rId261" Type="http://schemas.openxmlformats.org/officeDocument/2006/relationships/image" Target="../media/image130.png"/><Relationship Id="rId499" Type="http://schemas.openxmlformats.org/officeDocument/2006/relationships/image" Target="../media/image249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524" Type="http://schemas.openxmlformats.org/officeDocument/2006/relationships/customXml" Target="../ink/ink262.xml"/><Relationship Id="rId566" Type="http://schemas.openxmlformats.org/officeDocument/2006/relationships/image" Target="../media/image282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426" Type="http://schemas.openxmlformats.org/officeDocument/2006/relationships/customXml" Target="../ink/ink213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535" Type="http://schemas.openxmlformats.org/officeDocument/2006/relationships/image" Target="../media/image267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241" Type="http://schemas.openxmlformats.org/officeDocument/2006/relationships/image" Target="../media/image120.png"/><Relationship Id="rId437" Type="http://schemas.openxmlformats.org/officeDocument/2006/relationships/image" Target="../media/image218.png"/><Relationship Id="rId479" Type="http://schemas.openxmlformats.org/officeDocument/2006/relationships/image" Target="../media/image239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546" Type="http://schemas.openxmlformats.org/officeDocument/2006/relationships/image" Target="../media/image272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406" Type="http://schemas.openxmlformats.org/officeDocument/2006/relationships/customXml" Target="../ink/ink203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customXml" Target="../ink/ink196.xml"/><Relationship Id="rId448" Type="http://schemas.openxmlformats.org/officeDocument/2006/relationships/customXml" Target="../ink/ink224.xml"/><Relationship Id="rId252" Type="http://schemas.openxmlformats.org/officeDocument/2006/relationships/customXml" Target="../ink/ink126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7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557" Type="http://schemas.openxmlformats.org/officeDocument/2006/relationships/customXml" Target="../ink/ink279.xml"/><Relationship Id="rId196" Type="http://schemas.openxmlformats.org/officeDocument/2006/relationships/customXml" Target="../ink/ink98.xml"/><Relationship Id="rId417" Type="http://schemas.openxmlformats.org/officeDocument/2006/relationships/image" Target="../media/image208.png"/><Relationship Id="rId459" Type="http://schemas.openxmlformats.org/officeDocument/2006/relationships/image" Target="../media/image229.png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image" Target="../media/image159.png"/><Relationship Id="rId470" Type="http://schemas.openxmlformats.org/officeDocument/2006/relationships/customXml" Target="../ink/ink235.xml"/><Relationship Id="rId526" Type="http://schemas.openxmlformats.org/officeDocument/2006/relationships/customXml" Target="../ink/ink263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568" Type="http://schemas.openxmlformats.org/officeDocument/2006/relationships/image" Target="../media/image283.png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0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37" Type="http://schemas.openxmlformats.org/officeDocument/2006/relationships/image" Target="../media/image268.png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0.png"/><Relationship Id="rId383" Type="http://schemas.openxmlformats.org/officeDocument/2006/relationships/image" Target="../media/image191.png"/><Relationship Id="rId439" Type="http://schemas.openxmlformats.org/officeDocument/2006/relationships/image" Target="../media/image219.png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image" Target="../media/image142.png"/><Relationship Id="rId450" Type="http://schemas.openxmlformats.org/officeDocument/2006/relationships/customXml" Target="../ink/ink225.xml"/><Relationship Id="rId506" Type="http://schemas.openxmlformats.org/officeDocument/2006/relationships/customXml" Target="../ink/ink253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548" Type="http://schemas.openxmlformats.org/officeDocument/2006/relationships/image" Target="../media/image273.png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0.png"/><Relationship Id="rId517" Type="http://schemas.openxmlformats.org/officeDocument/2006/relationships/image" Target="../media/image258.png"/><Relationship Id="rId559" Type="http://schemas.openxmlformats.org/officeDocument/2006/relationships/customXml" Target="../ink/ink28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63" Type="http://schemas.openxmlformats.org/officeDocument/2006/relationships/image" Target="../media/image181.png"/><Relationship Id="rId419" Type="http://schemas.openxmlformats.org/officeDocument/2006/relationships/image" Target="../media/image209.png"/><Relationship Id="rId570" Type="http://schemas.openxmlformats.org/officeDocument/2006/relationships/image" Target="../media/image284.png"/><Relationship Id="rId223" Type="http://schemas.openxmlformats.org/officeDocument/2006/relationships/image" Target="../media/image111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6.xml"/><Relationship Id="rId528" Type="http://schemas.openxmlformats.org/officeDocument/2006/relationships/customXml" Target="../ink/ink264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8.xml"/><Relationship Id="rId441" Type="http://schemas.openxmlformats.org/officeDocument/2006/relationships/image" Target="../media/image220.png"/><Relationship Id="rId483" Type="http://schemas.openxmlformats.org/officeDocument/2006/relationships/image" Target="../media/image241.png"/><Relationship Id="rId539" Type="http://schemas.openxmlformats.org/officeDocument/2006/relationships/customXml" Target="../ink/ink270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43" Type="http://schemas.openxmlformats.org/officeDocument/2006/relationships/image" Target="../media/image171.png"/><Relationship Id="rId550" Type="http://schemas.openxmlformats.org/officeDocument/2006/relationships/image" Target="../media/image274.png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245" Type="http://schemas.openxmlformats.org/officeDocument/2006/relationships/image" Target="../media/image122.png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8.xml"/><Relationship Id="rId561" Type="http://schemas.openxmlformats.org/officeDocument/2006/relationships/customXml" Target="../ink/ink281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0.png"/><Relationship Id="rId463" Type="http://schemas.openxmlformats.org/officeDocument/2006/relationships/image" Target="../media/image231.png"/><Relationship Id="rId519" Type="http://schemas.openxmlformats.org/officeDocument/2006/relationships/image" Target="../media/image259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1.png"/><Relationship Id="rId530" Type="http://schemas.openxmlformats.org/officeDocument/2006/relationships/customXml" Target="../ink/ink265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2.png"/><Relationship Id="rId572" Type="http://schemas.openxmlformats.org/officeDocument/2006/relationships/image" Target="../media/image285.png"/><Relationship Id="rId225" Type="http://schemas.openxmlformats.org/officeDocument/2006/relationships/image" Target="../media/image112.png"/><Relationship Id="rId267" Type="http://schemas.openxmlformats.org/officeDocument/2006/relationships/image" Target="../media/image133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3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1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443" Type="http://schemas.openxmlformats.org/officeDocument/2006/relationships/image" Target="../media/image221.png"/><Relationship Id="rId303" Type="http://schemas.openxmlformats.org/officeDocument/2006/relationships/image" Target="../media/image151.png"/><Relationship Id="rId485" Type="http://schemas.openxmlformats.org/officeDocument/2006/relationships/image" Target="../media/image242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510" Type="http://schemas.openxmlformats.org/officeDocument/2006/relationships/customXml" Target="../ink/ink255.xml"/><Relationship Id="rId552" Type="http://schemas.openxmlformats.org/officeDocument/2006/relationships/image" Target="../media/image275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6.xml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0.png"/><Relationship Id="rId563" Type="http://schemas.openxmlformats.org/officeDocument/2006/relationships/customXml" Target="../ink/ink282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1.png"/><Relationship Id="rId258" Type="http://schemas.openxmlformats.org/officeDocument/2006/relationships/customXml" Target="../ink/ink129.xml"/><Relationship Id="rId465" Type="http://schemas.openxmlformats.org/officeDocument/2006/relationships/image" Target="../media/image232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532" Type="http://schemas.openxmlformats.org/officeDocument/2006/relationships/customXml" Target="../ink/ink266.xml"/><Relationship Id="rId574" Type="http://schemas.openxmlformats.org/officeDocument/2006/relationships/image" Target="../media/image286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0.png"/><Relationship Id="rId543" Type="http://schemas.openxmlformats.org/officeDocument/2006/relationships/customXml" Target="../ink/ink272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1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2.png"/><Relationship Id="rId487" Type="http://schemas.openxmlformats.org/officeDocument/2006/relationships/image" Target="../media/image243.png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554" Type="http://schemas.openxmlformats.org/officeDocument/2006/relationships/image" Target="../media/image276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image" Target="../media/image261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3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2.png"/><Relationship Id="rId467" Type="http://schemas.openxmlformats.org/officeDocument/2006/relationships/image" Target="../media/image233.png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534" Type="http://schemas.openxmlformats.org/officeDocument/2006/relationships/customXml" Target="../ink/ink267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1.png"/><Relationship Id="rId545" Type="http://schemas.openxmlformats.org/officeDocument/2006/relationships/customXml" Target="../ink/ink273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447" Type="http://schemas.openxmlformats.org/officeDocument/2006/relationships/image" Target="../media/image223.png"/><Relationship Id="rId251" Type="http://schemas.openxmlformats.org/officeDocument/2006/relationships/image" Target="../media/image125.png"/><Relationship Id="rId489" Type="http://schemas.openxmlformats.org/officeDocument/2006/relationships/image" Target="../media/image244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514" Type="http://schemas.openxmlformats.org/officeDocument/2006/relationships/customXml" Target="../ink/ink257.xml"/><Relationship Id="rId556" Type="http://schemas.openxmlformats.org/officeDocument/2006/relationships/image" Target="../media/image277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image" Target="../media/image262.png"/><Relationship Id="rId567" Type="http://schemas.openxmlformats.org/officeDocument/2006/relationships/customXml" Target="../ink/ink284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427" Type="http://schemas.openxmlformats.org/officeDocument/2006/relationships/image" Target="../media/image213.png"/><Relationship Id="rId469" Type="http://schemas.openxmlformats.org/officeDocument/2006/relationships/image" Target="../media/image234.png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480" Type="http://schemas.openxmlformats.org/officeDocument/2006/relationships/customXml" Target="../ink/ink240.xml"/><Relationship Id="rId536" Type="http://schemas.openxmlformats.org/officeDocument/2006/relationships/customXml" Target="../ink/ink268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5.png"/><Relationship Id="rId505" Type="http://schemas.openxmlformats.org/officeDocument/2006/relationships/image" Target="../media/image252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449" Type="http://schemas.openxmlformats.org/officeDocument/2006/relationships/image" Target="../media/image224.png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0.xml"/><Relationship Id="rId558" Type="http://schemas.openxmlformats.org/officeDocument/2006/relationships/image" Target="../media/image278.png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5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image" Target="../media/image263.png"/><Relationship Id="rId569" Type="http://schemas.openxmlformats.org/officeDocument/2006/relationships/customXml" Target="../ink/ink285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5.png"/><Relationship Id="rId373" Type="http://schemas.openxmlformats.org/officeDocument/2006/relationships/image" Target="../media/image186.png"/><Relationship Id="rId429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customXml" Target="../ink/ink269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image" Target="../media/image225.png"/><Relationship Id="rId493" Type="http://schemas.openxmlformats.org/officeDocument/2006/relationships/image" Target="../media/image246.png"/><Relationship Id="rId507" Type="http://schemas.openxmlformats.org/officeDocument/2006/relationships/image" Target="../media/image253.png"/><Relationship Id="rId549" Type="http://schemas.openxmlformats.org/officeDocument/2006/relationships/customXml" Target="../ink/ink27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53" Type="http://schemas.openxmlformats.org/officeDocument/2006/relationships/image" Target="../media/image176.png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560" Type="http://schemas.openxmlformats.org/officeDocument/2006/relationships/image" Target="../media/image279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0.xml"/><Relationship Id="rId255" Type="http://schemas.openxmlformats.org/officeDocument/2006/relationships/image" Target="../media/image127.png"/><Relationship Id="rId297" Type="http://schemas.openxmlformats.org/officeDocument/2006/relationships/image" Target="../media/image148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571" Type="http://schemas.openxmlformats.org/officeDocument/2006/relationships/customXml" Target="../ink/ink286.xml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5.png"/><Relationship Id="rId473" Type="http://schemas.openxmlformats.org/officeDocument/2006/relationships/image" Target="../media/image236.png"/><Relationship Id="rId529" Type="http://schemas.openxmlformats.org/officeDocument/2006/relationships/image" Target="../media/image264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6.png"/><Relationship Id="rId540" Type="http://schemas.openxmlformats.org/officeDocument/2006/relationships/image" Target="../media/image269.png"/><Relationship Id="rId72" Type="http://schemas.openxmlformats.org/officeDocument/2006/relationships/customXml" Target="../ink/ink36.xml"/><Relationship Id="rId375" Type="http://schemas.openxmlformats.org/officeDocument/2006/relationships/image" Target="../media/image187.png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8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8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customXml" Target="../ink/ink193.xml"/><Relationship Id="rId551" Type="http://schemas.openxmlformats.org/officeDocument/2006/relationships/customXml" Target="../ink/ink276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453" Type="http://schemas.openxmlformats.org/officeDocument/2006/relationships/image" Target="../media/image226.png"/><Relationship Id="rId509" Type="http://schemas.openxmlformats.org/officeDocument/2006/relationships/image" Target="../media/image254.png"/><Relationship Id="rId106" Type="http://schemas.openxmlformats.org/officeDocument/2006/relationships/customXml" Target="../ink/ink53.xml"/><Relationship Id="rId313" Type="http://schemas.openxmlformats.org/officeDocument/2006/relationships/image" Target="../media/image156.png"/><Relationship Id="rId495" Type="http://schemas.openxmlformats.org/officeDocument/2006/relationships/image" Target="../media/image247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7.png"/><Relationship Id="rId397" Type="http://schemas.openxmlformats.org/officeDocument/2006/relationships/image" Target="../media/image198.png"/><Relationship Id="rId520" Type="http://schemas.openxmlformats.org/officeDocument/2006/relationships/customXml" Target="../ink/ink260.xml"/><Relationship Id="rId562" Type="http://schemas.openxmlformats.org/officeDocument/2006/relationships/image" Target="../media/image280.png"/><Relationship Id="rId215" Type="http://schemas.openxmlformats.org/officeDocument/2006/relationships/image" Target="../media/image107.png"/><Relationship Id="rId257" Type="http://schemas.openxmlformats.org/officeDocument/2006/relationships/image" Target="../media/image128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49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customXml" Target="../ink/ink183.xml"/><Relationship Id="rId573" Type="http://schemas.openxmlformats.org/officeDocument/2006/relationships/customXml" Target="../ink/ink287.xml"/><Relationship Id="rId226" Type="http://schemas.openxmlformats.org/officeDocument/2006/relationships/customXml" Target="../ink/ink113.xml"/><Relationship Id="rId433" Type="http://schemas.openxmlformats.org/officeDocument/2006/relationships/image" Target="../media/image216.png"/><Relationship Id="rId74" Type="http://schemas.openxmlformats.org/officeDocument/2006/relationships/customXml" Target="../ink/ink37.xml"/><Relationship Id="rId377" Type="http://schemas.openxmlformats.org/officeDocument/2006/relationships/image" Target="../media/image188.png"/><Relationship Id="rId500" Type="http://schemas.openxmlformats.org/officeDocument/2006/relationships/customXml" Target="../ink/ink250.xml"/><Relationship Id="rId5" Type="http://schemas.openxmlformats.org/officeDocument/2006/relationships/image" Target="../media/image2.png"/><Relationship Id="rId237" Type="http://schemas.openxmlformats.org/officeDocument/2006/relationships/image" Target="../media/image118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5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248" Type="http://schemas.openxmlformats.org/officeDocument/2006/relationships/customXml" Target="../ink/ink124.xml"/><Relationship Id="rId455" Type="http://schemas.openxmlformats.org/officeDocument/2006/relationships/image" Target="../media/image227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466" Type="http://schemas.openxmlformats.org/officeDocument/2006/relationships/customXml" Target="../ink/ink23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customXml" Target="../ink/ink163.xml"/><Relationship Id="rId533" Type="http://schemas.openxmlformats.org/officeDocument/2006/relationships/image" Target="../media/image266.png"/><Relationship Id="rId172" Type="http://schemas.openxmlformats.org/officeDocument/2006/relationships/customXml" Target="../ink/ink86.xml"/><Relationship Id="rId477" Type="http://schemas.openxmlformats.org/officeDocument/2006/relationships/image" Target="../media/image238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4.png"/><Relationship Id="rId21" Type="http://schemas.openxmlformats.org/officeDocument/2006/relationships/image" Target="../media/image296.png"/><Relationship Id="rId324" Type="http://schemas.openxmlformats.org/officeDocument/2006/relationships/customXml" Target="../ink/ink449.xml"/><Relationship Id="rId531" Type="http://schemas.openxmlformats.org/officeDocument/2006/relationships/image" Target="../media/image551.png"/><Relationship Id="rId170" Type="http://schemas.openxmlformats.org/officeDocument/2006/relationships/customXml" Target="../ink/ink372.xml"/><Relationship Id="rId268" Type="http://schemas.openxmlformats.org/officeDocument/2006/relationships/customXml" Target="../ink/ink421.xml"/><Relationship Id="rId475" Type="http://schemas.openxmlformats.org/officeDocument/2006/relationships/image" Target="../media/image523.png"/><Relationship Id="rId32" Type="http://schemas.openxmlformats.org/officeDocument/2006/relationships/customXml" Target="../ink/ink303.xml"/><Relationship Id="rId128" Type="http://schemas.openxmlformats.org/officeDocument/2006/relationships/customXml" Target="../ink/ink351.xml"/><Relationship Id="rId335" Type="http://schemas.openxmlformats.org/officeDocument/2006/relationships/image" Target="../media/image453.png"/><Relationship Id="rId542" Type="http://schemas.openxmlformats.org/officeDocument/2006/relationships/customXml" Target="../ink/ink558.xml"/><Relationship Id="rId181" Type="http://schemas.openxmlformats.org/officeDocument/2006/relationships/image" Target="../media/image376.png"/><Relationship Id="rId402" Type="http://schemas.openxmlformats.org/officeDocument/2006/relationships/customXml" Target="../ink/ink488.xml"/><Relationship Id="rId279" Type="http://schemas.openxmlformats.org/officeDocument/2006/relationships/image" Target="../media/image425.png"/><Relationship Id="rId486" Type="http://schemas.openxmlformats.org/officeDocument/2006/relationships/customXml" Target="../ink/ink530.xml"/><Relationship Id="rId43" Type="http://schemas.openxmlformats.org/officeDocument/2006/relationships/image" Target="../media/image307.png"/><Relationship Id="rId139" Type="http://schemas.openxmlformats.org/officeDocument/2006/relationships/image" Target="../media/image355.png"/><Relationship Id="rId346" Type="http://schemas.openxmlformats.org/officeDocument/2006/relationships/customXml" Target="../ink/ink460.xml"/><Relationship Id="rId553" Type="http://schemas.openxmlformats.org/officeDocument/2006/relationships/image" Target="../media/image562.png"/><Relationship Id="rId192" Type="http://schemas.openxmlformats.org/officeDocument/2006/relationships/customXml" Target="../ink/ink383.xml"/><Relationship Id="rId206" Type="http://schemas.openxmlformats.org/officeDocument/2006/relationships/customXml" Target="../ink/ink390.xml"/><Relationship Id="rId413" Type="http://schemas.openxmlformats.org/officeDocument/2006/relationships/image" Target="../media/image492.png"/><Relationship Id="rId497" Type="http://schemas.openxmlformats.org/officeDocument/2006/relationships/image" Target="../media/image534.png"/><Relationship Id="rId357" Type="http://schemas.openxmlformats.org/officeDocument/2006/relationships/image" Target="../media/image464.png"/><Relationship Id="rId54" Type="http://schemas.openxmlformats.org/officeDocument/2006/relationships/customXml" Target="../ink/ink314.xml"/><Relationship Id="rId217" Type="http://schemas.openxmlformats.org/officeDocument/2006/relationships/image" Target="../media/image394.png"/><Relationship Id="rId564" Type="http://schemas.openxmlformats.org/officeDocument/2006/relationships/customXml" Target="../ink/ink569.xml"/><Relationship Id="rId424" Type="http://schemas.openxmlformats.org/officeDocument/2006/relationships/customXml" Target="../ink/ink499.xml"/><Relationship Id="rId270" Type="http://schemas.openxmlformats.org/officeDocument/2006/relationships/customXml" Target="../ink/ink422.xml"/><Relationship Id="rId65" Type="http://schemas.openxmlformats.org/officeDocument/2006/relationships/image" Target="../media/image318.png"/><Relationship Id="rId130" Type="http://schemas.openxmlformats.org/officeDocument/2006/relationships/customXml" Target="../ink/ink352.xml"/><Relationship Id="rId368" Type="http://schemas.openxmlformats.org/officeDocument/2006/relationships/customXml" Target="../ink/ink471.xml"/><Relationship Id="rId575" Type="http://schemas.openxmlformats.org/officeDocument/2006/relationships/image" Target="../media/image573.png"/><Relationship Id="rId228" Type="http://schemas.openxmlformats.org/officeDocument/2006/relationships/customXml" Target="../ink/ink401.xml"/><Relationship Id="rId435" Type="http://schemas.openxmlformats.org/officeDocument/2006/relationships/image" Target="../media/image503.png"/><Relationship Id="rId281" Type="http://schemas.openxmlformats.org/officeDocument/2006/relationships/image" Target="../media/image426.png"/><Relationship Id="rId502" Type="http://schemas.openxmlformats.org/officeDocument/2006/relationships/customXml" Target="../ink/ink538.xml"/><Relationship Id="rId76" Type="http://schemas.openxmlformats.org/officeDocument/2006/relationships/customXml" Target="../ink/ink325.xml"/><Relationship Id="rId141" Type="http://schemas.openxmlformats.org/officeDocument/2006/relationships/image" Target="../media/image356.png"/><Relationship Id="rId379" Type="http://schemas.openxmlformats.org/officeDocument/2006/relationships/image" Target="../media/image475.png"/><Relationship Id="rId7" Type="http://schemas.openxmlformats.org/officeDocument/2006/relationships/image" Target="../media/image289.png"/><Relationship Id="rId183" Type="http://schemas.openxmlformats.org/officeDocument/2006/relationships/image" Target="../media/image377.png"/><Relationship Id="rId239" Type="http://schemas.openxmlformats.org/officeDocument/2006/relationships/image" Target="../media/image405.png"/><Relationship Id="rId390" Type="http://schemas.openxmlformats.org/officeDocument/2006/relationships/customXml" Target="../ink/ink482.xml"/><Relationship Id="rId404" Type="http://schemas.openxmlformats.org/officeDocument/2006/relationships/customXml" Target="../ink/ink489.xml"/><Relationship Id="rId446" Type="http://schemas.openxmlformats.org/officeDocument/2006/relationships/customXml" Target="../ink/ink510.xml"/><Relationship Id="rId250" Type="http://schemas.openxmlformats.org/officeDocument/2006/relationships/customXml" Target="../ink/ink412.xml"/><Relationship Id="rId292" Type="http://schemas.openxmlformats.org/officeDocument/2006/relationships/customXml" Target="../ink/ink433.xml"/><Relationship Id="rId306" Type="http://schemas.openxmlformats.org/officeDocument/2006/relationships/customXml" Target="../ink/ink440.xml"/><Relationship Id="rId488" Type="http://schemas.openxmlformats.org/officeDocument/2006/relationships/customXml" Target="../ink/ink531.xml"/><Relationship Id="rId45" Type="http://schemas.openxmlformats.org/officeDocument/2006/relationships/image" Target="../media/image308.png"/><Relationship Id="rId87" Type="http://schemas.openxmlformats.org/officeDocument/2006/relationships/image" Target="../media/image329.png"/><Relationship Id="rId110" Type="http://schemas.openxmlformats.org/officeDocument/2006/relationships/customXml" Target="../ink/ink342.xml"/><Relationship Id="rId348" Type="http://schemas.openxmlformats.org/officeDocument/2006/relationships/customXml" Target="../ink/ink461.xml"/><Relationship Id="rId513" Type="http://schemas.openxmlformats.org/officeDocument/2006/relationships/image" Target="../media/image542.png"/><Relationship Id="rId555" Type="http://schemas.openxmlformats.org/officeDocument/2006/relationships/image" Target="../media/image563.png"/><Relationship Id="rId152" Type="http://schemas.openxmlformats.org/officeDocument/2006/relationships/customXml" Target="../ink/ink363.xml"/><Relationship Id="rId194" Type="http://schemas.openxmlformats.org/officeDocument/2006/relationships/customXml" Target="../ink/ink384.xml"/><Relationship Id="rId208" Type="http://schemas.openxmlformats.org/officeDocument/2006/relationships/customXml" Target="../ink/ink391.xml"/><Relationship Id="rId415" Type="http://schemas.openxmlformats.org/officeDocument/2006/relationships/image" Target="../media/image493.png"/><Relationship Id="rId457" Type="http://schemas.openxmlformats.org/officeDocument/2006/relationships/image" Target="../media/image514.png"/><Relationship Id="rId261" Type="http://schemas.openxmlformats.org/officeDocument/2006/relationships/image" Target="../media/image416.png"/><Relationship Id="rId499" Type="http://schemas.openxmlformats.org/officeDocument/2006/relationships/image" Target="../media/image535.png"/><Relationship Id="rId14" Type="http://schemas.openxmlformats.org/officeDocument/2006/relationships/customXml" Target="../ink/ink294.xml"/><Relationship Id="rId56" Type="http://schemas.openxmlformats.org/officeDocument/2006/relationships/customXml" Target="../ink/ink315.xml"/><Relationship Id="rId317" Type="http://schemas.openxmlformats.org/officeDocument/2006/relationships/image" Target="../media/image444.png"/><Relationship Id="rId359" Type="http://schemas.openxmlformats.org/officeDocument/2006/relationships/image" Target="../media/image465.png"/><Relationship Id="rId524" Type="http://schemas.openxmlformats.org/officeDocument/2006/relationships/customXml" Target="../ink/ink549.xml"/><Relationship Id="rId566" Type="http://schemas.openxmlformats.org/officeDocument/2006/relationships/customXml" Target="../ink/ink570.xml"/><Relationship Id="rId98" Type="http://schemas.openxmlformats.org/officeDocument/2006/relationships/customXml" Target="../ink/ink336.xml"/><Relationship Id="rId121" Type="http://schemas.openxmlformats.org/officeDocument/2006/relationships/image" Target="../media/image346.png"/><Relationship Id="rId163" Type="http://schemas.openxmlformats.org/officeDocument/2006/relationships/image" Target="../media/image367.png"/><Relationship Id="rId219" Type="http://schemas.openxmlformats.org/officeDocument/2006/relationships/image" Target="../media/image395.png"/><Relationship Id="rId370" Type="http://schemas.openxmlformats.org/officeDocument/2006/relationships/customXml" Target="../ink/ink472.xml"/><Relationship Id="rId426" Type="http://schemas.openxmlformats.org/officeDocument/2006/relationships/customXml" Target="../ink/ink500.xml"/><Relationship Id="rId230" Type="http://schemas.openxmlformats.org/officeDocument/2006/relationships/customXml" Target="../ink/ink402.xml"/><Relationship Id="rId468" Type="http://schemas.openxmlformats.org/officeDocument/2006/relationships/customXml" Target="../ink/ink521.xml"/><Relationship Id="rId25" Type="http://schemas.openxmlformats.org/officeDocument/2006/relationships/image" Target="../media/image298.png"/><Relationship Id="rId67" Type="http://schemas.openxmlformats.org/officeDocument/2006/relationships/image" Target="../media/image319.png"/><Relationship Id="rId272" Type="http://schemas.openxmlformats.org/officeDocument/2006/relationships/customXml" Target="../ink/ink423.xml"/><Relationship Id="rId328" Type="http://schemas.openxmlformats.org/officeDocument/2006/relationships/customXml" Target="../ink/ink451.xml"/><Relationship Id="rId535" Type="http://schemas.openxmlformats.org/officeDocument/2006/relationships/image" Target="../media/image553.png"/><Relationship Id="rId577" Type="http://schemas.openxmlformats.org/officeDocument/2006/relationships/image" Target="../media/image574.png"/><Relationship Id="rId132" Type="http://schemas.openxmlformats.org/officeDocument/2006/relationships/customXml" Target="../ink/ink353.xml"/><Relationship Id="rId174" Type="http://schemas.openxmlformats.org/officeDocument/2006/relationships/customXml" Target="../ink/ink374.xml"/><Relationship Id="rId381" Type="http://schemas.openxmlformats.org/officeDocument/2006/relationships/image" Target="../media/image476.png"/><Relationship Id="rId241" Type="http://schemas.openxmlformats.org/officeDocument/2006/relationships/image" Target="../media/image406.png"/><Relationship Id="rId437" Type="http://schemas.openxmlformats.org/officeDocument/2006/relationships/image" Target="../media/image504.png"/><Relationship Id="rId479" Type="http://schemas.openxmlformats.org/officeDocument/2006/relationships/image" Target="../media/image525.png"/><Relationship Id="rId36" Type="http://schemas.openxmlformats.org/officeDocument/2006/relationships/customXml" Target="../ink/ink305.xml"/><Relationship Id="rId283" Type="http://schemas.openxmlformats.org/officeDocument/2006/relationships/image" Target="../media/image427.png"/><Relationship Id="rId339" Type="http://schemas.openxmlformats.org/officeDocument/2006/relationships/image" Target="../media/image455.png"/><Relationship Id="rId490" Type="http://schemas.openxmlformats.org/officeDocument/2006/relationships/customXml" Target="../ink/ink532.xml"/><Relationship Id="rId504" Type="http://schemas.openxmlformats.org/officeDocument/2006/relationships/customXml" Target="../ink/ink539.xml"/><Relationship Id="rId546" Type="http://schemas.openxmlformats.org/officeDocument/2006/relationships/customXml" Target="../ink/ink560.xml"/><Relationship Id="rId78" Type="http://schemas.openxmlformats.org/officeDocument/2006/relationships/customXml" Target="../ink/ink326.xml"/><Relationship Id="rId101" Type="http://schemas.openxmlformats.org/officeDocument/2006/relationships/image" Target="../media/image336.png"/><Relationship Id="rId143" Type="http://schemas.openxmlformats.org/officeDocument/2006/relationships/image" Target="../media/image357.png"/><Relationship Id="rId185" Type="http://schemas.openxmlformats.org/officeDocument/2006/relationships/image" Target="../media/image378.png"/><Relationship Id="rId350" Type="http://schemas.openxmlformats.org/officeDocument/2006/relationships/customXml" Target="../ink/ink462.xml"/><Relationship Id="rId406" Type="http://schemas.openxmlformats.org/officeDocument/2006/relationships/customXml" Target="../ink/ink490.xml"/><Relationship Id="rId9" Type="http://schemas.openxmlformats.org/officeDocument/2006/relationships/image" Target="../media/image290.png"/><Relationship Id="rId210" Type="http://schemas.openxmlformats.org/officeDocument/2006/relationships/customXml" Target="../ink/ink392.xml"/><Relationship Id="rId392" Type="http://schemas.openxmlformats.org/officeDocument/2006/relationships/customXml" Target="../ink/ink483.xml"/><Relationship Id="rId448" Type="http://schemas.openxmlformats.org/officeDocument/2006/relationships/customXml" Target="../ink/ink511.xml"/><Relationship Id="rId252" Type="http://schemas.openxmlformats.org/officeDocument/2006/relationships/customXml" Target="../ink/ink413.xml"/><Relationship Id="rId294" Type="http://schemas.openxmlformats.org/officeDocument/2006/relationships/customXml" Target="../ink/ink434.xml"/><Relationship Id="rId308" Type="http://schemas.openxmlformats.org/officeDocument/2006/relationships/customXml" Target="../ink/ink441.xml"/><Relationship Id="rId515" Type="http://schemas.openxmlformats.org/officeDocument/2006/relationships/image" Target="../media/image543.png"/><Relationship Id="rId47" Type="http://schemas.openxmlformats.org/officeDocument/2006/relationships/image" Target="../media/image309.png"/><Relationship Id="rId89" Type="http://schemas.openxmlformats.org/officeDocument/2006/relationships/image" Target="../media/image330.png"/><Relationship Id="rId112" Type="http://schemas.openxmlformats.org/officeDocument/2006/relationships/customXml" Target="../ink/ink343.xml"/><Relationship Id="rId154" Type="http://schemas.openxmlformats.org/officeDocument/2006/relationships/customXml" Target="../ink/ink364.xml"/><Relationship Id="rId361" Type="http://schemas.openxmlformats.org/officeDocument/2006/relationships/image" Target="../media/image466.png"/><Relationship Id="rId557" Type="http://schemas.openxmlformats.org/officeDocument/2006/relationships/image" Target="../media/image564.png"/><Relationship Id="rId196" Type="http://schemas.openxmlformats.org/officeDocument/2006/relationships/customXml" Target="../ink/ink385.xml"/><Relationship Id="rId417" Type="http://schemas.openxmlformats.org/officeDocument/2006/relationships/image" Target="../media/image494.png"/><Relationship Id="rId459" Type="http://schemas.openxmlformats.org/officeDocument/2006/relationships/image" Target="../media/image515.png"/><Relationship Id="rId16" Type="http://schemas.openxmlformats.org/officeDocument/2006/relationships/customXml" Target="../ink/ink295.xml"/><Relationship Id="rId221" Type="http://schemas.openxmlformats.org/officeDocument/2006/relationships/image" Target="../media/image396.png"/><Relationship Id="rId263" Type="http://schemas.openxmlformats.org/officeDocument/2006/relationships/image" Target="../media/image417.png"/><Relationship Id="rId319" Type="http://schemas.openxmlformats.org/officeDocument/2006/relationships/image" Target="../media/image445.png"/><Relationship Id="rId470" Type="http://schemas.openxmlformats.org/officeDocument/2006/relationships/customXml" Target="../ink/ink522.xml"/><Relationship Id="rId526" Type="http://schemas.openxmlformats.org/officeDocument/2006/relationships/customXml" Target="../ink/ink550.xml"/><Relationship Id="rId58" Type="http://schemas.openxmlformats.org/officeDocument/2006/relationships/customXml" Target="../ink/ink316.xml"/><Relationship Id="rId123" Type="http://schemas.openxmlformats.org/officeDocument/2006/relationships/image" Target="../media/image347.png"/><Relationship Id="rId330" Type="http://schemas.openxmlformats.org/officeDocument/2006/relationships/customXml" Target="../ink/ink452.xml"/><Relationship Id="rId568" Type="http://schemas.openxmlformats.org/officeDocument/2006/relationships/customXml" Target="../ink/ink571.xml"/><Relationship Id="rId165" Type="http://schemas.openxmlformats.org/officeDocument/2006/relationships/image" Target="../media/image368.png"/><Relationship Id="rId372" Type="http://schemas.openxmlformats.org/officeDocument/2006/relationships/customXml" Target="../ink/ink473.xml"/><Relationship Id="rId428" Type="http://schemas.openxmlformats.org/officeDocument/2006/relationships/customXml" Target="../ink/ink501.xml"/><Relationship Id="rId232" Type="http://schemas.openxmlformats.org/officeDocument/2006/relationships/customXml" Target="../ink/ink403.xml"/><Relationship Id="rId274" Type="http://schemas.openxmlformats.org/officeDocument/2006/relationships/customXml" Target="../ink/ink424.xml"/><Relationship Id="rId481" Type="http://schemas.openxmlformats.org/officeDocument/2006/relationships/image" Target="../media/image526.png"/><Relationship Id="rId27" Type="http://schemas.openxmlformats.org/officeDocument/2006/relationships/image" Target="../media/image299.png"/><Relationship Id="rId69" Type="http://schemas.openxmlformats.org/officeDocument/2006/relationships/image" Target="../media/image320.png"/><Relationship Id="rId134" Type="http://schemas.openxmlformats.org/officeDocument/2006/relationships/customXml" Target="../ink/ink354.xml"/><Relationship Id="rId537" Type="http://schemas.openxmlformats.org/officeDocument/2006/relationships/image" Target="../media/image554.png"/><Relationship Id="rId579" Type="http://schemas.openxmlformats.org/officeDocument/2006/relationships/image" Target="../media/image575.png"/><Relationship Id="rId80" Type="http://schemas.openxmlformats.org/officeDocument/2006/relationships/customXml" Target="../ink/ink327.xml"/><Relationship Id="rId176" Type="http://schemas.openxmlformats.org/officeDocument/2006/relationships/customXml" Target="../ink/ink375.xml"/><Relationship Id="rId341" Type="http://schemas.openxmlformats.org/officeDocument/2006/relationships/image" Target="../media/image456.png"/><Relationship Id="rId383" Type="http://schemas.openxmlformats.org/officeDocument/2006/relationships/image" Target="../media/image477.png"/><Relationship Id="rId439" Type="http://schemas.openxmlformats.org/officeDocument/2006/relationships/image" Target="../media/image505.png"/><Relationship Id="rId201" Type="http://schemas.openxmlformats.org/officeDocument/2006/relationships/image" Target="../media/image386.png"/><Relationship Id="rId243" Type="http://schemas.openxmlformats.org/officeDocument/2006/relationships/image" Target="../media/image407.png"/><Relationship Id="rId285" Type="http://schemas.openxmlformats.org/officeDocument/2006/relationships/image" Target="../media/image428.png"/><Relationship Id="rId450" Type="http://schemas.openxmlformats.org/officeDocument/2006/relationships/customXml" Target="../ink/ink512.xml"/><Relationship Id="rId506" Type="http://schemas.openxmlformats.org/officeDocument/2006/relationships/customXml" Target="../ink/ink540.xml"/><Relationship Id="rId38" Type="http://schemas.openxmlformats.org/officeDocument/2006/relationships/customXml" Target="../ink/ink306.xml"/><Relationship Id="rId103" Type="http://schemas.openxmlformats.org/officeDocument/2006/relationships/image" Target="../media/image337.png"/><Relationship Id="rId310" Type="http://schemas.openxmlformats.org/officeDocument/2006/relationships/customXml" Target="../ink/ink442.xml"/><Relationship Id="rId492" Type="http://schemas.openxmlformats.org/officeDocument/2006/relationships/customXml" Target="../ink/ink533.xml"/><Relationship Id="rId548" Type="http://schemas.openxmlformats.org/officeDocument/2006/relationships/customXml" Target="../ink/ink561.xml"/><Relationship Id="rId91" Type="http://schemas.openxmlformats.org/officeDocument/2006/relationships/image" Target="../media/image331.png"/><Relationship Id="rId145" Type="http://schemas.openxmlformats.org/officeDocument/2006/relationships/image" Target="../media/image358.png"/><Relationship Id="rId187" Type="http://schemas.openxmlformats.org/officeDocument/2006/relationships/image" Target="../media/image379.png"/><Relationship Id="rId352" Type="http://schemas.openxmlformats.org/officeDocument/2006/relationships/customXml" Target="../ink/ink463.xml"/><Relationship Id="rId394" Type="http://schemas.openxmlformats.org/officeDocument/2006/relationships/customXml" Target="../ink/ink484.xml"/><Relationship Id="rId408" Type="http://schemas.openxmlformats.org/officeDocument/2006/relationships/customXml" Target="../ink/ink491.xml"/><Relationship Id="rId212" Type="http://schemas.openxmlformats.org/officeDocument/2006/relationships/customXml" Target="../ink/ink393.xml"/><Relationship Id="rId254" Type="http://schemas.openxmlformats.org/officeDocument/2006/relationships/customXml" Target="../ink/ink414.xml"/><Relationship Id="rId49" Type="http://schemas.openxmlformats.org/officeDocument/2006/relationships/image" Target="../media/image310.png"/><Relationship Id="rId114" Type="http://schemas.openxmlformats.org/officeDocument/2006/relationships/customXml" Target="../ink/ink344.xml"/><Relationship Id="rId296" Type="http://schemas.openxmlformats.org/officeDocument/2006/relationships/customXml" Target="../ink/ink435.xml"/><Relationship Id="rId461" Type="http://schemas.openxmlformats.org/officeDocument/2006/relationships/image" Target="../media/image516.png"/><Relationship Id="rId517" Type="http://schemas.openxmlformats.org/officeDocument/2006/relationships/image" Target="../media/image544.png"/><Relationship Id="rId559" Type="http://schemas.openxmlformats.org/officeDocument/2006/relationships/image" Target="../media/image565.png"/><Relationship Id="rId60" Type="http://schemas.openxmlformats.org/officeDocument/2006/relationships/customXml" Target="../ink/ink317.xml"/><Relationship Id="rId156" Type="http://schemas.openxmlformats.org/officeDocument/2006/relationships/customXml" Target="../ink/ink365.xml"/><Relationship Id="rId198" Type="http://schemas.openxmlformats.org/officeDocument/2006/relationships/customXml" Target="../ink/ink386.xml"/><Relationship Id="rId321" Type="http://schemas.openxmlformats.org/officeDocument/2006/relationships/image" Target="../media/image446.png"/><Relationship Id="rId363" Type="http://schemas.openxmlformats.org/officeDocument/2006/relationships/image" Target="../media/image467.png"/><Relationship Id="rId419" Type="http://schemas.openxmlformats.org/officeDocument/2006/relationships/image" Target="../media/image495.png"/><Relationship Id="rId570" Type="http://schemas.openxmlformats.org/officeDocument/2006/relationships/customXml" Target="../ink/ink572.xml"/><Relationship Id="rId223" Type="http://schemas.openxmlformats.org/officeDocument/2006/relationships/image" Target="../media/image397.png"/><Relationship Id="rId430" Type="http://schemas.openxmlformats.org/officeDocument/2006/relationships/customXml" Target="../ink/ink502.xml"/><Relationship Id="rId18" Type="http://schemas.openxmlformats.org/officeDocument/2006/relationships/customXml" Target="../ink/ink296.xml"/><Relationship Id="rId265" Type="http://schemas.openxmlformats.org/officeDocument/2006/relationships/image" Target="../media/image418.png"/><Relationship Id="rId472" Type="http://schemas.openxmlformats.org/officeDocument/2006/relationships/customXml" Target="../ink/ink523.xml"/><Relationship Id="rId528" Type="http://schemas.openxmlformats.org/officeDocument/2006/relationships/customXml" Target="../ink/ink551.xml"/><Relationship Id="rId125" Type="http://schemas.openxmlformats.org/officeDocument/2006/relationships/image" Target="../media/image348.png"/><Relationship Id="rId167" Type="http://schemas.openxmlformats.org/officeDocument/2006/relationships/image" Target="../media/image369.png"/><Relationship Id="rId332" Type="http://schemas.openxmlformats.org/officeDocument/2006/relationships/customXml" Target="../ink/ink453.xml"/><Relationship Id="rId374" Type="http://schemas.openxmlformats.org/officeDocument/2006/relationships/customXml" Target="../ink/ink474.xml"/><Relationship Id="rId581" Type="http://schemas.openxmlformats.org/officeDocument/2006/relationships/image" Target="../media/image576.png"/><Relationship Id="rId71" Type="http://schemas.openxmlformats.org/officeDocument/2006/relationships/image" Target="../media/image321.png"/><Relationship Id="rId234" Type="http://schemas.openxmlformats.org/officeDocument/2006/relationships/customXml" Target="../ink/ink404.xml"/><Relationship Id="rId2" Type="http://schemas.openxmlformats.org/officeDocument/2006/relationships/customXml" Target="../ink/ink288.xml"/><Relationship Id="rId29" Type="http://schemas.openxmlformats.org/officeDocument/2006/relationships/image" Target="../media/image300.png"/><Relationship Id="rId276" Type="http://schemas.openxmlformats.org/officeDocument/2006/relationships/customXml" Target="../ink/ink425.xml"/><Relationship Id="rId441" Type="http://schemas.openxmlformats.org/officeDocument/2006/relationships/image" Target="../media/image506.png"/><Relationship Id="rId483" Type="http://schemas.openxmlformats.org/officeDocument/2006/relationships/image" Target="../media/image527.png"/><Relationship Id="rId539" Type="http://schemas.openxmlformats.org/officeDocument/2006/relationships/image" Target="../media/image555.png"/><Relationship Id="rId40" Type="http://schemas.openxmlformats.org/officeDocument/2006/relationships/customXml" Target="../ink/ink307.xml"/><Relationship Id="rId136" Type="http://schemas.openxmlformats.org/officeDocument/2006/relationships/customXml" Target="../ink/ink355.xml"/><Relationship Id="rId178" Type="http://schemas.openxmlformats.org/officeDocument/2006/relationships/customXml" Target="../ink/ink376.xml"/><Relationship Id="rId301" Type="http://schemas.openxmlformats.org/officeDocument/2006/relationships/image" Target="../media/image436.png"/><Relationship Id="rId343" Type="http://schemas.openxmlformats.org/officeDocument/2006/relationships/image" Target="../media/image457.png"/><Relationship Id="rId550" Type="http://schemas.openxmlformats.org/officeDocument/2006/relationships/customXml" Target="../ink/ink562.xml"/><Relationship Id="rId82" Type="http://schemas.openxmlformats.org/officeDocument/2006/relationships/customXml" Target="../ink/ink328.xml"/><Relationship Id="rId203" Type="http://schemas.openxmlformats.org/officeDocument/2006/relationships/image" Target="../media/image387.png"/><Relationship Id="rId385" Type="http://schemas.openxmlformats.org/officeDocument/2006/relationships/image" Target="../media/image478.png"/><Relationship Id="rId245" Type="http://schemas.openxmlformats.org/officeDocument/2006/relationships/image" Target="../media/image408.png"/><Relationship Id="rId287" Type="http://schemas.openxmlformats.org/officeDocument/2006/relationships/image" Target="../media/image429.png"/><Relationship Id="rId410" Type="http://schemas.openxmlformats.org/officeDocument/2006/relationships/customXml" Target="../ink/ink492.xml"/><Relationship Id="rId452" Type="http://schemas.openxmlformats.org/officeDocument/2006/relationships/customXml" Target="../ink/ink513.xml"/><Relationship Id="rId494" Type="http://schemas.openxmlformats.org/officeDocument/2006/relationships/customXml" Target="../ink/ink534.xml"/><Relationship Id="rId508" Type="http://schemas.openxmlformats.org/officeDocument/2006/relationships/customXml" Target="../ink/ink541.xml"/><Relationship Id="rId105" Type="http://schemas.openxmlformats.org/officeDocument/2006/relationships/image" Target="../media/image338.png"/><Relationship Id="rId147" Type="http://schemas.openxmlformats.org/officeDocument/2006/relationships/image" Target="../media/image359.png"/><Relationship Id="rId312" Type="http://schemas.openxmlformats.org/officeDocument/2006/relationships/customXml" Target="../ink/ink443.xml"/><Relationship Id="rId354" Type="http://schemas.openxmlformats.org/officeDocument/2006/relationships/customXml" Target="../ink/ink464.xml"/><Relationship Id="rId51" Type="http://schemas.openxmlformats.org/officeDocument/2006/relationships/image" Target="../media/image311.png"/><Relationship Id="rId93" Type="http://schemas.openxmlformats.org/officeDocument/2006/relationships/image" Target="../media/image332.png"/><Relationship Id="rId189" Type="http://schemas.openxmlformats.org/officeDocument/2006/relationships/image" Target="../media/image380.png"/><Relationship Id="rId396" Type="http://schemas.openxmlformats.org/officeDocument/2006/relationships/customXml" Target="../ink/ink485.xml"/><Relationship Id="rId561" Type="http://schemas.openxmlformats.org/officeDocument/2006/relationships/image" Target="../media/image566.png"/><Relationship Id="rId214" Type="http://schemas.openxmlformats.org/officeDocument/2006/relationships/customXml" Target="../ink/ink394.xml"/><Relationship Id="rId256" Type="http://schemas.openxmlformats.org/officeDocument/2006/relationships/customXml" Target="../ink/ink415.xml"/><Relationship Id="rId298" Type="http://schemas.openxmlformats.org/officeDocument/2006/relationships/customXml" Target="../ink/ink436.xml"/><Relationship Id="rId421" Type="http://schemas.openxmlformats.org/officeDocument/2006/relationships/image" Target="../media/image496.png"/><Relationship Id="rId463" Type="http://schemas.openxmlformats.org/officeDocument/2006/relationships/image" Target="../media/image517.png"/><Relationship Id="rId519" Type="http://schemas.openxmlformats.org/officeDocument/2006/relationships/image" Target="../media/image545.png"/><Relationship Id="rId116" Type="http://schemas.openxmlformats.org/officeDocument/2006/relationships/customXml" Target="../ink/ink345.xml"/><Relationship Id="rId158" Type="http://schemas.openxmlformats.org/officeDocument/2006/relationships/customXml" Target="../ink/ink366.xml"/><Relationship Id="rId323" Type="http://schemas.openxmlformats.org/officeDocument/2006/relationships/image" Target="../media/image447.png"/><Relationship Id="rId530" Type="http://schemas.openxmlformats.org/officeDocument/2006/relationships/customXml" Target="../ink/ink552.xml"/><Relationship Id="rId20" Type="http://schemas.openxmlformats.org/officeDocument/2006/relationships/customXml" Target="../ink/ink297.xml"/><Relationship Id="rId62" Type="http://schemas.openxmlformats.org/officeDocument/2006/relationships/customXml" Target="../ink/ink318.xml"/><Relationship Id="rId365" Type="http://schemas.openxmlformats.org/officeDocument/2006/relationships/image" Target="../media/image468.png"/><Relationship Id="rId572" Type="http://schemas.openxmlformats.org/officeDocument/2006/relationships/customXml" Target="../ink/ink573.xml"/><Relationship Id="rId225" Type="http://schemas.openxmlformats.org/officeDocument/2006/relationships/image" Target="../media/image398.png"/><Relationship Id="rId267" Type="http://schemas.openxmlformats.org/officeDocument/2006/relationships/image" Target="../media/image419.png"/><Relationship Id="rId432" Type="http://schemas.openxmlformats.org/officeDocument/2006/relationships/customXml" Target="../ink/ink503.xml"/><Relationship Id="rId474" Type="http://schemas.openxmlformats.org/officeDocument/2006/relationships/customXml" Target="../ink/ink524.xml"/><Relationship Id="rId127" Type="http://schemas.openxmlformats.org/officeDocument/2006/relationships/image" Target="../media/image349.png"/><Relationship Id="rId31" Type="http://schemas.openxmlformats.org/officeDocument/2006/relationships/image" Target="../media/image301.png"/><Relationship Id="rId73" Type="http://schemas.openxmlformats.org/officeDocument/2006/relationships/image" Target="../media/image322.png"/><Relationship Id="rId169" Type="http://schemas.openxmlformats.org/officeDocument/2006/relationships/image" Target="../media/image370.png"/><Relationship Id="rId334" Type="http://schemas.openxmlformats.org/officeDocument/2006/relationships/customXml" Target="../ink/ink454.xml"/><Relationship Id="rId376" Type="http://schemas.openxmlformats.org/officeDocument/2006/relationships/customXml" Target="../ink/ink475.xml"/><Relationship Id="rId541" Type="http://schemas.openxmlformats.org/officeDocument/2006/relationships/image" Target="../media/image556.png"/><Relationship Id="rId583" Type="http://schemas.openxmlformats.org/officeDocument/2006/relationships/image" Target="../media/image577.png"/><Relationship Id="rId4" Type="http://schemas.openxmlformats.org/officeDocument/2006/relationships/customXml" Target="../ink/ink289.xml"/><Relationship Id="rId180" Type="http://schemas.openxmlformats.org/officeDocument/2006/relationships/customXml" Target="../ink/ink377.xml"/><Relationship Id="rId236" Type="http://schemas.openxmlformats.org/officeDocument/2006/relationships/customXml" Target="../ink/ink405.xml"/><Relationship Id="rId278" Type="http://schemas.openxmlformats.org/officeDocument/2006/relationships/customXml" Target="../ink/ink426.xml"/><Relationship Id="rId401" Type="http://schemas.openxmlformats.org/officeDocument/2006/relationships/image" Target="../media/image486.png"/><Relationship Id="rId443" Type="http://schemas.openxmlformats.org/officeDocument/2006/relationships/image" Target="../media/image507.png"/><Relationship Id="rId303" Type="http://schemas.openxmlformats.org/officeDocument/2006/relationships/image" Target="../media/image437.png"/><Relationship Id="rId485" Type="http://schemas.openxmlformats.org/officeDocument/2006/relationships/image" Target="../media/image528.png"/><Relationship Id="rId42" Type="http://schemas.openxmlformats.org/officeDocument/2006/relationships/customXml" Target="../ink/ink308.xml"/><Relationship Id="rId84" Type="http://schemas.openxmlformats.org/officeDocument/2006/relationships/customXml" Target="../ink/ink329.xml"/><Relationship Id="rId138" Type="http://schemas.openxmlformats.org/officeDocument/2006/relationships/customXml" Target="../ink/ink356.xml"/><Relationship Id="rId345" Type="http://schemas.openxmlformats.org/officeDocument/2006/relationships/image" Target="../media/image458.png"/><Relationship Id="rId387" Type="http://schemas.openxmlformats.org/officeDocument/2006/relationships/image" Target="../media/image479.png"/><Relationship Id="rId510" Type="http://schemas.openxmlformats.org/officeDocument/2006/relationships/customXml" Target="../ink/ink542.xml"/><Relationship Id="rId552" Type="http://schemas.openxmlformats.org/officeDocument/2006/relationships/customXml" Target="../ink/ink563.xml"/><Relationship Id="rId191" Type="http://schemas.openxmlformats.org/officeDocument/2006/relationships/image" Target="../media/image381.png"/><Relationship Id="rId205" Type="http://schemas.openxmlformats.org/officeDocument/2006/relationships/image" Target="../media/image388.png"/><Relationship Id="rId247" Type="http://schemas.openxmlformats.org/officeDocument/2006/relationships/image" Target="../media/image409.png"/><Relationship Id="rId412" Type="http://schemas.openxmlformats.org/officeDocument/2006/relationships/customXml" Target="../ink/ink493.xml"/><Relationship Id="rId107" Type="http://schemas.openxmlformats.org/officeDocument/2006/relationships/image" Target="../media/image339.png"/><Relationship Id="rId289" Type="http://schemas.openxmlformats.org/officeDocument/2006/relationships/image" Target="../media/image430.png"/><Relationship Id="rId454" Type="http://schemas.openxmlformats.org/officeDocument/2006/relationships/customXml" Target="../ink/ink514.xml"/><Relationship Id="rId496" Type="http://schemas.openxmlformats.org/officeDocument/2006/relationships/customXml" Target="../ink/ink535.xml"/><Relationship Id="rId11" Type="http://schemas.openxmlformats.org/officeDocument/2006/relationships/image" Target="../media/image291.png"/><Relationship Id="rId53" Type="http://schemas.openxmlformats.org/officeDocument/2006/relationships/image" Target="../media/image312.png"/><Relationship Id="rId149" Type="http://schemas.openxmlformats.org/officeDocument/2006/relationships/image" Target="../media/image360.png"/><Relationship Id="rId314" Type="http://schemas.openxmlformats.org/officeDocument/2006/relationships/customXml" Target="../ink/ink444.xml"/><Relationship Id="rId356" Type="http://schemas.openxmlformats.org/officeDocument/2006/relationships/customXml" Target="../ink/ink465.xml"/><Relationship Id="rId398" Type="http://schemas.openxmlformats.org/officeDocument/2006/relationships/customXml" Target="../ink/ink486.xml"/><Relationship Id="rId521" Type="http://schemas.openxmlformats.org/officeDocument/2006/relationships/image" Target="../media/image546.png"/><Relationship Id="rId563" Type="http://schemas.openxmlformats.org/officeDocument/2006/relationships/image" Target="../media/image567.png"/><Relationship Id="rId95" Type="http://schemas.openxmlformats.org/officeDocument/2006/relationships/image" Target="../media/image333.png"/><Relationship Id="rId160" Type="http://schemas.openxmlformats.org/officeDocument/2006/relationships/customXml" Target="../ink/ink367.xml"/><Relationship Id="rId216" Type="http://schemas.openxmlformats.org/officeDocument/2006/relationships/customXml" Target="../ink/ink395.xml"/><Relationship Id="rId423" Type="http://schemas.openxmlformats.org/officeDocument/2006/relationships/image" Target="../media/image497.png"/><Relationship Id="rId258" Type="http://schemas.openxmlformats.org/officeDocument/2006/relationships/customXml" Target="../ink/ink416.xml"/><Relationship Id="rId465" Type="http://schemas.openxmlformats.org/officeDocument/2006/relationships/image" Target="../media/image518.png"/><Relationship Id="rId22" Type="http://schemas.openxmlformats.org/officeDocument/2006/relationships/customXml" Target="../ink/ink298.xml"/><Relationship Id="rId64" Type="http://schemas.openxmlformats.org/officeDocument/2006/relationships/customXml" Target="../ink/ink319.xml"/><Relationship Id="rId118" Type="http://schemas.openxmlformats.org/officeDocument/2006/relationships/customXml" Target="../ink/ink346.xml"/><Relationship Id="rId325" Type="http://schemas.openxmlformats.org/officeDocument/2006/relationships/image" Target="../media/image448.png"/><Relationship Id="rId367" Type="http://schemas.openxmlformats.org/officeDocument/2006/relationships/image" Target="../media/image469.png"/><Relationship Id="rId532" Type="http://schemas.openxmlformats.org/officeDocument/2006/relationships/customXml" Target="../ink/ink553.xml"/><Relationship Id="rId574" Type="http://schemas.openxmlformats.org/officeDocument/2006/relationships/customXml" Target="../ink/ink574.xml"/><Relationship Id="rId171" Type="http://schemas.openxmlformats.org/officeDocument/2006/relationships/image" Target="../media/image371.png"/><Relationship Id="rId227" Type="http://schemas.openxmlformats.org/officeDocument/2006/relationships/image" Target="../media/image399.png"/><Relationship Id="rId269" Type="http://schemas.openxmlformats.org/officeDocument/2006/relationships/image" Target="../media/image420.png"/><Relationship Id="rId434" Type="http://schemas.openxmlformats.org/officeDocument/2006/relationships/customXml" Target="../ink/ink504.xml"/><Relationship Id="rId476" Type="http://schemas.openxmlformats.org/officeDocument/2006/relationships/customXml" Target="../ink/ink525.xml"/><Relationship Id="rId33" Type="http://schemas.openxmlformats.org/officeDocument/2006/relationships/image" Target="../media/image302.png"/><Relationship Id="rId129" Type="http://schemas.openxmlformats.org/officeDocument/2006/relationships/image" Target="../media/image350.png"/><Relationship Id="rId280" Type="http://schemas.openxmlformats.org/officeDocument/2006/relationships/customXml" Target="../ink/ink427.xml"/><Relationship Id="rId336" Type="http://schemas.openxmlformats.org/officeDocument/2006/relationships/customXml" Target="../ink/ink455.xml"/><Relationship Id="rId501" Type="http://schemas.openxmlformats.org/officeDocument/2006/relationships/image" Target="../media/image536.png"/><Relationship Id="rId543" Type="http://schemas.openxmlformats.org/officeDocument/2006/relationships/image" Target="../media/image557.png"/><Relationship Id="rId75" Type="http://schemas.openxmlformats.org/officeDocument/2006/relationships/image" Target="../media/image323.png"/><Relationship Id="rId140" Type="http://schemas.openxmlformats.org/officeDocument/2006/relationships/customXml" Target="../ink/ink357.xml"/><Relationship Id="rId182" Type="http://schemas.openxmlformats.org/officeDocument/2006/relationships/customXml" Target="../ink/ink378.xml"/><Relationship Id="rId378" Type="http://schemas.openxmlformats.org/officeDocument/2006/relationships/customXml" Target="../ink/ink476.xml"/><Relationship Id="rId403" Type="http://schemas.openxmlformats.org/officeDocument/2006/relationships/image" Target="../media/image487.png"/><Relationship Id="rId6" Type="http://schemas.openxmlformats.org/officeDocument/2006/relationships/customXml" Target="../ink/ink290.xml"/><Relationship Id="rId238" Type="http://schemas.openxmlformats.org/officeDocument/2006/relationships/customXml" Target="../ink/ink406.xml"/><Relationship Id="rId445" Type="http://schemas.openxmlformats.org/officeDocument/2006/relationships/image" Target="../media/image508.png"/><Relationship Id="rId487" Type="http://schemas.openxmlformats.org/officeDocument/2006/relationships/image" Target="../media/image529.png"/><Relationship Id="rId291" Type="http://schemas.openxmlformats.org/officeDocument/2006/relationships/image" Target="../media/image431.png"/><Relationship Id="rId305" Type="http://schemas.openxmlformats.org/officeDocument/2006/relationships/image" Target="../media/image438.png"/><Relationship Id="rId347" Type="http://schemas.openxmlformats.org/officeDocument/2006/relationships/image" Target="../media/image459.png"/><Relationship Id="rId512" Type="http://schemas.openxmlformats.org/officeDocument/2006/relationships/customXml" Target="../ink/ink543.xml"/><Relationship Id="rId44" Type="http://schemas.openxmlformats.org/officeDocument/2006/relationships/customXml" Target="../ink/ink309.xml"/><Relationship Id="rId86" Type="http://schemas.openxmlformats.org/officeDocument/2006/relationships/customXml" Target="../ink/ink330.xml"/><Relationship Id="rId151" Type="http://schemas.openxmlformats.org/officeDocument/2006/relationships/image" Target="../media/image361.png"/><Relationship Id="rId389" Type="http://schemas.openxmlformats.org/officeDocument/2006/relationships/image" Target="../media/image480.png"/><Relationship Id="rId554" Type="http://schemas.openxmlformats.org/officeDocument/2006/relationships/customXml" Target="../ink/ink564.xml"/><Relationship Id="rId193" Type="http://schemas.openxmlformats.org/officeDocument/2006/relationships/image" Target="../media/image382.png"/><Relationship Id="rId207" Type="http://schemas.openxmlformats.org/officeDocument/2006/relationships/image" Target="../media/image389.png"/><Relationship Id="rId249" Type="http://schemas.openxmlformats.org/officeDocument/2006/relationships/image" Target="../media/image410.png"/><Relationship Id="rId414" Type="http://schemas.openxmlformats.org/officeDocument/2006/relationships/customXml" Target="../ink/ink494.xml"/><Relationship Id="rId456" Type="http://schemas.openxmlformats.org/officeDocument/2006/relationships/customXml" Target="../ink/ink515.xml"/><Relationship Id="rId498" Type="http://schemas.openxmlformats.org/officeDocument/2006/relationships/customXml" Target="../ink/ink536.xml"/><Relationship Id="rId13" Type="http://schemas.openxmlformats.org/officeDocument/2006/relationships/image" Target="../media/image292.png"/><Relationship Id="rId109" Type="http://schemas.openxmlformats.org/officeDocument/2006/relationships/image" Target="../media/image340.png"/><Relationship Id="rId260" Type="http://schemas.openxmlformats.org/officeDocument/2006/relationships/customXml" Target="../ink/ink417.xml"/><Relationship Id="rId316" Type="http://schemas.openxmlformats.org/officeDocument/2006/relationships/customXml" Target="../ink/ink445.xml"/><Relationship Id="rId523" Type="http://schemas.openxmlformats.org/officeDocument/2006/relationships/image" Target="../media/image547.png"/><Relationship Id="rId55" Type="http://schemas.openxmlformats.org/officeDocument/2006/relationships/image" Target="../media/image313.png"/><Relationship Id="rId97" Type="http://schemas.openxmlformats.org/officeDocument/2006/relationships/image" Target="../media/image334.png"/><Relationship Id="rId120" Type="http://schemas.openxmlformats.org/officeDocument/2006/relationships/customXml" Target="../ink/ink347.xml"/><Relationship Id="rId358" Type="http://schemas.openxmlformats.org/officeDocument/2006/relationships/customXml" Target="../ink/ink466.xml"/><Relationship Id="rId565" Type="http://schemas.openxmlformats.org/officeDocument/2006/relationships/image" Target="../media/image568.png"/><Relationship Id="rId162" Type="http://schemas.openxmlformats.org/officeDocument/2006/relationships/customXml" Target="../ink/ink368.xml"/><Relationship Id="rId218" Type="http://schemas.openxmlformats.org/officeDocument/2006/relationships/customXml" Target="../ink/ink396.xml"/><Relationship Id="rId425" Type="http://schemas.openxmlformats.org/officeDocument/2006/relationships/image" Target="../media/image498.png"/><Relationship Id="rId467" Type="http://schemas.openxmlformats.org/officeDocument/2006/relationships/image" Target="../media/image519.png"/><Relationship Id="rId271" Type="http://schemas.openxmlformats.org/officeDocument/2006/relationships/image" Target="../media/image421.png"/><Relationship Id="rId24" Type="http://schemas.openxmlformats.org/officeDocument/2006/relationships/customXml" Target="../ink/ink299.xml"/><Relationship Id="rId66" Type="http://schemas.openxmlformats.org/officeDocument/2006/relationships/customXml" Target="../ink/ink320.xml"/><Relationship Id="rId131" Type="http://schemas.openxmlformats.org/officeDocument/2006/relationships/image" Target="../media/image351.png"/><Relationship Id="rId327" Type="http://schemas.openxmlformats.org/officeDocument/2006/relationships/image" Target="../media/image449.png"/><Relationship Id="rId369" Type="http://schemas.openxmlformats.org/officeDocument/2006/relationships/image" Target="../media/image470.png"/><Relationship Id="rId534" Type="http://schemas.openxmlformats.org/officeDocument/2006/relationships/customXml" Target="../ink/ink554.xml"/><Relationship Id="rId576" Type="http://schemas.openxmlformats.org/officeDocument/2006/relationships/customXml" Target="../ink/ink575.xml"/><Relationship Id="rId173" Type="http://schemas.openxmlformats.org/officeDocument/2006/relationships/image" Target="../media/image372.png"/><Relationship Id="rId229" Type="http://schemas.openxmlformats.org/officeDocument/2006/relationships/image" Target="../media/image400.png"/><Relationship Id="rId380" Type="http://schemas.openxmlformats.org/officeDocument/2006/relationships/customXml" Target="../ink/ink477.xml"/><Relationship Id="rId436" Type="http://schemas.openxmlformats.org/officeDocument/2006/relationships/customXml" Target="../ink/ink505.xml"/><Relationship Id="rId240" Type="http://schemas.openxmlformats.org/officeDocument/2006/relationships/customXml" Target="../ink/ink407.xml"/><Relationship Id="rId478" Type="http://schemas.openxmlformats.org/officeDocument/2006/relationships/customXml" Target="../ink/ink526.xml"/><Relationship Id="rId35" Type="http://schemas.openxmlformats.org/officeDocument/2006/relationships/image" Target="../media/image303.png"/><Relationship Id="rId77" Type="http://schemas.openxmlformats.org/officeDocument/2006/relationships/image" Target="../media/image324.png"/><Relationship Id="rId100" Type="http://schemas.openxmlformats.org/officeDocument/2006/relationships/customXml" Target="../ink/ink337.xml"/><Relationship Id="rId282" Type="http://schemas.openxmlformats.org/officeDocument/2006/relationships/customXml" Target="../ink/ink428.xml"/><Relationship Id="rId338" Type="http://schemas.openxmlformats.org/officeDocument/2006/relationships/customXml" Target="../ink/ink456.xml"/><Relationship Id="rId503" Type="http://schemas.openxmlformats.org/officeDocument/2006/relationships/image" Target="../media/image537.png"/><Relationship Id="rId545" Type="http://schemas.openxmlformats.org/officeDocument/2006/relationships/image" Target="../media/image558.png"/><Relationship Id="rId8" Type="http://schemas.openxmlformats.org/officeDocument/2006/relationships/customXml" Target="../ink/ink291.xml"/><Relationship Id="rId142" Type="http://schemas.openxmlformats.org/officeDocument/2006/relationships/customXml" Target="../ink/ink358.xml"/><Relationship Id="rId184" Type="http://schemas.openxmlformats.org/officeDocument/2006/relationships/customXml" Target="../ink/ink379.xml"/><Relationship Id="rId391" Type="http://schemas.openxmlformats.org/officeDocument/2006/relationships/image" Target="../media/image481.png"/><Relationship Id="rId405" Type="http://schemas.openxmlformats.org/officeDocument/2006/relationships/image" Target="../media/image488.png"/><Relationship Id="rId447" Type="http://schemas.openxmlformats.org/officeDocument/2006/relationships/image" Target="../media/image509.png"/><Relationship Id="rId251" Type="http://schemas.openxmlformats.org/officeDocument/2006/relationships/image" Target="../media/image411.png"/><Relationship Id="rId489" Type="http://schemas.openxmlformats.org/officeDocument/2006/relationships/image" Target="../media/image530.png"/><Relationship Id="rId46" Type="http://schemas.openxmlformats.org/officeDocument/2006/relationships/customXml" Target="../ink/ink310.xml"/><Relationship Id="rId293" Type="http://schemas.openxmlformats.org/officeDocument/2006/relationships/image" Target="../media/image432.png"/><Relationship Id="rId307" Type="http://schemas.openxmlformats.org/officeDocument/2006/relationships/image" Target="../media/image439.png"/><Relationship Id="rId349" Type="http://schemas.openxmlformats.org/officeDocument/2006/relationships/image" Target="../media/image460.png"/><Relationship Id="rId514" Type="http://schemas.openxmlformats.org/officeDocument/2006/relationships/customXml" Target="../ink/ink544.xml"/><Relationship Id="rId556" Type="http://schemas.openxmlformats.org/officeDocument/2006/relationships/customXml" Target="../ink/ink565.xml"/><Relationship Id="rId88" Type="http://schemas.openxmlformats.org/officeDocument/2006/relationships/customXml" Target="../ink/ink331.xml"/><Relationship Id="rId111" Type="http://schemas.openxmlformats.org/officeDocument/2006/relationships/image" Target="../media/image341.png"/><Relationship Id="rId153" Type="http://schemas.openxmlformats.org/officeDocument/2006/relationships/image" Target="../media/image362.png"/><Relationship Id="rId195" Type="http://schemas.openxmlformats.org/officeDocument/2006/relationships/image" Target="../media/image383.png"/><Relationship Id="rId209" Type="http://schemas.openxmlformats.org/officeDocument/2006/relationships/image" Target="../media/image390.png"/><Relationship Id="rId360" Type="http://schemas.openxmlformats.org/officeDocument/2006/relationships/customXml" Target="../ink/ink467.xml"/><Relationship Id="rId416" Type="http://schemas.openxmlformats.org/officeDocument/2006/relationships/customXml" Target="../ink/ink495.xml"/><Relationship Id="rId220" Type="http://schemas.openxmlformats.org/officeDocument/2006/relationships/customXml" Target="../ink/ink397.xml"/><Relationship Id="rId458" Type="http://schemas.openxmlformats.org/officeDocument/2006/relationships/customXml" Target="../ink/ink516.xml"/><Relationship Id="rId15" Type="http://schemas.openxmlformats.org/officeDocument/2006/relationships/image" Target="../media/image293.png"/><Relationship Id="rId57" Type="http://schemas.openxmlformats.org/officeDocument/2006/relationships/image" Target="../media/image314.png"/><Relationship Id="rId262" Type="http://schemas.openxmlformats.org/officeDocument/2006/relationships/customXml" Target="../ink/ink418.xml"/><Relationship Id="rId318" Type="http://schemas.openxmlformats.org/officeDocument/2006/relationships/customXml" Target="../ink/ink446.xml"/><Relationship Id="rId525" Type="http://schemas.openxmlformats.org/officeDocument/2006/relationships/image" Target="../media/image548.png"/><Relationship Id="rId567" Type="http://schemas.openxmlformats.org/officeDocument/2006/relationships/image" Target="../media/image569.png"/><Relationship Id="rId99" Type="http://schemas.openxmlformats.org/officeDocument/2006/relationships/image" Target="../media/image335.png"/><Relationship Id="rId122" Type="http://schemas.openxmlformats.org/officeDocument/2006/relationships/customXml" Target="../ink/ink348.xml"/><Relationship Id="rId164" Type="http://schemas.openxmlformats.org/officeDocument/2006/relationships/customXml" Target="../ink/ink369.xml"/><Relationship Id="rId371" Type="http://schemas.openxmlformats.org/officeDocument/2006/relationships/image" Target="../media/image471.png"/><Relationship Id="rId427" Type="http://schemas.openxmlformats.org/officeDocument/2006/relationships/image" Target="../media/image499.png"/><Relationship Id="rId469" Type="http://schemas.openxmlformats.org/officeDocument/2006/relationships/image" Target="../media/image520.png"/><Relationship Id="rId26" Type="http://schemas.openxmlformats.org/officeDocument/2006/relationships/customXml" Target="../ink/ink300.xml"/><Relationship Id="rId231" Type="http://schemas.openxmlformats.org/officeDocument/2006/relationships/image" Target="../media/image401.png"/><Relationship Id="rId273" Type="http://schemas.openxmlformats.org/officeDocument/2006/relationships/image" Target="../media/image422.png"/><Relationship Id="rId329" Type="http://schemas.openxmlformats.org/officeDocument/2006/relationships/image" Target="../media/image450.png"/><Relationship Id="rId480" Type="http://schemas.openxmlformats.org/officeDocument/2006/relationships/customXml" Target="../ink/ink527.xml"/><Relationship Id="rId536" Type="http://schemas.openxmlformats.org/officeDocument/2006/relationships/customXml" Target="../ink/ink555.xml"/><Relationship Id="rId68" Type="http://schemas.openxmlformats.org/officeDocument/2006/relationships/customXml" Target="../ink/ink321.xml"/><Relationship Id="rId133" Type="http://schemas.openxmlformats.org/officeDocument/2006/relationships/image" Target="../media/image352.png"/><Relationship Id="rId175" Type="http://schemas.openxmlformats.org/officeDocument/2006/relationships/image" Target="../media/image373.png"/><Relationship Id="rId340" Type="http://schemas.openxmlformats.org/officeDocument/2006/relationships/customXml" Target="../ink/ink457.xml"/><Relationship Id="rId578" Type="http://schemas.openxmlformats.org/officeDocument/2006/relationships/customXml" Target="../ink/ink576.xml"/><Relationship Id="rId200" Type="http://schemas.openxmlformats.org/officeDocument/2006/relationships/customXml" Target="../ink/ink387.xml"/><Relationship Id="rId382" Type="http://schemas.openxmlformats.org/officeDocument/2006/relationships/customXml" Target="../ink/ink478.xml"/><Relationship Id="rId438" Type="http://schemas.openxmlformats.org/officeDocument/2006/relationships/customXml" Target="../ink/ink506.xml"/><Relationship Id="rId242" Type="http://schemas.openxmlformats.org/officeDocument/2006/relationships/customXml" Target="../ink/ink408.xml"/><Relationship Id="rId284" Type="http://schemas.openxmlformats.org/officeDocument/2006/relationships/customXml" Target="../ink/ink429.xml"/><Relationship Id="rId491" Type="http://schemas.openxmlformats.org/officeDocument/2006/relationships/image" Target="../media/image531.png"/><Relationship Id="rId505" Type="http://schemas.openxmlformats.org/officeDocument/2006/relationships/image" Target="../media/image538.png"/><Relationship Id="rId37" Type="http://schemas.openxmlformats.org/officeDocument/2006/relationships/image" Target="../media/image304.png"/><Relationship Id="rId79" Type="http://schemas.openxmlformats.org/officeDocument/2006/relationships/image" Target="../media/image325.png"/><Relationship Id="rId102" Type="http://schemas.openxmlformats.org/officeDocument/2006/relationships/customXml" Target="../ink/ink338.xml"/><Relationship Id="rId144" Type="http://schemas.openxmlformats.org/officeDocument/2006/relationships/customXml" Target="../ink/ink359.xml"/><Relationship Id="rId547" Type="http://schemas.openxmlformats.org/officeDocument/2006/relationships/image" Target="../media/image559.png"/><Relationship Id="rId90" Type="http://schemas.openxmlformats.org/officeDocument/2006/relationships/customXml" Target="../ink/ink332.xml"/><Relationship Id="rId186" Type="http://schemas.openxmlformats.org/officeDocument/2006/relationships/customXml" Target="../ink/ink380.xml"/><Relationship Id="rId351" Type="http://schemas.openxmlformats.org/officeDocument/2006/relationships/image" Target="../media/image461.png"/><Relationship Id="rId393" Type="http://schemas.openxmlformats.org/officeDocument/2006/relationships/image" Target="../media/image482.png"/><Relationship Id="rId407" Type="http://schemas.openxmlformats.org/officeDocument/2006/relationships/image" Target="../media/image489.png"/><Relationship Id="rId449" Type="http://schemas.openxmlformats.org/officeDocument/2006/relationships/image" Target="../media/image510.png"/><Relationship Id="rId211" Type="http://schemas.openxmlformats.org/officeDocument/2006/relationships/image" Target="../media/image391.png"/><Relationship Id="rId253" Type="http://schemas.openxmlformats.org/officeDocument/2006/relationships/image" Target="../media/image412.png"/><Relationship Id="rId295" Type="http://schemas.openxmlformats.org/officeDocument/2006/relationships/image" Target="../media/image433.png"/><Relationship Id="rId309" Type="http://schemas.openxmlformats.org/officeDocument/2006/relationships/image" Target="../media/image440.png"/><Relationship Id="rId460" Type="http://schemas.openxmlformats.org/officeDocument/2006/relationships/customXml" Target="../ink/ink517.xml"/><Relationship Id="rId516" Type="http://schemas.openxmlformats.org/officeDocument/2006/relationships/customXml" Target="../ink/ink545.xml"/><Relationship Id="rId48" Type="http://schemas.openxmlformats.org/officeDocument/2006/relationships/customXml" Target="../ink/ink311.xml"/><Relationship Id="rId113" Type="http://schemas.openxmlformats.org/officeDocument/2006/relationships/image" Target="../media/image342.png"/><Relationship Id="rId320" Type="http://schemas.openxmlformats.org/officeDocument/2006/relationships/customXml" Target="../ink/ink447.xml"/><Relationship Id="rId558" Type="http://schemas.openxmlformats.org/officeDocument/2006/relationships/customXml" Target="../ink/ink566.xml"/><Relationship Id="rId155" Type="http://schemas.openxmlformats.org/officeDocument/2006/relationships/image" Target="../media/image363.png"/><Relationship Id="rId197" Type="http://schemas.openxmlformats.org/officeDocument/2006/relationships/image" Target="../media/image384.png"/><Relationship Id="rId362" Type="http://schemas.openxmlformats.org/officeDocument/2006/relationships/customXml" Target="../ink/ink468.xml"/><Relationship Id="rId418" Type="http://schemas.openxmlformats.org/officeDocument/2006/relationships/customXml" Target="../ink/ink496.xml"/><Relationship Id="rId222" Type="http://schemas.openxmlformats.org/officeDocument/2006/relationships/customXml" Target="../ink/ink398.xml"/><Relationship Id="rId264" Type="http://schemas.openxmlformats.org/officeDocument/2006/relationships/customXml" Target="../ink/ink419.xml"/><Relationship Id="rId471" Type="http://schemas.openxmlformats.org/officeDocument/2006/relationships/image" Target="../media/image521.png"/><Relationship Id="rId17" Type="http://schemas.openxmlformats.org/officeDocument/2006/relationships/image" Target="../media/image294.png"/><Relationship Id="rId59" Type="http://schemas.openxmlformats.org/officeDocument/2006/relationships/image" Target="../media/image315.png"/><Relationship Id="rId124" Type="http://schemas.openxmlformats.org/officeDocument/2006/relationships/customXml" Target="../ink/ink349.xml"/><Relationship Id="rId527" Type="http://schemas.openxmlformats.org/officeDocument/2006/relationships/image" Target="../media/image549.png"/><Relationship Id="rId569" Type="http://schemas.openxmlformats.org/officeDocument/2006/relationships/image" Target="../media/image570.png"/><Relationship Id="rId70" Type="http://schemas.openxmlformats.org/officeDocument/2006/relationships/customXml" Target="../ink/ink322.xml"/><Relationship Id="rId166" Type="http://schemas.openxmlformats.org/officeDocument/2006/relationships/customXml" Target="../ink/ink370.xml"/><Relationship Id="rId331" Type="http://schemas.openxmlformats.org/officeDocument/2006/relationships/image" Target="../media/image451.png"/><Relationship Id="rId373" Type="http://schemas.openxmlformats.org/officeDocument/2006/relationships/image" Target="../media/image472.png"/><Relationship Id="rId429" Type="http://schemas.openxmlformats.org/officeDocument/2006/relationships/image" Target="../media/image500.png"/><Relationship Id="rId580" Type="http://schemas.openxmlformats.org/officeDocument/2006/relationships/customXml" Target="../ink/ink577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02.png"/><Relationship Id="rId440" Type="http://schemas.openxmlformats.org/officeDocument/2006/relationships/customXml" Target="../ink/ink507.xml"/><Relationship Id="rId28" Type="http://schemas.openxmlformats.org/officeDocument/2006/relationships/customXml" Target="../ink/ink301.xml"/><Relationship Id="rId275" Type="http://schemas.openxmlformats.org/officeDocument/2006/relationships/image" Target="../media/image423.png"/><Relationship Id="rId300" Type="http://schemas.openxmlformats.org/officeDocument/2006/relationships/customXml" Target="../ink/ink437.xml"/><Relationship Id="rId482" Type="http://schemas.openxmlformats.org/officeDocument/2006/relationships/customXml" Target="../ink/ink528.xml"/><Relationship Id="rId538" Type="http://schemas.openxmlformats.org/officeDocument/2006/relationships/customXml" Target="../ink/ink556.xml"/><Relationship Id="rId81" Type="http://schemas.openxmlformats.org/officeDocument/2006/relationships/image" Target="../media/image326.png"/><Relationship Id="rId135" Type="http://schemas.openxmlformats.org/officeDocument/2006/relationships/image" Target="../media/image353.png"/><Relationship Id="rId177" Type="http://schemas.openxmlformats.org/officeDocument/2006/relationships/image" Target="../media/image374.png"/><Relationship Id="rId342" Type="http://schemas.openxmlformats.org/officeDocument/2006/relationships/customXml" Target="../ink/ink458.xml"/><Relationship Id="rId384" Type="http://schemas.openxmlformats.org/officeDocument/2006/relationships/customXml" Target="../ink/ink479.xml"/><Relationship Id="rId202" Type="http://schemas.openxmlformats.org/officeDocument/2006/relationships/customXml" Target="../ink/ink388.xml"/><Relationship Id="rId244" Type="http://schemas.openxmlformats.org/officeDocument/2006/relationships/customXml" Target="../ink/ink409.xml"/><Relationship Id="rId39" Type="http://schemas.openxmlformats.org/officeDocument/2006/relationships/image" Target="../media/image305.png"/><Relationship Id="rId286" Type="http://schemas.openxmlformats.org/officeDocument/2006/relationships/customXml" Target="../ink/ink430.xml"/><Relationship Id="rId451" Type="http://schemas.openxmlformats.org/officeDocument/2006/relationships/image" Target="../media/image511.png"/><Relationship Id="rId493" Type="http://schemas.openxmlformats.org/officeDocument/2006/relationships/image" Target="../media/image532.png"/><Relationship Id="rId507" Type="http://schemas.openxmlformats.org/officeDocument/2006/relationships/image" Target="../media/image539.png"/><Relationship Id="rId549" Type="http://schemas.openxmlformats.org/officeDocument/2006/relationships/image" Target="../media/image560.png"/><Relationship Id="rId50" Type="http://schemas.openxmlformats.org/officeDocument/2006/relationships/customXml" Target="../ink/ink312.xml"/><Relationship Id="rId104" Type="http://schemas.openxmlformats.org/officeDocument/2006/relationships/customXml" Target="../ink/ink339.xml"/><Relationship Id="rId146" Type="http://schemas.openxmlformats.org/officeDocument/2006/relationships/customXml" Target="../ink/ink360.xml"/><Relationship Id="rId188" Type="http://schemas.openxmlformats.org/officeDocument/2006/relationships/customXml" Target="../ink/ink381.xml"/><Relationship Id="rId311" Type="http://schemas.openxmlformats.org/officeDocument/2006/relationships/image" Target="../media/image441.png"/><Relationship Id="rId353" Type="http://schemas.openxmlformats.org/officeDocument/2006/relationships/image" Target="../media/image462.png"/><Relationship Id="rId395" Type="http://schemas.openxmlformats.org/officeDocument/2006/relationships/image" Target="../media/image483.png"/><Relationship Id="rId409" Type="http://schemas.openxmlformats.org/officeDocument/2006/relationships/image" Target="../media/image490.png"/><Relationship Id="rId560" Type="http://schemas.openxmlformats.org/officeDocument/2006/relationships/customXml" Target="../ink/ink567.xml"/><Relationship Id="rId92" Type="http://schemas.openxmlformats.org/officeDocument/2006/relationships/customXml" Target="../ink/ink333.xml"/><Relationship Id="rId213" Type="http://schemas.openxmlformats.org/officeDocument/2006/relationships/image" Target="../media/image392.png"/><Relationship Id="rId420" Type="http://schemas.openxmlformats.org/officeDocument/2006/relationships/customXml" Target="../ink/ink497.xml"/><Relationship Id="rId255" Type="http://schemas.openxmlformats.org/officeDocument/2006/relationships/image" Target="../media/image413.png"/><Relationship Id="rId297" Type="http://schemas.openxmlformats.org/officeDocument/2006/relationships/image" Target="../media/image434.png"/><Relationship Id="rId462" Type="http://schemas.openxmlformats.org/officeDocument/2006/relationships/customXml" Target="../ink/ink518.xml"/><Relationship Id="rId518" Type="http://schemas.openxmlformats.org/officeDocument/2006/relationships/customXml" Target="../ink/ink546.xml"/><Relationship Id="rId115" Type="http://schemas.openxmlformats.org/officeDocument/2006/relationships/image" Target="../media/image343.png"/><Relationship Id="rId157" Type="http://schemas.openxmlformats.org/officeDocument/2006/relationships/image" Target="../media/image364.png"/><Relationship Id="rId322" Type="http://schemas.openxmlformats.org/officeDocument/2006/relationships/customXml" Target="../ink/ink448.xml"/><Relationship Id="rId364" Type="http://schemas.openxmlformats.org/officeDocument/2006/relationships/customXml" Target="../ink/ink469.xml"/><Relationship Id="rId61" Type="http://schemas.openxmlformats.org/officeDocument/2006/relationships/image" Target="../media/image316.png"/><Relationship Id="rId199" Type="http://schemas.openxmlformats.org/officeDocument/2006/relationships/image" Target="../media/image385.png"/><Relationship Id="rId571" Type="http://schemas.openxmlformats.org/officeDocument/2006/relationships/image" Target="../media/image571.png"/><Relationship Id="rId19" Type="http://schemas.openxmlformats.org/officeDocument/2006/relationships/image" Target="../media/image295.png"/><Relationship Id="rId224" Type="http://schemas.openxmlformats.org/officeDocument/2006/relationships/customXml" Target="../ink/ink399.xml"/><Relationship Id="rId266" Type="http://schemas.openxmlformats.org/officeDocument/2006/relationships/customXml" Target="../ink/ink420.xml"/><Relationship Id="rId431" Type="http://schemas.openxmlformats.org/officeDocument/2006/relationships/image" Target="../media/image501.png"/><Relationship Id="rId473" Type="http://schemas.openxmlformats.org/officeDocument/2006/relationships/image" Target="../media/image522.png"/><Relationship Id="rId529" Type="http://schemas.openxmlformats.org/officeDocument/2006/relationships/image" Target="../media/image550.png"/><Relationship Id="rId30" Type="http://schemas.openxmlformats.org/officeDocument/2006/relationships/customXml" Target="../ink/ink302.xml"/><Relationship Id="rId126" Type="http://schemas.openxmlformats.org/officeDocument/2006/relationships/customXml" Target="../ink/ink350.xml"/><Relationship Id="rId168" Type="http://schemas.openxmlformats.org/officeDocument/2006/relationships/customXml" Target="../ink/ink371.xml"/><Relationship Id="rId333" Type="http://schemas.openxmlformats.org/officeDocument/2006/relationships/image" Target="../media/image452.png"/><Relationship Id="rId540" Type="http://schemas.openxmlformats.org/officeDocument/2006/relationships/customXml" Target="../ink/ink557.xml"/><Relationship Id="rId72" Type="http://schemas.openxmlformats.org/officeDocument/2006/relationships/customXml" Target="../ink/ink323.xml"/><Relationship Id="rId375" Type="http://schemas.openxmlformats.org/officeDocument/2006/relationships/image" Target="../media/image473.png"/><Relationship Id="rId582" Type="http://schemas.openxmlformats.org/officeDocument/2006/relationships/customXml" Target="../ink/ink578.xml"/><Relationship Id="rId3" Type="http://schemas.openxmlformats.org/officeDocument/2006/relationships/image" Target="../media/image287.png"/><Relationship Id="rId235" Type="http://schemas.openxmlformats.org/officeDocument/2006/relationships/image" Target="../media/image403.png"/><Relationship Id="rId277" Type="http://schemas.openxmlformats.org/officeDocument/2006/relationships/image" Target="../media/image424.png"/><Relationship Id="rId400" Type="http://schemas.openxmlformats.org/officeDocument/2006/relationships/customXml" Target="../ink/ink487.xml"/><Relationship Id="rId442" Type="http://schemas.openxmlformats.org/officeDocument/2006/relationships/customXml" Target="../ink/ink508.xml"/><Relationship Id="rId484" Type="http://schemas.openxmlformats.org/officeDocument/2006/relationships/customXml" Target="../ink/ink529.xml"/><Relationship Id="rId137" Type="http://schemas.openxmlformats.org/officeDocument/2006/relationships/image" Target="../media/image354.png"/><Relationship Id="rId302" Type="http://schemas.openxmlformats.org/officeDocument/2006/relationships/customXml" Target="../ink/ink438.xml"/><Relationship Id="rId344" Type="http://schemas.openxmlformats.org/officeDocument/2006/relationships/customXml" Target="../ink/ink459.xml"/><Relationship Id="rId41" Type="http://schemas.openxmlformats.org/officeDocument/2006/relationships/image" Target="../media/image306.png"/><Relationship Id="rId83" Type="http://schemas.openxmlformats.org/officeDocument/2006/relationships/image" Target="../media/image327.png"/><Relationship Id="rId179" Type="http://schemas.openxmlformats.org/officeDocument/2006/relationships/image" Target="../media/image375.png"/><Relationship Id="rId386" Type="http://schemas.openxmlformats.org/officeDocument/2006/relationships/customXml" Target="../ink/ink480.xml"/><Relationship Id="rId551" Type="http://schemas.openxmlformats.org/officeDocument/2006/relationships/image" Target="../media/image561.png"/><Relationship Id="rId190" Type="http://schemas.openxmlformats.org/officeDocument/2006/relationships/customXml" Target="../ink/ink382.xml"/><Relationship Id="rId204" Type="http://schemas.openxmlformats.org/officeDocument/2006/relationships/customXml" Target="../ink/ink389.xml"/><Relationship Id="rId246" Type="http://schemas.openxmlformats.org/officeDocument/2006/relationships/customXml" Target="../ink/ink410.xml"/><Relationship Id="rId288" Type="http://schemas.openxmlformats.org/officeDocument/2006/relationships/customXml" Target="../ink/ink431.xml"/><Relationship Id="rId411" Type="http://schemas.openxmlformats.org/officeDocument/2006/relationships/image" Target="../media/image491.png"/><Relationship Id="rId453" Type="http://schemas.openxmlformats.org/officeDocument/2006/relationships/image" Target="../media/image512.png"/><Relationship Id="rId509" Type="http://schemas.openxmlformats.org/officeDocument/2006/relationships/image" Target="../media/image540.png"/><Relationship Id="rId106" Type="http://schemas.openxmlformats.org/officeDocument/2006/relationships/customXml" Target="../ink/ink340.xml"/><Relationship Id="rId313" Type="http://schemas.openxmlformats.org/officeDocument/2006/relationships/image" Target="../media/image442.png"/><Relationship Id="rId495" Type="http://schemas.openxmlformats.org/officeDocument/2006/relationships/image" Target="../media/image533.png"/><Relationship Id="rId10" Type="http://schemas.openxmlformats.org/officeDocument/2006/relationships/customXml" Target="../ink/ink292.xml"/><Relationship Id="rId52" Type="http://schemas.openxmlformats.org/officeDocument/2006/relationships/customXml" Target="../ink/ink313.xml"/><Relationship Id="rId94" Type="http://schemas.openxmlformats.org/officeDocument/2006/relationships/customXml" Target="../ink/ink334.xml"/><Relationship Id="rId148" Type="http://schemas.openxmlformats.org/officeDocument/2006/relationships/customXml" Target="../ink/ink361.xml"/><Relationship Id="rId355" Type="http://schemas.openxmlformats.org/officeDocument/2006/relationships/image" Target="../media/image463.png"/><Relationship Id="rId397" Type="http://schemas.openxmlformats.org/officeDocument/2006/relationships/image" Target="../media/image484.png"/><Relationship Id="rId520" Type="http://schemas.openxmlformats.org/officeDocument/2006/relationships/customXml" Target="../ink/ink547.xml"/><Relationship Id="rId562" Type="http://schemas.openxmlformats.org/officeDocument/2006/relationships/customXml" Target="../ink/ink568.xml"/><Relationship Id="rId215" Type="http://schemas.openxmlformats.org/officeDocument/2006/relationships/image" Target="../media/image393.png"/><Relationship Id="rId257" Type="http://schemas.openxmlformats.org/officeDocument/2006/relationships/image" Target="../media/image414.png"/><Relationship Id="rId422" Type="http://schemas.openxmlformats.org/officeDocument/2006/relationships/customXml" Target="../ink/ink498.xml"/><Relationship Id="rId464" Type="http://schemas.openxmlformats.org/officeDocument/2006/relationships/customXml" Target="../ink/ink519.xml"/><Relationship Id="rId299" Type="http://schemas.openxmlformats.org/officeDocument/2006/relationships/image" Target="../media/image435.png"/><Relationship Id="rId63" Type="http://schemas.openxmlformats.org/officeDocument/2006/relationships/image" Target="../media/image317.png"/><Relationship Id="rId159" Type="http://schemas.openxmlformats.org/officeDocument/2006/relationships/image" Target="../media/image365.png"/><Relationship Id="rId366" Type="http://schemas.openxmlformats.org/officeDocument/2006/relationships/customXml" Target="../ink/ink470.xml"/><Relationship Id="rId573" Type="http://schemas.openxmlformats.org/officeDocument/2006/relationships/image" Target="../media/image572.png"/><Relationship Id="rId226" Type="http://schemas.openxmlformats.org/officeDocument/2006/relationships/customXml" Target="../ink/ink400.xml"/><Relationship Id="rId433" Type="http://schemas.openxmlformats.org/officeDocument/2006/relationships/image" Target="../media/image502.png"/><Relationship Id="rId74" Type="http://schemas.openxmlformats.org/officeDocument/2006/relationships/customXml" Target="../ink/ink324.xml"/><Relationship Id="rId377" Type="http://schemas.openxmlformats.org/officeDocument/2006/relationships/image" Target="../media/image474.png"/><Relationship Id="rId500" Type="http://schemas.openxmlformats.org/officeDocument/2006/relationships/customXml" Target="../ink/ink537.xml"/><Relationship Id="rId5" Type="http://schemas.openxmlformats.org/officeDocument/2006/relationships/image" Target="../media/image288.png"/><Relationship Id="rId237" Type="http://schemas.openxmlformats.org/officeDocument/2006/relationships/image" Target="../media/image404.png"/><Relationship Id="rId444" Type="http://schemas.openxmlformats.org/officeDocument/2006/relationships/customXml" Target="../ink/ink509.xml"/><Relationship Id="rId290" Type="http://schemas.openxmlformats.org/officeDocument/2006/relationships/customXml" Target="../ink/ink432.xml"/><Relationship Id="rId304" Type="http://schemas.openxmlformats.org/officeDocument/2006/relationships/customXml" Target="../ink/ink439.xml"/><Relationship Id="rId388" Type="http://schemas.openxmlformats.org/officeDocument/2006/relationships/customXml" Target="../ink/ink481.xml"/><Relationship Id="rId511" Type="http://schemas.openxmlformats.org/officeDocument/2006/relationships/image" Target="../media/image541.png"/><Relationship Id="rId85" Type="http://schemas.openxmlformats.org/officeDocument/2006/relationships/image" Target="../media/image328.png"/><Relationship Id="rId150" Type="http://schemas.openxmlformats.org/officeDocument/2006/relationships/customXml" Target="../ink/ink362.xml"/><Relationship Id="rId248" Type="http://schemas.openxmlformats.org/officeDocument/2006/relationships/customXml" Target="../ink/ink411.xml"/><Relationship Id="rId455" Type="http://schemas.openxmlformats.org/officeDocument/2006/relationships/image" Target="../media/image513.png"/><Relationship Id="rId12" Type="http://schemas.openxmlformats.org/officeDocument/2006/relationships/customXml" Target="../ink/ink293.xml"/><Relationship Id="rId108" Type="http://schemas.openxmlformats.org/officeDocument/2006/relationships/customXml" Target="../ink/ink341.xml"/><Relationship Id="rId315" Type="http://schemas.openxmlformats.org/officeDocument/2006/relationships/image" Target="../media/image443.png"/><Relationship Id="rId522" Type="http://schemas.openxmlformats.org/officeDocument/2006/relationships/customXml" Target="../ink/ink548.xml"/><Relationship Id="rId96" Type="http://schemas.openxmlformats.org/officeDocument/2006/relationships/customXml" Target="../ink/ink335.xml"/><Relationship Id="rId161" Type="http://schemas.openxmlformats.org/officeDocument/2006/relationships/image" Target="../media/image366.png"/><Relationship Id="rId399" Type="http://schemas.openxmlformats.org/officeDocument/2006/relationships/image" Target="../media/image485.png"/><Relationship Id="rId259" Type="http://schemas.openxmlformats.org/officeDocument/2006/relationships/image" Target="../media/image415.png"/><Relationship Id="rId466" Type="http://schemas.openxmlformats.org/officeDocument/2006/relationships/customXml" Target="../ink/ink520.xml"/><Relationship Id="rId23" Type="http://schemas.openxmlformats.org/officeDocument/2006/relationships/image" Target="../media/image297.png"/><Relationship Id="rId119" Type="http://schemas.openxmlformats.org/officeDocument/2006/relationships/image" Target="../media/image345.png"/><Relationship Id="rId326" Type="http://schemas.openxmlformats.org/officeDocument/2006/relationships/customXml" Target="../ink/ink450.xml"/><Relationship Id="rId533" Type="http://schemas.openxmlformats.org/officeDocument/2006/relationships/image" Target="../media/image552.png"/><Relationship Id="rId172" Type="http://schemas.openxmlformats.org/officeDocument/2006/relationships/customXml" Target="../ink/ink373.xml"/><Relationship Id="rId477" Type="http://schemas.openxmlformats.org/officeDocument/2006/relationships/image" Target="../media/image524.png"/><Relationship Id="rId337" Type="http://schemas.openxmlformats.org/officeDocument/2006/relationships/image" Target="../media/image454.png"/><Relationship Id="rId34" Type="http://schemas.openxmlformats.org/officeDocument/2006/relationships/customXml" Target="../ink/ink304.xml"/><Relationship Id="rId544" Type="http://schemas.openxmlformats.org/officeDocument/2006/relationships/customXml" Target="../ink/ink55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5.png"/><Relationship Id="rId299" Type="http://schemas.openxmlformats.org/officeDocument/2006/relationships/customXml" Target="../ink/ink728.xml"/><Relationship Id="rId21" Type="http://schemas.openxmlformats.org/officeDocument/2006/relationships/image" Target="../media/image587.png"/><Relationship Id="rId63" Type="http://schemas.openxmlformats.org/officeDocument/2006/relationships/image" Target="../media/image608.png"/><Relationship Id="rId159" Type="http://schemas.openxmlformats.org/officeDocument/2006/relationships/image" Target="../media/image656.png"/><Relationship Id="rId324" Type="http://schemas.openxmlformats.org/officeDocument/2006/relationships/image" Target="../media/image738.png"/><Relationship Id="rId366" Type="http://schemas.openxmlformats.org/officeDocument/2006/relationships/image" Target="../media/image759.png"/><Relationship Id="rId170" Type="http://schemas.openxmlformats.org/officeDocument/2006/relationships/customXml" Target="../ink/ink663.xml"/><Relationship Id="rId226" Type="http://schemas.openxmlformats.org/officeDocument/2006/relationships/customXml" Target="../ink/ink691.xml"/><Relationship Id="rId268" Type="http://schemas.openxmlformats.org/officeDocument/2006/relationships/customXml" Target="../ink/ink712.xml"/><Relationship Id="rId32" Type="http://schemas.openxmlformats.org/officeDocument/2006/relationships/customXml" Target="../ink/ink594.xml"/><Relationship Id="rId74" Type="http://schemas.openxmlformats.org/officeDocument/2006/relationships/customXml" Target="../ink/ink615.xml"/><Relationship Id="rId128" Type="http://schemas.openxmlformats.org/officeDocument/2006/relationships/customXml" Target="../ink/ink642.xml"/><Relationship Id="rId335" Type="http://schemas.openxmlformats.org/officeDocument/2006/relationships/customXml" Target="../ink/ink746.xml"/><Relationship Id="rId377" Type="http://schemas.openxmlformats.org/officeDocument/2006/relationships/customXml" Target="../ink/ink767.xml"/><Relationship Id="rId5" Type="http://schemas.openxmlformats.org/officeDocument/2006/relationships/image" Target="../media/image579.png"/><Relationship Id="rId181" Type="http://schemas.openxmlformats.org/officeDocument/2006/relationships/image" Target="../media/image667.png"/><Relationship Id="rId237" Type="http://schemas.openxmlformats.org/officeDocument/2006/relationships/image" Target="../media/image695.png"/><Relationship Id="rId279" Type="http://schemas.openxmlformats.org/officeDocument/2006/relationships/customXml" Target="../ink/ink718.xml"/><Relationship Id="rId43" Type="http://schemas.openxmlformats.org/officeDocument/2006/relationships/image" Target="../media/image598.png"/><Relationship Id="rId139" Type="http://schemas.openxmlformats.org/officeDocument/2006/relationships/image" Target="../media/image646.png"/><Relationship Id="rId290" Type="http://schemas.openxmlformats.org/officeDocument/2006/relationships/image" Target="../media/image721.png"/><Relationship Id="rId304" Type="http://schemas.openxmlformats.org/officeDocument/2006/relationships/image" Target="../media/image728.png"/><Relationship Id="rId346" Type="http://schemas.openxmlformats.org/officeDocument/2006/relationships/image" Target="../media/image749.png"/><Relationship Id="rId85" Type="http://schemas.openxmlformats.org/officeDocument/2006/relationships/image" Target="../media/image619.png"/><Relationship Id="rId150" Type="http://schemas.openxmlformats.org/officeDocument/2006/relationships/customXml" Target="../ink/ink653.xml"/><Relationship Id="rId192" Type="http://schemas.openxmlformats.org/officeDocument/2006/relationships/customXml" Target="../ink/ink674.xml"/><Relationship Id="rId206" Type="http://schemas.openxmlformats.org/officeDocument/2006/relationships/customXml" Target="../ink/ink681.xml"/><Relationship Id="rId248" Type="http://schemas.openxmlformats.org/officeDocument/2006/relationships/customXml" Target="../ink/ink702.xml"/><Relationship Id="rId12" Type="http://schemas.openxmlformats.org/officeDocument/2006/relationships/customXml" Target="../ink/ink584.xml"/><Relationship Id="rId108" Type="http://schemas.openxmlformats.org/officeDocument/2006/relationships/customXml" Target="../ink/ink632.xml"/><Relationship Id="rId315" Type="http://schemas.openxmlformats.org/officeDocument/2006/relationships/customXml" Target="../ink/ink736.xml"/><Relationship Id="rId357" Type="http://schemas.openxmlformats.org/officeDocument/2006/relationships/customXml" Target="../ink/ink757.xml"/><Relationship Id="rId54" Type="http://schemas.openxmlformats.org/officeDocument/2006/relationships/customXml" Target="../ink/ink605.xml"/><Relationship Id="rId96" Type="http://schemas.openxmlformats.org/officeDocument/2006/relationships/customXml" Target="../ink/ink626.xml"/><Relationship Id="rId161" Type="http://schemas.openxmlformats.org/officeDocument/2006/relationships/image" Target="../media/image657.png"/><Relationship Id="rId217" Type="http://schemas.openxmlformats.org/officeDocument/2006/relationships/image" Target="../media/image685.png"/><Relationship Id="rId259" Type="http://schemas.openxmlformats.org/officeDocument/2006/relationships/image" Target="../media/image706.png"/><Relationship Id="rId23" Type="http://schemas.openxmlformats.org/officeDocument/2006/relationships/image" Target="../media/image588.png"/><Relationship Id="rId119" Type="http://schemas.openxmlformats.org/officeDocument/2006/relationships/image" Target="../media/image636.png"/><Relationship Id="rId270" Type="http://schemas.openxmlformats.org/officeDocument/2006/relationships/customXml" Target="../ink/ink713.xml"/><Relationship Id="rId326" Type="http://schemas.openxmlformats.org/officeDocument/2006/relationships/image" Target="../media/image739.png"/><Relationship Id="rId65" Type="http://schemas.openxmlformats.org/officeDocument/2006/relationships/image" Target="../media/image609.png"/><Relationship Id="rId130" Type="http://schemas.openxmlformats.org/officeDocument/2006/relationships/customXml" Target="../ink/ink643.xml"/><Relationship Id="rId368" Type="http://schemas.openxmlformats.org/officeDocument/2006/relationships/image" Target="../media/image760.png"/><Relationship Id="rId172" Type="http://schemas.openxmlformats.org/officeDocument/2006/relationships/customXml" Target="../ink/ink664.xml"/><Relationship Id="rId228" Type="http://schemas.openxmlformats.org/officeDocument/2006/relationships/customXml" Target="../ink/ink692.xml"/><Relationship Id="rId281" Type="http://schemas.openxmlformats.org/officeDocument/2006/relationships/customXml" Target="../ink/ink719.xml"/><Relationship Id="rId337" Type="http://schemas.openxmlformats.org/officeDocument/2006/relationships/customXml" Target="../ink/ink747.xml"/><Relationship Id="rId34" Type="http://schemas.openxmlformats.org/officeDocument/2006/relationships/customXml" Target="../ink/ink595.xml"/><Relationship Id="rId76" Type="http://schemas.openxmlformats.org/officeDocument/2006/relationships/customXml" Target="../ink/ink616.xml"/><Relationship Id="rId141" Type="http://schemas.openxmlformats.org/officeDocument/2006/relationships/image" Target="../media/image647.png"/><Relationship Id="rId379" Type="http://schemas.openxmlformats.org/officeDocument/2006/relationships/customXml" Target="../ink/ink768.xml"/><Relationship Id="rId7" Type="http://schemas.openxmlformats.org/officeDocument/2006/relationships/image" Target="../media/image580.png"/><Relationship Id="rId183" Type="http://schemas.openxmlformats.org/officeDocument/2006/relationships/image" Target="../media/image668.png"/><Relationship Id="rId239" Type="http://schemas.openxmlformats.org/officeDocument/2006/relationships/image" Target="../media/image696.png"/><Relationship Id="rId250" Type="http://schemas.openxmlformats.org/officeDocument/2006/relationships/customXml" Target="../ink/ink703.xml"/><Relationship Id="rId292" Type="http://schemas.openxmlformats.org/officeDocument/2006/relationships/image" Target="../media/image722.png"/><Relationship Id="rId306" Type="http://schemas.openxmlformats.org/officeDocument/2006/relationships/image" Target="../media/image729.png"/><Relationship Id="rId45" Type="http://schemas.openxmlformats.org/officeDocument/2006/relationships/image" Target="../media/image599.png"/><Relationship Id="rId87" Type="http://schemas.openxmlformats.org/officeDocument/2006/relationships/image" Target="../media/image620.png"/><Relationship Id="rId110" Type="http://schemas.openxmlformats.org/officeDocument/2006/relationships/customXml" Target="../ink/ink633.xml"/><Relationship Id="rId348" Type="http://schemas.openxmlformats.org/officeDocument/2006/relationships/image" Target="../media/image750.png"/><Relationship Id="rId152" Type="http://schemas.openxmlformats.org/officeDocument/2006/relationships/customXml" Target="../ink/ink654.xml"/><Relationship Id="rId194" Type="http://schemas.openxmlformats.org/officeDocument/2006/relationships/customXml" Target="../ink/ink675.xml"/><Relationship Id="rId208" Type="http://schemas.openxmlformats.org/officeDocument/2006/relationships/customXml" Target="../ink/ink682.xml"/><Relationship Id="rId261" Type="http://schemas.openxmlformats.org/officeDocument/2006/relationships/image" Target="../media/image707.png"/><Relationship Id="rId14" Type="http://schemas.openxmlformats.org/officeDocument/2006/relationships/customXml" Target="../ink/ink585.xml"/><Relationship Id="rId56" Type="http://schemas.openxmlformats.org/officeDocument/2006/relationships/customXml" Target="../ink/ink606.xml"/><Relationship Id="rId317" Type="http://schemas.openxmlformats.org/officeDocument/2006/relationships/customXml" Target="../ink/ink737.xml"/><Relationship Id="rId359" Type="http://schemas.openxmlformats.org/officeDocument/2006/relationships/customXml" Target="../ink/ink758.xml"/><Relationship Id="rId98" Type="http://schemas.openxmlformats.org/officeDocument/2006/relationships/customXml" Target="../ink/ink627.xml"/><Relationship Id="rId121" Type="http://schemas.openxmlformats.org/officeDocument/2006/relationships/image" Target="../media/image637.png"/><Relationship Id="rId163" Type="http://schemas.openxmlformats.org/officeDocument/2006/relationships/image" Target="../media/image658.png"/><Relationship Id="rId219" Type="http://schemas.openxmlformats.org/officeDocument/2006/relationships/image" Target="../media/image686.png"/><Relationship Id="rId370" Type="http://schemas.openxmlformats.org/officeDocument/2006/relationships/image" Target="../media/image761.png"/><Relationship Id="rId230" Type="http://schemas.openxmlformats.org/officeDocument/2006/relationships/customXml" Target="../ink/ink693.xml"/><Relationship Id="rId25" Type="http://schemas.openxmlformats.org/officeDocument/2006/relationships/image" Target="../media/image589.png"/><Relationship Id="rId67" Type="http://schemas.openxmlformats.org/officeDocument/2006/relationships/image" Target="../media/image610.png"/><Relationship Id="rId272" Type="http://schemas.openxmlformats.org/officeDocument/2006/relationships/image" Target="../media/image712.png"/><Relationship Id="rId328" Type="http://schemas.openxmlformats.org/officeDocument/2006/relationships/image" Target="../media/image740.png"/><Relationship Id="rId132" Type="http://schemas.openxmlformats.org/officeDocument/2006/relationships/customXml" Target="../ink/ink644.xml"/><Relationship Id="rId174" Type="http://schemas.openxmlformats.org/officeDocument/2006/relationships/customXml" Target="../ink/ink665.xml"/><Relationship Id="rId381" Type="http://schemas.openxmlformats.org/officeDocument/2006/relationships/customXml" Target="../ink/ink769.xml"/><Relationship Id="rId241" Type="http://schemas.openxmlformats.org/officeDocument/2006/relationships/image" Target="../media/image697.png"/><Relationship Id="rId36" Type="http://schemas.openxmlformats.org/officeDocument/2006/relationships/customXml" Target="../ink/ink596.xml"/><Relationship Id="rId283" Type="http://schemas.openxmlformats.org/officeDocument/2006/relationships/customXml" Target="../ink/ink720.xml"/><Relationship Id="rId339" Type="http://schemas.openxmlformats.org/officeDocument/2006/relationships/customXml" Target="../ink/ink748.xml"/><Relationship Id="rId78" Type="http://schemas.openxmlformats.org/officeDocument/2006/relationships/customXml" Target="../ink/ink617.xml"/><Relationship Id="rId101" Type="http://schemas.openxmlformats.org/officeDocument/2006/relationships/image" Target="../media/image627.png"/><Relationship Id="rId143" Type="http://schemas.openxmlformats.org/officeDocument/2006/relationships/image" Target="../media/image648.png"/><Relationship Id="rId185" Type="http://schemas.openxmlformats.org/officeDocument/2006/relationships/image" Target="../media/image669.png"/><Relationship Id="rId350" Type="http://schemas.openxmlformats.org/officeDocument/2006/relationships/image" Target="../media/image751.png"/><Relationship Id="rId9" Type="http://schemas.openxmlformats.org/officeDocument/2006/relationships/image" Target="../media/image581.png"/><Relationship Id="rId210" Type="http://schemas.openxmlformats.org/officeDocument/2006/relationships/customXml" Target="../ink/ink683.xml"/><Relationship Id="rId26" Type="http://schemas.openxmlformats.org/officeDocument/2006/relationships/customXml" Target="../ink/ink591.xml"/><Relationship Id="rId231" Type="http://schemas.openxmlformats.org/officeDocument/2006/relationships/image" Target="../media/image692.png"/><Relationship Id="rId252" Type="http://schemas.openxmlformats.org/officeDocument/2006/relationships/customXml" Target="../ink/ink704.xml"/><Relationship Id="rId273" Type="http://schemas.openxmlformats.org/officeDocument/2006/relationships/customXml" Target="../ink/ink715.xml"/><Relationship Id="rId294" Type="http://schemas.openxmlformats.org/officeDocument/2006/relationships/image" Target="../media/image723.png"/><Relationship Id="rId308" Type="http://schemas.openxmlformats.org/officeDocument/2006/relationships/image" Target="../media/image730.png"/><Relationship Id="rId329" Type="http://schemas.openxmlformats.org/officeDocument/2006/relationships/customXml" Target="../ink/ink743.xml"/><Relationship Id="rId47" Type="http://schemas.openxmlformats.org/officeDocument/2006/relationships/image" Target="../media/image600.png"/><Relationship Id="rId68" Type="http://schemas.openxmlformats.org/officeDocument/2006/relationships/customXml" Target="../ink/ink612.xml"/><Relationship Id="rId89" Type="http://schemas.openxmlformats.org/officeDocument/2006/relationships/image" Target="../media/image621.png"/><Relationship Id="rId112" Type="http://schemas.openxmlformats.org/officeDocument/2006/relationships/customXml" Target="../ink/ink634.xml"/><Relationship Id="rId133" Type="http://schemas.openxmlformats.org/officeDocument/2006/relationships/image" Target="../media/image643.png"/><Relationship Id="rId154" Type="http://schemas.openxmlformats.org/officeDocument/2006/relationships/customXml" Target="../ink/ink655.xml"/><Relationship Id="rId175" Type="http://schemas.openxmlformats.org/officeDocument/2006/relationships/image" Target="../media/image664.png"/><Relationship Id="rId340" Type="http://schemas.openxmlformats.org/officeDocument/2006/relationships/image" Target="../media/image746.png"/><Relationship Id="rId361" Type="http://schemas.openxmlformats.org/officeDocument/2006/relationships/customXml" Target="../ink/ink759.xml"/><Relationship Id="rId196" Type="http://schemas.openxmlformats.org/officeDocument/2006/relationships/customXml" Target="../ink/ink676.xml"/><Relationship Id="rId200" Type="http://schemas.openxmlformats.org/officeDocument/2006/relationships/customXml" Target="../ink/ink678.xml"/><Relationship Id="rId382" Type="http://schemas.openxmlformats.org/officeDocument/2006/relationships/image" Target="../media/image767.png"/><Relationship Id="rId16" Type="http://schemas.openxmlformats.org/officeDocument/2006/relationships/customXml" Target="../ink/ink586.xml"/><Relationship Id="rId221" Type="http://schemas.openxmlformats.org/officeDocument/2006/relationships/image" Target="../media/image687.png"/><Relationship Id="rId242" Type="http://schemas.openxmlformats.org/officeDocument/2006/relationships/customXml" Target="../ink/ink699.xml"/><Relationship Id="rId263" Type="http://schemas.openxmlformats.org/officeDocument/2006/relationships/image" Target="../media/image708.png"/><Relationship Id="rId284" Type="http://schemas.openxmlformats.org/officeDocument/2006/relationships/image" Target="../media/image718.png"/><Relationship Id="rId319" Type="http://schemas.openxmlformats.org/officeDocument/2006/relationships/customXml" Target="../ink/ink738.xml"/><Relationship Id="rId37" Type="http://schemas.openxmlformats.org/officeDocument/2006/relationships/image" Target="../media/image595.png"/><Relationship Id="rId58" Type="http://schemas.openxmlformats.org/officeDocument/2006/relationships/customXml" Target="../ink/ink607.xml"/><Relationship Id="rId79" Type="http://schemas.openxmlformats.org/officeDocument/2006/relationships/image" Target="../media/image616.png"/><Relationship Id="rId102" Type="http://schemas.openxmlformats.org/officeDocument/2006/relationships/customXml" Target="../ink/ink629.xml"/><Relationship Id="rId123" Type="http://schemas.openxmlformats.org/officeDocument/2006/relationships/image" Target="../media/image638.png"/><Relationship Id="rId144" Type="http://schemas.openxmlformats.org/officeDocument/2006/relationships/customXml" Target="../ink/ink650.xml"/><Relationship Id="rId330" Type="http://schemas.openxmlformats.org/officeDocument/2006/relationships/image" Target="../media/image741.png"/><Relationship Id="rId90" Type="http://schemas.openxmlformats.org/officeDocument/2006/relationships/customXml" Target="../ink/ink623.xml"/><Relationship Id="rId165" Type="http://schemas.openxmlformats.org/officeDocument/2006/relationships/image" Target="../media/image659.png"/><Relationship Id="rId186" Type="http://schemas.openxmlformats.org/officeDocument/2006/relationships/customXml" Target="../ink/ink671.xml"/><Relationship Id="rId351" Type="http://schemas.openxmlformats.org/officeDocument/2006/relationships/customXml" Target="../ink/ink754.xml"/><Relationship Id="rId372" Type="http://schemas.openxmlformats.org/officeDocument/2006/relationships/image" Target="../media/image762.png"/><Relationship Id="rId211" Type="http://schemas.openxmlformats.org/officeDocument/2006/relationships/image" Target="../media/image682.png"/><Relationship Id="rId232" Type="http://schemas.openxmlformats.org/officeDocument/2006/relationships/customXml" Target="../ink/ink694.xml"/><Relationship Id="rId253" Type="http://schemas.openxmlformats.org/officeDocument/2006/relationships/image" Target="../media/image703.png"/><Relationship Id="rId274" Type="http://schemas.openxmlformats.org/officeDocument/2006/relationships/image" Target="../media/image713.png"/><Relationship Id="rId295" Type="http://schemas.openxmlformats.org/officeDocument/2006/relationships/customXml" Target="../ink/ink726.xml"/><Relationship Id="rId309" Type="http://schemas.openxmlformats.org/officeDocument/2006/relationships/customXml" Target="../ink/ink733.xml"/><Relationship Id="rId27" Type="http://schemas.openxmlformats.org/officeDocument/2006/relationships/image" Target="../media/image590.png"/><Relationship Id="rId48" Type="http://schemas.openxmlformats.org/officeDocument/2006/relationships/customXml" Target="../ink/ink602.xml"/><Relationship Id="rId69" Type="http://schemas.openxmlformats.org/officeDocument/2006/relationships/image" Target="../media/image611.png"/><Relationship Id="rId113" Type="http://schemas.openxmlformats.org/officeDocument/2006/relationships/image" Target="../media/image633.png"/><Relationship Id="rId134" Type="http://schemas.openxmlformats.org/officeDocument/2006/relationships/customXml" Target="../ink/ink645.xml"/><Relationship Id="rId320" Type="http://schemas.openxmlformats.org/officeDocument/2006/relationships/image" Target="../media/image736.png"/><Relationship Id="rId80" Type="http://schemas.openxmlformats.org/officeDocument/2006/relationships/customXml" Target="../ink/ink618.xml"/><Relationship Id="rId155" Type="http://schemas.openxmlformats.org/officeDocument/2006/relationships/image" Target="../media/image654.png"/><Relationship Id="rId176" Type="http://schemas.openxmlformats.org/officeDocument/2006/relationships/customXml" Target="../ink/ink666.xml"/><Relationship Id="rId197" Type="http://schemas.openxmlformats.org/officeDocument/2006/relationships/image" Target="../media/image675.png"/><Relationship Id="rId341" Type="http://schemas.openxmlformats.org/officeDocument/2006/relationships/customXml" Target="../ink/ink749.xml"/><Relationship Id="rId362" Type="http://schemas.openxmlformats.org/officeDocument/2006/relationships/image" Target="../media/image757.png"/><Relationship Id="rId201" Type="http://schemas.openxmlformats.org/officeDocument/2006/relationships/image" Target="../media/image677.png"/><Relationship Id="rId222" Type="http://schemas.openxmlformats.org/officeDocument/2006/relationships/customXml" Target="../ink/ink689.xml"/><Relationship Id="rId243" Type="http://schemas.openxmlformats.org/officeDocument/2006/relationships/image" Target="../media/image698.png"/><Relationship Id="rId264" Type="http://schemas.openxmlformats.org/officeDocument/2006/relationships/customXml" Target="../ink/ink710.xml"/><Relationship Id="rId285" Type="http://schemas.openxmlformats.org/officeDocument/2006/relationships/customXml" Target="../ink/ink721.xml"/><Relationship Id="rId17" Type="http://schemas.openxmlformats.org/officeDocument/2006/relationships/image" Target="../media/image585.png"/><Relationship Id="rId38" Type="http://schemas.openxmlformats.org/officeDocument/2006/relationships/customXml" Target="../ink/ink597.xml"/><Relationship Id="rId59" Type="http://schemas.openxmlformats.org/officeDocument/2006/relationships/image" Target="../media/image606.png"/><Relationship Id="rId103" Type="http://schemas.openxmlformats.org/officeDocument/2006/relationships/image" Target="../media/image628.png"/><Relationship Id="rId124" Type="http://schemas.openxmlformats.org/officeDocument/2006/relationships/customXml" Target="../ink/ink640.xml"/><Relationship Id="rId310" Type="http://schemas.openxmlformats.org/officeDocument/2006/relationships/image" Target="../media/image731.png"/><Relationship Id="rId70" Type="http://schemas.openxmlformats.org/officeDocument/2006/relationships/customXml" Target="../ink/ink613.xml"/><Relationship Id="rId91" Type="http://schemas.openxmlformats.org/officeDocument/2006/relationships/image" Target="../media/image622.png"/><Relationship Id="rId145" Type="http://schemas.openxmlformats.org/officeDocument/2006/relationships/image" Target="../media/image649.png"/><Relationship Id="rId166" Type="http://schemas.openxmlformats.org/officeDocument/2006/relationships/customXml" Target="../ink/ink661.xml"/><Relationship Id="rId187" Type="http://schemas.openxmlformats.org/officeDocument/2006/relationships/image" Target="../media/image670.png"/><Relationship Id="rId331" Type="http://schemas.openxmlformats.org/officeDocument/2006/relationships/customXml" Target="../ink/ink744.xml"/><Relationship Id="rId352" Type="http://schemas.openxmlformats.org/officeDocument/2006/relationships/image" Target="../media/image752.png"/><Relationship Id="rId373" Type="http://schemas.openxmlformats.org/officeDocument/2006/relationships/customXml" Target="../ink/ink76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84.xml"/><Relationship Id="rId233" Type="http://schemas.openxmlformats.org/officeDocument/2006/relationships/image" Target="../media/image693.png"/><Relationship Id="rId254" Type="http://schemas.openxmlformats.org/officeDocument/2006/relationships/customXml" Target="../ink/ink705.xml"/><Relationship Id="rId28" Type="http://schemas.openxmlformats.org/officeDocument/2006/relationships/customXml" Target="../ink/ink592.xml"/><Relationship Id="rId49" Type="http://schemas.openxmlformats.org/officeDocument/2006/relationships/image" Target="../media/image601.png"/><Relationship Id="rId114" Type="http://schemas.openxmlformats.org/officeDocument/2006/relationships/customXml" Target="../ink/ink635.xml"/><Relationship Id="rId275" Type="http://schemas.openxmlformats.org/officeDocument/2006/relationships/customXml" Target="../ink/ink716.xml"/><Relationship Id="rId296" Type="http://schemas.openxmlformats.org/officeDocument/2006/relationships/image" Target="../media/image724.png"/><Relationship Id="rId300" Type="http://schemas.openxmlformats.org/officeDocument/2006/relationships/image" Target="../media/image726.png"/><Relationship Id="rId60" Type="http://schemas.openxmlformats.org/officeDocument/2006/relationships/customXml" Target="../ink/ink608.xml"/><Relationship Id="rId81" Type="http://schemas.openxmlformats.org/officeDocument/2006/relationships/image" Target="../media/image617.png"/><Relationship Id="rId135" Type="http://schemas.openxmlformats.org/officeDocument/2006/relationships/image" Target="../media/image644.png"/><Relationship Id="rId156" Type="http://schemas.openxmlformats.org/officeDocument/2006/relationships/customXml" Target="../ink/ink656.xml"/><Relationship Id="rId177" Type="http://schemas.openxmlformats.org/officeDocument/2006/relationships/image" Target="../media/image665.png"/><Relationship Id="rId198" Type="http://schemas.openxmlformats.org/officeDocument/2006/relationships/customXml" Target="../ink/ink677.xml"/><Relationship Id="rId321" Type="http://schemas.openxmlformats.org/officeDocument/2006/relationships/customXml" Target="../ink/ink739.xml"/><Relationship Id="rId342" Type="http://schemas.openxmlformats.org/officeDocument/2006/relationships/image" Target="../media/image747.png"/><Relationship Id="rId363" Type="http://schemas.openxmlformats.org/officeDocument/2006/relationships/customXml" Target="../ink/ink760.xml"/><Relationship Id="rId202" Type="http://schemas.openxmlformats.org/officeDocument/2006/relationships/customXml" Target="../ink/ink679.xml"/><Relationship Id="rId223" Type="http://schemas.openxmlformats.org/officeDocument/2006/relationships/image" Target="../media/image688.png"/><Relationship Id="rId244" Type="http://schemas.openxmlformats.org/officeDocument/2006/relationships/customXml" Target="../ink/ink700.xml"/><Relationship Id="rId18" Type="http://schemas.openxmlformats.org/officeDocument/2006/relationships/customXml" Target="../ink/ink587.xml"/><Relationship Id="rId39" Type="http://schemas.openxmlformats.org/officeDocument/2006/relationships/image" Target="../media/image596.png"/><Relationship Id="rId265" Type="http://schemas.openxmlformats.org/officeDocument/2006/relationships/image" Target="../media/image709.png"/><Relationship Id="rId286" Type="http://schemas.openxmlformats.org/officeDocument/2006/relationships/image" Target="../media/image719.png"/><Relationship Id="rId50" Type="http://schemas.openxmlformats.org/officeDocument/2006/relationships/customXml" Target="../ink/ink603.xml"/><Relationship Id="rId104" Type="http://schemas.openxmlformats.org/officeDocument/2006/relationships/customXml" Target="../ink/ink630.xml"/><Relationship Id="rId125" Type="http://schemas.openxmlformats.org/officeDocument/2006/relationships/image" Target="../media/image639.png"/><Relationship Id="rId146" Type="http://schemas.openxmlformats.org/officeDocument/2006/relationships/customXml" Target="../ink/ink651.xml"/><Relationship Id="rId167" Type="http://schemas.openxmlformats.org/officeDocument/2006/relationships/image" Target="../media/image660.png"/><Relationship Id="rId188" Type="http://schemas.openxmlformats.org/officeDocument/2006/relationships/customXml" Target="../ink/ink672.xml"/><Relationship Id="rId311" Type="http://schemas.openxmlformats.org/officeDocument/2006/relationships/customXml" Target="../ink/ink734.xml"/><Relationship Id="rId332" Type="http://schemas.openxmlformats.org/officeDocument/2006/relationships/image" Target="../media/image742.png"/><Relationship Id="rId353" Type="http://schemas.openxmlformats.org/officeDocument/2006/relationships/customXml" Target="../ink/ink755.xml"/><Relationship Id="rId374" Type="http://schemas.openxmlformats.org/officeDocument/2006/relationships/image" Target="../media/image763.png"/><Relationship Id="rId71" Type="http://schemas.openxmlformats.org/officeDocument/2006/relationships/image" Target="../media/image612.png"/><Relationship Id="rId92" Type="http://schemas.openxmlformats.org/officeDocument/2006/relationships/customXml" Target="../ink/ink624.xml"/><Relationship Id="rId213" Type="http://schemas.openxmlformats.org/officeDocument/2006/relationships/image" Target="../media/image683.png"/><Relationship Id="rId234" Type="http://schemas.openxmlformats.org/officeDocument/2006/relationships/customXml" Target="../ink/ink695.xml"/><Relationship Id="rId2" Type="http://schemas.openxmlformats.org/officeDocument/2006/relationships/customXml" Target="../ink/ink579.xml"/><Relationship Id="rId29" Type="http://schemas.openxmlformats.org/officeDocument/2006/relationships/image" Target="../media/image591.png"/><Relationship Id="rId255" Type="http://schemas.openxmlformats.org/officeDocument/2006/relationships/image" Target="../media/image704.png"/><Relationship Id="rId276" Type="http://schemas.openxmlformats.org/officeDocument/2006/relationships/image" Target="../media/image714.png"/><Relationship Id="rId297" Type="http://schemas.openxmlformats.org/officeDocument/2006/relationships/customXml" Target="../ink/ink727.xml"/><Relationship Id="rId40" Type="http://schemas.openxmlformats.org/officeDocument/2006/relationships/customXml" Target="../ink/ink598.xml"/><Relationship Id="rId115" Type="http://schemas.openxmlformats.org/officeDocument/2006/relationships/image" Target="../media/image634.png"/><Relationship Id="rId136" Type="http://schemas.openxmlformats.org/officeDocument/2006/relationships/customXml" Target="../ink/ink646.xml"/><Relationship Id="rId157" Type="http://schemas.openxmlformats.org/officeDocument/2006/relationships/image" Target="../media/image655.png"/><Relationship Id="rId178" Type="http://schemas.openxmlformats.org/officeDocument/2006/relationships/customXml" Target="../ink/ink667.xml"/><Relationship Id="rId301" Type="http://schemas.openxmlformats.org/officeDocument/2006/relationships/customXml" Target="../ink/ink729.xml"/><Relationship Id="rId322" Type="http://schemas.openxmlformats.org/officeDocument/2006/relationships/image" Target="../media/image737.png"/><Relationship Id="rId343" Type="http://schemas.openxmlformats.org/officeDocument/2006/relationships/customXml" Target="../ink/ink750.xml"/><Relationship Id="rId364" Type="http://schemas.openxmlformats.org/officeDocument/2006/relationships/image" Target="../media/image758.png"/><Relationship Id="rId61" Type="http://schemas.openxmlformats.org/officeDocument/2006/relationships/image" Target="../media/image607.png"/><Relationship Id="rId82" Type="http://schemas.openxmlformats.org/officeDocument/2006/relationships/customXml" Target="../ink/ink619.xml"/><Relationship Id="rId199" Type="http://schemas.openxmlformats.org/officeDocument/2006/relationships/image" Target="../media/image676.png"/><Relationship Id="rId203" Type="http://schemas.openxmlformats.org/officeDocument/2006/relationships/image" Target="../media/image678.png"/><Relationship Id="rId19" Type="http://schemas.openxmlformats.org/officeDocument/2006/relationships/image" Target="../media/image586.png"/><Relationship Id="rId224" Type="http://schemas.openxmlformats.org/officeDocument/2006/relationships/customXml" Target="../ink/ink690.xml"/><Relationship Id="rId245" Type="http://schemas.openxmlformats.org/officeDocument/2006/relationships/image" Target="../media/image699.png"/><Relationship Id="rId266" Type="http://schemas.openxmlformats.org/officeDocument/2006/relationships/customXml" Target="../ink/ink711.xml"/><Relationship Id="rId287" Type="http://schemas.openxmlformats.org/officeDocument/2006/relationships/customXml" Target="../ink/ink722.xml"/><Relationship Id="rId30" Type="http://schemas.openxmlformats.org/officeDocument/2006/relationships/customXml" Target="../ink/ink593.xml"/><Relationship Id="rId105" Type="http://schemas.openxmlformats.org/officeDocument/2006/relationships/image" Target="../media/image629.png"/><Relationship Id="rId126" Type="http://schemas.openxmlformats.org/officeDocument/2006/relationships/customXml" Target="../ink/ink641.xml"/><Relationship Id="rId147" Type="http://schemas.openxmlformats.org/officeDocument/2006/relationships/image" Target="../media/image650.png"/><Relationship Id="rId168" Type="http://schemas.openxmlformats.org/officeDocument/2006/relationships/customXml" Target="../ink/ink662.xml"/><Relationship Id="rId312" Type="http://schemas.openxmlformats.org/officeDocument/2006/relationships/image" Target="../media/image732.png"/><Relationship Id="rId333" Type="http://schemas.openxmlformats.org/officeDocument/2006/relationships/customXml" Target="../ink/ink745.xml"/><Relationship Id="rId354" Type="http://schemas.openxmlformats.org/officeDocument/2006/relationships/image" Target="../media/image753.png"/><Relationship Id="rId51" Type="http://schemas.openxmlformats.org/officeDocument/2006/relationships/image" Target="../media/image602.png"/><Relationship Id="rId72" Type="http://schemas.openxmlformats.org/officeDocument/2006/relationships/customXml" Target="../ink/ink614.xml"/><Relationship Id="rId93" Type="http://schemas.openxmlformats.org/officeDocument/2006/relationships/image" Target="../media/image623.png"/><Relationship Id="rId189" Type="http://schemas.openxmlformats.org/officeDocument/2006/relationships/image" Target="../media/image671.png"/><Relationship Id="rId375" Type="http://schemas.openxmlformats.org/officeDocument/2006/relationships/customXml" Target="../ink/ink766.xml"/><Relationship Id="rId3" Type="http://schemas.openxmlformats.org/officeDocument/2006/relationships/image" Target="../media/image578.png"/><Relationship Id="rId214" Type="http://schemas.openxmlformats.org/officeDocument/2006/relationships/customXml" Target="../ink/ink685.xml"/><Relationship Id="rId235" Type="http://schemas.openxmlformats.org/officeDocument/2006/relationships/image" Target="../media/image694.png"/><Relationship Id="rId256" Type="http://schemas.openxmlformats.org/officeDocument/2006/relationships/customXml" Target="../ink/ink706.xml"/><Relationship Id="rId277" Type="http://schemas.openxmlformats.org/officeDocument/2006/relationships/customXml" Target="../ink/ink717.xml"/><Relationship Id="rId298" Type="http://schemas.openxmlformats.org/officeDocument/2006/relationships/image" Target="../media/image725.png"/><Relationship Id="rId116" Type="http://schemas.openxmlformats.org/officeDocument/2006/relationships/customXml" Target="../ink/ink636.xml"/><Relationship Id="rId137" Type="http://schemas.openxmlformats.org/officeDocument/2006/relationships/image" Target="../media/image645.png"/><Relationship Id="rId158" Type="http://schemas.openxmlformats.org/officeDocument/2006/relationships/customXml" Target="../ink/ink657.xml"/><Relationship Id="rId302" Type="http://schemas.openxmlformats.org/officeDocument/2006/relationships/image" Target="../media/image727.png"/><Relationship Id="rId323" Type="http://schemas.openxmlformats.org/officeDocument/2006/relationships/customXml" Target="../ink/ink740.xml"/><Relationship Id="rId344" Type="http://schemas.openxmlformats.org/officeDocument/2006/relationships/image" Target="../media/image748.png"/><Relationship Id="rId20" Type="http://schemas.openxmlformats.org/officeDocument/2006/relationships/customXml" Target="../ink/ink588.xml"/><Relationship Id="rId41" Type="http://schemas.openxmlformats.org/officeDocument/2006/relationships/image" Target="../media/image597.png"/><Relationship Id="rId62" Type="http://schemas.openxmlformats.org/officeDocument/2006/relationships/customXml" Target="../ink/ink609.xml"/><Relationship Id="rId83" Type="http://schemas.openxmlformats.org/officeDocument/2006/relationships/image" Target="../media/image618.png"/><Relationship Id="rId179" Type="http://schemas.openxmlformats.org/officeDocument/2006/relationships/image" Target="../media/image666.png"/><Relationship Id="rId365" Type="http://schemas.openxmlformats.org/officeDocument/2006/relationships/customXml" Target="../ink/ink761.xml"/><Relationship Id="rId190" Type="http://schemas.openxmlformats.org/officeDocument/2006/relationships/customXml" Target="../ink/ink673.xml"/><Relationship Id="rId204" Type="http://schemas.openxmlformats.org/officeDocument/2006/relationships/customXml" Target="../ink/ink680.xml"/><Relationship Id="rId225" Type="http://schemas.openxmlformats.org/officeDocument/2006/relationships/image" Target="../media/image689.png"/><Relationship Id="rId246" Type="http://schemas.openxmlformats.org/officeDocument/2006/relationships/customXml" Target="../ink/ink701.xml"/><Relationship Id="rId267" Type="http://schemas.openxmlformats.org/officeDocument/2006/relationships/image" Target="../media/image710.png"/><Relationship Id="rId288" Type="http://schemas.openxmlformats.org/officeDocument/2006/relationships/image" Target="../media/image720.png"/><Relationship Id="rId106" Type="http://schemas.openxmlformats.org/officeDocument/2006/relationships/customXml" Target="../ink/ink631.xml"/><Relationship Id="rId127" Type="http://schemas.openxmlformats.org/officeDocument/2006/relationships/image" Target="../media/image640.png"/><Relationship Id="rId313" Type="http://schemas.openxmlformats.org/officeDocument/2006/relationships/customXml" Target="../ink/ink735.xml"/><Relationship Id="rId10" Type="http://schemas.openxmlformats.org/officeDocument/2006/relationships/customXml" Target="../ink/ink583.xml"/><Relationship Id="rId31" Type="http://schemas.openxmlformats.org/officeDocument/2006/relationships/image" Target="../media/image592.png"/><Relationship Id="rId52" Type="http://schemas.openxmlformats.org/officeDocument/2006/relationships/customXml" Target="../ink/ink604.xml"/><Relationship Id="rId73" Type="http://schemas.openxmlformats.org/officeDocument/2006/relationships/image" Target="../media/image613.png"/><Relationship Id="rId94" Type="http://schemas.openxmlformats.org/officeDocument/2006/relationships/customXml" Target="../ink/ink625.xml"/><Relationship Id="rId148" Type="http://schemas.openxmlformats.org/officeDocument/2006/relationships/customXml" Target="../ink/ink652.xml"/><Relationship Id="rId169" Type="http://schemas.openxmlformats.org/officeDocument/2006/relationships/image" Target="../media/image661.png"/><Relationship Id="rId334" Type="http://schemas.openxmlformats.org/officeDocument/2006/relationships/image" Target="../media/image743.png"/><Relationship Id="rId355" Type="http://schemas.openxmlformats.org/officeDocument/2006/relationships/customXml" Target="../ink/ink756.xml"/><Relationship Id="rId376" Type="http://schemas.openxmlformats.org/officeDocument/2006/relationships/image" Target="../media/image764.png"/><Relationship Id="rId4" Type="http://schemas.openxmlformats.org/officeDocument/2006/relationships/customXml" Target="../ink/ink580.xml"/><Relationship Id="rId180" Type="http://schemas.openxmlformats.org/officeDocument/2006/relationships/customXml" Target="../ink/ink668.xml"/><Relationship Id="rId215" Type="http://schemas.openxmlformats.org/officeDocument/2006/relationships/image" Target="../media/image684.png"/><Relationship Id="rId236" Type="http://schemas.openxmlformats.org/officeDocument/2006/relationships/customXml" Target="../ink/ink696.xml"/><Relationship Id="rId257" Type="http://schemas.openxmlformats.org/officeDocument/2006/relationships/image" Target="../media/image705.png"/><Relationship Id="rId278" Type="http://schemas.openxmlformats.org/officeDocument/2006/relationships/image" Target="../media/image715.png"/><Relationship Id="rId303" Type="http://schemas.openxmlformats.org/officeDocument/2006/relationships/customXml" Target="../ink/ink730.xml"/><Relationship Id="rId42" Type="http://schemas.openxmlformats.org/officeDocument/2006/relationships/customXml" Target="../ink/ink599.xml"/><Relationship Id="rId84" Type="http://schemas.openxmlformats.org/officeDocument/2006/relationships/customXml" Target="../ink/ink620.xml"/><Relationship Id="rId138" Type="http://schemas.openxmlformats.org/officeDocument/2006/relationships/customXml" Target="../ink/ink647.xml"/><Relationship Id="rId345" Type="http://schemas.openxmlformats.org/officeDocument/2006/relationships/customXml" Target="../ink/ink751.xml"/><Relationship Id="rId191" Type="http://schemas.openxmlformats.org/officeDocument/2006/relationships/image" Target="../media/image672.png"/><Relationship Id="rId205" Type="http://schemas.openxmlformats.org/officeDocument/2006/relationships/image" Target="../media/image679.png"/><Relationship Id="rId247" Type="http://schemas.openxmlformats.org/officeDocument/2006/relationships/image" Target="../media/image700.png"/><Relationship Id="rId107" Type="http://schemas.openxmlformats.org/officeDocument/2006/relationships/image" Target="../media/image630.png"/><Relationship Id="rId289" Type="http://schemas.openxmlformats.org/officeDocument/2006/relationships/customXml" Target="../ink/ink723.xml"/><Relationship Id="rId11" Type="http://schemas.openxmlformats.org/officeDocument/2006/relationships/image" Target="../media/image582.png"/><Relationship Id="rId53" Type="http://schemas.openxmlformats.org/officeDocument/2006/relationships/image" Target="../media/image603.png"/><Relationship Id="rId149" Type="http://schemas.openxmlformats.org/officeDocument/2006/relationships/image" Target="../media/image651.png"/><Relationship Id="rId314" Type="http://schemas.openxmlformats.org/officeDocument/2006/relationships/image" Target="../media/image733.png"/><Relationship Id="rId356" Type="http://schemas.openxmlformats.org/officeDocument/2006/relationships/image" Target="../media/image754.png"/><Relationship Id="rId95" Type="http://schemas.openxmlformats.org/officeDocument/2006/relationships/image" Target="../media/image624.png"/><Relationship Id="rId160" Type="http://schemas.openxmlformats.org/officeDocument/2006/relationships/customXml" Target="../ink/ink658.xml"/><Relationship Id="rId216" Type="http://schemas.openxmlformats.org/officeDocument/2006/relationships/customXml" Target="../ink/ink686.xml"/><Relationship Id="rId258" Type="http://schemas.openxmlformats.org/officeDocument/2006/relationships/customXml" Target="../ink/ink707.xml"/><Relationship Id="rId22" Type="http://schemas.openxmlformats.org/officeDocument/2006/relationships/customXml" Target="../ink/ink589.xml"/><Relationship Id="rId64" Type="http://schemas.openxmlformats.org/officeDocument/2006/relationships/customXml" Target="../ink/ink610.xml"/><Relationship Id="rId118" Type="http://schemas.openxmlformats.org/officeDocument/2006/relationships/customXml" Target="../ink/ink637.xml"/><Relationship Id="rId325" Type="http://schemas.openxmlformats.org/officeDocument/2006/relationships/customXml" Target="../ink/ink741.xml"/><Relationship Id="rId367" Type="http://schemas.openxmlformats.org/officeDocument/2006/relationships/customXml" Target="../ink/ink762.xml"/><Relationship Id="rId171" Type="http://schemas.openxmlformats.org/officeDocument/2006/relationships/image" Target="../media/image662.png"/><Relationship Id="rId227" Type="http://schemas.openxmlformats.org/officeDocument/2006/relationships/image" Target="../media/image690.png"/><Relationship Id="rId269" Type="http://schemas.openxmlformats.org/officeDocument/2006/relationships/image" Target="../media/image711.png"/><Relationship Id="rId33" Type="http://schemas.openxmlformats.org/officeDocument/2006/relationships/image" Target="../media/image593.png"/><Relationship Id="rId129" Type="http://schemas.openxmlformats.org/officeDocument/2006/relationships/image" Target="../media/image641.png"/><Relationship Id="rId280" Type="http://schemas.openxmlformats.org/officeDocument/2006/relationships/image" Target="../media/image716.png"/><Relationship Id="rId336" Type="http://schemas.openxmlformats.org/officeDocument/2006/relationships/image" Target="../media/image744.png"/><Relationship Id="rId75" Type="http://schemas.openxmlformats.org/officeDocument/2006/relationships/image" Target="../media/image614.png"/><Relationship Id="rId140" Type="http://schemas.openxmlformats.org/officeDocument/2006/relationships/customXml" Target="../ink/ink648.xml"/><Relationship Id="rId182" Type="http://schemas.openxmlformats.org/officeDocument/2006/relationships/customXml" Target="../ink/ink669.xml"/><Relationship Id="rId378" Type="http://schemas.openxmlformats.org/officeDocument/2006/relationships/image" Target="../media/image765.png"/><Relationship Id="rId6" Type="http://schemas.openxmlformats.org/officeDocument/2006/relationships/customXml" Target="../ink/ink581.xml"/><Relationship Id="rId238" Type="http://schemas.openxmlformats.org/officeDocument/2006/relationships/customXml" Target="../ink/ink697.xml"/><Relationship Id="rId291" Type="http://schemas.openxmlformats.org/officeDocument/2006/relationships/customXml" Target="../ink/ink724.xml"/><Relationship Id="rId305" Type="http://schemas.openxmlformats.org/officeDocument/2006/relationships/customXml" Target="../ink/ink731.xml"/><Relationship Id="rId347" Type="http://schemas.openxmlformats.org/officeDocument/2006/relationships/customXml" Target="../ink/ink752.xml"/><Relationship Id="rId44" Type="http://schemas.openxmlformats.org/officeDocument/2006/relationships/customXml" Target="../ink/ink600.xml"/><Relationship Id="rId86" Type="http://schemas.openxmlformats.org/officeDocument/2006/relationships/customXml" Target="../ink/ink621.xml"/><Relationship Id="rId151" Type="http://schemas.openxmlformats.org/officeDocument/2006/relationships/image" Target="../media/image652.png"/><Relationship Id="rId193" Type="http://schemas.openxmlformats.org/officeDocument/2006/relationships/image" Target="../media/image673.png"/><Relationship Id="rId207" Type="http://schemas.openxmlformats.org/officeDocument/2006/relationships/image" Target="../media/image680.png"/><Relationship Id="rId249" Type="http://schemas.openxmlformats.org/officeDocument/2006/relationships/image" Target="../media/image701.png"/><Relationship Id="rId13" Type="http://schemas.openxmlformats.org/officeDocument/2006/relationships/image" Target="../media/image583.png"/><Relationship Id="rId109" Type="http://schemas.openxmlformats.org/officeDocument/2006/relationships/image" Target="../media/image631.png"/><Relationship Id="rId260" Type="http://schemas.openxmlformats.org/officeDocument/2006/relationships/customXml" Target="../ink/ink708.xml"/><Relationship Id="rId316" Type="http://schemas.openxmlformats.org/officeDocument/2006/relationships/image" Target="../media/image734.png"/><Relationship Id="rId55" Type="http://schemas.openxmlformats.org/officeDocument/2006/relationships/image" Target="../media/image604.png"/><Relationship Id="rId97" Type="http://schemas.openxmlformats.org/officeDocument/2006/relationships/image" Target="../media/image625.png"/><Relationship Id="rId120" Type="http://schemas.openxmlformats.org/officeDocument/2006/relationships/customXml" Target="../ink/ink638.xml"/><Relationship Id="rId358" Type="http://schemas.openxmlformats.org/officeDocument/2006/relationships/image" Target="../media/image755.png"/><Relationship Id="rId162" Type="http://schemas.openxmlformats.org/officeDocument/2006/relationships/customXml" Target="../ink/ink659.xml"/><Relationship Id="rId218" Type="http://schemas.openxmlformats.org/officeDocument/2006/relationships/customXml" Target="../ink/ink687.xml"/><Relationship Id="rId271" Type="http://schemas.openxmlformats.org/officeDocument/2006/relationships/customXml" Target="../ink/ink714.xml"/><Relationship Id="rId24" Type="http://schemas.openxmlformats.org/officeDocument/2006/relationships/customXml" Target="../ink/ink590.xml"/><Relationship Id="rId66" Type="http://schemas.openxmlformats.org/officeDocument/2006/relationships/customXml" Target="../ink/ink611.xml"/><Relationship Id="rId131" Type="http://schemas.openxmlformats.org/officeDocument/2006/relationships/image" Target="../media/image642.png"/><Relationship Id="rId327" Type="http://schemas.openxmlformats.org/officeDocument/2006/relationships/customXml" Target="../ink/ink742.xml"/><Relationship Id="rId369" Type="http://schemas.openxmlformats.org/officeDocument/2006/relationships/customXml" Target="../ink/ink763.xml"/><Relationship Id="rId173" Type="http://schemas.openxmlformats.org/officeDocument/2006/relationships/image" Target="../media/image663.png"/><Relationship Id="rId229" Type="http://schemas.openxmlformats.org/officeDocument/2006/relationships/image" Target="../media/image691.png"/><Relationship Id="rId380" Type="http://schemas.openxmlformats.org/officeDocument/2006/relationships/image" Target="../media/image766.png"/><Relationship Id="rId240" Type="http://schemas.openxmlformats.org/officeDocument/2006/relationships/customXml" Target="../ink/ink698.xml"/><Relationship Id="rId35" Type="http://schemas.openxmlformats.org/officeDocument/2006/relationships/image" Target="../media/image594.png"/><Relationship Id="rId77" Type="http://schemas.openxmlformats.org/officeDocument/2006/relationships/image" Target="../media/image615.png"/><Relationship Id="rId100" Type="http://schemas.openxmlformats.org/officeDocument/2006/relationships/customXml" Target="../ink/ink628.xml"/><Relationship Id="rId282" Type="http://schemas.openxmlformats.org/officeDocument/2006/relationships/image" Target="../media/image717.png"/><Relationship Id="rId338" Type="http://schemas.openxmlformats.org/officeDocument/2006/relationships/image" Target="../media/image745.png"/><Relationship Id="rId8" Type="http://schemas.openxmlformats.org/officeDocument/2006/relationships/customXml" Target="../ink/ink582.xml"/><Relationship Id="rId142" Type="http://schemas.openxmlformats.org/officeDocument/2006/relationships/customXml" Target="../ink/ink649.xml"/><Relationship Id="rId184" Type="http://schemas.openxmlformats.org/officeDocument/2006/relationships/customXml" Target="../ink/ink670.xml"/><Relationship Id="rId251" Type="http://schemas.openxmlformats.org/officeDocument/2006/relationships/image" Target="../media/image702.png"/><Relationship Id="rId46" Type="http://schemas.openxmlformats.org/officeDocument/2006/relationships/customXml" Target="../ink/ink601.xml"/><Relationship Id="rId293" Type="http://schemas.openxmlformats.org/officeDocument/2006/relationships/customXml" Target="../ink/ink725.xml"/><Relationship Id="rId307" Type="http://schemas.openxmlformats.org/officeDocument/2006/relationships/customXml" Target="../ink/ink732.xml"/><Relationship Id="rId349" Type="http://schemas.openxmlformats.org/officeDocument/2006/relationships/customXml" Target="../ink/ink753.xml"/><Relationship Id="rId88" Type="http://schemas.openxmlformats.org/officeDocument/2006/relationships/customXml" Target="../ink/ink622.xml"/><Relationship Id="rId111" Type="http://schemas.openxmlformats.org/officeDocument/2006/relationships/image" Target="../media/image632.png"/><Relationship Id="rId153" Type="http://schemas.openxmlformats.org/officeDocument/2006/relationships/image" Target="../media/image653.png"/><Relationship Id="rId195" Type="http://schemas.openxmlformats.org/officeDocument/2006/relationships/image" Target="../media/image674.png"/><Relationship Id="rId209" Type="http://schemas.openxmlformats.org/officeDocument/2006/relationships/image" Target="../media/image681.png"/><Relationship Id="rId360" Type="http://schemas.openxmlformats.org/officeDocument/2006/relationships/image" Target="../media/image756.png"/><Relationship Id="rId220" Type="http://schemas.openxmlformats.org/officeDocument/2006/relationships/customXml" Target="../ink/ink688.xml"/><Relationship Id="rId15" Type="http://schemas.openxmlformats.org/officeDocument/2006/relationships/image" Target="../media/image584.png"/><Relationship Id="rId57" Type="http://schemas.openxmlformats.org/officeDocument/2006/relationships/image" Target="../media/image605.png"/><Relationship Id="rId262" Type="http://schemas.openxmlformats.org/officeDocument/2006/relationships/customXml" Target="../ink/ink709.xml"/><Relationship Id="rId318" Type="http://schemas.openxmlformats.org/officeDocument/2006/relationships/image" Target="../media/image735.png"/><Relationship Id="rId99" Type="http://schemas.openxmlformats.org/officeDocument/2006/relationships/image" Target="../media/image626.png"/><Relationship Id="rId122" Type="http://schemas.openxmlformats.org/officeDocument/2006/relationships/customXml" Target="../ink/ink639.xml"/><Relationship Id="rId164" Type="http://schemas.openxmlformats.org/officeDocument/2006/relationships/customXml" Target="../ink/ink660.xml"/><Relationship Id="rId371" Type="http://schemas.openxmlformats.org/officeDocument/2006/relationships/customXml" Target="../ink/ink76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5.png"/><Relationship Id="rId299" Type="http://schemas.openxmlformats.org/officeDocument/2006/relationships/image" Target="../media/image916.png"/><Relationship Id="rId21" Type="http://schemas.openxmlformats.org/officeDocument/2006/relationships/image" Target="../media/image777.png"/><Relationship Id="rId63" Type="http://schemas.openxmlformats.org/officeDocument/2006/relationships/image" Target="../media/image798.png"/><Relationship Id="rId159" Type="http://schemas.openxmlformats.org/officeDocument/2006/relationships/image" Target="../media/image846.png"/><Relationship Id="rId324" Type="http://schemas.openxmlformats.org/officeDocument/2006/relationships/customXml" Target="../ink/ink931.xml"/><Relationship Id="rId366" Type="http://schemas.openxmlformats.org/officeDocument/2006/relationships/customXml" Target="../ink/ink952.xml"/><Relationship Id="rId170" Type="http://schemas.openxmlformats.org/officeDocument/2006/relationships/customXml" Target="../ink/ink854.xml"/><Relationship Id="rId226" Type="http://schemas.openxmlformats.org/officeDocument/2006/relationships/customXml" Target="../ink/ink882.xml"/><Relationship Id="rId433" Type="http://schemas.openxmlformats.org/officeDocument/2006/relationships/image" Target="../media/image983.png"/><Relationship Id="rId268" Type="http://schemas.openxmlformats.org/officeDocument/2006/relationships/customXml" Target="../ink/ink903.xml"/><Relationship Id="rId475" Type="http://schemas.openxmlformats.org/officeDocument/2006/relationships/image" Target="../media/image1004.png"/><Relationship Id="rId32" Type="http://schemas.openxmlformats.org/officeDocument/2006/relationships/customXml" Target="../ink/ink785.xml"/><Relationship Id="rId74" Type="http://schemas.openxmlformats.org/officeDocument/2006/relationships/customXml" Target="../ink/ink806.xml"/><Relationship Id="rId128" Type="http://schemas.openxmlformats.org/officeDocument/2006/relationships/customXml" Target="../ink/ink833.xml"/><Relationship Id="rId335" Type="http://schemas.openxmlformats.org/officeDocument/2006/relationships/image" Target="../media/image934.png"/><Relationship Id="rId377" Type="http://schemas.openxmlformats.org/officeDocument/2006/relationships/image" Target="../media/image955.png"/><Relationship Id="rId500" Type="http://schemas.openxmlformats.org/officeDocument/2006/relationships/customXml" Target="../ink/ink1019.xml"/><Relationship Id="rId5" Type="http://schemas.openxmlformats.org/officeDocument/2006/relationships/image" Target="../media/image769.png"/><Relationship Id="rId181" Type="http://schemas.openxmlformats.org/officeDocument/2006/relationships/image" Target="../media/image857.png"/><Relationship Id="rId237" Type="http://schemas.openxmlformats.org/officeDocument/2006/relationships/image" Target="../media/image885.png"/><Relationship Id="rId402" Type="http://schemas.openxmlformats.org/officeDocument/2006/relationships/customXml" Target="../ink/ink970.xml"/><Relationship Id="rId279" Type="http://schemas.openxmlformats.org/officeDocument/2006/relationships/image" Target="../media/image906.png"/><Relationship Id="rId444" Type="http://schemas.openxmlformats.org/officeDocument/2006/relationships/customXml" Target="../ink/ink991.xml"/><Relationship Id="rId486" Type="http://schemas.openxmlformats.org/officeDocument/2006/relationships/customXml" Target="../ink/ink1012.xml"/><Relationship Id="rId43" Type="http://schemas.openxmlformats.org/officeDocument/2006/relationships/image" Target="../media/image788.png"/><Relationship Id="rId139" Type="http://schemas.openxmlformats.org/officeDocument/2006/relationships/image" Target="../media/image836.png"/><Relationship Id="rId290" Type="http://schemas.openxmlformats.org/officeDocument/2006/relationships/customXml" Target="../ink/ink914.xml"/><Relationship Id="rId304" Type="http://schemas.openxmlformats.org/officeDocument/2006/relationships/customXml" Target="../ink/ink921.xml"/><Relationship Id="rId346" Type="http://schemas.openxmlformats.org/officeDocument/2006/relationships/customXml" Target="../ink/ink942.xml"/><Relationship Id="rId388" Type="http://schemas.openxmlformats.org/officeDocument/2006/relationships/customXml" Target="../ink/ink963.xml"/><Relationship Id="rId511" Type="http://schemas.openxmlformats.org/officeDocument/2006/relationships/customXml" Target="../ink/ink1025.xml"/><Relationship Id="rId85" Type="http://schemas.openxmlformats.org/officeDocument/2006/relationships/image" Target="../media/image809.png"/><Relationship Id="rId150" Type="http://schemas.openxmlformats.org/officeDocument/2006/relationships/customXml" Target="../ink/ink844.xml"/><Relationship Id="rId192" Type="http://schemas.openxmlformats.org/officeDocument/2006/relationships/customXml" Target="../ink/ink865.xml"/><Relationship Id="rId206" Type="http://schemas.openxmlformats.org/officeDocument/2006/relationships/customXml" Target="../ink/ink872.xml"/><Relationship Id="rId413" Type="http://schemas.openxmlformats.org/officeDocument/2006/relationships/image" Target="../media/image973.png"/><Relationship Id="rId248" Type="http://schemas.openxmlformats.org/officeDocument/2006/relationships/customXml" Target="../ink/ink893.xml"/><Relationship Id="rId455" Type="http://schemas.openxmlformats.org/officeDocument/2006/relationships/image" Target="../media/image994.png"/><Relationship Id="rId497" Type="http://schemas.openxmlformats.org/officeDocument/2006/relationships/image" Target="../media/image1015.png"/><Relationship Id="rId12" Type="http://schemas.openxmlformats.org/officeDocument/2006/relationships/customXml" Target="../ink/ink775.xml"/><Relationship Id="rId108" Type="http://schemas.openxmlformats.org/officeDocument/2006/relationships/customXml" Target="../ink/ink823.xml"/><Relationship Id="rId315" Type="http://schemas.openxmlformats.org/officeDocument/2006/relationships/image" Target="../media/image924.png"/><Relationship Id="rId357" Type="http://schemas.openxmlformats.org/officeDocument/2006/relationships/image" Target="../media/image945.png"/><Relationship Id="rId54" Type="http://schemas.openxmlformats.org/officeDocument/2006/relationships/customXml" Target="../ink/ink796.xml"/><Relationship Id="rId96" Type="http://schemas.openxmlformats.org/officeDocument/2006/relationships/customXml" Target="../ink/ink817.xml"/><Relationship Id="rId161" Type="http://schemas.openxmlformats.org/officeDocument/2006/relationships/image" Target="../media/image847.png"/><Relationship Id="rId217" Type="http://schemas.openxmlformats.org/officeDocument/2006/relationships/image" Target="../media/image875.png"/><Relationship Id="rId399" Type="http://schemas.openxmlformats.org/officeDocument/2006/relationships/image" Target="../media/image966.png"/><Relationship Id="rId259" Type="http://schemas.openxmlformats.org/officeDocument/2006/relationships/image" Target="../media/image896.png"/><Relationship Id="rId424" Type="http://schemas.openxmlformats.org/officeDocument/2006/relationships/customXml" Target="../ink/ink981.xml"/><Relationship Id="rId466" Type="http://schemas.openxmlformats.org/officeDocument/2006/relationships/customXml" Target="../ink/ink1002.xml"/><Relationship Id="rId23" Type="http://schemas.openxmlformats.org/officeDocument/2006/relationships/image" Target="../media/image778.png"/><Relationship Id="rId119" Type="http://schemas.openxmlformats.org/officeDocument/2006/relationships/image" Target="../media/image826.png"/><Relationship Id="rId270" Type="http://schemas.openxmlformats.org/officeDocument/2006/relationships/customXml" Target="../ink/ink904.xml"/><Relationship Id="rId326" Type="http://schemas.openxmlformats.org/officeDocument/2006/relationships/customXml" Target="../ink/ink932.xml"/><Relationship Id="rId65" Type="http://schemas.openxmlformats.org/officeDocument/2006/relationships/image" Target="../media/image799.png"/><Relationship Id="rId130" Type="http://schemas.openxmlformats.org/officeDocument/2006/relationships/customXml" Target="../ink/ink834.xml"/><Relationship Id="rId368" Type="http://schemas.openxmlformats.org/officeDocument/2006/relationships/customXml" Target="../ink/ink953.xml"/><Relationship Id="rId172" Type="http://schemas.openxmlformats.org/officeDocument/2006/relationships/customXml" Target="../ink/ink855.xml"/><Relationship Id="rId228" Type="http://schemas.openxmlformats.org/officeDocument/2006/relationships/customXml" Target="../ink/ink883.xml"/><Relationship Id="rId435" Type="http://schemas.openxmlformats.org/officeDocument/2006/relationships/image" Target="../media/image984.png"/><Relationship Id="rId477" Type="http://schemas.openxmlformats.org/officeDocument/2006/relationships/image" Target="../media/image1005.png"/><Relationship Id="rId281" Type="http://schemas.openxmlformats.org/officeDocument/2006/relationships/image" Target="../media/image907.png"/><Relationship Id="rId337" Type="http://schemas.openxmlformats.org/officeDocument/2006/relationships/image" Target="../media/image935.png"/><Relationship Id="rId502" Type="http://schemas.openxmlformats.org/officeDocument/2006/relationships/customXml" Target="../ink/ink1020.xml"/><Relationship Id="rId34" Type="http://schemas.openxmlformats.org/officeDocument/2006/relationships/customXml" Target="../ink/ink786.xml"/><Relationship Id="rId76" Type="http://schemas.openxmlformats.org/officeDocument/2006/relationships/customXml" Target="../ink/ink807.xml"/><Relationship Id="rId141" Type="http://schemas.openxmlformats.org/officeDocument/2006/relationships/image" Target="../media/image837.png"/><Relationship Id="rId379" Type="http://schemas.openxmlformats.org/officeDocument/2006/relationships/image" Target="../media/image956.png"/><Relationship Id="rId7" Type="http://schemas.openxmlformats.org/officeDocument/2006/relationships/image" Target="../media/image770.png"/><Relationship Id="rId183" Type="http://schemas.openxmlformats.org/officeDocument/2006/relationships/image" Target="../media/image858.png"/><Relationship Id="rId239" Type="http://schemas.openxmlformats.org/officeDocument/2006/relationships/image" Target="../media/image886.png"/><Relationship Id="rId390" Type="http://schemas.openxmlformats.org/officeDocument/2006/relationships/customXml" Target="../ink/ink964.xml"/><Relationship Id="rId404" Type="http://schemas.openxmlformats.org/officeDocument/2006/relationships/customXml" Target="../ink/ink971.xml"/><Relationship Id="rId446" Type="http://schemas.openxmlformats.org/officeDocument/2006/relationships/customXml" Target="../ink/ink992.xml"/><Relationship Id="rId250" Type="http://schemas.openxmlformats.org/officeDocument/2006/relationships/customXml" Target="../ink/ink894.xml"/><Relationship Id="rId292" Type="http://schemas.openxmlformats.org/officeDocument/2006/relationships/customXml" Target="../ink/ink915.xml"/><Relationship Id="rId306" Type="http://schemas.openxmlformats.org/officeDocument/2006/relationships/customXml" Target="../ink/ink922.xml"/><Relationship Id="rId488" Type="http://schemas.openxmlformats.org/officeDocument/2006/relationships/customXml" Target="../ink/ink1013.xml"/><Relationship Id="rId45" Type="http://schemas.openxmlformats.org/officeDocument/2006/relationships/image" Target="../media/image789.png"/><Relationship Id="rId87" Type="http://schemas.openxmlformats.org/officeDocument/2006/relationships/image" Target="../media/image810.png"/><Relationship Id="rId110" Type="http://schemas.openxmlformats.org/officeDocument/2006/relationships/customXml" Target="../ink/ink824.xml"/><Relationship Id="rId348" Type="http://schemas.openxmlformats.org/officeDocument/2006/relationships/customXml" Target="../ink/ink943.xml"/><Relationship Id="rId152" Type="http://schemas.openxmlformats.org/officeDocument/2006/relationships/customXml" Target="../ink/ink845.xml"/><Relationship Id="rId194" Type="http://schemas.openxmlformats.org/officeDocument/2006/relationships/customXml" Target="../ink/ink866.xml"/><Relationship Id="rId208" Type="http://schemas.openxmlformats.org/officeDocument/2006/relationships/customXml" Target="../ink/ink873.xml"/><Relationship Id="rId415" Type="http://schemas.openxmlformats.org/officeDocument/2006/relationships/image" Target="../media/image974.png"/><Relationship Id="rId457" Type="http://schemas.openxmlformats.org/officeDocument/2006/relationships/image" Target="../media/image995.png"/><Relationship Id="rId261" Type="http://schemas.openxmlformats.org/officeDocument/2006/relationships/image" Target="../media/image897.png"/><Relationship Id="rId499" Type="http://schemas.openxmlformats.org/officeDocument/2006/relationships/image" Target="../media/image1016.png"/><Relationship Id="rId14" Type="http://schemas.openxmlformats.org/officeDocument/2006/relationships/customXml" Target="../ink/ink776.xml"/><Relationship Id="rId56" Type="http://schemas.openxmlformats.org/officeDocument/2006/relationships/customXml" Target="../ink/ink797.xml"/><Relationship Id="rId317" Type="http://schemas.openxmlformats.org/officeDocument/2006/relationships/image" Target="../media/image925.png"/><Relationship Id="rId359" Type="http://schemas.openxmlformats.org/officeDocument/2006/relationships/image" Target="../media/image946.png"/><Relationship Id="rId98" Type="http://schemas.openxmlformats.org/officeDocument/2006/relationships/customXml" Target="../ink/ink818.xml"/><Relationship Id="rId121" Type="http://schemas.openxmlformats.org/officeDocument/2006/relationships/image" Target="../media/image827.png"/><Relationship Id="rId163" Type="http://schemas.openxmlformats.org/officeDocument/2006/relationships/image" Target="../media/image848.png"/><Relationship Id="rId219" Type="http://schemas.openxmlformats.org/officeDocument/2006/relationships/image" Target="../media/image876.png"/><Relationship Id="rId370" Type="http://schemas.openxmlformats.org/officeDocument/2006/relationships/customXml" Target="../ink/ink954.xml"/><Relationship Id="rId426" Type="http://schemas.openxmlformats.org/officeDocument/2006/relationships/customXml" Target="../ink/ink982.xml"/><Relationship Id="rId230" Type="http://schemas.openxmlformats.org/officeDocument/2006/relationships/customXml" Target="../ink/ink884.xml"/><Relationship Id="rId468" Type="http://schemas.openxmlformats.org/officeDocument/2006/relationships/customXml" Target="../ink/ink1003.xml"/><Relationship Id="rId25" Type="http://schemas.openxmlformats.org/officeDocument/2006/relationships/image" Target="../media/image779.png"/><Relationship Id="rId67" Type="http://schemas.openxmlformats.org/officeDocument/2006/relationships/image" Target="../media/image800.png"/><Relationship Id="rId272" Type="http://schemas.openxmlformats.org/officeDocument/2006/relationships/customXml" Target="../ink/ink905.xml"/><Relationship Id="rId328" Type="http://schemas.openxmlformats.org/officeDocument/2006/relationships/customXml" Target="../ink/ink933.xml"/><Relationship Id="rId132" Type="http://schemas.openxmlformats.org/officeDocument/2006/relationships/customXml" Target="../ink/ink835.xml"/><Relationship Id="rId174" Type="http://schemas.openxmlformats.org/officeDocument/2006/relationships/customXml" Target="../ink/ink856.xml"/><Relationship Id="rId381" Type="http://schemas.openxmlformats.org/officeDocument/2006/relationships/image" Target="../media/image957.png"/><Relationship Id="rId241" Type="http://schemas.openxmlformats.org/officeDocument/2006/relationships/image" Target="../media/image887.png"/><Relationship Id="rId437" Type="http://schemas.openxmlformats.org/officeDocument/2006/relationships/image" Target="../media/image985.png"/><Relationship Id="rId479" Type="http://schemas.openxmlformats.org/officeDocument/2006/relationships/image" Target="../media/image1006.png"/><Relationship Id="rId36" Type="http://schemas.openxmlformats.org/officeDocument/2006/relationships/customXml" Target="../ink/ink787.xml"/><Relationship Id="rId283" Type="http://schemas.openxmlformats.org/officeDocument/2006/relationships/image" Target="../media/image908.png"/><Relationship Id="rId339" Type="http://schemas.openxmlformats.org/officeDocument/2006/relationships/image" Target="../media/image936.png"/><Relationship Id="rId490" Type="http://schemas.openxmlformats.org/officeDocument/2006/relationships/customXml" Target="../ink/ink1014.xml"/><Relationship Id="rId504" Type="http://schemas.openxmlformats.org/officeDocument/2006/relationships/customXml" Target="../ink/ink1021.xml"/><Relationship Id="rId78" Type="http://schemas.openxmlformats.org/officeDocument/2006/relationships/customXml" Target="../ink/ink808.xml"/><Relationship Id="rId101" Type="http://schemas.openxmlformats.org/officeDocument/2006/relationships/image" Target="../media/image817.png"/><Relationship Id="rId143" Type="http://schemas.openxmlformats.org/officeDocument/2006/relationships/image" Target="../media/image838.png"/><Relationship Id="rId185" Type="http://schemas.openxmlformats.org/officeDocument/2006/relationships/image" Target="../media/image859.png"/><Relationship Id="rId350" Type="http://schemas.openxmlformats.org/officeDocument/2006/relationships/customXml" Target="../ink/ink944.xml"/><Relationship Id="rId406" Type="http://schemas.openxmlformats.org/officeDocument/2006/relationships/customXml" Target="../ink/ink972.xml"/><Relationship Id="rId9" Type="http://schemas.openxmlformats.org/officeDocument/2006/relationships/image" Target="../media/image771.png"/><Relationship Id="rId210" Type="http://schemas.openxmlformats.org/officeDocument/2006/relationships/customXml" Target="../ink/ink874.xml"/><Relationship Id="rId392" Type="http://schemas.openxmlformats.org/officeDocument/2006/relationships/customXml" Target="../ink/ink965.xml"/><Relationship Id="rId448" Type="http://schemas.openxmlformats.org/officeDocument/2006/relationships/customXml" Target="../ink/ink993.xml"/><Relationship Id="rId252" Type="http://schemas.openxmlformats.org/officeDocument/2006/relationships/customXml" Target="../ink/ink895.xml"/><Relationship Id="rId294" Type="http://schemas.openxmlformats.org/officeDocument/2006/relationships/customXml" Target="../ink/ink916.xml"/><Relationship Id="rId308" Type="http://schemas.openxmlformats.org/officeDocument/2006/relationships/customXml" Target="../ink/ink923.xml"/><Relationship Id="rId47" Type="http://schemas.openxmlformats.org/officeDocument/2006/relationships/image" Target="../media/image790.png"/><Relationship Id="rId89" Type="http://schemas.openxmlformats.org/officeDocument/2006/relationships/image" Target="../media/image811.png"/><Relationship Id="rId112" Type="http://schemas.openxmlformats.org/officeDocument/2006/relationships/customXml" Target="../ink/ink825.xml"/><Relationship Id="rId154" Type="http://schemas.openxmlformats.org/officeDocument/2006/relationships/customXml" Target="../ink/ink846.xml"/><Relationship Id="rId361" Type="http://schemas.openxmlformats.org/officeDocument/2006/relationships/image" Target="../media/image947.png"/><Relationship Id="rId196" Type="http://schemas.openxmlformats.org/officeDocument/2006/relationships/customXml" Target="../ink/ink867.xml"/><Relationship Id="rId417" Type="http://schemas.openxmlformats.org/officeDocument/2006/relationships/image" Target="../media/image975.png"/><Relationship Id="rId459" Type="http://schemas.openxmlformats.org/officeDocument/2006/relationships/image" Target="../media/image996.png"/><Relationship Id="rId16" Type="http://schemas.openxmlformats.org/officeDocument/2006/relationships/customXml" Target="../ink/ink777.xml"/><Relationship Id="rId221" Type="http://schemas.openxmlformats.org/officeDocument/2006/relationships/image" Target="../media/image877.png"/><Relationship Id="rId263" Type="http://schemas.openxmlformats.org/officeDocument/2006/relationships/image" Target="../media/image898.png"/><Relationship Id="rId319" Type="http://schemas.openxmlformats.org/officeDocument/2006/relationships/image" Target="../media/image926.png"/><Relationship Id="rId470" Type="http://schemas.openxmlformats.org/officeDocument/2006/relationships/customXml" Target="../ink/ink1004.xml"/><Relationship Id="rId58" Type="http://schemas.openxmlformats.org/officeDocument/2006/relationships/customXml" Target="../ink/ink798.xml"/><Relationship Id="rId123" Type="http://schemas.openxmlformats.org/officeDocument/2006/relationships/image" Target="../media/image828.png"/><Relationship Id="rId330" Type="http://schemas.openxmlformats.org/officeDocument/2006/relationships/customXml" Target="../ink/ink934.xml"/><Relationship Id="rId165" Type="http://schemas.openxmlformats.org/officeDocument/2006/relationships/image" Target="../media/image849.png"/><Relationship Id="rId372" Type="http://schemas.openxmlformats.org/officeDocument/2006/relationships/customXml" Target="../ink/ink955.xml"/><Relationship Id="rId428" Type="http://schemas.openxmlformats.org/officeDocument/2006/relationships/customXml" Target="../ink/ink983.xml"/><Relationship Id="rId232" Type="http://schemas.openxmlformats.org/officeDocument/2006/relationships/customXml" Target="../ink/ink885.xml"/><Relationship Id="rId274" Type="http://schemas.openxmlformats.org/officeDocument/2006/relationships/customXml" Target="../ink/ink906.xml"/><Relationship Id="rId481" Type="http://schemas.openxmlformats.org/officeDocument/2006/relationships/image" Target="../media/image1007.png"/><Relationship Id="rId27" Type="http://schemas.openxmlformats.org/officeDocument/2006/relationships/image" Target="../media/image780.png"/><Relationship Id="rId69" Type="http://schemas.openxmlformats.org/officeDocument/2006/relationships/image" Target="../media/image801.png"/><Relationship Id="rId134" Type="http://schemas.openxmlformats.org/officeDocument/2006/relationships/customXml" Target="../ink/ink836.xml"/><Relationship Id="rId80" Type="http://schemas.openxmlformats.org/officeDocument/2006/relationships/customXml" Target="../ink/ink809.xml"/><Relationship Id="rId176" Type="http://schemas.openxmlformats.org/officeDocument/2006/relationships/customXml" Target="../ink/ink857.xml"/><Relationship Id="rId341" Type="http://schemas.openxmlformats.org/officeDocument/2006/relationships/image" Target="../media/image937.png"/><Relationship Id="rId383" Type="http://schemas.openxmlformats.org/officeDocument/2006/relationships/image" Target="../media/image958.png"/><Relationship Id="rId439" Type="http://schemas.openxmlformats.org/officeDocument/2006/relationships/image" Target="../media/image986.png"/><Relationship Id="rId201" Type="http://schemas.openxmlformats.org/officeDocument/2006/relationships/image" Target="../media/image867.png"/><Relationship Id="rId243" Type="http://schemas.openxmlformats.org/officeDocument/2006/relationships/image" Target="../media/image888.png"/><Relationship Id="rId285" Type="http://schemas.openxmlformats.org/officeDocument/2006/relationships/image" Target="../media/image909.png"/><Relationship Id="rId450" Type="http://schemas.openxmlformats.org/officeDocument/2006/relationships/customXml" Target="../ink/ink994.xml"/><Relationship Id="rId506" Type="http://schemas.openxmlformats.org/officeDocument/2006/relationships/customXml" Target="../ink/ink1022.xml"/><Relationship Id="rId38" Type="http://schemas.openxmlformats.org/officeDocument/2006/relationships/customXml" Target="../ink/ink788.xml"/><Relationship Id="rId103" Type="http://schemas.openxmlformats.org/officeDocument/2006/relationships/image" Target="../media/image818.png"/><Relationship Id="rId310" Type="http://schemas.openxmlformats.org/officeDocument/2006/relationships/customXml" Target="../ink/ink924.xml"/><Relationship Id="rId492" Type="http://schemas.openxmlformats.org/officeDocument/2006/relationships/customXml" Target="../ink/ink1015.xml"/><Relationship Id="rId91" Type="http://schemas.openxmlformats.org/officeDocument/2006/relationships/image" Target="../media/image812.png"/><Relationship Id="rId145" Type="http://schemas.openxmlformats.org/officeDocument/2006/relationships/image" Target="../media/image839.png"/><Relationship Id="rId187" Type="http://schemas.openxmlformats.org/officeDocument/2006/relationships/image" Target="../media/image860.png"/><Relationship Id="rId352" Type="http://schemas.openxmlformats.org/officeDocument/2006/relationships/customXml" Target="../ink/ink945.xml"/><Relationship Id="rId394" Type="http://schemas.openxmlformats.org/officeDocument/2006/relationships/customXml" Target="../ink/ink966.xml"/><Relationship Id="rId408" Type="http://schemas.openxmlformats.org/officeDocument/2006/relationships/customXml" Target="../ink/ink973.xml"/><Relationship Id="rId212" Type="http://schemas.openxmlformats.org/officeDocument/2006/relationships/customXml" Target="../ink/ink875.xml"/><Relationship Id="rId254" Type="http://schemas.openxmlformats.org/officeDocument/2006/relationships/customXml" Target="../ink/ink896.xml"/><Relationship Id="rId49" Type="http://schemas.openxmlformats.org/officeDocument/2006/relationships/image" Target="../media/image791.png"/><Relationship Id="rId114" Type="http://schemas.openxmlformats.org/officeDocument/2006/relationships/customXml" Target="../ink/ink826.xml"/><Relationship Id="rId296" Type="http://schemas.openxmlformats.org/officeDocument/2006/relationships/customXml" Target="../ink/ink917.xml"/><Relationship Id="rId461" Type="http://schemas.openxmlformats.org/officeDocument/2006/relationships/image" Target="../media/image997.png"/><Relationship Id="rId60" Type="http://schemas.openxmlformats.org/officeDocument/2006/relationships/customXml" Target="../ink/ink799.xml"/><Relationship Id="rId156" Type="http://schemas.openxmlformats.org/officeDocument/2006/relationships/customXml" Target="../ink/ink847.xml"/><Relationship Id="rId198" Type="http://schemas.openxmlformats.org/officeDocument/2006/relationships/customXml" Target="../ink/ink868.xml"/><Relationship Id="rId321" Type="http://schemas.openxmlformats.org/officeDocument/2006/relationships/image" Target="../media/image927.png"/><Relationship Id="rId363" Type="http://schemas.openxmlformats.org/officeDocument/2006/relationships/image" Target="../media/image948.png"/><Relationship Id="rId419" Type="http://schemas.openxmlformats.org/officeDocument/2006/relationships/image" Target="../media/image976.png"/><Relationship Id="rId223" Type="http://schemas.openxmlformats.org/officeDocument/2006/relationships/image" Target="../media/image878.png"/><Relationship Id="rId430" Type="http://schemas.openxmlformats.org/officeDocument/2006/relationships/customXml" Target="../ink/ink984.xml"/><Relationship Id="rId18" Type="http://schemas.openxmlformats.org/officeDocument/2006/relationships/customXml" Target="../ink/ink778.xml"/><Relationship Id="rId265" Type="http://schemas.openxmlformats.org/officeDocument/2006/relationships/image" Target="../media/image899.png"/><Relationship Id="rId472" Type="http://schemas.openxmlformats.org/officeDocument/2006/relationships/customXml" Target="../ink/ink1005.xml"/><Relationship Id="rId125" Type="http://schemas.openxmlformats.org/officeDocument/2006/relationships/image" Target="../media/image829.png"/><Relationship Id="rId167" Type="http://schemas.openxmlformats.org/officeDocument/2006/relationships/image" Target="../media/image850.png"/><Relationship Id="rId332" Type="http://schemas.openxmlformats.org/officeDocument/2006/relationships/customXml" Target="../ink/ink935.xml"/><Relationship Id="rId374" Type="http://schemas.openxmlformats.org/officeDocument/2006/relationships/customXml" Target="../ink/ink956.xml"/><Relationship Id="rId71" Type="http://schemas.openxmlformats.org/officeDocument/2006/relationships/image" Target="../media/image802.png"/><Relationship Id="rId234" Type="http://schemas.openxmlformats.org/officeDocument/2006/relationships/customXml" Target="../ink/ink886.xml"/><Relationship Id="rId2" Type="http://schemas.openxmlformats.org/officeDocument/2006/relationships/customXml" Target="../ink/ink770.xml"/><Relationship Id="rId29" Type="http://schemas.openxmlformats.org/officeDocument/2006/relationships/image" Target="../media/image781.png"/><Relationship Id="rId276" Type="http://schemas.openxmlformats.org/officeDocument/2006/relationships/customXml" Target="../ink/ink907.xml"/><Relationship Id="rId441" Type="http://schemas.openxmlformats.org/officeDocument/2006/relationships/image" Target="../media/image987.png"/><Relationship Id="rId483" Type="http://schemas.openxmlformats.org/officeDocument/2006/relationships/image" Target="../media/image1008.png"/><Relationship Id="rId40" Type="http://schemas.openxmlformats.org/officeDocument/2006/relationships/customXml" Target="../ink/ink789.xml"/><Relationship Id="rId136" Type="http://schemas.openxmlformats.org/officeDocument/2006/relationships/customXml" Target="../ink/ink837.xml"/><Relationship Id="rId178" Type="http://schemas.openxmlformats.org/officeDocument/2006/relationships/customXml" Target="../ink/ink858.xml"/><Relationship Id="rId301" Type="http://schemas.openxmlformats.org/officeDocument/2006/relationships/image" Target="../media/image917.png"/><Relationship Id="rId343" Type="http://schemas.openxmlformats.org/officeDocument/2006/relationships/image" Target="../media/image938.png"/><Relationship Id="rId82" Type="http://schemas.openxmlformats.org/officeDocument/2006/relationships/customXml" Target="../ink/ink810.xml"/><Relationship Id="rId203" Type="http://schemas.openxmlformats.org/officeDocument/2006/relationships/image" Target="../media/image868.png"/><Relationship Id="rId385" Type="http://schemas.openxmlformats.org/officeDocument/2006/relationships/image" Target="../media/image959.png"/><Relationship Id="rId245" Type="http://schemas.openxmlformats.org/officeDocument/2006/relationships/image" Target="../media/image889.png"/><Relationship Id="rId287" Type="http://schemas.openxmlformats.org/officeDocument/2006/relationships/image" Target="../media/image910.png"/><Relationship Id="rId410" Type="http://schemas.openxmlformats.org/officeDocument/2006/relationships/customXml" Target="../ink/ink974.xml"/><Relationship Id="rId452" Type="http://schemas.openxmlformats.org/officeDocument/2006/relationships/customXml" Target="../ink/ink995.xml"/><Relationship Id="rId494" Type="http://schemas.openxmlformats.org/officeDocument/2006/relationships/customXml" Target="../ink/ink1016.xml"/><Relationship Id="rId508" Type="http://schemas.openxmlformats.org/officeDocument/2006/relationships/customXml" Target="../ink/ink1023.xml"/><Relationship Id="rId105" Type="http://schemas.openxmlformats.org/officeDocument/2006/relationships/image" Target="../media/image819.png"/><Relationship Id="rId147" Type="http://schemas.openxmlformats.org/officeDocument/2006/relationships/image" Target="../media/image840.png"/><Relationship Id="rId312" Type="http://schemas.openxmlformats.org/officeDocument/2006/relationships/customXml" Target="../ink/ink925.xml"/><Relationship Id="rId354" Type="http://schemas.openxmlformats.org/officeDocument/2006/relationships/customXml" Target="../ink/ink946.xml"/><Relationship Id="rId51" Type="http://schemas.openxmlformats.org/officeDocument/2006/relationships/image" Target="../media/image792.png"/><Relationship Id="rId93" Type="http://schemas.openxmlformats.org/officeDocument/2006/relationships/image" Target="../media/image813.png"/><Relationship Id="rId189" Type="http://schemas.openxmlformats.org/officeDocument/2006/relationships/image" Target="../media/image861.png"/><Relationship Id="rId396" Type="http://schemas.openxmlformats.org/officeDocument/2006/relationships/customXml" Target="../ink/ink967.xml"/><Relationship Id="rId214" Type="http://schemas.openxmlformats.org/officeDocument/2006/relationships/customXml" Target="../ink/ink876.xml"/><Relationship Id="rId256" Type="http://schemas.openxmlformats.org/officeDocument/2006/relationships/customXml" Target="../ink/ink897.xml"/><Relationship Id="rId298" Type="http://schemas.openxmlformats.org/officeDocument/2006/relationships/customXml" Target="../ink/ink918.xml"/><Relationship Id="rId421" Type="http://schemas.openxmlformats.org/officeDocument/2006/relationships/image" Target="../media/image977.png"/><Relationship Id="rId463" Type="http://schemas.openxmlformats.org/officeDocument/2006/relationships/image" Target="../media/image998.png"/><Relationship Id="rId116" Type="http://schemas.openxmlformats.org/officeDocument/2006/relationships/customXml" Target="../ink/ink827.xml"/><Relationship Id="rId158" Type="http://schemas.openxmlformats.org/officeDocument/2006/relationships/customXml" Target="../ink/ink848.xml"/><Relationship Id="rId323" Type="http://schemas.openxmlformats.org/officeDocument/2006/relationships/image" Target="../media/image928.png"/><Relationship Id="rId20" Type="http://schemas.openxmlformats.org/officeDocument/2006/relationships/customXml" Target="../ink/ink779.xml"/><Relationship Id="rId62" Type="http://schemas.openxmlformats.org/officeDocument/2006/relationships/customXml" Target="../ink/ink800.xml"/><Relationship Id="rId365" Type="http://schemas.openxmlformats.org/officeDocument/2006/relationships/image" Target="../media/image949.png"/><Relationship Id="rId225" Type="http://schemas.openxmlformats.org/officeDocument/2006/relationships/image" Target="../media/image879.png"/><Relationship Id="rId267" Type="http://schemas.openxmlformats.org/officeDocument/2006/relationships/image" Target="../media/image900.png"/><Relationship Id="rId432" Type="http://schemas.openxmlformats.org/officeDocument/2006/relationships/customXml" Target="../ink/ink985.xml"/><Relationship Id="rId474" Type="http://schemas.openxmlformats.org/officeDocument/2006/relationships/customXml" Target="../ink/ink1006.xml"/><Relationship Id="rId127" Type="http://schemas.openxmlformats.org/officeDocument/2006/relationships/image" Target="../media/image830.png"/><Relationship Id="rId31" Type="http://schemas.openxmlformats.org/officeDocument/2006/relationships/image" Target="../media/image782.png"/><Relationship Id="rId73" Type="http://schemas.openxmlformats.org/officeDocument/2006/relationships/image" Target="../media/image803.png"/><Relationship Id="rId169" Type="http://schemas.openxmlformats.org/officeDocument/2006/relationships/image" Target="../media/image851.png"/><Relationship Id="rId334" Type="http://schemas.openxmlformats.org/officeDocument/2006/relationships/customXml" Target="../ink/ink936.xml"/><Relationship Id="rId376" Type="http://schemas.openxmlformats.org/officeDocument/2006/relationships/customXml" Target="../ink/ink957.xml"/><Relationship Id="rId4" Type="http://schemas.openxmlformats.org/officeDocument/2006/relationships/customXml" Target="../ink/ink771.xml"/><Relationship Id="rId180" Type="http://schemas.openxmlformats.org/officeDocument/2006/relationships/customXml" Target="../ink/ink859.xml"/><Relationship Id="rId236" Type="http://schemas.openxmlformats.org/officeDocument/2006/relationships/customXml" Target="../ink/ink887.xml"/><Relationship Id="rId278" Type="http://schemas.openxmlformats.org/officeDocument/2006/relationships/customXml" Target="../ink/ink908.xml"/><Relationship Id="rId401" Type="http://schemas.openxmlformats.org/officeDocument/2006/relationships/image" Target="../media/image967.png"/><Relationship Id="rId443" Type="http://schemas.openxmlformats.org/officeDocument/2006/relationships/image" Target="../media/image988.png"/><Relationship Id="rId303" Type="http://schemas.openxmlformats.org/officeDocument/2006/relationships/image" Target="../media/image918.png"/><Relationship Id="rId485" Type="http://schemas.openxmlformats.org/officeDocument/2006/relationships/image" Target="../media/image1009.png"/><Relationship Id="rId42" Type="http://schemas.openxmlformats.org/officeDocument/2006/relationships/customXml" Target="../ink/ink790.xml"/><Relationship Id="rId84" Type="http://schemas.openxmlformats.org/officeDocument/2006/relationships/customXml" Target="../ink/ink811.xml"/><Relationship Id="rId138" Type="http://schemas.openxmlformats.org/officeDocument/2006/relationships/customXml" Target="../ink/ink838.xml"/><Relationship Id="rId345" Type="http://schemas.openxmlformats.org/officeDocument/2006/relationships/image" Target="../media/image939.png"/><Relationship Id="rId387" Type="http://schemas.openxmlformats.org/officeDocument/2006/relationships/image" Target="../media/image960.png"/><Relationship Id="rId510" Type="http://schemas.openxmlformats.org/officeDocument/2006/relationships/customXml" Target="../ink/ink1024.xml"/><Relationship Id="rId191" Type="http://schemas.openxmlformats.org/officeDocument/2006/relationships/image" Target="../media/image862.png"/><Relationship Id="rId205" Type="http://schemas.openxmlformats.org/officeDocument/2006/relationships/image" Target="../media/image869.png"/><Relationship Id="rId247" Type="http://schemas.openxmlformats.org/officeDocument/2006/relationships/image" Target="../media/image890.png"/><Relationship Id="rId412" Type="http://schemas.openxmlformats.org/officeDocument/2006/relationships/customXml" Target="../ink/ink975.xml"/><Relationship Id="rId107" Type="http://schemas.openxmlformats.org/officeDocument/2006/relationships/image" Target="../media/image820.png"/><Relationship Id="rId289" Type="http://schemas.openxmlformats.org/officeDocument/2006/relationships/image" Target="../media/image911.png"/><Relationship Id="rId454" Type="http://schemas.openxmlformats.org/officeDocument/2006/relationships/customXml" Target="../ink/ink996.xml"/><Relationship Id="rId496" Type="http://schemas.openxmlformats.org/officeDocument/2006/relationships/customXml" Target="../ink/ink1017.xml"/><Relationship Id="rId11" Type="http://schemas.openxmlformats.org/officeDocument/2006/relationships/image" Target="../media/image772.png"/><Relationship Id="rId53" Type="http://schemas.openxmlformats.org/officeDocument/2006/relationships/image" Target="../media/image793.png"/><Relationship Id="rId149" Type="http://schemas.openxmlformats.org/officeDocument/2006/relationships/image" Target="../media/image841.png"/><Relationship Id="rId314" Type="http://schemas.openxmlformats.org/officeDocument/2006/relationships/customXml" Target="../ink/ink926.xml"/><Relationship Id="rId356" Type="http://schemas.openxmlformats.org/officeDocument/2006/relationships/customXml" Target="../ink/ink947.xml"/><Relationship Id="rId398" Type="http://schemas.openxmlformats.org/officeDocument/2006/relationships/customXml" Target="../ink/ink968.xml"/><Relationship Id="rId95" Type="http://schemas.openxmlformats.org/officeDocument/2006/relationships/image" Target="../media/image814.png"/><Relationship Id="rId160" Type="http://schemas.openxmlformats.org/officeDocument/2006/relationships/customXml" Target="../ink/ink849.xml"/><Relationship Id="rId216" Type="http://schemas.openxmlformats.org/officeDocument/2006/relationships/customXml" Target="../ink/ink877.xml"/><Relationship Id="rId423" Type="http://schemas.openxmlformats.org/officeDocument/2006/relationships/image" Target="../media/image978.png"/><Relationship Id="rId258" Type="http://schemas.openxmlformats.org/officeDocument/2006/relationships/customXml" Target="../ink/ink898.xml"/><Relationship Id="rId465" Type="http://schemas.openxmlformats.org/officeDocument/2006/relationships/image" Target="../media/image999.png"/><Relationship Id="rId22" Type="http://schemas.openxmlformats.org/officeDocument/2006/relationships/customXml" Target="../ink/ink780.xml"/><Relationship Id="rId64" Type="http://schemas.openxmlformats.org/officeDocument/2006/relationships/customXml" Target="../ink/ink801.xml"/><Relationship Id="rId118" Type="http://schemas.openxmlformats.org/officeDocument/2006/relationships/customXml" Target="../ink/ink828.xml"/><Relationship Id="rId325" Type="http://schemas.openxmlformats.org/officeDocument/2006/relationships/image" Target="../media/image929.png"/><Relationship Id="rId367" Type="http://schemas.openxmlformats.org/officeDocument/2006/relationships/image" Target="../media/image950.png"/><Relationship Id="rId171" Type="http://schemas.openxmlformats.org/officeDocument/2006/relationships/image" Target="../media/image852.png"/><Relationship Id="rId227" Type="http://schemas.openxmlformats.org/officeDocument/2006/relationships/image" Target="../media/image880.png"/><Relationship Id="rId269" Type="http://schemas.openxmlformats.org/officeDocument/2006/relationships/image" Target="../media/image901.png"/><Relationship Id="rId434" Type="http://schemas.openxmlformats.org/officeDocument/2006/relationships/customXml" Target="../ink/ink986.xml"/><Relationship Id="rId476" Type="http://schemas.openxmlformats.org/officeDocument/2006/relationships/customXml" Target="../ink/ink1007.xml"/><Relationship Id="rId33" Type="http://schemas.openxmlformats.org/officeDocument/2006/relationships/image" Target="../media/image783.png"/><Relationship Id="rId129" Type="http://schemas.openxmlformats.org/officeDocument/2006/relationships/image" Target="../media/image831.png"/><Relationship Id="rId280" Type="http://schemas.openxmlformats.org/officeDocument/2006/relationships/customXml" Target="../ink/ink909.xml"/><Relationship Id="rId336" Type="http://schemas.openxmlformats.org/officeDocument/2006/relationships/customXml" Target="../ink/ink937.xml"/><Relationship Id="rId501" Type="http://schemas.openxmlformats.org/officeDocument/2006/relationships/image" Target="../media/image1017.png"/><Relationship Id="rId75" Type="http://schemas.openxmlformats.org/officeDocument/2006/relationships/image" Target="../media/image804.png"/><Relationship Id="rId140" Type="http://schemas.openxmlformats.org/officeDocument/2006/relationships/customXml" Target="../ink/ink839.xml"/><Relationship Id="rId182" Type="http://schemas.openxmlformats.org/officeDocument/2006/relationships/customXml" Target="../ink/ink860.xml"/><Relationship Id="rId378" Type="http://schemas.openxmlformats.org/officeDocument/2006/relationships/customXml" Target="../ink/ink958.xml"/><Relationship Id="rId403" Type="http://schemas.openxmlformats.org/officeDocument/2006/relationships/image" Target="../media/image968.png"/><Relationship Id="rId6" Type="http://schemas.openxmlformats.org/officeDocument/2006/relationships/customXml" Target="../ink/ink772.xml"/><Relationship Id="rId238" Type="http://schemas.openxmlformats.org/officeDocument/2006/relationships/customXml" Target="../ink/ink888.xml"/><Relationship Id="rId445" Type="http://schemas.openxmlformats.org/officeDocument/2006/relationships/image" Target="../media/image989.png"/><Relationship Id="rId487" Type="http://schemas.openxmlformats.org/officeDocument/2006/relationships/image" Target="../media/image1010.png"/><Relationship Id="rId291" Type="http://schemas.openxmlformats.org/officeDocument/2006/relationships/image" Target="../media/image912.png"/><Relationship Id="rId305" Type="http://schemas.openxmlformats.org/officeDocument/2006/relationships/image" Target="../media/image919.png"/><Relationship Id="rId347" Type="http://schemas.openxmlformats.org/officeDocument/2006/relationships/image" Target="../media/image940.png"/><Relationship Id="rId44" Type="http://schemas.openxmlformats.org/officeDocument/2006/relationships/customXml" Target="../ink/ink791.xml"/><Relationship Id="rId86" Type="http://schemas.openxmlformats.org/officeDocument/2006/relationships/customXml" Target="../ink/ink812.xml"/><Relationship Id="rId151" Type="http://schemas.openxmlformats.org/officeDocument/2006/relationships/image" Target="../media/image842.png"/><Relationship Id="rId389" Type="http://schemas.openxmlformats.org/officeDocument/2006/relationships/image" Target="../media/image961.png"/><Relationship Id="rId193" Type="http://schemas.openxmlformats.org/officeDocument/2006/relationships/image" Target="../media/image863.png"/><Relationship Id="rId207" Type="http://schemas.openxmlformats.org/officeDocument/2006/relationships/image" Target="../media/image870.png"/><Relationship Id="rId249" Type="http://schemas.openxmlformats.org/officeDocument/2006/relationships/image" Target="../media/image891.png"/><Relationship Id="rId414" Type="http://schemas.openxmlformats.org/officeDocument/2006/relationships/customXml" Target="../ink/ink976.xml"/><Relationship Id="rId456" Type="http://schemas.openxmlformats.org/officeDocument/2006/relationships/customXml" Target="../ink/ink997.xml"/><Relationship Id="rId498" Type="http://schemas.openxmlformats.org/officeDocument/2006/relationships/customXml" Target="../ink/ink1018.xml"/><Relationship Id="rId13" Type="http://schemas.openxmlformats.org/officeDocument/2006/relationships/image" Target="../media/image773.png"/><Relationship Id="rId109" Type="http://schemas.openxmlformats.org/officeDocument/2006/relationships/image" Target="../media/image821.png"/><Relationship Id="rId260" Type="http://schemas.openxmlformats.org/officeDocument/2006/relationships/customXml" Target="../ink/ink899.xml"/><Relationship Id="rId316" Type="http://schemas.openxmlformats.org/officeDocument/2006/relationships/customXml" Target="../ink/ink927.xml"/><Relationship Id="rId55" Type="http://schemas.openxmlformats.org/officeDocument/2006/relationships/image" Target="../media/image794.png"/><Relationship Id="rId97" Type="http://schemas.openxmlformats.org/officeDocument/2006/relationships/image" Target="../media/image815.png"/><Relationship Id="rId120" Type="http://schemas.openxmlformats.org/officeDocument/2006/relationships/customXml" Target="../ink/ink829.xml"/><Relationship Id="rId358" Type="http://schemas.openxmlformats.org/officeDocument/2006/relationships/customXml" Target="../ink/ink948.xml"/><Relationship Id="rId162" Type="http://schemas.openxmlformats.org/officeDocument/2006/relationships/customXml" Target="../ink/ink850.xml"/><Relationship Id="rId218" Type="http://schemas.openxmlformats.org/officeDocument/2006/relationships/customXml" Target="../ink/ink878.xml"/><Relationship Id="rId425" Type="http://schemas.openxmlformats.org/officeDocument/2006/relationships/image" Target="../media/image979.png"/><Relationship Id="rId467" Type="http://schemas.openxmlformats.org/officeDocument/2006/relationships/image" Target="../media/image1000.png"/><Relationship Id="rId271" Type="http://schemas.openxmlformats.org/officeDocument/2006/relationships/image" Target="../media/image902.png"/><Relationship Id="rId24" Type="http://schemas.openxmlformats.org/officeDocument/2006/relationships/customXml" Target="../ink/ink781.xml"/><Relationship Id="rId66" Type="http://schemas.openxmlformats.org/officeDocument/2006/relationships/customXml" Target="../ink/ink802.xml"/><Relationship Id="rId131" Type="http://schemas.openxmlformats.org/officeDocument/2006/relationships/image" Target="../media/image832.png"/><Relationship Id="rId327" Type="http://schemas.openxmlformats.org/officeDocument/2006/relationships/image" Target="../media/image930.png"/><Relationship Id="rId369" Type="http://schemas.openxmlformats.org/officeDocument/2006/relationships/image" Target="../media/image951.png"/><Relationship Id="rId173" Type="http://schemas.openxmlformats.org/officeDocument/2006/relationships/image" Target="../media/image853.png"/><Relationship Id="rId229" Type="http://schemas.openxmlformats.org/officeDocument/2006/relationships/image" Target="../media/image881.png"/><Relationship Id="rId380" Type="http://schemas.openxmlformats.org/officeDocument/2006/relationships/customXml" Target="../ink/ink959.xml"/><Relationship Id="rId436" Type="http://schemas.openxmlformats.org/officeDocument/2006/relationships/customXml" Target="../ink/ink987.xml"/><Relationship Id="rId240" Type="http://schemas.openxmlformats.org/officeDocument/2006/relationships/customXml" Target="../ink/ink889.xml"/><Relationship Id="rId478" Type="http://schemas.openxmlformats.org/officeDocument/2006/relationships/customXml" Target="../ink/ink1008.xml"/><Relationship Id="rId35" Type="http://schemas.openxmlformats.org/officeDocument/2006/relationships/image" Target="../media/image784.png"/><Relationship Id="rId77" Type="http://schemas.openxmlformats.org/officeDocument/2006/relationships/image" Target="../media/image805.png"/><Relationship Id="rId100" Type="http://schemas.openxmlformats.org/officeDocument/2006/relationships/customXml" Target="../ink/ink819.xml"/><Relationship Id="rId282" Type="http://schemas.openxmlformats.org/officeDocument/2006/relationships/customXml" Target="../ink/ink910.xml"/><Relationship Id="rId338" Type="http://schemas.openxmlformats.org/officeDocument/2006/relationships/customXml" Target="../ink/ink938.xml"/><Relationship Id="rId503" Type="http://schemas.openxmlformats.org/officeDocument/2006/relationships/image" Target="../media/image1018.png"/><Relationship Id="rId8" Type="http://schemas.openxmlformats.org/officeDocument/2006/relationships/customXml" Target="../ink/ink773.xml"/><Relationship Id="rId142" Type="http://schemas.openxmlformats.org/officeDocument/2006/relationships/customXml" Target="../ink/ink840.xml"/><Relationship Id="rId184" Type="http://schemas.openxmlformats.org/officeDocument/2006/relationships/customXml" Target="../ink/ink861.xml"/><Relationship Id="rId391" Type="http://schemas.openxmlformats.org/officeDocument/2006/relationships/image" Target="../media/image962.png"/><Relationship Id="rId405" Type="http://schemas.openxmlformats.org/officeDocument/2006/relationships/image" Target="../media/image969.png"/><Relationship Id="rId447" Type="http://schemas.openxmlformats.org/officeDocument/2006/relationships/image" Target="../media/image990.png"/><Relationship Id="rId251" Type="http://schemas.openxmlformats.org/officeDocument/2006/relationships/image" Target="../media/image892.png"/><Relationship Id="rId489" Type="http://schemas.openxmlformats.org/officeDocument/2006/relationships/image" Target="../media/image1011.png"/><Relationship Id="rId46" Type="http://schemas.openxmlformats.org/officeDocument/2006/relationships/customXml" Target="../ink/ink792.xml"/><Relationship Id="rId293" Type="http://schemas.openxmlformats.org/officeDocument/2006/relationships/image" Target="../media/image913.png"/><Relationship Id="rId307" Type="http://schemas.openxmlformats.org/officeDocument/2006/relationships/image" Target="../media/image920.png"/><Relationship Id="rId349" Type="http://schemas.openxmlformats.org/officeDocument/2006/relationships/image" Target="../media/image941.png"/><Relationship Id="rId88" Type="http://schemas.openxmlformats.org/officeDocument/2006/relationships/customXml" Target="../ink/ink813.xml"/><Relationship Id="rId111" Type="http://schemas.openxmlformats.org/officeDocument/2006/relationships/image" Target="../media/image822.png"/><Relationship Id="rId153" Type="http://schemas.openxmlformats.org/officeDocument/2006/relationships/image" Target="../media/image843.png"/><Relationship Id="rId195" Type="http://schemas.openxmlformats.org/officeDocument/2006/relationships/image" Target="../media/image864.png"/><Relationship Id="rId209" Type="http://schemas.openxmlformats.org/officeDocument/2006/relationships/image" Target="../media/image871.png"/><Relationship Id="rId360" Type="http://schemas.openxmlformats.org/officeDocument/2006/relationships/customXml" Target="../ink/ink949.xml"/><Relationship Id="rId416" Type="http://schemas.openxmlformats.org/officeDocument/2006/relationships/customXml" Target="../ink/ink977.xml"/><Relationship Id="rId220" Type="http://schemas.openxmlformats.org/officeDocument/2006/relationships/customXml" Target="../ink/ink879.xml"/><Relationship Id="rId458" Type="http://schemas.openxmlformats.org/officeDocument/2006/relationships/customXml" Target="../ink/ink998.xml"/><Relationship Id="rId15" Type="http://schemas.openxmlformats.org/officeDocument/2006/relationships/image" Target="../media/image774.png"/><Relationship Id="rId57" Type="http://schemas.openxmlformats.org/officeDocument/2006/relationships/image" Target="../media/image795.png"/><Relationship Id="rId262" Type="http://schemas.openxmlformats.org/officeDocument/2006/relationships/customXml" Target="../ink/ink900.xml"/><Relationship Id="rId318" Type="http://schemas.openxmlformats.org/officeDocument/2006/relationships/customXml" Target="../ink/ink928.xml"/><Relationship Id="rId99" Type="http://schemas.openxmlformats.org/officeDocument/2006/relationships/image" Target="../media/image816.png"/><Relationship Id="rId122" Type="http://schemas.openxmlformats.org/officeDocument/2006/relationships/customXml" Target="../ink/ink830.xml"/><Relationship Id="rId164" Type="http://schemas.openxmlformats.org/officeDocument/2006/relationships/customXml" Target="../ink/ink851.xml"/><Relationship Id="rId371" Type="http://schemas.openxmlformats.org/officeDocument/2006/relationships/image" Target="../media/image952.png"/><Relationship Id="rId427" Type="http://schemas.openxmlformats.org/officeDocument/2006/relationships/image" Target="../media/image980.png"/><Relationship Id="rId469" Type="http://schemas.openxmlformats.org/officeDocument/2006/relationships/image" Target="../media/image1001.png"/><Relationship Id="rId26" Type="http://schemas.openxmlformats.org/officeDocument/2006/relationships/customXml" Target="../ink/ink782.xml"/><Relationship Id="rId231" Type="http://schemas.openxmlformats.org/officeDocument/2006/relationships/image" Target="../media/image882.png"/><Relationship Id="rId273" Type="http://schemas.openxmlformats.org/officeDocument/2006/relationships/image" Target="../media/image903.png"/><Relationship Id="rId329" Type="http://schemas.openxmlformats.org/officeDocument/2006/relationships/image" Target="../media/image931.png"/><Relationship Id="rId480" Type="http://schemas.openxmlformats.org/officeDocument/2006/relationships/customXml" Target="../ink/ink1009.xml"/><Relationship Id="rId68" Type="http://schemas.openxmlformats.org/officeDocument/2006/relationships/customXml" Target="../ink/ink803.xml"/><Relationship Id="rId133" Type="http://schemas.openxmlformats.org/officeDocument/2006/relationships/image" Target="../media/image833.png"/><Relationship Id="rId175" Type="http://schemas.openxmlformats.org/officeDocument/2006/relationships/image" Target="../media/image854.png"/><Relationship Id="rId340" Type="http://schemas.openxmlformats.org/officeDocument/2006/relationships/customXml" Target="../ink/ink939.xml"/><Relationship Id="rId200" Type="http://schemas.openxmlformats.org/officeDocument/2006/relationships/customXml" Target="../ink/ink869.xml"/><Relationship Id="rId382" Type="http://schemas.openxmlformats.org/officeDocument/2006/relationships/customXml" Target="../ink/ink960.xml"/><Relationship Id="rId438" Type="http://schemas.openxmlformats.org/officeDocument/2006/relationships/customXml" Target="../ink/ink988.xml"/><Relationship Id="rId242" Type="http://schemas.openxmlformats.org/officeDocument/2006/relationships/customXml" Target="../ink/ink890.xml"/><Relationship Id="rId284" Type="http://schemas.openxmlformats.org/officeDocument/2006/relationships/customXml" Target="../ink/ink911.xml"/><Relationship Id="rId491" Type="http://schemas.openxmlformats.org/officeDocument/2006/relationships/image" Target="../media/image1012.png"/><Relationship Id="rId505" Type="http://schemas.openxmlformats.org/officeDocument/2006/relationships/image" Target="../media/image1019.png"/><Relationship Id="rId37" Type="http://schemas.openxmlformats.org/officeDocument/2006/relationships/image" Target="../media/image785.png"/><Relationship Id="rId79" Type="http://schemas.openxmlformats.org/officeDocument/2006/relationships/image" Target="../media/image806.png"/><Relationship Id="rId102" Type="http://schemas.openxmlformats.org/officeDocument/2006/relationships/customXml" Target="../ink/ink820.xml"/><Relationship Id="rId144" Type="http://schemas.openxmlformats.org/officeDocument/2006/relationships/customXml" Target="../ink/ink841.xml"/><Relationship Id="rId90" Type="http://schemas.openxmlformats.org/officeDocument/2006/relationships/customXml" Target="../ink/ink814.xml"/><Relationship Id="rId186" Type="http://schemas.openxmlformats.org/officeDocument/2006/relationships/customXml" Target="../ink/ink862.xml"/><Relationship Id="rId351" Type="http://schemas.openxmlformats.org/officeDocument/2006/relationships/image" Target="../media/image942.png"/><Relationship Id="rId393" Type="http://schemas.openxmlformats.org/officeDocument/2006/relationships/image" Target="../media/image963.png"/><Relationship Id="rId407" Type="http://schemas.openxmlformats.org/officeDocument/2006/relationships/image" Target="../media/image970.png"/><Relationship Id="rId449" Type="http://schemas.openxmlformats.org/officeDocument/2006/relationships/image" Target="../media/image991.png"/><Relationship Id="rId211" Type="http://schemas.openxmlformats.org/officeDocument/2006/relationships/image" Target="../media/image872.png"/><Relationship Id="rId253" Type="http://schemas.openxmlformats.org/officeDocument/2006/relationships/image" Target="../media/image893.png"/><Relationship Id="rId295" Type="http://schemas.openxmlformats.org/officeDocument/2006/relationships/image" Target="../media/image914.png"/><Relationship Id="rId309" Type="http://schemas.openxmlformats.org/officeDocument/2006/relationships/image" Target="../media/image921.png"/><Relationship Id="rId460" Type="http://schemas.openxmlformats.org/officeDocument/2006/relationships/customXml" Target="../ink/ink999.xml"/><Relationship Id="rId48" Type="http://schemas.openxmlformats.org/officeDocument/2006/relationships/customXml" Target="../ink/ink793.xml"/><Relationship Id="rId113" Type="http://schemas.openxmlformats.org/officeDocument/2006/relationships/image" Target="../media/image823.png"/><Relationship Id="rId320" Type="http://schemas.openxmlformats.org/officeDocument/2006/relationships/customXml" Target="../ink/ink929.xml"/><Relationship Id="rId155" Type="http://schemas.openxmlformats.org/officeDocument/2006/relationships/image" Target="../media/image844.png"/><Relationship Id="rId197" Type="http://schemas.openxmlformats.org/officeDocument/2006/relationships/image" Target="../media/image865.png"/><Relationship Id="rId362" Type="http://schemas.openxmlformats.org/officeDocument/2006/relationships/customXml" Target="../ink/ink950.xml"/><Relationship Id="rId418" Type="http://schemas.openxmlformats.org/officeDocument/2006/relationships/customXml" Target="../ink/ink978.xml"/><Relationship Id="rId222" Type="http://schemas.openxmlformats.org/officeDocument/2006/relationships/customXml" Target="../ink/ink880.xml"/><Relationship Id="rId264" Type="http://schemas.openxmlformats.org/officeDocument/2006/relationships/customXml" Target="../ink/ink901.xml"/><Relationship Id="rId471" Type="http://schemas.openxmlformats.org/officeDocument/2006/relationships/image" Target="../media/image1002.png"/><Relationship Id="rId17" Type="http://schemas.openxmlformats.org/officeDocument/2006/relationships/image" Target="../media/image775.png"/><Relationship Id="rId59" Type="http://schemas.openxmlformats.org/officeDocument/2006/relationships/image" Target="../media/image796.png"/><Relationship Id="rId124" Type="http://schemas.openxmlformats.org/officeDocument/2006/relationships/customXml" Target="../ink/ink831.xml"/><Relationship Id="rId70" Type="http://schemas.openxmlformats.org/officeDocument/2006/relationships/customXml" Target="../ink/ink804.xml"/><Relationship Id="rId166" Type="http://schemas.openxmlformats.org/officeDocument/2006/relationships/customXml" Target="../ink/ink852.xml"/><Relationship Id="rId331" Type="http://schemas.openxmlformats.org/officeDocument/2006/relationships/image" Target="../media/image932.png"/><Relationship Id="rId373" Type="http://schemas.openxmlformats.org/officeDocument/2006/relationships/image" Target="../media/image953.png"/><Relationship Id="rId429" Type="http://schemas.openxmlformats.org/officeDocument/2006/relationships/image" Target="../media/image981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83.png"/><Relationship Id="rId440" Type="http://schemas.openxmlformats.org/officeDocument/2006/relationships/customXml" Target="../ink/ink989.xml"/><Relationship Id="rId28" Type="http://schemas.openxmlformats.org/officeDocument/2006/relationships/customXml" Target="../ink/ink783.xml"/><Relationship Id="rId275" Type="http://schemas.openxmlformats.org/officeDocument/2006/relationships/image" Target="../media/image904.png"/><Relationship Id="rId300" Type="http://schemas.openxmlformats.org/officeDocument/2006/relationships/customXml" Target="../ink/ink919.xml"/><Relationship Id="rId482" Type="http://schemas.openxmlformats.org/officeDocument/2006/relationships/customXml" Target="../ink/ink1010.xml"/><Relationship Id="rId81" Type="http://schemas.openxmlformats.org/officeDocument/2006/relationships/image" Target="../media/image807.png"/><Relationship Id="rId135" Type="http://schemas.openxmlformats.org/officeDocument/2006/relationships/image" Target="../media/image834.png"/><Relationship Id="rId177" Type="http://schemas.openxmlformats.org/officeDocument/2006/relationships/image" Target="../media/image855.png"/><Relationship Id="rId342" Type="http://schemas.openxmlformats.org/officeDocument/2006/relationships/customXml" Target="../ink/ink940.xml"/><Relationship Id="rId384" Type="http://schemas.openxmlformats.org/officeDocument/2006/relationships/customXml" Target="../ink/ink961.xml"/><Relationship Id="rId202" Type="http://schemas.openxmlformats.org/officeDocument/2006/relationships/customXml" Target="../ink/ink870.xml"/><Relationship Id="rId244" Type="http://schemas.openxmlformats.org/officeDocument/2006/relationships/customXml" Target="../ink/ink891.xml"/><Relationship Id="rId39" Type="http://schemas.openxmlformats.org/officeDocument/2006/relationships/image" Target="../media/image786.png"/><Relationship Id="rId286" Type="http://schemas.openxmlformats.org/officeDocument/2006/relationships/customXml" Target="../ink/ink912.xml"/><Relationship Id="rId451" Type="http://schemas.openxmlformats.org/officeDocument/2006/relationships/image" Target="../media/image992.png"/><Relationship Id="rId493" Type="http://schemas.openxmlformats.org/officeDocument/2006/relationships/image" Target="../media/image1013.png"/><Relationship Id="rId507" Type="http://schemas.openxmlformats.org/officeDocument/2006/relationships/image" Target="../media/image1020.png"/><Relationship Id="rId50" Type="http://schemas.openxmlformats.org/officeDocument/2006/relationships/customXml" Target="../ink/ink794.xml"/><Relationship Id="rId104" Type="http://schemas.openxmlformats.org/officeDocument/2006/relationships/customXml" Target="../ink/ink821.xml"/><Relationship Id="rId146" Type="http://schemas.openxmlformats.org/officeDocument/2006/relationships/customXml" Target="../ink/ink842.xml"/><Relationship Id="rId188" Type="http://schemas.openxmlformats.org/officeDocument/2006/relationships/customXml" Target="../ink/ink863.xml"/><Relationship Id="rId311" Type="http://schemas.openxmlformats.org/officeDocument/2006/relationships/image" Target="../media/image922.png"/><Relationship Id="rId353" Type="http://schemas.openxmlformats.org/officeDocument/2006/relationships/image" Target="../media/image943.png"/><Relationship Id="rId395" Type="http://schemas.openxmlformats.org/officeDocument/2006/relationships/image" Target="../media/image964.png"/><Relationship Id="rId409" Type="http://schemas.openxmlformats.org/officeDocument/2006/relationships/image" Target="../media/image971.png"/><Relationship Id="rId92" Type="http://schemas.openxmlformats.org/officeDocument/2006/relationships/customXml" Target="../ink/ink815.xml"/><Relationship Id="rId213" Type="http://schemas.openxmlformats.org/officeDocument/2006/relationships/image" Target="../media/image873.png"/><Relationship Id="rId420" Type="http://schemas.openxmlformats.org/officeDocument/2006/relationships/customXml" Target="../ink/ink979.xml"/><Relationship Id="rId255" Type="http://schemas.openxmlformats.org/officeDocument/2006/relationships/image" Target="../media/image894.png"/><Relationship Id="rId297" Type="http://schemas.openxmlformats.org/officeDocument/2006/relationships/image" Target="../media/image915.png"/><Relationship Id="rId462" Type="http://schemas.openxmlformats.org/officeDocument/2006/relationships/customXml" Target="../ink/ink1000.xml"/><Relationship Id="rId115" Type="http://schemas.openxmlformats.org/officeDocument/2006/relationships/image" Target="../media/image824.png"/><Relationship Id="rId157" Type="http://schemas.openxmlformats.org/officeDocument/2006/relationships/image" Target="../media/image845.png"/><Relationship Id="rId322" Type="http://schemas.openxmlformats.org/officeDocument/2006/relationships/customXml" Target="../ink/ink930.xml"/><Relationship Id="rId364" Type="http://schemas.openxmlformats.org/officeDocument/2006/relationships/customXml" Target="../ink/ink951.xml"/><Relationship Id="rId61" Type="http://schemas.openxmlformats.org/officeDocument/2006/relationships/image" Target="../media/image797.png"/><Relationship Id="rId199" Type="http://schemas.openxmlformats.org/officeDocument/2006/relationships/image" Target="../media/image866.png"/><Relationship Id="rId19" Type="http://schemas.openxmlformats.org/officeDocument/2006/relationships/image" Target="../media/image776.png"/><Relationship Id="rId224" Type="http://schemas.openxmlformats.org/officeDocument/2006/relationships/customXml" Target="../ink/ink881.xml"/><Relationship Id="rId266" Type="http://schemas.openxmlformats.org/officeDocument/2006/relationships/customXml" Target="../ink/ink902.xml"/><Relationship Id="rId431" Type="http://schemas.openxmlformats.org/officeDocument/2006/relationships/image" Target="../media/image982.png"/><Relationship Id="rId473" Type="http://schemas.openxmlformats.org/officeDocument/2006/relationships/image" Target="../media/image1003.png"/><Relationship Id="rId30" Type="http://schemas.openxmlformats.org/officeDocument/2006/relationships/customXml" Target="../ink/ink784.xml"/><Relationship Id="rId126" Type="http://schemas.openxmlformats.org/officeDocument/2006/relationships/customXml" Target="../ink/ink832.xml"/><Relationship Id="rId168" Type="http://schemas.openxmlformats.org/officeDocument/2006/relationships/customXml" Target="../ink/ink853.xml"/><Relationship Id="rId333" Type="http://schemas.openxmlformats.org/officeDocument/2006/relationships/image" Target="../media/image933.png"/><Relationship Id="rId72" Type="http://schemas.openxmlformats.org/officeDocument/2006/relationships/customXml" Target="../ink/ink805.xml"/><Relationship Id="rId375" Type="http://schemas.openxmlformats.org/officeDocument/2006/relationships/image" Target="../media/image954.png"/><Relationship Id="rId3" Type="http://schemas.openxmlformats.org/officeDocument/2006/relationships/image" Target="../media/image768.png"/><Relationship Id="rId235" Type="http://schemas.openxmlformats.org/officeDocument/2006/relationships/image" Target="../media/image884.png"/><Relationship Id="rId277" Type="http://schemas.openxmlformats.org/officeDocument/2006/relationships/image" Target="../media/image905.png"/><Relationship Id="rId400" Type="http://schemas.openxmlformats.org/officeDocument/2006/relationships/customXml" Target="../ink/ink969.xml"/><Relationship Id="rId442" Type="http://schemas.openxmlformats.org/officeDocument/2006/relationships/customXml" Target="../ink/ink990.xml"/><Relationship Id="rId484" Type="http://schemas.openxmlformats.org/officeDocument/2006/relationships/customXml" Target="../ink/ink1011.xml"/><Relationship Id="rId137" Type="http://schemas.openxmlformats.org/officeDocument/2006/relationships/image" Target="../media/image835.png"/><Relationship Id="rId302" Type="http://schemas.openxmlformats.org/officeDocument/2006/relationships/customXml" Target="../ink/ink920.xml"/><Relationship Id="rId344" Type="http://schemas.openxmlformats.org/officeDocument/2006/relationships/customXml" Target="../ink/ink941.xml"/><Relationship Id="rId41" Type="http://schemas.openxmlformats.org/officeDocument/2006/relationships/image" Target="../media/image787.png"/><Relationship Id="rId83" Type="http://schemas.openxmlformats.org/officeDocument/2006/relationships/image" Target="../media/image808.png"/><Relationship Id="rId179" Type="http://schemas.openxmlformats.org/officeDocument/2006/relationships/image" Target="../media/image856.png"/><Relationship Id="rId386" Type="http://schemas.openxmlformats.org/officeDocument/2006/relationships/customXml" Target="../ink/ink962.xml"/><Relationship Id="rId190" Type="http://schemas.openxmlformats.org/officeDocument/2006/relationships/customXml" Target="../ink/ink864.xml"/><Relationship Id="rId204" Type="http://schemas.openxmlformats.org/officeDocument/2006/relationships/customXml" Target="../ink/ink871.xml"/><Relationship Id="rId246" Type="http://schemas.openxmlformats.org/officeDocument/2006/relationships/customXml" Target="../ink/ink892.xml"/><Relationship Id="rId288" Type="http://schemas.openxmlformats.org/officeDocument/2006/relationships/customXml" Target="../ink/ink913.xml"/><Relationship Id="rId411" Type="http://schemas.openxmlformats.org/officeDocument/2006/relationships/image" Target="../media/image972.png"/><Relationship Id="rId453" Type="http://schemas.openxmlformats.org/officeDocument/2006/relationships/image" Target="../media/image993.png"/><Relationship Id="rId509" Type="http://schemas.openxmlformats.org/officeDocument/2006/relationships/image" Target="../media/image1021.png"/><Relationship Id="rId106" Type="http://schemas.openxmlformats.org/officeDocument/2006/relationships/customXml" Target="../ink/ink822.xml"/><Relationship Id="rId313" Type="http://schemas.openxmlformats.org/officeDocument/2006/relationships/image" Target="../media/image923.png"/><Relationship Id="rId495" Type="http://schemas.openxmlformats.org/officeDocument/2006/relationships/image" Target="../media/image1014.png"/><Relationship Id="rId10" Type="http://schemas.openxmlformats.org/officeDocument/2006/relationships/customXml" Target="../ink/ink774.xml"/><Relationship Id="rId52" Type="http://schemas.openxmlformats.org/officeDocument/2006/relationships/customXml" Target="../ink/ink795.xml"/><Relationship Id="rId94" Type="http://schemas.openxmlformats.org/officeDocument/2006/relationships/customXml" Target="../ink/ink816.xml"/><Relationship Id="rId148" Type="http://schemas.openxmlformats.org/officeDocument/2006/relationships/customXml" Target="../ink/ink843.xml"/><Relationship Id="rId355" Type="http://schemas.openxmlformats.org/officeDocument/2006/relationships/image" Target="../media/image944.png"/><Relationship Id="rId397" Type="http://schemas.openxmlformats.org/officeDocument/2006/relationships/image" Target="../media/image965.png"/><Relationship Id="rId215" Type="http://schemas.openxmlformats.org/officeDocument/2006/relationships/image" Target="../media/image874.png"/><Relationship Id="rId257" Type="http://schemas.openxmlformats.org/officeDocument/2006/relationships/image" Target="../media/image895.png"/><Relationship Id="rId422" Type="http://schemas.openxmlformats.org/officeDocument/2006/relationships/customXml" Target="../ink/ink980.xml"/><Relationship Id="rId464" Type="http://schemas.openxmlformats.org/officeDocument/2006/relationships/customXml" Target="../ink/ink100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9.png"/><Relationship Id="rId21" Type="http://schemas.openxmlformats.org/officeDocument/2006/relationships/image" Target="../media/image1031.png"/><Relationship Id="rId324" Type="http://schemas.openxmlformats.org/officeDocument/2006/relationships/customXml" Target="../ink/ink1187.xml"/><Relationship Id="rId170" Type="http://schemas.openxmlformats.org/officeDocument/2006/relationships/customXml" Target="../ink/ink1110.xml"/><Relationship Id="rId268" Type="http://schemas.openxmlformats.org/officeDocument/2006/relationships/customXml" Target="../ink/ink1159.xml"/><Relationship Id="rId475" Type="http://schemas.openxmlformats.org/officeDocument/2006/relationships/customXml" Target="../ink/ink1263.xml"/><Relationship Id="rId32" Type="http://schemas.openxmlformats.org/officeDocument/2006/relationships/customXml" Target="../ink/ink1041.xml"/><Relationship Id="rId74" Type="http://schemas.openxmlformats.org/officeDocument/2006/relationships/customXml" Target="../ink/ink1062.xml"/><Relationship Id="rId128" Type="http://schemas.openxmlformats.org/officeDocument/2006/relationships/customXml" Target="../ink/ink1089.xml"/><Relationship Id="rId335" Type="http://schemas.openxmlformats.org/officeDocument/2006/relationships/image" Target="../media/image1186.png"/><Relationship Id="rId377" Type="http://schemas.openxmlformats.org/officeDocument/2006/relationships/image" Target="../media/image1206.png"/><Relationship Id="rId500" Type="http://schemas.openxmlformats.org/officeDocument/2006/relationships/image" Target="../media/image1267.png"/><Relationship Id="rId5" Type="http://schemas.openxmlformats.org/officeDocument/2006/relationships/image" Target="../media/image1023.png"/><Relationship Id="rId181" Type="http://schemas.openxmlformats.org/officeDocument/2006/relationships/image" Target="../media/image1109.png"/><Relationship Id="rId237" Type="http://schemas.openxmlformats.org/officeDocument/2006/relationships/image" Target="../media/image1137.png"/><Relationship Id="rId402" Type="http://schemas.openxmlformats.org/officeDocument/2006/relationships/customXml" Target="../ink/ink1226.xml"/><Relationship Id="rId279" Type="http://schemas.openxmlformats.org/officeDocument/2006/relationships/image" Target="../media/image1158.png"/><Relationship Id="rId444" Type="http://schemas.openxmlformats.org/officeDocument/2006/relationships/image" Target="../media/image1239.png"/><Relationship Id="rId486" Type="http://schemas.openxmlformats.org/officeDocument/2006/relationships/image" Target="../media/image1260.png"/><Relationship Id="rId43" Type="http://schemas.openxmlformats.org/officeDocument/2006/relationships/image" Target="../media/image1042.png"/><Relationship Id="rId139" Type="http://schemas.openxmlformats.org/officeDocument/2006/relationships/image" Target="../media/image1090.png"/><Relationship Id="rId290" Type="http://schemas.openxmlformats.org/officeDocument/2006/relationships/customXml" Target="../ink/ink1170.xml"/><Relationship Id="rId304" Type="http://schemas.openxmlformats.org/officeDocument/2006/relationships/customXml" Target="../ink/ink1177.xml"/><Relationship Id="rId346" Type="http://schemas.openxmlformats.org/officeDocument/2006/relationships/customXml" Target="../ink/ink1198.xml"/><Relationship Id="rId388" Type="http://schemas.openxmlformats.org/officeDocument/2006/relationships/customXml" Target="../ink/ink1219.xml"/><Relationship Id="rId511" Type="http://schemas.openxmlformats.org/officeDocument/2006/relationships/customXml" Target="../ink/ink1281.xml"/><Relationship Id="rId85" Type="http://schemas.openxmlformats.org/officeDocument/2006/relationships/image" Target="../media/image1063.png"/><Relationship Id="rId150" Type="http://schemas.openxmlformats.org/officeDocument/2006/relationships/customXml" Target="../ink/ink1100.xml"/><Relationship Id="rId192" Type="http://schemas.openxmlformats.org/officeDocument/2006/relationships/customXml" Target="../ink/ink1121.xml"/><Relationship Id="rId206" Type="http://schemas.openxmlformats.org/officeDocument/2006/relationships/customXml" Target="../ink/ink1128.xml"/><Relationship Id="rId413" Type="http://schemas.openxmlformats.org/officeDocument/2006/relationships/customXml" Target="../ink/ink1232.xml"/><Relationship Id="rId248" Type="http://schemas.openxmlformats.org/officeDocument/2006/relationships/customXml" Target="../ink/ink1149.xml"/><Relationship Id="rId455" Type="http://schemas.openxmlformats.org/officeDocument/2006/relationships/customXml" Target="../ink/ink1253.xml"/><Relationship Id="rId497" Type="http://schemas.openxmlformats.org/officeDocument/2006/relationships/customXml" Target="../ink/ink1274.xml"/><Relationship Id="rId12" Type="http://schemas.openxmlformats.org/officeDocument/2006/relationships/customXml" Target="../ink/ink1031.xml"/><Relationship Id="rId108" Type="http://schemas.openxmlformats.org/officeDocument/2006/relationships/customXml" Target="../ink/ink1079.xml"/><Relationship Id="rId315" Type="http://schemas.openxmlformats.org/officeDocument/2006/relationships/image" Target="../media/image1176.png"/><Relationship Id="rId357" Type="http://schemas.openxmlformats.org/officeDocument/2006/relationships/image" Target="../media/image1197.png"/><Relationship Id="rId522" Type="http://schemas.openxmlformats.org/officeDocument/2006/relationships/image" Target="../media/image1278.png"/><Relationship Id="rId54" Type="http://schemas.openxmlformats.org/officeDocument/2006/relationships/customXml" Target="../ink/ink1052.xml"/><Relationship Id="rId96" Type="http://schemas.openxmlformats.org/officeDocument/2006/relationships/customXml" Target="../ink/ink1073.xml"/><Relationship Id="rId161" Type="http://schemas.openxmlformats.org/officeDocument/2006/relationships/image" Target="../media/image1100.png"/><Relationship Id="rId217" Type="http://schemas.openxmlformats.org/officeDocument/2006/relationships/image" Target="../media/image1127.png"/><Relationship Id="rId399" Type="http://schemas.openxmlformats.org/officeDocument/2006/relationships/image" Target="../media/image1217.png"/><Relationship Id="rId259" Type="http://schemas.openxmlformats.org/officeDocument/2006/relationships/image" Target="../media/image1148.png"/><Relationship Id="rId424" Type="http://schemas.openxmlformats.org/officeDocument/2006/relationships/image" Target="../media/image1229.png"/><Relationship Id="rId466" Type="http://schemas.openxmlformats.org/officeDocument/2006/relationships/image" Target="../media/image1250.png"/><Relationship Id="rId23" Type="http://schemas.openxmlformats.org/officeDocument/2006/relationships/image" Target="../media/image1032.png"/><Relationship Id="rId119" Type="http://schemas.openxmlformats.org/officeDocument/2006/relationships/image" Target="../media/image1080.png"/><Relationship Id="rId270" Type="http://schemas.openxmlformats.org/officeDocument/2006/relationships/customXml" Target="../ink/ink1160.xml"/><Relationship Id="rId326" Type="http://schemas.openxmlformats.org/officeDocument/2006/relationships/customXml" Target="../ink/ink1188.xml"/><Relationship Id="rId65" Type="http://schemas.openxmlformats.org/officeDocument/2006/relationships/image" Target="../media/image1053.png"/><Relationship Id="rId130" Type="http://schemas.openxmlformats.org/officeDocument/2006/relationships/customXml" Target="../ink/ink1090.xml"/><Relationship Id="rId368" Type="http://schemas.openxmlformats.org/officeDocument/2006/relationships/customXml" Target="../ink/ink1209.xml"/><Relationship Id="rId172" Type="http://schemas.openxmlformats.org/officeDocument/2006/relationships/customXml" Target="../ink/ink1111.xml"/><Relationship Id="rId228" Type="http://schemas.openxmlformats.org/officeDocument/2006/relationships/customXml" Target="../ink/ink1139.xml"/><Relationship Id="rId435" Type="http://schemas.openxmlformats.org/officeDocument/2006/relationships/customXml" Target="../ink/ink1243.xml"/><Relationship Id="rId477" Type="http://schemas.openxmlformats.org/officeDocument/2006/relationships/customXml" Target="../ink/ink1264.xml"/><Relationship Id="rId281" Type="http://schemas.openxmlformats.org/officeDocument/2006/relationships/image" Target="../media/image1159.png"/><Relationship Id="rId337" Type="http://schemas.openxmlformats.org/officeDocument/2006/relationships/image" Target="../media/image1187.png"/><Relationship Id="rId502" Type="http://schemas.openxmlformats.org/officeDocument/2006/relationships/image" Target="../media/image1268.png"/><Relationship Id="rId34" Type="http://schemas.openxmlformats.org/officeDocument/2006/relationships/customXml" Target="../ink/ink1042.xml"/><Relationship Id="rId76" Type="http://schemas.openxmlformats.org/officeDocument/2006/relationships/customXml" Target="../ink/ink1063.xml"/><Relationship Id="rId141" Type="http://schemas.openxmlformats.org/officeDocument/2006/relationships/image" Target="../media/image1091.png"/><Relationship Id="rId379" Type="http://schemas.openxmlformats.org/officeDocument/2006/relationships/image" Target="../media/image1207.png"/><Relationship Id="rId7" Type="http://schemas.openxmlformats.org/officeDocument/2006/relationships/image" Target="../media/image1024.png"/><Relationship Id="rId183" Type="http://schemas.openxmlformats.org/officeDocument/2006/relationships/image" Target="../media/image1110.png"/><Relationship Id="rId239" Type="http://schemas.openxmlformats.org/officeDocument/2006/relationships/image" Target="../media/image1138.png"/><Relationship Id="rId390" Type="http://schemas.openxmlformats.org/officeDocument/2006/relationships/customXml" Target="../ink/ink1220.xml"/><Relationship Id="rId404" Type="http://schemas.openxmlformats.org/officeDocument/2006/relationships/image" Target="../media/image1219.png"/><Relationship Id="rId446" Type="http://schemas.openxmlformats.org/officeDocument/2006/relationships/image" Target="../media/image1240.png"/><Relationship Id="rId250" Type="http://schemas.openxmlformats.org/officeDocument/2006/relationships/customXml" Target="../ink/ink1150.xml"/><Relationship Id="rId292" Type="http://schemas.openxmlformats.org/officeDocument/2006/relationships/customXml" Target="../ink/ink1171.xml"/><Relationship Id="rId306" Type="http://schemas.openxmlformats.org/officeDocument/2006/relationships/customXml" Target="../ink/ink1178.xml"/><Relationship Id="rId488" Type="http://schemas.openxmlformats.org/officeDocument/2006/relationships/image" Target="../media/image1261.png"/><Relationship Id="rId45" Type="http://schemas.openxmlformats.org/officeDocument/2006/relationships/image" Target="../media/image1043.png"/><Relationship Id="rId87" Type="http://schemas.openxmlformats.org/officeDocument/2006/relationships/image" Target="../media/image1064.png"/><Relationship Id="rId110" Type="http://schemas.openxmlformats.org/officeDocument/2006/relationships/customXml" Target="../ink/ink1080.xml"/><Relationship Id="rId348" Type="http://schemas.openxmlformats.org/officeDocument/2006/relationships/customXml" Target="../ink/ink1199.xml"/><Relationship Id="rId513" Type="http://schemas.openxmlformats.org/officeDocument/2006/relationships/customXml" Target="../ink/ink1282.xml"/><Relationship Id="rId152" Type="http://schemas.openxmlformats.org/officeDocument/2006/relationships/customXml" Target="../ink/ink1101.xml"/><Relationship Id="rId194" Type="http://schemas.openxmlformats.org/officeDocument/2006/relationships/customXml" Target="../ink/ink1122.xml"/><Relationship Id="rId208" Type="http://schemas.openxmlformats.org/officeDocument/2006/relationships/customXml" Target="../ink/ink1129.xml"/><Relationship Id="rId415" Type="http://schemas.openxmlformats.org/officeDocument/2006/relationships/customXml" Target="../ink/ink1233.xml"/><Relationship Id="rId457" Type="http://schemas.openxmlformats.org/officeDocument/2006/relationships/customXml" Target="../ink/ink1254.xml"/><Relationship Id="rId261" Type="http://schemas.openxmlformats.org/officeDocument/2006/relationships/image" Target="../media/image1149.png"/><Relationship Id="rId499" Type="http://schemas.openxmlformats.org/officeDocument/2006/relationships/customXml" Target="../ink/ink1275.xml"/><Relationship Id="rId14" Type="http://schemas.openxmlformats.org/officeDocument/2006/relationships/customXml" Target="../ink/ink1032.xml"/><Relationship Id="rId56" Type="http://schemas.openxmlformats.org/officeDocument/2006/relationships/customXml" Target="../ink/ink1053.xml"/><Relationship Id="rId317" Type="http://schemas.openxmlformats.org/officeDocument/2006/relationships/image" Target="../media/image1177.png"/><Relationship Id="rId359" Type="http://schemas.openxmlformats.org/officeDocument/2006/relationships/image" Target="../media/image1198.png"/><Relationship Id="rId524" Type="http://schemas.openxmlformats.org/officeDocument/2006/relationships/image" Target="../media/image1279.png"/><Relationship Id="rId98" Type="http://schemas.openxmlformats.org/officeDocument/2006/relationships/customXml" Target="../ink/ink1074.xml"/><Relationship Id="rId121" Type="http://schemas.openxmlformats.org/officeDocument/2006/relationships/image" Target="../media/image1081.png"/><Relationship Id="rId163" Type="http://schemas.openxmlformats.org/officeDocument/2006/relationships/image" Target="../media/image1101.png"/><Relationship Id="rId219" Type="http://schemas.openxmlformats.org/officeDocument/2006/relationships/image" Target="../media/image1128.png"/><Relationship Id="rId370" Type="http://schemas.openxmlformats.org/officeDocument/2006/relationships/customXml" Target="../ink/ink1210.xml"/><Relationship Id="rId426" Type="http://schemas.openxmlformats.org/officeDocument/2006/relationships/image" Target="../media/image1230.png"/><Relationship Id="rId230" Type="http://schemas.openxmlformats.org/officeDocument/2006/relationships/customXml" Target="../ink/ink1140.xml"/><Relationship Id="rId468" Type="http://schemas.openxmlformats.org/officeDocument/2006/relationships/image" Target="../media/image1251.png"/><Relationship Id="rId25" Type="http://schemas.openxmlformats.org/officeDocument/2006/relationships/image" Target="../media/image1033.png"/><Relationship Id="rId67" Type="http://schemas.openxmlformats.org/officeDocument/2006/relationships/image" Target="../media/image1054.png"/><Relationship Id="rId272" Type="http://schemas.openxmlformats.org/officeDocument/2006/relationships/customXml" Target="../ink/ink1161.xml"/><Relationship Id="rId328" Type="http://schemas.openxmlformats.org/officeDocument/2006/relationships/customXml" Target="../ink/ink1189.xml"/><Relationship Id="rId132" Type="http://schemas.openxmlformats.org/officeDocument/2006/relationships/customXml" Target="../ink/ink1091.xml"/><Relationship Id="rId174" Type="http://schemas.openxmlformats.org/officeDocument/2006/relationships/customXml" Target="../ink/ink1112.xml"/><Relationship Id="rId381" Type="http://schemas.openxmlformats.org/officeDocument/2006/relationships/image" Target="../media/image1208.png"/><Relationship Id="rId241" Type="http://schemas.openxmlformats.org/officeDocument/2006/relationships/image" Target="../media/image1139.png"/><Relationship Id="rId437" Type="http://schemas.openxmlformats.org/officeDocument/2006/relationships/customXml" Target="../ink/ink1244.xml"/><Relationship Id="rId479" Type="http://schemas.openxmlformats.org/officeDocument/2006/relationships/customXml" Target="../ink/ink1265.xml"/><Relationship Id="rId36" Type="http://schemas.openxmlformats.org/officeDocument/2006/relationships/customXml" Target="../ink/ink1043.xml"/><Relationship Id="rId283" Type="http://schemas.openxmlformats.org/officeDocument/2006/relationships/image" Target="../media/image1160.png"/><Relationship Id="rId339" Type="http://schemas.openxmlformats.org/officeDocument/2006/relationships/image" Target="../media/image1188.png"/><Relationship Id="rId490" Type="http://schemas.openxmlformats.org/officeDocument/2006/relationships/image" Target="../media/image1262.png"/><Relationship Id="rId504" Type="http://schemas.openxmlformats.org/officeDocument/2006/relationships/image" Target="../media/image1269.png"/><Relationship Id="rId78" Type="http://schemas.openxmlformats.org/officeDocument/2006/relationships/customXml" Target="../ink/ink1064.xml"/><Relationship Id="rId101" Type="http://schemas.openxmlformats.org/officeDocument/2006/relationships/image" Target="../media/image1071.png"/><Relationship Id="rId143" Type="http://schemas.openxmlformats.org/officeDocument/2006/relationships/image" Target="../media/image1092.png"/><Relationship Id="rId185" Type="http://schemas.openxmlformats.org/officeDocument/2006/relationships/image" Target="../media/image1111.png"/><Relationship Id="rId350" Type="http://schemas.openxmlformats.org/officeDocument/2006/relationships/customXml" Target="../ink/ink1200.xml"/><Relationship Id="rId406" Type="http://schemas.openxmlformats.org/officeDocument/2006/relationships/image" Target="../media/image1220.png"/><Relationship Id="rId9" Type="http://schemas.openxmlformats.org/officeDocument/2006/relationships/image" Target="../media/image1025.png"/><Relationship Id="rId210" Type="http://schemas.openxmlformats.org/officeDocument/2006/relationships/customXml" Target="../ink/ink1130.xml"/><Relationship Id="rId392" Type="http://schemas.openxmlformats.org/officeDocument/2006/relationships/customXml" Target="../ink/ink1221.xml"/><Relationship Id="rId448" Type="http://schemas.openxmlformats.org/officeDocument/2006/relationships/image" Target="../media/image1241.png"/><Relationship Id="rId252" Type="http://schemas.openxmlformats.org/officeDocument/2006/relationships/customXml" Target="../ink/ink1151.xml"/><Relationship Id="rId294" Type="http://schemas.openxmlformats.org/officeDocument/2006/relationships/customXml" Target="../ink/ink1172.xml"/><Relationship Id="rId308" Type="http://schemas.openxmlformats.org/officeDocument/2006/relationships/customXml" Target="../ink/ink1179.xml"/><Relationship Id="rId515" Type="http://schemas.openxmlformats.org/officeDocument/2006/relationships/customXml" Target="../ink/ink1283.xml"/><Relationship Id="rId47" Type="http://schemas.openxmlformats.org/officeDocument/2006/relationships/image" Target="../media/image1044.png"/><Relationship Id="rId89" Type="http://schemas.openxmlformats.org/officeDocument/2006/relationships/image" Target="../media/image1065.png"/><Relationship Id="rId112" Type="http://schemas.openxmlformats.org/officeDocument/2006/relationships/customXml" Target="../ink/ink1081.xml"/><Relationship Id="rId154" Type="http://schemas.openxmlformats.org/officeDocument/2006/relationships/customXml" Target="../ink/ink1102.xml"/><Relationship Id="rId361" Type="http://schemas.openxmlformats.org/officeDocument/2006/relationships/image" Target="../media/image1199.png"/><Relationship Id="rId196" Type="http://schemas.openxmlformats.org/officeDocument/2006/relationships/customXml" Target="../ink/ink1123.xml"/><Relationship Id="rId417" Type="http://schemas.openxmlformats.org/officeDocument/2006/relationships/customXml" Target="../ink/ink1234.xml"/><Relationship Id="rId459" Type="http://schemas.openxmlformats.org/officeDocument/2006/relationships/customXml" Target="../ink/ink1255.xml"/><Relationship Id="rId16" Type="http://schemas.openxmlformats.org/officeDocument/2006/relationships/customXml" Target="../ink/ink1033.xml"/><Relationship Id="rId221" Type="http://schemas.openxmlformats.org/officeDocument/2006/relationships/image" Target="../media/image1129.png"/><Relationship Id="rId263" Type="http://schemas.openxmlformats.org/officeDocument/2006/relationships/image" Target="../media/image1150.png"/><Relationship Id="rId319" Type="http://schemas.openxmlformats.org/officeDocument/2006/relationships/image" Target="../media/image1178.png"/><Relationship Id="rId470" Type="http://schemas.openxmlformats.org/officeDocument/2006/relationships/image" Target="../media/image1252.png"/><Relationship Id="rId526" Type="http://schemas.openxmlformats.org/officeDocument/2006/relationships/image" Target="../media/image1280.png"/><Relationship Id="rId58" Type="http://schemas.openxmlformats.org/officeDocument/2006/relationships/customXml" Target="../ink/ink1054.xml"/><Relationship Id="rId123" Type="http://schemas.openxmlformats.org/officeDocument/2006/relationships/image" Target="../media/image1082.png"/><Relationship Id="rId330" Type="http://schemas.openxmlformats.org/officeDocument/2006/relationships/customXml" Target="../ink/ink1190.xml"/><Relationship Id="rId165" Type="http://schemas.openxmlformats.org/officeDocument/2006/relationships/image" Target="../media/image1102.png"/><Relationship Id="rId372" Type="http://schemas.openxmlformats.org/officeDocument/2006/relationships/customXml" Target="../ink/ink1211.xml"/><Relationship Id="rId428" Type="http://schemas.openxmlformats.org/officeDocument/2006/relationships/image" Target="../media/image1231.png"/><Relationship Id="rId232" Type="http://schemas.openxmlformats.org/officeDocument/2006/relationships/customXml" Target="../ink/ink1141.xml"/><Relationship Id="rId274" Type="http://schemas.openxmlformats.org/officeDocument/2006/relationships/customXml" Target="../ink/ink1162.xml"/><Relationship Id="rId481" Type="http://schemas.openxmlformats.org/officeDocument/2006/relationships/customXml" Target="../ink/ink1266.xml"/><Relationship Id="rId27" Type="http://schemas.openxmlformats.org/officeDocument/2006/relationships/image" Target="../media/image1034.png"/><Relationship Id="rId69" Type="http://schemas.openxmlformats.org/officeDocument/2006/relationships/image" Target="../media/image1055.png"/><Relationship Id="rId134" Type="http://schemas.openxmlformats.org/officeDocument/2006/relationships/customXml" Target="../ink/ink1092.xml"/><Relationship Id="rId80" Type="http://schemas.openxmlformats.org/officeDocument/2006/relationships/customXml" Target="../ink/ink1065.xml"/><Relationship Id="rId176" Type="http://schemas.openxmlformats.org/officeDocument/2006/relationships/customXml" Target="../ink/ink1113.xml"/><Relationship Id="rId341" Type="http://schemas.openxmlformats.org/officeDocument/2006/relationships/image" Target="../media/image1189.png"/><Relationship Id="rId383" Type="http://schemas.openxmlformats.org/officeDocument/2006/relationships/image" Target="../media/image1209.png"/><Relationship Id="rId439" Type="http://schemas.openxmlformats.org/officeDocument/2006/relationships/customXml" Target="../ink/ink1245.xml"/><Relationship Id="rId201" Type="http://schemas.openxmlformats.org/officeDocument/2006/relationships/image" Target="../media/image1119.png"/><Relationship Id="rId243" Type="http://schemas.openxmlformats.org/officeDocument/2006/relationships/image" Target="../media/image1140.png"/><Relationship Id="rId285" Type="http://schemas.openxmlformats.org/officeDocument/2006/relationships/image" Target="../media/image1161.png"/><Relationship Id="rId450" Type="http://schemas.openxmlformats.org/officeDocument/2006/relationships/image" Target="../media/image1242.png"/><Relationship Id="rId506" Type="http://schemas.openxmlformats.org/officeDocument/2006/relationships/image" Target="../media/image1270.png"/><Relationship Id="rId38" Type="http://schemas.openxmlformats.org/officeDocument/2006/relationships/customXml" Target="../ink/ink1044.xml"/><Relationship Id="rId103" Type="http://schemas.openxmlformats.org/officeDocument/2006/relationships/image" Target="../media/image1072.png"/><Relationship Id="rId310" Type="http://schemas.openxmlformats.org/officeDocument/2006/relationships/customXml" Target="../ink/ink1180.xml"/><Relationship Id="rId492" Type="http://schemas.openxmlformats.org/officeDocument/2006/relationships/image" Target="../media/image1263.png"/><Relationship Id="rId91" Type="http://schemas.openxmlformats.org/officeDocument/2006/relationships/image" Target="../media/image1066.png"/><Relationship Id="rId145" Type="http://schemas.openxmlformats.org/officeDocument/2006/relationships/image" Target="../media/image1093.png"/><Relationship Id="rId187" Type="http://schemas.openxmlformats.org/officeDocument/2006/relationships/image" Target="../media/image1112.png"/><Relationship Id="rId352" Type="http://schemas.openxmlformats.org/officeDocument/2006/relationships/customXml" Target="../ink/ink1201.xml"/><Relationship Id="rId394" Type="http://schemas.openxmlformats.org/officeDocument/2006/relationships/customXml" Target="../ink/ink1222.xml"/><Relationship Id="rId408" Type="http://schemas.openxmlformats.org/officeDocument/2006/relationships/image" Target="../media/image1221.png"/><Relationship Id="rId212" Type="http://schemas.openxmlformats.org/officeDocument/2006/relationships/customXml" Target="../ink/ink1131.xml"/><Relationship Id="rId254" Type="http://schemas.openxmlformats.org/officeDocument/2006/relationships/customXml" Target="../ink/ink1152.xml"/><Relationship Id="rId49" Type="http://schemas.openxmlformats.org/officeDocument/2006/relationships/image" Target="../media/image1045.png"/><Relationship Id="rId114" Type="http://schemas.openxmlformats.org/officeDocument/2006/relationships/customXml" Target="../ink/ink1082.xml"/><Relationship Id="rId296" Type="http://schemas.openxmlformats.org/officeDocument/2006/relationships/customXml" Target="../ink/ink1173.xml"/><Relationship Id="rId461" Type="http://schemas.openxmlformats.org/officeDocument/2006/relationships/customXml" Target="../ink/ink1256.xml"/><Relationship Id="rId517" Type="http://schemas.openxmlformats.org/officeDocument/2006/relationships/customXml" Target="../ink/ink1284.xml"/><Relationship Id="rId60" Type="http://schemas.openxmlformats.org/officeDocument/2006/relationships/customXml" Target="../ink/ink1055.xml"/><Relationship Id="rId156" Type="http://schemas.openxmlformats.org/officeDocument/2006/relationships/customXml" Target="../ink/ink1103.xml"/><Relationship Id="rId198" Type="http://schemas.openxmlformats.org/officeDocument/2006/relationships/customXml" Target="../ink/ink1124.xml"/><Relationship Id="rId321" Type="http://schemas.openxmlformats.org/officeDocument/2006/relationships/image" Target="../media/image1179.png"/><Relationship Id="rId363" Type="http://schemas.openxmlformats.org/officeDocument/2006/relationships/image" Target="../media/image1021.png"/><Relationship Id="rId419" Type="http://schemas.openxmlformats.org/officeDocument/2006/relationships/customXml" Target="../ink/ink1235.xml"/><Relationship Id="rId223" Type="http://schemas.openxmlformats.org/officeDocument/2006/relationships/image" Target="../media/image1130.png"/><Relationship Id="rId430" Type="http://schemas.openxmlformats.org/officeDocument/2006/relationships/image" Target="../media/image1232.png"/><Relationship Id="rId18" Type="http://schemas.openxmlformats.org/officeDocument/2006/relationships/customXml" Target="../ink/ink1034.xml"/><Relationship Id="rId265" Type="http://schemas.openxmlformats.org/officeDocument/2006/relationships/image" Target="../media/image1151.png"/><Relationship Id="rId472" Type="http://schemas.openxmlformats.org/officeDocument/2006/relationships/image" Target="../media/image1253.png"/><Relationship Id="rId125" Type="http://schemas.openxmlformats.org/officeDocument/2006/relationships/image" Target="../media/image1083.png"/><Relationship Id="rId167" Type="http://schemas.openxmlformats.org/officeDocument/2006/relationships/image" Target="../media/image1103.png"/><Relationship Id="rId332" Type="http://schemas.openxmlformats.org/officeDocument/2006/relationships/customXml" Target="../ink/ink1191.xml"/><Relationship Id="rId374" Type="http://schemas.openxmlformats.org/officeDocument/2006/relationships/customXml" Target="../ink/ink1212.xml"/><Relationship Id="rId71" Type="http://schemas.openxmlformats.org/officeDocument/2006/relationships/image" Target="../media/image1056.png"/><Relationship Id="rId234" Type="http://schemas.openxmlformats.org/officeDocument/2006/relationships/customXml" Target="../ink/ink1142.xml"/><Relationship Id="rId2" Type="http://schemas.openxmlformats.org/officeDocument/2006/relationships/customXml" Target="../ink/ink1026.xml"/><Relationship Id="rId29" Type="http://schemas.openxmlformats.org/officeDocument/2006/relationships/image" Target="../media/image1035.png"/><Relationship Id="rId276" Type="http://schemas.openxmlformats.org/officeDocument/2006/relationships/customXml" Target="../ink/ink1163.xml"/><Relationship Id="rId441" Type="http://schemas.openxmlformats.org/officeDocument/2006/relationships/customXml" Target="../ink/ink1246.xml"/><Relationship Id="rId483" Type="http://schemas.openxmlformats.org/officeDocument/2006/relationships/customXml" Target="../ink/ink1267.xml"/><Relationship Id="rId40" Type="http://schemas.openxmlformats.org/officeDocument/2006/relationships/customXml" Target="../ink/ink1045.xml"/><Relationship Id="rId136" Type="http://schemas.openxmlformats.org/officeDocument/2006/relationships/customXml" Target="../ink/ink1093.xml"/><Relationship Id="rId178" Type="http://schemas.openxmlformats.org/officeDocument/2006/relationships/customXml" Target="../ink/ink1114.xml"/><Relationship Id="rId301" Type="http://schemas.openxmlformats.org/officeDocument/2006/relationships/image" Target="../media/image1169.png"/><Relationship Id="rId343" Type="http://schemas.openxmlformats.org/officeDocument/2006/relationships/image" Target="../media/image1190.png"/><Relationship Id="rId82" Type="http://schemas.openxmlformats.org/officeDocument/2006/relationships/customXml" Target="../ink/ink1066.xml"/><Relationship Id="rId203" Type="http://schemas.openxmlformats.org/officeDocument/2006/relationships/image" Target="../media/image1120.png"/><Relationship Id="rId385" Type="http://schemas.openxmlformats.org/officeDocument/2006/relationships/image" Target="../media/image1210.png"/><Relationship Id="rId245" Type="http://schemas.openxmlformats.org/officeDocument/2006/relationships/image" Target="../media/image1141.png"/><Relationship Id="rId287" Type="http://schemas.openxmlformats.org/officeDocument/2006/relationships/image" Target="../media/image1162.png"/><Relationship Id="rId410" Type="http://schemas.openxmlformats.org/officeDocument/2006/relationships/image" Target="../media/image1222.png"/><Relationship Id="rId452" Type="http://schemas.openxmlformats.org/officeDocument/2006/relationships/image" Target="../media/image1243.png"/><Relationship Id="rId494" Type="http://schemas.openxmlformats.org/officeDocument/2006/relationships/image" Target="../media/image1264.png"/><Relationship Id="rId508" Type="http://schemas.openxmlformats.org/officeDocument/2006/relationships/image" Target="../media/image1271.png"/><Relationship Id="rId105" Type="http://schemas.openxmlformats.org/officeDocument/2006/relationships/image" Target="../media/image1073.png"/><Relationship Id="rId147" Type="http://schemas.openxmlformats.org/officeDocument/2006/relationships/image" Target="../media/image1094.png"/><Relationship Id="rId312" Type="http://schemas.openxmlformats.org/officeDocument/2006/relationships/customXml" Target="../ink/ink1181.xml"/><Relationship Id="rId354" Type="http://schemas.openxmlformats.org/officeDocument/2006/relationships/customXml" Target="../ink/ink1202.xml"/><Relationship Id="rId51" Type="http://schemas.openxmlformats.org/officeDocument/2006/relationships/image" Target="../media/image1046.png"/><Relationship Id="rId93" Type="http://schemas.openxmlformats.org/officeDocument/2006/relationships/image" Target="../media/image1067.png"/><Relationship Id="rId189" Type="http://schemas.openxmlformats.org/officeDocument/2006/relationships/image" Target="../media/image1113.png"/><Relationship Id="rId396" Type="http://schemas.openxmlformats.org/officeDocument/2006/relationships/customXml" Target="../ink/ink1223.xml"/><Relationship Id="rId214" Type="http://schemas.openxmlformats.org/officeDocument/2006/relationships/customXml" Target="../ink/ink1132.xml"/><Relationship Id="rId256" Type="http://schemas.openxmlformats.org/officeDocument/2006/relationships/customXml" Target="../ink/ink1153.xml"/><Relationship Id="rId298" Type="http://schemas.openxmlformats.org/officeDocument/2006/relationships/customXml" Target="../ink/ink1174.xml"/><Relationship Id="rId421" Type="http://schemas.openxmlformats.org/officeDocument/2006/relationships/customXml" Target="../ink/ink1236.xml"/><Relationship Id="rId463" Type="http://schemas.openxmlformats.org/officeDocument/2006/relationships/customXml" Target="../ink/ink1257.xml"/><Relationship Id="rId519" Type="http://schemas.openxmlformats.org/officeDocument/2006/relationships/customXml" Target="../ink/ink1285.xml"/><Relationship Id="rId116" Type="http://schemas.openxmlformats.org/officeDocument/2006/relationships/customXml" Target="../ink/ink1083.xml"/><Relationship Id="rId158" Type="http://schemas.openxmlformats.org/officeDocument/2006/relationships/customXml" Target="../ink/ink1104.xml"/><Relationship Id="rId323" Type="http://schemas.openxmlformats.org/officeDocument/2006/relationships/image" Target="../media/image1180.png"/><Relationship Id="rId20" Type="http://schemas.openxmlformats.org/officeDocument/2006/relationships/customXml" Target="../ink/ink1035.xml"/><Relationship Id="rId62" Type="http://schemas.openxmlformats.org/officeDocument/2006/relationships/customXml" Target="../ink/ink1056.xml"/><Relationship Id="rId365" Type="http://schemas.openxmlformats.org/officeDocument/2006/relationships/image" Target="../media/image1200.png"/><Relationship Id="rId225" Type="http://schemas.openxmlformats.org/officeDocument/2006/relationships/image" Target="../media/image1131.png"/><Relationship Id="rId267" Type="http://schemas.openxmlformats.org/officeDocument/2006/relationships/image" Target="../media/image1152.png"/><Relationship Id="rId432" Type="http://schemas.openxmlformats.org/officeDocument/2006/relationships/image" Target="../media/image1233.png"/><Relationship Id="rId474" Type="http://schemas.openxmlformats.org/officeDocument/2006/relationships/image" Target="../media/image1254.png"/><Relationship Id="rId127" Type="http://schemas.openxmlformats.org/officeDocument/2006/relationships/image" Target="../media/image1084.png"/><Relationship Id="rId31" Type="http://schemas.openxmlformats.org/officeDocument/2006/relationships/image" Target="../media/image1036.png"/><Relationship Id="rId73" Type="http://schemas.openxmlformats.org/officeDocument/2006/relationships/image" Target="../media/image1057.png"/><Relationship Id="rId169" Type="http://schemas.openxmlformats.org/officeDocument/2006/relationships/image" Target="../media/image1104.png"/><Relationship Id="rId334" Type="http://schemas.openxmlformats.org/officeDocument/2006/relationships/customXml" Target="../ink/ink1192.xml"/><Relationship Id="rId376" Type="http://schemas.openxmlformats.org/officeDocument/2006/relationships/customXml" Target="../ink/ink1213.xml"/><Relationship Id="rId4" Type="http://schemas.openxmlformats.org/officeDocument/2006/relationships/customXml" Target="../ink/ink1027.xml"/><Relationship Id="rId180" Type="http://schemas.openxmlformats.org/officeDocument/2006/relationships/customXml" Target="../ink/ink1115.xml"/><Relationship Id="rId236" Type="http://schemas.openxmlformats.org/officeDocument/2006/relationships/customXml" Target="../ink/ink1143.xml"/><Relationship Id="rId278" Type="http://schemas.openxmlformats.org/officeDocument/2006/relationships/customXml" Target="../ink/ink1164.xml"/><Relationship Id="rId401" Type="http://schemas.openxmlformats.org/officeDocument/2006/relationships/image" Target="../media/image1218.png"/><Relationship Id="rId443" Type="http://schemas.openxmlformats.org/officeDocument/2006/relationships/customXml" Target="../ink/ink1247.xml"/><Relationship Id="rId303" Type="http://schemas.openxmlformats.org/officeDocument/2006/relationships/image" Target="../media/image1170.png"/><Relationship Id="rId485" Type="http://schemas.openxmlformats.org/officeDocument/2006/relationships/customXml" Target="../ink/ink1268.xml"/><Relationship Id="rId42" Type="http://schemas.openxmlformats.org/officeDocument/2006/relationships/customXml" Target="../ink/ink1046.xml"/><Relationship Id="rId84" Type="http://schemas.openxmlformats.org/officeDocument/2006/relationships/customXml" Target="../ink/ink1067.xml"/><Relationship Id="rId138" Type="http://schemas.openxmlformats.org/officeDocument/2006/relationships/customXml" Target="../ink/ink1094.xml"/><Relationship Id="rId345" Type="http://schemas.openxmlformats.org/officeDocument/2006/relationships/image" Target="../media/image1191.png"/><Relationship Id="rId387" Type="http://schemas.openxmlformats.org/officeDocument/2006/relationships/image" Target="../media/image1211.png"/><Relationship Id="rId510" Type="http://schemas.openxmlformats.org/officeDocument/2006/relationships/image" Target="../media/image1272.png"/><Relationship Id="rId191" Type="http://schemas.openxmlformats.org/officeDocument/2006/relationships/image" Target="../media/image1114.png"/><Relationship Id="rId205" Type="http://schemas.openxmlformats.org/officeDocument/2006/relationships/image" Target="../media/image1121.png"/><Relationship Id="rId247" Type="http://schemas.openxmlformats.org/officeDocument/2006/relationships/image" Target="../media/image1142.png"/><Relationship Id="rId412" Type="http://schemas.openxmlformats.org/officeDocument/2006/relationships/image" Target="../media/image1223.png"/><Relationship Id="rId107" Type="http://schemas.openxmlformats.org/officeDocument/2006/relationships/image" Target="../media/image1074.png"/><Relationship Id="rId289" Type="http://schemas.openxmlformats.org/officeDocument/2006/relationships/image" Target="../media/image1163.png"/><Relationship Id="rId454" Type="http://schemas.openxmlformats.org/officeDocument/2006/relationships/image" Target="../media/image1244.png"/><Relationship Id="rId496" Type="http://schemas.openxmlformats.org/officeDocument/2006/relationships/image" Target="../media/image1265.png"/><Relationship Id="rId11" Type="http://schemas.openxmlformats.org/officeDocument/2006/relationships/image" Target="../media/image1026.png"/><Relationship Id="rId53" Type="http://schemas.openxmlformats.org/officeDocument/2006/relationships/image" Target="../media/image1047.png"/><Relationship Id="rId149" Type="http://schemas.openxmlformats.org/officeDocument/2006/relationships/image" Target="../media/image1095.png"/><Relationship Id="rId314" Type="http://schemas.openxmlformats.org/officeDocument/2006/relationships/customXml" Target="../ink/ink1182.xml"/><Relationship Id="rId356" Type="http://schemas.openxmlformats.org/officeDocument/2006/relationships/customXml" Target="../ink/ink1203.xml"/><Relationship Id="rId398" Type="http://schemas.openxmlformats.org/officeDocument/2006/relationships/customXml" Target="../ink/ink1224.xml"/><Relationship Id="rId521" Type="http://schemas.openxmlformats.org/officeDocument/2006/relationships/customXml" Target="../ink/ink1286.xml"/><Relationship Id="rId95" Type="http://schemas.openxmlformats.org/officeDocument/2006/relationships/image" Target="../media/image1068.png"/><Relationship Id="rId160" Type="http://schemas.openxmlformats.org/officeDocument/2006/relationships/customXml" Target="../ink/ink1105.xml"/><Relationship Id="rId216" Type="http://schemas.openxmlformats.org/officeDocument/2006/relationships/customXml" Target="../ink/ink1133.xml"/><Relationship Id="rId423" Type="http://schemas.openxmlformats.org/officeDocument/2006/relationships/customXml" Target="../ink/ink1237.xml"/><Relationship Id="rId258" Type="http://schemas.openxmlformats.org/officeDocument/2006/relationships/customXml" Target="../ink/ink1154.xml"/><Relationship Id="rId465" Type="http://schemas.openxmlformats.org/officeDocument/2006/relationships/customXml" Target="../ink/ink1258.xml"/><Relationship Id="rId22" Type="http://schemas.openxmlformats.org/officeDocument/2006/relationships/customXml" Target="../ink/ink1036.xml"/><Relationship Id="rId64" Type="http://schemas.openxmlformats.org/officeDocument/2006/relationships/customXml" Target="../ink/ink1057.xml"/><Relationship Id="rId118" Type="http://schemas.openxmlformats.org/officeDocument/2006/relationships/customXml" Target="../ink/ink1084.xml"/><Relationship Id="rId325" Type="http://schemas.openxmlformats.org/officeDocument/2006/relationships/image" Target="../media/image1181.png"/><Relationship Id="rId367" Type="http://schemas.openxmlformats.org/officeDocument/2006/relationships/image" Target="../media/image1201.png"/><Relationship Id="rId171" Type="http://schemas.openxmlformats.org/officeDocument/2006/relationships/image" Target="../media/image1105.png"/><Relationship Id="rId227" Type="http://schemas.openxmlformats.org/officeDocument/2006/relationships/image" Target="../media/image1132.png"/><Relationship Id="rId269" Type="http://schemas.openxmlformats.org/officeDocument/2006/relationships/image" Target="../media/image1153.png"/><Relationship Id="rId434" Type="http://schemas.openxmlformats.org/officeDocument/2006/relationships/image" Target="../media/image1234.png"/><Relationship Id="rId476" Type="http://schemas.openxmlformats.org/officeDocument/2006/relationships/image" Target="../media/image1255.png"/><Relationship Id="rId33" Type="http://schemas.openxmlformats.org/officeDocument/2006/relationships/image" Target="../media/image1037.png"/><Relationship Id="rId129" Type="http://schemas.openxmlformats.org/officeDocument/2006/relationships/image" Target="../media/image1085.png"/><Relationship Id="rId280" Type="http://schemas.openxmlformats.org/officeDocument/2006/relationships/customXml" Target="../ink/ink1165.xml"/><Relationship Id="rId336" Type="http://schemas.openxmlformats.org/officeDocument/2006/relationships/customXml" Target="../ink/ink1193.xml"/><Relationship Id="rId501" Type="http://schemas.openxmlformats.org/officeDocument/2006/relationships/customXml" Target="../ink/ink1276.xml"/><Relationship Id="rId75" Type="http://schemas.openxmlformats.org/officeDocument/2006/relationships/image" Target="../media/image1058.png"/><Relationship Id="rId140" Type="http://schemas.openxmlformats.org/officeDocument/2006/relationships/customXml" Target="../ink/ink1095.xml"/><Relationship Id="rId182" Type="http://schemas.openxmlformats.org/officeDocument/2006/relationships/customXml" Target="../ink/ink1116.xml"/><Relationship Id="rId378" Type="http://schemas.openxmlformats.org/officeDocument/2006/relationships/customXml" Target="../ink/ink1214.xml"/><Relationship Id="rId403" Type="http://schemas.openxmlformats.org/officeDocument/2006/relationships/customXml" Target="../ink/ink1227.xml"/><Relationship Id="rId6" Type="http://schemas.openxmlformats.org/officeDocument/2006/relationships/customXml" Target="../ink/ink1028.xml"/><Relationship Id="rId238" Type="http://schemas.openxmlformats.org/officeDocument/2006/relationships/customXml" Target="../ink/ink1144.xml"/><Relationship Id="rId445" Type="http://schemas.openxmlformats.org/officeDocument/2006/relationships/customXml" Target="../ink/ink1248.xml"/><Relationship Id="rId487" Type="http://schemas.openxmlformats.org/officeDocument/2006/relationships/customXml" Target="../ink/ink1269.xml"/><Relationship Id="rId291" Type="http://schemas.openxmlformats.org/officeDocument/2006/relationships/image" Target="../media/image1164.png"/><Relationship Id="rId305" Type="http://schemas.openxmlformats.org/officeDocument/2006/relationships/image" Target="../media/image1171.png"/><Relationship Id="rId347" Type="http://schemas.openxmlformats.org/officeDocument/2006/relationships/image" Target="../media/image1192.png"/><Relationship Id="rId512" Type="http://schemas.openxmlformats.org/officeDocument/2006/relationships/image" Target="../media/image1273.png"/><Relationship Id="rId44" Type="http://schemas.openxmlformats.org/officeDocument/2006/relationships/customXml" Target="../ink/ink1047.xml"/><Relationship Id="rId86" Type="http://schemas.openxmlformats.org/officeDocument/2006/relationships/customXml" Target="../ink/ink1068.xml"/><Relationship Id="rId151" Type="http://schemas.openxmlformats.org/officeDocument/2006/relationships/image" Target="../media/image117.png"/><Relationship Id="rId389" Type="http://schemas.openxmlformats.org/officeDocument/2006/relationships/image" Target="../media/image1212.png"/><Relationship Id="rId193" Type="http://schemas.openxmlformats.org/officeDocument/2006/relationships/image" Target="../media/image1115.png"/><Relationship Id="rId207" Type="http://schemas.openxmlformats.org/officeDocument/2006/relationships/image" Target="../media/image1122.png"/><Relationship Id="rId249" Type="http://schemas.openxmlformats.org/officeDocument/2006/relationships/image" Target="../media/image1143.png"/><Relationship Id="rId414" Type="http://schemas.openxmlformats.org/officeDocument/2006/relationships/image" Target="../media/image1224.png"/><Relationship Id="rId456" Type="http://schemas.openxmlformats.org/officeDocument/2006/relationships/image" Target="../media/image1245.png"/><Relationship Id="rId498" Type="http://schemas.openxmlformats.org/officeDocument/2006/relationships/image" Target="../media/image1266.png"/><Relationship Id="rId13" Type="http://schemas.openxmlformats.org/officeDocument/2006/relationships/image" Target="../media/image1027.png"/><Relationship Id="rId109" Type="http://schemas.openxmlformats.org/officeDocument/2006/relationships/image" Target="../media/image1075.png"/><Relationship Id="rId260" Type="http://schemas.openxmlformats.org/officeDocument/2006/relationships/customXml" Target="../ink/ink1155.xml"/><Relationship Id="rId316" Type="http://schemas.openxmlformats.org/officeDocument/2006/relationships/customXml" Target="../ink/ink1183.xml"/><Relationship Id="rId523" Type="http://schemas.openxmlformats.org/officeDocument/2006/relationships/customXml" Target="../ink/ink1287.xml"/><Relationship Id="rId55" Type="http://schemas.openxmlformats.org/officeDocument/2006/relationships/image" Target="../media/image1048.png"/><Relationship Id="rId97" Type="http://schemas.openxmlformats.org/officeDocument/2006/relationships/image" Target="../media/image1069.png"/><Relationship Id="rId120" Type="http://schemas.openxmlformats.org/officeDocument/2006/relationships/customXml" Target="../ink/ink1085.xml"/><Relationship Id="rId358" Type="http://schemas.openxmlformats.org/officeDocument/2006/relationships/customXml" Target="../ink/ink1204.xml"/><Relationship Id="rId162" Type="http://schemas.openxmlformats.org/officeDocument/2006/relationships/customXml" Target="../ink/ink1106.xml"/><Relationship Id="rId218" Type="http://schemas.openxmlformats.org/officeDocument/2006/relationships/customXml" Target="../ink/ink1134.xml"/><Relationship Id="rId425" Type="http://schemas.openxmlformats.org/officeDocument/2006/relationships/customXml" Target="../ink/ink1238.xml"/><Relationship Id="rId467" Type="http://schemas.openxmlformats.org/officeDocument/2006/relationships/customXml" Target="../ink/ink1259.xml"/><Relationship Id="rId271" Type="http://schemas.openxmlformats.org/officeDocument/2006/relationships/image" Target="../media/image1154.png"/><Relationship Id="rId24" Type="http://schemas.openxmlformats.org/officeDocument/2006/relationships/customXml" Target="../ink/ink1037.xml"/><Relationship Id="rId66" Type="http://schemas.openxmlformats.org/officeDocument/2006/relationships/customXml" Target="../ink/ink1058.xml"/><Relationship Id="rId131" Type="http://schemas.openxmlformats.org/officeDocument/2006/relationships/image" Target="../media/image1086.png"/><Relationship Id="rId327" Type="http://schemas.openxmlformats.org/officeDocument/2006/relationships/image" Target="../media/image1182.png"/><Relationship Id="rId369" Type="http://schemas.openxmlformats.org/officeDocument/2006/relationships/image" Target="../media/image1202.png"/><Relationship Id="rId173" Type="http://schemas.openxmlformats.org/officeDocument/2006/relationships/image" Target="../media/image1106.png"/><Relationship Id="rId229" Type="http://schemas.openxmlformats.org/officeDocument/2006/relationships/image" Target="../media/image1133.png"/><Relationship Id="rId380" Type="http://schemas.openxmlformats.org/officeDocument/2006/relationships/customXml" Target="../ink/ink1215.xml"/><Relationship Id="rId436" Type="http://schemas.openxmlformats.org/officeDocument/2006/relationships/image" Target="../media/image1235.png"/><Relationship Id="rId240" Type="http://schemas.openxmlformats.org/officeDocument/2006/relationships/customXml" Target="../ink/ink1145.xml"/><Relationship Id="rId478" Type="http://schemas.openxmlformats.org/officeDocument/2006/relationships/image" Target="../media/image1256.png"/><Relationship Id="rId35" Type="http://schemas.openxmlformats.org/officeDocument/2006/relationships/image" Target="../media/image1038.png"/><Relationship Id="rId77" Type="http://schemas.openxmlformats.org/officeDocument/2006/relationships/image" Target="../media/image1059.png"/><Relationship Id="rId100" Type="http://schemas.openxmlformats.org/officeDocument/2006/relationships/customXml" Target="../ink/ink1075.xml"/><Relationship Id="rId282" Type="http://schemas.openxmlformats.org/officeDocument/2006/relationships/customXml" Target="../ink/ink1166.xml"/><Relationship Id="rId338" Type="http://schemas.openxmlformats.org/officeDocument/2006/relationships/customXml" Target="../ink/ink1194.xml"/><Relationship Id="rId503" Type="http://schemas.openxmlformats.org/officeDocument/2006/relationships/customXml" Target="../ink/ink1277.xml"/><Relationship Id="rId8" Type="http://schemas.openxmlformats.org/officeDocument/2006/relationships/customXml" Target="../ink/ink1029.xml"/><Relationship Id="rId142" Type="http://schemas.openxmlformats.org/officeDocument/2006/relationships/customXml" Target="../ink/ink1096.xml"/><Relationship Id="rId184" Type="http://schemas.openxmlformats.org/officeDocument/2006/relationships/customXml" Target="../ink/ink1117.xml"/><Relationship Id="rId391" Type="http://schemas.openxmlformats.org/officeDocument/2006/relationships/image" Target="../media/image1213.png"/><Relationship Id="rId405" Type="http://schemas.openxmlformats.org/officeDocument/2006/relationships/customXml" Target="../ink/ink1228.xml"/><Relationship Id="rId447" Type="http://schemas.openxmlformats.org/officeDocument/2006/relationships/customXml" Target="../ink/ink1249.xml"/><Relationship Id="rId251" Type="http://schemas.openxmlformats.org/officeDocument/2006/relationships/image" Target="../media/image1144.png"/><Relationship Id="rId489" Type="http://schemas.openxmlformats.org/officeDocument/2006/relationships/customXml" Target="../ink/ink1270.xml"/><Relationship Id="rId46" Type="http://schemas.openxmlformats.org/officeDocument/2006/relationships/customXml" Target="../ink/ink1048.xml"/><Relationship Id="rId293" Type="http://schemas.openxmlformats.org/officeDocument/2006/relationships/image" Target="../media/image1165.png"/><Relationship Id="rId307" Type="http://schemas.openxmlformats.org/officeDocument/2006/relationships/image" Target="../media/image1172.png"/><Relationship Id="rId349" Type="http://schemas.openxmlformats.org/officeDocument/2006/relationships/image" Target="../media/image1193.png"/><Relationship Id="rId514" Type="http://schemas.openxmlformats.org/officeDocument/2006/relationships/image" Target="../media/image1274.png"/><Relationship Id="rId88" Type="http://schemas.openxmlformats.org/officeDocument/2006/relationships/customXml" Target="../ink/ink1069.xml"/><Relationship Id="rId111" Type="http://schemas.openxmlformats.org/officeDocument/2006/relationships/image" Target="../media/image1076.png"/><Relationship Id="rId153" Type="http://schemas.openxmlformats.org/officeDocument/2006/relationships/image" Target="../media/image1096.png"/><Relationship Id="rId195" Type="http://schemas.openxmlformats.org/officeDocument/2006/relationships/image" Target="../media/image1116.png"/><Relationship Id="rId209" Type="http://schemas.openxmlformats.org/officeDocument/2006/relationships/image" Target="../media/image1123.png"/><Relationship Id="rId360" Type="http://schemas.openxmlformats.org/officeDocument/2006/relationships/customXml" Target="../ink/ink1205.xml"/><Relationship Id="rId416" Type="http://schemas.openxmlformats.org/officeDocument/2006/relationships/image" Target="../media/image1225.png"/><Relationship Id="rId220" Type="http://schemas.openxmlformats.org/officeDocument/2006/relationships/customXml" Target="../ink/ink1135.xml"/><Relationship Id="rId458" Type="http://schemas.openxmlformats.org/officeDocument/2006/relationships/image" Target="../media/image1246.png"/><Relationship Id="rId15" Type="http://schemas.openxmlformats.org/officeDocument/2006/relationships/image" Target="../media/image1028.png"/><Relationship Id="rId57" Type="http://schemas.openxmlformats.org/officeDocument/2006/relationships/image" Target="../media/image1049.png"/><Relationship Id="rId262" Type="http://schemas.openxmlformats.org/officeDocument/2006/relationships/customXml" Target="../ink/ink1156.xml"/><Relationship Id="rId318" Type="http://schemas.openxmlformats.org/officeDocument/2006/relationships/customXml" Target="../ink/ink1184.xml"/><Relationship Id="rId525" Type="http://schemas.openxmlformats.org/officeDocument/2006/relationships/customXml" Target="../ink/ink1288.xml"/><Relationship Id="rId99" Type="http://schemas.openxmlformats.org/officeDocument/2006/relationships/image" Target="../media/image1070.png"/><Relationship Id="rId122" Type="http://schemas.openxmlformats.org/officeDocument/2006/relationships/customXml" Target="../ink/ink1086.xml"/><Relationship Id="rId164" Type="http://schemas.openxmlformats.org/officeDocument/2006/relationships/customXml" Target="../ink/ink1107.xml"/><Relationship Id="rId371" Type="http://schemas.openxmlformats.org/officeDocument/2006/relationships/image" Target="../media/image1203.png"/><Relationship Id="rId427" Type="http://schemas.openxmlformats.org/officeDocument/2006/relationships/customXml" Target="../ink/ink1239.xml"/><Relationship Id="rId469" Type="http://schemas.openxmlformats.org/officeDocument/2006/relationships/customXml" Target="../ink/ink1260.xml"/><Relationship Id="rId26" Type="http://schemas.openxmlformats.org/officeDocument/2006/relationships/customXml" Target="../ink/ink1038.xml"/><Relationship Id="rId231" Type="http://schemas.openxmlformats.org/officeDocument/2006/relationships/image" Target="../media/image1134.png"/><Relationship Id="rId273" Type="http://schemas.openxmlformats.org/officeDocument/2006/relationships/image" Target="../media/image1155.png"/><Relationship Id="rId329" Type="http://schemas.openxmlformats.org/officeDocument/2006/relationships/image" Target="../media/image1183.png"/><Relationship Id="rId480" Type="http://schemas.openxmlformats.org/officeDocument/2006/relationships/image" Target="../media/image1257.png"/><Relationship Id="rId68" Type="http://schemas.openxmlformats.org/officeDocument/2006/relationships/customXml" Target="../ink/ink1059.xml"/><Relationship Id="rId133" Type="http://schemas.openxmlformats.org/officeDocument/2006/relationships/image" Target="../media/image1087.png"/><Relationship Id="rId175" Type="http://schemas.openxmlformats.org/officeDocument/2006/relationships/image" Target="../media/image1107.png"/><Relationship Id="rId340" Type="http://schemas.openxmlformats.org/officeDocument/2006/relationships/customXml" Target="../ink/ink1195.xml"/><Relationship Id="rId200" Type="http://schemas.openxmlformats.org/officeDocument/2006/relationships/customXml" Target="../ink/ink1125.xml"/><Relationship Id="rId382" Type="http://schemas.openxmlformats.org/officeDocument/2006/relationships/customXml" Target="../ink/ink1216.xml"/><Relationship Id="rId438" Type="http://schemas.openxmlformats.org/officeDocument/2006/relationships/image" Target="../media/image1236.png"/><Relationship Id="rId242" Type="http://schemas.openxmlformats.org/officeDocument/2006/relationships/customXml" Target="../ink/ink1146.xml"/><Relationship Id="rId284" Type="http://schemas.openxmlformats.org/officeDocument/2006/relationships/customXml" Target="../ink/ink1167.xml"/><Relationship Id="rId491" Type="http://schemas.openxmlformats.org/officeDocument/2006/relationships/customXml" Target="../ink/ink1271.xml"/><Relationship Id="rId505" Type="http://schemas.openxmlformats.org/officeDocument/2006/relationships/customXml" Target="../ink/ink1278.xml"/><Relationship Id="rId37" Type="http://schemas.openxmlformats.org/officeDocument/2006/relationships/image" Target="../media/image1039.png"/><Relationship Id="rId79" Type="http://schemas.openxmlformats.org/officeDocument/2006/relationships/image" Target="../media/image1060.png"/><Relationship Id="rId102" Type="http://schemas.openxmlformats.org/officeDocument/2006/relationships/customXml" Target="../ink/ink1076.xml"/><Relationship Id="rId144" Type="http://schemas.openxmlformats.org/officeDocument/2006/relationships/customXml" Target="../ink/ink1097.xml"/><Relationship Id="rId90" Type="http://schemas.openxmlformats.org/officeDocument/2006/relationships/customXml" Target="../ink/ink1070.xml"/><Relationship Id="rId186" Type="http://schemas.openxmlformats.org/officeDocument/2006/relationships/customXml" Target="../ink/ink1118.xml"/><Relationship Id="rId351" Type="http://schemas.openxmlformats.org/officeDocument/2006/relationships/image" Target="../media/image1194.png"/><Relationship Id="rId393" Type="http://schemas.openxmlformats.org/officeDocument/2006/relationships/image" Target="../media/image1214.png"/><Relationship Id="rId407" Type="http://schemas.openxmlformats.org/officeDocument/2006/relationships/customXml" Target="../ink/ink1229.xml"/><Relationship Id="rId449" Type="http://schemas.openxmlformats.org/officeDocument/2006/relationships/customXml" Target="../ink/ink1250.xml"/><Relationship Id="rId211" Type="http://schemas.openxmlformats.org/officeDocument/2006/relationships/image" Target="../media/image1124.png"/><Relationship Id="rId253" Type="http://schemas.openxmlformats.org/officeDocument/2006/relationships/image" Target="../media/image1145.png"/><Relationship Id="rId295" Type="http://schemas.openxmlformats.org/officeDocument/2006/relationships/image" Target="../media/image1166.png"/><Relationship Id="rId309" Type="http://schemas.openxmlformats.org/officeDocument/2006/relationships/image" Target="../media/image1173.png"/><Relationship Id="rId460" Type="http://schemas.openxmlformats.org/officeDocument/2006/relationships/image" Target="../media/image1247.png"/><Relationship Id="rId516" Type="http://schemas.openxmlformats.org/officeDocument/2006/relationships/image" Target="../media/image1275.png"/><Relationship Id="rId48" Type="http://schemas.openxmlformats.org/officeDocument/2006/relationships/customXml" Target="../ink/ink1049.xml"/><Relationship Id="rId113" Type="http://schemas.openxmlformats.org/officeDocument/2006/relationships/image" Target="../media/image1077.png"/><Relationship Id="rId320" Type="http://schemas.openxmlformats.org/officeDocument/2006/relationships/customXml" Target="../ink/ink1185.xml"/><Relationship Id="rId155" Type="http://schemas.openxmlformats.org/officeDocument/2006/relationships/image" Target="../media/image1097.png"/><Relationship Id="rId197" Type="http://schemas.openxmlformats.org/officeDocument/2006/relationships/image" Target="../media/image1117.png"/><Relationship Id="rId362" Type="http://schemas.openxmlformats.org/officeDocument/2006/relationships/customXml" Target="../ink/ink1206.xml"/><Relationship Id="rId418" Type="http://schemas.openxmlformats.org/officeDocument/2006/relationships/image" Target="../media/image1226.png"/><Relationship Id="rId222" Type="http://schemas.openxmlformats.org/officeDocument/2006/relationships/customXml" Target="../ink/ink1136.xml"/><Relationship Id="rId264" Type="http://schemas.openxmlformats.org/officeDocument/2006/relationships/customXml" Target="../ink/ink1157.xml"/><Relationship Id="rId471" Type="http://schemas.openxmlformats.org/officeDocument/2006/relationships/customXml" Target="../ink/ink1261.xml"/><Relationship Id="rId17" Type="http://schemas.openxmlformats.org/officeDocument/2006/relationships/image" Target="../media/image1029.png"/><Relationship Id="rId59" Type="http://schemas.openxmlformats.org/officeDocument/2006/relationships/image" Target="../media/image1050.png"/><Relationship Id="rId124" Type="http://schemas.openxmlformats.org/officeDocument/2006/relationships/customXml" Target="../ink/ink1087.xml"/><Relationship Id="rId70" Type="http://schemas.openxmlformats.org/officeDocument/2006/relationships/customXml" Target="../ink/ink1060.xml"/><Relationship Id="rId166" Type="http://schemas.openxmlformats.org/officeDocument/2006/relationships/customXml" Target="../ink/ink1108.xml"/><Relationship Id="rId331" Type="http://schemas.openxmlformats.org/officeDocument/2006/relationships/image" Target="../media/image1184.png"/><Relationship Id="rId373" Type="http://schemas.openxmlformats.org/officeDocument/2006/relationships/image" Target="../media/image1204.png"/><Relationship Id="rId429" Type="http://schemas.openxmlformats.org/officeDocument/2006/relationships/customXml" Target="../ink/ink124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35.png"/><Relationship Id="rId440" Type="http://schemas.openxmlformats.org/officeDocument/2006/relationships/image" Target="../media/image1237.png"/><Relationship Id="rId28" Type="http://schemas.openxmlformats.org/officeDocument/2006/relationships/customXml" Target="../ink/ink1039.xml"/><Relationship Id="rId275" Type="http://schemas.openxmlformats.org/officeDocument/2006/relationships/image" Target="../media/image1156.png"/><Relationship Id="rId300" Type="http://schemas.openxmlformats.org/officeDocument/2006/relationships/customXml" Target="../ink/ink1175.xml"/><Relationship Id="rId482" Type="http://schemas.openxmlformats.org/officeDocument/2006/relationships/image" Target="../media/image1258.png"/><Relationship Id="rId81" Type="http://schemas.openxmlformats.org/officeDocument/2006/relationships/image" Target="../media/image1061.png"/><Relationship Id="rId135" Type="http://schemas.openxmlformats.org/officeDocument/2006/relationships/image" Target="../media/image1088.png"/><Relationship Id="rId177" Type="http://schemas.openxmlformats.org/officeDocument/2006/relationships/image" Target="../media/image1108.png"/><Relationship Id="rId342" Type="http://schemas.openxmlformats.org/officeDocument/2006/relationships/customXml" Target="../ink/ink1196.xml"/><Relationship Id="rId384" Type="http://schemas.openxmlformats.org/officeDocument/2006/relationships/customXml" Target="../ink/ink1217.xml"/><Relationship Id="rId202" Type="http://schemas.openxmlformats.org/officeDocument/2006/relationships/customXml" Target="../ink/ink1126.xml"/><Relationship Id="rId244" Type="http://schemas.openxmlformats.org/officeDocument/2006/relationships/customXml" Target="../ink/ink1147.xml"/><Relationship Id="rId39" Type="http://schemas.openxmlformats.org/officeDocument/2006/relationships/image" Target="../media/image1040.png"/><Relationship Id="rId286" Type="http://schemas.openxmlformats.org/officeDocument/2006/relationships/customXml" Target="../ink/ink1168.xml"/><Relationship Id="rId451" Type="http://schemas.openxmlformats.org/officeDocument/2006/relationships/customXml" Target="../ink/ink1251.xml"/><Relationship Id="rId493" Type="http://schemas.openxmlformats.org/officeDocument/2006/relationships/customXml" Target="../ink/ink1272.xml"/><Relationship Id="rId507" Type="http://schemas.openxmlformats.org/officeDocument/2006/relationships/customXml" Target="../ink/ink1279.xml"/><Relationship Id="rId50" Type="http://schemas.openxmlformats.org/officeDocument/2006/relationships/customXml" Target="../ink/ink1050.xml"/><Relationship Id="rId104" Type="http://schemas.openxmlformats.org/officeDocument/2006/relationships/customXml" Target="../ink/ink1077.xml"/><Relationship Id="rId146" Type="http://schemas.openxmlformats.org/officeDocument/2006/relationships/customXml" Target="../ink/ink1098.xml"/><Relationship Id="rId188" Type="http://schemas.openxmlformats.org/officeDocument/2006/relationships/customXml" Target="../ink/ink1119.xml"/><Relationship Id="rId311" Type="http://schemas.openxmlformats.org/officeDocument/2006/relationships/image" Target="../media/image1174.png"/><Relationship Id="rId353" Type="http://schemas.openxmlformats.org/officeDocument/2006/relationships/image" Target="../media/image1195.png"/><Relationship Id="rId395" Type="http://schemas.openxmlformats.org/officeDocument/2006/relationships/image" Target="../media/image1215.png"/><Relationship Id="rId409" Type="http://schemas.openxmlformats.org/officeDocument/2006/relationships/customXml" Target="../ink/ink1230.xml"/><Relationship Id="rId92" Type="http://schemas.openxmlformats.org/officeDocument/2006/relationships/customXml" Target="../ink/ink1071.xml"/><Relationship Id="rId213" Type="http://schemas.openxmlformats.org/officeDocument/2006/relationships/image" Target="../media/image1125.png"/><Relationship Id="rId420" Type="http://schemas.openxmlformats.org/officeDocument/2006/relationships/image" Target="../media/image1227.png"/><Relationship Id="rId255" Type="http://schemas.openxmlformats.org/officeDocument/2006/relationships/image" Target="../media/image1146.png"/><Relationship Id="rId297" Type="http://schemas.openxmlformats.org/officeDocument/2006/relationships/image" Target="../media/image1167.png"/><Relationship Id="rId462" Type="http://schemas.openxmlformats.org/officeDocument/2006/relationships/image" Target="../media/image1248.png"/><Relationship Id="rId518" Type="http://schemas.openxmlformats.org/officeDocument/2006/relationships/image" Target="../media/image1276.png"/><Relationship Id="rId115" Type="http://schemas.openxmlformats.org/officeDocument/2006/relationships/image" Target="../media/image1078.png"/><Relationship Id="rId157" Type="http://schemas.openxmlformats.org/officeDocument/2006/relationships/image" Target="../media/image1098.png"/><Relationship Id="rId322" Type="http://schemas.openxmlformats.org/officeDocument/2006/relationships/customXml" Target="../ink/ink1186.xml"/><Relationship Id="rId364" Type="http://schemas.openxmlformats.org/officeDocument/2006/relationships/customXml" Target="../ink/ink1207.xml"/><Relationship Id="rId61" Type="http://schemas.openxmlformats.org/officeDocument/2006/relationships/image" Target="../media/image1051.png"/><Relationship Id="rId199" Type="http://schemas.openxmlformats.org/officeDocument/2006/relationships/image" Target="../media/image1118.png"/><Relationship Id="rId19" Type="http://schemas.openxmlformats.org/officeDocument/2006/relationships/image" Target="../media/image1030.png"/><Relationship Id="rId224" Type="http://schemas.openxmlformats.org/officeDocument/2006/relationships/customXml" Target="../ink/ink1137.xml"/><Relationship Id="rId266" Type="http://schemas.openxmlformats.org/officeDocument/2006/relationships/customXml" Target="../ink/ink1158.xml"/><Relationship Id="rId431" Type="http://schemas.openxmlformats.org/officeDocument/2006/relationships/customXml" Target="../ink/ink1241.xml"/><Relationship Id="rId473" Type="http://schemas.openxmlformats.org/officeDocument/2006/relationships/customXml" Target="../ink/ink1262.xml"/><Relationship Id="rId30" Type="http://schemas.openxmlformats.org/officeDocument/2006/relationships/customXml" Target="../ink/ink1040.xml"/><Relationship Id="rId126" Type="http://schemas.openxmlformats.org/officeDocument/2006/relationships/customXml" Target="../ink/ink1088.xml"/><Relationship Id="rId168" Type="http://schemas.openxmlformats.org/officeDocument/2006/relationships/customXml" Target="../ink/ink1109.xml"/><Relationship Id="rId333" Type="http://schemas.openxmlformats.org/officeDocument/2006/relationships/image" Target="../media/image1185.png"/><Relationship Id="rId72" Type="http://schemas.openxmlformats.org/officeDocument/2006/relationships/customXml" Target="../ink/ink1061.xml"/><Relationship Id="rId375" Type="http://schemas.openxmlformats.org/officeDocument/2006/relationships/image" Target="../media/image1205.png"/><Relationship Id="rId3" Type="http://schemas.openxmlformats.org/officeDocument/2006/relationships/image" Target="../media/image1022.png"/><Relationship Id="rId235" Type="http://schemas.openxmlformats.org/officeDocument/2006/relationships/image" Target="../media/image1136.png"/><Relationship Id="rId277" Type="http://schemas.openxmlformats.org/officeDocument/2006/relationships/image" Target="../media/image1157.png"/><Relationship Id="rId400" Type="http://schemas.openxmlformats.org/officeDocument/2006/relationships/customXml" Target="../ink/ink1225.xml"/><Relationship Id="rId442" Type="http://schemas.openxmlformats.org/officeDocument/2006/relationships/image" Target="../media/image1238.png"/><Relationship Id="rId484" Type="http://schemas.openxmlformats.org/officeDocument/2006/relationships/image" Target="../media/image1259.png"/><Relationship Id="rId137" Type="http://schemas.openxmlformats.org/officeDocument/2006/relationships/image" Target="../media/image1089.png"/><Relationship Id="rId302" Type="http://schemas.openxmlformats.org/officeDocument/2006/relationships/customXml" Target="../ink/ink1176.xml"/><Relationship Id="rId344" Type="http://schemas.openxmlformats.org/officeDocument/2006/relationships/customXml" Target="../ink/ink1197.xml"/><Relationship Id="rId41" Type="http://schemas.openxmlformats.org/officeDocument/2006/relationships/image" Target="../media/image1041.png"/><Relationship Id="rId83" Type="http://schemas.openxmlformats.org/officeDocument/2006/relationships/image" Target="../media/image1062.png"/><Relationship Id="rId179" Type="http://schemas.openxmlformats.org/officeDocument/2006/relationships/image" Target="../media/image715.png"/><Relationship Id="rId386" Type="http://schemas.openxmlformats.org/officeDocument/2006/relationships/customXml" Target="../ink/ink1218.xml"/><Relationship Id="rId190" Type="http://schemas.openxmlformats.org/officeDocument/2006/relationships/customXml" Target="../ink/ink1120.xml"/><Relationship Id="rId204" Type="http://schemas.openxmlformats.org/officeDocument/2006/relationships/customXml" Target="../ink/ink1127.xml"/><Relationship Id="rId246" Type="http://schemas.openxmlformats.org/officeDocument/2006/relationships/customXml" Target="../ink/ink1148.xml"/><Relationship Id="rId288" Type="http://schemas.openxmlformats.org/officeDocument/2006/relationships/customXml" Target="../ink/ink1169.xml"/><Relationship Id="rId411" Type="http://schemas.openxmlformats.org/officeDocument/2006/relationships/customXml" Target="../ink/ink1231.xml"/><Relationship Id="rId453" Type="http://schemas.openxmlformats.org/officeDocument/2006/relationships/customXml" Target="../ink/ink1252.xml"/><Relationship Id="rId509" Type="http://schemas.openxmlformats.org/officeDocument/2006/relationships/customXml" Target="../ink/ink1280.xml"/><Relationship Id="rId106" Type="http://schemas.openxmlformats.org/officeDocument/2006/relationships/customXml" Target="../ink/ink1078.xml"/><Relationship Id="rId313" Type="http://schemas.openxmlformats.org/officeDocument/2006/relationships/image" Target="../media/image1175.png"/><Relationship Id="rId495" Type="http://schemas.openxmlformats.org/officeDocument/2006/relationships/customXml" Target="../ink/ink1273.xml"/><Relationship Id="rId10" Type="http://schemas.openxmlformats.org/officeDocument/2006/relationships/customXml" Target="../ink/ink1030.xml"/><Relationship Id="rId52" Type="http://schemas.openxmlformats.org/officeDocument/2006/relationships/customXml" Target="../ink/ink1051.xml"/><Relationship Id="rId94" Type="http://schemas.openxmlformats.org/officeDocument/2006/relationships/customXml" Target="../ink/ink1072.xml"/><Relationship Id="rId148" Type="http://schemas.openxmlformats.org/officeDocument/2006/relationships/customXml" Target="../ink/ink1099.xml"/><Relationship Id="rId355" Type="http://schemas.openxmlformats.org/officeDocument/2006/relationships/image" Target="../media/image1196.png"/><Relationship Id="rId397" Type="http://schemas.openxmlformats.org/officeDocument/2006/relationships/image" Target="../media/image1216.png"/><Relationship Id="rId520" Type="http://schemas.openxmlformats.org/officeDocument/2006/relationships/image" Target="../media/image1277.png"/><Relationship Id="rId215" Type="http://schemas.openxmlformats.org/officeDocument/2006/relationships/image" Target="../media/image1126.png"/><Relationship Id="rId257" Type="http://schemas.openxmlformats.org/officeDocument/2006/relationships/image" Target="../media/image1147.png"/><Relationship Id="rId422" Type="http://schemas.openxmlformats.org/officeDocument/2006/relationships/image" Target="../media/image1228.png"/><Relationship Id="rId464" Type="http://schemas.openxmlformats.org/officeDocument/2006/relationships/image" Target="../media/image1249.png"/><Relationship Id="rId299" Type="http://schemas.openxmlformats.org/officeDocument/2006/relationships/image" Target="../media/image1168.png"/><Relationship Id="rId63" Type="http://schemas.openxmlformats.org/officeDocument/2006/relationships/image" Target="../media/image1052.png"/><Relationship Id="rId159" Type="http://schemas.openxmlformats.org/officeDocument/2006/relationships/image" Target="../media/image1099.png"/><Relationship Id="rId366" Type="http://schemas.openxmlformats.org/officeDocument/2006/relationships/customXml" Target="../ink/ink1208.xml"/><Relationship Id="rId226" Type="http://schemas.openxmlformats.org/officeDocument/2006/relationships/customXml" Target="../ink/ink1138.xml"/><Relationship Id="rId433" Type="http://schemas.openxmlformats.org/officeDocument/2006/relationships/customXml" Target="../ink/ink124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37.png"/><Relationship Id="rId299" Type="http://schemas.openxmlformats.org/officeDocument/2006/relationships/customXml" Target="../ink/ink1438.xml"/><Relationship Id="rId21" Type="http://schemas.openxmlformats.org/officeDocument/2006/relationships/image" Target="../media/image1290.png"/><Relationship Id="rId63" Type="http://schemas.openxmlformats.org/officeDocument/2006/relationships/image" Target="../media/image1311.png"/><Relationship Id="rId159" Type="http://schemas.openxmlformats.org/officeDocument/2006/relationships/image" Target="../media/image1358.png"/><Relationship Id="rId170" Type="http://schemas.openxmlformats.org/officeDocument/2006/relationships/customXml" Target="../ink/ink1373.xml"/><Relationship Id="rId226" Type="http://schemas.openxmlformats.org/officeDocument/2006/relationships/customXml" Target="../ink/ink1401.xml"/><Relationship Id="rId268" Type="http://schemas.openxmlformats.org/officeDocument/2006/relationships/image" Target="../media/image1412.png"/><Relationship Id="rId32" Type="http://schemas.openxmlformats.org/officeDocument/2006/relationships/customXml" Target="../ink/ink1304.xml"/><Relationship Id="rId74" Type="http://schemas.openxmlformats.org/officeDocument/2006/relationships/customXml" Target="../ink/ink1325.xml"/><Relationship Id="rId128" Type="http://schemas.openxmlformats.org/officeDocument/2006/relationships/customXml" Target="../ink/ink1352.xml"/><Relationship Id="rId5" Type="http://schemas.openxmlformats.org/officeDocument/2006/relationships/image" Target="../media/image1282.png"/><Relationship Id="rId181" Type="http://schemas.openxmlformats.org/officeDocument/2006/relationships/image" Target="../media/image1369.png"/><Relationship Id="rId237" Type="http://schemas.openxmlformats.org/officeDocument/2006/relationships/image" Target="../media/image1397.png"/><Relationship Id="rId279" Type="http://schemas.openxmlformats.org/officeDocument/2006/relationships/customXml" Target="../ink/ink1428.xml"/><Relationship Id="rId43" Type="http://schemas.openxmlformats.org/officeDocument/2006/relationships/image" Target="../media/image1301.png"/><Relationship Id="rId139" Type="http://schemas.openxmlformats.org/officeDocument/2006/relationships/image" Target="../media/image1348.png"/><Relationship Id="rId290" Type="http://schemas.openxmlformats.org/officeDocument/2006/relationships/image" Target="../media/image1423.png"/><Relationship Id="rId304" Type="http://schemas.openxmlformats.org/officeDocument/2006/relationships/image" Target="../media/image1430.png"/><Relationship Id="rId85" Type="http://schemas.openxmlformats.org/officeDocument/2006/relationships/image" Target="../media/image1321.png"/><Relationship Id="rId150" Type="http://schemas.openxmlformats.org/officeDocument/2006/relationships/customXml" Target="../ink/ink1363.xml"/><Relationship Id="rId192" Type="http://schemas.openxmlformats.org/officeDocument/2006/relationships/customXml" Target="../ink/ink1384.xml"/><Relationship Id="rId206" Type="http://schemas.openxmlformats.org/officeDocument/2006/relationships/customXml" Target="../ink/ink1391.xml"/><Relationship Id="rId248" Type="http://schemas.openxmlformats.org/officeDocument/2006/relationships/customXml" Target="../ink/ink1412.xml"/><Relationship Id="rId12" Type="http://schemas.openxmlformats.org/officeDocument/2006/relationships/customXml" Target="../ink/ink1294.xml"/><Relationship Id="rId108" Type="http://schemas.openxmlformats.org/officeDocument/2006/relationships/customXml" Target="../ink/ink1342.xml"/><Relationship Id="rId54" Type="http://schemas.openxmlformats.org/officeDocument/2006/relationships/customXml" Target="../ink/ink1315.xml"/><Relationship Id="rId96" Type="http://schemas.openxmlformats.org/officeDocument/2006/relationships/customXml" Target="../ink/ink1336.xml"/><Relationship Id="rId161" Type="http://schemas.openxmlformats.org/officeDocument/2006/relationships/image" Target="../media/image1359.png"/><Relationship Id="rId217" Type="http://schemas.openxmlformats.org/officeDocument/2006/relationships/image" Target="../media/image1387.png"/><Relationship Id="rId259" Type="http://schemas.openxmlformats.org/officeDocument/2006/relationships/image" Target="../media/image1408.png"/><Relationship Id="rId23" Type="http://schemas.openxmlformats.org/officeDocument/2006/relationships/image" Target="../media/image1291.png"/><Relationship Id="rId119" Type="http://schemas.openxmlformats.org/officeDocument/2006/relationships/image" Target="../media/image1338.png"/><Relationship Id="rId270" Type="http://schemas.openxmlformats.org/officeDocument/2006/relationships/image" Target="../media/image1413.png"/><Relationship Id="rId44" Type="http://schemas.openxmlformats.org/officeDocument/2006/relationships/customXml" Target="../ink/ink1310.xml"/><Relationship Id="rId65" Type="http://schemas.openxmlformats.org/officeDocument/2006/relationships/image" Target="../media/image1312.png"/><Relationship Id="rId86" Type="http://schemas.openxmlformats.org/officeDocument/2006/relationships/customXml" Target="../ink/ink1331.xml"/><Relationship Id="rId130" Type="http://schemas.openxmlformats.org/officeDocument/2006/relationships/customXml" Target="../ink/ink1353.xml"/><Relationship Id="rId151" Type="http://schemas.openxmlformats.org/officeDocument/2006/relationships/image" Target="../media/image1354.png"/><Relationship Id="rId172" Type="http://schemas.openxmlformats.org/officeDocument/2006/relationships/customXml" Target="../ink/ink1374.xml"/><Relationship Id="rId193" Type="http://schemas.openxmlformats.org/officeDocument/2006/relationships/image" Target="../media/image1375.png"/><Relationship Id="rId207" Type="http://schemas.openxmlformats.org/officeDocument/2006/relationships/image" Target="../media/image1382.png"/><Relationship Id="rId228" Type="http://schemas.openxmlformats.org/officeDocument/2006/relationships/customXml" Target="../ink/ink1402.xml"/><Relationship Id="rId249" Type="http://schemas.openxmlformats.org/officeDocument/2006/relationships/image" Target="../media/image1403.png"/><Relationship Id="rId13" Type="http://schemas.openxmlformats.org/officeDocument/2006/relationships/image" Target="../media/image1286.png"/><Relationship Id="rId109" Type="http://schemas.openxmlformats.org/officeDocument/2006/relationships/image" Target="../media/image1333.png"/><Relationship Id="rId260" Type="http://schemas.openxmlformats.org/officeDocument/2006/relationships/customXml" Target="../ink/ink1418.xml"/><Relationship Id="rId281" Type="http://schemas.openxmlformats.org/officeDocument/2006/relationships/customXml" Target="../ink/ink1429.xml"/><Relationship Id="rId34" Type="http://schemas.openxmlformats.org/officeDocument/2006/relationships/customXml" Target="../ink/ink1305.xml"/><Relationship Id="rId55" Type="http://schemas.openxmlformats.org/officeDocument/2006/relationships/image" Target="../media/image1307.png"/><Relationship Id="rId76" Type="http://schemas.openxmlformats.org/officeDocument/2006/relationships/customXml" Target="../ink/ink1326.xml"/><Relationship Id="rId97" Type="http://schemas.openxmlformats.org/officeDocument/2006/relationships/image" Target="../media/image1327.png"/><Relationship Id="rId120" Type="http://schemas.openxmlformats.org/officeDocument/2006/relationships/customXml" Target="../ink/ink1348.xml"/><Relationship Id="rId141" Type="http://schemas.openxmlformats.org/officeDocument/2006/relationships/image" Target="../media/image1349.png"/><Relationship Id="rId7" Type="http://schemas.openxmlformats.org/officeDocument/2006/relationships/image" Target="../media/image1283.png"/><Relationship Id="rId162" Type="http://schemas.openxmlformats.org/officeDocument/2006/relationships/customXml" Target="../ink/ink1369.xml"/><Relationship Id="rId183" Type="http://schemas.openxmlformats.org/officeDocument/2006/relationships/image" Target="../media/image1370.png"/><Relationship Id="rId218" Type="http://schemas.openxmlformats.org/officeDocument/2006/relationships/customXml" Target="../ink/ink1397.xml"/><Relationship Id="rId239" Type="http://schemas.openxmlformats.org/officeDocument/2006/relationships/image" Target="../media/image1398.png"/><Relationship Id="rId250" Type="http://schemas.openxmlformats.org/officeDocument/2006/relationships/customXml" Target="../ink/ink1413.xml"/><Relationship Id="rId271" Type="http://schemas.openxmlformats.org/officeDocument/2006/relationships/customXml" Target="../ink/ink1424.xml"/><Relationship Id="rId292" Type="http://schemas.openxmlformats.org/officeDocument/2006/relationships/image" Target="../media/image1424.png"/><Relationship Id="rId306" Type="http://schemas.openxmlformats.org/officeDocument/2006/relationships/image" Target="../media/image1431.png"/><Relationship Id="rId24" Type="http://schemas.openxmlformats.org/officeDocument/2006/relationships/customXml" Target="../ink/ink1300.xml"/><Relationship Id="rId45" Type="http://schemas.openxmlformats.org/officeDocument/2006/relationships/image" Target="../media/image1302.png"/><Relationship Id="rId66" Type="http://schemas.openxmlformats.org/officeDocument/2006/relationships/customXml" Target="../ink/ink1321.xml"/><Relationship Id="rId87" Type="http://schemas.openxmlformats.org/officeDocument/2006/relationships/image" Target="../media/image1322.png"/><Relationship Id="rId110" Type="http://schemas.openxmlformats.org/officeDocument/2006/relationships/customXml" Target="../ink/ink1343.xml"/><Relationship Id="rId131" Type="http://schemas.openxmlformats.org/officeDocument/2006/relationships/image" Target="../media/image1344.png"/><Relationship Id="rId152" Type="http://schemas.openxmlformats.org/officeDocument/2006/relationships/customXml" Target="../ink/ink1364.xml"/><Relationship Id="rId173" Type="http://schemas.openxmlformats.org/officeDocument/2006/relationships/image" Target="../media/image1365.png"/><Relationship Id="rId194" Type="http://schemas.openxmlformats.org/officeDocument/2006/relationships/customXml" Target="../ink/ink1385.xml"/><Relationship Id="rId208" Type="http://schemas.openxmlformats.org/officeDocument/2006/relationships/customXml" Target="../ink/ink1392.xml"/><Relationship Id="rId229" Type="http://schemas.openxmlformats.org/officeDocument/2006/relationships/image" Target="../media/image1393.png"/><Relationship Id="rId240" Type="http://schemas.openxmlformats.org/officeDocument/2006/relationships/customXml" Target="../ink/ink1408.xml"/><Relationship Id="rId261" Type="http://schemas.openxmlformats.org/officeDocument/2006/relationships/customXml" Target="../ink/ink1419.xml"/><Relationship Id="rId14" Type="http://schemas.openxmlformats.org/officeDocument/2006/relationships/customXml" Target="../ink/ink1295.xml"/><Relationship Id="rId35" Type="http://schemas.openxmlformats.org/officeDocument/2006/relationships/image" Target="../media/image1297.png"/><Relationship Id="rId56" Type="http://schemas.openxmlformats.org/officeDocument/2006/relationships/customXml" Target="../ink/ink1316.xml"/><Relationship Id="rId77" Type="http://schemas.openxmlformats.org/officeDocument/2006/relationships/image" Target="../media/image1318.png"/><Relationship Id="rId100" Type="http://schemas.openxmlformats.org/officeDocument/2006/relationships/customXml" Target="../ink/ink1338.xml"/><Relationship Id="rId282" Type="http://schemas.openxmlformats.org/officeDocument/2006/relationships/image" Target="../media/image1419.png"/><Relationship Id="rId8" Type="http://schemas.openxmlformats.org/officeDocument/2006/relationships/customXml" Target="../ink/ink1292.xml"/><Relationship Id="rId98" Type="http://schemas.openxmlformats.org/officeDocument/2006/relationships/customXml" Target="../ink/ink1337.xml"/><Relationship Id="rId121" Type="http://schemas.openxmlformats.org/officeDocument/2006/relationships/image" Target="../media/image1339.png"/><Relationship Id="rId142" Type="http://schemas.openxmlformats.org/officeDocument/2006/relationships/customXml" Target="../ink/ink1359.xml"/><Relationship Id="rId163" Type="http://schemas.openxmlformats.org/officeDocument/2006/relationships/image" Target="../media/image1360.png"/><Relationship Id="rId184" Type="http://schemas.openxmlformats.org/officeDocument/2006/relationships/customXml" Target="../ink/ink1380.xml"/><Relationship Id="rId219" Type="http://schemas.openxmlformats.org/officeDocument/2006/relationships/image" Target="../media/image1388.png"/><Relationship Id="rId230" Type="http://schemas.openxmlformats.org/officeDocument/2006/relationships/customXml" Target="../ink/ink1403.xml"/><Relationship Id="rId251" Type="http://schemas.openxmlformats.org/officeDocument/2006/relationships/image" Target="../media/image1404.png"/><Relationship Id="rId25" Type="http://schemas.openxmlformats.org/officeDocument/2006/relationships/image" Target="../media/image1292.png"/><Relationship Id="rId46" Type="http://schemas.openxmlformats.org/officeDocument/2006/relationships/customXml" Target="../ink/ink1311.xml"/><Relationship Id="rId67" Type="http://schemas.openxmlformats.org/officeDocument/2006/relationships/image" Target="../media/image1313.png"/><Relationship Id="rId272" Type="http://schemas.openxmlformats.org/officeDocument/2006/relationships/image" Target="../media/image1414.png"/><Relationship Id="rId293" Type="http://schemas.openxmlformats.org/officeDocument/2006/relationships/customXml" Target="../ink/ink1435.xml"/><Relationship Id="rId307" Type="http://schemas.openxmlformats.org/officeDocument/2006/relationships/customXml" Target="../ink/ink1442.xml"/><Relationship Id="rId88" Type="http://schemas.openxmlformats.org/officeDocument/2006/relationships/customXml" Target="../ink/ink1332.xml"/><Relationship Id="rId111" Type="http://schemas.openxmlformats.org/officeDocument/2006/relationships/image" Target="../media/image1334.png"/><Relationship Id="rId132" Type="http://schemas.openxmlformats.org/officeDocument/2006/relationships/customXml" Target="../ink/ink1354.xml"/><Relationship Id="rId153" Type="http://schemas.openxmlformats.org/officeDocument/2006/relationships/image" Target="../media/image1355.png"/><Relationship Id="rId174" Type="http://schemas.openxmlformats.org/officeDocument/2006/relationships/customXml" Target="../ink/ink1375.xml"/><Relationship Id="rId195" Type="http://schemas.openxmlformats.org/officeDocument/2006/relationships/image" Target="../media/image1376.png"/><Relationship Id="rId209" Type="http://schemas.openxmlformats.org/officeDocument/2006/relationships/image" Target="../media/image1383.png"/><Relationship Id="rId220" Type="http://schemas.openxmlformats.org/officeDocument/2006/relationships/customXml" Target="../ink/ink1398.xml"/><Relationship Id="rId241" Type="http://schemas.openxmlformats.org/officeDocument/2006/relationships/image" Target="../media/image1399.png"/><Relationship Id="rId15" Type="http://schemas.openxmlformats.org/officeDocument/2006/relationships/image" Target="../media/image1287.png"/><Relationship Id="rId36" Type="http://schemas.openxmlformats.org/officeDocument/2006/relationships/customXml" Target="../ink/ink1306.xml"/><Relationship Id="rId57" Type="http://schemas.openxmlformats.org/officeDocument/2006/relationships/image" Target="../media/image1308.png"/><Relationship Id="rId262" Type="http://schemas.openxmlformats.org/officeDocument/2006/relationships/image" Target="../media/image1409.png"/><Relationship Id="rId283" Type="http://schemas.openxmlformats.org/officeDocument/2006/relationships/customXml" Target="../ink/ink1430.xml"/><Relationship Id="rId78" Type="http://schemas.openxmlformats.org/officeDocument/2006/relationships/customXml" Target="../ink/ink1327.xml"/><Relationship Id="rId99" Type="http://schemas.openxmlformats.org/officeDocument/2006/relationships/image" Target="../media/image1328.png"/><Relationship Id="rId101" Type="http://schemas.openxmlformats.org/officeDocument/2006/relationships/image" Target="../media/image1329.png"/><Relationship Id="rId122" Type="http://schemas.openxmlformats.org/officeDocument/2006/relationships/customXml" Target="../ink/ink1349.xml"/><Relationship Id="rId143" Type="http://schemas.openxmlformats.org/officeDocument/2006/relationships/image" Target="../media/image1350.png"/><Relationship Id="rId164" Type="http://schemas.openxmlformats.org/officeDocument/2006/relationships/customXml" Target="../ink/ink1370.xml"/><Relationship Id="rId185" Type="http://schemas.openxmlformats.org/officeDocument/2006/relationships/image" Target="../media/image1371.png"/><Relationship Id="rId9" Type="http://schemas.openxmlformats.org/officeDocument/2006/relationships/image" Target="../media/image1284.png"/><Relationship Id="rId210" Type="http://schemas.openxmlformats.org/officeDocument/2006/relationships/customXml" Target="../ink/ink1393.xml"/><Relationship Id="rId26" Type="http://schemas.openxmlformats.org/officeDocument/2006/relationships/customXml" Target="../ink/ink1301.xml"/><Relationship Id="rId231" Type="http://schemas.openxmlformats.org/officeDocument/2006/relationships/image" Target="../media/image1394.png"/><Relationship Id="rId252" Type="http://schemas.openxmlformats.org/officeDocument/2006/relationships/customXml" Target="../ink/ink1414.xml"/><Relationship Id="rId273" Type="http://schemas.openxmlformats.org/officeDocument/2006/relationships/customXml" Target="../ink/ink1425.xml"/><Relationship Id="rId294" Type="http://schemas.openxmlformats.org/officeDocument/2006/relationships/image" Target="../media/image1425.png"/><Relationship Id="rId308" Type="http://schemas.openxmlformats.org/officeDocument/2006/relationships/image" Target="../media/image1432.png"/><Relationship Id="rId47" Type="http://schemas.openxmlformats.org/officeDocument/2006/relationships/image" Target="../media/image1303.png"/><Relationship Id="rId68" Type="http://schemas.openxmlformats.org/officeDocument/2006/relationships/customXml" Target="../ink/ink1322.xml"/><Relationship Id="rId89" Type="http://schemas.openxmlformats.org/officeDocument/2006/relationships/image" Target="../media/image1323.png"/><Relationship Id="rId112" Type="http://schemas.openxmlformats.org/officeDocument/2006/relationships/customXml" Target="../ink/ink1344.xml"/><Relationship Id="rId133" Type="http://schemas.openxmlformats.org/officeDocument/2006/relationships/image" Target="../media/image1345.png"/><Relationship Id="rId154" Type="http://schemas.openxmlformats.org/officeDocument/2006/relationships/customXml" Target="../ink/ink1365.xml"/><Relationship Id="rId175" Type="http://schemas.openxmlformats.org/officeDocument/2006/relationships/image" Target="../media/image1366.png"/><Relationship Id="rId196" Type="http://schemas.openxmlformats.org/officeDocument/2006/relationships/customXml" Target="../ink/ink1386.xml"/><Relationship Id="rId200" Type="http://schemas.openxmlformats.org/officeDocument/2006/relationships/customXml" Target="../ink/ink1388.xml"/><Relationship Id="rId16" Type="http://schemas.openxmlformats.org/officeDocument/2006/relationships/customXml" Target="../ink/ink1296.xml"/><Relationship Id="rId221" Type="http://schemas.openxmlformats.org/officeDocument/2006/relationships/image" Target="../media/image1389.png"/><Relationship Id="rId242" Type="http://schemas.openxmlformats.org/officeDocument/2006/relationships/customXml" Target="../ink/ink1409.xml"/><Relationship Id="rId263" Type="http://schemas.openxmlformats.org/officeDocument/2006/relationships/customXml" Target="../ink/ink1420.xml"/><Relationship Id="rId284" Type="http://schemas.openxmlformats.org/officeDocument/2006/relationships/image" Target="../media/image1420.png"/><Relationship Id="rId37" Type="http://schemas.openxmlformats.org/officeDocument/2006/relationships/image" Target="../media/image1298.png"/><Relationship Id="rId58" Type="http://schemas.openxmlformats.org/officeDocument/2006/relationships/customXml" Target="../ink/ink1317.xml"/><Relationship Id="rId79" Type="http://schemas.openxmlformats.org/officeDocument/2006/relationships/image" Target="../media/image62.png"/><Relationship Id="rId102" Type="http://schemas.openxmlformats.org/officeDocument/2006/relationships/customXml" Target="../ink/ink1339.xml"/><Relationship Id="rId123" Type="http://schemas.openxmlformats.org/officeDocument/2006/relationships/image" Target="../media/image1340.png"/><Relationship Id="rId144" Type="http://schemas.openxmlformats.org/officeDocument/2006/relationships/customXml" Target="../ink/ink1360.xml"/><Relationship Id="rId90" Type="http://schemas.openxmlformats.org/officeDocument/2006/relationships/customXml" Target="../ink/ink1333.xml"/><Relationship Id="rId165" Type="http://schemas.openxmlformats.org/officeDocument/2006/relationships/image" Target="../media/image1361.png"/><Relationship Id="rId186" Type="http://schemas.openxmlformats.org/officeDocument/2006/relationships/customXml" Target="../ink/ink1381.xml"/><Relationship Id="rId211" Type="http://schemas.openxmlformats.org/officeDocument/2006/relationships/image" Target="../media/image1384.png"/><Relationship Id="rId232" Type="http://schemas.openxmlformats.org/officeDocument/2006/relationships/customXml" Target="../ink/ink1404.xml"/><Relationship Id="rId253" Type="http://schemas.openxmlformats.org/officeDocument/2006/relationships/image" Target="../media/image1405.png"/><Relationship Id="rId274" Type="http://schemas.openxmlformats.org/officeDocument/2006/relationships/image" Target="../media/image1415.png"/><Relationship Id="rId295" Type="http://schemas.openxmlformats.org/officeDocument/2006/relationships/customXml" Target="../ink/ink1436.xml"/><Relationship Id="rId309" Type="http://schemas.openxmlformats.org/officeDocument/2006/relationships/customXml" Target="../ink/ink1443.xml"/><Relationship Id="rId27" Type="http://schemas.openxmlformats.org/officeDocument/2006/relationships/image" Target="../media/image1293.png"/><Relationship Id="rId48" Type="http://schemas.openxmlformats.org/officeDocument/2006/relationships/customXml" Target="../ink/ink1312.xml"/><Relationship Id="rId69" Type="http://schemas.openxmlformats.org/officeDocument/2006/relationships/image" Target="../media/image1314.png"/><Relationship Id="rId113" Type="http://schemas.openxmlformats.org/officeDocument/2006/relationships/image" Target="../media/image1335.png"/><Relationship Id="rId134" Type="http://schemas.openxmlformats.org/officeDocument/2006/relationships/customXml" Target="../ink/ink1355.xml"/><Relationship Id="rId80" Type="http://schemas.openxmlformats.org/officeDocument/2006/relationships/customXml" Target="../ink/ink1328.xml"/><Relationship Id="rId155" Type="http://schemas.openxmlformats.org/officeDocument/2006/relationships/image" Target="../media/image1356.png"/><Relationship Id="rId176" Type="http://schemas.openxmlformats.org/officeDocument/2006/relationships/customXml" Target="../ink/ink1376.xml"/><Relationship Id="rId197" Type="http://schemas.openxmlformats.org/officeDocument/2006/relationships/image" Target="../media/image1377.png"/><Relationship Id="rId201" Type="http://schemas.openxmlformats.org/officeDocument/2006/relationships/image" Target="../media/image1379.png"/><Relationship Id="rId222" Type="http://schemas.openxmlformats.org/officeDocument/2006/relationships/customXml" Target="../ink/ink1399.xml"/><Relationship Id="rId243" Type="http://schemas.openxmlformats.org/officeDocument/2006/relationships/image" Target="../media/image1400.png"/><Relationship Id="rId264" Type="http://schemas.openxmlformats.org/officeDocument/2006/relationships/image" Target="../media/image1410.png"/><Relationship Id="rId285" Type="http://schemas.openxmlformats.org/officeDocument/2006/relationships/customXml" Target="../ink/ink1431.xml"/><Relationship Id="rId17" Type="http://schemas.openxmlformats.org/officeDocument/2006/relationships/image" Target="../media/image1288.png"/><Relationship Id="rId38" Type="http://schemas.openxmlformats.org/officeDocument/2006/relationships/customXml" Target="../ink/ink1307.xml"/><Relationship Id="rId59" Type="http://schemas.openxmlformats.org/officeDocument/2006/relationships/image" Target="../media/image1309.png"/><Relationship Id="rId103" Type="http://schemas.openxmlformats.org/officeDocument/2006/relationships/image" Target="../media/image1330.png"/><Relationship Id="rId124" Type="http://schemas.openxmlformats.org/officeDocument/2006/relationships/customXml" Target="../ink/ink1350.xml"/><Relationship Id="rId310" Type="http://schemas.openxmlformats.org/officeDocument/2006/relationships/image" Target="../media/image1433.png"/><Relationship Id="rId70" Type="http://schemas.openxmlformats.org/officeDocument/2006/relationships/customXml" Target="../ink/ink1323.xml"/><Relationship Id="rId91" Type="http://schemas.openxmlformats.org/officeDocument/2006/relationships/image" Target="../media/image1324.png"/><Relationship Id="rId145" Type="http://schemas.openxmlformats.org/officeDocument/2006/relationships/image" Target="../media/image1351.png"/><Relationship Id="rId166" Type="http://schemas.openxmlformats.org/officeDocument/2006/relationships/customXml" Target="../ink/ink1371.xml"/><Relationship Id="rId187" Type="http://schemas.openxmlformats.org/officeDocument/2006/relationships/image" Target="../media/image137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94.xml"/><Relationship Id="rId233" Type="http://schemas.openxmlformats.org/officeDocument/2006/relationships/image" Target="../media/image1395.png"/><Relationship Id="rId254" Type="http://schemas.openxmlformats.org/officeDocument/2006/relationships/customXml" Target="../ink/ink1415.xml"/><Relationship Id="rId28" Type="http://schemas.openxmlformats.org/officeDocument/2006/relationships/customXml" Target="../ink/ink1302.xml"/><Relationship Id="rId49" Type="http://schemas.openxmlformats.org/officeDocument/2006/relationships/image" Target="../media/image1304.png"/><Relationship Id="rId114" Type="http://schemas.openxmlformats.org/officeDocument/2006/relationships/customXml" Target="../ink/ink1345.xml"/><Relationship Id="rId275" Type="http://schemas.openxmlformats.org/officeDocument/2006/relationships/customXml" Target="../ink/ink1426.xml"/><Relationship Id="rId296" Type="http://schemas.openxmlformats.org/officeDocument/2006/relationships/image" Target="../media/image1426.png"/><Relationship Id="rId300" Type="http://schemas.openxmlformats.org/officeDocument/2006/relationships/image" Target="../media/image1428.png"/><Relationship Id="rId60" Type="http://schemas.openxmlformats.org/officeDocument/2006/relationships/customXml" Target="../ink/ink1318.xml"/><Relationship Id="rId81" Type="http://schemas.openxmlformats.org/officeDocument/2006/relationships/image" Target="../media/image1319.png"/><Relationship Id="rId135" Type="http://schemas.openxmlformats.org/officeDocument/2006/relationships/image" Target="../media/image1346.png"/><Relationship Id="rId156" Type="http://schemas.openxmlformats.org/officeDocument/2006/relationships/customXml" Target="../ink/ink1366.xml"/><Relationship Id="rId177" Type="http://schemas.openxmlformats.org/officeDocument/2006/relationships/image" Target="../media/image1367.png"/><Relationship Id="rId198" Type="http://schemas.openxmlformats.org/officeDocument/2006/relationships/customXml" Target="../ink/ink1387.xml"/><Relationship Id="rId202" Type="http://schemas.openxmlformats.org/officeDocument/2006/relationships/customXml" Target="../ink/ink1389.xml"/><Relationship Id="rId223" Type="http://schemas.openxmlformats.org/officeDocument/2006/relationships/image" Target="../media/image1390.png"/><Relationship Id="rId244" Type="http://schemas.openxmlformats.org/officeDocument/2006/relationships/customXml" Target="../ink/ink1410.xml"/><Relationship Id="rId18" Type="http://schemas.openxmlformats.org/officeDocument/2006/relationships/customXml" Target="../ink/ink1297.xml"/><Relationship Id="rId39" Type="http://schemas.openxmlformats.org/officeDocument/2006/relationships/image" Target="../media/image1299.png"/><Relationship Id="rId265" Type="http://schemas.openxmlformats.org/officeDocument/2006/relationships/customXml" Target="../ink/ink1421.xml"/><Relationship Id="rId286" Type="http://schemas.openxmlformats.org/officeDocument/2006/relationships/image" Target="../media/image1421.png"/><Relationship Id="rId50" Type="http://schemas.openxmlformats.org/officeDocument/2006/relationships/customXml" Target="../ink/ink1313.xml"/><Relationship Id="rId104" Type="http://schemas.openxmlformats.org/officeDocument/2006/relationships/customXml" Target="../ink/ink1340.xml"/><Relationship Id="rId125" Type="http://schemas.openxmlformats.org/officeDocument/2006/relationships/image" Target="../media/image1341.png"/><Relationship Id="rId146" Type="http://schemas.openxmlformats.org/officeDocument/2006/relationships/customXml" Target="../ink/ink1361.xml"/><Relationship Id="rId167" Type="http://schemas.openxmlformats.org/officeDocument/2006/relationships/image" Target="../media/image1362.png"/><Relationship Id="rId188" Type="http://schemas.openxmlformats.org/officeDocument/2006/relationships/customXml" Target="../ink/ink1382.xml"/><Relationship Id="rId311" Type="http://schemas.openxmlformats.org/officeDocument/2006/relationships/customXml" Target="../ink/ink1444.xml"/><Relationship Id="rId71" Type="http://schemas.openxmlformats.org/officeDocument/2006/relationships/image" Target="../media/image1315.png"/><Relationship Id="rId92" Type="http://schemas.openxmlformats.org/officeDocument/2006/relationships/customXml" Target="../ink/ink1334.xml"/><Relationship Id="rId213" Type="http://schemas.openxmlformats.org/officeDocument/2006/relationships/image" Target="../media/image1385.png"/><Relationship Id="rId234" Type="http://schemas.openxmlformats.org/officeDocument/2006/relationships/customXml" Target="../ink/ink1405.xml"/><Relationship Id="rId2" Type="http://schemas.openxmlformats.org/officeDocument/2006/relationships/customXml" Target="../ink/ink1289.xml"/><Relationship Id="rId29" Type="http://schemas.openxmlformats.org/officeDocument/2006/relationships/image" Target="../media/image1294.png"/><Relationship Id="rId255" Type="http://schemas.openxmlformats.org/officeDocument/2006/relationships/image" Target="../media/image1406.png"/><Relationship Id="rId276" Type="http://schemas.openxmlformats.org/officeDocument/2006/relationships/image" Target="../media/image1416.png"/><Relationship Id="rId297" Type="http://schemas.openxmlformats.org/officeDocument/2006/relationships/customXml" Target="../ink/ink1437.xml"/><Relationship Id="rId40" Type="http://schemas.openxmlformats.org/officeDocument/2006/relationships/customXml" Target="../ink/ink1308.xml"/><Relationship Id="rId115" Type="http://schemas.openxmlformats.org/officeDocument/2006/relationships/image" Target="../media/image1336.png"/><Relationship Id="rId136" Type="http://schemas.openxmlformats.org/officeDocument/2006/relationships/customXml" Target="../ink/ink1356.xml"/><Relationship Id="rId157" Type="http://schemas.openxmlformats.org/officeDocument/2006/relationships/image" Target="../media/image1357.png"/><Relationship Id="rId178" Type="http://schemas.openxmlformats.org/officeDocument/2006/relationships/customXml" Target="../ink/ink1377.xml"/><Relationship Id="rId301" Type="http://schemas.openxmlformats.org/officeDocument/2006/relationships/customXml" Target="../ink/ink1439.xml"/><Relationship Id="rId61" Type="http://schemas.openxmlformats.org/officeDocument/2006/relationships/image" Target="../media/image1310.png"/><Relationship Id="rId82" Type="http://schemas.openxmlformats.org/officeDocument/2006/relationships/customXml" Target="../ink/ink1329.xml"/><Relationship Id="rId199" Type="http://schemas.openxmlformats.org/officeDocument/2006/relationships/image" Target="../media/image1378.png"/><Relationship Id="rId203" Type="http://schemas.openxmlformats.org/officeDocument/2006/relationships/image" Target="../media/image1380.png"/><Relationship Id="rId19" Type="http://schemas.openxmlformats.org/officeDocument/2006/relationships/image" Target="../media/image1289.png"/><Relationship Id="rId224" Type="http://schemas.openxmlformats.org/officeDocument/2006/relationships/customXml" Target="../ink/ink1400.xml"/><Relationship Id="rId245" Type="http://schemas.openxmlformats.org/officeDocument/2006/relationships/image" Target="../media/image1401.png"/><Relationship Id="rId266" Type="http://schemas.openxmlformats.org/officeDocument/2006/relationships/image" Target="../media/image1411.png"/><Relationship Id="rId287" Type="http://schemas.openxmlformats.org/officeDocument/2006/relationships/customXml" Target="../ink/ink1432.xml"/><Relationship Id="rId30" Type="http://schemas.openxmlformats.org/officeDocument/2006/relationships/customXml" Target="../ink/ink1303.xml"/><Relationship Id="rId105" Type="http://schemas.openxmlformats.org/officeDocument/2006/relationships/image" Target="../media/image1331.png"/><Relationship Id="rId126" Type="http://schemas.openxmlformats.org/officeDocument/2006/relationships/customXml" Target="../ink/ink1351.xml"/><Relationship Id="rId147" Type="http://schemas.openxmlformats.org/officeDocument/2006/relationships/image" Target="../media/image1352.png"/><Relationship Id="rId168" Type="http://schemas.openxmlformats.org/officeDocument/2006/relationships/customXml" Target="../ink/ink1372.xml"/><Relationship Id="rId312" Type="http://schemas.openxmlformats.org/officeDocument/2006/relationships/image" Target="../media/image1434.png"/><Relationship Id="rId51" Type="http://schemas.openxmlformats.org/officeDocument/2006/relationships/image" Target="../media/image1305.png"/><Relationship Id="rId72" Type="http://schemas.openxmlformats.org/officeDocument/2006/relationships/customXml" Target="../ink/ink1324.xml"/><Relationship Id="rId93" Type="http://schemas.openxmlformats.org/officeDocument/2006/relationships/image" Target="../media/image1325.png"/><Relationship Id="rId189" Type="http://schemas.openxmlformats.org/officeDocument/2006/relationships/image" Target="../media/image1373.png"/><Relationship Id="rId3" Type="http://schemas.openxmlformats.org/officeDocument/2006/relationships/image" Target="../media/image1281.png"/><Relationship Id="rId214" Type="http://schemas.openxmlformats.org/officeDocument/2006/relationships/customXml" Target="../ink/ink1395.xml"/><Relationship Id="rId235" Type="http://schemas.openxmlformats.org/officeDocument/2006/relationships/image" Target="../media/image1396.png"/><Relationship Id="rId256" Type="http://schemas.openxmlformats.org/officeDocument/2006/relationships/customXml" Target="../ink/ink1416.xml"/><Relationship Id="rId277" Type="http://schemas.openxmlformats.org/officeDocument/2006/relationships/customXml" Target="../ink/ink1427.xml"/><Relationship Id="rId298" Type="http://schemas.openxmlformats.org/officeDocument/2006/relationships/image" Target="../media/image1427.png"/><Relationship Id="rId116" Type="http://schemas.openxmlformats.org/officeDocument/2006/relationships/customXml" Target="../ink/ink1346.xml"/><Relationship Id="rId137" Type="http://schemas.openxmlformats.org/officeDocument/2006/relationships/image" Target="../media/image1347.png"/><Relationship Id="rId158" Type="http://schemas.openxmlformats.org/officeDocument/2006/relationships/customXml" Target="../ink/ink1367.xml"/><Relationship Id="rId302" Type="http://schemas.openxmlformats.org/officeDocument/2006/relationships/image" Target="../media/image1429.png"/><Relationship Id="rId20" Type="http://schemas.openxmlformats.org/officeDocument/2006/relationships/customXml" Target="../ink/ink1298.xml"/><Relationship Id="rId41" Type="http://schemas.openxmlformats.org/officeDocument/2006/relationships/image" Target="../media/image1300.png"/><Relationship Id="rId62" Type="http://schemas.openxmlformats.org/officeDocument/2006/relationships/customXml" Target="../ink/ink1319.xml"/><Relationship Id="rId83" Type="http://schemas.openxmlformats.org/officeDocument/2006/relationships/image" Target="../media/image1320.png"/><Relationship Id="rId179" Type="http://schemas.openxmlformats.org/officeDocument/2006/relationships/image" Target="../media/image1368.png"/><Relationship Id="rId190" Type="http://schemas.openxmlformats.org/officeDocument/2006/relationships/customXml" Target="../ink/ink1383.xml"/><Relationship Id="rId204" Type="http://schemas.openxmlformats.org/officeDocument/2006/relationships/customXml" Target="../ink/ink1390.xml"/><Relationship Id="rId225" Type="http://schemas.openxmlformats.org/officeDocument/2006/relationships/image" Target="../media/image1391.png"/><Relationship Id="rId246" Type="http://schemas.openxmlformats.org/officeDocument/2006/relationships/customXml" Target="../ink/ink1411.xml"/><Relationship Id="rId267" Type="http://schemas.openxmlformats.org/officeDocument/2006/relationships/customXml" Target="../ink/ink1422.xml"/><Relationship Id="rId288" Type="http://schemas.openxmlformats.org/officeDocument/2006/relationships/image" Target="../media/image1422.png"/><Relationship Id="rId106" Type="http://schemas.openxmlformats.org/officeDocument/2006/relationships/customXml" Target="../ink/ink1341.xml"/><Relationship Id="rId127" Type="http://schemas.openxmlformats.org/officeDocument/2006/relationships/image" Target="../media/image1342.png"/><Relationship Id="rId10" Type="http://schemas.openxmlformats.org/officeDocument/2006/relationships/customXml" Target="../ink/ink1293.xml"/><Relationship Id="rId31" Type="http://schemas.openxmlformats.org/officeDocument/2006/relationships/image" Target="../media/image1295.png"/><Relationship Id="rId52" Type="http://schemas.openxmlformats.org/officeDocument/2006/relationships/customXml" Target="../ink/ink1314.xml"/><Relationship Id="rId73" Type="http://schemas.openxmlformats.org/officeDocument/2006/relationships/image" Target="../media/image1316.png"/><Relationship Id="rId94" Type="http://schemas.openxmlformats.org/officeDocument/2006/relationships/customXml" Target="../ink/ink1335.xml"/><Relationship Id="rId148" Type="http://schemas.openxmlformats.org/officeDocument/2006/relationships/customXml" Target="../ink/ink1362.xml"/><Relationship Id="rId169" Type="http://schemas.openxmlformats.org/officeDocument/2006/relationships/image" Target="../media/image1363.png"/><Relationship Id="rId4" Type="http://schemas.openxmlformats.org/officeDocument/2006/relationships/customXml" Target="../ink/ink1290.xml"/><Relationship Id="rId180" Type="http://schemas.openxmlformats.org/officeDocument/2006/relationships/customXml" Target="../ink/ink1378.xml"/><Relationship Id="rId215" Type="http://schemas.openxmlformats.org/officeDocument/2006/relationships/image" Target="../media/image1386.png"/><Relationship Id="rId236" Type="http://schemas.openxmlformats.org/officeDocument/2006/relationships/customXml" Target="../ink/ink1406.xml"/><Relationship Id="rId257" Type="http://schemas.openxmlformats.org/officeDocument/2006/relationships/image" Target="../media/image1407.png"/><Relationship Id="rId278" Type="http://schemas.openxmlformats.org/officeDocument/2006/relationships/image" Target="../media/image1417.png"/><Relationship Id="rId303" Type="http://schemas.openxmlformats.org/officeDocument/2006/relationships/customXml" Target="../ink/ink1440.xml"/><Relationship Id="rId42" Type="http://schemas.openxmlformats.org/officeDocument/2006/relationships/customXml" Target="../ink/ink1309.xml"/><Relationship Id="rId84" Type="http://schemas.openxmlformats.org/officeDocument/2006/relationships/customXml" Target="../ink/ink1330.xml"/><Relationship Id="rId138" Type="http://schemas.openxmlformats.org/officeDocument/2006/relationships/customXml" Target="../ink/ink1357.xml"/><Relationship Id="rId191" Type="http://schemas.openxmlformats.org/officeDocument/2006/relationships/image" Target="../media/image1374.png"/><Relationship Id="rId205" Type="http://schemas.openxmlformats.org/officeDocument/2006/relationships/image" Target="../media/image1381.png"/><Relationship Id="rId247" Type="http://schemas.openxmlformats.org/officeDocument/2006/relationships/image" Target="../media/image1402.png"/><Relationship Id="rId107" Type="http://schemas.openxmlformats.org/officeDocument/2006/relationships/image" Target="../media/image1332.png"/><Relationship Id="rId289" Type="http://schemas.openxmlformats.org/officeDocument/2006/relationships/customXml" Target="../ink/ink1433.xml"/><Relationship Id="rId11" Type="http://schemas.openxmlformats.org/officeDocument/2006/relationships/image" Target="../media/image1285.png"/><Relationship Id="rId53" Type="http://schemas.openxmlformats.org/officeDocument/2006/relationships/image" Target="../media/image1306.png"/><Relationship Id="rId149" Type="http://schemas.openxmlformats.org/officeDocument/2006/relationships/image" Target="../media/image1353.png"/><Relationship Id="rId95" Type="http://schemas.openxmlformats.org/officeDocument/2006/relationships/image" Target="../media/image1326.png"/><Relationship Id="rId160" Type="http://schemas.openxmlformats.org/officeDocument/2006/relationships/customXml" Target="../ink/ink1368.xml"/><Relationship Id="rId216" Type="http://schemas.openxmlformats.org/officeDocument/2006/relationships/customXml" Target="../ink/ink1396.xml"/><Relationship Id="rId258" Type="http://schemas.openxmlformats.org/officeDocument/2006/relationships/customXml" Target="../ink/ink1417.xml"/><Relationship Id="rId22" Type="http://schemas.openxmlformats.org/officeDocument/2006/relationships/customXml" Target="../ink/ink1299.xml"/><Relationship Id="rId64" Type="http://schemas.openxmlformats.org/officeDocument/2006/relationships/customXml" Target="../ink/ink1320.xml"/><Relationship Id="rId118" Type="http://schemas.openxmlformats.org/officeDocument/2006/relationships/customXml" Target="../ink/ink1347.xml"/><Relationship Id="rId171" Type="http://schemas.openxmlformats.org/officeDocument/2006/relationships/image" Target="../media/image1364.png"/><Relationship Id="rId227" Type="http://schemas.openxmlformats.org/officeDocument/2006/relationships/image" Target="../media/image1392.png"/><Relationship Id="rId269" Type="http://schemas.openxmlformats.org/officeDocument/2006/relationships/customXml" Target="../ink/ink1423.xml"/><Relationship Id="rId33" Type="http://schemas.openxmlformats.org/officeDocument/2006/relationships/image" Target="../media/image1296.png"/><Relationship Id="rId129" Type="http://schemas.openxmlformats.org/officeDocument/2006/relationships/image" Target="../media/image1343.png"/><Relationship Id="rId280" Type="http://schemas.openxmlformats.org/officeDocument/2006/relationships/image" Target="../media/image1418.png"/><Relationship Id="rId75" Type="http://schemas.openxmlformats.org/officeDocument/2006/relationships/image" Target="../media/image1317.png"/><Relationship Id="rId140" Type="http://schemas.openxmlformats.org/officeDocument/2006/relationships/customXml" Target="../ink/ink1358.xml"/><Relationship Id="rId182" Type="http://schemas.openxmlformats.org/officeDocument/2006/relationships/customXml" Target="../ink/ink1379.xml"/><Relationship Id="rId6" Type="http://schemas.openxmlformats.org/officeDocument/2006/relationships/customXml" Target="../ink/ink1291.xml"/><Relationship Id="rId238" Type="http://schemas.openxmlformats.org/officeDocument/2006/relationships/customXml" Target="../ink/ink1407.xml"/><Relationship Id="rId291" Type="http://schemas.openxmlformats.org/officeDocument/2006/relationships/customXml" Target="../ink/ink1434.xml"/><Relationship Id="rId305" Type="http://schemas.openxmlformats.org/officeDocument/2006/relationships/customXml" Target="../ink/ink144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2.png"/><Relationship Id="rId299" Type="http://schemas.openxmlformats.org/officeDocument/2006/relationships/image" Target="../media/image1583.png"/><Relationship Id="rId21" Type="http://schemas.openxmlformats.org/officeDocument/2006/relationships/image" Target="../media/image1444.png"/><Relationship Id="rId63" Type="http://schemas.openxmlformats.org/officeDocument/2006/relationships/image" Target="../media/image1465.png"/><Relationship Id="rId159" Type="http://schemas.openxmlformats.org/officeDocument/2006/relationships/image" Target="../media/image1513.png"/><Relationship Id="rId324" Type="http://schemas.openxmlformats.org/officeDocument/2006/relationships/customXml" Target="../ink/ink1606.xml"/><Relationship Id="rId366" Type="http://schemas.openxmlformats.org/officeDocument/2006/relationships/customXml" Target="../ink/ink1627.xml"/><Relationship Id="rId170" Type="http://schemas.openxmlformats.org/officeDocument/2006/relationships/customXml" Target="../ink/ink1529.xml"/><Relationship Id="rId226" Type="http://schemas.openxmlformats.org/officeDocument/2006/relationships/customXml" Target="../ink/ink1557.xml"/><Relationship Id="rId268" Type="http://schemas.openxmlformats.org/officeDocument/2006/relationships/customXml" Target="../ink/ink1578.xml"/><Relationship Id="rId32" Type="http://schemas.openxmlformats.org/officeDocument/2006/relationships/customXml" Target="../ink/ink1460.xml"/><Relationship Id="rId74" Type="http://schemas.openxmlformats.org/officeDocument/2006/relationships/customXml" Target="../ink/ink1481.xml"/><Relationship Id="rId128" Type="http://schemas.openxmlformats.org/officeDocument/2006/relationships/customXml" Target="../ink/ink1508.xml"/><Relationship Id="rId335" Type="http://schemas.openxmlformats.org/officeDocument/2006/relationships/image" Target="../media/image1601.png"/><Relationship Id="rId377" Type="http://schemas.openxmlformats.org/officeDocument/2006/relationships/image" Target="../media/image1622.png"/><Relationship Id="rId5" Type="http://schemas.openxmlformats.org/officeDocument/2006/relationships/image" Target="../media/image1436.png"/><Relationship Id="rId181" Type="http://schemas.openxmlformats.org/officeDocument/2006/relationships/image" Target="../media/image1524.png"/><Relationship Id="rId237" Type="http://schemas.openxmlformats.org/officeDocument/2006/relationships/image" Target="../media/image1552.png"/><Relationship Id="rId402" Type="http://schemas.openxmlformats.org/officeDocument/2006/relationships/customXml" Target="../ink/ink1645.xml"/><Relationship Id="rId279" Type="http://schemas.openxmlformats.org/officeDocument/2006/relationships/image" Target="../media/image1573.png"/><Relationship Id="rId43" Type="http://schemas.openxmlformats.org/officeDocument/2006/relationships/image" Target="../media/image1455.png"/><Relationship Id="rId139" Type="http://schemas.openxmlformats.org/officeDocument/2006/relationships/image" Target="../media/image1503.png"/><Relationship Id="rId290" Type="http://schemas.openxmlformats.org/officeDocument/2006/relationships/customXml" Target="../ink/ink1589.xml"/><Relationship Id="rId304" Type="http://schemas.openxmlformats.org/officeDocument/2006/relationships/customXml" Target="../ink/ink1596.xml"/><Relationship Id="rId346" Type="http://schemas.openxmlformats.org/officeDocument/2006/relationships/customXml" Target="../ink/ink1617.xml"/><Relationship Id="rId388" Type="http://schemas.openxmlformats.org/officeDocument/2006/relationships/customXml" Target="../ink/ink1638.xml"/><Relationship Id="rId85" Type="http://schemas.openxmlformats.org/officeDocument/2006/relationships/image" Target="../media/image1476.png"/><Relationship Id="rId150" Type="http://schemas.openxmlformats.org/officeDocument/2006/relationships/customXml" Target="../ink/ink1519.xml"/><Relationship Id="rId192" Type="http://schemas.openxmlformats.org/officeDocument/2006/relationships/customXml" Target="../ink/ink1540.xml"/><Relationship Id="rId206" Type="http://schemas.openxmlformats.org/officeDocument/2006/relationships/customXml" Target="../ink/ink1547.xml"/><Relationship Id="rId413" Type="http://schemas.openxmlformats.org/officeDocument/2006/relationships/image" Target="../media/image1640.png"/><Relationship Id="rId248" Type="http://schemas.openxmlformats.org/officeDocument/2006/relationships/customXml" Target="../ink/ink1568.xml"/><Relationship Id="rId12" Type="http://schemas.openxmlformats.org/officeDocument/2006/relationships/customXml" Target="../ink/ink1450.xml"/><Relationship Id="rId108" Type="http://schemas.openxmlformats.org/officeDocument/2006/relationships/customXml" Target="../ink/ink1498.xml"/><Relationship Id="rId315" Type="http://schemas.openxmlformats.org/officeDocument/2006/relationships/image" Target="../media/image1591.png"/><Relationship Id="rId357" Type="http://schemas.openxmlformats.org/officeDocument/2006/relationships/image" Target="../media/image1612.png"/><Relationship Id="rId54" Type="http://schemas.openxmlformats.org/officeDocument/2006/relationships/customXml" Target="../ink/ink1471.xml"/><Relationship Id="rId96" Type="http://schemas.openxmlformats.org/officeDocument/2006/relationships/customXml" Target="../ink/ink1492.xml"/><Relationship Id="rId161" Type="http://schemas.openxmlformats.org/officeDocument/2006/relationships/image" Target="../media/image1514.png"/><Relationship Id="rId217" Type="http://schemas.openxmlformats.org/officeDocument/2006/relationships/image" Target="../media/image1542.png"/><Relationship Id="rId399" Type="http://schemas.openxmlformats.org/officeDocument/2006/relationships/image" Target="../media/image1633.png"/><Relationship Id="rId259" Type="http://schemas.openxmlformats.org/officeDocument/2006/relationships/image" Target="../media/image1563.png"/><Relationship Id="rId23" Type="http://schemas.openxmlformats.org/officeDocument/2006/relationships/image" Target="../media/image1445.png"/><Relationship Id="rId119" Type="http://schemas.openxmlformats.org/officeDocument/2006/relationships/image" Target="../media/image1493.png"/><Relationship Id="rId270" Type="http://schemas.openxmlformats.org/officeDocument/2006/relationships/customXml" Target="../ink/ink1579.xml"/><Relationship Id="rId326" Type="http://schemas.openxmlformats.org/officeDocument/2006/relationships/customXml" Target="../ink/ink1607.xml"/><Relationship Id="rId65" Type="http://schemas.openxmlformats.org/officeDocument/2006/relationships/image" Target="../media/image1466.png"/><Relationship Id="rId130" Type="http://schemas.openxmlformats.org/officeDocument/2006/relationships/customXml" Target="../ink/ink1509.xml"/><Relationship Id="rId368" Type="http://schemas.openxmlformats.org/officeDocument/2006/relationships/customXml" Target="../ink/ink1628.xml"/><Relationship Id="rId172" Type="http://schemas.openxmlformats.org/officeDocument/2006/relationships/customXml" Target="../ink/ink1530.xml"/><Relationship Id="rId228" Type="http://schemas.openxmlformats.org/officeDocument/2006/relationships/customXml" Target="../ink/ink1558.xml"/><Relationship Id="rId281" Type="http://schemas.openxmlformats.org/officeDocument/2006/relationships/image" Target="../media/image1574.png"/><Relationship Id="rId337" Type="http://schemas.openxmlformats.org/officeDocument/2006/relationships/image" Target="../media/image1602.png"/><Relationship Id="rId34" Type="http://schemas.openxmlformats.org/officeDocument/2006/relationships/customXml" Target="../ink/ink1461.xml"/><Relationship Id="rId76" Type="http://schemas.openxmlformats.org/officeDocument/2006/relationships/customXml" Target="../ink/ink1482.xml"/><Relationship Id="rId141" Type="http://schemas.openxmlformats.org/officeDocument/2006/relationships/image" Target="../media/image1504.png"/><Relationship Id="rId379" Type="http://schemas.openxmlformats.org/officeDocument/2006/relationships/image" Target="../media/image1623.png"/><Relationship Id="rId7" Type="http://schemas.openxmlformats.org/officeDocument/2006/relationships/image" Target="../media/image1437.png"/><Relationship Id="rId183" Type="http://schemas.openxmlformats.org/officeDocument/2006/relationships/image" Target="../media/image1525.png"/><Relationship Id="rId239" Type="http://schemas.openxmlformats.org/officeDocument/2006/relationships/image" Target="../media/image1553.png"/><Relationship Id="rId390" Type="http://schemas.openxmlformats.org/officeDocument/2006/relationships/customXml" Target="../ink/ink1639.xml"/><Relationship Id="rId404" Type="http://schemas.openxmlformats.org/officeDocument/2006/relationships/customXml" Target="../ink/ink1646.xml"/><Relationship Id="rId250" Type="http://schemas.openxmlformats.org/officeDocument/2006/relationships/customXml" Target="../ink/ink1569.xml"/><Relationship Id="rId292" Type="http://schemas.openxmlformats.org/officeDocument/2006/relationships/customXml" Target="../ink/ink1590.xml"/><Relationship Id="rId306" Type="http://schemas.openxmlformats.org/officeDocument/2006/relationships/customXml" Target="../ink/ink1597.xml"/><Relationship Id="rId45" Type="http://schemas.openxmlformats.org/officeDocument/2006/relationships/image" Target="../media/image1456.png"/><Relationship Id="rId87" Type="http://schemas.openxmlformats.org/officeDocument/2006/relationships/image" Target="../media/image1477.png"/><Relationship Id="rId110" Type="http://schemas.openxmlformats.org/officeDocument/2006/relationships/customXml" Target="../ink/ink1499.xml"/><Relationship Id="rId348" Type="http://schemas.openxmlformats.org/officeDocument/2006/relationships/customXml" Target="../ink/ink1618.xml"/><Relationship Id="rId152" Type="http://schemas.openxmlformats.org/officeDocument/2006/relationships/customXml" Target="../ink/ink1520.xml"/><Relationship Id="rId194" Type="http://schemas.openxmlformats.org/officeDocument/2006/relationships/customXml" Target="../ink/ink1541.xml"/><Relationship Id="rId208" Type="http://schemas.openxmlformats.org/officeDocument/2006/relationships/customXml" Target="../ink/ink1548.xml"/><Relationship Id="rId415" Type="http://schemas.openxmlformats.org/officeDocument/2006/relationships/image" Target="../media/image1641.png"/><Relationship Id="rId261" Type="http://schemas.openxmlformats.org/officeDocument/2006/relationships/image" Target="../media/image1564.png"/><Relationship Id="rId14" Type="http://schemas.openxmlformats.org/officeDocument/2006/relationships/customXml" Target="../ink/ink1451.xml"/><Relationship Id="rId56" Type="http://schemas.openxmlformats.org/officeDocument/2006/relationships/customXml" Target="../ink/ink1472.xml"/><Relationship Id="rId317" Type="http://schemas.openxmlformats.org/officeDocument/2006/relationships/image" Target="../media/image1592.png"/><Relationship Id="rId359" Type="http://schemas.openxmlformats.org/officeDocument/2006/relationships/image" Target="../media/image1613.png"/><Relationship Id="rId98" Type="http://schemas.openxmlformats.org/officeDocument/2006/relationships/customXml" Target="../ink/ink1493.xml"/><Relationship Id="rId121" Type="http://schemas.openxmlformats.org/officeDocument/2006/relationships/image" Target="../media/image1494.png"/><Relationship Id="rId163" Type="http://schemas.openxmlformats.org/officeDocument/2006/relationships/image" Target="../media/image1515.png"/><Relationship Id="rId219" Type="http://schemas.openxmlformats.org/officeDocument/2006/relationships/image" Target="../media/image1543.png"/><Relationship Id="rId370" Type="http://schemas.openxmlformats.org/officeDocument/2006/relationships/customXml" Target="../ink/ink1629.xml"/><Relationship Id="rId230" Type="http://schemas.openxmlformats.org/officeDocument/2006/relationships/customXml" Target="../ink/ink1559.xml"/><Relationship Id="rId25" Type="http://schemas.openxmlformats.org/officeDocument/2006/relationships/image" Target="../media/image1446.png"/><Relationship Id="rId67" Type="http://schemas.openxmlformats.org/officeDocument/2006/relationships/image" Target="../media/image1467.png"/><Relationship Id="rId272" Type="http://schemas.openxmlformats.org/officeDocument/2006/relationships/customXml" Target="../ink/ink1580.xml"/><Relationship Id="rId328" Type="http://schemas.openxmlformats.org/officeDocument/2006/relationships/customXml" Target="../ink/ink1608.xml"/><Relationship Id="rId132" Type="http://schemas.openxmlformats.org/officeDocument/2006/relationships/customXml" Target="../ink/ink1510.xml"/><Relationship Id="rId174" Type="http://schemas.openxmlformats.org/officeDocument/2006/relationships/customXml" Target="../ink/ink1531.xml"/><Relationship Id="rId381" Type="http://schemas.openxmlformats.org/officeDocument/2006/relationships/image" Target="../media/image1624.png"/><Relationship Id="rId241" Type="http://schemas.openxmlformats.org/officeDocument/2006/relationships/image" Target="../media/image1554.png"/><Relationship Id="rId36" Type="http://schemas.openxmlformats.org/officeDocument/2006/relationships/customXml" Target="../ink/ink1462.xml"/><Relationship Id="rId283" Type="http://schemas.openxmlformats.org/officeDocument/2006/relationships/image" Target="../media/image1575.png"/><Relationship Id="rId339" Type="http://schemas.openxmlformats.org/officeDocument/2006/relationships/image" Target="../media/image1603.png"/><Relationship Id="rId78" Type="http://schemas.openxmlformats.org/officeDocument/2006/relationships/customXml" Target="../ink/ink1483.xml"/><Relationship Id="rId101" Type="http://schemas.openxmlformats.org/officeDocument/2006/relationships/image" Target="../media/image1484.png"/><Relationship Id="rId143" Type="http://schemas.openxmlformats.org/officeDocument/2006/relationships/image" Target="../media/image1505.png"/><Relationship Id="rId185" Type="http://schemas.openxmlformats.org/officeDocument/2006/relationships/image" Target="../media/image1526.png"/><Relationship Id="rId350" Type="http://schemas.openxmlformats.org/officeDocument/2006/relationships/customXml" Target="../ink/ink1619.xml"/><Relationship Id="rId406" Type="http://schemas.openxmlformats.org/officeDocument/2006/relationships/customXml" Target="../ink/ink1647.xml"/><Relationship Id="rId9" Type="http://schemas.openxmlformats.org/officeDocument/2006/relationships/image" Target="../media/image1438.png"/><Relationship Id="rId210" Type="http://schemas.openxmlformats.org/officeDocument/2006/relationships/customXml" Target="../ink/ink1549.xml"/><Relationship Id="rId392" Type="http://schemas.openxmlformats.org/officeDocument/2006/relationships/customXml" Target="../ink/ink1640.xml"/><Relationship Id="rId252" Type="http://schemas.openxmlformats.org/officeDocument/2006/relationships/customXml" Target="../ink/ink1570.xml"/><Relationship Id="rId294" Type="http://schemas.openxmlformats.org/officeDocument/2006/relationships/customXml" Target="../ink/ink1591.xml"/><Relationship Id="rId308" Type="http://schemas.openxmlformats.org/officeDocument/2006/relationships/customXml" Target="../ink/ink1598.xml"/><Relationship Id="rId47" Type="http://schemas.openxmlformats.org/officeDocument/2006/relationships/image" Target="../media/image1457.png"/><Relationship Id="rId89" Type="http://schemas.openxmlformats.org/officeDocument/2006/relationships/image" Target="../media/image1478.png"/><Relationship Id="rId112" Type="http://schemas.openxmlformats.org/officeDocument/2006/relationships/customXml" Target="../ink/ink1500.xml"/><Relationship Id="rId154" Type="http://schemas.openxmlformats.org/officeDocument/2006/relationships/customXml" Target="../ink/ink1521.xml"/><Relationship Id="rId361" Type="http://schemas.openxmlformats.org/officeDocument/2006/relationships/image" Target="../media/image1614.png"/><Relationship Id="rId196" Type="http://schemas.openxmlformats.org/officeDocument/2006/relationships/customXml" Target="../ink/ink1542.xml"/><Relationship Id="rId417" Type="http://schemas.openxmlformats.org/officeDocument/2006/relationships/image" Target="../media/image1642.png"/><Relationship Id="rId16" Type="http://schemas.openxmlformats.org/officeDocument/2006/relationships/customXml" Target="../ink/ink1452.xml"/><Relationship Id="rId221" Type="http://schemas.openxmlformats.org/officeDocument/2006/relationships/image" Target="../media/image1544.png"/><Relationship Id="rId263" Type="http://schemas.openxmlformats.org/officeDocument/2006/relationships/image" Target="../media/image1565.png"/><Relationship Id="rId319" Type="http://schemas.openxmlformats.org/officeDocument/2006/relationships/image" Target="../media/image1593.png"/><Relationship Id="rId58" Type="http://schemas.openxmlformats.org/officeDocument/2006/relationships/customXml" Target="../ink/ink1473.xml"/><Relationship Id="rId123" Type="http://schemas.openxmlformats.org/officeDocument/2006/relationships/image" Target="../media/image1495.png"/><Relationship Id="rId330" Type="http://schemas.openxmlformats.org/officeDocument/2006/relationships/customXml" Target="../ink/ink1609.xml"/><Relationship Id="rId165" Type="http://schemas.openxmlformats.org/officeDocument/2006/relationships/image" Target="../media/image1516.png"/><Relationship Id="rId372" Type="http://schemas.openxmlformats.org/officeDocument/2006/relationships/customXml" Target="../ink/ink1630.xml"/><Relationship Id="rId232" Type="http://schemas.openxmlformats.org/officeDocument/2006/relationships/customXml" Target="../ink/ink1560.xml"/><Relationship Id="rId274" Type="http://schemas.openxmlformats.org/officeDocument/2006/relationships/customXml" Target="../ink/ink1581.xml"/><Relationship Id="rId27" Type="http://schemas.openxmlformats.org/officeDocument/2006/relationships/image" Target="../media/image1447.png"/><Relationship Id="rId69" Type="http://schemas.openxmlformats.org/officeDocument/2006/relationships/image" Target="../media/image1468.png"/><Relationship Id="rId134" Type="http://schemas.openxmlformats.org/officeDocument/2006/relationships/customXml" Target="../ink/ink1511.xml"/><Relationship Id="rId80" Type="http://schemas.openxmlformats.org/officeDocument/2006/relationships/customXml" Target="../ink/ink1484.xml"/><Relationship Id="rId176" Type="http://schemas.openxmlformats.org/officeDocument/2006/relationships/customXml" Target="../ink/ink1532.xml"/><Relationship Id="rId341" Type="http://schemas.openxmlformats.org/officeDocument/2006/relationships/image" Target="../media/image1604.png"/><Relationship Id="rId383" Type="http://schemas.openxmlformats.org/officeDocument/2006/relationships/image" Target="../media/image1625.png"/><Relationship Id="rId201" Type="http://schemas.openxmlformats.org/officeDocument/2006/relationships/image" Target="../media/image1534.png"/><Relationship Id="rId222" Type="http://schemas.openxmlformats.org/officeDocument/2006/relationships/customXml" Target="../ink/ink1555.xml"/><Relationship Id="rId243" Type="http://schemas.openxmlformats.org/officeDocument/2006/relationships/image" Target="../media/image1555.png"/><Relationship Id="rId264" Type="http://schemas.openxmlformats.org/officeDocument/2006/relationships/customXml" Target="../ink/ink1576.xml"/><Relationship Id="rId285" Type="http://schemas.openxmlformats.org/officeDocument/2006/relationships/image" Target="../media/image1576.png"/><Relationship Id="rId17" Type="http://schemas.openxmlformats.org/officeDocument/2006/relationships/image" Target="../media/image1442.png"/><Relationship Id="rId38" Type="http://schemas.openxmlformats.org/officeDocument/2006/relationships/customXml" Target="../ink/ink1463.xml"/><Relationship Id="rId59" Type="http://schemas.openxmlformats.org/officeDocument/2006/relationships/image" Target="../media/image1463.png"/><Relationship Id="rId103" Type="http://schemas.openxmlformats.org/officeDocument/2006/relationships/image" Target="../media/image1485.png"/><Relationship Id="rId124" Type="http://schemas.openxmlformats.org/officeDocument/2006/relationships/customXml" Target="../ink/ink1506.xml"/><Relationship Id="rId310" Type="http://schemas.openxmlformats.org/officeDocument/2006/relationships/customXml" Target="../ink/ink1599.xml"/><Relationship Id="rId70" Type="http://schemas.openxmlformats.org/officeDocument/2006/relationships/customXml" Target="../ink/ink1479.xml"/><Relationship Id="rId91" Type="http://schemas.openxmlformats.org/officeDocument/2006/relationships/image" Target="../media/image1479.png"/><Relationship Id="rId145" Type="http://schemas.openxmlformats.org/officeDocument/2006/relationships/image" Target="../media/image1506.png"/><Relationship Id="rId166" Type="http://schemas.openxmlformats.org/officeDocument/2006/relationships/customXml" Target="../ink/ink1527.xml"/><Relationship Id="rId187" Type="http://schemas.openxmlformats.org/officeDocument/2006/relationships/image" Target="../media/image1527.png"/><Relationship Id="rId331" Type="http://schemas.openxmlformats.org/officeDocument/2006/relationships/image" Target="../media/image1599.png"/><Relationship Id="rId352" Type="http://schemas.openxmlformats.org/officeDocument/2006/relationships/customXml" Target="../ink/ink1620.xml"/><Relationship Id="rId373" Type="http://schemas.openxmlformats.org/officeDocument/2006/relationships/image" Target="../media/image1620.png"/><Relationship Id="rId394" Type="http://schemas.openxmlformats.org/officeDocument/2006/relationships/customXml" Target="../ink/ink1641.xml"/><Relationship Id="rId408" Type="http://schemas.openxmlformats.org/officeDocument/2006/relationships/customXml" Target="../ink/ink164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50.xml"/><Relationship Id="rId233" Type="http://schemas.openxmlformats.org/officeDocument/2006/relationships/image" Target="../media/image1550.png"/><Relationship Id="rId254" Type="http://schemas.openxmlformats.org/officeDocument/2006/relationships/customXml" Target="../ink/ink1571.xml"/><Relationship Id="rId28" Type="http://schemas.openxmlformats.org/officeDocument/2006/relationships/customXml" Target="../ink/ink1458.xml"/><Relationship Id="rId49" Type="http://schemas.openxmlformats.org/officeDocument/2006/relationships/image" Target="../media/image1458.png"/><Relationship Id="rId114" Type="http://schemas.openxmlformats.org/officeDocument/2006/relationships/customXml" Target="../ink/ink1501.xml"/><Relationship Id="rId275" Type="http://schemas.openxmlformats.org/officeDocument/2006/relationships/image" Target="../media/image1571.png"/><Relationship Id="rId296" Type="http://schemas.openxmlformats.org/officeDocument/2006/relationships/customXml" Target="../ink/ink1592.xml"/><Relationship Id="rId300" Type="http://schemas.openxmlformats.org/officeDocument/2006/relationships/customXml" Target="../ink/ink1594.xml"/><Relationship Id="rId60" Type="http://schemas.openxmlformats.org/officeDocument/2006/relationships/customXml" Target="../ink/ink1474.xml"/><Relationship Id="rId81" Type="http://schemas.openxmlformats.org/officeDocument/2006/relationships/image" Target="../media/image1474.png"/><Relationship Id="rId135" Type="http://schemas.openxmlformats.org/officeDocument/2006/relationships/image" Target="../media/image1501.png"/><Relationship Id="rId156" Type="http://schemas.openxmlformats.org/officeDocument/2006/relationships/customXml" Target="../ink/ink1522.xml"/><Relationship Id="rId177" Type="http://schemas.openxmlformats.org/officeDocument/2006/relationships/image" Target="../media/image1522.png"/><Relationship Id="rId198" Type="http://schemas.openxmlformats.org/officeDocument/2006/relationships/customXml" Target="../ink/ink1543.xml"/><Relationship Id="rId321" Type="http://schemas.openxmlformats.org/officeDocument/2006/relationships/image" Target="../media/image1594.png"/><Relationship Id="rId342" Type="http://schemas.openxmlformats.org/officeDocument/2006/relationships/customXml" Target="../ink/ink1615.xml"/><Relationship Id="rId363" Type="http://schemas.openxmlformats.org/officeDocument/2006/relationships/image" Target="../media/image1615.png"/><Relationship Id="rId384" Type="http://schemas.openxmlformats.org/officeDocument/2006/relationships/customXml" Target="../ink/ink1636.xml"/><Relationship Id="rId419" Type="http://schemas.openxmlformats.org/officeDocument/2006/relationships/image" Target="../media/image1643.png"/><Relationship Id="rId202" Type="http://schemas.openxmlformats.org/officeDocument/2006/relationships/customXml" Target="../ink/ink1545.xml"/><Relationship Id="rId223" Type="http://schemas.openxmlformats.org/officeDocument/2006/relationships/image" Target="../media/image1545.png"/><Relationship Id="rId244" Type="http://schemas.openxmlformats.org/officeDocument/2006/relationships/customXml" Target="../ink/ink1566.xml"/><Relationship Id="rId18" Type="http://schemas.openxmlformats.org/officeDocument/2006/relationships/customXml" Target="../ink/ink1453.xml"/><Relationship Id="rId39" Type="http://schemas.openxmlformats.org/officeDocument/2006/relationships/image" Target="../media/image1453.png"/><Relationship Id="rId265" Type="http://schemas.openxmlformats.org/officeDocument/2006/relationships/image" Target="../media/image1566.png"/><Relationship Id="rId286" Type="http://schemas.openxmlformats.org/officeDocument/2006/relationships/customXml" Target="../ink/ink1587.xml"/><Relationship Id="rId50" Type="http://schemas.openxmlformats.org/officeDocument/2006/relationships/customXml" Target="../ink/ink1469.xml"/><Relationship Id="rId104" Type="http://schemas.openxmlformats.org/officeDocument/2006/relationships/customXml" Target="../ink/ink1496.xml"/><Relationship Id="rId125" Type="http://schemas.openxmlformats.org/officeDocument/2006/relationships/image" Target="../media/image1496.png"/><Relationship Id="rId146" Type="http://schemas.openxmlformats.org/officeDocument/2006/relationships/customXml" Target="../ink/ink1517.xml"/><Relationship Id="rId167" Type="http://schemas.openxmlformats.org/officeDocument/2006/relationships/image" Target="../media/image1517.png"/><Relationship Id="rId188" Type="http://schemas.openxmlformats.org/officeDocument/2006/relationships/customXml" Target="../ink/ink1538.xml"/><Relationship Id="rId311" Type="http://schemas.openxmlformats.org/officeDocument/2006/relationships/image" Target="../media/image1589.png"/><Relationship Id="rId332" Type="http://schemas.openxmlformats.org/officeDocument/2006/relationships/customXml" Target="../ink/ink1610.xml"/><Relationship Id="rId353" Type="http://schemas.openxmlformats.org/officeDocument/2006/relationships/image" Target="../media/image1610.png"/><Relationship Id="rId374" Type="http://schemas.openxmlformats.org/officeDocument/2006/relationships/customXml" Target="../ink/ink1631.xml"/><Relationship Id="rId395" Type="http://schemas.openxmlformats.org/officeDocument/2006/relationships/image" Target="../media/image1631.png"/><Relationship Id="rId409" Type="http://schemas.openxmlformats.org/officeDocument/2006/relationships/image" Target="../media/image1638.png"/><Relationship Id="rId71" Type="http://schemas.openxmlformats.org/officeDocument/2006/relationships/image" Target="../media/image1469.png"/><Relationship Id="rId92" Type="http://schemas.openxmlformats.org/officeDocument/2006/relationships/customXml" Target="../ink/ink1490.xml"/><Relationship Id="rId213" Type="http://schemas.openxmlformats.org/officeDocument/2006/relationships/image" Target="../media/image1540.png"/><Relationship Id="rId234" Type="http://schemas.openxmlformats.org/officeDocument/2006/relationships/customXml" Target="../ink/ink1561.xml"/><Relationship Id="rId2" Type="http://schemas.openxmlformats.org/officeDocument/2006/relationships/customXml" Target="../ink/ink1445.xml"/><Relationship Id="rId29" Type="http://schemas.openxmlformats.org/officeDocument/2006/relationships/image" Target="../media/image1448.png"/><Relationship Id="rId255" Type="http://schemas.openxmlformats.org/officeDocument/2006/relationships/image" Target="../media/image1561.png"/><Relationship Id="rId276" Type="http://schemas.openxmlformats.org/officeDocument/2006/relationships/customXml" Target="../ink/ink1582.xml"/><Relationship Id="rId297" Type="http://schemas.openxmlformats.org/officeDocument/2006/relationships/image" Target="../media/image1582.png"/><Relationship Id="rId40" Type="http://schemas.openxmlformats.org/officeDocument/2006/relationships/customXml" Target="../ink/ink1464.xml"/><Relationship Id="rId115" Type="http://schemas.openxmlformats.org/officeDocument/2006/relationships/image" Target="../media/image1491.png"/><Relationship Id="rId136" Type="http://schemas.openxmlformats.org/officeDocument/2006/relationships/customXml" Target="../ink/ink1512.xml"/><Relationship Id="rId157" Type="http://schemas.openxmlformats.org/officeDocument/2006/relationships/image" Target="../media/image1512.png"/><Relationship Id="rId178" Type="http://schemas.openxmlformats.org/officeDocument/2006/relationships/customXml" Target="../ink/ink1533.xml"/><Relationship Id="rId301" Type="http://schemas.openxmlformats.org/officeDocument/2006/relationships/image" Target="../media/image1584.png"/><Relationship Id="rId322" Type="http://schemas.openxmlformats.org/officeDocument/2006/relationships/customXml" Target="../ink/ink1605.xml"/><Relationship Id="rId343" Type="http://schemas.openxmlformats.org/officeDocument/2006/relationships/image" Target="../media/image1605.png"/><Relationship Id="rId364" Type="http://schemas.openxmlformats.org/officeDocument/2006/relationships/customXml" Target="../ink/ink1626.xml"/><Relationship Id="rId61" Type="http://schemas.openxmlformats.org/officeDocument/2006/relationships/image" Target="../media/image1464.png"/><Relationship Id="rId82" Type="http://schemas.openxmlformats.org/officeDocument/2006/relationships/customXml" Target="../ink/ink1485.xml"/><Relationship Id="rId199" Type="http://schemas.openxmlformats.org/officeDocument/2006/relationships/image" Target="../media/image1533.png"/><Relationship Id="rId203" Type="http://schemas.openxmlformats.org/officeDocument/2006/relationships/image" Target="../media/image1535.png"/><Relationship Id="rId385" Type="http://schemas.openxmlformats.org/officeDocument/2006/relationships/image" Target="../media/image1626.png"/><Relationship Id="rId19" Type="http://schemas.openxmlformats.org/officeDocument/2006/relationships/image" Target="../media/image1443.png"/><Relationship Id="rId224" Type="http://schemas.openxmlformats.org/officeDocument/2006/relationships/customXml" Target="../ink/ink1556.xml"/><Relationship Id="rId245" Type="http://schemas.openxmlformats.org/officeDocument/2006/relationships/image" Target="../media/image1556.png"/><Relationship Id="rId266" Type="http://schemas.openxmlformats.org/officeDocument/2006/relationships/customXml" Target="../ink/ink1577.xml"/><Relationship Id="rId287" Type="http://schemas.openxmlformats.org/officeDocument/2006/relationships/image" Target="../media/image1577.png"/><Relationship Id="rId410" Type="http://schemas.openxmlformats.org/officeDocument/2006/relationships/customXml" Target="../ink/ink1649.xml"/><Relationship Id="rId30" Type="http://schemas.openxmlformats.org/officeDocument/2006/relationships/customXml" Target="../ink/ink1459.xml"/><Relationship Id="rId105" Type="http://schemas.openxmlformats.org/officeDocument/2006/relationships/image" Target="../media/image1486.png"/><Relationship Id="rId126" Type="http://schemas.openxmlformats.org/officeDocument/2006/relationships/customXml" Target="../ink/ink1507.xml"/><Relationship Id="rId147" Type="http://schemas.openxmlformats.org/officeDocument/2006/relationships/image" Target="../media/image1507.png"/><Relationship Id="rId168" Type="http://schemas.openxmlformats.org/officeDocument/2006/relationships/customXml" Target="../ink/ink1528.xml"/><Relationship Id="rId312" Type="http://schemas.openxmlformats.org/officeDocument/2006/relationships/customXml" Target="../ink/ink1600.xml"/><Relationship Id="rId333" Type="http://schemas.openxmlformats.org/officeDocument/2006/relationships/image" Target="../media/image1600.png"/><Relationship Id="rId354" Type="http://schemas.openxmlformats.org/officeDocument/2006/relationships/customXml" Target="../ink/ink1621.xml"/><Relationship Id="rId51" Type="http://schemas.openxmlformats.org/officeDocument/2006/relationships/image" Target="../media/image1459.png"/><Relationship Id="rId72" Type="http://schemas.openxmlformats.org/officeDocument/2006/relationships/customXml" Target="../ink/ink1480.xml"/><Relationship Id="rId93" Type="http://schemas.openxmlformats.org/officeDocument/2006/relationships/image" Target="../media/image1480.png"/><Relationship Id="rId189" Type="http://schemas.openxmlformats.org/officeDocument/2006/relationships/image" Target="../media/image1528.png"/><Relationship Id="rId375" Type="http://schemas.openxmlformats.org/officeDocument/2006/relationships/image" Target="../media/image1621.png"/><Relationship Id="rId396" Type="http://schemas.openxmlformats.org/officeDocument/2006/relationships/customXml" Target="../ink/ink1642.xml"/><Relationship Id="rId3" Type="http://schemas.openxmlformats.org/officeDocument/2006/relationships/image" Target="../media/image1435.png"/><Relationship Id="rId214" Type="http://schemas.openxmlformats.org/officeDocument/2006/relationships/customXml" Target="../ink/ink1551.xml"/><Relationship Id="rId235" Type="http://schemas.openxmlformats.org/officeDocument/2006/relationships/image" Target="../media/image1551.png"/><Relationship Id="rId256" Type="http://schemas.openxmlformats.org/officeDocument/2006/relationships/customXml" Target="../ink/ink1572.xml"/><Relationship Id="rId277" Type="http://schemas.openxmlformats.org/officeDocument/2006/relationships/image" Target="../media/image1572.png"/><Relationship Id="rId298" Type="http://schemas.openxmlformats.org/officeDocument/2006/relationships/customXml" Target="../ink/ink1593.xml"/><Relationship Id="rId400" Type="http://schemas.openxmlformats.org/officeDocument/2006/relationships/customXml" Target="../ink/ink1644.xml"/><Relationship Id="rId116" Type="http://schemas.openxmlformats.org/officeDocument/2006/relationships/customXml" Target="../ink/ink1502.xml"/><Relationship Id="rId137" Type="http://schemas.openxmlformats.org/officeDocument/2006/relationships/image" Target="../media/image1502.png"/><Relationship Id="rId158" Type="http://schemas.openxmlformats.org/officeDocument/2006/relationships/customXml" Target="../ink/ink1523.xml"/><Relationship Id="rId302" Type="http://schemas.openxmlformats.org/officeDocument/2006/relationships/customXml" Target="../ink/ink1595.xml"/><Relationship Id="rId323" Type="http://schemas.openxmlformats.org/officeDocument/2006/relationships/image" Target="../media/image1595.png"/><Relationship Id="rId344" Type="http://schemas.openxmlformats.org/officeDocument/2006/relationships/customXml" Target="../ink/ink1616.xml"/><Relationship Id="rId20" Type="http://schemas.openxmlformats.org/officeDocument/2006/relationships/customXml" Target="../ink/ink1454.xml"/><Relationship Id="rId41" Type="http://schemas.openxmlformats.org/officeDocument/2006/relationships/image" Target="../media/image1454.png"/><Relationship Id="rId62" Type="http://schemas.openxmlformats.org/officeDocument/2006/relationships/customXml" Target="../ink/ink1475.xml"/><Relationship Id="rId83" Type="http://schemas.openxmlformats.org/officeDocument/2006/relationships/image" Target="../media/image1475.png"/><Relationship Id="rId179" Type="http://schemas.openxmlformats.org/officeDocument/2006/relationships/image" Target="../media/image1523.png"/><Relationship Id="rId365" Type="http://schemas.openxmlformats.org/officeDocument/2006/relationships/image" Target="../media/image1616.png"/><Relationship Id="rId386" Type="http://schemas.openxmlformats.org/officeDocument/2006/relationships/customXml" Target="../ink/ink1637.xml"/><Relationship Id="rId190" Type="http://schemas.openxmlformats.org/officeDocument/2006/relationships/customXml" Target="../ink/ink1539.xml"/><Relationship Id="rId204" Type="http://schemas.openxmlformats.org/officeDocument/2006/relationships/customXml" Target="../ink/ink1546.xml"/><Relationship Id="rId225" Type="http://schemas.openxmlformats.org/officeDocument/2006/relationships/image" Target="../media/image1546.png"/><Relationship Id="rId246" Type="http://schemas.openxmlformats.org/officeDocument/2006/relationships/customXml" Target="../ink/ink1567.xml"/><Relationship Id="rId267" Type="http://schemas.openxmlformats.org/officeDocument/2006/relationships/image" Target="../media/image1567.png"/><Relationship Id="rId288" Type="http://schemas.openxmlformats.org/officeDocument/2006/relationships/customXml" Target="../ink/ink1588.xml"/><Relationship Id="rId411" Type="http://schemas.openxmlformats.org/officeDocument/2006/relationships/image" Target="../media/image1639.png"/><Relationship Id="rId106" Type="http://schemas.openxmlformats.org/officeDocument/2006/relationships/customXml" Target="../ink/ink1497.xml"/><Relationship Id="rId127" Type="http://schemas.openxmlformats.org/officeDocument/2006/relationships/image" Target="../media/image1497.png"/><Relationship Id="rId313" Type="http://schemas.openxmlformats.org/officeDocument/2006/relationships/image" Target="../media/image1590.png"/><Relationship Id="rId10" Type="http://schemas.openxmlformats.org/officeDocument/2006/relationships/customXml" Target="../ink/ink1449.xml"/><Relationship Id="rId31" Type="http://schemas.openxmlformats.org/officeDocument/2006/relationships/image" Target="../media/image1449.png"/><Relationship Id="rId52" Type="http://schemas.openxmlformats.org/officeDocument/2006/relationships/customXml" Target="../ink/ink1470.xml"/><Relationship Id="rId73" Type="http://schemas.openxmlformats.org/officeDocument/2006/relationships/image" Target="../media/image1470.png"/><Relationship Id="rId94" Type="http://schemas.openxmlformats.org/officeDocument/2006/relationships/customXml" Target="../ink/ink1491.xml"/><Relationship Id="rId148" Type="http://schemas.openxmlformats.org/officeDocument/2006/relationships/customXml" Target="../ink/ink1518.xml"/><Relationship Id="rId169" Type="http://schemas.openxmlformats.org/officeDocument/2006/relationships/image" Target="../media/image1518.png"/><Relationship Id="rId334" Type="http://schemas.openxmlformats.org/officeDocument/2006/relationships/customXml" Target="../ink/ink1611.xml"/><Relationship Id="rId355" Type="http://schemas.openxmlformats.org/officeDocument/2006/relationships/image" Target="../media/image1611.png"/><Relationship Id="rId376" Type="http://schemas.openxmlformats.org/officeDocument/2006/relationships/customXml" Target="../ink/ink1632.xml"/><Relationship Id="rId397" Type="http://schemas.openxmlformats.org/officeDocument/2006/relationships/image" Target="../media/image1632.png"/><Relationship Id="rId4" Type="http://schemas.openxmlformats.org/officeDocument/2006/relationships/customXml" Target="../ink/ink1446.xml"/><Relationship Id="rId180" Type="http://schemas.openxmlformats.org/officeDocument/2006/relationships/customXml" Target="../ink/ink1534.xml"/><Relationship Id="rId215" Type="http://schemas.openxmlformats.org/officeDocument/2006/relationships/image" Target="../media/image1541.png"/><Relationship Id="rId236" Type="http://schemas.openxmlformats.org/officeDocument/2006/relationships/customXml" Target="../ink/ink1562.xml"/><Relationship Id="rId257" Type="http://schemas.openxmlformats.org/officeDocument/2006/relationships/image" Target="../media/image1562.png"/><Relationship Id="rId278" Type="http://schemas.openxmlformats.org/officeDocument/2006/relationships/customXml" Target="../ink/ink1583.xml"/><Relationship Id="rId401" Type="http://schemas.openxmlformats.org/officeDocument/2006/relationships/image" Target="../media/image1634.png"/><Relationship Id="rId303" Type="http://schemas.openxmlformats.org/officeDocument/2006/relationships/image" Target="../media/image1585.png"/><Relationship Id="rId42" Type="http://schemas.openxmlformats.org/officeDocument/2006/relationships/customXml" Target="../ink/ink1465.xml"/><Relationship Id="rId84" Type="http://schemas.openxmlformats.org/officeDocument/2006/relationships/customXml" Target="../ink/ink1486.xml"/><Relationship Id="rId138" Type="http://schemas.openxmlformats.org/officeDocument/2006/relationships/customXml" Target="../ink/ink1513.xml"/><Relationship Id="rId345" Type="http://schemas.openxmlformats.org/officeDocument/2006/relationships/image" Target="../media/image1606.png"/><Relationship Id="rId387" Type="http://schemas.openxmlformats.org/officeDocument/2006/relationships/image" Target="../media/image1627.png"/><Relationship Id="rId191" Type="http://schemas.openxmlformats.org/officeDocument/2006/relationships/image" Target="../media/image1529.png"/><Relationship Id="rId205" Type="http://schemas.openxmlformats.org/officeDocument/2006/relationships/image" Target="../media/image1536.png"/><Relationship Id="rId247" Type="http://schemas.openxmlformats.org/officeDocument/2006/relationships/image" Target="../media/image1557.png"/><Relationship Id="rId412" Type="http://schemas.openxmlformats.org/officeDocument/2006/relationships/customXml" Target="../ink/ink1650.xml"/><Relationship Id="rId107" Type="http://schemas.openxmlformats.org/officeDocument/2006/relationships/image" Target="../media/image1487.png"/><Relationship Id="rId289" Type="http://schemas.openxmlformats.org/officeDocument/2006/relationships/image" Target="../media/image1578.png"/><Relationship Id="rId11" Type="http://schemas.openxmlformats.org/officeDocument/2006/relationships/image" Target="../media/image1439.png"/><Relationship Id="rId53" Type="http://schemas.openxmlformats.org/officeDocument/2006/relationships/image" Target="../media/image1460.png"/><Relationship Id="rId149" Type="http://schemas.openxmlformats.org/officeDocument/2006/relationships/image" Target="../media/image1508.png"/><Relationship Id="rId314" Type="http://schemas.openxmlformats.org/officeDocument/2006/relationships/customXml" Target="../ink/ink1601.xml"/><Relationship Id="rId356" Type="http://schemas.openxmlformats.org/officeDocument/2006/relationships/customXml" Target="../ink/ink1622.xml"/><Relationship Id="rId398" Type="http://schemas.openxmlformats.org/officeDocument/2006/relationships/customXml" Target="../ink/ink1643.xml"/><Relationship Id="rId95" Type="http://schemas.openxmlformats.org/officeDocument/2006/relationships/image" Target="../media/image1481.png"/><Relationship Id="rId160" Type="http://schemas.openxmlformats.org/officeDocument/2006/relationships/customXml" Target="../ink/ink1524.xml"/><Relationship Id="rId216" Type="http://schemas.openxmlformats.org/officeDocument/2006/relationships/customXml" Target="../ink/ink1552.xml"/><Relationship Id="rId258" Type="http://schemas.openxmlformats.org/officeDocument/2006/relationships/customXml" Target="../ink/ink1573.xml"/><Relationship Id="rId22" Type="http://schemas.openxmlformats.org/officeDocument/2006/relationships/customXml" Target="../ink/ink1455.xml"/><Relationship Id="rId64" Type="http://schemas.openxmlformats.org/officeDocument/2006/relationships/customXml" Target="../ink/ink1476.xml"/><Relationship Id="rId118" Type="http://schemas.openxmlformats.org/officeDocument/2006/relationships/customXml" Target="../ink/ink1503.xml"/><Relationship Id="rId325" Type="http://schemas.openxmlformats.org/officeDocument/2006/relationships/image" Target="../media/image1596.png"/><Relationship Id="rId367" Type="http://schemas.openxmlformats.org/officeDocument/2006/relationships/image" Target="../media/image1617.png"/><Relationship Id="rId171" Type="http://schemas.openxmlformats.org/officeDocument/2006/relationships/image" Target="../media/image1519.png"/><Relationship Id="rId227" Type="http://schemas.openxmlformats.org/officeDocument/2006/relationships/image" Target="../media/image1547.png"/><Relationship Id="rId269" Type="http://schemas.openxmlformats.org/officeDocument/2006/relationships/image" Target="../media/image1568.png"/><Relationship Id="rId33" Type="http://schemas.openxmlformats.org/officeDocument/2006/relationships/image" Target="../media/image1450.png"/><Relationship Id="rId129" Type="http://schemas.openxmlformats.org/officeDocument/2006/relationships/image" Target="../media/image1498.png"/><Relationship Id="rId280" Type="http://schemas.openxmlformats.org/officeDocument/2006/relationships/customXml" Target="../ink/ink1584.xml"/><Relationship Id="rId336" Type="http://schemas.openxmlformats.org/officeDocument/2006/relationships/customXml" Target="../ink/ink1612.xml"/><Relationship Id="rId75" Type="http://schemas.openxmlformats.org/officeDocument/2006/relationships/image" Target="../media/image1471.png"/><Relationship Id="rId140" Type="http://schemas.openxmlformats.org/officeDocument/2006/relationships/customXml" Target="../ink/ink1514.xml"/><Relationship Id="rId182" Type="http://schemas.openxmlformats.org/officeDocument/2006/relationships/customXml" Target="../ink/ink1535.xml"/><Relationship Id="rId378" Type="http://schemas.openxmlformats.org/officeDocument/2006/relationships/customXml" Target="../ink/ink1633.xml"/><Relationship Id="rId403" Type="http://schemas.openxmlformats.org/officeDocument/2006/relationships/image" Target="../media/image1635.png"/><Relationship Id="rId6" Type="http://schemas.openxmlformats.org/officeDocument/2006/relationships/customXml" Target="../ink/ink1447.xml"/><Relationship Id="rId238" Type="http://schemas.openxmlformats.org/officeDocument/2006/relationships/customXml" Target="../ink/ink1563.xml"/><Relationship Id="rId291" Type="http://schemas.openxmlformats.org/officeDocument/2006/relationships/image" Target="../media/image1579.png"/><Relationship Id="rId305" Type="http://schemas.openxmlformats.org/officeDocument/2006/relationships/image" Target="../media/image1586.png"/><Relationship Id="rId347" Type="http://schemas.openxmlformats.org/officeDocument/2006/relationships/image" Target="../media/image1607.png"/><Relationship Id="rId44" Type="http://schemas.openxmlformats.org/officeDocument/2006/relationships/customXml" Target="../ink/ink1466.xml"/><Relationship Id="rId86" Type="http://schemas.openxmlformats.org/officeDocument/2006/relationships/customXml" Target="../ink/ink1487.xml"/><Relationship Id="rId151" Type="http://schemas.openxmlformats.org/officeDocument/2006/relationships/image" Target="../media/image1509.png"/><Relationship Id="rId389" Type="http://schemas.openxmlformats.org/officeDocument/2006/relationships/image" Target="../media/image1628.png"/><Relationship Id="rId193" Type="http://schemas.openxmlformats.org/officeDocument/2006/relationships/image" Target="../media/image1530.png"/><Relationship Id="rId207" Type="http://schemas.openxmlformats.org/officeDocument/2006/relationships/image" Target="../media/image1537.png"/><Relationship Id="rId249" Type="http://schemas.openxmlformats.org/officeDocument/2006/relationships/image" Target="../media/image1558.png"/><Relationship Id="rId414" Type="http://schemas.openxmlformats.org/officeDocument/2006/relationships/customXml" Target="../ink/ink1651.xml"/><Relationship Id="rId13" Type="http://schemas.openxmlformats.org/officeDocument/2006/relationships/image" Target="../media/image1440.png"/><Relationship Id="rId109" Type="http://schemas.openxmlformats.org/officeDocument/2006/relationships/image" Target="../media/image1488.png"/><Relationship Id="rId260" Type="http://schemas.openxmlformats.org/officeDocument/2006/relationships/customXml" Target="../ink/ink1574.xml"/><Relationship Id="rId316" Type="http://schemas.openxmlformats.org/officeDocument/2006/relationships/customXml" Target="../ink/ink1602.xml"/><Relationship Id="rId55" Type="http://schemas.openxmlformats.org/officeDocument/2006/relationships/image" Target="../media/image1461.png"/><Relationship Id="rId97" Type="http://schemas.openxmlformats.org/officeDocument/2006/relationships/image" Target="../media/image1482.png"/><Relationship Id="rId120" Type="http://schemas.openxmlformats.org/officeDocument/2006/relationships/customXml" Target="../ink/ink1504.xml"/><Relationship Id="rId358" Type="http://schemas.openxmlformats.org/officeDocument/2006/relationships/customXml" Target="../ink/ink1623.xml"/><Relationship Id="rId162" Type="http://schemas.openxmlformats.org/officeDocument/2006/relationships/customXml" Target="../ink/ink1525.xml"/><Relationship Id="rId218" Type="http://schemas.openxmlformats.org/officeDocument/2006/relationships/customXml" Target="../ink/ink1553.xml"/><Relationship Id="rId271" Type="http://schemas.openxmlformats.org/officeDocument/2006/relationships/image" Target="../media/image1569.png"/><Relationship Id="rId24" Type="http://schemas.openxmlformats.org/officeDocument/2006/relationships/customXml" Target="../ink/ink1456.xml"/><Relationship Id="rId66" Type="http://schemas.openxmlformats.org/officeDocument/2006/relationships/customXml" Target="../ink/ink1477.xml"/><Relationship Id="rId131" Type="http://schemas.openxmlformats.org/officeDocument/2006/relationships/image" Target="../media/image1499.png"/><Relationship Id="rId327" Type="http://schemas.openxmlformats.org/officeDocument/2006/relationships/image" Target="../media/image1597.png"/><Relationship Id="rId369" Type="http://schemas.openxmlformats.org/officeDocument/2006/relationships/image" Target="../media/image1618.png"/><Relationship Id="rId173" Type="http://schemas.openxmlformats.org/officeDocument/2006/relationships/image" Target="../media/image1520.png"/><Relationship Id="rId229" Type="http://schemas.openxmlformats.org/officeDocument/2006/relationships/image" Target="../media/image1548.png"/><Relationship Id="rId380" Type="http://schemas.openxmlformats.org/officeDocument/2006/relationships/customXml" Target="../ink/ink1634.xml"/><Relationship Id="rId240" Type="http://schemas.openxmlformats.org/officeDocument/2006/relationships/customXml" Target="../ink/ink1564.xml"/><Relationship Id="rId35" Type="http://schemas.openxmlformats.org/officeDocument/2006/relationships/image" Target="../media/image1451.png"/><Relationship Id="rId77" Type="http://schemas.openxmlformats.org/officeDocument/2006/relationships/image" Target="../media/image1472.png"/><Relationship Id="rId100" Type="http://schemas.openxmlformats.org/officeDocument/2006/relationships/customXml" Target="../ink/ink1494.xml"/><Relationship Id="rId282" Type="http://schemas.openxmlformats.org/officeDocument/2006/relationships/customXml" Target="../ink/ink1585.xml"/><Relationship Id="rId338" Type="http://schemas.openxmlformats.org/officeDocument/2006/relationships/customXml" Target="../ink/ink1613.xml"/><Relationship Id="rId8" Type="http://schemas.openxmlformats.org/officeDocument/2006/relationships/customXml" Target="../ink/ink1448.xml"/><Relationship Id="rId142" Type="http://schemas.openxmlformats.org/officeDocument/2006/relationships/customXml" Target="../ink/ink1515.xml"/><Relationship Id="rId184" Type="http://schemas.openxmlformats.org/officeDocument/2006/relationships/customXml" Target="../ink/ink1536.xml"/><Relationship Id="rId391" Type="http://schemas.openxmlformats.org/officeDocument/2006/relationships/image" Target="../media/image1629.png"/><Relationship Id="rId405" Type="http://schemas.openxmlformats.org/officeDocument/2006/relationships/image" Target="../media/image1636.png"/><Relationship Id="rId251" Type="http://schemas.openxmlformats.org/officeDocument/2006/relationships/image" Target="../media/image1559.png"/><Relationship Id="rId46" Type="http://schemas.openxmlformats.org/officeDocument/2006/relationships/customXml" Target="../ink/ink1467.xml"/><Relationship Id="rId293" Type="http://schemas.openxmlformats.org/officeDocument/2006/relationships/image" Target="../media/image1580.png"/><Relationship Id="rId307" Type="http://schemas.openxmlformats.org/officeDocument/2006/relationships/image" Target="../media/image1587.png"/><Relationship Id="rId349" Type="http://schemas.openxmlformats.org/officeDocument/2006/relationships/image" Target="../media/image1608.png"/><Relationship Id="rId88" Type="http://schemas.openxmlformats.org/officeDocument/2006/relationships/customXml" Target="../ink/ink1488.xml"/><Relationship Id="rId111" Type="http://schemas.openxmlformats.org/officeDocument/2006/relationships/image" Target="../media/image1489.png"/><Relationship Id="rId153" Type="http://schemas.openxmlformats.org/officeDocument/2006/relationships/image" Target="../media/image1510.png"/><Relationship Id="rId195" Type="http://schemas.openxmlformats.org/officeDocument/2006/relationships/image" Target="../media/image1531.png"/><Relationship Id="rId209" Type="http://schemas.openxmlformats.org/officeDocument/2006/relationships/image" Target="../media/image1538.png"/><Relationship Id="rId360" Type="http://schemas.openxmlformats.org/officeDocument/2006/relationships/customXml" Target="../ink/ink1624.xml"/><Relationship Id="rId416" Type="http://schemas.openxmlformats.org/officeDocument/2006/relationships/customXml" Target="../ink/ink1652.xml"/><Relationship Id="rId220" Type="http://schemas.openxmlformats.org/officeDocument/2006/relationships/customXml" Target="../ink/ink1554.xml"/><Relationship Id="rId15" Type="http://schemas.openxmlformats.org/officeDocument/2006/relationships/image" Target="../media/image1441.png"/><Relationship Id="rId57" Type="http://schemas.openxmlformats.org/officeDocument/2006/relationships/image" Target="../media/image1462.png"/><Relationship Id="rId262" Type="http://schemas.openxmlformats.org/officeDocument/2006/relationships/customXml" Target="../ink/ink1575.xml"/><Relationship Id="rId318" Type="http://schemas.openxmlformats.org/officeDocument/2006/relationships/customXml" Target="../ink/ink1603.xml"/><Relationship Id="rId99" Type="http://schemas.openxmlformats.org/officeDocument/2006/relationships/image" Target="../media/image1483.png"/><Relationship Id="rId122" Type="http://schemas.openxmlformats.org/officeDocument/2006/relationships/customXml" Target="../ink/ink1505.xml"/><Relationship Id="rId164" Type="http://schemas.openxmlformats.org/officeDocument/2006/relationships/customXml" Target="../ink/ink1526.xml"/><Relationship Id="rId371" Type="http://schemas.openxmlformats.org/officeDocument/2006/relationships/image" Target="../media/image1619.png"/><Relationship Id="rId26" Type="http://schemas.openxmlformats.org/officeDocument/2006/relationships/customXml" Target="../ink/ink1457.xml"/><Relationship Id="rId231" Type="http://schemas.openxmlformats.org/officeDocument/2006/relationships/image" Target="../media/image1549.png"/><Relationship Id="rId273" Type="http://schemas.openxmlformats.org/officeDocument/2006/relationships/image" Target="../media/image1570.png"/><Relationship Id="rId329" Type="http://schemas.openxmlformats.org/officeDocument/2006/relationships/image" Target="../media/image1598.png"/><Relationship Id="rId68" Type="http://schemas.openxmlformats.org/officeDocument/2006/relationships/customXml" Target="../ink/ink1478.xml"/><Relationship Id="rId133" Type="http://schemas.openxmlformats.org/officeDocument/2006/relationships/image" Target="../media/image1500.png"/><Relationship Id="rId175" Type="http://schemas.openxmlformats.org/officeDocument/2006/relationships/image" Target="../media/image1521.png"/><Relationship Id="rId340" Type="http://schemas.openxmlformats.org/officeDocument/2006/relationships/customXml" Target="../ink/ink1614.xml"/><Relationship Id="rId200" Type="http://schemas.openxmlformats.org/officeDocument/2006/relationships/customXml" Target="../ink/ink1544.xml"/><Relationship Id="rId382" Type="http://schemas.openxmlformats.org/officeDocument/2006/relationships/customXml" Target="../ink/ink1635.xml"/><Relationship Id="rId242" Type="http://schemas.openxmlformats.org/officeDocument/2006/relationships/customXml" Target="../ink/ink1565.xml"/><Relationship Id="rId284" Type="http://schemas.openxmlformats.org/officeDocument/2006/relationships/customXml" Target="../ink/ink1586.xml"/><Relationship Id="rId37" Type="http://schemas.openxmlformats.org/officeDocument/2006/relationships/image" Target="../media/image1452.png"/><Relationship Id="rId79" Type="http://schemas.openxmlformats.org/officeDocument/2006/relationships/image" Target="../media/image1473.png"/><Relationship Id="rId102" Type="http://schemas.openxmlformats.org/officeDocument/2006/relationships/customXml" Target="../ink/ink1495.xml"/><Relationship Id="rId144" Type="http://schemas.openxmlformats.org/officeDocument/2006/relationships/customXml" Target="../ink/ink1516.xml"/><Relationship Id="rId90" Type="http://schemas.openxmlformats.org/officeDocument/2006/relationships/customXml" Target="../ink/ink1489.xml"/><Relationship Id="rId186" Type="http://schemas.openxmlformats.org/officeDocument/2006/relationships/customXml" Target="../ink/ink1537.xml"/><Relationship Id="rId351" Type="http://schemas.openxmlformats.org/officeDocument/2006/relationships/image" Target="../media/image1609.png"/><Relationship Id="rId393" Type="http://schemas.openxmlformats.org/officeDocument/2006/relationships/image" Target="../media/image1630.png"/><Relationship Id="rId407" Type="http://schemas.openxmlformats.org/officeDocument/2006/relationships/image" Target="../media/image1637.png"/><Relationship Id="rId211" Type="http://schemas.openxmlformats.org/officeDocument/2006/relationships/image" Target="../media/image1539.png"/><Relationship Id="rId253" Type="http://schemas.openxmlformats.org/officeDocument/2006/relationships/image" Target="../media/image1560.png"/><Relationship Id="rId295" Type="http://schemas.openxmlformats.org/officeDocument/2006/relationships/image" Target="../media/image1581.png"/><Relationship Id="rId309" Type="http://schemas.openxmlformats.org/officeDocument/2006/relationships/image" Target="../media/image1588.png"/><Relationship Id="rId48" Type="http://schemas.openxmlformats.org/officeDocument/2006/relationships/customXml" Target="../ink/ink1468.xml"/><Relationship Id="rId113" Type="http://schemas.openxmlformats.org/officeDocument/2006/relationships/image" Target="../media/image1490.png"/><Relationship Id="rId320" Type="http://schemas.openxmlformats.org/officeDocument/2006/relationships/customXml" Target="../ink/ink1604.xml"/><Relationship Id="rId155" Type="http://schemas.openxmlformats.org/officeDocument/2006/relationships/image" Target="../media/image1511.png"/><Relationship Id="rId197" Type="http://schemas.openxmlformats.org/officeDocument/2006/relationships/image" Target="../media/image1532.png"/><Relationship Id="rId362" Type="http://schemas.openxmlformats.org/officeDocument/2006/relationships/customXml" Target="../ink/ink1625.xml"/><Relationship Id="rId418" Type="http://schemas.openxmlformats.org/officeDocument/2006/relationships/customXml" Target="../ink/ink1653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00.png"/><Relationship Id="rId299" Type="http://schemas.openxmlformats.org/officeDocument/2006/relationships/image" Target="../media/image1777.png"/><Relationship Id="rId21" Type="http://schemas.openxmlformats.org/officeDocument/2006/relationships/image" Target="../media/image1653.png"/><Relationship Id="rId63" Type="http://schemas.openxmlformats.org/officeDocument/2006/relationships/image" Target="../media/image1674.png"/><Relationship Id="rId159" Type="http://schemas.openxmlformats.org/officeDocument/2006/relationships/image" Target="../media/image1718.png"/><Relationship Id="rId324" Type="http://schemas.openxmlformats.org/officeDocument/2006/relationships/customXml" Target="../ink/ink1825.xml"/><Relationship Id="rId366" Type="http://schemas.openxmlformats.org/officeDocument/2006/relationships/customXml" Target="../ink/ink1846.xml"/><Relationship Id="rId170" Type="http://schemas.openxmlformats.org/officeDocument/2006/relationships/image" Target="../media/image1721.png"/><Relationship Id="rId226" Type="http://schemas.openxmlformats.org/officeDocument/2006/relationships/image" Target="../media/image1741.png"/><Relationship Id="rId268" Type="http://schemas.openxmlformats.org/officeDocument/2006/relationships/image" Target="../media/image1762.png"/><Relationship Id="rId32" Type="http://schemas.openxmlformats.org/officeDocument/2006/relationships/customXml" Target="../ink/ink1669.xml"/><Relationship Id="rId74" Type="http://schemas.openxmlformats.org/officeDocument/2006/relationships/customXml" Target="../ink/ink1690.xml"/><Relationship Id="rId128" Type="http://schemas.openxmlformats.org/officeDocument/2006/relationships/customXml" Target="../ink/ink1717.xml"/><Relationship Id="rId335" Type="http://schemas.openxmlformats.org/officeDocument/2006/relationships/image" Target="../media/image1795.png"/><Relationship Id="rId377" Type="http://schemas.openxmlformats.org/officeDocument/2006/relationships/image" Target="../media/image1816.png"/><Relationship Id="rId5" Type="http://schemas.openxmlformats.org/officeDocument/2006/relationships/image" Target="../media/image1645.png"/><Relationship Id="rId181" Type="http://schemas.openxmlformats.org/officeDocument/2006/relationships/image" Target="../media/image1726.png"/><Relationship Id="rId237" Type="http://schemas.openxmlformats.org/officeDocument/2006/relationships/customXml" Target="../ink/ink1781.xml"/><Relationship Id="rId279" Type="http://schemas.openxmlformats.org/officeDocument/2006/relationships/image" Target="../media/image1767.png"/><Relationship Id="rId43" Type="http://schemas.openxmlformats.org/officeDocument/2006/relationships/image" Target="../media/image1664.png"/><Relationship Id="rId139" Type="http://schemas.openxmlformats.org/officeDocument/2006/relationships/image" Target="../media/image1711.png"/><Relationship Id="rId290" Type="http://schemas.openxmlformats.org/officeDocument/2006/relationships/customXml" Target="../ink/ink1808.xml"/><Relationship Id="rId304" Type="http://schemas.openxmlformats.org/officeDocument/2006/relationships/customXml" Target="../ink/ink1815.xml"/><Relationship Id="rId346" Type="http://schemas.openxmlformats.org/officeDocument/2006/relationships/customXml" Target="../ink/ink1836.xml"/><Relationship Id="rId85" Type="http://schemas.openxmlformats.org/officeDocument/2006/relationships/image" Target="../media/image1684.png"/><Relationship Id="rId150" Type="http://schemas.openxmlformats.org/officeDocument/2006/relationships/image" Target="../media/image1715.png"/><Relationship Id="rId192" Type="http://schemas.openxmlformats.org/officeDocument/2006/relationships/customXml" Target="../ink/ink1755.xml"/><Relationship Id="rId206" Type="http://schemas.openxmlformats.org/officeDocument/2006/relationships/customXml" Target="../ink/ink1764.xml"/><Relationship Id="rId248" Type="http://schemas.openxmlformats.org/officeDocument/2006/relationships/image" Target="../media/image1752.png"/><Relationship Id="rId12" Type="http://schemas.openxmlformats.org/officeDocument/2006/relationships/customXml" Target="../ink/ink1659.xml"/><Relationship Id="rId108" Type="http://schemas.openxmlformats.org/officeDocument/2006/relationships/customXml" Target="../ink/ink1707.xml"/><Relationship Id="rId315" Type="http://schemas.openxmlformats.org/officeDocument/2006/relationships/image" Target="../media/image1785.png"/><Relationship Id="rId357" Type="http://schemas.openxmlformats.org/officeDocument/2006/relationships/image" Target="../media/image1806.png"/><Relationship Id="rId54" Type="http://schemas.openxmlformats.org/officeDocument/2006/relationships/customXml" Target="../ink/ink1680.xml"/><Relationship Id="rId96" Type="http://schemas.openxmlformats.org/officeDocument/2006/relationships/customXml" Target="../ink/ink1701.xml"/><Relationship Id="rId161" Type="http://schemas.openxmlformats.org/officeDocument/2006/relationships/customXml" Target="../ink/ink1736.xml"/><Relationship Id="rId217" Type="http://schemas.openxmlformats.org/officeDocument/2006/relationships/customXml" Target="../ink/ink1771.xml"/><Relationship Id="rId259" Type="http://schemas.openxmlformats.org/officeDocument/2006/relationships/customXml" Target="../ink/ink1792.xml"/><Relationship Id="rId23" Type="http://schemas.openxmlformats.org/officeDocument/2006/relationships/image" Target="../media/image1654.png"/><Relationship Id="rId119" Type="http://schemas.openxmlformats.org/officeDocument/2006/relationships/image" Target="../media/image1701.png"/><Relationship Id="rId270" Type="http://schemas.openxmlformats.org/officeDocument/2006/relationships/image" Target="../media/image1763.png"/><Relationship Id="rId326" Type="http://schemas.openxmlformats.org/officeDocument/2006/relationships/customXml" Target="../ink/ink1826.xml"/><Relationship Id="rId65" Type="http://schemas.openxmlformats.org/officeDocument/2006/relationships/image" Target="../media/image1675.png"/><Relationship Id="rId130" Type="http://schemas.openxmlformats.org/officeDocument/2006/relationships/customXml" Target="../ink/ink1718.xml"/><Relationship Id="rId368" Type="http://schemas.openxmlformats.org/officeDocument/2006/relationships/customXml" Target="../ink/ink1847.xml"/><Relationship Id="rId172" Type="http://schemas.openxmlformats.org/officeDocument/2006/relationships/image" Target="../media/image1722.png"/><Relationship Id="rId228" Type="http://schemas.openxmlformats.org/officeDocument/2006/relationships/image" Target="../media/image1742.png"/><Relationship Id="rId281" Type="http://schemas.openxmlformats.org/officeDocument/2006/relationships/image" Target="../media/image1768.png"/><Relationship Id="rId337" Type="http://schemas.openxmlformats.org/officeDocument/2006/relationships/image" Target="../media/image1796.png"/><Relationship Id="rId34" Type="http://schemas.openxmlformats.org/officeDocument/2006/relationships/customXml" Target="../ink/ink1670.xml"/><Relationship Id="rId76" Type="http://schemas.openxmlformats.org/officeDocument/2006/relationships/customXml" Target="../ink/ink1691.xml"/><Relationship Id="rId141" Type="http://schemas.openxmlformats.org/officeDocument/2006/relationships/image" Target="../media/image1021.png"/><Relationship Id="rId379" Type="http://schemas.openxmlformats.org/officeDocument/2006/relationships/image" Target="../media/image1817.png"/><Relationship Id="rId7" Type="http://schemas.openxmlformats.org/officeDocument/2006/relationships/image" Target="../media/image1646.png"/><Relationship Id="rId183" Type="http://schemas.openxmlformats.org/officeDocument/2006/relationships/customXml" Target="../ink/ink1748.xml"/><Relationship Id="rId239" Type="http://schemas.openxmlformats.org/officeDocument/2006/relationships/customXml" Target="../ink/ink1782.xml"/><Relationship Id="rId250" Type="http://schemas.openxmlformats.org/officeDocument/2006/relationships/image" Target="../media/image1753.png"/><Relationship Id="rId292" Type="http://schemas.openxmlformats.org/officeDocument/2006/relationships/customXml" Target="../ink/ink1809.xml"/><Relationship Id="rId306" Type="http://schemas.openxmlformats.org/officeDocument/2006/relationships/customXml" Target="../ink/ink1816.xml"/><Relationship Id="rId45" Type="http://schemas.openxmlformats.org/officeDocument/2006/relationships/image" Target="../media/image1665.png"/><Relationship Id="rId87" Type="http://schemas.openxmlformats.org/officeDocument/2006/relationships/image" Target="../media/image1685.png"/><Relationship Id="rId110" Type="http://schemas.openxmlformats.org/officeDocument/2006/relationships/customXml" Target="../ink/ink1708.xml"/><Relationship Id="rId348" Type="http://schemas.openxmlformats.org/officeDocument/2006/relationships/customXml" Target="../ink/ink1837.xml"/><Relationship Id="rId152" Type="http://schemas.openxmlformats.org/officeDocument/2006/relationships/image" Target="../media/image1716.png"/><Relationship Id="rId194" Type="http://schemas.openxmlformats.org/officeDocument/2006/relationships/image" Target="../media/image1728.png"/><Relationship Id="rId208" Type="http://schemas.openxmlformats.org/officeDocument/2006/relationships/customXml" Target="../ink/ink1766.xml"/><Relationship Id="rId261" Type="http://schemas.openxmlformats.org/officeDocument/2006/relationships/customXml" Target="../ink/ink1793.xml"/><Relationship Id="rId14" Type="http://schemas.openxmlformats.org/officeDocument/2006/relationships/customXml" Target="../ink/ink1660.xml"/><Relationship Id="rId56" Type="http://schemas.openxmlformats.org/officeDocument/2006/relationships/customXml" Target="../ink/ink1681.xml"/><Relationship Id="rId317" Type="http://schemas.openxmlformats.org/officeDocument/2006/relationships/image" Target="../media/image1786.png"/><Relationship Id="rId359" Type="http://schemas.openxmlformats.org/officeDocument/2006/relationships/image" Target="../media/image1807.png"/><Relationship Id="rId98" Type="http://schemas.openxmlformats.org/officeDocument/2006/relationships/customXml" Target="../ink/ink1702.xml"/><Relationship Id="rId121" Type="http://schemas.openxmlformats.org/officeDocument/2006/relationships/image" Target="../media/image1702.png"/><Relationship Id="rId163" Type="http://schemas.openxmlformats.org/officeDocument/2006/relationships/customXml" Target="../ink/ink1737.xml"/><Relationship Id="rId219" Type="http://schemas.openxmlformats.org/officeDocument/2006/relationships/customXml" Target="../ink/ink1772.xml"/><Relationship Id="rId370" Type="http://schemas.openxmlformats.org/officeDocument/2006/relationships/customXml" Target="../ink/ink1848.xml"/><Relationship Id="rId230" Type="http://schemas.openxmlformats.org/officeDocument/2006/relationships/image" Target="../media/image1743.png"/><Relationship Id="rId25" Type="http://schemas.openxmlformats.org/officeDocument/2006/relationships/image" Target="../media/image1655.png"/><Relationship Id="rId67" Type="http://schemas.openxmlformats.org/officeDocument/2006/relationships/image" Target="../media/image1676.png"/><Relationship Id="rId272" Type="http://schemas.openxmlformats.org/officeDocument/2006/relationships/image" Target="../media/image1764.png"/><Relationship Id="rId328" Type="http://schemas.openxmlformats.org/officeDocument/2006/relationships/customXml" Target="../ink/ink1827.xml"/><Relationship Id="rId132" Type="http://schemas.openxmlformats.org/officeDocument/2006/relationships/customXml" Target="../ink/ink1719.xml"/><Relationship Id="rId174" Type="http://schemas.openxmlformats.org/officeDocument/2006/relationships/customXml" Target="../ink/ink1743.xml"/><Relationship Id="rId381" Type="http://schemas.openxmlformats.org/officeDocument/2006/relationships/image" Target="../media/image1818.png"/><Relationship Id="rId241" Type="http://schemas.openxmlformats.org/officeDocument/2006/relationships/customXml" Target="../ink/ink1783.xml"/><Relationship Id="rId36" Type="http://schemas.openxmlformats.org/officeDocument/2006/relationships/customXml" Target="../ink/ink1671.xml"/><Relationship Id="rId283" Type="http://schemas.openxmlformats.org/officeDocument/2006/relationships/image" Target="../media/image1769.png"/><Relationship Id="rId339" Type="http://schemas.openxmlformats.org/officeDocument/2006/relationships/image" Target="../media/image1797.png"/><Relationship Id="rId78" Type="http://schemas.openxmlformats.org/officeDocument/2006/relationships/customXml" Target="../ink/ink1692.xml"/><Relationship Id="rId101" Type="http://schemas.openxmlformats.org/officeDocument/2006/relationships/image" Target="../media/image1692.png"/><Relationship Id="rId143" Type="http://schemas.openxmlformats.org/officeDocument/2006/relationships/image" Target="../media/image1712.png"/><Relationship Id="rId185" Type="http://schemas.openxmlformats.org/officeDocument/2006/relationships/customXml" Target="../ink/ink1750.xml"/><Relationship Id="rId350" Type="http://schemas.openxmlformats.org/officeDocument/2006/relationships/customXml" Target="../ink/ink1838.xml"/><Relationship Id="rId9" Type="http://schemas.openxmlformats.org/officeDocument/2006/relationships/image" Target="../media/image1647.png"/><Relationship Id="rId210" Type="http://schemas.openxmlformats.org/officeDocument/2006/relationships/image" Target="../media/image1733.png"/><Relationship Id="rId252" Type="http://schemas.openxmlformats.org/officeDocument/2006/relationships/image" Target="../media/image1754.png"/><Relationship Id="rId294" Type="http://schemas.openxmlformats.org/officeDocument/2006/relationships/customXml" Target="../ink/ink1810.xml"/><Relationship Id="rId308" Type="http://schemas.openxmlformats.org/officeDocument/2006/relationships/customXml" Target="../ink/ink1817.xml"/><Relationship Id="rId47" Type="http://schemas.openxmlformats.org/officeDocument/2006/relationships/image" Target="../media/image1666.png"/><Relationship Id="rId68" Type="http://schemas.openxmlformats.org/officeDocument/2006/relationships/customXml" Target="../ink/ink1687.xml"/><Relationship Id="rId89" Type="http://schemas.openxmlformats.org/officeDocument/2006/relationships/image" Target="../media/image1686.png"/><Relationship Id="rId112" Type="http://schemas.openxmlformats.org/officeDocument/2006/relationships/customXml" Target="../ink/ink1709.xml"/><Relationship Id="rId133" Type="http://schemas.openxmlformats.org/officeDocument/2006/relationships/image" Target="../media/image1708.png"/><Relationship Id="rId154" Type="http://schemas.openxmlformats.org/officeDocument/2006/relationships/image" Target="../media/image1717.png"/><Relationship Id="rId175" Type="http://schemas.openxmlformats.org/officeDocument/2006/relationships/image" Target="../media/image1723.png"/><Relationship Id="rId340" Type="http://schemas.openxmlformats.org/officeDocument/2006/relationships/customXml" Target="../ink/ink1833.xml"/><Relationship Id="rId361" Type="http://schemas.openxmlformats.org/officeDocument/2006/relationships/image" Target="../media/image1808.png"/><Relationship Id="rId196" Type="http://schemas.openxmlformats.org/officeDocument/2006/relationships/image" Target="../media/image1729.png"/><Relationship Id="rId200" Type="http://schemas.openxmlformats.org/officeDocument/2006/relationships/customXml" Target="../ink/ink1760.xml"/><Relationship Id="rId382" Type="http://schemas.openxmlformats.org/officeDocument/2006/relationships/customXml" Target="../ink/ink1854.xml"/><Relationship Id="rId16" Type="http://schemas.openxmlformats.org/officeDocument/2006/relationships/customXml" Target="../ink/ink1661.xml"/><Relationship Id="rId221" Type="http://schemas.openxmlformats.org/officeDocument/2006/relationships/customXml" Target="../ink/ink1773.xml"/><Relationship Id="rId242" Type="http://schemas.openxmlformats.org/officeDocument/2006/relationships/image" Target="../media/image1749.png"/><Relationship Id="rId263" Type="http://schemas.openxmlformats.org/officeDocument/2006/relationships/customXml" Target="../ink/ink1794.xml"/><Relationship Id="rId284" Type="http://schemas.openxmlformats.org/officeDocument/2006/relationships/customXml" Target="../ink/ink1805.xml"/><Relationship Id="rId319" Type="http://schemas.openxmlformats.org/officeDocument/2006/relationships/image" Target="../media/image1787.png"/><Relationship Id="rId37" Type="http://schemas.openxmlformats.org/officeDocument/2006/relationships/image" Target="../media/image1661.png"/><Relationship Id="rId58" Type="http://schemas.openxmlformats.org/officeDocument/2006/relationships/customXml" Target="../ink/ink1682.xml"/><Relationship Id="rId79" Type="http://schemas.openxmlformats.org/officeDocument/2006/relationships/image" Target="../media/image1682.png"/><Relationship Id="rId102" Type="http://schemas.openxmlformats.org/officeDocument/2006/relationships/customXml" Target="../ink/ink1704.xml"/><Relationship Id="rId123" Type="http://schemas.openxmlformats.org/officeDocument/2006/relationships/image" Target="../media/image1703.png"/><Relationship Id="rId144" Type="http://schemas.openxmlformats.org/officeDocument/2006/relationships/customXml" Target="../ink/ink1725.xml"/><Relationship Id="rId330" Type="http://schemas.openxmlformats.org/officeDocument/2006/relationships/customXml" Target="../ink/ink1828.xml"/><Relationship Id="rId90" Type="http://schemas.openxmlformats.org/officeDocument/2006/relationships/customXml" Target="../ink/ink1698.xml"/><Relationship Id="rId165" Type="http://schemas.openxmlformats.org/officeDocument/2006/relationships/customXml" Target="../ink/ink1738.xml"/><Relationship Id="rId186" Type="http://schemas.openxmlformats.org/officeDocument/2006/relationships/image" Target="../media/image1384.png"/><Relationship Id="rId351" Type="http://schemas.openxmlformats.org/officeDocument/2006/relationships/image" Target="../media/image1803.png"/><Relationship Id="rId372" Type="http://schemas.openxmlformats.org/officeDocument/2006/relationships/customXml" Target="../ink/ink1849.xml"/><Relationship Id="rId211" Type="http://schemas.openxmlformats.org/officeDocument/2006/relationships/customXml" Target="../ink/ink1768.xml"/><Relationship Id="rId232" Type="http://schemas.openxmlformats.org/officeDocument/2006/relationships/image" Target="../media/image1744.png"/><Relationship Id="rId253" Type="http://schemas.openxmlformats.org/officeDocument/2006/relationships/customXml" Target="../ink/ink1789.xml"/><Relationship Id="rId274" Type="http://schemas.openxmlformats.org/officeDocument/2006/relationships/image" Target="../media/image1765.png"/><Relationship Id="rId295" Type="http://schemas.openxmlformats.org/officeDocument/2006/relationships/image" Target="../media/image1775.png"/><Relationship Id="rId309" Type="http://schemas.openxmlformats.org/officeDocument/2006/relationships/image" Target="../media/image1782.png"/><Relationship Id="rId27" Type="http://schemas.openxmlformats.org/officeDocument/2006/relationships/image" Target="../media/image1656.png"/><Relationship Id="rId48" Type="http://schemas.openxmlformats.org/officeDocument/2006/relationships/customXml" Target="../ink/ink1677.xml"/><Relationship Id="rId69" Type="http://schemas.openxmlformats.org/officeDocument/2006/relationships/image" Target="../media/image1677.png"/><Relationship Id="rId113" Type="http://schemas.openxmlformats.org/officeDocument/2006/relationships/image" Target="../media/image1698.png"/><Relationship Id="rId134" Type="http://schemas.openxmlformats.org/officeDocument/2006/relationships/customXml" Target="../ink/ink1720.xml"/><Relationship Id="rId320" Type="http://schemas.openxmlformats.org/officeDocument/2006/relationships/customXml" Target="../ink/ink1823.xml"/><Relationship Id="rId80" Type="http://schemas.openxmlformats.org/officeDocument/2006/relationships/customXml" Target="../ink/ink1693.xml"/><Relationship Id="rId155" Type="http://schemas.openxmlformats.org/officeDocument/2006/relationships/customXml" Target="../ink/ink1731.xml"/><Relationship Id="rId176" Type="http://schemas.openxmlformats.org/officeDocument/2006/relationships/customXml" Target="../ink/ink1744.xml"/><Relationship Id="rId197" Type="http://schemas.openxmlformats.org/officeDocument/2006/relationships/customXml" Target="../ink/ink1758.xml"/><Relationship Id="rId341" Type="http://schemas.openxmlformats.org/officeDocument/2006/relationships/image" Target="../media/image1798.png"/><Relationship Id="rId362" Type="http://schemas.openxmlformats.org/officeDocument/2006/relationships/customXml" Target="../ink/ink1844.xml"/><Relationship Id="rId383" Type="http://schemas.openxmlformats.org/officeDocument/2006/relationships/image" Target="../media/image1819.png"/><Relationship Id="rId201" Type="http://schemas.openxmlformats.org/officeDocument/2006/relationships/customXml" Target="../ink/ink1761.xml"/><Relationship Id="rId222" Type="http://schemas.openxmlformats.org/officeDocument/2006/relationships/image" Target="../media/image1739.png"/><Relationship Id="rId243" Type="http://schemas.openxmlformats.org/officeDocument/2006/relationships/customXml" Target="../ink/ink1784.xml"/><Relationship Id="rId264" Type="http://schemas.openxmlformats.org/officeDocument/2006/relationships/image" Target="../media/image1760.png"/><Relationship Id="rId285" Type="http://schemas.openxmlformats.org/officeDocument/2006/relationships/image" Target="../media/image1770.png"/><Relationship Id="rId17" Type="http://schemas.openxmlformats.org/officeDocument/2006/relationships/image" Target="../media/image1651.png"/><Relationship Id="rId38" Type="http://schemas.openxmlformats.org/officeDocument/2006/relationships/customXml" Target="../ink/ink1672.xml"/><Relationship Id="rId59" Type="http://schemas.openxmlformats.org/officeDocument/2006/relationships/image" Target="../media/image1672.png"/><Relationship Id="rId103" Type="http://schemas.openxmlformats.org/officeDocument/2006/relationships/image" Target="../media/image1693.png"/><Relationship Id="rId124" Type="http://schemas.openxmlformats.org/officeDocument/2006/relationships/customXml" Target="../ink/ink1715.xml"/><Relationship Id="rId310" Type="http://schemas.openxmlformats.org/officeDocument/2006/relationships/customXml" Target="../ink/ink1818.xml"/><Relationship Id="rId70" Type="http://schemas.openxmlformats.org/officeDocument/2006/relationships/customXml" Target="../ink/ink1688.xml"/><Relationship Id="rId91" Type="http://schemas.openxmlformats.org/officeDocument/2006/relationships/image" Target="../media/image1687.png"/><Relationship Id="rId145" Type="http://schemas.openxmlformats.org/officeDocument/2006/relationships/customXml" Target="../ink/ink1726.xml"/><Relationship Id="rId166" Type="http://schemas.openxmlformats.org/officeDocument/2006/relationships/image" Target="../media/image1319.png"/><Relationship Id="rId187" Type="http://schemas.openxmlformats.org/officeDocument/2006/relationships/customXml" Target="../ink/ink1751.xml"/><Relationship Id="rId331" Type="http://schemas.openxmlformats.org/officeDocument/2006/relationships/image" Target="../media/image1793.png"/><Relationship Id="rId352" Type="http://schemas.openxmlformats.org/officeDocument/2006/relationships/customXml" Target="../ink/ink1839.xml"/><Relationship Id="rId373" Type="http://schemas.openxmlformats.org/officeDocument/2006/relationships/image" Target="../media/image1814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734.png"/><Relationship Id="rId233" Type="http://schemas.openxmlformats.org/officeDocument/2006/relationships/customXml" Target="../ink/ink1779.xml"/><Relationship Id="rId254" Type="http://schemas.openxmlformats.org/officeDocument/2006/relationships/image" Target="../media/image1755.png"/><Relationship Id="rId28" Type="http://schemas.openxmlformats.org/officeDocument/2006/relationships/customXml" Target="../ink/ink1667.xml"/><Relationship Id="rId49" Type="http://schemas.openxmlformats.org/officeDocument/2006/relationships/image" Target="../media/image1667.png"/><Relationship Id="rId114" Type="http://schemas.openxmlformats.org/officeDocument/2006/relationships/customXml" Target="../ink/ink1710.xml"/><Relationship Id="rId275" Type="http://schemas.openxmlformats.org/officeDocument/2006/relationships/customXml" Target="../ink/ink1800.xml"/><Relationship Id="rId296" Type="http://schemas.openxmlformats.org/officeDocument/2006/relationships/customXml" Target="../ink/ink1811.xml"/><Relationship Id="rId300" Type="http://schemas.openxmlformats.org/officeDocument/2006/relationships/customXml" Target="../ink/ink1813.xml"/><Relationship Id="rId60" Type="http://schemas.openxmlformats.org/officeDocument/2006/relationships/customXml" Target="../ink/ink1683.xml"/><Relationship Id="rId81" Type="http://schemas.openxmlformats.org/officeDocument/2006/relationships/image" Target="../media/image577.png"/><Relationship Id="rId135" Type="http://schemas.openxmlformats.org/officeDocument/2006/relationships/image" Target="../media/image1709.png"/><Relationship Id="rId156" Type="http://schemas.openxmlformats.org/officeDocument/2006/relationships/customXml" Target="../ink/ink1732.xml"/><Relationship Id="rId177" Type="http://schemas.openxmlformats.org/officeDocument/2006/relationships/image" Target="../media/image1724.png"/><Relationship Id="rId198" Type="http://schemas.openxmlformats.org/officeDocument/2006/relationships/customXml" Target="../ink/ink1759.xml"/><Relationship Id="rId321" Type="http://schemas.openxmlformats.org/officeDocument/2006/relationships/image" Target="../media/image1788.png"/><Relationship Id="rId342" Type="http://schemas.openxmlformats.org/officeDocument/2006/relationships/customXml" Target="../ink/ink1834.xml"/><Relationship Id="rId363" Type="http://schemas.openxmlformats.org/officeDocument/2006/relationships/image" Target="../media/image1809.png"/><Relationship Id="rId384" Type="http://schemas.openxmlformats.org/officeDocument/2006/relationships/customXml" Target="../ink/ink1855.xml"/><Relationship Id="rId202" Type="http://schemas.openxmlformats.org/officeDocument/2006/relationships/image" Target="../media/image1731.png"/><Relationship Id="rId223" Type="http://schemas.openxmlformats.org/officeDocument/2006/relationships/customXml" Target="../ink/ink1774.xml"/><Relationship Id="rId244" Type="http://schemas.openxmlformats.org/officeDocument/2006/relationships/image" Target="../media/image1750.png"/><Relationship Id="rId18" Type="http://schemas.openxmlformats.org/officeDocument/2006/relationships/customXml" Target="../ink/ink1662.xml"/><Relationship Id="rId39" Type="http://schemas.openxmlformats.org/officeDocument/2006/relationships/image" Target="../media/image1662.png"/><Relationship Id="rId265" Type="http://schemas.openxmlformats.org/officeDocument/2006/relationships/customXml" Target="../ink/ink1795.xml"/><Relationship Id="rId286" Type="http://schemas.openxmlformats.org/officeDocument/2006/relationships/customXml" Target="../ink/ink1806.xml"/><Relationship Id="rId50" Type="http://schemas.openxmlformats.org/officeDocument/2006/relationships/customXml" Target="../ink/ink1678.xml"/><Relationship Id="rId104" Type="http://schemas.openxmlformats.org/officeDocument/2006/relationships/customXml" Target="../ink/ink1705.xml"/><Relationship Id="rId125" Type="http://schemas.openxmlformats.org/officeDocument/2006/relationships/image" Target="../media/image1704.png"/><Relationship Id="rId146" Type="http://schemas.openxmlformats.org/officeDocument/2006/relationships/image" Target="../media/image1713.png"/><Relationship Id="rId167" Type="http://schemas.openxmlformats.org/officeDocument/2006/relationships/customXml" Target="../ink/ink1739.xml"/><Relationship Id="rId188" Type="http://schemas.openxmlformats.org/officeDocument/2006/relationships/customXml" Target="../ink/ink1752.xml"/><Relationship Id="rId311" Type="http://schemas.openxmlformats.org/officeDocument/2006/relationships/image" Target="../media/image1783.png"/><Relationship Id="rId332" Type="http://schemas.openxmlformats.org/officeDocument/2006/relationships/customXml" Target="../ink/ink1829.xml"/><Relationship Id="rId353" Type="http://schemas.openxmlformats.org/officeDocument/2006/relationships/image" Target="../media/image1804.png"/><Relationship Id="rId374" Type="http://schemas.openxmlformats.org/officeDocument/2006/relationships/customXml" Target="../ink/ink1850.xml"/><Relationship Id="rId71" Type="http://schemas.openxmlformats.org/officeDocument/2006/relationships/image" Target="../media/image1678.png"/><Relationship Id="rId92" Type="http://schemas.openxmlformats.org/officeDocument/2006/relationships/customXml" Target="../ink/ink1699.xml"/><Relationship Id="rId213" Type="http://schemas.openxmlformats.org/officeDocument/2006/relationships/customXml" Target="../ink/ink1769.xml"/><Relationship Id="rId234" Type="http://schemas.openxmlformats.org/officeDocument/2006/relationships/image" Target="../media/image1745.png"/><Relationship Id="rId2" Type="http://schemas.openxmlformats.org/officeDocument/2006/relationships/customXml" Target="../ink/ink1654.xml"/><Relationship Id="rId29" Type="http://schemas.openxmlformats.org/officeDocument/2006/relationships/image" Target="../media/image1657.png"/><Relationship Id="rId255" Type="http://schemas.openxmlformats.org/officeDocument/2006/relationships/customXml" Target="../ink/ink1790.xml"/><Relationship Id="rId276" Type="http://schemas.openxmlformats.org/officeDocument/2006/relationships/image" Target="../media/image1766.png"/><Relationship Id="rId297" Type="http://schemas.openxmlformats.org/officeDocument/2006/relationships/image" Target="../media/image1776.png"/><Relationship Id="rId40" Type="http://schemas.openxmlformats.org/officeDocument/2006/relationships/customXml" Target="../ink/ink1673.xml"/><Relationship Id="rId115" Type="http://schemas.openxmlformats.org/officeDocument/2006/relationships/image" Target="../media/image1699.png"/><Relationship Id="rId136" Type="http://schemas.openxmlformats.org/officeDocument/2006/relationships/customXml" Target="../ink/ink1721.xml"/><Relationship Id="rId157" Type="http://schemas.openxmlformats.org/officeDocument/2006/relationships/customXml" Target="../ink/ink1733.xml"/><Relationship Id="rId178" Type="http://schemas.openxmlformats.org/officeDocument/2006/relationships/customXml" Target="../ink/ink1745.xml"/><Relationship Id="rId301" Type="http://schemas.openxmlformats.org/officeDocument/2006/relationships/image" Target="../media/image1778.png"/><Relationship Id="rId322" Type="http://schemas.openxmlformats.org/officeDocument/2006/relationships/customXml" Target="../ink/ink1824.xml"/><Relationship Id="rId343" Type="http://schemas.openxmlformats.org/officeDocument/2006/relationships/image" Target="../media/image1799.png"/><Relationship Id="rId364" Type="http://schemas.openxmlformats.org/officeDocument/2006/relationships/customXml" Target="../ink/ink1845.xml"/><Relationship Id="rId61" Type="http://schemas.openxmlformats.org/officeDocument/2006/relationships/image" Target="../media/image1673.png"/><Relationship Id="rId82" Type="http://schemas.openxmlformats.org/officeDocument/2006/relationships/customXml" Target="../ink/ink1694.xml"/><Relationship Id="rId199" Type="http://schemas.openxmlformats.org/officeDocument/2006/relationships/image" Target="../media/image1730.png"/><Relationship Id="rId203" Type="http://schemas.openxmlformats.org/officeDocument/2006/relationships/customXml" Target="../ink/ink1762.xml"/><Relationship Id="rId385" Type="http://schemas.openxmlformats.org/officeDocument/2006/relationships/image" Target="../media/image1820.png"/><Relationship Id="rId19" Type="http://schemas.openxmlformats.org/officeDocument/2006/relationships/image" Target="../media/image1652.png"/><Relationship Id="rId224" Type="http://schemas.openxmlformats.org/officeDocument/2006/relationships/image" Target="../media/image1740.png"/><Relationship Id="rId245" Type="http://schemas.openxmlformats.org/officeDocument/2006/relationships/customXml" Target="../ink/ink1785.xml"/><Relationship Id="rId266" Type="http://schemas.openxmlformats.org/officeDocument/2006/relationships/image" Target="../media/image1761.png"/><Relationship Id="rId287" Type="http://schemas.openxmlformats.org/officeDocument/2006/relationships/image" Target="../media/image1771.png"/><Relationship Id="rId30" Type="http://schemas.openxmlformats.org/officeDocument/2006/relationships/customXml" Target="../ink/ink1668.xml"/><Relationship Id="rId105" Type="http://schemas.openxmlformats.org/officeDocument/2006/relationships/image" Target="../media/image1694.png"/><Relationship Id="rId126" Type="http://schemas.openxmlformats.org/officeDocument/2006/relationships/customXml" Target="../ink/ink1716.xml"/><Relationship Id="rId147" Type="http://schemas.openxmlformats.org/officeDocument/2006/relationships/customXml" Target="../ink/ink1727.xml"/><Relationship Id="rId168" Type="http://schemas.openxmlformats.org/officeDocument/2006/relationships/image" Target="../media/image1720.png"/><Relationship Id="rId312" Type="http://schemas.openxmlformats.org/officeDocument/2006/relationships/customXml" Target="../ink/ink1819.xml"/><Relationship Id="rId333" Type="http://schemas.openxmlformats.org/officeDocument/2006/relationships/image" Target="../media/image1794.png"/><Relationship Id="rId354" Type="http://schemas.openxmlformats.org/officeDocument/2006/relationships/customXml" Target="../ink/ink1840.xml"/><Relationship Id="rId51" Type="http://schemas.openxmlformats.org/officeDocument/2006/relationships/image" Target="../media/image1668.png"/><Relationship Id="rId72" Type="http://schemas.openxmlformats.org/officeDocument/2006/relationships/customXml" Target="../ink/ink1689.xml"/><Relationship Id="rId93" Type="http://schemas.openxmlformats.org/officeDocument/2006/relationships/image" Target="../media/image1688.png"/><Relationship Id="rId189" Type="http://schemas.openxmlformats.org/officeDocument/2006/relationships/image" Target="../media/image1727.png"/><Relationship Id="rId375" Type="http://schemas.openxmlformats.org/officeDocument/2006/relationships/image" Target="../media/image1815.png"/><Relationship Id="rId3" Type="http://schemas.openxmlformats.org/officeDocument/2006/relationships/image" Target="../media/image1644.png"/><Relationship Id="rId214" Type="http://schemas.openxmlformats.org/officeDocument/2006/relationships/image" Target="../media/image1735.png"/><Relationship Id="rId235" Type="http://schemas.openxmlformats.org/officeDocument/2006/relationships/customXml" Target="../ink/ink1780.xml"/><Relationship Id="rId256" Type="http://schemas.openxmlformats.org/officeDocument/2006/relationships/image" Target="../media/image1756.png"/><Relationship Id="rId277" Type="http://schemas.openxmlformats.org/officeDocument/2006/relationships/customXml" Target="../ink/ink1801.xml"/><Relationship Id="rId298" Type="http://schemas.openxmlformats.org/officeDocument/2006/relationships/customXml" Target="../ink/ink1812.xml"/><Relationship Id="rId116" Type="http://schemas.openxmlformats.org/officeDocument/2006/relationships/customXml" Target="../ink/ink1711.xml"/><Relationship Id="rId137" Type="http://schemas.openxmlformats.org/officeDocument/2006/relationships/image" Target="../media/image1710.png"/><Relationship Id="rId158" Type="http://schemas.openxmlformats.org/officeDocument/2006/relationships/customXml" Target="../ink/ink1734.xml"/><Relationship Id="rId302" Type="http://schemas.openxmlformats.org/officeDocument/2006/relationships/customXml" Target="../ink/ink1814.xml"/><Relationship Id="rId323" Type="http://schemas.openxmlformats.org/officeDocument/2006/relationships/image" Target="../media/image1789.png"/><Relationship Id="rId344" Type="http://schemas.openxmlformats.org/officeDocument/2006/relationships/customXml" Target="../ink/ink1835.xml"/><Relationship Id="rId20" Type="http://schemas.openxmlformats.org/officeDocument/2006/relationships/customXml" Target="../ink/ink1663.xml"/><Relationship Id="rId41" Type="http://schemas.openxmlformats.org/officeDocument/2006/relationships/image" Target="../media/image1663.png"/><Relationship Id="rId62" Type="http://schemas.openxmlformats.org/officeDocument/2006/relationships/customXml" Target="../ink/ink1684.xml"/><Relationship Id="rId83" Type="http://schemas.openxmlformats.org/officeDocument/2006/relationships/image" Target="../media/image1683.png"/><Relationship Id="rId179" Type="http://schemas.openxmlformats.org/officeDocument/2006/relationships/image" Target="../media/image1725.png"/><Relationship Id="rId365" Type="http://schemas.openxmlformats.org/officeDocument/2006/relationships/image" Target="../media/image1810.png"/><Relationship Id="rId386" Type="http://schemas.openxmlformats.org/officeDocument/2006/relationships/customXml" Target="../ink/ink1856.xml"/><Relationship Id="rId190" Type="http://schemas.openxmlformats.org/officeDocument/2006/relationships/customXml" Target="../ink/ink1753.xml"/><Relationship Id="rId204" Type="http://schemas.openxmlformats.org/officeDocument/2006/relationships/image" Target="../media/image1732.png"/><Relationship Id="rId225" Type="http://schemas.openxmlformats.org/officeDocument/2006/relationships/customXml" Target="../ink/ink1775.xml"/><Relationship Id="rId246" Type="http://schemas.openxmlformats.org/officeDocument/2006/relationships/image" Target="../media/image1751.png"/><Relationship Id="rId267" Type="http://schemas.openxmlformats.org/officeDocument/2006/relationships/customXml" Target="../ink/ink1796.xml"/><Relationship Id="rId288" Type="http://schemas.openxmlformats.org/officeDocument/2006/relationships/customXml" Target="../ink/ink1807.xml"/><Relationship Id="rId106" Type="http://schemas.openxmlformats.org/officeDocument/2006/relationships/customXml" Target="../ink/ink1706.xml"/><Relationship Id="rId127" Type="http://schemas.openxmlformats.org/officeDocument/2006/relationships/image" Target="../media/image1705.png"/><Relationship Id="rId313" Type="http://schemas.openxmlformats.org/officeDocument/2006/relationships/image" Target="../media/image1784.png"/><Relationship Id="rId10" Type="http://schemas.openxmlformats.org/officeDocument/2006/relationships/customXml" Target="../ink/ink1658.xml"/><Relationship Id="rId31" Type="http://schemas.openxmlformats.org/officeDocument/2006/relationships/image" Target="../media/image1658.png"/><Relationship Id="rId52" Type="http://schemas.openxmlformats.org/officeDocument/2006/relationships/customXml" Target="../ink/ink1679.xml"/><Relationship Id="rId73" Type="http://schemas.openxmlformats.org/officeDocument/2006/relationships/image" Target="../media/image1679.png"/><Relationship Id="rId94" Type="http://schemas.openxmlformats.org/officeDocument/2006/relationships/customXml" Target="../ink/ink1700.xml"/><Relationship Id="rId148" Type="http://schemas.openxmlformats.org/officeDocument/2006/relationships/image" Target="../media/image1714.png"/><Relationship Id="rId169" Type="http://schemas.openxmlformats.org/officeDocument/2006/relationships/customXml" Target="../ink/ink1740.xml"/><Relationship Id="rId334" Type="http://schemas.openxmlformats.org/officeDocument/2006/relationships/customXml" Target="../ink/ink1830.xml"/><Relationship Id="rId355" Type="http://schemas.openxmlformats.org/officeDocument/2006/relationships/image" Target="../media/image1805.png"/><Relationship Id="rId376" Type="http://schemas.openxmlformats.org/officeDocument/2006/relationships/customXml" Target="../ink/ink1851.xml"/><Relationship Id="rId4" Type="http://schemas.openxmlformats.org/officeDocument/2006/relationships/customXml" Target="../ink/ink1655.xml"/><Relationship Id="rId180" Type="http://schemas.openxmlformats.org/officeDocument/2006/relationships/customXml" Target="../ink/ink1746.xml"/><Relationship Id="rId215" Type="http://schemas.openxmlformats.org/officeDocument/2006/relationships/customXml" Target="../ink/ink1770.xml"/><Relationship Id="rId236" Type="http://schemas.openxmlformats.org/officeDocument/2006/relationships/image" Target="../media/image1746.png"/><Relationship Id="rId257" Type="http://schemas.openxmlformats.org/officeDocument/2006/relationships/customXml" Target="../ink/ink1791.xml"/><Relationship Id="rId278" Type="http://schemas.openxmlformats.org/officeDocument/2006/relationships/customXml" Target="../ink/ink1802.xml"/><Relationship Id="rId303" Type="http://schemas.openxmlformats.org/officeDocument/2006/relationships/image" Target="../media/image1779.png"/><Relationship Id="rId42" Type="http://schemas.openxmlformats.org/officeDocument/2006/relationships/customXml" Target="../ink/ink1674.xml"/><Relationship Id="rId84" Type="http://schemas.openxmlformats.org/officeDocument/2006/relationships/customXml" Target="../ink/ink1695.xml"/><Relationship Id="rId138" Type="http://schemas.openxmlformats.org/officeDocument/2006/relationships/customXml" Target="../ink/ink1722.xml"/><Relationship Id="rId345" Type="http://schemas.openxmlformats.org/officeDocument/2006/relationships/image" Target="../media/image1800.png"/><Relationship Id="rId387" Type="http://schemas.openxmlformats.org/officeDocument/2006/relationships/image" Target="../media/image1821.png"/><Relationship Id="rId191" Type="http://schemas.openxmlformats.org/officeDocument/2006/relationships/customXml" Target="../ink/ink1754.xml"/><Relationship Id="rId205" Type="http://schemas.openxmlformats.org/officeDocument/2006/relationships/customXml" Target="../ink/ink1763.xml"/><Relationship Id="rId247" Type="http://schemas.openxmlformats.org/officeDocument/2006/relationships/customXml" Target="../ink/ink1786.xml"/><Relationship Id="rId107" Type="http://schemas.openxmlformats.org/officeDocument/2006/relationships/image" Target="../media/image1695.png"/><Relationship Id="rId289" Type="http://schemas.openxmlformats.org/officeDocument/2006/relationships/image" Target="../media/image1772.png"/><Relationship Id="rId11" Type="http://schemas.openxmlformats.org/officeDocument/2006/relationships/image" Target="../media/image1648.png"/><Relationship Id="rId53" Type="http://schemas.openxmlformats.org/officeDocument/2006/relationships/image" Target="../media/image1669.png"/><Relationship Id="rId149" Type="http://schemas.openxmlformats.org/officeDocument/2006/relationships/customXml" Target="../ink/ink1728.xml"/><Relationship Id="rId314" Type="http://schemas.openxmlformats.org/officeDocument/2006/relationships/customXml" Target="../ink/ink1820.xml"/><Relationship Id="rId356" Type="http://schemas.openxmlformats.org/officeDocument/2006/relationships/customXml" Target="../ink/ink1841.xml"/><Relationship Id="rId95" Type="http://schemas.openxmlformats.org/officeDocument/2006/relationships/image" Target="../media/image1689.png"/><Relationship Id="rId160" Type="http://schemas.openxmlformats.org/officeDocument/2006/relationships/customXml" Target="../ink/ink1735.xml"/><Relationship Id="rId216" Type="http://schemas.openxmlformats.org/officeDocument/2006/relationships/image" Target="../media/image1736.png"/><Relationship Id="rId258" Type="http://schemas.openxmlformats.org/officeDocument/2006/relationships/image" Target="../media/image1757.png"/><Relationship Id="rId22" Type="http://schemas.openxmlformats.org/officeDocument/2006/relationships/customXml" Target="../ink/ink1664.xml"/><Relationship Id="rId64" Type="http://schemas.openxmlformats.org/officeDocument/2006/relationships/customXml" Target="../ink/ink1685.xml"/><Relationship Id="rId118" Type="http://schemas.openxmlformats.org/officeDocument/2006/relationships/customXml" Target="../ink/ink1712.xml"/><Relationship Id="rId325" Type="http://schemas.openxmlformats.org/officeDocument/2006/relationships/image" Target="../media/image1790.png"/><Relationship Id="rId367" Type="http://schemas.openxmlformats.org/officeDocument/2006/relationships/image" Target="../media/image1811.png"/><Relationship Id="rId171" Type="http://schemas.openxmlformats.org/officeDocument/2006/relationships/customXml" Target="../ink/ink1741.xml"/><Relationship Id="rId227" Type="http://schemas.openxmlformats.org/officeDocument/2006/relationships/customXml" Target="../ink/ink1776.xml"/><Relationship Id="rId269" Type="http://schemas.openxmlformats.org/officeDocument/2006/relationships/customXml" Target="../ink/ink1797.xml"/><Relationship Id="rId33" Type="http://schemas.openxmlformats.org/officeDocument/2006/relationships/image" Target="../media/image1659.png"/><Relationship Id="rId129" Type="http://schemas.openxmlformats.org/officeDocument/2006/relationships/image" Target="../media/image1706.png"/><Relationship Id="rId280" Type="http://schemas.openxmlformats.org/officeDocument/2006/relationships/customXml" Target="../ink/ink1803.xml"/><Relationship Id="rId336" Type="http://schemas.openxmlformats.org/officeDocument/2006/relationships/customXml" Target="../ink/ink1831.xml"/><Relationship Id="rId75" Type="http://schemas.openxmlformats.org/officeDocument/2006/relationships/image" Target="../media/image1680.png"/><Relationship Id="rId140" Type="http://schemas.openxmlformats.org/officeDocument/2006/relationships/customXml" Target="../ink/ink1723.xml"/><Relationship Id="rId182" Type="http://schemas.openxmlformats.org/officeDocument/2006/relationships/customXml" Target="../ink/ink1747.xml"/><Relationship Id="rId378" Type="http://schemas.openxmlformats.org/officeDocument/2006/relationships/customXml" Target="../ink/ink1852.xml"/><Relationship Id="rId6" Type="http://schemas.openxmlformats.org/officeDocument/2006/relationships/customXml" Target="../ink/ink1656.xml"/><Relationship Id="rId238" Type="http://schemas.openxmlformats.org/officeDocument/2006/relationships/image" Target="../media/image1747.png"/><Relationship Id="rId291" Type="http://schemas.openxmlformats.org/officeDocument/2006/relationships/image" Target="../media/image1773.png"/><Relationship Id="rId305" Type="http://schemas.openxmlformats.org/officeDocument/2006/relationships/image" Target="../media/image1780.png"/><Relationship Id="rId347" Type="http://schemas.openxmlformats.org/officeDocument/2006/relationships/image" Target="../media/image1801.png"/><Relationship Id="rId44" Type="http://schemas.openxmlformats.org/officeDocument/2006/relationships/customXml" Target="../ink/ink1675.xml"/><Relationship Id="rId86" Type="http://schemas.openxmlformats.org/officeDocument/2006/relationships/customXml" Target="../ink/ink1696.xml"/><Relationship Id="rId151" Type="http://schemas.openxmlformats.org/officeDocument/2006/relationships/customXml" Target="../ink/ink1729.xml"/><Relationship Id="rId193" Type="http://schemas.openxmlformats.org/officeDocument/2006/relationships/customXml" Target="../ink/ink1756.xml"/><Relationship Id="rId207" Type="http://schemas.openxmlformats.org/officeDocument/2006/relationships/customXml" Target="../ink/ink1765.xml"/><Relationship Id="rId249" Type="http://schemas.openxmlformats.org/officeDocument/2006/relationships/customXml" Target="../ink/ink1787.xml"/><Relationship Id="rId13" Type="http://schemas.openxmlformats.org/officeDocument/2006/relationships/image" Target="../media/image1649.png"/><Relationship Id="rId109" Type="http://schemas.openxmlformats.org/officeDocument/2006/relationships/image" Target="../media/image1696.png"/><Relationship Id="rId260" Type="http://schemas.openxmlformats.org/officeDocument/2006/relationships/image" Target="../media/image1758.png"/><Relationship Id="rId316" Type="http://schemas.openxmlformats.org/officeDocument/2006/relationships/customXml" Target="../ink/ink1821.xml"/><Relationship Id="rId55" Type="http://schemas.openxmlformats.org/officeDocument/2006/relationships/image" Target="../media/image1670.png"/><Relationship Id="rId97" Type="http://schemas.openxmlformats.org/officeDocument/2006/relationships/image" Target="../media/image1690.png"/><Relationship Id="rId120" Type="http://schemas.openxmlformats.org/officeDocument/2006/relationships/customXml" Target="../ink/ink1713.xml"/><Relationship Id="rId358" Type="http://schemas.openxmlformats.org/officeDocument/2006/relationships/customXml" Target="../ink/ink1842.xml"/><Relationship Id="rId162" Type="http://schemas.openxmlformats.org/officeDocument/2006/relationships/image" Target="../media/image81.png"/><Relationship Id="rId218" Type="http://schemas.openxmlformats.org/officeDocument/2006/relationships/image" Target="../media/image1737.png"/><Relationship Id="rId271" Type="http://schemas.openxmlformats.org/officeDocument/2006/relationships/customXml" Target="../ink/ink1798.xml"/><Relationship Id="rId24" Type="http://schemas.openxmlformats.org/officeDocument/2006/relationships/customXml" Target="../ink/ink1665.xml"/><Relationship Id="rId66" Type="http://schemas.openxmlformats.org/officeDocument/2006/relationships/customXml" Target="../ink/ink1686.xml"/><Relationship Id="rId131" Type="http://schemas.openxmlformats.org/officeDocument/2006/relationships/image" Target="../media/image1707.png"/><Relationship Id="rId327" Type="http://schemas.openxmlformats.org/officeDocument/2006/relationships/image" Target="../media/image1791.png"/><Relationship Id="rId369" Type="http://schemas.openxmlformats.org/officeDocument/2006/relationships/image" Target="../media/image1812.png"/><Relationship Id="rId173" Type="http://schemas.openxmlformats.org/officeDocument/2006/relationships/customXml" Target="../ink/ink1742.xml"/><Relationship Id="rId229" Type="http://schemas.openxmlformats.org/officeDocument/2006/relationships/customXml" Target="../ink/ink1777.xml"/><Relationship Id="rId380" Type="http://schemas.openxmlformats.org/officeDocument/2006/relationships/customXml" Target="../ink/ink1853.xml"/><Relationship Id="rId240" Type="http://schemas.openxmlformats.org/officeDocument/2006/relationships/image" Target="../media/image1748.png"/><Relationship Id="rId35" Type="http://schemas.openxmlformats.org/officeDocument/2006/relationships/image" Target="../media/image1660.png"/><Relationship Id="rId77" Type="http://schemas.openxmlformats.org/officeDocument/2006/relationships/image" Target="../media/image1681.png"/><Relationship Id="rId100" Type="http://schemas.openxmlformats.org/officeDocument/2006/relationships/customXml" Target="../ink/ink1703.xml"/><Relationship Id="rId282" Type="http://schemas.openxmlformats.org/officeDocument/2006/relationships/customXml" Target="../ink/ink1804.xml"/><Relationship Id="rId338" Type="http://schemas.openxmlformats.org/officeDocument/2006/relationships/customXml" Target="../ink/ink1832.xml"/><Relationship Id="rId8" Type="http://schemas.openxmlformats.org/officeDocument/2006/relationships/customXml" Target="../ink/ink1657.xml"/><Relationship Id="rId142" Type="http://schemas.openxmlformats.org/officeDocument/2006/relationships/customXml" Target="../ink/ink1724.xml"/><Relationship Id="rId184" Type="http://schemas.openxmlformats.org/officeDocument/2006/relationships/customXml" Target="../ink/ink1749.xml"/><Relationship Id="rId251" Type="http://schemas.openxmlformats.org/officeDocument/2006/relationships/customXml" Target="../ink/ink1788.xml"/><Relationship Id="rId46" Type="http://schemas.openxmlformats.org/officeDocument/2006/relationships/customXml" Target="../ink/ink1676.xml"/><Relationship Id="rId293" Type="http://schemas.openxmlformats.org/officeDocument/2006/relationships/image" Target="../media/image1774.png"/><Relationship Id="rId307" Type="http://schemas.openxmlformats.org/officeDocument/2006/relationships/image" Target="../media/image1781.png"/><Relationship Id="rId349" Type="http://schemas.openxmlformats.org/officeDocument/2006/relationships/image" Target="../media/image1802.png"/><Relationship Id="rId88" Type="http://schemas.openxmlformats.org/officeDocument/2006/relationships/customXml" Target="../ink/ink1697.xml"/><Relationship Id="rId111" Type="http://schemas.openxmlformats.org/officeDocument/2006/relationships/image" Target="../media/image1697.png"/><Relationship Id="rId153" Type="http://schemas.openxmlformats.org/officeDocument/2006/relationships/customXml" Target="../ink/ink1730.xml"/><Relationship Id="rId195" Type="http://schemas.openxmlformats.org/officeDocument/2006/relationships/customXml" Target="../ink/ink1757.xml"/><Relationship Id="rId209" Type="http://schemas.openxmlformats.org/officeDocument/2006/relationships/customXml" Target="../ink/ink1767.xml"/><Relationship Id="rId360" Type="http://schemas.openxmlformats.org/officeDocument/2006/relationships/customXml" Target="../ink/ink1843.xml"/><Relationship Id="rId220" Type="http://schemas.openxmlformats.org/officeDocument/2006/relationships/image" Target="../media/image1738.png"/><Relationship Id="rId15" Type="http://schemas.openxmlformats.org/officeDocument/2006/relationships/image" Target="../media/image1650.png"/><Relationship Id="rId57" Type="http://schemas.openxmlformats.org/officeDocument/2006/relationships/image" Target="../media/image1671.png"/><Relationship Id="rId262" Type="http://schemas.openxmlformats.org/officeDocument/2006/relationships/image" Target="../media/image1759.png"/><Relationship Id="rId318" Type="http://schemas.openxmlformats.org/officeDocument/2006/relationships/customXml" Target="../ink/ink1822.xml"/><Relationship Id="rId99" Type="http://schemas.openxmlformats.org/officeDocument/2006/relationships/image" Target="../media/image1691.png"/><Relationship Id="rId122" Type="http://schemas.openxmlformats.org/officeDocument/2006/relationships/customXml" Target="../ink/ink1714.xml"/><Relationship Id="rId164" Type="http://schemas.openxmlformats.org/officeDocument/2006/relationships/image" Target="../media/image1719.png"/><Relationship Id="rId371" Type="http://schemas.openxmlformats.org/officeDocument/2006/relationships/image" Target="../media/image1813.png"/><Relationship Id="rId26" Type="http://schemas.openxmlformats.org/officeDocument/2006/relationships/customXml" Target="../ink/ink1666.xml"/><Relationship Id="rId231" Type="http://schemas.openxmlformats.org/officeDocument/2006/relationships/customXml" Target="../ink/ink1778.xml"/><Relationship Id="rId273" Type="http://schemas.openxmlformats.org/officeDocument/2006/relationships/customXml" Target="../ink/ink1799.xml"/><Relationship Id="rId329" Type="http://schemas.openxmlformats.org/officeDocument/2006/relationships/image" Target="../media/image179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9.png"/><Relationship Id="rId299" Type="http://schemas.openxmlformats.org/officeDocument/2006/relationships/image" Target="../media/image1970.png"/><Relationship Id="rId21" Type="http://schemas.openxmlformats.org/officeDocument/2006/relationships/image" Target="../media/image1831.png"/><Relationship Id="rId63" Type="http://schemas.openxmlformats.org/officeDocument/2006/relationships/image" Target="../media/image1852.png"/><Relationship Id="rId159" Type="http://schemas.openxmlformats.org/officeDocument/2006/relationships/image" Target="../media/image1900.png"/><Relationship Id="rId324" Type="http://schemas.openxmlformats.org/officeDocument/2006/relationships/customXml" Target="../ink/ink2018.xml"/><Relationship Id="rId366" Type="http://schemas.openxmlformats.org/officeDocument/2006/relationships/customXml" Target="../ink/ink2039.xml"/><Relationship Id="rId170" Type="http://schemas.openxmlformats.org/officeDocument/2006/relationships/customXml" Target="../ink/ink1941.xml"/><Relationship Id="rId226" Type="http://schemas.openxmlformats.org/officeDocument/2006/relationships/customXml" Target="../ink/ink1969.xml"/><Relationship Id="rId268" Type="http://schemas.openxmlformats.org/officeDocument/2006/relationships/customXml" Target="../ink/ink1990.xml"/><Relationship Id="rId32" Type="http://schemas.openxmlformats.org/officeDocument/2006/relationships/customXml" Target="../ink/ink1872.xml"/><Relationship Id="rId74" Type="http://schemas.openxmlformats.org/officeDocument/2006/relationships/customXml" Target="../ink/ink1893.xml"/><Relationship Id="rId128" Type="http://schemas.openxmlformats.org/officeDocument/2006/relationships/customXml" Target="../ink/ink1920.xml"/><Relationship Id="rId335" Type="http://schemas.openxmlformats.org/officeDocument/2006/relationships/image" Target="../media/image1987.png"/><Relationship Id="rId5" Type="http://schemas.openxmlformats.org/officeDocument/2006/relationships/image" Target="../media/image1823.png"/><Relationship Id="rId181" Type="http://schemas.openxmlformats.org/officeDocument/2006/relationships/image" Target="../media/image1911.png"/><Relationship Id="rId237" Type="http://schemas.openxmlformats.org/officeDocument/2006/relationships/image" Target="../media/image1939.png"/><Relationship Id="rId279" Type="http://schemas.openxmlformats.org/officeDocument/2006/relationships/image" Target="../media/image1960.png"/><Relationship Id="rId43" Type="http://schemas.openxmlformats.org/officeDocument/2006/relationships/image" Target="../media/image1842.png"/><Relationship Id="rId139" Type="http://schemas.openxmlformats.org/officeDocument/2006/relationships/image" Target="../media/image1890.png"/><Relationship Id="rId290" Type="http://schemas.openxmlformats.org/officeDocument/2006/relationships/customXml" Target="../ink/ink2001.xml"/><Relationship Id="rId304" Type="http://schemas.openxmlformats.org/officeDocument/2006/relationships/customXml" Target="../ink/ink2008.xml"/><Relationship Id="rId346" Type="http://schemas.openxmlformats.org/officeDocument/2006/relationships/customXml" Target="../ink/ink2029.xml"/><Relationship Id="rId85" Type="http://schemas.openxmlformats.org/officeDocument/2006/relationships/image" Target="../media/image1863.png"/><Relationship Id="rId150" Type="http://schemas.openxmlformats.org/officeDocument/2006/relationships/customXml" Target="../ink/ink1931.xml"/><Relationship Id="rId192" Type="http://schemas.openxmlformats.org/officeDocument/2006/relationships/customXml" Target="../ink/ink1952.xml"/><Relationship Id="rId206" Type="http://schemas.openxmlformats.org/officeDocument/2006/relationships/customXml" Target="../ink/ink1959.xml"/><Relationship Id="rId248" Type="http://schemas.openxmlformats.org/officeDocument/2006/relationships/customXml" Target="../ink/ink1980.xml"/><Relationship Id="rId12" Type="http://schemas.openxmlformats.org/officeDocument/2006/relationships/customXml" Target="../ink/ink1862.xml"/><Relationship Id="rId108" Type="http://schemas.openxmlformats.org/officeDocument/2006/relationships/customXml" Target="../ink/ink1910.xml"/><Relationship Id="rId315" Type="http://schemas.openxmlformats.org/officeDocument/2006/relationships/image" Target="../media/image1977.png"/><Relationship Id="rId357" Type="http://schemas.openxmlformats.org/officeDocument/2006/relationships/image" Target="../media/image1998.png"/><Relationship Id="rId54" Type="http://schemas.openxmlformats.org/officeDocument/2006/relationships/customXml" Target="../ink/ink1883.xml"/><Relationship Id="rId96" Type="http://schemas.openxmlformats.org/officeDocument/2006/relationships/customXml" Target="../ink/ink1904.xml"/><Relationship Id="rId161" Type="http://schemas.openxmlformats.org/officeDocument/2006/relationships/image" Target="../media/image1901.png"/><Relationship Id="rId217" Type="http://schemas.openxmlformats.org/officeDocument/2006/relationships/image" Target="../media/image1929.png"/><Relationship Id="rId259" Type="http://schemas.openxmlformats.org/officeDocument/2006/relationships/image" Target="../media/image1950.png"/><Relationship Id="rId23" Type="http://schemas.openxmlformats.org/officeDocument/2006/relationships/image" Target="../media/image1832.png"/><Relationship Id="rId119" Type="http://schemas.openxmlformats.org/officeDocument/2006/relationships/image" Target="../media/image1880.png"/><Relationship Id="rId270" Type="http://schemas.openxmlformats.org/officeDocument/2006/relationships/customXml" Target="../ink/ink1991.xml"/><Relationship Id="rId326" Type="http://schemas.openxmlformats.org/officeDocument/2006/relationships/customXml" Target="../ink/ink2019.xml"/><Relationship Id="rId65" Type="http://schemas.openxmlformats.org/officeDocument/2006/relationships/image" Target="../media/image1853.png"/><Relationship Id="rId130" Type="http://schemas.openxmlformats.org/officeDocument/2006/relationships/customXml" Target="../ink/ink1921.xml"/><Relationship Id="rId368" Type="http://schemas.openxmlformats.org/officeDocument/2006/relationships/customXml" Target="../ink/ink2040.xml"/><Relationship Id="rId172" Type="http://schemas.openxmlformats.org/officeDocument/2006/relationships/customXml" Target="../ink/ink1942.xml"/><Relationship Id="rId228" Type="http://schemas.openxmlformats.org/officeDocument/2006/relationships/customXml" Target="../ink/ink1970.xml"/><Relationship Id="rId281" Type="http://schemas.openxmlformats.org/officeDocument/2006/relationships/image" Target="../media/image1961.png"/><Relationship Id="rId337" Type="http://schemas.openxmlformats.org/officeDocument/2006/relationships/image" Target="../media/image1988.png"/><Relationship Id="rId34" Type="http://schemas.openxmlformats.org/officeDocument/2006/relationships/customXml" Target="../ink/ink1873.xml"/><Relationship Id="rId76" Type="http://schemas.openxmlformats.org/officeDocument/2006/relationships/customXml" Target="../ink/ink1894.xml"/><Relationship Id="rId141" Type="http://schemas.openxmlformats.org/officeDocument/2006/relationships/image" Target="../media/image1891.png"/><Relationship Id="rId7" Type="http://schemas.openxmlformats.org/officeDocument/2006/relationships/image" Target="../media/image1824.png"/><Relationship Id="rId183" Type="http://schemas.openxmlformats.org/officeDocument/2006/relationships/image" Target="../media/image1912.png"/><Relationship Id="rId239" Type="http://schemas.openxmlformats.org/officeDocument/2006/relationships/image" Target="../media/image1940.png"/><Relationship Id="rId250" Type="http://schemas.openxmlformats.org/officeDocument/2006/relationships/customXml" Target="../ink/ink1981.xml"/><Relationship Id="rId292" Type="http://schemas.openxmlformats.org/officeDocument/2006/relationships/customXml" Target="../ink/ink2002.xml"/><Relationship Id="rId306" Type="http://schemas.openxmlformats.org/officeDocument/2006/relationships/customXml" Target="../ink/ink2009.xml"/><Relationship Id="rId45" Type="http://schemas.openxmlformats.org/officeDocument/2006/relationships/image" Target="../media/image1843.png"/><Relationship Id="rId87" Type="http://schemas.openxmlformats.org/officeDocument/2006/relationships/image" Target="../media/image1864.png"/><Relationship Id="rId110" Type="http://schemas.openxmlformats.org/officeDocument/2006/relationships/customXml" Target="../ink/ink1911.xml"/><Relationship Id="rId348" Type="http://schemas.openxmlformats.org/officeDocument/2006/relationships/customXml" Target="../ink/ink2030.xml"/><Relationship Id="rId152" Type="http://schemas.openxmlformats.org/officeDocument/2006/relationships/customXml" Target="../ink/ink1932.xml"/><Relationship Id="rId194" Type="http://schemas.openxmlformats.org/officeDocument/2006/relationships/customXml" Target="../ink/ink1953.xml"/><Relationship Id="rId208" Type="http://schemas.openxmlformats.org/officeDocument/2006/relationships/customXml" Target="../ink/ink1960.xml"/><Relationship Id="rId261" Type="http://schemas.openxmlformats.org/officeDocument/2006/relationships/image" Target="../media/image1951.png"/><Relationship Id="rId14" Type="http://schemas.openxmlformats.org/officeDocument/2006/relationships/customXml" Target="../ink/ink1863.xml"/><Relationship Id="rId56" Type="http://schemas.openxmlformats.org/officeDocument/2006/relationships/customXml" Target="../ink/ink1884.xml"/><Relationship Id="rId317" Type="http://schemas.openxmlformats.org/officeDocument/2006/relationships/image" Target="../media/image1978.png"/><Relationship Id="rId359" Type="http://schemas.openxmlformats.org/officeDocument/2006/relationships/image" Target="../media/image117.png"/><Relationship Id="rId98" Type="http://schemas.openxmlformats.org/officeDocument/2006/relationships/customXml" Target="../ink/ink1905.xml"/><Relationship Id="rId121" Type="http://schemas.openxmlformats.org/officeDocument/2006/relationships/image" Target="../media/image1881.png"/><Relationship Id="rId163" Type="http://schemas.openxmlformats.org/officeDocument/2006/relationships/image" Target="../media/image1902.png"/><Relationship Id="rId219" Type="http://schemas.openxmlformats.org/officeDocument/2006/relationships/image" Target="../media/image1930.png"/><Relationship Id="rId370" Type="http://schemas.openxmlformats.org/officeDocument/2006/relationships/customXml" Target="../ink/ink2041.xml"/><Relationship Id="rId230" Type="http://schemas.openxmlformats.org/officeDocument/2006/relationships/customXml" Target="../ink/ink1971.xml"/><Relationship Id="rId25" Type="http://schemas.openxmlformats.org/officeDocument/2006/relationships/image" Target="../media/image1833.png"/><Relationship Id="rId67" Type="http://schemas.openxmlformats.org/officeDocument/2006/relationships/image" Target="../media/image1854.png"/><Relationship Id="rId272" Type="http://schemas.openxmlformats.org/officeDocument/2006/relationships/customXml" Target="../ink/ink1992.xml"/><Relationship Id="rId328" Type="http://schemas.openxmlformats.org/officeDocument/2006/relationships/customXml" Target="../ink/ink2020.xml"/><Relationship Id="rId132" Type="http://schemas.openxmlformats.org/officeDocument/2006/relationships/customXml" Target="../ink/ink1922.xml"/><Relationship Id="rId174" Type="http://schemas.openxmlformats.org/officeDocument/2006/relationships/customXml" Target="../ink/ink1943.xml"/><Relationship Id="rId241" Type="http://schemas.openxmlformats.org/officeDocument/2006/relationships/image" Target="../media/image1941.png"/><Relationship Id="rId36" Type="http://schemas.openxmlformats.org/officeDocument/2006/relationships/customXml" Target="../ink/ink1874.xml"/><Relationship Id="rId283" Type="http://schemas.openxmlformats.org/officeDocument/2006/relationships/image" Target="../media/image1962.png"/><Relationship Id="rId339" Type="http://schemas.openxmlformats.org/officeDocument/2006/relationships/image" Target="../media/image1989.png"/><Relationship Id="rId78" Type="http://schemas.openxmlformats.org/officeDocument/2006/relationships/customXml" Target="../ink/ink1895.xml"/><Relationship Id="rId99" Type="http://schemas.openxmlformats.org/officeDocument/2006/relationships/image" Target="../media/image1870.png"/><Relationship Id="rId101" Type="http://schemas.openxmlformats.org/officeDocument/2006/relationships/image" Target="../media/image1871.png"/><Relationship Id="rId122" Type="http://schemas.openxmlformats.org/officeDocument/2006/relationships/customXml" Target="../ink/ink1917.xml"/><Relationship Id="rId143" Type="http://schemas.openxmlformats.org/officeDocument/2006/relationships/image" Target="../media/image1892.png"/><Relationship Id="rId164" Type="http://schemas.openxmlformats.org/officeDocument/2006/relationships/customXml" Target="../ink/ink1938.xml"/><Relationship Id="rId185" Type="http://schemas.openxmlformats.org/officeDocument/2006/relationships/image" Target="../media/image1913.png"/><Relationship Id="rId350" Type="http://schemas.openxmlformats.org/officeDocument/2006/relationships/customXml" Target="../ink/ink2031.xml"/><Relationship Id="rId371" Type="http://schemas.openxmlformats.org/officeDocument/2006/relationships/image" Target="../media/image2004.png"/><Relationship Id="rId9" Type="http://schemas.openxmlformats.org/officeDocument/2006/relationships/image" Target="../media/image1825.png"/><Relationship Id="rId210" Type="http://schemas.openxmlformats.org/officeDocument/2006/relationships/customXml" Target="../ink/ink1961.xml"/><Relationship Id="rId26" Type="http://schemas.openxmlformats.org/officeDocument/2006/relationships/customXml" Target="../ink/ink1869.xml"/><Relationship Id="rId231" Type="http://schemas.openxmlformats.org/officeDocument/2006/relationships/image" Target="../media/image1936.png"/><Relationship Id="rId252" Type="http://schemas.openxmlformats.org/officeDocument/2006/relationships/customXml" Target="../ink/ink1982.xml"/><Relationship Id="rId273" Type="http://schemas.openxmlformats.org/officeDocument/2006/relationships/image" Target="../media/image1957.png"/><Relationship Id="rId294" Type="http://schemas.openxmlformats.org/officeDocument/2006/relationships/customXml" Target="../ink/ink2003.xml"/><Relationship Id="rId308" Type="http://schemas.openxmlformats.org/officeDocument/2006/relationships/customXml" Target="../ink/ink2010.xml"/><Relationship Id="rId329" Type="http://schemas.openxmlformats.org/officeDocument/2006/relationships/image" Target="../media/image1984.png"/><Relationship Id="rId47" Type="http://schemas.openxmlformats.org/officeDocument/2006/relationships/image" Target="../media/image1844.png"/><Relationship Id="rId68" Type="http://schemas.openxmlformats.org/officeDocument/2006/relationships/customXml" Target="../ink/ink1890.xml"/><Relationship Id="rId89" Type="http://schemas.openxmlformats.org/officeDocument/2006/relationships/image" Target="../media/image1865.png"/><Relationship Id="rId112" Type="http://schemas.openxmlformats.org/officeDocument/2006/relationships/customXml" Target="../ink/ink1912.xml"/><Relationship Id="rId133" Type="http://schemas.openxmlformats.org/officeDocument/2006/relationships/image" Target="../media/image1887.png"/><Relationship Id="rId154" Type="http://schemas.openxmlformats.org/officeDocument/2006/relationships/customXml" Target="../ink/ink1933.xml"/><Relationship Id="rId175" Type="http://schemas.openxmlformats.org/officeDocument/2006/relationships/image" Target="../media/image1908.png"/><Relationship Id="rId340" Type="http://schemas.openxmlformats.org/officeDocument/2006/relationships/customXml" Target="../ink/ink2026.xml"/><Relationship Id="rId361" Type="http://schemas.openxmlformats.org/officeDocument/2006/relationships/image" Target="../media/image1999.png"/><Relationship Id="rId196" Type="http://schemas.openxmlformats.org/officeDocument/2006/relationships/customXml" Target="../ink/ink1954.xml"/><Relationship Id="rId200" Type="http://schemas.openxmlformats.org/officeDocument/2006/relationships/customXml" Target="../ink/ink1956.xml"/><Relationship Id="rId16" Type="http://schemas.openxmlformats.org/officeDocument/2006/relationships/customXml" Target="../ink/ink1864.xml"/><Relationship Id="rId221" Type="http://schemas.openxmlformats.org/officeDocument/2006/relationships/image" Target="../media/image1931.png"/><Relationship Id="rId242" Type="http://schemas.openxmlformats.org/officeDocument/2006/relationships/customXml" Target="../ink/ink1977.xml"/><Relationship Id="rId263" Type="http://schemas.openxmlformats.org/officeDocument/2006/relationships/image" Target="../media/image1952.png"/><Relationship Id="rId284" Type="http://schemas.openxmlformats.org/officeDocument/2006/relationships/customXml" Target="../ink/ink1998.xml"/><Relationship Id="rId319" Type="http://schemas.openxmlformats.org/officeDocument/2006/relationships/image" Target="../media/image1979.png"/><Relationship Id="rId37" Type="http://schemas.openxmlformats.org/officeDocument/2006/relationships/image" Target="../media/image1839.png"/><Relationship Id="rId58" Type="http://schemas.openxmlformats.org/officeDocument/2006/relationships/customXml" Target="../ink/ink1885.xml"/><Relationship Id="rId79" Type="http://schemas.openxmlformats.org/officeDocument/2006/relationships/image" Target="../media/image1860.png"/><Relationship Id="rId102" Type="http://schemas.openxmlformats.org/officeDocument/2006/relationships/customXml" Target="../ink/ink1907.xml"/><Relationship Id="rId123" Type="http://schemas.openxmlformats.org/officeDocument/2006/relationships/image" Target="../media/image1882.png"/><Relationship Id="rId144" Type="http://schemas.openxmlformats.org/officeDocument/2006/relationships/customXml" Target="../ink/ink1928.xml"/><Relationship Id="rId330" Type="http://schemas.openxmlformats.org/officeDocument/2006/relationships/customXml" Target="../ink/ink2021.xml"/><Relationship Id="rId90" Type="http://schemas.openxmlformats.org/officeDocument/2006/relationships/customXml" Target="../ink/ink1901.xml"/><Relationship Id="rId165" Type="http://schemas.openxmlformats.org/officeDocument/2006/relationships/image" Target="../media/image1903.png"/><Relationship Id="rId186" Type="http://schemas.openxmlformats.org/officeDocument/2006/relationships/customXml" Target="../ink/ink1949.xml"/><Relationship Id="rId351" Type="http://schemas.openxmlformats.org/officeDocument/2006/relationships/image" Target="../media/image1995.png"/><Relationship Id="rId372" Type="http://schemas.openxmlformats.org/officeDocument/2006/relationships/customXml" Target="../ink/ink2042.xml"/><Relationship Id="rId211" Type="http://schemas.openxmlformats.org/officeDocument/2006/relationships/image" Target="../media/image1926.png"/><Relationship Id="rId232" Type="http://schemas.openxmlformats.org/officeDocument/2006/relationships/customXml" Target="../ink/ink1972.xml"/><Relationship Id="rId253" Type="http://schemas.openxmlformats.org/officeDocument/2006/relationships/image" Target="../media/image1947.png"/><Relationship Id="rId274" Type="http://schemas.openxmlformats.org/officeDocument/2006/relationships/customXml" Target="../ink/ink1993.xml"/><Relationship Id="rId295" Type="http://schemas.openxmlformats.org/officeDocument/2006/relationships/image" Target="../media/image1968.png"/><Relationship Id="rId309" Type="http://schemas.openxmlformats.org/officeDocument/2006/relationships/image" Target="../media/image1974.png"/><Relationship Id="rId27" Type="http://schemas.openxmlformats.org/officeDocument/2006/relationships/image" Target="../media/image1834.png"/><Relationship Id="rId48" Type="http://schemas.openxmlformats.org/officeDocument/2006/relationships/customXml" Target="../ink/ink1880.xml"/><Relationship Id="rId69" Type="http://schemas.openxmlformats.org/officeDocument/2006/relationships/image" Target="../media/image1855.png"/><Relationship Id="rId113" Type="http://schemas.openxmlformats.org/officeDocument/2006/relationships/image" Target="../media/image1877.png"/><Relationship Id="rId134" Type="http://schemas.openxmlformats.org/officeDocument/2006/relationships/customXml" Target="../ink/ink1923.xml"/><Relationship Id="rId320" Type="http://schemas.openxmlformats.org/officeDocument/2006/relationships/customXml" Target="../ink/ink2016.xml"/><Relationship Id="rId80" Type="http://schemas.openxmlformats.org/officeDocument/2006/relationships/customXml" Target="../ink/ink1896.xml"/><Relationship Id="rId155" Type="http://schemas.openxmlformats.org/officeDocument/2006/relationships/image" Target="../media/image1898.png"/><Relationship Id="rId176" Type="http://schemas.openxmlformats.org/officeDocument/2006/relationships/customXml" Target="../ink/ink1944.xml"/><Relationship Id="rId197" Type="http://schemas.openxmlformats.org/officeDocument/2006/relationships/image" Target="../media/image1919.png"/><Relationship Id="rId341" Type="http://schemas.openxmlformats.org/officeDocument/2006/relationships/image" Target="../media/image1990.png"/><Relationship Id="rId362" Type="http://schemas.openxmlformats.org/officeDocument/2006/relationships/customXml" Target="../ink/ink2037.xml"/><Relationship Id="rId201" Type="http://schemas.openxmlformats.org/officeDocument/2006/relationships/image" Target="../media/image1921.png"/><Relationship Id="rId222" Type="http://schemas.openxmlformats.org/officeDocument/2006/relationships/customXml" Target="../ink/ink1967.xml"/><Relationship Id="rId243" Type="http://schemas.openxmlformats.org/officeDocument/2006/relationships/image" Target="../media/image1942.png"/><Relationship Id="rId264" Type="http://schemas.openxmlformats.org/officeDocument/2006/relationships/customXml" Target="../ink/ink1988.xml"/><Relationship Id="rId285" Type="http://schemas.openxmlformats.org/officeDocument/2006/relationships/image" Target="../media/image1963.png"/><Relationship Id="rId17" Type="http://schemas.openxmlformats.org/officeDocument/2006/relationships/image" Target="../media/image1829.png"/><Relationship Id="rId38" Type="http://schemas.openxmlformats.org/officeDocument/2006/relationships/customXml" Target="../ink/ink1875.xml"/><Relationship Id="rId59" Type="http://schemas.openxmlformats.org/officeDocument/2006/relationships/image" Target="../media/image1850.png"/><Relationship Id="rId103" Type="http://schemas.openxmlformats.org/officeDocument/2006/relationships/image" Target="../media/image1872.png"/><Relationship Id="rId124" Type="http://schemas.openxmlformats.org/officeDocument/2006/relationships/customXml" Target="../ink/ink1918.xml"/><Relationship Id="rId310" Type="http://schemas.openxmlformats.org/officeDocument/2006/relationships/customXml" Target="../ink/ink2011.xml"/><Relationship Id="rId70" Type="http://schemas.openxmlformats.org/officeDocument/2006/relationships/customXml" Target="../ink/ink1891.xml"/><Relationship Id="rId91" Type="http://schemas.openxmlformats.org/officeDocument/2006/relationships/image" Target="../media/image1866.png"/><Relationship Id="rId145" Type="http://schemas.openxmlformats.org/officeDocument/2006/relationships/image" Target="../media/image1893.png"/><Relationship Id="rId166" Type="http://schemas.openxmlformats.org/officeDocument/2006/relationships/customXml" Target="../ink/ink1939.xml"/><Relationship Id="rId187" Type="http://schemas.openxmlformats.org/officeDocument/2006/relationships/image" Target="../media/image1914.png"/><Relationship Id="rId331" Type="http://schemas.openxmlformats.org/officeDocument/2006/relationships/image" Target="../media/image1985.png"/><Relationship Id="rId352" Type="http://schemas.openxmlformats.org/officeDocument/2006/relationships/customXml" Target="../ink/ink2032.xml"/><Relationship Id="rId373" Type="http://schemas.openxmlformats.org/officeDocument/2006/relationships/image" Target="../media/image200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62.xml"/><Relationship Id="rId233" Type="http://schemas.openxmlformats.org/officeDocument/2006/relationships/image" Target="../media/image1937.png"/><Relationship Id="rId254" Type="http://schemas.openxmlformats.org/officeDocument/2006/relationships/customXml" Target="../ink/ink1983.xml"/><Relationship Id="rId28" Type="http://schemas.openxmlformats.org/officeDocument/2006/relationships/customXml" Target="../ink/ink1870.xml"/><Relationship Id="rId49" Type="http://schemas.openxmlformats.org/officeDocument/2006/relationships/image" Target="../media/image1845.png"/><Relationship Id="rId114" Type="http://schemas.openxmlformats.org/officeDocument/2006/relationships/customXml" Target="../ink/ink1913.xml"/><Relationship Id="rId275" Type="http://schemas.openxmlformats.org/officeDocument/2006/relationships/image" Target="../media/image1958.png"/><Relationship Id="rId296" Type="http://schemas.openxmlformats.org/officeDocument/2006/relationships/customXml" Target="../ink/ink2004.xml"/><Relationship Id="rId300" Type="http://schemas.openxmlformats.org/officeDocument/2006/relationships/customXml" Target="../ink/ink2006.xml"/><Relationship Id="rId60" Type="http://schemas.openxmlformats.org/officeDocument/2006/relationships/customXml" Target="../ink/ink1886.xml"/><Relationship Id="rId81" Type="http://schemas.openxmlformats.org/officeDocument/2006/relationships/image" Target="../media/image1861.png"/><Relationship Id="rId135" Type="http://schemas.openxmlformats.org/officeDocument/2006/relationships/image" Target="../media/image1888.png"/><Relationship Id="rId156" Type="http://schemas.openxmlformats.org/officeDocument/2006/relationships/customXml" Target="../ink/ink1934.xml"/><Relationship Id="rId177" Type="http://schemas.openxmlformats.org/officeDocument/2006/relationships/image" Target="../media/image1909.png"/><Relationship Id="rId198" Type="http://schemas.openxmlformats.org/officeDocument/2006/relationships/customXml" Target="../ink/ink1955.xml"/><Relationship Id="rId321" Type="http://schemas.openxmlformats.org/officeDocument/2006/relationships/image" Target="../media/image1980.png"/><Relationship Id="rId342" Type="http://schemas.openxmlformats.org/officeDocument/2006/relationships/customXml" Target="../ink/ink2027.xml"/><Relationship Id="rId363" Type="http://schemas.openxmlformats.org/officeDocument/2006/relationships/image" Target="../media/image2000.png"/><Relationship Id="rId202" Type="http://schemas.openxmlformats.org/officeDocument/2006/relationships/customXml" Target="../ink/ink1957.xml"/><Relationship Id="rId223" Type="http://schemas.openxmlformats.org/officeDocument/2006/relationships/image" Target="../media/image1932.png"/><Relationship Id="rId244" Type="http://schemas.openxmlformats.org/officeDocument/2006/relationships/customXml" Target="../ink/ink1978.xml"/><Relationship Id="rId18" Type="http://schemas.openxmlformats.org/officeDocument/2006/relationships/customXml" Target="../ink/ink1865.xml"/><Relationship Id="rId39" Type="http://schemas.openxmlformats.org/officeDocument/2006/relationships/image" Target="../media/image1840.png"/><Relationship Id="rId265" Type="http://schemas.openxmlformats.org/officeDocument/2006/relationships/image" Target="../media/image1953.png"/><Relationship Id="rId286" Type="http://schemas.openxmlformats.org/officeDocument/2006/relationships/customXml" Target="../ink/ink1999.xml"/><Relationship Id="rId50" Type="http://schemas.openxmlformats.org/officeDocument/2006/relationships/customXml" Target="../ink/ink1881.xml"/><Relationship Id="rId104" Type="http://schemas.openxmlformats.org/officeDocument/2006/relationships/customXml" Target="../ink/ink1908.xml"/><Relationship Id="rId125" Type="http://schemas.openxmlformats.org/officeDocument/2006/relationships/image" Target="../media/image1883.png"/><Relationship Id="rId146" Type="http://schemas.openxmlformats.org/officeDocument/2006/relationships/customXml" Target="../ink/ink1929.xml"/><Relationship Id="rId167" Type="http://schemas.openxmlformats.org/officeDocument/2006/relationships/image" Target="../media/image1904.png"/><Relationship Id="rId188" Type="http://schemas.openxmlformats.org/officeDocument/2006/relationships/customXml" Target="../ink/ink1950.xml"/><Relationship Id="rId311" Type="http://schemas.openxmlformats.org/officeDocument/2006/relationships/image" Target="../media/image1975.png"/><Relationship Id="rId332" Type="http://schemas.openxmlformats.org/officeDocument/2006/relationships/customXml" Target="../ink/ink2022.xml"/><Relationship Id="rId353" Type="http://schemas.openxmlformats.org/officeDocument/2006/relationships/image" Target="../media/image1996.png"/><Relationship Id="rId374" Type="http://schemas.openxmlformats.org/officeDocument/2006/relationships/customXml" Target="../ink/ink2043.xml"/><Relationship Id="rId71" Type="http://schemas.openxmlformats.org/officeDocument/2006/relationships/image" Target="../media/image1856.png"/><Relationship Id="rId92" Type="http://schemas.openxmlformats.org/officeDocument/2006/relationships/customXml" Target="../ink/ink1902.xml"/><Relationship Id="rId213" Type="http://schemas.openxmlformats.org/officeDocument/2006/relationships/image" Target="../media/image1927.png"/><Relationship Id="rId234" Type="http://schemas.openxmlformats.org/officeDocument/2006/relationships/customXml" Target="../ink/ink1973.xml"/><Relationship Id="rId2" Type="http://schemas.openxmlformats.org/officeDocument/2006/relationships/customXml" Target="../ink/ink1857.xml"/><Relationship Id="rId29" Type="http://schemas.openxmlformats.org/officeDocument/2006/relationships/image" Target="../media/image1835.png"/><Relationship Id="rId255" Type="http://schemas.openxmlformats.org/officeDocument/2006/relationships/image" Target="../media/image1948.png"/><Relationship Id="rId276" Type="http://schemas.openxmlformats.org/officeDocument/2006/relationships/customXml" Target="../ink/ink1994.xml"/><Relationship Id="rId297" Type="http://schemas.openxmlformats.org/officeDocument/2006/relationships/image" Target="../media/image1969.png"/><Relationship Id="rId40" Type="http://schemas.openxmlformats.org/officeDocument/2006/relationships/customXml" Target="../ink/ink1876.xml"/><Relationship Id="rId115" Type="http://schemas.openxmlformats.org/officeDocument/2006/relationships/image" Target="../media/image1878.png"/><Relationship Id="rId136" Type="http://schemas.openxmlformats.org/officeDocument/2006/relationships/customXml" Target="../ink/ink1924.xml"/><Relationship Id="rId157" Type="http://schemas.openxmlformats.org/officeDocument/2006/relationships/image" Target="../media/image1899.png"/><Relationship Id="rId178" Type="http://schemas.openxmlformats.org/officeDocument/2006/relationships/customXml" Target="../ink/ink1945.xml"/><Relationship Id="rId301" Type="http://schemas.openxmlformats.org/officeDocument/2006/relationships/image" Target="../media/image1971.png"/><Relationship Id="rId322" Type="http://schemas.openxmlformats.org/officeDocument/2006/relationships/customXml" Target="../ink/ink2017.xml"/><Relationship Id="rId343" Type="http://schemas.openxmlformats.org/officeDocument/2006/relationships/image" Target="../media/image1991.png"/><Relationship Id="rId364" Type="http://schemas.openxmlformats.org/officeDocument/2006/relationships/customXml" Target="../ink/ink2038.xml"/><Relationship Id="rId61" Type="http://schemas.openxmlformats.org/officeDocument/2006/relationships/image" Target="../media/image1851.png"/><Relationship Id="rId82" Type="http://schemas.openxmlformats.org/officeDocument/2006/relationships/customXml" Target="../ink/ink1897.xml"/><Relationship Id="rId199" Type="http://schemas.openxmlformats.org/officeDocument/2006/relationships/image" Target="../media/image1920.png"/><Relationship Id="rId203" Type="http://schemas.openxmlformats.org/officeDocument/2006/relationships/image" Target="../media/image1922.png"/><Relationship Id="rId19" Type="http://schemas.openxmlformats.org/officeDocument/2006/relationships/image" Target="../media/image1830.png"/><Relationship Id="rId224" Type="http://schemas.openxmlformats.org/officeDocument/2006/relationships/customXml" Target="../ink/ink1968.xml"/><Relationship Id="rId245" Type="http://schemas.openxmlformats.org/officeDocument/2006/relationships/image" Target="../media/image1943.png"/><Relationship Id="rId266" Type="http://schemas.openxmlformats.org/officeDocument/2006/relationships/customXml" Target="../ink/ink1989.xml"/><Relationship Id="rId287" Type="http://schemas.openxmlformats.org/officeDocument/2006/relationships/image" Target="../media/image1964.png"/><Relationship Id="rId30" Type="http://schemas.openxmlformats.org/officeDocument/2006/relationships/customXml" Target="../ink/ink1871.xml"/><Relationship Id="rId105" Type="http://schemas.openxmlformats.org/officeDocument/2006/relationships/image" Target="../media/image1873.png"/><Relationship Id="rId126" Type="http://schemas.openxmlformats.org/officeDocument/2006/relationships/customXml" Target="../ink/ink1919.xml"/><Relationship Id="rId147" Type="http://schemas.openxmlformats.org/officeDocument/2006/relationships/image" Target="../media/image1894.png"/><Relationship Id="rId168" Type="http://schemas.openxmlformats.org/officeDocument/2006/relationships/customXml" Target="../ink/ink1940.xml"/><Relationship Id="rId312" Type="http://schemas.openxmlformats.org/officeDocument/2006/relationships/customXml" Target="../ink/ink2012.xml"/><Relationship Id="rId333" Type="http://schemas.openxmlformats.org/officeDocument/2006/relationships/image" Target="../media/image1986.png"/><Relationship Id="rId354" Type="http://schemas.openxmlformats.org/officeDocument/2006/relationships/customXml" Target="../ink/ink2033.xml"/><Relationship Id="rId51" Type="http://schemas.openxmlformats.org/officeDocument/2006/relationships/image" Target="../media/image1846.png"/><Relationship Id="rId72" Type="http://schemas.openxmlformats.org/officeDocument/2006/relationships/customXml" Target="../ink/ink1892.xml"/><Relationship Id="rId93" Type="http://schemas.openxmlformats.org/officeDocument/2006/relationships/image" Target="../media/image1867.png"/><Relationship Id="rId189" Type="http://schemas.openxmlformats.org/officeDocument/2006/relationships/image" Target="../media/image1915.png"/><Relationship Id="rId375" Type="http://schemas.openxmlformats.org/officeDocument/2006/relationships/image" Target="../media/image2006.png"/><Relationship Id="rId3" Type="http://schemas.openxmlformats.org/officeDocument/2006/relationships/image" Target="../media/image1822.png"/><Relationship Id="rId214" Type="http://schemas.openxmlformats.org/officeDocument/2006/relationships/customXml" Target="../ink/ink1963.xml"/><Relationship Id="rId235" Type="http://schemas.openxmlformats.org/officeDocument/2006/relationships/image" Target="../media/image1938.png"/><Relationship Id="rId256" Type="http://schemas.openxmlformats.org/officeDocument/2006/relationships/customXml" Target="../ink/ink1984.xml"/><Relationship Id="rId277" Type="http://schemas.openxmlformats.org/officeDocument/2006/relationships/image" Target="../media/image1959.png"/><Relationship Id="rId298" Type="http://schemas.openxmlformats.org/officeDocument/2006/relationships/customXml" Target="../ink/ink2005.xml"/><Relationship Id="rId116" Type="http://schemas.openxmlformats.org/officeDocument/2006/relationships/customXml" Target="../ink/ink1914.xml"/><Relationship Id="rId137" Type="http://schemas.openxmlformats.org/officeDocument/2006/relationships/image" Target="../media/image1889.png"/><Relationship Id="rId158" Type="http://schemas.openxmlformats.org/officeDocument/2006/relationships/customXml" Target="../ink/ink1935.xml"/><Relationship Id="rId302" Type="http://schemas.openxmlformats.org/officeDocument/2006/relationships/customXml" Target="../ink/ink2007.xml"/><Relationship Id="rId323" Type="http://schemas.openxmlformats.org/officeDocument/2006/relationships/image" Target="../media/image1981.png"/><Relationship Id="rId344" Type="http://schemas.openxmlformats.org/officeDocument/2006/relationships/customXml" Target="../ink/ink2028.xml"/><Relationship Id="rId20" Type="http://schemas.openxmlformats.org/officeDocument/2006/relationships/customXml" Target="../ink/ink1866.xml"/><Relationship Id="rId41" Type="http://schemas.openxmlformats.org/officeDocument/2006/relationships/image" Target="../media/image1841.png"/><Relationship Id="rId62" Type="http://schemas.openxmlformats.org/officeDocument/2006/relationships/customXml" Target="../ink/ink1887.xml"/><Relationship Id="rId83" Type="http://schemas.openxmlformats.org/officeDocument/2006/relationships/image" Target="../media/image1862.png"/><Relationship Id="rId179" Type="http://schemas.openxmlformats.org/officeDocument/2006/relationships/image" Target="../media/image1910.png"/><Relationship Id="rId365" Type="http://schemas.openxmlformats.org/officeDocument/2006/relationships/image" Target="../media/image2001.png"/><Relationship Id="rId190" Type="http://schemas.openxmlformats.org/officeDocument/2006/relationships/customXml" Target="../ink/ink1951.xml"/><Relationship Id="rId204" Type="http://schemas.openxmlformats.org/officeDocument/2006/relationships/customXml" Target="../ink/ink1958.xml"/><Relationship Id="rId225" Type="http://schemas.openxmlformats.org/officeDocument/2006/relationships/image" Target="../media/image1933.png"/><Relationship Id="rId246" Type="http://schemas.openxmlformats.org/officeDocument/2006/relationships/customXml" Target="../ink/ink1979.xml"/><Relationship Id="rId267" Type="http://schemas.openxmlformats.org/officeDocument/2006/relationships/image" Target="../media/image1954.png"/><Relationship Id="rId288" Type="http://schemas.openxmlformats.org/officeDocument/2006/relationships/customXml" Target="../ink/ink2000.xml"/><Relationship Id="rId106" Type="http://schemas.openxmlformats.org/officeDocument/2006/relationships/customXml" Target="../ink/ink1909.xml"/><Relationship Id="rId127" Type="http://schemas.openxmlformats.org/officeDocument/2006/relationships/image" Target="../media/image1884.png"/><Relationship Id="rId313" Type="http://schemas.openxmlformats.org/officeDocument/2006/relationships/image" Target="../media/image1976.png"/><Relationship Id="rId10" Type="http://schemas.openxmlformats.org/officeDocument/2006/relationships/customXml" Target="../ink/ink1861.xml"/><Relationship Id="rId31" Type="http://schemas.openxmlformats.org/officeDocument/2006/relationships/image" Target="../media/image1836.png"/><Relationship Id="rId52" Type="http://schemas.openxmlformats.org/officeDocument/2006/relationships/customXml" Target="../ink/ink1882.xml"/><Relationship Id="rId73" Type="http://schemas.openxmlformats.org/officeDocument/2006/relationships/image" Target="../media/image1857.png"/><Relationship Id="rId94" Type="http://schemas.openxmlformats.org/officeDocument/2006/relationships/customXml" Target="../ink/ink1903.xml"/><Relationship Id="rId148" Type="http://schemas.openxmlformats.org/officeDocument/2006/relationships/customXml" Target="../ink/ink1930.xml"/><Relationship Id="rId169" Type="http://schemas.openxmlformats.org/officeDocument/2006/relationships/image" Target="../media/image1905.png"/><Relationship Id="rId334" Type="http://schemas.openxmlformats.org/officeDocument/2006/relationships/customXml" Target="../ink/ink2023.xml"/><Relationship Id="rId355" Type="http://schemas.openxmlformats.org/officeDocument/2006/relationships/image" Target="../media/image1997.png"/><Relationship Id="rId4" Type="http://schemas.openxmlformats.org/officeDocument/2006/relationships/customXml" Target="../ink/ink1858.xml"/><Relationship Id="rId180" Type="http://schemas.openxmlformats.org/officeDocument/2006/relationships/customXml" Target="../ink/ink1946.xml"/><Relationship Id="rId215" Type="http://schemas.openxmlformats.org/officeDocument/2006/relationships/image" Target="../media/image1928.png"/><Relationship Id="rId236" Type="http://schemas.openxmlformats.org/officeDocument/2006/relationships/customXml" Target="../ink/ink1974.xml"/><Relationship Id="rId257" Type="http://schemas.openxmlformats.org/officeDocument/2006/relationships/image" Target="../media/image1949.png"/><Relationship Id="rId278" Type="http://schemas.openxmlformats.org/officeDocument/2006/relationships/customXml" Target="../ink/ink1995.xml"/><Relationship Id="rId303" Type="http://schemas.openxmlformats.org/officeDocument/2006/relationships/image" Target="../media/image1972.png"/><Relationship Id="rId42" Type="http://schemas.openxmlformats.org/officeDocument/2006/relationships/customXml" Target="../ink/ink1877.xml"/><Relationship Id="rId84" Type="http://schemas.openxmlformats.org/officeDocument/2006/relationships/customXml" Target="../ink/ink1898.xml"/><Relationship Id="rId138" Type="http://schemas.openxmlformats.org/officeDocument/2006/relationships/customXml" Target="../ink/ink1925.xml"/><Relationship Id="rId345" Type="http://schemas.openxmlformats.org/officeDocument/2006/relationships/image" Target="../media/image1992.png"/><Relationship Id="rId191" Type="http://schemas.openxmlformats.org/officeDocument/2006/relationships/image" Target="../media/image1916.png"/><Relationship Id="rId205" Type="http://schemas.openxmlformats.org/officeDocument/2006/relationships/image" Target="../media/image1923.png"/><Relationship Id="rId247" Type="http://schemas.openxmlformats.org/officeDocument/2006/relationships/image" Target="../media/image1944.png"/><Relationship Id="rId107" Type="http://schemas.openxmlformats.org/officeDocument/2006/relationships/image" Target="../media/image1874.png"/><Relationship Id="rId289" Type="http://schemas.openxmlformats.org/officeDocument/2006/relationships/image" Target="../media/image1965.png"/><Relationship Id="rId11" Type="http://schemas.openxmlformats.org/officeDocument/2006/relationships/image" Target="../media/image1826.png"/><Relationship Id="rId53" Type="http://schemas.openxmlformats.org/officeDocument/2006/relationships/image" Target="../media/image1847.png"/><Relationship Id="rId149" Type="http://schemas.openxmlformats.org/officeDocument/2006/relationships/image" Target="../media/image1895.png"/><Relationship Id="rId314" Type="http://schemas.openxmlformats.org/officeDocument/2006/relationships/customXml" Target="../ink/ink2013.xml"/><Relationship Id="rId356" Type="http://schemas.openxmlformats.org/officeDocument/2006/relationships/customXml" Target="../ink/ink2034.xml"/><Relationship Id="rId95" Type="http://schemas.openxmlformats.org/officeDocument/2006/relationships/image" Target="../media/image1868.png"/><Relationship Id="rId160" Type="http://schemas.openxmlformats.org/officeDocument/2006/relationships/customXml" Target="../ink/ink1936.xml"/><Relationship Id="rId216" Type="http://schemas.openxmlformats.org/officeDocument/2006/relationships/customXml" Target="../ink/ink1964.xml"/><Relationship Id="rId258" Type="http://schemas.openxmlformats.org/officeDocument/2006/relationships/customXml" Target="../ink/ink1985.xml"/><Relationship Id="rId22" Type="http://schemas.openxmlformats.org/officeDocument/2006/relationships/customXml" Target="../ink/ink1867.xml"/><Relationship Id="rId64" Type="http://schemas.openxmlformats.org/officeDocument/2006/relationships/customXml" Target="../ink/ink1888.xml"/><Relationship Id="rId118" Type="http://schemas.openxmlformats.org/officeDocument/2006/relationships/customXml" Target="../ink/ink1915.xml"/><Relationship Id="rId325" Type="http://schemas.openxmlformats.org/officeDocument/2006/relationships/image" Target="../media/image1982.png"/><Relationship Id="rId367" Type="http://schemas.openxmlformats.org/officeDocument/2006/relationships/image" Target="../media/image2002.png"/><Relationship Id="rId171" Type="http://schemas.openxmlformats.org/officeDocument/2006/relationships/image" Target="../media/image1906.png"/><Relationship Id="rId227" Type="http://schemas.openxmlformats.org/officeDocument/2006/relationships/image" Target="../media/image1934.png"/><Relationship Id="rId269" Type="http://schemas.openxmlformats.org/officeDocument/2006/relationships/image" Target="../media/image1955.png"/><Relationship Id="rId33" Type="http://schemas.openxmlformats.org/officeDocument/2006/relationships/image" Target="../media/image1837.png"/><Relationship Id="rId129" Type="http://schemas.openxmlformats.org/officeDocument/2006/relationships/image" Target="../media/image1885.png"/><Relationship Id="rId280" Type="http://schemas.openxmlformats.org/officeDocument/2006/relationships/customXml" Target="../ink/ink1996.xml"/><Relationship Id="rId336" Type="http://schemas.openxmlformats.org/officeDocument/2006/relationships/customXml" Target="../ink/ink2024.xml"/><Relationship Id="rId75" Type="http://schemas.openxmlformats.org/officeDocument/2006/relationships/image" Target="../media/image1858.png"/><Relationship Id="rId140" Type="http://schemas.openxmlformats.org/officeDocument/2006/relationships/customXml" Target="../ink/ink1926.xml"/><Relationship Id="rId182" Type="http://schemas.openxmlformats.org/officeDocument/2006/relationships/customXml" Target="../ink/ink1947.xml"/><Relationship Id="rId6" Type="http://schemas.openxmlformats.org/officeDocument/2006/relationships/customXml" Target="../ink/ink1859.xml"/><Relationship Id="rId238" Type="http://schemas.openxmlformats.org/officeDocument/2006/relationships/customXml" Target="../ink/ink1975.xml"/><Relationship Id="rId291" Type="http://schemas.openxmlformats.org/officeDocument/2006/relationships/image" Target="../media/image1966.png"/><Relationship Id="rId305" Type="http://schemas.openxmlformats.org/officeDocument/2006/relationships/image" Target="../media/image1570.png"/><Relationship Id="rId347" Type="http://schemas.openxmlformats.org/officeDocument/2006/relationships/image" Target="../media/image1993.png"/><Relationship Id="rId44" Type="http://schemas.openxmlformats.org/officeDocument/2006/relationships/customXml" Target="../ink/ink1878.xml"/><Relationship Id="rId86" Type="http://schemas.openxmlformats.org/officeDocument/2006/relationships/customXml" Target="../ink/ink1899.xml"/><Relationship Id="rId151" Type="http://schemas.openxmlformats.org/officeDocument/2006/relationships/image" Target="../media/image1896.png"/><Relationship Id="rId193" Type="http://schemas.openxmlformats.org/officeDocument/2006/relationships/image" Target="../media/image1917.png"/><Relationship Id="rId207" Type="http://schemas.openxmlformats.org/officeDocument/2006/relationships/image" Target="../media/image1924.png"/><Relationship Id="rId249" Type="http://schemas.openxmlformats.org/officeDocument/2006/relationships/image" Target="../media/image1945.png"/><Relationship Id="rId13" Type="http://schemas.openxmlformats.org/officeDocument/2006/relationships/image" Target="../media/image1827.png"/><Relationship Id="rId109" Type="http://schemas.openxmlformats.org/officeDocument/2006/relationships/image" Target="../media/image1875.png"/><Relationship Id="rId260" Type="http://schemas.openxmlformats.org/officeDocument/2006/relationships/customXml" Target="../ink/ink1986.xml"/><Relationship Id="rId316" Type="http://schemas.openxmlformats.org/officeDocument/2006/relationships/customXml" Target="../ink/ink2014.xml"/><Relationship Id="rId55" Type="http://schemas.openxmlformats.org/officeDocument/2006/relationships/image" Target="../media/image1848.png"/><Relationship Id="rId97" Type="http://schemas.openxmlformats.org/officeDocument/2006/relationships/image" Target="../media/image1869.png"/><Relationship Id="rId120" Type="http://schemas.openxmlformats.org/officeDocument/2006/relationships/customXml" Target="../ink/ink1916.xml"/><Relationship Id="rId358" Type="http://schemas.openxmlformats.org/officeDocument/2006/relationships/customXml" Target="../ink/ink2035.xml"/><Relationship Id="rId162" Type="http://schemas.openxmlformats.org/officeDocument/2006/relationships/customXml" Target="../ink/ink1937.xml"/><Relationship Id="rId218" Type="http://schemas.openxmlformats.org/officeDocument/2006/relationships/customXml" Target="../ink/ink1965.xml"/><Relationship Id="rId271" Type="http://schemas.openxmlformats.org/officeDocument/2006/relationships/image" Target="../media/image1956.png"/><Relationship Id="rId24" Type="http://schemas.openxmlformats.org/officeDocument/2006/relationships/customXml" Target="../ink/ink1868.xml"/><Relationship Id="rId66" Type="http://schemas.openxmlformats.org/officeDocument/2006/relationships/customXml" Target="../ink/ink1889.xml"/><Relationship Id="rId131" Type="http://schemas.openxmlformats.org/officeDocument/2006/relationships/image" Target="../media/image1886.png"/><Relationship Id="rId327" Type="http://schemas.openxmlformats.org/officeDocument/2006/relationships/image" Target="../media/image1983.png"/><Relationship Id="rId369" Type="http://schemas.openxmlformats.org/officeDocument/2006/relationships/image" Target="../media/image2003.png"/><Relationship Id="rId173" Type="http://schemas.openxmlformats.org/officeDocument/2006/relationships/image" Target="../media/image1907.png"/><Relationship Id="rId229" Type="http://schemas.openxmlformats.org/officeDocument/2006/relationships/image" Target="../media/image1935.png"/><Relationship Id="rId240" Type="http://schemas.openxmlformats.org/officeDocument/2006/relationships/customXml" Target="../ink/ink1976.xml"/><Relationship Id="rId35" Type="http://schemas.openxmlformats.org/officeDocument/2006/relationships/image" Target="../media/image1838.png"/><Relationship Id="rId77" Type="http://schemas.openxmlformats.org/officeDocument/2006/relationships/image" Target="../media/image1859.png"/><Relationship Id="rId100" Type="http://schemas.openxmlformats.org/officeDocument/2006/relationships/customXml" Target="../ink/ink1906.xml"/><Relationship Id="rId282" Type="http://schemas.openxmlformats.org/officeDocument/2006/relationships/customXml" Target="../ink/ink1997.xml"/><Relationship Id="rId338" Type="http://schemas.openxmlformats.org/officeDocument/2006/relationships/customXml" Target="../ink/ink2025.xml"/><Relationship Id="rId8" Type="http://schemas.openxmlformats.org/officeDocument/2006/relationships/customXml" Target="../ink/ink1860.xml"/><Relationship Id="rId142" Type="http://schemas.openxmlformats.org/officeDocument/2006/relationships/customXml" Target="../ink/ink1927.xml"/><Relationship Id="rId184" Type="http://schemas.openxmlformats.org/officeDocument/2006/relationships/customXml" Target="../ink/ink1948.xml"/><Relationship Id="rId251" Type="http://schemas.openxmlformats.org/officeDocument/2006/relationships/image" Target="../media/image1946.png"/><Relationship Id="rId46" Type="http://schemas.openxmlformats.org/officeDocument/2006/relationships/customXml" Target="../ink/ink1879.xml"/><Relationship Id="rId293" Type="http://schemas.openxmlformats.org/officeDocument/2006/relationships/image" Target="../media/image1967.png"/><Relationship Id="rId307" Type="http://schemas.openxmlformats.org/officeDocument/2006/relationships/image" Target="../media/image1973.png"/><Relationship Id="rId349" Type="http://schemas.openxmlformats.org/officeDocument/2006/relationships/image" Target="../media/image1994.png"/><Relationship Id="rId88" Type="http://schemas.openxmlformats.org/officeDocument/2006/relationships/customXml" Target="../ink/ink1900.xml"/><Relationship Id="rId111" Type="http://schemas.openxmlformats.org/officeDocument/2006/relationships/image" Target="../media/image1876.png"/><Relationship Id="rId153" Type="http://schemas.openxmlformats.org/officeDocument/2006/relationships/image" Target="../media/image1897.png"/><Relationship Id="rId195" Type="http://schemas.openxmlformats.org/officeDocument/2006/relationships/image" Target="../media/image1918.png"/><Relationship Id="rId209" Type="http://schemas.openxmlformats.org/officeDocument/2006/relationships/image" Target="../media/image1925.png"/><Relationship Id="rId360" Type="http://schemas.openxmlformats.org/officeDocument/2006/relationships/customXml" Target="../ink/ink2036.xml"/><Relationship Id="rId220" Type="http://schemas.openxmlformats.org/officeDocument/2006/relationships/customXml" Target="../ink/ink1966.xml"/><Relationship Id="rId15" Type="http://schemas.openxmlformats.org/officeDocument/2006/relationships/image" Target="../media/image1828.png"/><Relationship Id="rId57" Type="http://schemas.openxmlformats.org/officeDocument/2006/relationships/image" Target="../media/image1849.png"/><Relationship Id="rId262" Type="http://schemas.openxmlformats.org/officeDocument/2006/relationships/customXml" Target="../ink/ink1987.xml"/><Relationship Id="rId318" Type="http://schemas.openxmlformats.org/officeDocument/2006/relationships/customXml" Target="../ink/ink201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63.png"/><Relationship Id="rId21" Type="http://schemas.openxmlformats.org/officeDocument/2006/relationships/image" Target="../media/image2016.png"/><Relationship Id="rId42" Type="http://schemas.openxmlformats.org/officeDocument/2006/relationships/customXml" Target="../ink/ink2064.xml"/><Relationship Id="rId63" Type="http://schemas.openxmlformats.org/officeDocument/2006/relationships/image" Target="../media/image2037.png"/><Relationship Id="rId84" Type="http://schemas.openxmlformats.org/officeDocument/2006/relationships/customXml" Target="../ink/ink2085.xml"/><Relationship Id="rId138" Type="http://schemas.openxmlformats.org/officeDocument/2006/relationships/customXml" Target="../ink/ink2112.xml"/><Relationship Id="rId159" Type="http://schemas.openxmlformats.org/officeDocument/2006/relationships/image" Target="../media/image2084.png"/><Relationship Id="rId170" Type="http://schemas.openxmlformats.org/officeDocument/2006/relationships/customXml" Target="../ink/ink2128.xml"/><Relationship Id="rId191" Type="http://schemas.openxmlformats.org/officeDocument/2006/relationships/image" Target="../media/image2100.png"/><Relationship Id="rId205" Type="http://schemas.openxmlformats.org/officeDocument/2006/relationships/image" Target="../media/image2107.png"/><Relationship Id="rId226" Type="http://schemas.openxmlformats.org/officeDocument/2006/relationships/customXml" Target="../ink/ink2156.xml"/><Relationship Id="rId247" Type="http://schemas.openxmlformats.org/officeDocument/2006/relationships/image" Target="../media/image577.png"/><Relationship Id="rId107" Type="http://schemas.openxmlformats.org/officeDocument/2006/relationships/image" Target="../media/image2059.png"/><Relationship Id="rId11" Type="http://schemas.openxmlformats.org/officeDocument/2006/relationships/image" Target="../media/image2011.png"/><Relationship Id="rId32" Type="http://schemas.openxmlformats.org/officeDocument/2006/relationships/customXml" Target="../ink/ink2059.xml"/><Relationship Id="rId53" Type="http://schemas.openxmlformats.org/officeDocument/2006/relationships/image" Target="../media/image2032.png"/><Relationship Id="rId74" Type="http://schemas.openxmlformats.org/officeDocument/2006/relationships/customXml" Target="../ink/ink2080.xml"/><Relationship Id="rId128" Type="http://schemas.openxmlformats.org/officeDocument/2006/relationships/customXml" Target="../ink/ink2107.xml"/><Relationship Id="rId149" Type="http://schemas.openxmlformats.org/officeDocument/2006/relationships/image" Target="../media/image2079.png"/><Relationship Id="rId5" Type="http://schemas.openxmlformats.org/officeDocument/2006/relationships/image" Target="../media/image2008.png"/><Relationship Id="rId95" Type="http://schemas.openxmlformats.org/officeDocument/2006/relationships/image" Target="../media/image2053.png"/><Relationship Id="rId160" Type="http://schemas.openxmlformats.org/officeDocument/2006/relationships/customXml" Target="../ink/ink2123.xml"/><Relationship Id="rId181" Type="http://schemas.openxmlformats.org/officeDocument/2006/relationships/image" Target="../media/image2095.png"/><Relationship Id="rId216" Type="http://schemas.openxmlformats.org/officeDocument/2006/relationships/customXml" Target="../ink/ink2151.xml"/><Relationship Id="rId237" Type="http://schemas.openxmlformats.org/officeDocument/2006/relationships/image" Target="../media/image81.png"/><Relationship Id="rId22" Type="http://schemas.openxmlformats.org/officeDocument/2006/relationships/customXml" Target="../ink/ink2054.xml"/><Relationship Id="rId43" Type="http://schemas.openxmlformats.org/officeDocument/2006/relationships/image" Target="../media/image2027.png"/><Relationship Id="rId64" Type="http://schemas.openxmlformats.org/officeDocument/2006/relationships/customXml" Target="../ink/ink2075.xml"/><Relationship Id="rId118" Type="http://schemas.openxmlformats.org/officeDocument/2006/relationships/customXml" Target="../ink/ink2102.xml"/><Relationship Id="rId139" Type="http://schemas.openxmlformats.org/officeDocument/2006/relationships/image" Target="../media/image2074.png"/><Relationship Id="rId85" Type="http://schemas.openxmlformats.org/officeDocument/2006/relationships/image" Target="../media/image2048.png"/><Relationship Id="rId150" Type="http://schemas.openxmlformats.org/officeDocument/2006/relationships/customXml" Target="../ink/ink2118.xml"/><Relationship Id="rId171" Type="http://schemas.openxmlformats.org/officeDocument/2006/relationships/image" Target="../media/image2090.png"/><Relationship Id="rId192" Type="http://schemas.openxmlformats.org/officeDocument/2006/relationships/customXml" Target="../ink/ink2139.xml"/><Relationship Id="rId206" Type="http://schemas.openxmlformats.org/officeDocument/2006/relationships/customXml" Target="../ink/ink2146.xml"/><Relationship Id="rId227" Type="http://schemas.openxmlformats.org/officeDocument/2006/relationships/image" Target="../media/image2118.png"/><Relationship Id="rId12" Type="http://schemas.openxmlformats.org/officeDocument/2006/relationships/customXml" Target="../ink/ink2049.xml"/><Relationship Id="rId33" Type="http://schemas.openxmlformats.org/officeDocument/2006/relationships/image" Target="../media/image2022.png"/><Relationship Id="rId108" Type="http://schemas.openxmlformats.org/officeDocument/2006/relationships/customXml" Target="../ink/ink2097.xml"/><Relationship Id="rId129" Type="http://schemas.openxmlformats.org/officeDocument/2006/relationships/image" Target="../media/image2069.png"/><Relationship Id="rId54" Type="http://schemas.openxmlformats.org/officeDocument/2006/relationships/customXml" Target="../ink/ink2070.xml"/><Relationship Id="rId75" Type="http://schemas.openxmlformats.org/officeDocument/2006/relationships/image" Target="../media/image2043.png"/><Relationship Id="rId96" Type="http://schemas.openxmlformats.org/officeDocument/2006/relationships/customXml" Target="../ink/ink2091.xml"/><Relationship Id="rId140" Type="http://schemas.openxmlformats.org/officeDocument/2006/relationships/customXml" Target="../ink/ink2113.xml"/><Relationship Id="rId161" Type="http://schemas.openxmlformats.org/officeDocument/2006/relationships/image" Target="../media/image2085.png"/><Relationship Id="rId182" Type="http://schemas.openxmlformats.org/officeDocument/2006/relationships/customXml" Target="../ink/ink2134.xml"/><Relationship Id="rId217" Type="http://schemas.openxmlformats.org/officeDocument/2006/relationships/image" Target="../media/image2113.png"/><Relationship Id="rId6" Type="http://schemas.openxmlformats.org/officeDocument/2006/relationships/customXml" Target="../ink/ink2046.xml"/><Relationship Id="rId238" Type="http://schemas.openxmlformats.org/officeDocument/2006/relationships/customXml" Target="../ink/ink2162.xml"/><Relationship Id="rId23" Type="http://schemas.openxmlformats.org/officeDocument/2006/relationships/image" Target="../media/image2017.png"/><Relationship Id="rId119" Type="http://schemas.openxmlformats.org/officeDocument/2006/relationships/image" Target="../media/image2064.png"/><Relationship Id="rId44" Type="http://schemas.openxmlformats.org/officeDocument/2006/relationships/customXml" Target="../ink/ink2065.xml"/><Relationship Id="rId65" Type="http://schemas.openxmlformats.org/officeDocument/2006/relationships/image" Target="../media/image2038.png"/><Relationship Id="rId86" Type="http://schemas.openxmlformats.org/officeDocument/2006/relationships/customXml" Target="../ink/ink2086.xml"/><Relationship Id="rId130" Type="http://schemas.openxmlformats.org/officeDocument/2006/relationships/customXml" Target="../ink/ink2108.xml"/><Relationship Id="rId151" Type="http://schemas.openxmlformats.org/officeDocument/2006/relationships/image" Target="../media/image2080.png"/><Relationship Id="rId172" Type="http://schemas.openxmlformats.org/officeDocument/2006/relationships/customXml" Target="../ink/ink2129.xml"/><Relationship Id="rId193" Type="http://schemas.openxmlformats.org/officeDocument/2006/relationships/image" Target="../media/image2101.png"/><Relationship Id="rId207" Type="http://schemas.openxmlformats.org/officeDocument/2006/relationships/image" Target="../media/image2108.png"/><Relationship Id="rId228" Type="http://schemas.openxmlformats.org/officeDocument/2006/relationships/customXml" Target="../ink/ink2157.xml"/><Relationship Id="rId13" Type="http://schemas.openxmlformats.org/officeDocument/2006/relationships/image" Target="../media/image2012.png"/><Relationship Id="rId109" Type="http://schemas.openxmlformats.org/officeDocument/2006/relationships/image" Target="../media/image117.png"/><Relationship Id="rId34" Type="http://schemas.openxmlformats.org/officeDocument/2006/relationships/customXml" Target="../ink/ink2060.xml"/><Relationship Id="rId55" Type="http://schemas.openxmlformats.org/officeDocument/2006/relationships/image" Target="../media/image2033.png"/><Relationship Id="rId76" Type="http://schemas.openxmlformats.org/officeDocument/2006/relationships/customXml" Target="../ink/ink2081.xml"/><Relationship Id="rId97" Type="http://schemas.openxmlformats.org/officeDocument/2006/relationships/image" Target="../media/image2054.png"/><Relationship Id="rId120" Type="http://schemas.openxmlformats.org/officeDocument/2006/relationships/customXml" Target="../ink/ink2103.xml"/><Relationship Id="rId141" Type="http://schemas.openxmlformats.org/officeDocument/2006/relationships/image" Target="../media/image2075.png"/><Relationship Id="rId7" Type="http://schemas.openxmlformats.org/officeDocument/2006/relationships/image" Target="../media/image2009.png"/><Relationship Id="rId162" Type="http://schemas.openxmlformats.org/officeDocument/2006/relationships/customXml" Target="../ink/ink2124.xml"/><Relationship Id="rId183" Type="http://schemas.openxmlformats.org/officeDocument/2006/relationships/image" Target="../media/image2096.png"/><Relationship Id="rId218" Type="http://schemas.openxmlformats.org/officeDocument/2006/relationships/customXml" Target="../ink/ink2152.xml"/><Relationship Id="rId239" Type="http://schemas.openxmlformats.org/officeDocument/2006/relationships/image" Target="../media/image2123.png"/><Relationship Id="rId24" Type="http://schemas.openxmlformats.org/officeDocument/2006/relationships/customXml" Target="../ink/ink2055.xml"/><Relationship Id="rId45" Type="http://schemas.openxmlformats.org/officeDocument/2006/relationships/image" Target="../media/image2028.png"/><Relationship Id="rId66" Type="http://schemas.openxmlformats.org/officeDocument/2006/relationships/customXml" Target="../ink/ink2076.xml"/><Relationship Id="rId87" Type="http://schemas.openxmlformats.org/officeDocument/2006/relationships/image" Target="../media/image2049.png"/><Relationship Id="rId110" Type="http://schemas.openxmlformats.org/officeDocument/2006/relationships/customXml" Target="../ink/ink2098.xml"/><Relationship Id="rId131" Type="http://schemas.openxmlformats.org/officeDocument/2006/relationships/image" Target="../media/image2070.png"/><Relationship Id="rId152" Type="http://schemas.openxmlformats.org/officeDocument/2006/relationships/customXml" Target="../ink/ink2119.xml"/><Relationship Id="rId173" Type="http://schemas.openxmlformats.org/officeDocument/2006/relationships/image" Target="../media/image2091.png"/><Relationship Id="rId194" Type="http://schemas.openxmlformats.org/officeDocument/2006/relationships/customXml" Target="../ink/ink2140.xml"/><Relationship Id="rId208" Type="http://schemas.openxmlformats.org/officeDocument/2006/relationships/customXml" Target="../ink/ink2147.xml"/><Relationship Id="rId229" Type="http://schemas.openxmlformats.org/officeDocument/2006/relationships/image" Target="../media/image2119.png"/><Relationship Id="rId240" Type="http://schemas.openxmlformats.org/officeDocument/2006/relationships/customXml" Target="../ink/ink2163.xml"/><Relationship Id="rId14" Type="http://schemas.openxmlformats.org/officeDocument/2006/relationships/customXml" Target="../ink/ink2050.xml"/><Relationship Id="rId35" Type="http://schemas.openxmlformats.org/officeDocument/2006/relationships/image" Target="../media/image2023.png"/><Relationship Id="rId56" Type="http://schemas.openxmlformats.org/officeDocument/2006/relationships/customXml" Target="../ink/ink2071.xml"/><Relationship Id="rId77" Type="http://schemas.openxmlformats.org/officeDocument/2006/relationships/image" Target="../media/image2044.png"/><Relationship Id="rId100" Type="http://schemas.openxmlformats.org/officeDocument/2006/relationships/customXml" Target="../ink/ink2093.xml"/><Relationship Id="rId8" Type="http://schemas.openxmlformats.org/officeDocument/2006/relationships/customXml" Target="../ink/ink2047.xml"/><Relationship Id="rId98" Type="http://schemas.openxmlformats.org/officeDocument/2006/relationships/customXml" Target="../ink/ink2092.xml"/><Relationship Id="rId121" Type="http://schemas.openxmlformats.org/officeDocument/2006/relationships/image" Target="../media/image2065.png"/><Relationship Id="rId142" Type="http://schemas.openxmlformats.org/officeDocument/2006/relationships/customXml" Target="../ink/ink2114.xml"/><Relationship Id="rId163" Type="http://schemas.openxmlformats.org/officeDocument/2006/relationships/image" Target="../media/image2086.png"/><Relationship Id="rId184" Type="http://schemas.openxmlformats.org/officeDocument/2006/relationships/customXml" Target="../ink/ink2135.xml"/><Relationship Id="rId219" Type="http://schemas.openxmlformats.org/officeDocument/2006/relationships/image" Target="../media/image2114.png"/><Relationship Id="rId230" Type="http://schemas.openxmlformats.org/officeDocument/2006/relationships/customXml" Target="../ink/ink2158.xml"/><Relationship Id="rId25" Type="http://schemas.openxmlformats.org/officeDocument/2006/relationships/image" Target="../media/image2018.png"/><Relationship Id="rId46" Type="http://schemas.openxmlformats.org/officeDocument/2006/relationships/customXml" Target="../ink/ink2066.xml"/><Relationship Id="rId67" Type="http://schemas.openxmlformats.org/officeDocument/2006/relationships/image" Target="../media/image2039.png"/><Relationship Id="rId88" Type="http://schemas.openxmlformats.org/officeDocument/2006/relationships/customXml" Target="../ink/ink2087.xml"/><Relationship Id="rId111" Type="http://schemas.openxmlformats.org/officeDocument/2006/relationships/image" Target="../media/image2060.png"/><Relationship Id="rId132" Type="http://schemas.openxmlformats.org/officeDocument/2006/relationships/customXml" Target="../ink/ink2109.xml"/><Relationship Id="rId153" Type="http://schemas.openxmlformats.org/officeDocument/2006/relationships/image" Target="../media/image2081.png"/><Relationship Id="rId174" Type="http://schemas.openxmlformats.org/officeDocument/2006/relationships/customXml" Target="../ink/ink2130.xml"/><Relationship Id="rId195" Type="http://schemas.openxmlformats.org/officeDocument/2006/relationships/image" Target="../media/image2102.png"/><Relationship Id="rId209" Type="http://schemas.openxmlformats.org/officeDocument/2006/relationships/image" Target="../media/image2109.png"/><Relationship Id="rId220" Type="http://schemas.openxmlformats.org/officeDocument/2006/relationships/customXml" Target="../ink/ink2153.xml"/><Relationship Id="rId241" Type="http://schemas.openxmlformats.org/officeDocument/2006/relationships/image" Target="../media/image2124.png"/><Relationship Id="rId15" Type="http://schemas.openxmlformats.org/officeDocument/2006/relationships/image" Target="../media/image2013.png"/><Relationship Id="rId36" Type="http://schemas.openxmlformats.org/officeDocument/2006/relationships/customXml" Target="../ink/ink2061.xml"/><Relationship Id="rId57" Type="http://schemas.openxmlformats.org/officeDocument/2006/relationships/image" Target="../media/image2034.png"/><Relationship Id="rId10" Type="http://schemas.openxmlformats.org/officeDocument/2006/relationships/customXml" Target="../ink/ink2048.xml"/><Relationship Id="rId31" Type="http://schemas.openxmlformats.org/officeDocument/2006/relationships/image" Target="../media/image2021.png"/><Relationship Id="rId52" Type="http://schemas.openxmlformats.org/officeDocument/2006/relationships/customXml" Target="../ink/ink2069.xml"/><Relationship Id="rId73" Type="http://schemas.openxmlformats.org/officeDocument/2006/relationships/image" Target="../media/image2042.png"/><Relationship Id="rId78" Type="http://schemas.openxmlformats.org/officeDocument/2006/relationships/customXml" Target="../ink/ink2082.xml"/><Relationship Id="rId94" Type="http://schemas.openxmlformats.org/officeDocument/2006/relationships/customXml" Target="../ink/ink2090.xml"/><Relationship Id="rId99" Type="http://schemas.openxmlformats.org/officeDocument/2006/relationships/image" Target="../media/image2055.png"/><Relationship Id="rId101" Type="http://schemas.openxmlformats.org/officeDocument/2006/relationships/image" Target="../media/image2056.png"/><Relationship Id="rId122" Type="http://schemas.openxmlformats.org/officeDocument/2006/relationships/customXml" Target="../ink/ink2104.xml"/><Relationship Id="rId143" Type="http://schemas.openxmlformats.org/officeDocument/2006/relationships/image" Target="../media/image2076.png"/><Relationship Id="rId148" Type="http://schemas.openxmlformats.org/officeDocument/2006/relationships/customXml" Target="../ink/ink2117.xml"/><Relationship Id="rId164" Type="http://schemas.openxmlformats.org/officeDocument/2006/relationships/customXml" Target="../ink/ink2125.xml"/><Relationship Id="rId169" Type="http://schemas.openxmlformats.org/officeDocument/2006/relationships/image" Target="../media/image2089.png"/><Relationship Id="rId185" Type="http://schemas.openxmlformats.org/officeDocument/2006/relationships/image" Target="../media/image2097.png"/><Relationship Id="rId4" Type="http://schemas.openxmlformats.org/officeDocument/2006/relationships/customXml" Target="../ink/ink2045.xml"/><Relationship Id="rId9" Type="http://schemas.openxmlformats.org/officeDocument/2006/relationships/image" Target="../media/image2010.png"/><Relationship Id="rId180" Type="http://schemas.openxmlformats.org/officeDocument/2006/relationships/customXml" Target="../ink/ink2133.xml"/><Relationship Id="rId210" Type="http://schemas.openxmlformats.org/officeDocument/2006/relationships/customXml" Target="../ink/ink2148.xml"/><Relationship Id="rId215" Type="http://schemas.openxmlformats.org/officeDocument/2006/relationships/image" Target="../media/image2112.png"/><Relationship Id="rId236" Type="http://schemas.openxmlformats.org/officeDocument/2006/relationships/customXml" Target="../ink/ink2161.xml"/><Relationship Id="rId26" Type="http://schemas.openxmlformats.org/officeDocument/2006/relationships/customXml" Target="../ink/ink2056.xml"/><Relationship Id="rId231" Type="http://schemas.openxmlformats.org/officeDocument/2006/relationships/image" Target="../media/image2120.png"/><Relationship Id="rId47" Type="http://schemas.openxmlformats.org/officeDocument/2006/relationships/image" Target="../media/image2029.png"/><Relationship Id="rId68" Type="http://schemas.openxmlformats.org/officeDocument/2006/relationships/customXml" Target="../ink/ink2077.xml"/><Relationship Id="rId89" Type="http://schemas.openxmlformats.org/officeDocument/2006/relationships/image" Target="../media/image2050.png"/><Relationship Id="rId112" Type="http://schemas.openxmlformats.org/officeDocument/2006/relationships/customXml" Target="../ink/ink2099.xml"/><Relationship Id="rId133" Type="http://schemas.openxmlformats.org/officeDocument/2006/relationships/image" Target="../media/image2071.png"/><Relationship Id="rId154" Type="http://schemas.openxmlformats.org/officeDocument/2006/relationships/customXml" Target="../ink/ink2120.xml"/><Relationship Id="rId175" Type="http://schemas.openxmlformats.org/officeDocument/2006/relationships/image" Target="../media/image2092.png"/><Relationship Id="rId196" Type="http://schemas.openxmlformats.org/officeDocument/2006/relationships/customXml" Target="../ink/ink2141.xml"/><Relationship Id="rId200" Type="http://schemas.openxmlformats.org/officeDocument/2006/relationships/customXml" Target="../ink/ink2143.xml"/><Relationship Id="rId16" Type="http://schemas.openxmlformats.org/officeDocument/2006/relationships/customXml" Target="../ink/ink2051.xml"/><Relationship Id="rId221" Type="http://schemas.openxmlformats.org/officeDocument/2006/relationships/image" Target="../media/image2115.png"/><Relationship Id="rId242" Type="http://schemas.openxmlformats.org/officeDocument/2006/relationships/customXml" Target="../ink/ink2164.xml"/><Relationship Id="rId37" Type="http://schemas.openxmlformats.org/officeDocument/2006/relationships/image" Target="../media/image2024.png"/><Relationship Id="rId58" Type="http://schemas.openxmlformats.org/officeDocument/2006/relationships/customXml" Target="../ink/ink2072.xml"/><Relationship Id="rId79" Type="http://schemas.openxmlformats.org/officeDocument/2006/relationships/image" Target="../media/image2045.png"/><Relationship Id="rId102" Type="http://schemas.openxmlformats.org/officeDocument/2006/relationships/customXml" Target="../ink/ink2094.xml"/><Relationship Id="rId123" Type="http://schemas.openxmlformats.org/officeDocument/2006/relationships/image" Target="../media/image2066.png"/><Relationship Id="rId144" Type="http://schemas.openxmlformats.org/officeDocument/2006/relationships/customXml" Target="../ink/ink2115.xml"/><Relationship Id="rId90" Type="http://schemas.openxmlformats.org/officeDocument/2006/relationships/customXml" Target="../ink/ink2088.xml"/><Relationship Id="rId165" Type="http://schemas.openxmlformats.org/officeDocument/2006/relationships/image" Target="../media/image2087.png"/><Relationship Id="rId186" Type="http://schemas.openxmlformats.org/officeDocument/2006/relationships/customXml" Target="../ink/ink2136.xml"/><Relationship Id="rId211" Type="http://schemas.openxmlformats.org/officeDocument/2006/relationships/image" Target="../media/image2110.png"/><Relationship Id="rId232" Type="http://schemas.openxmlformats.org/officeDocument/2006/relationships/customXml" Target="../ink/ink2159.xml"/><Relationship Id="rId27" Type="http://schemas.openxmlformats.org/officeDocument/2006/relationships/image" Target="../media/image2019.png"/><Relationship Id="rId48" Type="http://schemas.openxmlformats.org/officeDocument/2006/relationships/customXml" Target="../ink/ink2067.xml"/><Relationship Id="rId69" Type="http://schemas.openxmlformats.org/officeDocument/2006/relationships/image" Target="../media/image2040.png"/><Relationship Id="rId113" Type="http://schemas.openxmlformats.org/officeDocument/2006/relationships/image" Target="../media/image2061.png"/><Relationship Id="rId134" Type="http://schemas.openxmlformats.org/officeDocument/2006/relationships/customXml" Target="../ink/ink2110.xml"/><Relationship Id="rId80" Type="http://schemas.openxmlformats.org/officeDocument/2006/relationships/customXml" Target="../ink/ink2083.xml"/><Relationship Id="rId155" Type="http://schemas.openxmlformats.org/officeDocument/2006/relationships/image" Target="../media/image2082.png"/><Relationship Id="rId176" Type="http://schemas.openxmlformats.org/officeDocument/2006/relationships/customXml" Target="../ink/ink2131.xml"/><Relationship Id="rId197" Type="http://schemas.openxmlformats.org/officeDocument/2006/relationships/image" Target="../media/image2103.png"/><Relationship Id="rId201" Type="http://schemas.openxmlformats.org/officeDocument/2006/relationships/image" Target="../media/image2105.png"/><Relationship Id="rId222" Type="http://schemas.openxmlformats.org/officeDocument/2006/relationships/customXml" Target="../ink/ink2154.xml"/><Relationship Id="rId243" Type="http://schemas.openxmlformats.org/officeDocument/2006/relationships/image" Target="../media/image2125.png"/><Relationship Id="rId17" Type="http://schemas.openxmlformats.org/officeDocument/2006/relationships/image" Target="../media/image2014.png"/><Relationship Id="rId38" Type="http://schemas.openxmlformats.org/officeDocument/2006/relationships/customXml" Target="../ink/ink2062.xml"/><Relationship Id="rId59" Type="http://schemas.openxmlformats.org/officeDocument/2006/relationships/image" Target="../media/image2035.png"/><Relationship Id="rId103" Type="http://schemas.openxmlformats.org/officeDocument/2006/relationships/image" Target="../media/image2057.png"/><Relationship Id="rId124" Type="http://schemas.openxmlformats.org/officeDocument/2006/relationships/customXml" Target="../ink/ink2105.xml"/><Relationship Id="rId70" Type="http://schemas.openxmlformats.org/officeDocument/2006/relationships/customXml" Target="../ink/ink2078.xml"/><Relationship Id="rId91" Type="http://schemas.openxmlformats.org/officeDocument/2006/relationships/image" Target="../media/image2051.png"/><Relationship Id="rId145" Type="http://schemas.openxmlformats.org/officeDocument/2006/relationships/image" Target="../media/image2077.png"/><Relationship Id="rId166" Type="http://schemas.openxmlformats.org/officeDocument/2006/relationships/customXml" Target="../ink/ink2126.xml"/><Relationship Id="rId187" Type="http://schemas.openxmlformats.org/officeDocument/2006/relationships/image" Target="../media/image209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49.xml"/><Relationship Id="rId233" Type="http://schemas.openxmlformats.org/officeDocument/2006/relationships/image" Target="../media/image2121.png"/><Relationship Id="rId28" Type="http://schemas.openxmlformats.org/officeDocument/2006/relationships/customXml" Target="../ink/ink2057.xml"/><Relationship Id="rId49" Type="http://schemas.openxmlformats.org/officeDocument/2006/relationships/image" Target="../media/image2030.png"/><Relationship Id="rId114" Type="http://schemas.openxmlformats.org/officeDocument/2006/relationships/customXml" Target="../ink/ink2100.xml"/><Relationship Id="rId60" Type="http://schemas.openxmlformats.org/officeDocument/2006/relationships/customXml" Target="../ink/ink2073.xml"/><Relationship Id="rId81" Type="http://schemas.openxmlformats.org/officeDocument/2006/relationships/image" Target="../media/image2046.png"/><Relationship Id="rId135" Type="http://schemas.openxmlformats.org/officeDocument/2006/relationships/image" Target="../media/image2072.png"/><Relationship Id="rId156" Type="http://schemas.openxmlformats.org/officeDocument/2006/relationships/customXml" Target="../ink/ink2121.xml"/><Relationship Id="rId177" Type="http://schemas.openxmlformats.org/officeDocument/2006/relationships/image" Target="../media/image2093.png"/><Relationship Id="rId198" Type="http://schemas.openxmlformats.org/officeDocument/2006/relationships/customXml" Target="../ink/ink2142.xml"/><Relationship Id="rId202" Type="http://schemas.openxmlformats.org/officeDocument/2006/relationships/customXml" Target="../ink/ink2144.xml"/><Relationship Id="rId223" Type="http://schemas.openxmlformats.org/officeDocument/2006/relationships/image" Target="../media/image2116.png"/><Relationship Id="rId244" Type="http://schemas.openxmlformats.org/officeDocument/2006/relationships/customXml" Target="../ink/ink2165.xml"/><Relationship Id="rId18" Type="http://schemas.openxmlformats.org/officeDocument/2006/relationships/customXml" Target="../ink/ink2052.xml"/><Relationship Id="rId39" Type="http://schemas.openxmlformats.org/officeDocument/2006/relationships/image" Target="../media/image2025.png"/><Relationship Id="rId50" Type="http://schemas.openxmlformats.org/officeDocument/2006/relationships/customXml" Target="../ink/ink2068.xml"/><Relationship Id="rId104" Type="http://schemas.openxmlformats.org/officeDocument/2006/relationships/customXml" Target="../ink/ink2095.xml"/><Relationship Id="rId125" Type="http://schemas.openxmlformats.org/officeDocument/2006/relationships/image" Target="../media/image2067.png"/><Relationship Id="rId146" Type="http://schemas.openxmlformats.org/officeDocument/2006/relationships/customXml" Target="../ink/ink2116.xml"/><Relationship Id="rId167" Type="http://schemas.openxmlformats.org/officeDocument/2006/relationships/image" Target="../media/image2088.png"/><Relationship Id="rId188" Type="http://schemas.openxmlformats.org/officeDocument/2006/relationships/customXml" Target="../ink/ink2137.xml"/><Relationship Id="rId71" Type="http://schemas.openxmlformats.org/officeDocument/2006/relationships/image" Target="../media/image2041.png"/><Relationship Id="rId92" Type="http://schemas.openxmlformats.org/officeDocument/2006/relationships/customXml" Target="../ink/ink2089.xml"/><Relationship Id="rId213" Type="http://schemas.openxmlformats.org/officeDocument/2006/relationships/image" Target="../media/image2111.png"/><Relationship Id="rId234" Type="http://schemas.openxmlformats.org/officeDocument/2006/relationships/customXml" Target="../ink/ink2160.xml"/><Relationship Id="rId2" Type="http://schemas.openxmlformats.org/officeDocument/2006/relationships/customXml" Target="../ink/ink2044.xml"/><Relationship Id="rId29" Type="http://schemas.openxmlformats.org/officeDocument/2006/relationships/image" Target="../media/image2020.png"/><Relationship Id="rId40" Type="http://schemas.openxmlformats.org/officeDocument/2006/relationships/customXml" Target="../ink/ink2063.xml"/><Relationship Id="rId115" Type="http://schemas.openxmlformats.org/officeDocument/2006/relationships/image" Target="../media/image2062.png"/><Relationship Id="rId136" Type="http://schemas.openxmlformats.org/officeDocument/2006/relationships/customXml" Target="../ink/ink2111.xml"/><Relationship Id="rId157" Type="http://schemas.openxmlformats.org/officeDocument/2006/relationships/image" Target="../media/image2083.png"/><Relationship Id="rId178" Type="http://schemas.openxmlformats.org/officeDocument/2006/relationships/customXml" Target="../ink/ink2132.xml"/><Relationship Id="rId61" Type="http://schemas.openxmlformats.org/officeDocument/2006/relationships/image" Target="../media/image2036.png"/><Relationship Id="rId82" Type="http://schemas.openxmlformats.org/officeDocument/2006/relationships/customXml" Target="../ink/ink2084.xml"/><Relationship Id="rId199" Type="http://schemas.openxmlformats.org/officeDocument/2006/relationships/image" Target="../media/image2104.png"/><Relationship Id="rId203" Type="http://schemas.openxmlformats.org/officeDocument/2006/relationships/image" Target="../media/image2106.png"/><Relationship Id="rId19" Type="http://schemas.openxmlformats.org/officeDocument/2006/relationships/image" Target="../media/image2015.png"/><Relationship Id="rId224" Type="http://schemas.openxmlformats.org/officeDocument/2006/relationships/customXml" Target="../ink/ink2155.xml"/><Relationship Id="rId245" Type="http://schemas.openxmlformats.org/officeDocument/2006/relationships/image" Target="../media/image2126.png"/><Relationship Id="rId30" Type="http://schemas.openxmlformats.org/officeDocument/2006/relationships/customXml" Target="../ink/ink2058.xml"/><Relationship Id="rId105" Type="http://schemas.openxmlformats.org/officeDocument/2006/relationships/image" Target="../media/image2058.png"/><Relationship Id="rId126" Type="http://schemas.openxmlformats.org/officeDocument/2006/relationships/customXml" Target="../ink/ink2106.xml"/><Relationship Id="rId147" Type="http://schemas.openxmlformats.org/officeDocument/2006/relationships/image" Target="../media/image2078.png"/><Relationship Id="rId168" Type="http://schemas.openxmlformats.org/officeDocument/2006/relationships/customXml" Target="../ink/ink2127.xml"/><Relationship Id="rId51" Type="http://schemas.openxmlformats.org/officeDocument/2006/relationships/image" Target="../media/image2031.png"/><Relationship Id="rId72" Type="http://schemas.openxmlformats.org/officeDocument/2006/relationships/customXml" Target="../ink/ink2079.xml"/><Relationship Id="rId93" Type="http://schemas.openxmlformats.org/officeDocument/2006/relationships/image" Target="../media/image2052.png"/><Relationship Id="rId189" Type="http://schemas.openxmlformats.org/officeDocument/2006/relationships/image" Target="../media/image2099.png"/><Relationship Id="rId3" Type="http://schemas.openxmlformats.org/officeDocument/2006/relationships/image" Target="../media/image2007.png"/><Relationship Id="rId214" Type="http://schemas.openxmlformats.org/officeDocument/2006/relationships/customXml" Target="../ink/ink2150.xml"/><Relationship Id="rId235" Type="http://schemas.openxmlformats.org/officeDocument/2006/relationships/image" Target="../media/image2122.png"/><Relationship Id="rId116" Type="http://schemas.openxmlformats.org/officeDocument/2006/relationships/customXml" Target="../ink/ink2101.xml"/><Relationship Id="rId137" Type="http://schemas.openxmlformats.org/officeDocument/2006/relationships/image" Target="../media/image2073.png"/><Relationship Id="rId158" Type="http://schemas.openxmlformats.org/officeDocument/2006/relationships/customXml" Target="../ink/ink2122.xml"/><Relationship Id="rId20" Type="http://schemas.openxmlformats.org/officeDocument/2006/relationships/customXml" Target="../ink/ink2053.xml"/><Relationship Id="rId41" Type="http://schemas.openxmlformats.org/officeDocument/2006/relationships/image" Target="../media/image2026.png"/><Relationship Id="rId62" Type="http://schemas.openxmlformats.org/officeDocument/2006/relationships/customXml" Target="../ink/ink2074.xml"/><Relationship Id="rId83" Type="http://schemas.openxmlformats.org/officeDocument/2006/relationships/image" Target="../media/image2047.png"/><Relationship Id="rId179" Type="http://schemas.openxmlformats.org/officeDocument/2006/relationships/image" Target="../media/image2094.png"/><Relationship Id="rId190" Type="http://schemas.openxmlformats.org/officeDocument/2006/relationships/customXml" Target="../ink/ink2138.xml"/><Relationship Id="rId204" Type="http://schemas.openxmlformats.org/officeDocument/2006/relationships/customXml" Target="../ink/ink2145.xml"/><Relationship Id="rId225" Type="http://schemas.openxmlformats.org/officeDocument/2006/relationships/image" Target="../media/image2117.png"/><Relationship Id="rId246" Type="http://schemas.openxmlformats.org/officeDocument/2006/relationships/customXml" Target="../ink/ink2166.xml"/><Relationship Id="rId106" Type="http://schemas.openxmlformats.org/officeDocument/2006/relationships/customXml" Target="../ink/ink2096.xml"/><Relationship Id="rId127" Type="http://schemas.openxmlformats.org/officeDocument/2006/relationships/image" Target="../media/image2068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84.png"/><Relationship Id="rId299" Type="http://schemas.openxmlformats.org/officeDocument/2006/relationships/image" Target="../media/image2273.png"/><Relationship Id="rId21" Type="http://schemas.openxmlformats.org/officeDocument/2006/relationships/image" Target="../media/image2136.png"/><Relationship Id="rId63" Type="http://schemas.openxmlformats.org/officeDocument/2006/relationships/image" Target="../media/image2157.png"/><Relationship Id="rId159" Type="http://schemas.openxmlformats.org/officeDocument/2006/relationships/image" Target="../media/image2205.png"/><Relationship Id="rId324" Type="http://schemas.openxmlformats.org/officeDocument/2006/relationships/customXml" Target="../ink/ink2328.xml"/><Relationship Id="rId366" Type="http://schemas.openxmlformats.org/officeDocument/2006/relationships/customXml" Target="../ink/ink2349.xml"/><Relationship Id="rId170" Type="http://schemas.openxmlformats.org/officeDocument/2006/relationships/customXml" Target="../ink/ink2251.xml"/><Relationship Id="rId226" Type="http://schemas.openxmlformats.org/officeDocument/2006/relationships/customXml" Target="../ink/ink2279.xml"/><Relationship Id="rId268" Type="http://schemas.openxmlformats.org/officeDocument/2006/relationships/customXml" Target="../ink/ink2300.xml"/><Relationship Id="rId32" Type="http://schemas.openxmlformats.org/officeDocument/2006/relationships/customXml" Target="../ink/ink2182.xml"/><Relationship Id="rId74" Type="http://schemas.openxmlformats.org/officeDocument/2006/relationships/customXml" Target="../ink/ink2203.xml"/><Relationship Id="rId128" Type="http://schemas.openxmlformats.org/officeDocument/2006/relationships/customXml" Target="../ink/ink2230.xml"/><Relationship Id="rId335" Type="http://schemas.openxmlformats.org/officeDocument/2006/relationships/image" Target="../media/image2291.png"/><Relationship Id="rId377" Type="http://schemas.openxmlformats.org/officeDocument/2006/relationships/image" Target="../media/image2312.png"/><Relationship Id="rId5" Type="http://schemas.openxmlformats.org/officeDocument/2006/relationships/image" Target="../media/image2128.png"/><Relationship Id="rId181" Type="http://schemas.openxmlformats.org/officeDocument/2006/relationships/image" Target="../media/image117.png"/><Relationship Id="rId237" Type="http://schemas.openxmlformats.org/officeDocument/2006/relationships/image" Target="../media/image2242.png"/><Relationship Id="rId279" Type="http://schemas.openxmlformats.org/officeDocument/2006/relationships/image" Target="../media/image2263.png"/><Relationship Id="rId43" Type="http://schemas.openxmlformats.org/officeDocument/2006/relationships/image" Target="../media/image2147.png"/><Relationship Id="rId139" Type="http://schemas.openxmlformats.org/officeDocument/2006/relationships/image" Target="../media/image2195.png"/><Relationship Id="rId290" Type="http://schemas.openxmlformats.org/officeDocument/2006/relationships/customXml" Target="../ink/ink2311.xml"/><Relationship Id="rId304" Type="http://schemas.openxmlformats.org/officeDocument/2006/relationships/customXml" Target="../ink/ink2318.xml"/><Relationship Id="rId346" Type="http://schemas.openxmlformats.org/officeDocument/2006/relationships/customXml" Target="../ink/ink2339.xml"/><Relationship Id="rId388" Type="http://schemas.openxmlformats.org/officeDocument/2006/relationships/customXml" Target="../ink/ink2360.xml"/><Relationship Id="rId85" Type="http://schemas.openxmlformats.org/officeDocument/2006/relationships/image" Target="../media/image2168.png"/><Relationship Id="rId150" Type="http://schemas.openxmlformats.org/officeDocument/2006/relationships/customXml" Target="../ink/ink2241.xml"/><Relationship Id="rId192" Type="http://schemas.openxmlformats.org/officeDocument/2006/relationships/customXml" Target="../ink/ink2262.xml"/><Relationship Id="rId206" Type="http://schemas.openxmlformats.org/officeDocument/2006/relationships/customXml" Target="../ink/ink2269.xml"/><Relationship Id="rId248" Type="http://schemas.openxmlformats.org/officeDocument/2006/relationships/customXml" Target="../ink/ink2290.xml"/><Relationship Id="rId12" Type="http://schemas.openxmlformats.org/officeDocument/2006/relationships/customXml" Target="../ink/ink2172.xml"/><Relationship Id="rId108" Type="http://schemas.openxmlformats.org/officeDocument/2006/relationships/customXml" Target="../ink/ink2220.xml"/><Relationship Id="rId315" Type="http://schemas.openxmlformats.org/officeDocument/2006/relationships/image" Target="../media/image2281.png"/><Relationship Id="rId357" Type="http://schemas.openxmlformats.org/officeDocument/2006/relationships/image" Target="../media/image2302.png"/><Relationship Id="rId54" Type="http://schemas.openxmlformats.org/officeDocument/2006/relationships/customXml" Target="../ink/ink2193.xml"/><Relationship Id="rId96" Type="http://schemas.openxmlformats.org/officeDocument/2006/relationships/customXml" Target="../ink/ink2214.xml"/><Relationship Id="rId161" Type="http://schemas.openxmlformats.org/officeDocument/2006/relationships/image" Target="../media/image2206.png"/><Relationship Id="rId217" Type="http://schemas.openxmlformats.org/officeDocument/2006/relationships/image" Target="../media/image2232.png"/><Relationship Id="rId399" Type="http://schemas.openxmlformats.org/officeDocument/2006/relationships/image" Target="../media/image2323.png"/><Relationship Id="rId259" Type="http://schemas.openxmlformats.org/officeDocument/2006/relationships/image" Target="../media/image2253.png"/><Relationship Id="rId23" Type="http://schemas.openxmlformats.org/officeDocument/2006/relationships/image" Target="../media/image2137.png"/><Relationship Id="rId119" Type="http://schemas.openxmlformats.org/officeDocument/2006/relationships/image" Target="../media/image2185.png"/><Relationship Id="rId270" Type="http://schemas.openxmlformats.org/officeDocument/2006/relationships/customXml" Target="../ink/ink2301.xml"/><Relationship Id="rId326" Type="http://schemas.openxmlformats.org/officeDocument/2006/relationships/customXml" Target="../ink/ink2329.xml"/><Relationship Id="rId65" Type="http://schemas.openxmlformats.org/officeDocument/2006/relationships/image" Target="../media/image2158.png"/><Relationship Id="rId130" Type="http://schemas.openxmlformats.org/officeDocument/2006/relationships/customXml" Target="../ink/ink2231.xml"/><Relationship Id="rId368" Type="http://schemas.openxmlformats.org/officeDocument/2006/relationships/customXml" Target="../ink/ink2350.xml"/><Relationship Id="rId172" Type="http://schemas.openxmlformats.org/officeDocument/2006/relationships/customXml" Target="../ink/ink2252.xml"/><Relationship Id="rId228" Type="http://schemas.openxmlformats.org/officeDocument/2006/relationships/customXml" Target="../ink/ink2280.xml"/><Relationship Id="rId281" Type="http://schemas.openxmlformats.org/officeDocument/2006/relationships/image" Target="../media/image2264.png"/><Relationship Id="rId337" Type="http://schemas.openxmlformats.org/officeDocument/2006/relationships/image" Target="../media/image2292.png"/><Relationship Id="rId34" Type="http://schemas.openxmlformats.org/officeDocument/2006/relationships/customXml" Target="../ink/ink2183.xml"/><Relationship Id="rId76" Type="http://schemas.openxmlformats.org/officeDocument/2006/relationships/customXml" Target="../ink/ink2204.xml"/><Relationship Id="rId141" Type="http://schemas.openxmlformats.org/officeDocument/2006/relationships/image" Target="../media/image2196.png"/><Relationship Id="rId379" Type="http://schemas.openxmlformats.org/officeDocument/2006/relationships/image" Target="../media/image2313.png"/><Relationship Id="rId7" Type="http://schemas.openxmlformats.org/officeDocument/2006/relationships/image" Target="../media/image2129.png"/><Relationship Id="rId183" Type="http://schemas.openxmlformats.org/officeDocument/2006/relationships/image" Target="../media/image1021.png"/><Relationship Id="rId239" Type="http://schemas.openxmlformats.org/officeDocument/2006/relationships/image" Target="../media/image2243.png"/><Relationship Id="rId390" Type="http://schemas.openxmlformats.org/officeDocument/2006/relationships/customXml" Target="../ink/ink2361.xml"/><Relationship Id="rId250" Type="http://schemas.openxmlformats.org/officeDocument/2006/relationships/customXml" Target="../ink/ink2291.xml"/><Relationship Id="rId292" Type="http://schemas.openxmlformats.org/officeDocument/2006/relationships/customXml" Target="../ink/ink2312.xml"/><Relationship Id="rId306" Type="http://schemas.openxmlformats.org/officeDocument/2006/relationships/customXml" Target="../ink/ink2319.xml"/><Relationship Id="rId45" Type="http://schemas.openxmlformats.org/officeDocument/2006/relationships/image" Target="../media/image2148.png"/><Relationship Id="rId87" Type="http://schemas.openxmlformats.org/officeDocument/2006/relationships/image" Target="../media/image2169.png"/><Relationship Id="rId110" Type="http://schemas.openxmlformats.org/officeDocument/2006/relationships/customXml" Target="../ink/ink2221.xml"/><Relationship Id="rId348" Type="http://schemas.openxmlformats.org/officeDocument/2006/relationships/customXml" Target="../ink/ink2340.xml"/><Relationship Id="rId152" Type="http://schemas.openxmlformats.org/officeDocument/2006/relationships/customXml" Target="../ink/ink2242.xml"/><Relationship Id="rId194" Type="http://schemas.openxmlformats.org/officeDocument/2006/relationships/customXml" Target="../ink/ink2263.xml"/><Relationship Id="rId208" Type="http://schemas.openxmlformats.org/officeDocument/2006/relationships/customXml" Target="../ink/ink2270.xml"/><Relationship Id="rId261" Type="http://schemas.openxmlformats.org/officeDocument/2006/relationships/image" Target="../media/image2254.png"/><Relationship Id="rId14" Type="http://schemas.openxmlformats.org/officeDocument/2006/relationships/customXml" Target="../ink/ink2173.xml"/><Relationship Id="rId56" Type="http://schemas.openxmlformats.org/officeDocument/2006/relationships/customXml" Target="../ink/ink2194.xml"/><Relationship Id="rId317" Type="http://schemas.openxmlformats.org/officeDocument/2006/relationships/image" Target="../media/image2282.png"/><Relationship Id="rId359" Type="http://schemas.openxmlformats.org/officeDocument/2006/relationships/image" Target="../media/image2303.png"/><Relationship Id="rId98" Type="http://schemas.openxmlformats.org/officeDocument/2006/relationships/customXml" Target="../ink/ink2215.xml"/><Relationship Id="rId121" Type="http://schemas.openxmlformats.org/officeDocument/2006/relationships/image" Target="../media/image2186.png"/><Relationship Id="rId163" Type="http://schemas.openxmlformats.org/officeDocument/2006/relationships/image" Target="../media/image2207.png"/><Relationship Id="rId219" Type="http://schemas.openxmlformats.org/officeDocument/2006/relationships/image" Target="../media/image2233.png"/><Relationship Id="rId370" Type="http://schemas.openxmlformats.org/officeDocument/2006/relationships/customXml" Target="../ink/ink2351.xml"/><Relationship Id="rId230" Type="http://schemas.openxmlformats.org/officeDocument/2006/relationships/customXml" Target="../ink/ink2281.xml"/><Relationship Id="rId25" Type="http://schemas.openxmlformats.org/officeDocument/2006/relationships/image" Target="../media/image2138.png"/><Relationship Id="rId67" Type="http://schemas.openxmlformats.org/officeDocument/2006/relationships/image" Target="../media/image2159.png"/><Relationship Id="rId272" Type="http://schemas.openxmlformats.org/officeDocument/2006/relationships/customXml" Target="../ink/ink2302.xml"/><Relationship Id="rId328" Type="http://schemas.openxmlformats.org/officeDocument/2006/relationships/customXml" Target="../ink/ink2330.xml"/><Relationship Id="rId132" Type="http://schemas.openxmlformats.org/officeDocument/2006/relationships/customXml" Target="../ink/ink2232.xml"/><Relationship Id="rId174" Type="http://schemas.openxmlformats.org/officeDocument/2006/relationships/customXml" Target="../ink/ink2253.xml"/><Relationship Id="rId381" Type="http://schemas.openxmlformats.org/officeDocument/2006/relationships/image" Target="../media/image2314.png"/><Relationship Id="rId241" Type="http://schemas.openxmlformats.org/officeDocument/2006/relationships/image" Target="../media/image2244.png"/><Relationship Id="rId36" Type="http://schemas.openxmlformats.org/officeDocument/2006/relationships/customXml" Target="../ink/ink2184.xml"/><Relationship Id="rId283" Type="http://schemas.openxmlformats.org/officeDocument/2006/relationships/image" Target="../media/image2265.png"/><Relationship Id="rId339" Type="http://schemas.openxmlformats.org/officeDocument/2006/relationships/image" Target="../media/image2293.png"/><Relationship Id="rId78" Type="http://schemas.openxmlformats.org/officeDocument/2006/relationships/customXml" Target="../ink/ink2205.xml"/><Relationship Id="rId101" Type="http://schemas.openxmlformats.org/officeDocument/2006/relationships/image" Target="../media/image2176.png"/><Relationship Id="rId143" Type="http://schemas.openxmlformats.org/officeDocument/2006/relationships/image" Target="../media/image2197.png"/><Relationship Id="rId185" Type="http://schemas.openxmlformats.org/officeDocument/2006/relationships/image" Target="../media/image2216.png"/><Relationship Id="rId350" Type="http://schemas.openxmlformats.org/officeDocument/2006/relationships/customXml" Target="../ink/ink2341.xml"/><Relationship Id="rId9" Type="http://schemas.openxmlformats.org/officeDocument/2006/relationships/image" Target="../media/image2130.png"/><Relationship Id="rId210" Type="http://schemas.openxmlformats.org/officeDocument/2006/relationships/customXml" Target="../ink/ink2271.xml"/><Relationship Id="rId392" Type="http://schemas.openxmlformats.org/officeDocument/2006/relationships/customXml" Target="../ink/ink2362.xml"/><Relationship Id="rId252" Type="http://schemas.openxmlformats.org/officeDocument/2006/relationships/customXml" Target="../ink/ink2292.xml"/><Relationship Id="rId294" Type="http://schemas.openxmlformats.org/officeDocument/2006/relationships/customXml" Target="../ink/ink2313.xml"/><Relationship Id="rId308" Type="http://schemas.openxmlformats.org/officeDocument/2006/relationships/customXml" Target="../ink/ink2320.xml"/><Relationship Id="rId47" Type="http://schemas.openxmlformats.org/officeDocument/2006/relationships/image" Target="../media/image2149.png"/><Relationship Id="rId89" Type="http://schemas.openxmlformats.org/officeDocument/2006/relationships/image" Target="../media/image2170.png"/><Relationship Id="rId112" Type="http://schemas.openxmlformats.org/officeDocument/2006/relationships/customXml" Target="../ink/ink2222.xml"/><Relationship Id="rId154" Type="http://schemas.openxmlformats.org/officeDocument/2006/relationships/customXml" Target="../ink/ink2243.xml"/><Relationship Id="rId361" Type="http://schemas.openxmlformats.org/officeDocument/2006/relationships/image" Target="../media/image2304.png"/><Relationship Id="rId196" Type="http://schemas.openxmlformats.org/officeDocument/2006/relationships/customXml" Target="../ink/ink2264.xml"/><Relationship Id="rId16" Type="http://schemas.openxmlformats.org/officeDocument/2006/relationships/customXml" Target="../ink/ink2174.xml"/><Relationship Id="rId221" Type="http://schemas.openxmlformats.org/officeDocument/2006/relationships/image" Target="../media/image2234.png"/><Relationship Id="rId263" Type="http://schemas.openxmlformats.org/officeDocument/2006/relationships/image" Target="../media/image2255.png"/><Relationship Id="rId319" Type="http://schemas.openxmlformats.org/officeDocument/2006/relationships/image" Target="../media/image2283.png"/><Relationship Id="rId37" Type="http://schemas.openxmlformats.org/officeDocument/2006/relationships/image" Target="../media/image2144.png"/><Relationship Id="rId58" Type="http://schemas.openxmlformats.org/officeDocument/2006/relationships/customXml" Target="../ink/ink2195.xml"/><Relationship Id="rId79" Type="http://schemas.openxmlformats.org/officeDocument/2006/relationships/image" Target="../media/image2165.png"/><Relationship Id="rId102" Type="http://schemas.openxmlformats.org/officeDocument/2006/relationships/customXml" Target="../ink/ink2217.xml"/><Relationship Id="rId123" Type="http://schemas.openxmlformats.org/officeDocument/2006/relationships/image" Target="../media/image2187.png"/><Relationship Id="rId144" Type="http://schemas.openxmlformats.org/officeDocument/2006/relationships/customXml" Target="../ink/ink2238.xml"/><Relationship Id="rId330" Type="http://schemas.openxmlformats.org/officeDocument/2006/relationships/customXml" Target="../ink/ink2331.xml"/><Relationship Id="rId90" Type="http://schemas.openxmlformats.org/officeDocument/2006/relationships/customXml" Target="../ink/ink2211.xml"/><Relationship Id="rId165" Type="http://schemas.openxmlformats.org/officeDocument/2006/relationships/image" Target="../media/image2208.png"/><Relationship Id="rId186" Type="http://schemas.openxmlformats.org/officeDocument/2006/relationships/customXml" Target="../ink/ink2259.xml"/><Relationship Id="rId351" Type="http://schemas.openxmlformats.org/officeDocument/2006/relationships/image" Target="../media/image2299.png"/><Relationship Id="rId372" Type="http://schemas.openxmlformats.org/officeDocument/2006/relationships/customXml" Target="../ink/ink2352.xml"/><Relationship Id="rId393" Type="http://schemas.openxmlformats.org/officeDocument/2006/relationships/image" Target="../media/image2320.png"/><Relationship Id="rId211" Type="http://schemas.openxmlformats.org/officeDocument/2006/relationships/image" Target="../media/image2229.png"/><Relationship Id="rId232" Type="http://schemas.openxmlformats.org/officeDocument/2006/relationships/customXml" Target="../ink/ink2282.xml"/><Relationship Id="rId253" Type="http://schemas.openxmlformats.org/officeDocument/2006/relationships/image" Target="../media/image2250.png"/><Relationship Id="rId274" Type="http://schemas.openxmlformats.org/officeDocument/2006/relationships/customXml" Target="../ink/ink2303.xml"/><Relationship Id="rId295" Type="http://schemas.openxmlformats.org/officeDocument/2006/relationships/image" Target="../media/image2271.png"/><Relationship Id="rId309" Type="http://schemas.openxmlformats.org/officeDocument/2006/relationships/image" Target="../media/image2278.png"/><Relationship Id="rId27" Type="http://schemas.openxmlformats.org/officeDocument/2006/relationships/image" Target="../media/image2139.png"/><Relationship Id="rId48" Type="http://schemas.openxmlformats.org/officeDocument/2006/relationships/customXml" Target="../ink/ink2190.xml"/><Relationship Id="rId69" Type="http://schemas.openxmlformats.org/officeDocument/2006/relationships/image" Target="../media/image2160.png"/><Relationship Id="rId113" Type="http://schemas.openxmlformats.org/officeDocument/2006/relationships/image" Target="../media/image2182.png"/><Relationship Id="rId134" Type="http://schemas.openxmlformats.org/officeDocument/2006/relationships/customXml" Target="../ink/ink2233.xml"/><Relationship Id="rId320" Type="http://schemas.openxmlformats.org/officeDocument/2006/relationships/customXml" Target="../ink/ink2326.xml"/><Relationship Id="rId80" Type="http://schemas.openxmlformats.org/officeDocument/2006/relationships/customXml" Target="../ink/ink2206.xml"/><Relationship Id="rId155" Type="http://schemas.openxmlformats.org/officeDocument/2006/relationships/image" Target="../media/image2203.png"/><Relationship Id="rId176" Type="http://schemas.openxmlformats.org/officeDocument/2006/relationships/customXml" Target="../ink/ink2254.xml"/><Relationship Id="rId197" Type="http://schemas.openxmlformats.org/officeDocument/2006/relationships/image" Target="../media/image2222.png"/><Relationship Id="rId341" Type="http://schemas.openxmlformats.org/officeDocument/2006/relationships/image" Target="../media/image2294.png"/><Relationship Id="rId362" Type="http://schemas.openxmlformats.org/officeDocument/2006/relationships/customXml" Target="../ink/ink2347.xml"/><Relationship Id="rId383" Type="http://schemas.openxmlformats.org/officeDocument/2006/relationships/image" Target="../media/image2315.png"/><Relationship Id="rId201" Type="http://schemas.openxmlformats.org/officeDocument/2006/relationships/image" Target="../media/image2224.png"/><Relationship Id="rId222" Type="http://schemas.openxmlformats.org/officeDocument/2006/relationships/customXml" Target="../ink/ink2277.xml"/><Relationship Id="rId243" Type="http://schemas.openxmlformats.org/officeDocument/2006/relationships/image" Target="../media/image2245.png"/><Relationship Id="rId264" Type="http://schemas.openxmlformats.org/officeDocument/2006/relationships/customXml" Target="../ink/ink2298.xml"/><Relationship Id="rId285" Type="http://schemas.openxmlformats.org/officeDocument/2006/relationships/image" Target="../media/image2266.png"/><Relationship Id="rId17" Type="http://schemas.openxmlformats.org/officeDocument/2006/relationships/image" Target="../media/image2134.png"/><Relationship Id="rId38" Type="http://schemas.openxmlformats.org/officeDocument/2006/relationships/customXml" Target="../ink/ink2185.xml"/><Relationship Id="rId59" Type="http://schemas.openxmlformats.org/officeDocument/2006/relationships/image" Target="../media/image2155.png"/><Relationship Id="rId103" Type="http://schemas.openxmlformats.org/officeDocument/2006/relationships/image" Target="../media/image2177.png"/><Relationship Id="rId124" Type="http://schemas.openxmlformats.org/officeDocument/2006/relationships/customXml" Target="../ink/ink2228.xml"/><Relationship Id="rId310" Type="http://schemas.openxmlformats.org/officeDocument/2006/relationships/customXml" Target="../ink/ink2321.xml"/><Relationship Id="rId70" Type="http://schemas.openxmlformats.org/officeDocument/2006/relationships/customXml" Target="../ink/ink2201.xml"/><Relationship Id="rId91" Type="http://schemas.openxmlformats.org/officeDocument/2006/relationships/image" Target="../media/image2171.png"/><Relationship Id="rId145" Type="http://schemas.openxmlformats.org/officeDocument/2006/relationships/image" Target="../media/image2198.png"/><Relationship Id="rId166" Type="http://schemas.openxmlformats.org/officeDocument/2006/relationships/customXml" Target="../ink/ink2249.xml"/><Relationship Id="rId187" Type="http://schemas.openxmlformats.org/officeDocument/2006/relationships/image" Target="../media/image2217.png"/><Relationship Id="rId331" Type="http://schemas.openxmlformats.org/officeDocument/2006/relationships/image" Target="../media/image2289.png"/><Relationship Id="rId352" Type="http://schemas.openxmlformats.org/officeDocument/2006/relationships/customXml" Target="../ink/ink2342.xml"/><Relationship Id="rId373" Type="http://schemas.openxmlformats.org/officeDocument/2006/relationships/image" Target="../media/image2310.png"/><Relationship Id="rId394" Type="http://schemas.openxmlformats.org/officeDocument/2006/relationships/customXml" Target="../ink/ink236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72.xml"/><Relationship Id="rId233" Type="http://schemas.openxmlformats.org/officeDocument/2006/relationships/image" Target="../media/image2240.png"/><Relationship Id="rId254" Type="http://schemas.openxmlformats.org/officeDocument/2006/relationships/customXml" Target="../ink/ink2293.xml"/><Relationship Id="rId28" Type="http://schemas.openxmlformats.org/officeDocument/2006/relationships/customXml" Target="../ink/ink2180.xml"/><Relationship Id="rId49" Type="http://schemas.openxmlformats.org/officeDocument/2006/relationships/image" Target="../media/image2150.png"/><Relationship Id="rId114" Type="http://schemas.openxmlformats.org/officeDocument/2006/relationships/customXml" Target="../ink/ink2223.xml"/><Relationship Id="rId275" Type="http://schemas.openxmlformats.org/officeDocument/2006/relationships/image" Target="../media/image2261.png"/><Relationship Id="rId296" Type="http://schemas.openxmlformats.org/officeDocument/2006/relationships/customXml" Target="../ink/ink2314.xml"/><Relationship Id="rId300" Type="http://schemas.openxmlformats.org/officeDocument/2006/relationships/customXml" Target="../ink/ink2316.xml"/><Relationship Id="rId60" Type="http://schemas.openxmlformats.org/officeDocument/2006/relationships/customXml" Target="../ink/ink2196.xml"/><Relationship Id="rId81" Type="http://schemas.openxmlformats.org/officeDocument/2006/relationships/image" Target="../media/image2166.png"/><Relationship Id="rId135" Type="http://schemas.openxmlformats.org/officeDocument/2006/relationships/image" Target="../media/image2193.png"/><Relationship Id="rId156" Type="http://schemas.openxmlformats.org/officeDocument/2006/relationships/customXml" Target="../ink/ink2244.xml"/><Relationship Id="rId177" Type="http://schemas.openxmlformats.org/officeDocument/2006/relationships/image" Target="../media/image2214.png"/><Relationship Id="rId198" Type="http://schemas.openxmlformats.org/officeDocument/2006/relationships/customXml" Target="../ink/ink2265.xml"/><Relationship Id="rId321" Type="http://schemas.openxmlformats.org/officeDocument/2006/relationships/image" Target="../media/image2284.png"/><Relationship Id="rId342" Type="http://schemas.openxmlformats.org/officeDocument/2006/relationships/customXml" Target="../ink/ink2337.xml"/><Relationship Id="rId363" Type="http://schemas.openxmlformats.org/officeDocument/2006/relationships/image" Target="../media/image2305.png"/><Relationship Id="rId384" Type="http://schemas.openxmlformats.org/officeDocument/2006/relationships/customXml" Target="../ink/ink2358.xml"/><Relationship Id="rId202" Type="http://schemas.openxmlformats.org/officeDocument/2006/relationships/customXml" Target="../ink/ink2267.xml"/><Relationship Id="rId223" Type="http://schemas.openxmlformats.org/officeDocument/2006/relationships/image" Target="../media/image2235.png"/><Relationship Id="rId244" Type="http://schemas.openxmlformats.org/officeDocument/2006/relationships/customXml" Target="../ink/ink2288.xml"/><Relationship Id="rId18" Type="http://schemas.openxmlformats.org/officeDocument/2006/relationships/customXml" Target="../ink/ink2175.xml"/><Relationship Id="rId39" Type="http://schemas.openxmlformats.org/officeDocument/2006/relationships/image" Target="../media/image2145.png"/><Relationship Id="rId265" Type="http://schemas.openxmlformats.org/officeDocument/2006/relationships/image" Target="../media/image2256.png"/><Relationship Id="rId286" Type="http://schemas.openxmlformats.org/officeDocument/2006/relationships/customXml" Target="../ink/ink2309.xml"/><Relationship Id="rId50" Type="http://schemas.openxmlformats.org/officeDocument/2006/relationships/customXml" Target="../ink/ink2191.xml"/><Relationship Id="rId104" Type="http://schemas.openxmlformats.org/officeDocument/2006/relationships/customXml" Target="../ink/ink2218.xml"/><Relationship Id="rId125" Type="http://schemas.openxmlformats.org/officeDocument/2006/relationships/image" Target="../media/image2188.png"/><Relationship Id="rId146" Type="http://schemas.openxmlformats.org/officeDocument/2006/relationships/customXml" Target="../ink/ink2239.xml"/><Relationship Id="rId167" Type="http://schemas.openxmlformats.org/officeDocument/2006/relationships/image" Target="../media/image2209.png"/><Relationship Id="rId188" Type="http://schemas.openxmlformats.org/officeDocument/2006/relationships/customXml" Target="../ink/ink2260.xml"/><Relationship Id="rId311" Type="http://schemas.openxmlformats.org/officeDocument/2006/relationships/image" Target="../media/image2279.png"/><Relationship Id="rId332" Type="http://schemas.openxmlformats.org/officeDocument/2006/relationships/customXml" Target="../ink/ink2332.xml"/><Relationship Id="rId353" Type="http://schemas.openxmlformats.org/officeDocument/2006/relationships/image" Target="../media/image2300.png"/><Relationship Id="rId374" Type="http://schemas.openxmlformats.org/officeDocument/2006/relationships/customXml" Target="../ink/ink2353.xml"/><Relationship Id="rId395" Type="http://schemas.openxmlformats.org/officeDocument/2006/relationships/image" Target="../media/image2321.png"/><Relationship Id="rId71" Type="http://schemas.openxmlformats.org/officeDocument/2006/relationships/image" Target="../media/image2161.png"/><Relationship Id="rId92" Type="http://schemas.openxmlformats.org/officeDocument/2006/relationships/customXml" Target="../ink/ink2212.xml"/><Relationship Id="rId213" Type="http://schemas.openxmlformats.org/officeDocument/2006/relationships/image" Target="../media/image2230.png"/><Relationship Id="rId234" Type="http://schemas.openxmlformats.org/officeDocument/2006/relationships/customXml" Target="../ink/ink2283.xml"/><Relationship Id="rId2" Type="http://schemas.openxmlformats.org/officeDocument/2006/relationships/customXml" Target="../ink/ink2167.xml"/><Relationship Id="rId29" Type="http://schemas.openxmlformats.org/officeDocument/2006/relationships/image" Target="../media/image2140.png"/><Relationship Id="rId255" Type="http://schemas.openxmlformats.org/officeDocument/2006/relationships/image" Target="../media/image2251.png"/><Relationship Id="rId276" Type="http://schemas.openxmlformats.org/officeDocument/2006/relationships/customXml" Target="../ink/ink2304.xml"/><Relationship Id="rId297" Type="http://schemas.openxmlformats.org/officeDocument/2006/relationships/image" Target="../media/image2272.png"/><Relationship Id="rId40" Type="http://schemas.openxmlformats.org/officeDocument/2006/relationships/customXml" Target="../ink/ink2186.xml"/><Relationship Id="rId115" Type="http://schemas.openxmlformats.org/officeDocument/2006/relationships/image" Target="../media/image2183.png"/><Relationship Id="rId136" Type="http://schemas.openxmlformats.org/officeDocument/2006/relationships/customXml" Target="../ink/ink2234.xml"/><Relationship Id="rId157" Type="http://schemas.openxmlformats.org/officeDocument/2006/relationships/image" Target="../media/image2204.png"/><Relationship Id="rId178" Type="http://schemas.openxmlformats.org/officeDocument/2006/relationships/customXml" Target="../ink/ink2255.xml"/><Relationship Id="rId301" Type="http://schemas.openxmlformats.org/officeDocument/2006/relationships/image" Target="../media/image2274.png"/><Relationship Id="rId322" Type="http://schemas.openxmlformats.org/officeDocument/2006/relationships/customXml" Target="../ink/ink2327.xml"/><Relationship Id="rId343" Type="http://schemas.openxmlformats.org/officeDocument/2006/relationships/image" Target="../media/image2295.png"/><Relationship Id="rId364" Type="http://schemas.openxmlformats.org/officeDocument/2006/relationships/customXml" Target="../ink/ink2348.xml"/><Relationship Id="rId61" Type="http://schemas.openxmlformats.org/officeDocument/2006/relationships/image" Target="../media/image2156.png"/><Relationship Id="rId82" Type="http://schemas.openxmlformats.org/officeDocument/2006/relationships/customXml" Target="../ink/ink2207.xml"/><Relationship Id="rId199" Type="http://schemas.openxmlformats.org/officeDocument/2006/relationships/image" Target="../media/image2223.png"/><Relationship Id="rId203" Type="http://schemas.openxmlformats.org/officeDocument/2006/relationships/image" Target="../media/image2225.png"/><Relationship Id="rId385" Type="http://schemas.openxmlformats.org/officeDocument/2006/relationships/image" Target="../media/image2316.png"/><Relationship Id="rId19" Type="http://schemas.openxmlformats.org/officeDocument/2006/relationships/image" Target="../media/image2135.png"/><Relationship Id="rId224" Type="http://schemas.openxmlformats.org/officeDocument/2006/relationships/customXml" Target="../ink/ink2278.xml"/><Relationship Id="rId245" Type="http://schemas.openxmlformats.org/officeDocument/2006/relationships/image" Target="../media/image2246.png"/><Relationship Id="rId266" Type="http://schemas.openxmlformats.org/officeDocument/2006/relationships/customXml" Target="../ink/ink2299.xml"/><Relationship Id="rId287" Type="http://schemas.openxmlformats.org/officeDocument/2006/relationships/image" Target="../media/image2267.png"/><Relationship Id="rId30" Type="http://schemas.openxmlformats.org/officeDocument/2006/relationships/customXml" Target="../ink/ink2181.xml"/><Relationship Id="rId105" Type="http://schemas.openxmlformats.org/officeDocument/2006/relationships/image" Target="../media/image2178.png"/><Relationship Id="rId126" Type="http://schemas.openxmlformats.org/officeDocument/2006/relationships/customXml" Target="../ink/ink2229.xml"/><Relationship Id="rId147" Type="http://schemas.openxmlformats.org/officeDocument/2006/relationships/image" Target="../media/image2199.png"/><Relationship Id="rId168" Type="http://schemas.openxmlformats.org/officeDocument/2006/relationships/customXml" Target="../ink/ink2250.xml"/><Relationship Id="rId312" Type="http://schemas.openxmlformats.org/officeDocument/2006/relationships/customXml" Target="../ink/ink2322.xml"/><Relationship Id="rId333" Type="http://schemas.openxmlformats.org/officeDocument/2006/relationships/image" Target="../media/image2290.png"/><Relationship Id="rId354" Type="http://schemas.openxmlformats.org/officeDocument/2006/relationships/customXml" Target="../ink/ink2343.xml"/><Relationship Id="rId51" Type="http://schemas.openxmlformats.org/officeDocument/2006/relationships/image" Target="../media/image2151.png"/><Relationship Id="rId72" Type="http://schemas.openxmlformats.org/officeDocument/2006/relationships/customXml" Target="../ink/ink2202.xml"/><Relationship Id="rId93" Type="http://schemas.openxmlformats.org/officeDocument/2006/relationships/image" Target="../media/image2172.png"/><Relationship Id="rId189" Type="http://schemas.openxmlformats.org/officeDocument/2006/relationships/image" Target="../media/image2218.png"/><Relationship Id="rId375" Type="http://schemas.openxmlformats.org/officeDocument/2006/relationships/image" Target="../media/image2311.png"/><Relationship Id="rId396" Type="http://schemas.openxmlformats.org/officeDocument/2006/relationships/customXml" Target="../ink/ink2364.xml"/><Relationship Id="rId3" Type="http://schemas.openxmlformats.org/officeDocument/2006/relationships/image" Target="../media/image2127.png"/><Relationship Id="rId214" Type="http://schemas.openxmlformats.org/officeDocument/2006/relationships/customXml" Target="../ink/ink2273.xml"/><Relationship Id="rId235" Type="http://schemas.openxmlformats.org/officeDocument/2006/relationships/image" Target="../media/image2241.png"/><Relationship Id="rId256" Type="http://schemas.openxmlformats.org/officeDocument/2006/relationships/customXml" Target="../ink/ink2294.xml"/><Relationship Id="rId277" Type="http://schemas.openxmlformats.org/officeDocument/2006/relationships/image" Target="../media/image2262.png"/><Relationship Id="rId298" Type="http://schemas.openxmlformats.org/officeDocument/2006/relationships/customXml" Target="../ink/ink2315.xml"/><Relationship Id="rId116" Type="http://schemas.openxmlformats.org/officeDocument/2006/relationships/customXml" Target="../ink/ink2224.xml"/><Relationship Id="rId137" Type="http://schemas.openxmlformats.org/officeDocument/2006/relationships/image" Target="../media/image2194.png"/><Relationship Id="rId158" Type="http://schemas.openxmlformats.org/officeDocument/2006/relationships/customXml" Target="../ink/ink2245.xml"/><Relationship Id="rId302" Type="http://schemas.openxmlformats.org/officeDocument/2006/relationships/customXml" Target="../ink/ink2317.xml"/><Relationship Id="rId323" Type="http://schemas.openxmlformats.org/officeDocument/2006/relationships/image" Target="../media/image2285.png"/><Relationship Id="rId344" Type="http://schemas.openxmlformats.org/officeDocument/2006/relationships/customXml" Target="../ink/ink2338.xml"/><Relationship Id="rId20" Type="http://schemas.openxmlformats.org/officeDocument/2006/relationships/customXml" Target="../ink/ink2176.xml"/><Relationship Id="rId41" Type="http://schemas.openxmlformats.org/officeDocument/2006/relationships/image" Target="../media/image2146.png"/><Relationship Id="rId62" Type="http://schemas.openxmlformats.org/officeDocument/2006/relationships/customXml" Target="../ink/ink2197.xml"/><Relationship Id="rId83" Type="http://schemas.openxmlformats.org/officeDocument/2006/relationships/image" Target="../media/image2167.png"/><Relationship Id="rId179" Type="http://schemas.openxmlformats.org/officeDocument/2006/relationships/image" Target="../media/image2215.png"/><Relationship Id="rId365" Type="http://schemas.openxmlformats.org/officeDocument/2006/relationships/image" Target="../media/image2306.png"/><Relationship Id="rId386" Type="http://schemas.openxmlformats.org/officeDocument/2006/relationships/customXml" Target="../ink/ink2359.xml"/><Relationship Id="rId190" Type="http://schemas.openxmlformats.org/officeDocument/2006/relationships/customXml" Target="../ink/ink2261.xml"/><Relationship Id="rId204" Type="http://schemas.openxmlformats.org/officeDocument/2006/relationships/customXml" Target="../ink/ink2268.xml"/><Relationship Id="rId225" Type="http://schemas.openxmlformats.org/officeDocument/2006/relationships/image" Target="../media/image2236.png"/><Relationship Id="rId246" Type="http://schemas.openxmlformats.org/officeDocument/2006/relationships/customXml" Target="../ink/ink2289.xml"/><Relationship Id="rId267" Type="http://schemas.openxmlformats.org/officeDocument/2006/relationships/image" Target="../media/image2257.png"/><Relationship Id="rId288" Type="http://schemas.openxmlformats.org/officeDocument/2006/relationships/customXml" Target="../ink/ink2310.xml"/><Relationship Id="rId106" Type="http://schemas.openxmlformats.org/officeDocument/2006/relationships/customXml" Target="../ink/ink2219.xml"/><Relationship Id="rId127" Type="http://schemas.openxmlformats.org/officeDocument/2006/relationships/image" Target="../media/image2189.png"/><Relationship Id="rId313" Type="http://schemas.openxmlformats.org/officeDocument/2006/relationships/image" Target="../media/image2280.png"/><Relationship Id="rId10" Type="http://schemas.openxmlformats.org/officeDocument/2006/relationships/customXml" Target="../ink/ink2171.xml"/><Relationship Id="rId31" Type="http://schemas.openxmlformats.org/officeDocument/2006/relationships/image" Target="../media/image2141.png"/><Relationship Id="rId52" Type="http://schemas.openxmlformats.org/officeDocument/2006/relationships/customXml" Target="../ink/ink2192.xml"/><Relationship Id="rId73" Type="http://schemas.openxmlformats.org/officeDocument/2006/relationships/image" Target="../media/image2162.png"/><Relationship Id="rId94" Type="http://schemas.openxmlformats.org/officeDocument/2006/relationships/customXml" Target="../ink/ink2213.xml"/><Relationship Id="rId148" Type="http://schemas.openxmlformats.org/officeDocument/2006/relationships/customXml" Target="../ink/ink2240.xml"/><Relationship Id="rId169" Type="http://schemas.openxmlformats.org/officeDocument/2006/relationships/image" Target="../media/image2210.png"/><Relationship Id="rId334" Type="http://schemas.openxmlformats.org/officeDocument/2006/relationships/customXml" Target="../ink/ink2333.xml"/><Relationship Id="rId355" Type="http://schemas.openxmlformats.org/officeDocument/2006/relationships/image" Target="../media/image2301.png"/><Relationship Id="rId376" Type="http://schemas.openxmlformats.org/officeDocument/2006/relationships/customXml" Target="../ink/ink2354.xml"/><Relationship Id="rId397" Type="http://schemas.openxmlformats.org/officeDocument/2006/relationships/image" Target="../media/image2322.png"/><Relationship Id="rId4" Type="http://schemas.openxmlformats.org/officeDocument/2006/relationships/customXml" Target="../ink/ink2168.xml"/><Relationship Id="rId180" Type="http://schemas.openxmlformats.org/officeDocument/2006/relationships/customXml" Target="../ink/ink2256.xml"/><Relationship Id="rId215" Type="http://schemas.openxmlformats.org/officeDocument/2006/relationships/image" Target="../media/image2231.png"/><Relationship Id="rId236" Type="http://schemas.openxmlformats.org/officeDocument/2006/relationships/customXml" Target="../ink/ink2284.xml"/><Relationship Id="rId257" Type="http://schemas.openxmlformats.org/officeDocument/2006/relationships/image" Target="../media/image2252.png"/><Relationship Id="rId278" Type="http://schemas.openxmlformats.org/officeDocument/2006/relationships/customXml" Target="../ink/ink2305.xml"/><Relationship Id="rId303" Type="http://schemas.openxmlformats.org/officeDocument/2006/relationships/image" Target="../media/image2275.png"/><Relationship Id="rId42" Type="http://schemas.openxmlformats.org/officeDocument/2006/relationships/customXml" Target="../ink/ink2187.xml"/><Relationship Id="rId84" Type="http://schemas.openxmlformats.org/officeDocument/2006/relationships/customXml" Target="../ink/ink2208.xml"/><Relationship Id="rId138" Type="http://schemas.openxmlformats.org/officeDocument/2006/relationships/customXml" Target="../ink/ink2235.xml"/><Relationship Id="rId345" Type="http://schemas.openxmlformats.org/officeDocument/2006/relationships/image" Target="../media/image2296.png"/><Relationship Id="rId387" Type="http://schemas.openxmlformats.org/officeDocument/2006/relationships/image" Target="../media/image2317.png"/><Relationship Id="rId191" Type="http://schemas.openxmlformats.org/officeDocument/2006/relationships/image" Target="../media/image2219.png"/><Relationship Id="rId205" Type="http://schemas.openxmlformats.org/officeDocument/2006/relationships/image" Target="../media/image2226.png"/><Relationship Id="rId247" Type="http://schemas.openxmlformats.org/officeDocument/2006/relationships/image" Target="../media/image2247.png"/><Relationship Id="rId107" Type="http://schemas.openxmlformats.org/officeDocument/2006/relationships/image" Target="../media/image2179.png"/><Relationship Id="rId289" Type="http://schemas.openxmlformats.org/officeDocument/2006/relationships/image" Target="../media/image2268.png"/><Relationship Id="rId11" Type="http://schemas.openxmlformats.org/officeDocument/2006/relationships/image" Target="../media/image2131.png"/><Relationship Id="rId53" Type="http://schemas.openxmlformats.org/officeDocument/2006/relationships/image" Target="../media/image2152.png"/><Relationship Id="rId149" Type="http://schemas.openxmlformats.org/officeDocument/2006/relationships/image" Target="../media/image2200.png"/><Relationship Id="rId314" Type="http://schemas.openxmlformats.org/officeDocument/2006/relationships/customXml" Target="../ink/ink2323.xml"/><Relationship Id="rId356" Type="http://schemas.openxmlformats.org/officeDocument/2006/relationships/customXml" Target="../ink/ink2344.xml"/><Relationship Id="rId398" Type="http://schemas.openxmlformats.org/officeDocument/2006/relationships/customXml" Target="../ink/ink2365.xml"/><Relationship Id="rId95" Type="http://schemas.openxmlformats.org/officeDocument/2006/relationships/image" Target="../media/image2173.png"/><Relationship Id="rId160" Type="http://schemas.openxmlformats.org/officeDocument/2006/relationships/customXml" Target="../ink/ink2246.xml"/><Relationship Id="rId216" Type="http://schemas.openxmlformats.org/officeDocument/2006/relationships/customXml" Target="../ink/ink2274.xml"/><Relationship Id="rId258" Type="http://schemas.openxmlformats.org/officeDocument/2006/relationships/customXml" Target="../ink/ink2295.xml"/><Relationship Id="rId22" Type="http://schemas.openxmlformats.org/officeDocument/2006/relationships/customXml" Target="../ink/ink2177.xml"/><Relationship Id="rId64" Type="http://schemas.openxmlformats.org/officeDocument/2006/relationships/customXml" Target="../ink/ink2198.xml"/><Relationship Id="rId118" Type="http://schemas.openxmlformats.org/officeDocument/2006/relationships/customXml" Target="../ink/ink2225.xml"/><Relationship Id="rId325" Type="http://schemas.openxmlformats.org/officeDocument/2006/relationships/image" Target="../media/image2286.png"/><Relationship Id="rId367" Type="http://schemas.openxmlformats.org/officeDocument/2006/relationships/image" Target="../media/image2307.png"/><Relationship Id="rId171" Type="http://schemas.openxmlformats.org/officeDocument/2006/relationships/image" Target="../media/image2211.png"/><Relationship Id="rId227" Type="http://schemas.openxmlformats.org/officeDocument/2006/relationships/image" Target="../media/image2237.png"/><Relationship Id="rId269" Type="http://schemas.openxmlformats.org/officeDocument/2006/relationships/image" Target="../media/image2258.png"/><Relationship Id="rId33" Type="http://schemas.openxmlformats.org/officeDocument/2006/relationships/image" Target="../media/image2142.png"/><Relationship Id="rId129" Type="http://schemas.openxmlformats.org/officeDocument/2006/relationships/image" Target="../media/image2190.png"/><Relationship Id="rId280" Type="http://schemas.openxmlformats.org/officeDocument/2006/relationships/customXml" Target="../ink/ink2306.xml"/><Relationship Id="rId336" Type="http://schemas.openxmlformats.org/officeDocument/2006/relationships/customXml" Target="../ink/ink2334.xml"/><Relationship Id="rId75" Type="http://schemas.openxmlformats.org/officeDocument/2006/relationships/image" Target="../media/image2163.png"/><Relationship Id="rId140" Type="http://schemas.openxmlformats.org/officeDocument/2006/relationships/customXml" Target="../ink/ink2236.xml"/><Relationship Id="rId182" Type="http://schemas.openxmlformats.org/officeDocument/2006/relationships/customXml" Target="../ink/ink2257.xml"/><Relationship Id="rId378" Type="http://schemas.openxmlformats.org/officeDocument/2006/relationships/customXml" Target="../ink/ink2355.xml"/><Relationship Id="rId6" Type="http://schemas.openxmlformats.org/officeDocument/2006/relationships/customXml" Target="../ink/ink2169.xml"/><Relationship Id="rId238" Type="http://schemas.openxmlformats.org/officeDocument/2006/relationships/customXml" Target="../ink/ink2285.xml"/><Relationship Id="rId291" Type="http://schemas.openxmlformats.org/officeDocument/2006/relationships/image" Target="../media/image2269.png"/><Relationship Id="rId305" Type="http://schemas.openxmlformats.org/officeDocument/2006/relationships/image" Target="../media/image2276.png"/><Relationship Id="rId347" Type="http://schemas.openxmlformats.org/officeDocument/2006/relationships/image" Target="../media/image2297.png"/><Relationship Id="rId44" Type="http://schemas.openxmlformats.org/officeDocument/2006/relationships/customXml" Target="../ink/ink2188.xml"/><Relationship Id="rId86" Type="http://schemas.openxmlformats.org/officeDocument/2006/relationships/customXml" Target="../ink/ink2209.xml"/><Relationship Id="rId151" Type="http://schemas.openxmlformats.org/officeDocument/2006/relationships/image" Target="../media/image2201.png"/><Relationship Id="rId389" Type="http://schemas.openxmlformats.org/officeDocument/2006/relationships/image" Target="../media/image2318.png"/><Relationship Id="rId193" Type="http://schemas.openxmlformats.org/officeDocument/2006/relationships/image" Target="../media/image2220.png"/><Relationship Id="rId207" Type="http://schemas.openxmlformats.org/officeDocument/2006/relationships/image" Target="../media/image2227.png"/><Relationship Id="rId249" Type="http://schemas.openxmlformats.org/officeDocument/2006/relationships/image" Target="../media/image2248.png"/><Relationship Id="rId13" Type="http://schemas.openxmlformats.org/officeDocument/2006/relationships/image" Target="../media/image2132.png"/><Relationship Id="rId109" Type="http://schemas.openxmlformats.org/officeDocument/2006/relationships/image" Target="../media/image2180.png"/><Relationship Id="rId260" Type="http://schemas.openxmlformats.org/officeDocument/2006/relationships/customXml" Target="../ink/ink2296.xml"/><Relationship Id="rId316" Type="http://schemas.openxmlformats.org/officeDocument/2006/relationships/customXml" Target="../ink/ink2324.xml"/><Relationship Id="rId55" Type="http://schemas.openxmlformats.org/officeDocument/2006/relationships/image" Target="../media/image2153.png"/><Relationship Id="rId97" Type="http://schemas.openxmlformats.org/officeDocument/2006/relationships/image" Target="../media/image2174.png"/><Relationship Id="rId120" Type="http://schemas.openxmlformats.org/officeDocument/2006/relationships/customXml" Target="../ink/ink2226.xml"/><Relationship Id="rId358" Type="http://schemas.openxmlformats.org/officeDocument/2006/relationships/customXml" Target="../ink/ink2345.xml"/><Relationship Id="rId162" Type="http://schemas.openxmlformats.org/officeDocument/2006/relationships/customXml" Target="../ink/ink2247.xml"/><Relationship Id="rId218" Type="http://schemas.openxmlformats.org/officeDocument/2006/relationships/customXml" Target="../ink/ink2275.xml"/><Relationship Id="rId271" Type="http://schemas.openxmlformats.org/officeDocument/2006/relationships/image" Target="../media/image2259.png"/><Relationship Id="rId24" Type="http://schemas.openxmlformats.org/officeDocument/2006/relationships/customXml" Target="../ink/ink2178.xml"/><Relationship Id="rId66" Type="http://schemas.openxmlformats.org/officeDocument/2006/relationships/customXml" Target="../ink/ink2199.xml"/><Relationship Id="rId131" Type="http://schemas.openxmlformats.org/officeDocument/2006/relationships/image" Target="../media/image2191.png"/><Relationship Id="rId327" Type="http://schemas.openxmlformats.org/officeDocument/2006/relationships/image" Target="../media/image2287.png"/><Relationship Id="rId369" Type="http://schemas.openxmlformats.org/officeDocument/2006/relationships/image" Target="../media/image2308.png"/><Relationship Id="rId173" Type="http://schemas.openxmlformats.org/officeDocument/2006/relationships/image" Target="../media/image2212.png"/><Relationship Id="rId229" Type="http://schemas.openxmlformats.org/officeDocument/2006/relationships/image" Target="../media/image2238.png"/><Relationship Id="rId380" Type="http://schemas.openxmlformats.org/officeDocument/2006/relationships/customXml" Target="../ink/ink2356.xml"/><Relationship Id="rId240" Type="http://schemas.openxmlformats.org/officeDocument/2006/relationships/customXml" Target="../ink/ink2286.xml"/><Relationship Id="rId35" Type="http://schemas.openxmlformats.org/officeDocument/2006/relationships/image" Target="../media/image2143.png"/><Relationship Id="rId77" Type="http://schemas.openxmlformats.org/officeDocument/2006/relationships/image" Target="../media/image2164.png"/><Relationship Id="rId100" Type="http://schemas.openxmlformats.org/officeDocument/2006/relationships/customXml" Target="../ink/ink2216.xml"/><Relationship Id="rId282" Type="http://schemas.openxmlformats.org/officeDocument/2006/relationships/customXml" Target="../ink/ink2307.xml"/><Relationship Id="rId338" Type="http://schemas.openxmlformats.org/officeDocument/2006/relationships/customXml" Target="../ink/ink2335.xml"/><Relationship Id="rId8" Type="http://schemas.openxmlformats.org/officeDocument/2006/relationships/customXml" Target="../ink/ink2170.xml"/><Relationship Id="rId142" Type="http://schemas.openxmlformats.org/officeDocument/2006/relationships/customXml" Target="../ink/ink2237.xml"/><Relationship Id="rId184" Type="http://schemas.openxmlformats.org/officeDocument/2006/relationships/customXml" Target="../ink/ink2258.xml"/><Relationship Id="rId391" Type="http://schemas.openxmlformats.org/officeDocument/2006/relationships/image" Target="../media/image2319.png"/><Relationship Id="rId251" Type="http://schemas.openxmlformats.org/officeDocument/2006/relationships/image" Target="../media/image2249.png"/><Relationship Id="rId46" Type="http://schemas.openxmlformats.org/officeDocument/2006/relationships/customXml" Target="../ink/ink2189.xml"/><Relationship Id="rId293" Type="http://schemas.openxmlformats.org/officeDocument/2006/relationships/image" Target="../media/image2270.png"/><Relationship Id="rId307" Type="http://schemas.openxmlformats.org/officeDocument/2006/relationships/image" Target="../media/image2277.png"/><Relationship Id="rId349" Type="http://schemas.openxmlformats.org/officeDocument/2006/relationships/image" Target="../media/image2298.png"/><Relationship Id="rId88" Type="http://schemas.openxmlformats.org/officeDocument/2006/relationships/customXml" Target="../ink/ink2210.xml"/><Relationship Id="rId111" Type="http://schemas.openxmlformats.org/officeDocument/2006/relationships/image" Target="../media/image2181.png"/><Relationship Id="rId153" Type="http://schemas.openxmlformats.org/officeDocument/2006/relationships/image" Target="../media/image2202.png"/><Relationship Id="rId195" Type="http://schemas.openxmlformats.org/officeDocument/2006/relationships/image" Target="../media/image2221.png"/><Relationship Id="rId209" Type="http://schemas.openxmlformats.org/officeDocument/2006/relationships/image" Target="../media/image2228.png"/><Relationship Id="rId360" Type="http://schemas.openxmlformats.org/officeDocument/2006/relationships/customXml" Target="../ink/ink2346.xml"/><Relationship Id="rId220" Type="http://schemas.openxmlformats.org/officeDocument/2006/relationships/customXml" Target="../ink/ink2276.xml"/><Relationship Id="rId15" Type="http://schemas.openxmlformats.org/officeDocument/2006/relationships/image" Target="../media/image2133.png"/><Relationship Id="rId57" Type="http://schemas.openxmlformats.org/officeDocument/2006/relationships/image" Target="../media/image2154.png"/><Relationship Id="rId262" Type="http://schemas.openxmlformats.org/officeDocument/2006/relationships/customXml" Target="../ink/ink2297.xml"/><Relationship Id="rId318" Type="http://schemas.openxmlformats.org/officeDocument/2006/relationships/customXml" Target="../ink/ink2325.xml"/><Relationship Id="rId99" Type="http://schemas.openxmlformats.org/officeDocument/2006/relationships/image" Target="../media/image2175.png"/><Relationship Id="rId122" Type="http://schemas.openxmlformats.org/officeDocument/2006/relationships/customXml" Target="../ink/ink2227.xml"/><Relationship Id="rId164" Type="http://schemas.openxmlformats.org/officeDocument/2006/relationships/customXml" Target="../ink/ink2248.xml"/><Relationship Id="rId371" Type="http://schemas.openxmlformats.org/officeDocument/2006/relationships/image" Target="../media/image2309.png"/><Relationship Id="rId26" Type="http://schemas.openxmlformats.org/officeDocument/2006/relationships/customXml" Target="../ink/ink2179.xml"/><Relationship Id="rId231" Type="http://schemas.openxmlformats.org/officeDocument/2006/relationships/image" Target="../media/image2239.png"/><Relationship Id="rId273" Type="http://schemas.openxmlformats.org/officeDocument/2006/relationships/image" Target="../media/image2260.png"/><Relationship Id="rId329" Type="http://schemas.openxmlformats.org/officeDocument/2006/relationships/image" Target="../media/image2288.png"/><Relationship Id="rId68" Type="http://schemas.openxmlformats.org/officeDocument/2006/relationships/customXml" Target="../ink/ink2200.xml"/><Relationship Id="rId133" Type="http://schemas.openxmlformats.org/officeDocument/2006/relationships/image" Target="../media/image2192.png"/><Relationship Id="rId175" Type="http://schemas.openxmlformats.org/officeDocument/2006/relationships/image" Target="../media/image2213.png"/><Relationship Id="rId340" Type="http://schemas.openxmlformats.org/officeDocument/2006/relationships/customXml" Target="../ink/ink2336.xml"/><Relationship Id="rId200" Type="http://schemas.openxmlformats.org/officeDocument/2006/relationships/customXml" Target="../ink/ink2266.xml"/><Relationship Id="rId382" Type="http://schemas.openxmlformats.org/officeDocument/2006/relationships/customXml" Target="../ink/ink2357.xml"/><Relationship Id="rId242" Type="http://schemas.openxmlformats.org/officeDocument/2006/relationships/customXml" Target="../ink/ink2287.xml"/><Relationship Id="rId284" Type="http://schemas.openxmlformats.org/officeDocument/2006/relationships/customXml" Target="../ink/ink230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80.png"/><Relationship Id="rId299" Type="http://schemas.openxmlformats.org/officeDocument/2006/relationships/image" Target="../media/image2470.png"/><Relationship Id="rId21" Type="http://schemas.openxmlformats.org/officeDocument/2006/relationships/image" Target="../media/image2333.png"/><Relationship Id="rId63" Type="http://schemas.openxmlformats.org/officeDocument/2006/relationships/image" Target="../media/image2354.png"/><Relationship Id="rId159" Type="http://schemas.openxmlformats.org/officeDocument/2006/relationships/image" Target="../media/image2401.png"/><Relationship Id="rId324" Type="http://schemas.openxmlformats.org/officeDocument/2006/relationships/customXml" Target="../ink/ink2527.xml"/><Relationship Id="rId170" Type="http://schemas.openxmlformats.org/officeDocument/2006/relationships/customXml" Target="../ink/ink2450.xml"/><Relationship Id="rId226" Type="http://schemas.openxmlformats.org/officeDocument/2006/relationships/customXml" Target="../ink/ink2478.xml"/><Relationship Id="rId268" Type="http://schemas.openxmlformats.org/officeDocument/2006/relationships/customXml" Target="../ink/ink2499.xml"/><Relationship Id="rId32" Type="http://schemas.openxmlformats.org/officeDocument/2006/relationships/customXml" Target="../ink/ink2381.xml"/><Relationship Id="rId74" Type="http://schemas.openxmlformats.org/officeDocument/2006/relationships/customXml" Target="../ink/ink2402.xml"/><Relationship Id="rId128" Type="http://schemas.openxmlformats.org/officeDocument/2006/relationships/customXml" Target="../ink/ink2429.xml"/><Relationship Id="rId335" Type="http://schemas.openxmlformats.org/officeDocument/2006/relationships/image" Target="../media/image2487.png"/><Relationship Id="rId5" Type="http://schemas.openxmlformats.org/officeDocument/2006/relationships/image" Target="../media/image2325.png"/><Relationship Id="rId181" Type="http://schemas.openxmlformats.org/officeDocument/2006/relationships/image" Target="../media/image2412.png"/><Relationship Id="rId237" Type="http://schemas.openxmlformats.org/officeDocument/2006/relationships/image" Target="../media/image2439.png"/><Relationship Id="rId279" Type="http://schemas.openxmlformats.org/officeDocument/2006/relationships/image" Target="../media/image2460.png"/><Relationship Id="rId43" Type="http://schemas.openxmlformats.org/officeDocument/2006/relationships/image" Target="../media/image2344.png"/><Relationship Id="rId139" Type="http://schemas.openxmlformats.org/officeDocument/2006/relationships/image" Target="../media/image2391.png"/><Relationship Id="rId290" Type="http://schemas.openxmlformats.org/officeDocument/2006/relationships/customXml" Target="../ink/ink2510.xml"/><Relationship Id="rId304" Type="http://schemas.openxmlformats.org/officeDocument/2006/relationships/customXml" Target="../ink/ink2517.xml"/><Relationship Id="rId346" Type="http://schemas.openxmlformats.org/officeDocument/2006/relationships/customXml" Target="../ink/ink2538.xml"/><Relationship Id="rId85" Type="http://schemas.openxmlformats.org/officeDocument/2006/relationships/image" Target="../media/image2365.png"/><Relationship Id="rId150" Type="http://schemas.openxmlformats.org/officeDocument/2006/relationships/customXml" Target="../ink/ink2440.xml"/><Relationship Id="rId192" Type="http://schemas.openxmlformats.org/officeDocument/2006/relationships/customXml" Target="../ink/ink2461.xml"/><Relationship Id="rId206" Type="http://schemas.openxmlformats.org/officeDocument/2006/relationships/customXml" Target="../ink/ink2468.xml"/><Relationship Id="rId248" Type="http://schemas.openxmlformats.org/officeDocument/2006/relationships/customXml" Target="../ink/ink2489.xml"/><Relationship Id="rId12" Type="http://schemas.openxmlformats.org/officeDocument/2006/relationships/customXml" Target="../ink/ink2371.xml"/><Relationship Id="rId108" Type="http://schemas.openxmlformats.org/officeDocument/2006/relationships/customXml" Target="../ink/ink2419.xml"/><Relationship Id="rId315" Type="http://schemas.openxmlformats.org/officeDocument/2006/relationships/image" Target="../media/image2478.png"/><Relationship Id="rId357" Type="http://schemas.openxmlformats.org/officeDocument/2006/relationships/image" Target="../media/image2498.png"/><Relationship Id="rId54" Type="http://schemas.openxmlformats.org/officeDocument/2006/relationships/customXml" Target="../ink/ink2392.xml"/><Relationship Id="rId96" Type="http://schemas.openxmlformats.org/officeDocument/2006/relationships/customXml" Target="../ink/ink2413.xml"/><Relationship Id="rId161" Type="http://schemas.openxmlformats.org/officeDocument/2006/relationships/image" Target="../media/image2402.png"/><Relationship Id="rId217" Type="http://schemas.openxmlformats.org/officeDocument/2006/relationships/image" Target="../media/image2430.png"/><Relationship Id="rId259" Type="http://schemas.openxmlformats.org/officeDocument/2006/relationships/image" Target="../media/image2450.png"/><Relationship Id="rId23" Type="http://schemas.openxmlformats.org/officeDocument/2006/relationships/image" Target="../media/image2334.png"/><Relationship Id="rId119" Type="http://schemas.openxmlformats.org/officeDocument/2006/relationships/image" Target="../media/image2381.png"/><Relationship Id="rId270" Type="http://schemas.openxmlformats.org/officeDocument/2006/relationships/customXml" Target="../ink/ink2500.xml"/><Relationship Id="rId326" Type="http://schemas.openxmlformats.org/officeDocument/2006/relationships/customXml" Target="../ink/ink2528.xml"/><Relationship Id="rId65" Type="http://schemas.openxmlformats.org/officeDocument/2006/relationships/image" Target="../media/image2355.png"/><Relationship Id="rId130" Type="http://schemas.openxmlformats.org/officeDocument/2006/relationships/customXml" Target="../ink/ink2430.xml"/><Relationship Id="rId172" Type="http://schemas.openxmlformats.org/officeDocument/2006/relationships/customXml" Target="../ink/ink2451.xml"/><Relationship Id="rId228" Type="http://schemas.openxmlformats.org/officeDocument/2006/relationships/customXml" Target="../ink/ink2479.xml"/><Relationship Id="rId281" Type="http://schemas.openxmlformats.org/officeDocument/2006/relationships/image" Target="../media/image2461.png"/><Relationship Id="rId337" Type="http://schemas.openxmlformats.org/officeDocument/2006/relationships/image" Target="../media/image2488.png"/><Relationship Id="rId34" Type="http://schemas.openxmlformats.org/officeDocument/2006/relationships/customXml" Target="../ink/ink2382.xml"/><Relationship Id="rId76" Type="http://schemas.openxmlformats.org/officeDocument/2006/relationships/customXml" Target="../ink/ink2403.xml"/><Relationship Id="rId141" Type="http://schemas.openxmlformats.org/officeDocument/2006/relationships/image" Target="../media/image2392.png"/><Relationship Id="rId7" Type="http://schemas.openxmlformats.org/officeDocument/2006/relationships/image" Target="../media/image2326.png"/><Relationship Id="rId183" Type="http://schemas.openxmlformats.org/officeDocument/2006/relationships/image" Target="../media/image2413.png"/><Relationship Id="rId239" Type="http://schemas.openxmlformats.org/officeDocument/2006/relationships/image" Target="../media/image2440.png"/><Relationship Id="rId250" Type="http://schemas.openxmlformats.org/officeDocument/2006/relationships/customXml" Target="../ink/ink2490.xml"/><Relationship Id="rId292" Type="http://schemas.openxmlformats.org/officeDocument/2006/relationships/customXml" Target="../ink/ink2511.xml"/><Relationship Id="rId306" Type="http://schemas.openxmlformats.org/officeDocument/2006/relationships/customXml" Target="../ink/ink2518.xml"/><Relationship Id="rId45" Type="http://schemas.openxmlformats.org/officeDocument/2006/relationships/image" Target="../media/image2345.png"/><Relationship Id="rId87" Type="http://schemas.openxmlformats.org/officeDocument/2006/relationships/image" Target="../media/image2366.png"/><Relationship Id="rId110" Type="http://schemas.openxmlformats.org/officeDocument/2006/relationships/customXml" Target="../ink/ink2420.xml"/><Relationship Id="rId348" Type="http://schemas.openxmlformats.org/officeDocument/2006/relationships/customXml" Target="../ink/ink2539.xml"/><Relationship Id="rId152" Type="http://schemas.openxmlformats.org/officeDocument/2006/relationships/customXml" Target="../ink/ink2441.xml"/><Relationship Id="rId194" Type="http://schemas.openxmlformats.org/officeDocument/2006/relationships/customXml" Target="../ink/ink2462.xml"/><Relationship Id="rId208" Type="http://schemas.openxmlformats.org/officeDocument/2006/relationships/customXml" Target="../ink/ink2469.xml"/><Relationship Id="rId261" Type="http://schemas.openxmlformats.org/officeDocument/2006/relationships/image" Target="../media/image2451.png"/><Relationship Id="rId14" Type="http://schemas.openxmlformats.org/officeDocument/2006/relationships/customXml" Target="../ink/ink2372.xml"/><Relationship Id="rId56" Type="http://schemas.openxmlformats.org/officeDocument/2006/relationships/customXml" Target="../ink/ink2393.xml"/><Relationship Id="rId317" Type="http://schemas.openxmlformats.org/officeDocument/2006/relationships/image" Target="../media/image2479.png"/><Relationship Id="rId359" Type="http://schemas.openxmlformats.org/officeDocument/2006/relationships/image" Target="../media/image2499.png"/><Relationship Id="rId98" Type="http://schemas.openxmlformats.org/officeDocument/2006/relationships/customXml" Target="../ink/ink2414.xml"/><Relationship Id="rId121" Type="http://schemas.openxmlformats.org/officeDocument/2006/relationships/image" Target="../media/image2382.png"/><Relationship Id="rId163" Type="http://schemas.openxmlformats.org/officeDocument/2006/relationships/image" Target="../media/image2403.png"/><Relationship Id="rId219" Type="http://schemas.openxmlformats.org/officeDocument/2006/relationships/image" Target="../media/image2431.png"/><Relationship Id="rId230" Type="http://schemas.openxmlformats.org/officeDocument/2006/relationships/customXml" Target="../ink/ink2480.xml"/><Relationship Id="rId25" Type="http://schemas.openxmlformats.org/officeDocument/2006/relationships/image" Target="../media/image2335.png"/><Relationship Id="rId67" Type="http://schemas.openxmlformats.org/officeDocument/2006/relationships/image" Target="../media/image2356.png"/><Relationship Id="rId272" Type="http://schemas.openxmlformats.org/officeDocument/2006/relationships/customXml" Target="../ink/ink2501.xml"/><Relationship Id="rId328" Type="http://schemas.openxmlformats.org/officeDocument/2006/relationships/customXml" Target="../ink/ink2529.xml"/><Relationship Id="rId88" Type="http://schemas.openxmlformats.org/officeDocument/2006/relationships/customXml" Target="../ink/ink2409.xml"/><Relationship Id="rId111" Type="http://schemas.openxmlformats.org/officeDocument/2006/relationships/image" Target="../media/image2377.png"/><Relationship Id="rId132" Type="http://schemas.openxmlformats.org/officeDocument/2006/relationships/customXml" Target="../ink/ink2431.xml"/><Relationship Id="rId153" Type="http://schemas.openxmlformats.org/officeDocument/2006/relationships/image" Target="../media/image2398.png"/><Relationship Id="rId174" Type="http://schemas.openxmlformats.org/officeDocument/2006/relationships/customXml" Target="../ink/ink2452.xml"/><Relationship Id="rId195" Type="http://schemas.openxmlformats.org/officeDocument/2006/relationships/image" Target="../media/image2419.png"/><Relationship Id="rId209" Type="http://schemas.openxmlformats.org/officeDocument/2006/relationships/image" Target="../media/image2426.png"/><Relationship Id="rId360" Type="http://schemas.openxmlformats.org/officeDocument/2006/relationships/customXml" Target="../ink/ink2545.xml"/><Relationship Id="rId220" Type="http://schemas.openxmlformats.org/officeDocument/2006/relationships/customXml" Target="../ink/ink2475.xml"/><Relationship Id="rId241" Type="http://schemas.openxmlformats.org/officeDocument/2006/relationships/image" Target="../media/image2441.png"/><Relationship Id="rId15" Type="http://schemas.openxmlformats.org/officeDocument/2006/relationships/image" Target="../media/image2330.png"/><Relationship Id="rId36" Type="http://schemas.openxmlformats.org/officeDocument/2006/relationships/customXml" Target="../ink/ink2383.xml"/><Relationship Id="rId57" Type="http://schemas.openxmlformats.org/officeDocument/2006/relationships/image" Target="../media/image2351.png"/><Relationship Id="rId262" Type="http://schemas.openxmlformats.org/officeDocument/2006/relationships/customXml" Target="../ink/ink2496.xml"/><Relationship Id="rId283" Type="http://schemas.openxmlformats.org/officeDocument/2006/relationships/image" Target="../media/image2462.png"/><Relationship Id="rId318" Type="http://schemas.openxmlformats.org/officeDocument/2006/relationships/customXml" Target="../ink/ink2524.xml"/><Relationship Id="rId339" Type="http://schemas.openxmlformats.org/officeDocument/2006/relationships/image" Target="../media/image2489.png"/><Relationship Id="rId78" Type="http://schemas.openxmlformats.org/officeDocument/2006/relationships/customXml" Target="../ink/ink2404.xml"/><Relationship Id="rId99" Type="http://schemas.openxmlformats.org/officeDocument/2006/relationships/image" Target="../media/image2091.png"/><Relationship Id="rId101" Type="http://schemas.openxmlformats.org/officeDocument/2006/relationships/image" Target="../media/image2372.png"/><Relationship Id="rId122" Type="http://schemas.openxmlformats.org/officeDocument/2006/relationships/customXml" Target="../ink/ink2426.xml"/><Relationship Id="rId143" Type="http://schemas.openxmlformats.org/officeDocument/2006/relationships/image" Target="../media/image2393.png"/><Relationship Id="rId164" Type="http://schemas.openxmlformats.org/officeDocument/2006/relationships/customXml" Target="../ink/ink2447.xml"/><Relationship Id="rId185" Type="http://schemas.openxmlformats.org/officeDocument/2006/relationships/image" Target="../media/image2414.png"/><Relationship Id="rId350" Type="http://schemas.openxmlformats.org/officeDocument/2006/relationships/customXml" Target="../ink/ink2540.xml"/><Relationship Id="rId9" Type="http://schemas.openxmlformats.org/officeDocument/2006/relationships/image" Target="../media/image2327.png"/><Relationship Id="rId210" Type="http://schemas.openxmlformats.org/officeDocument/2006/relationships/customXml" Target="../ink/ink2470.xml"/><Relationship Id="rId26" Type="http://schemas.openxmlformats.org/officeDocument/2006/relationships/customXml" Target="../ink/ink2378.xml"/><Relationship Id="rId231" Type="http://schemas.openxmlformats.org/officeDocument/2006/relationships/image" Target="../media/image2437.png"/><Relationship Id="rId252" Type="http://schemas.openxmlformats.org/officeDocument/2006/relationships/customXml" Target="../ink/ink2491.xml"/><Relationship Id="rId273" Type="http://schemas.openxmlformats.org/officeDocument/2006/relationships/image" Target="../media/image2457.png"/><Relationship Id="rId294" Type="http://schemas.openxmlformats.org/officeDocument/2006/relationships/customXml" Target="../ink/ink2512.xml"/><Relationship Id="rId308" Type="http://schemas.openxmlformats.org/officeDocument/2006/relationships/customXml" Target="../ink/ink2519.xml"/><Relationship Id="rId329" Type="http://schemas.openxmlformats.org/officeDocument/2006/relationships/image" Target="../media/image2484.png"/><Relationship Id="rId47" Type="http://schemas.openxmlformats.org/officeDocument/2006/relationships/image" Target="../media/image2346.png"/><Relationship Id="rId68" Type="http://schemas.openxmlformats.org/officeDocument/2006/relationships/customXml" Target="../ink/ink2399.xml"/><Relationship Id="rId89" Type="http://schemas.openxmlformats.org/officeDocument/2006/relationships/image" Target="../media/image2367.png"/><Relationship Id="rId112" Type="http://schemas.openxmlformats.org/officeDocument/2006/relationships/customXml" Target="../ink/ink2421.xml"/><Relationship Id="rId133" Type="http://schemas.openxmlformats.org/officeDocument/2006/relationships/image" Target="../media/image2388.png"/><Relationship Id="rId154" Type="http://schemas.openxmlformats.org/officeDocument/2006/relationships/customXml" Target="../ink/ink2442.xml"/><Relationship Id="rId175" Type="http://schemas.openxmlformats.org/officeDocument/2006/relationships/image" Target="../media/image2409.png"/><Relationship Id="rId340" Type="http://schemas.openxmlformats.org/officeDocument/2006/relationships/customXml" Target="../ink/ink2535.xml"/><Relationship Id="rId361" Type="http://schemas.openxmlformats.org/officeDocument/2006/relationships/image" Target="../media/image2500.png"/><Relationship Id="rId196" Type="http://schemas.openxmlformats.org/officeDocument/2006/relationships/customXml" Target="../ink/ink2463.xml"/><Relationship Id="rId200" Type="http://schemas.openxmlformats.org/officeDocument/2006/relationships/customXml" Target="../ink/ink2465.xml"/><Relationship Id="rId16" Type="http://schemas.openxmlformats.org/officeDocument/2006/relationships/customXml" Target="../ink/ink2373.xml"/><Relationship Id="rId221" Type="http://schemas.openxmlformats.org/officeDocument/2006/relationships/image" Target="../media/image2432.png"/><Relationship Id="rId242" Type="http://schemas.openxmlformats.org/officeDocument/2006/relationships/customXml" Target="../ink/ink2486.xml"/><Relationship Id="rId263" Type="http://schemas.openxmlformats.org/officeDocument/2006/relationships/image" Target="../media/image2452.png"/><Relationship Id="rId284" Type="http://schemas.openxmlformats.org/officeDocument/2006/relationships/customXml" Target="../ink/ink2507.xml"/><Relationship Id="rId319" Type="http://schemas.openxmlformats.org/officeDocument/2006/relationships/image" Target="../media/image1320.png"/><Relationship Id="rId37" Type="http://schemas.openxmlformats.org/officeDocument/2006/relationships/image" Target="../media/image2341.png"/><Relationship Id="rId58" Type="http://schemas.openxmlformats.org/officeDocument/2006/relationships/customXml" Target="../ink/ink2394.xml"/><Relationship Id="rId79" Type="http://schemas.openxmlformats.org/officeDocument/2006/relationships/image" Target="../media/image2362.png"/><Relationship Id="rId102" Type="http://schemas.openxmlformats.org/officeDocument/2006/relationships/customXml" Target="../ink/ink2416.xml"/><Relationship Id="rId123" Type="http://schemas.openxmlformats.org/officeDocument/2006/relationships/image" Target="../media/image2383.png"/><Relationship Id="rId144" Type="http://schemas.openxmlformats.org/officeDocument/2006/relationships/customXml" Target="../ink/ink2437.xml"/><Relationship Id="rId330" Type="http://schemas.openxmlformats.org/officeDocument/2006/relationships/customXml" Target="../ink/ink2530.xml"/><Relationship Id="rId90" Type="http://schemas.openxmlformats.org/officeDocument/2006/relationships/customXml" Target="../ink/ink2410.xml"/><Relationship Id="rId165" Type="http://schemas.openxmlformats.org/officeDocument/2006/relationships/image" Target="../media/image2404.png"/><Relationship Id="rId186" Type="http://schemas.openxmlformats.org/officeDocument/2006/relationships/customXml" Target="../ink/ink2458.xml"/><Relationship Id="rId351" Type="http://schemas.openxmlformats.org/officeDocument/2006/relationships/image" Target="../media/image2495.png"/><Relationship Id="rId211" Type="http://schemas.openxmlformats.org/officeDocument/2006/relationships/image" Target="../media/image2427.png"/><Relationship Id="rId232" Type="http://schemas.openxmlformats.org/officeDocument/2006/relationships/customXml" Target="../ink/ink2481.xml"/><Relationship Id="rId253" Type="http://schemas.openxmlformats.org/officeDocument/2006/relationships/image" Target="../media/image2447.png"/><Relationship Id="rId274" Type="http://schemas.openxmlformats.org/officeDocument/2006/relationships/customXml" Target="../ink/ink2502.xml"/><Relationship Id="rId295" Type="http://schemas.openxmlformats.org/officeDocument/2006/relationships/image" Target="../media/image2468.png"/><Relationship Id="rId309" Type="http://schemas.openxmlformats.org/officeDocument/2006/relationships/image" Target="../media/image2475.png"/><Relationship Id="rId27" Type="http://schemas.openxmlformats.org/officeDocument/2006/relationships/image" Target="../media/image2336.png"/><Relationship Id="rId48" Type="http://schemas.openxmlformats.org/officeDocument/2006/relationships/customXml" Target="../ink/ink2389.xml"/><Relationship Id="rId69" Type="http://schemas.openxmlformats.org/officeDocument/2006/relationships/image" Target="../media/image2357.png"/><Relationship Id="rId113" Type="http://schemas.openxmlformats.org/officeDocument/2006/relationships/image" Target="../media/image2378.png"/><Relationship Id="rId134" Type="http://schemas.openxmlformats.org/officeDocument/2006/relationships/customXml" Target="../ink/ink2432.xml"/><Relationship Id="rId320" Type="http://schemas.openxmlformats.org/officeDocument/2006/relationships/customXml" Target="../ink/ink2525.xml"/><Relationship Id="rId80" Type="http://schemas.openxmlformats.org/officeDocument/2006/relationships/customXml" Target="../ink/ink2405.xml"/><Relationship Id="rId155" Type="http://schemas.openxmlformats.org/officeDocument/2006/relationships/image" Target="../media/image2399.png"/><Relationship Id="rId176" Type="http://schemas.openxmlformats.org/officeDocument/2006/relationships/customXml" Target="../ink/ink2453.xml"/><Relationship Id="rId197" Type="http://schemas.openxmlformats.org/officeDocument/2006/relationships/image" Target="../media/image2420.png"/><Relationship Id="rId341" Type="http://schemas.openxmlformats.org/officeDocument/2006/relationships/image" Target="../media/image2490.png"/><Relationship Id="rId362" Type="http://schemas.openxmlformats.org/officeDocument/2006/relationships/customXml" Target="../ink/ink2546.xml"/><Relationship Id="rId201" Type="http://schemas.openxmlformats.org/officeDocument/2006/relationships/image" Target="../media/image2422.png"/><Relationship Id="rId222" Type="http://schemas.openxmlformats.org/officeDocument/2006/relationships/customXml" Target="../ink/ink2476.xml"/><Relationship Id="rId243" Type="http://schemas.openxmlformats.org/officeDocument/2006/relationships/image" Target="../media/image2442.png"/><Relationship Id="rId264" Type="http://schemas.openxmlformats.org/officeDocument/2006/relationships/customXml" Target="../ink/ink2497.xml"/><Relationship Id="rId285" Type="http://schemas.openxmlformats.org/officeDocument/2006/relationships/image" Target="../media/image2463.png"/><Relationship Id="rId17" Type="http://schemas.openxmlformats.org/officeDocument/2006/relationships/image" Target="../media/image2331.png"/><Relationship Id="rId38" Type="http://schemas.openxmlformats.org/officeDocument/2006/relationships/customXml" Target="../ink/ink2384.xml"/><Relationship Id="rId59" Type="http://schemas.openxmlformats.org/officeDocument/2006/relationships/image" Target="../media/image2352.png"/><Relationship Id="rId103" Type="http://schemas.openxmlformats.org/officeDocument/2006/relationships/image" Target="../media/image2373.png"/><Relationship Id="rId124" Type="http://schemas.openxmlformats.org/officeDocument/2006/relationships/customXml" Target="../ink/ink2427.xml"/><Relationship Id="rId310" Type="http://schemas.openxmlformats.org/officeDocument/2006/relationships/customXml" Target="../ink/ink2520.xml"/><Relationship Id="rId70" Type="http://schemas.openxmlformats.org/officeDocument/2006/relationships/customXml" Target="../ink/ink2400.xml"/><Relationship Id="rId91" Type="http://schemas.openxmlformats.org/officeDocument/2006/relationships/image" Target="../media/image2368.png"/><Relationship Id="rId145" Type="http://schemas.openxmlformats.org/officeDocument/2006/relationships/image" Target="../media/image2394.png"/><Relationship Id="rId166" Type="http://schemas.openxmlformats.org/officeDocument/2006/relationships/customXml" Target="../ink/ink2448.xml"/><Relationship Id="rId187" Type="http://schemas.openxmlformats.org/officeDocument/2006/relationships/image" Target="../media/image2415.png"/><Relationship Id="rId331" Type="http://schemas.openxmlformats.org/officeDocument/2006/relationships/image" Target="../media/image2485.png"/><Relationship Id="rId352" Type="http://schemas.openxmlformats.org/officeDocument/2006/relationships/customXml" Target="../ink/ink2541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71.xml"/><Relationship Id="rId233" Type="http://schemas.openxmlformats.org/officeDocument/2006/relationships/image" Target="../media/image2438.png"/><Relationship Id="rId254" Type="http://schemas.openxmlformats.org/officeDocument/2006/relationships/customXml" Target="../ink/ink2492.xml"/><Relationship Id="rId28" Type="http://schemas.openxmlformats.org/officeDocument/2006/relationships/customXml" Target="../ink/ink2379.xml"/><Relationship Id="rId49" Type="http://schemas.openxmlformats.org/officeDocument/2006/relationships/image" Target="../media/image2347.png"/><Relationship Id="rId114" Type="http://schemas.openxmlformats.org/officeDocument/2006/relationships/customXml" Target="../ink/ink2422.xml"/><Relationship Id="rId275" Type="http://schemas.openxmlformats.org/officeDocument/2006/relationships/image" Target="../media/image2458.png"/><Relationship Id="rId296" Type="http://schemas.openxmlformats.org/officeDocument/2006/relationships/customXml" Target="../ink/ink2513.xml"/><Relationship Id="rId300" Type="http://schemas.openxmlformats.org/officeDocument/2006/relationships/customXml" Target="../ink/ink2515.xml"/><Relationship Id="rId60" Type="http://schemas.openxmlformats.org/officeDocument/2006/relationships/customXml" Target="../ink/ink2395.xml"/><Relationship Id="rId81" Type="http://schemas.openxmlformats.org/officeDocument/2006/relationships/image" Target="../media/image2363.png"/><Relationship Id="rId135" Type="http://schemas.openxmlformats.org/officeDocument/2006/relationships/image" Target="../media/image2389.png"/><Relationship Id="rId156" Type="http://schemas.openxmlformats.org/officeDocument/2006/relationships/customXml" Target="../ink/ink2443.xml"/><Relationship Id="rId177" Type="http://schemas.openxmlformats.org/officeDocument/2006/relationships/image" Target="../media/image2410.png"/><Relationship Id="rId198" Type="http://schemas.openxmlformats.org/officeDocument/2006/relationships/customXml" Target="../ink/ink2464.xml"/><Relationship Id="rId321" Type="http://schemas.openxmlformats.org/officeDocument/2006/relationships/image" Target="../media/image2480.png"/><Relationship Id="rId342" Type="http://schemas.openxmlformats.org/officeDocument/2006/relationships/customXml" Target="../ink/ink2536.xml"/><Relationship Id="rId363" Type="http://schemas.openxmlformats.org/officeDocument/2006/relationships/image" Target="../media/image81.png"/><Relationship Id="rId202" Type="http://schemas.openxmlformats.org/officeDocument/2006/relationships/customXml" Target="../ink/ink2466.xml"/><Relationship Id="rId223" Type="http://schemas.openxmlformats.org/officeDocument/2006/relationships/image" Target="../media/image2433.png"/><Relationship Id="rId244" Type="http://schemas.openxmlformats.org/officeDocument/2006/relationships/customXml" Target="../ink/ink2487.xml"/><Relationship Id="rId18" Type="http://schemas.openxmlformats.org/officeDocument/2006/relationships/customXml" Target="../ink/ink2374.xml"/><Relationship Id="rId39" Type="http://schemas.openxmlformats.org/officeDocument/2006/relationships/image" Target="../media/image2342.png"/><Relationship Id="rId265" Type="http://schemas.openxmlformats.org/officeDocument/2006/relationships/image" Target="../media/image2453.png"/><Relationship Id="rId286" Type="http://schemas.openxmlformats.org/officeDocument/2006/relationships/customXml" Target="../ink/ink2508.xml"/><Relationship Id="rId50" Type="http://schemas.openxmlformats.org/officeDocument/2006/relationships/customXml" Target="../ink/ink2390.xml"/><Relationship Id="rId104" Type="http://schemas.openxmlformats.org/officeDocument/2006/relationships/customXml" Target="../ink/ink2417.xml"/><Relationship Id="rId125" Type="http://schemas.openxmlformats.org/officeDocument/2006/relationships/image" Target="../media/image2384.png"/><Relationship Id="rId146" Type="http://schemas.openxmlformats.org/officeDocument/2006/relationships/customXml" Target="../ink/ink2438.xml"/><Relationship Id="rId167" Type="http://schemas.openxmlformats.org/officeDocument/2006/relationships/image" Target="../media/image2405.png"/><Relationship Id="rId188" Type="http://schemas.openxmlformats.org/officeDocument/2006/relationships/customXml" Target="../ink/ink2459.xml"/><Relationship Id="rId311" Type="http://schemas.openxmlformats.org/officeDocument/2006/relationships/image" Target="../media/image2476.png"/><Relationship Id="rId332" Type="http://schemas.openxmlformats.org/officeDocument/2006/relationships/customXml" Target="../ink/ink2531.xml"/><Relationship Id="rId353" Type="http://schemas.openxmlformats.org/officeDocument/2006/relationships/image" Target="../media/image2496.png"/><Relationship Id="rId71" Type="http://schemas.openxmlformats.org/officeDocument/2006/relationships/image" Target="../media/image2358.png"/><Relationship Id="rId92" Type="http://schemas.openxmlformats.org/officeDocument/2006/relationships/customXml" Target="../ink/ink2411.xml"/><Relationship Id="rId213" Type="http://schemas.openxmlformats.org/officeDocument/2006/relationships/image" Target="../media/image2428.png"/><Relationship Id="rId234" Type="http://schemas.openxmlformats.org/officeDocument/2006/relationships/customXml" Target="../ink/ink2482.xml"/><Relationship Id="rId2" Type="http://schemas.openxmlformats.org/officeDocument/2006/relationships/customXml" Target="../ink/ink2366.xml"/><Relationship Id="rId29" Type="http://schemas.openxmlformats.org/officeDocument/2006/relationships/image" Target="../media/image2337.png"/><Relationship Id="rId255" Type="http://schemas.openxmlformats.org/officeDocument/2006/relationships/image" Target="../media/image2448.png"/><Relationship Id="rId276" Type="http://schemas.openxmlformats.org/officeDocument/2006/relationships/customXml" Target="../ink/ink2503.xml"/><Relationship Id="rId297" Type="http://schemas.openxmlformats.org/officeDocument/2006/relationships/image" Target="../media/image2469.png"/><Relationship Id="rId40" Type="http://schemas.openxmlformats.org/officeDocument/2006/relationships/customXml" Target="../ink/ink2385.xml"/><Relationship Id="rId115" Type="http://schemas.openxmlformats.org/officeDocument/2006/relationships/image" Target="../media/image2379.png"/><Relationship Id="rId136" Type="http://schemas.openxmlformats.org/officeDocument/2006/relationships/customXml" Target="../ink/ink2433.xml"/><Relationship Id="rId157" Type="http://schemas.openxmlformats.org/officeDocument/2006/relationships/image" Target="../media/image2400.png"/><Relationship Id="rId178" Type="http://schemas.openxmlformats.org/officeDocument/2006/relationships/customXml" Target="../ink/ink2454.xml"/><Relationship Id="rId301" Type="http://schemas.openxmlformats.org/officeDocument/2006/relationships/image" Target="../media/image2471.png"/><Relationship Id="rId322" Type="http://schemas.openxmlformats.org/officeDocument/2006/relationships/customXml" Target="../ink/ink2526.xml"/><Relationship Id="rId343" Type="http://schemas.openxmlformats.org/officeDocument/2006/relationships/image" Target="../media/image2491.png"/><Relationship Id="rId61" Type="http://schemas.openxmlformats.org/officeDocument/2006/relationships/image" Target="../media/image2353.png"/><Relationship Id="rId82" Type="http://schemas.openxmlformats.org/officeDocument/2006/relationships/customXml" Target="../ink/ink2406.xml"/><Relationship Id="rId199" Type="http://schemas.openxmlformats.org/officeDocument/2006/relationships/image" Target="../media/image2421.png"/><Relationship Id="rId203" Type="http://schemas.openxmlformats.org/officeDocument/2006/relationships/image" Target="../media/image2423.png"/><Relationship Id="rId19" Type="http://schemas.openxmlformats.org/officeDocument/2006/relationships/image" Target="../media/image2332.png"/><Relationship Id="rId224" Type="http://schemas.openxmlformats.org/officeDocument/2006/relationships/customXml" Target="../ink/ink2477.xml"/><Relationship Id="rId245" Type="http://schemas.openxmlformats.org/officeDocument/2006/relationships/image" Target="../media/image2443.png"/><Relationship Id="rId266" Type="http://schemas.openxmlformats.org/officeDocument/2006/relationships/customXml" Target="../ink/ink2498.xml"/><Relationship Id="rId287" Type="http://schemas.openxmlformats.org/officeDocument/2006/relationships/image" Target="../media/image2464.png"/><Relationship Id="rId30" Type="http://schemas.openxmlformats.org/officeDocument/2006/relationships/customXml" Target="../ink/ink2380.xml"/><Relationship Id="rId105" Type="http://schemas.openxmlformats.org/officeDocument/2006/relationships/image" Target="../media/image2374.png"/><Relationship Id="rId126" Type="http://schemas.openxmlformats.org/officeDocument/2006/relationships/customXml" Target="../ink/ink2428.xml"/><Relationship Id="rId147" Type="http://schemas.openxmlformats.org/officeDocument/2006/relationships/image" Target="../media/image2395.png"/><Relationship Id="rId168" Type="http://schemas.openxmlformats.org/officeDocument/2006/relationships/customXml" Target="../ink/ink2449.xml"/><Relationship Id="rId312" Type="http://schemas.openxmlformats.org/officeDocument/2006/relationships/customXml" Target="../ink/ink2521.xml"/><Relationship Id="rId333" Type="http://schemas.openxmlformats.org/officeDocument/2006/relationships/image" Target="../media/image2486.png"/><Relationship Id="rId354" Type="http://schemas.openxmlformats.org/officeDocument/2006/relationships/customXml" Target="../ink/ink2542.xml"/><Relationship Id="rId51" Type="http://schemas.openxmlformats.org/officeDocument/2006/relationships/image" Target="../media/image2348.png"/><Relationship Id="rId72" Type="http://schemas.openxmlformats.org/officeDocument/2006/relationships/customXml" Target="../ink/ink2401.xml"/><Relationship Id="rId93" Type="http://schemas.openxmlformats.org/officeDocument/2006/relationships/image" Target="../media/image2369.png"/><Relationship Id="rId189" Type="http://schemas.openxmlformats.org/officeDocument/2006/relationships/image" Target="../media/image2416.png"/><Relationship Id="rId3" Type="http://schemas.openxmlformats.org/officeDocument/2006/relationships/image" Target="../media/image2324.png"/><Relationship Id="rId214" Type="http://schemas.openxmlformats.org/officeDocument/2006/relationships/customXml" Target="../ink/ink2472.xml"/><Relationship Id="rId235" Type="http://schemas.openxmlformats.org/officeDocument/2006/relationships/image" Target="../media/image1872.png"/><Relationship Id="rId256" Type="http://schemas.openxmlformats.org/officeDocument/2006/relationships/customXml" Target="../ink/ink2493.xml"/><Relationship Id="rId277" Type="http://schemas.openxmlformats.org/officeDocument/2006/relationships/image" Target="../media/image2459.png"/><Relationship Id="rId298" Type="http://schemas.openxmlformats.org/officeDocument/2006/relationships/customXml" Target="../ink/ink2514.xml"/><Relationship Id="rId116" Type="http://schemas.openxmlformats.org/officeDocument/2006/relationships/customXml" Target="../ink/ink2423.xml"/><Relationship Id="rId137" Type="http://schemas.openxmlformats.org/officeDocument/2006/relationships/image" Target="../media/image2390.png"/><Relationship Id="rId158" Type="http://schemas.openxmlformats.org/officeDocument/2006/relationships/customXml" Target="../ink/ink2444.xml"/><Relationship Id="rId302" Type="http://schemas.openxmlformats.org/officeDocument/2006/relationships/customXml" Target="../ink/ink2516.xml"/><Relationship Id="rId323" Type="http://schemas.openxmlformats.org/officeDocument/2006/relationships/image" Target="../media/image2481.png"/><Relationship Id="rId344" Type="http://schemas.openxmlformats.org/officeDocument/2006/relationships/customXml" Target="../ink/ink2537.xml"/><Relationship Id="rId20" Type="http://schemas.openxmlformats.org/officeDocument/2006/relationships/customXml" Target="../ink/ink2375.xml"/><Relationship Id="rId41" Type="http://schemas.openxmlformats.org/officeDocument/2006/relationships/image" Target="../media/image2343.png"/><Relationship Id="rId62" Type="http://schemas.openxmlformats.org/officeDocument/2006/relationships/customXml" Target="../ink/ink2396.xml"/><Relationship Id="rId83" Type="http://schemas.openxmlformats.org/officeDocument/2006/relationships/image" Target="../media/image2364.png"/><Relationship Id="rId179" Type="http://schemas.openxmlformats.org/officeDocument/2006/relationships/image" Target="../media/image2411.png"/><Relationship Id="rId190" Type="http://schemas.openxmlformats.org/officeDocument/2006/relationships/customXml" Target="../ink/ink2460.xml"/><Relationship Id="rId204" Type="http://schemas.openxmlformats.org/officeDocument/2006/relationships/customXml" Target="../ink/ink2467.xml"/><Relationship Id="rId225" Type="http://schemas.openxmlformats.org/officeDocument/2006/relationships/image" Target="../media/image2434.png"/><Relationship Id="rId246" Type="http://schemas.openxmlformats.org/officeDocument/2006/relationships/customXml" Target="../ink/ink2488.xml"/><Relationship Id="rId267" Type="http://schemas.openxmlformats.org/officeDocument/2006/relationships/image" Target="../media/image2454.png"/><Relationship Id="rId288" Type="http://schemas.openxmlformats.org/officeDocument/2006/relationships/customXml" Target="../ink/ink2509.xml"/><Relationship Id="rId106" Type="http://schemas.openxmlformats.org/officeDocument/2006/relationships/customXml" Target="../ink/ink2418.xml"/><Relationship Id="rId127" Type="http://schemas.openxmlformats.org/officeDocument/2006/relationships/image" Target="../media/image2385.png"/><Relationship Id="rId313" Type="http://schemas.openxmlformats.org/officeDocument/2006/relationships/image" Target="../media/image2477.png"/><Relationship Id="rId10" Type="http://schemas.openxmlformats.org/officeDocument/2006/relationships/customXml" Target="../ink/ink2370.xml"/><Relationship Id="rId31" Type="http://schemas.openxmlformats.org/officeDocument/2006/relationships/image" Target="../media/image2338.png"/><Relationship Id="rId52" Type="http://schemas.openxmlformats.org/officeDocument/2006/relationships/customXml" Target="../ink/ink2391.xml"/><Relationship Id="rId73" Type="http://schemas.openxmlformats.org/officeDocument/2006/relationships/image" Target="../media/image2359.png"/><Relationship Id="rId94" Type="http://schemas.openxmlformats.org/officeDocument/2006/relationships/customXml" Target="../ink/ink2412.xml"/><Relationship Id="rId148" Type="http://schemas.openxmlformats.org/officeDocument/2006/relationships/customXml" Target="../ink/ink2439.xml"/><Relationship Id="rId169" Type="http://schemas.openxmlformats.org/officeDocument/2006/relationships/image" Target="../media/image2406.png"/><Relationship Id="rId334" Type="http://schemas.openxmlformats.org/officeDocument/2006/relationships/customXml" Target="../ink/ink2532.xml"/><Relationship Id="rId355" Type="http://schemas.openxmlformats.org/officeDocument/2006/relationships/image" Target="../media/image2497.png"/><Relationship Id="rId4" Type="http://schemas.openxmlformats.org/officeDocument/2006/relationships/customXml" Target="../ink/ink2367.xml"/><Relationship Id="rId180" Type="http://schemas.openxmlformats.org/officeDocument/2006/relationships/customXml" Target="../ink/ink2455.xml"/><Relationship Id="rId215" Type="http://schemas.openxmlformats.org/officeDocument/2006/relationships/image" Target="../media/image2429.png"/><Relationship Id="rId236" Type="http://schemas.openxmlformats.org/officeDocument/2006/relationships/customXml" Target="../ink/ink2483.xml"/><Relationship Id="rId257" Type="http://schemas.openxmlformats.org/officeDocument/2006/relationships/image" Target="../media/image2449.png"/><Relationship Id="rId278" Type="http://schemas.openxmlformats.org/officeDocument/2006/relationships/customXml" Target="../ink/ink2504.xml"/><Relationship Id="rId303" Type="http://schemas.openxmlformats.org/officeDocument/2006/relationships/image" Target="../media/image2472.png"/><Relationship Id="rId42" Type="http://schemas.openxmlformats.org/officeDocument/2006/relationships/customXml" Target="../ink/ink2386.xml"/><Relationship Id="rId84" Type="http://schemas.openxmlformats.org/officeDocument/2006/relationships/customXml" Target="../ink/ink2407.xml"/><Relationship Id="rId138" Type="http://schemas.openxmlformats.org/officeDocument/2006/relationships/customXml" Target="../ink/ink2434.xml"/><Relationship Id="rId345" Type="http://schemas.openxmlformats.org/officeDocument/2006/relationships/image" Target="../media/image2492.png"/><Relationship Id="rId191" Type="http://schemas.openxmlformats.org/officeDocument/2006/relationships/image" Target="../media/image2417.png"/><Relationship Id="rId205" Type="http://schemas.openxmlformats.org/officeDocument/2006/relationships/image" Target="../media/image2424.png"/><Relationship Id="rId247" Type="http://schemas.openxmlformats.org/officeDocument/2006/relationships/image" Target="../media/image2444.png"/><Relationship Id="rId107" Type="http://schemas.openxmlformats.org/officeDocument/2006/relationships/image" Target="../media/image2375.png"/><Relationship Id="rId289" Type="http://schemas.openxmlformats.org/officeDocument/2006/relationships/image" Target="../media/image2465.png"/><Relationship Id="rId11" Type="http://schemas.openxmlformats.org/officeDocument/2006/relationships/image" Target="../media/image2328.png"/><Relationship Id="rId53" Type="http://schemas.openxmlformats.org/officeDocument/2006/relationships/image" Target="../media/image2349.png"/><Relationship Id="rId149" Type="http://schemas.openxmlformats.org/officeDocument/2006/relationships/image" Target="../media/image2396.png"/><Relationship Id="rId314" Type="http://schemas.openxmlformats.org/officeDocument/2006/relationships/customXml" Target="../ink/ink2522.xml"/><Relationship Id="rId356" Type="http://schemas.openxmlformats.org/officeDocument/2006/relationships/customXml" Target="../ink/ink2543.xml"/><Relationship Id="rId95" Type="http://schemas.openxmlformats.org/officeDocument/2006/relationships/image" Target="../media/image2370.png"/><Relationship Id="rId160" Type="http://schemas.openxmlformats.org/officeDocument/2006/relationships/customXml" Target="../ink/ink2445.xml"/><Relationship Id="rId216" Type="http://schemas.openxmlformats.org/officeDocument/2006/relationships/customXml" Target="../ink/ink2473.xml"/><Relationship Id="rId258" Type="http://schemas.openxmlformats.org/officeDocument/2006/relationships/customXml" Target="../ink/ink2494.xml"/><Relationship Id="rId22" Type="http://schemas.openxmlformats.org/officeDocument/2006/relationships/customXml" Target="../ink/ink2376.xml"/><Relationship Id="rId64" Type="http://schemas.openxmlformats.org/officeDocument/2006/relationships/customXml" Target="../ink/ink2397.xml"/><Relationship Id="rId118" Type="http://schemas.openxmlformats.org/officeDocument/2006/relationships/customXml" Target="../ink/ink2424.xml"/><Relationship Id="rId325" Type="http://schemas.openxmlformats.org/officeDocument/2006/relationships/image" Target="../media/image2482.png"/><Relationship Id="rId171" Type="http://schemas.openxmlformats.org/officeDocument/2006/relationships/image" Target="../media/image2407.png"/><Relationship Id="rId227" Type="http://schemas.openxmlformats.org/officeDocument/2006/relationships/image" Target="../media/image2435.png"/><Relationship Id="rId269" Type="http://schemas.openxmlformats.org/officeDocument/2006/relationships/image" Target="../media/image2455.png"/><Relationship Id="rId33" Type="http://schemas.openxmlformats.org/officeDocument/2006/relationships/image" Target="../media/image2339.png"/><Relationship Id="rId129" Type="http://schemas.openxmlformats.org/officeDocument/2006/relationships/image" Target="../media/image2386.png"/><Relationship Id="rId280" Type="http://schemas.openxmlformats.org/officeDocument/2006/relationships/customXml" Target="../ink/ink2505.xml"/><Relationship Id="rId336" Type="http://schemas.openxmlformats.org/officeDocument/2006/relationships/customXml" Target="../ink/ink2533.xml"/><Relationship Id="rId75" Type="http://schemas.openxmlformats.org/officeDocument/2006/relationships/image" Target="../media/image2360.png"/><Relationship Id="rId140" Type="http://schemas.openxmlformats.org/officeDocument/2006/relationships/customXml" Target="../ink/ink2435.xml"/><Relationship Id="rId182" Type="http://schemas.openxmlformats.org/officeDocument/2006/relationships/customXml" Target="../ink/ink2456.xml"/><Relationship Id="rId6" Type="http://schemas.openxmlformats.org/officeDocument/2006/relationships/customXml" Target="../ink/ink2368.xml"/><Relationship Id="rId238" Type="http://schemas.openxmlformats.org/officeDocument/2006/relationships/customXml" Target="../ink/ink2484.xml"/><Relationship Id="rId291" Type="http://schemas.openxmlformats.org/officeDocument/2006/relationships/image" Target="../media/image2466.png"/><Relationship Id="rId305" Type="http://schemas.openxmlformats.org/officeDocument/2006/relationships/image" Target="../media/image2473.png"/><Relationship Id="rId347" Type="http://schemas.openxmlformats.org/officeDocument/2006/relationships/image" Target="../media/image2493.png"/><Relationship Id="rId44" Type="http://schemas.openxmlformats.org/officeDocument/2006/relationships/customXml" Target="../ink/ink2387.xml"/><Relationship Id="rId86" Type="http://schemas.openxmlformats.org/officeDocument/2006/relationships/customXml" Target="../ink/ink2408.xml"/><Relationship Id="rId151" Type="http://schemas.openxmlformats.org/officeDocument/2006/relationships/image" Target="../media/image2397.png"/><Relationship Id="rId193" Type="http://schemas.openxmlformats.org/officeDocument/2006/relationships/image" Target="../media/image2418.png"/><Relationship Id="rId207" Type="http://schemas.openxmlformats.org/officeDocument/2006/relationships/image" Target="../media/image2425.png"/><Relationship Id="rId249" Type="http://schemas.openxmlformats.org/officeDocument/2006/relationships/image" Target="../media/image2445.png"/><Relationship Id="rId13" Type="http://schemas.openxmlformats.org/officeDocument/2006/relationships/image" Target="../media/image2329.png"/><Relationship Id="rId109" Type="http://schemas.openxmlformats.org/officeDocument/2006/relationships/image" Target="../media/image2376.png"/><Relationship Id="rId260" Type="http://schemas.openxmlformats.org/officeDocument/2006/relationships/customXml" Target="../ink/ink2495.xml"/><Relationship Id="rId316" Type="http://schemas.openxmlformats.org/officeDocument/2006/relationships/customXml" Target="../ink/ink2523.xml"/><Relationship Id="rId55" Type="http://schemas.openxmlformats.org/officeDocument/2006/relationships/image" Target="../media/image2350.png"/><Relationship Id="rId97" Type="http://schemas.openxmlformats.org/officeDocument/2006/relationships/image" Target="../media/image2371.png"/><Relationship Id="rId120" Type="http://schemas.openxmlformats.org/officeDocument/2006/relationships/customXml" Target="../ink/ink2425.xml"/><Relationship Id="rId358" Type="http://schemas.openxmlformats.org/officeDocument/2006/relationships/customXml" Target="../ink/ink2544.xml"/><Relationship Id="rId162" Type="http://schemas.openxmlformats.org/officeDocument/2006/relationships/customXml" Target="../ink/ink2446.xml"/><Relationship Id="rId218" Type="http://schemas.openxmlformats.org/officeDocument/2006/relationships/customXml" Target="../ink/ink2474.xml"/><Relationship Id="rId271" Type="http://schemas.openxmlformats.org/officeDocument/2006/relationships/image" Target="../media/image2456.png"/><Relationship Id="rId24" Type="http://schemas.openxmlformats.org/officeDocument/2006/relationships/customXml" Target="../ink/ink2377.xml"/><Relationship Id="rId66" Type="http://schemas.openxmlformats.org/officeDocument/2006/relationships/customXml" Target="../ink/ink2398.xml"/><Relationship Id="rId131" Type="http://schemas.openxmlformats.org/officeDocument/2006/relationships/image" Target="../media/image2387.png"/><Relationship Id="rId327" Type="http://schemas.openxmlformats.org/officeDocument/2006/relationships/image" Target="../media/image2483.png"/><Relationship Id="rId173" Type="http://schemas.openxmlformats.org/officeDocument/2006/relationships/image" Target="../media/image2408.png"/><Relationship Id="rId229" Type="http://schemas.openxmlformats.org/officeDocument/2006/relationships/image" Target="../media/image2436.png"/><Relationship Id="rId240" Type="http://schemas.openxmlformats.org/officeDocument/2006/relationships/customXml" Target="../ink/ink2485.xml"/><Relationship Id="rId35" Type="http://schemas.openxmlformats.org/officeDocument/2006/relationships/image" Target="../media/image2340.png"/><Relationship Id="rId77" Type="http://schemas.openxmlformats.org/officeDocument/2006/relationships/image" Target="../media/image2361.png"/><Relationship Id="rId100" Type="http://schemas.openxmlformats.org/officeDocument/2006/relationships/customXml" Target="../ink/ink2415.xml"/><Relationship Id="rId282" Type="http://schemas.openxmlformats.org/officeDocument/2006/relationships/customXml" Target="../ink/ink2506.xml"/><Relationship Id="rId338" Type="http://schemas.openxmlformats.org/officeDocument/2006/relationships/customXml" Target="../ink/ink2534.xml"/><Relationship Id="rId8" Type="http://schemas.openxmlformats.org/officeDocument/2006/relationships/customXml" Target="../ink/ink2369.xml"/><Relationship Id="rId142" Type="http://schemas.openxmlformats.org/officeDocument/2006/relationships/customXml" Target="../ink/ink2436.xml"/><Relationship Id="rId184" Type="http://schemas.openxmlformats.org/officeDocument/2006/relationships/customXml" Target="../ink/ink2457.xml"/><Relationship Id="rId251" Type="http://schemas.openxmlformats.org/officeDocument/2006/relationships/image" Target="../media/image2446.png"/><Relationship Id="rId46" Type="http://schemas.openxmlformats.org/officeDocument/2006/relationships/customXml" Target="../ink/ink2388.xml"/><Relationship Id="rId293" Type="http://schemas.openxmlformats.org/officeDocument/2006/relationships/image" Target="../media/image2467.png"/><Relationship Id="rId307" Type="http://schemas.openxmlformats.org/officeDocument/2006/relationships/image" Target="../media/image2474.png"/><Relationship Id="rId349" Type="http://schemas.openxmlformats.org/officeDocument/2006/relationships/image" Target="../media/image2494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58.png"/><Relationship Id="rId299" Type="http://schemas.openxmlformats.org/officeDocument/2006/relationships/image" Target="../media/image2645.png"/><Relationship Id="rId21" Type="http://schemas.openxmlformats.org/officeDocument/2006/relationships/image" Target="../media/image2510.png"/><Relationship Id="rId63" Type="http://schemas.openxmlformats.org/officeDocument/2006/relationships/image" Target="../media/image2531.png"/><Relationship Id="rId159" Type="http://schemas.openxmlformats.org/officeDocument/2006/relationships/image" Target="../media/image2579.png"/><Relationship Id="rId324" Type="http://schemas.openxmlformats.org/officeDocument/2006/relationships/customXml" Target="../ink/ink2708.xml"/><Relationship Id="rId366" Type="http://schemas.openxmlformats.org/officeDocument/2006/relationships/image" Target="../media/image2675.png"/><Relationship Id="rId170" Type="http://schemas.openxmlformats.org/officeDocument/2006/relationships/customXml" Target="../ink/ink2631.xml"/><Relationship Id="rId226" Type="http://schemas.openxmlformats.org/officeDocument/2006/relationships/customXml" Target="../ink/ink2659.xml"/><Relationship Id="rId433" Type="http://schemas.openxmlformats.org/officeDocument/2006/relationships/customXml" Target="../ink/ink2763.xml"/><Relationship Id="rId268" Type="http://schemas.openxmlformats.org/officeDocument/2006/relationships/customXml" Target="../ink/ink2680.xml"/><Relationship Id="rId32" Type="http://schemas.openxmlformats.org/officeDocument/2006/relationships/customXml" Target="../ink/ink2562.xml"/><Relationship Id="rId74" Type="http://schemas.openxmlformats.org/officeDocument/2006/relationships/customXml" Target="../ink/ink2583.xml"/><Relationship Id="rId128" Type="http://schemas.openxmlformats.org/officeDocument/2006/relationships/customXml" Target="../ink/ink2610.xml"/><Relationship Id="rId335" Type="http://schemas.openxmlformats.org/officeDocument/2006/relationships/image" Target="../media/image2662.png"/><Relationship Id="rId377" Type="http://schemas.openxmlformats.org/officeDocument/2006/relationships/customXml" Target="../ink/ink2735.xml"/><Relationship Id="rId5" Type="http://schemas.openxmlformats.org/officeDocument/2006/relationships/image" Target="../media/image2502.png"/><Relationship Id="rId181" Type="http://schemas.openxmlformats.org/officeDocument/2006/relationships/image" Target="../media/image2590.png"/><Relationship Id="rId237" Type="http://schemas.openxmlformats.org/officeDocument/2006/relationships/image" Target="../media/image2618.png"/><Relationship Id="rId402" Type="http://schemas.openxmlformats.org/officeDocument/2006/relationships/image" Target="../media/image2693.png"/><Relationship Id="rId279" Type="http://schemas.openxmlformats.org/officeDocument/2006/relationships/image" Target="../media/image2636.png"/><Relationship Id="rId444" Type="http://schemas.openxmlformats.org/officeDocument/2006/relationships/image" Target="../media/image2714.png"/><Relationship Id="rId43" Type="http://schemas.openxmlformats.org/officeDocument/2006/relationships/image" Target="../media/image2521.png"/><Relationship Id="rId139" Type="http://schemas.openxmlformats.org/officeDocument/2006/relationships/image" Target="../media/image2569.png"/><Relationship Id="rId290" Type="http://schemas.openxmlformats.org/officeDocument/2006/relationships/customXml" Target="../ink/ink2691.xml"/><Relationship Id="rId304" Type="http://schemas.openxmlformats.org/officeDocument/2006/relationships/customXml" Target="../ink/ink2698.xml"/><Relationship Id="rId346" Type="http://schemas.openxmlformats.org/officeDocument/2006/relationships/customXml" Target="../ink/ink2719.xml"/><Relationship Id="rId388" Type="http://schemas.openxmlformats.org/officeDocument/2006/relationships/image" Target="../media/image2686.png"/><Relationship Id="rId85" Type="http://schemas.openxmlformats.org/officeDocument/2006/relationships/image" Target="../media/image2542.png"/><Relationship Id="rId150" Type="http://schemas.openxmlformats.org/officeDocument/2006/relationships/customXml" Target="../ink/ink2621.xml"/><Relationship Id="rId192" Type="http://schemas.openxmlformats.org/officeDocument/2006/relationships/customXml" Target="../ink/ink2642.xml"/><Relationship Id="rId206" Type="http://schemas.openxmlformats.org/officeDocument/2006/relationships/customXml" Target="../ink/ink2649.xml"/><Relationship Id="rId413" Type="http://schemas.openxmlformats.org/officeDocument/2006/relationships/customXml" Target="../ink/ink2753.xml"/><Relationship Id="rId248" Type="http://schemas.openxmlformats.org/officeDocument/2006/relationships/customXml" Target="../ink/ink2670.xml"/><Relationship Id="rId455" Type="http://schemas.openxmlformats.org/officeDocument/2006/relationships/customXml" Target="../ink/ink2774.xml"/><Relationship Id="rId12" Type="http://schemas.openxmlformats.org/officeDocument/2006/relationships/customXml" Target="../ink/ink2552.xml"/><Relationship Id="rId108" Type="http://schemas.openxmlformats.org/officeDocument/2006/relationships/customXml" Target="../ink/ink2600.xml"/><Relationship Id="rId315" Type="http://schemas.openxmlformats.org/officeDocument/2006/relationships/image" Target="../media/image2652.png"/><Relationship Id="rId357" Type="http://schemas.openxmlformats.org/officeDocument/2006/relationships/customXml" Target="../ink/ink2725.xml"/><Relationship Id="rId54" Type="http://schemas.openxmlformats.org/officeDocument/2006/relationships/customXml" Target="../ink/ink2573.xml"/><Relationship Id="rId96" Type="http://schemas.openxmlformats.org/officeDocument/2006/relationships/customXml" Target="../ink/ink2594.xml"/><Relationship Id="rId161" Type="http://schemas.openxmlformats.org/officeDocument/2006/relationships/image" Target="../media/image2580.png"/><Relationship Id="rId217" Type="http://schemas.openxmlformats.org/officeDocument/2006/relationships/image" Target="../media/image2608.png"/><Relationship Id="rId399" Type="http://schemas.openxmlformats.org/officeDocument/2006/relationships/customXml" Target="../ink/ink2746.xml"/><Relationship Id="rId259" Type="http://schemas.openxmlformats.org/officeDocument/2006/relationships/image" Target="../media/image2626.png"/><Relationship Id="rId424" Type="http://schemas.openxmlformats.org/officeDocument/2006/relationships/image" Target="../media/image2704.png"/><Relationship Id="rId23" Type="http://schemas.openxmlformats.org/officeDocument/2006/relationships/image" Target="../media/image2511.png"/><Relationship Id="rId119" Type="http://schemas.openxmlformats.org/officeDocument/2006/relationships/image" Target="../media/image2559.png"/><Relationship Id="rId270" Type="http://schemas.openxmlformats.org/officeDocument/2006/relationships/customXml" Target="../ink/ink2681.xml"/><Relationship Id="rId326" Type="http://schemas.openxmlformats.org/officeDocument/2006/relationships/customXml" Target="../ink/ink2709.xml"/><Relationship Id="rId65" Type="http://schemas.openxmlformats.org/officeDocument/2006/relationships/image" Target="../media/image2532.png"/><Relationship Id="rId130" Type="http://schemas.openxmlformats.org/officeDocument/2006/relationships/customXml" Target="../ink/ink2611.xml"/><Relationship Id="rId368" Type="http://schemas.openxmlformats.org/officeDocument/2006/relationships/image" Target="../media/image2676.png"/><Relationship Id="rId172" Type="http://schemas.openxmlformats.org/officeDocument/2006/relationships/customXml" Target="../ink/ink2632.xml"/><Relationship Id="rId228" Type="http://schemas.openxmlformats.org/officeDocument/2006/relationships/customXml" Target="../ink/ink2660.xml"/><Relationship Id="rId435" Type="http://schemas.openxmlformats.org/officeDocument/2006/relationships/customXml" Target="../ink/ink2764.xml"/><Relationship Id="rId281" Type="http://schemas.openxmlformats.org/officeDocument/2006/relationships/image" Target="../media/image2637.png"/><Relationship Id="rId337" Type="http://schemas.openxmlformats.org/officeDocument/2006/relationships/image" Target="../media/image2663.png"/><Relationship Id="rId34" Type="http://schemas.openxmlformats.org/officeDocument/2006/relationships/customXml" Target="../ink/ink2563.xml"/><Relationship Id="rId76" Type="http://schemas.openxmlformats.org/officeDocument/2006/relationships/customXml" Target="../ink/ink2584.xml"/><Relationship Id="rId141" Type="http://schemas.openxmlformats.org/officeDocument/2006/relationships/image" Target="../media/image2570.png"/><Relationship Id="rId379" Type="http://schemas.openxmlformats.org/officeDocument/2006/relationships/customXml" Target="../ink/ink2736.xml"/><Relationship Id="rId7" Type="http://schemas.openxmlformats.org/officeDocument/2006/relationships/image" Target="../media/image2503.png"/><Relationship Id="rId183" Type="http://schemas.openxmlformats.org/officeDocument/2006/relationships/image" Target="../media/image2591.png"/><Relationship Id="rId239" Type="http://schemas.openxmlformats.org/officeDocument/2006/relationships/image" Target="../media/image2619.png"/><Relationship Id="rId390" Type="http://schemas.openxmlformats.org/officeDocument/2006/relationships/image" Target="../media/image2687.png"/><Relationship Id="rId404" Type="http://schemas.openxmlformats.org/officeDocument/2006/relationships/image" Target="../media/image2694.png"/><Relationship Id="rId446" Type="http://schemas.openxmlformats.org/officeDocument/2006/relationships/image" Target="../media/image2715.png"/><Relationship Id="rId250" Type="http://schemas.openxmlformats.org/officeDocument/2006/relationships/customXml" Target="../ink/ink2671.xml"/><Relationship Id="rId292" Type="http://schemas.openxmlformats.org/officeDocument/2006/relationships/customXml" Target="../ink/ink2692.xml"/><Relationship Id="rId306" Type="http://schemas.openxmlformats.org/officeDocument/2006/relationships/customXml" Target="../ink/ink2699.xml"/><Relationship Id="rId45" Type="http://schemas.openxmlformats.org/officeDocument/2006/relationships/image" Target="../media/image2522.png"/><Relationship Id="rId87" Type="http://schemas.openxmlformats.org/officeDocument/2006/relationships/image" Target="../media/image2543.png"/><Relationship Id="rId110" Type="http://schemas.openxmlformats.org/officeDocument/2006/relationships/customXml" Target="../ink/ink2601.xml"/><Relationship Id="rId348" Type="http://schemas.openxmlformats.org/officeDocument/2006/relationships/customXml" Target="../ink/ink2720.xml"/><Relationship Id="rId152" Type="http://schemas.openxmlformats.org/officeDocument/2006/relationships/customXml" Target="../ink/ink2622.xml"/><Relationship Id="rId194" Type="http://schemas.openxmlformats.org/officeDocument/2006/relationships/customXml" Target="../ink/ink2643.xml"/><Relationship Id="rId208" Type="http://schemas.openxmlformats.org/officeDocument/2006/relationships/customXml" Target="../ink/ink2650.xml"/><Relationship Id="rId415" Type="http://schemas.openxmlformats.org/officeDocument/2006/relationships/customXml" Target="../ink/ink2754.xml"/><Relationship Id="rId457" Type="http://schemas.openxmlformats.org/officeDocument/2006/relationships/customXml" Target="../ink/ink2775.xml"/><Relationship Id="rId261" Type="http://schemas.openxmlformats.org/officeDocument/2006/relationships/image" Target="../media/image2627.png"/><Relationship Id="rId14" Type="http://schemas.openxmlformats.org/officeDocument/2006/relationships/customXml" Target="../ink/ink2553.xml"/><Relationship Id="rId56" Type="http://schemas.openxmlformats.org/officeDocument/2006/relationships/customXml" Target="../ink/ink2574.xml"/><Relationship Id="rId317" Type="http://schemas.openxmlformats.org/officeDocument/2006/relationships/image" Target="../media/image2653.png"/><Relationship Id="rId359" Type="http://schemas.openxmlformats.org/officeDocument/2006/relationships/customXml" Target="../ink/ink2726.xml"/><Relationship Id="rId98" Type="http://schemas.openxmlformats.org/officeDocument/2006/relationships/customXml" Target="../ink/ink2595.xml"/><Relationship Id="rId121" Type="http://schemas.openxmlformats.org/officeDocument/2006/relationships/image" Target="../media/image2560.png"/><Relationship Id="rId163" Type="http://schemas.openxmlformats.org/officeDocument/2006/relationships/image" Target="../media/image2581.png"/><Relationship Id="rId219" Type="http://schemas.openxmlformats.org/officeDocument/2006/relationships/image" Target="../media/image2609.png"/><Relationship Id="rId370" Type="http://schemas.openxmlformats.org/officeDocument/2006/relationships/image" Target="../media/image2677.png"/><Relationship Id="rId426" Type="http://schemas.openxmlformats.org/officeDocument/2006/relationships/image" Target="../media/image2705.png"/><Relationship Id="rId230" Type="http://schemas.openxmlformats.org/officeDocument/2006/relationships/customXml" Target="../ink/ink2661.xml"/><Relationship Id="rId25" Type="http://schemas.openxmlformats.org/officeDocument/2006/relationships/image" Target="../media/image2512.png"/><Relationship Id="rId67" Type="http://schemas.openxmlformats.org/officeDocument/2006/relationships/image" Target="../media/image2533.png"/><Relationship Id="rId272" Type="http://schemas.openxmlformats.org/officeDocument/2006/relationships/customXml" Target="../ink/ink2682.xml"/><Relationship Id="rId328" Type="http://schemas.openxmlformats.org/officeDocument/2006/relationships/customXml" Target="../ink/ink2710.xml"/><Relationship Id="rId132" Type="http://schemas.openxmlformats.org/officeDocument/2006/relationships/customXml" Target="../ink/ink2612.xml"/><Relationship Id="rId174" Type="http://schemas.openxmlformats.org/officeDocument/2006/relationships/customXml" Target="../ink/ink2633.xml"/><Relationship Id="rId381" Type="http://schemas.openxmlformats.org/officeDocument/2006/relationships/customXml" Target="../ink/ink2737.xml"/><Relationship Id="rId241" Type="http://schemas.openxmlformats.org/officeDocument/2006/relationships/image" Target="../media/image2620.png"/><Relationship Id="rId437" Type="http://schemas.openxmlformats.org/officeDocument/2006/relationships/customXml" Target="../ink/ink2765.xml"/><Relationship Id="rId36" Type="http://schemas.openxmlformats.org/officeDocument/2006/relationships/customXml" Target="../ink/ink2564.xml"/><Relationship Id="rId283" Type="http://schemas.openxmlformats.org/officeDocument/2006/relationships/image" Target="../media/image2638.png"/><Relationship Id="rId339" Type="http://schemas.openxmlformats.org/officeDocument/2006/relationships/image" Target="../media/image2664.png"/><Relationship Id="rId78" Type="http://schemas.openxmlformats.org/officeDocument/2006/relationships/customXml" Target="../ink/ink2585.xml"/><Relationship Id="rId101" Type="http://schemas.openxmlformats.org/officeDocument/2006/relationships/image" Target="../media/image2550.png"/><Relationship Id="rId143" Type="http://schemas.openxmlformats.org/officeDocument/2006/relationships/image" Target="../media/image2571.png"/><Relationship Id="rId185" Type="http://schemas.openxmlformats.org/officeDocument/2006/relationships/image" Target="../media/image2592.png"/><Relationship Id="rId350" Type="http://schemas.openxmlformats.org/officeDocument/2006/relationships/image" Target="../media/image2668.png"/><Relationship Id="rId406" Type="http://schemas.openxmlformats.org/officeDocument/2006/relationships/image" Target="../media/image2695.png"/><Relationship Id="rId9" Type="http://schemas.openxmlformats.org/officeDocument/2006/relationships/image" Target="../media/image2504.png"/><Relationship Id="rId210" Type="http://schemas.openxmlformats.org/officeDocument/2006/relationships/customXml" Target="../ink/ink2651.xml"/><Relationship Id="rId392" Type="http://schemas.openxmlformats.org/officeDocument/2006/relationships/image" Target="../media/image2688.png"/><Relationship Id="rId448" Type="http://schemas.openxmlformats.org/officeDocument/2006/relationships/image" Target="../media/image2716.png"/><Relationship Id="rId252" Type="http://schemas.openxmlformats.org/officeDocument/2006/relationships/customXml" Target="../ink/ink2672.xml"/><Relationship Id="rId294" Type="http://schemas.openxmlformats.org/officeDocument/2006/relationships/customXml" Target="../ink/ink2693.xml"/><Relationship Id="rId308" Type="http://schemas.openxmlformats.org/officeDocument/2006/relationships/customXml" Target="../ink/ink2700.xml"/><Relationship Id="rId47" Type="http://schemas.openxmlformats.org/officeDocument/2006/relationships/image" Target="../media/image2523.png"/><Relationship Id="rId89" Type="http://schemas.openxmlformats.org/officeDocument/2006/relationships/image" Target="../media/image2544.png"/><Relationship Id="rId112" Type="http://schemas.openxmlformats.org/officeDocument/2006/relationships/customXml" Target="../ink/ink2602.xml"/><Relationship Id="rId154" Type="http://schemas.openxmlformats.org/officeDocument/2006/relationships/customXml" Target="../ink/ink2623.xml"/><Relationship Id="rId361" Type="http://schemas.openxmlformats.org/officeDocument/2006/relationships/customXml" Target="../ink/ink2727.xml"/><Relationship Id="rId196" Type="http://schemas.openxmlformats.org/officeDocument/2006/relationships/customXml" Target="../ink/ink2644.xml"/><Relationship Id="rId417" Type="http://schemas.openxmlformats.org/officeDocument/2006/relationships/customXml" Target="../ink/ink2755.xml"/><Relationship Id="rId459" Type="http://schemas.openxmlformats.org/officeDocument/2006/relationships/customXml" Target="../ink/ink2776.xml"/><Relationship Id="rId16" Type="http://schemas.openxmlformats.org/officeDocument/2006/relationships/customXml" Target="../ink/ink2554.xml"/><Relationship Id="rId221" Type="http://schemas.openxmlformats.org/officeDocument/2006/relationships/image" Target="../media/image2610.png"/><Relationship Id="rId263" Type="http://schemas.openxmlformats.org/officeDocument/2006/relationships/image" Target="../media/image2628.png"/><Relationship Id="rId319" Type="http://schemas.openxmlformats.org/officeDocument/2006/relationships/image" Target="../media/image2654.png"/><Relationship Id="rId58" Type="http://schemas.openxmlformats.org/officeDocument/2006/relationships/customXml" Target="../ink/ink2575.xml"/><Relationship Id="rId123" Type="http://schemas.openxmlformats.org/officeDocument/2006/relationships/image" Target="../media/image2561.png"/><Relationship Id="rId330" Type="http://schemas.openxmlformats.org/officeDocument/2006/relationships/customXml" Target="../ink/ink2711.xml"/><Relationship Id="rId165" Type="http://schemas.openxmlformats.org/officeDocument/2006/relationships/image" Target="../media/image2582.png"/><Relationship Id="rId372" Type="http://schemas.openxmlformats.org/officeDocument/2006/relationships/image" Target="../media/image2678.png"/><Relationship Id="rId428" Type="http://schemas.openxmlformats.org/officeDocument/2006/relationships/image" Target="../media/image2706.png"/><Relationship Id="rId232" Type="http://schemas.openxmlformats.org/officeDocument/2006/relationships/customXml" Target="../ink/ink2662.xml"/><Relationship Id="rId274" Type="http://schemas.openxmlformats.org/officeDocument/2006/relationships/customXml" Target="../ink/ink2683.xml"/><Relationship Id="rId27" Type="http://schemas.openxmlformats.org/officeDocument/2006/relationships/image" Target="../media/image2513.png"/><Relationship Id="rId69" Type="http://schemas.openxmlformats.org/officeDocument/2006/relationships/image" Target="../media/image2534.png"/><Relationship Id="rId134" Type="http://schemas.openxmlformats.org/officeDocument/2006/relationships/customXml" Target="../ink/ink2613.xml"/><Relationship Id="rId80" Type="http://schemas.openxmlformats.org/officeDocument/2006/relationships/customXml" Target="../ink/ink2586.xml"/><Relationship Id="rId176" Type="http://schemas.openxmlformats.org/officeDocument/2006/relationships/customXml" Target="../ink/ink2634.xml"/><Relationship Id="rId341" Type="http://schemas.openxmlformats.org/officeDocument/2006/relationships/image" Target="../media/image2665.png"/><Relationship Id="rId383" Type="http://schemas.openxmlformats.org/officeDocument/2006/relationships/customXml" Target="../ink/ink2738.xml"/><Relationship Id="rId439" Type="http://schemas.openxmlformats.org/officeDocument/2006/relationships/customXml" Target="../ink/ink2766.xml"/><Relationship Id="rId201" Type="http://schemas.openxmlformats.org/officeDocument/2006/relationships/image" Target="../media/image2600.png"/><Relationship Id="rId243" Type="http://schemas.openxmlformats.org/officeDocument/2006/relationships/image" Target="../media/image2621.png"/><Relationship Id="rId285" Type="http://schemas.openxmlformats.org/officeDocument/2006/relationships/image" Target="../media/image577.png"/><Relationship Id="rId450" Type="http://schemas.openxmlformats.org/officeDocument/2006/relationships/image" Target="../media/image2717.png"/><Relationship Id="rId38" Type="http://schemas.openxmlformats.org/officeDocument/2006/relationships/customXml" Target="../ink/ink2565.xml"/><Relationship Id="rId103" Type="http://schemas.openxmlformats.org/officeDocument/2006/relationships/image" Target="../media/image2551.png"/><Relationship Id="rId310" Type="http://schemas.openxmlformats.org/officeDocument/2006/relationships/customXml" Target="../ink/ink2701.xml"/><Relationship Id="rId91" Type="http://schemas.openxmlformats.org/officeDocument/2006/relationships/image" Target="../media/image2545.png"/><Relationship Id="rId145" Type="http://schemas.openxmlformats.org/officeDocument/2006/relationships/image" Target="../media/image2572.png"/><Relationship Id="rId187" Type="http://schemas.openxmlformats.org/officeDocument/2006/relationships/image" Target="../media/image2593.png"/><Relationship Id="rId352" Type="http://schemas.openxmlformats.org/officeDocument/2006/relationships/image" Target="../media/image2669.png"/><Relationship Id="rId394" Type="http://schemas.openxmlformats.org/officeDocument/2006/relationships/image" Target="../media/image2689.png"/><Relationship Id="rId408" Type="http://schemas.openxmlformats.org/officeDocument/2006/relationships/image" Target="../media/image2696.png"/><Relationship Id="rId212" Type="http://schemas.openxmlformats.org/officeDocument/2006/relationships/customXml" Target="../ink/ink2652.xml"/><Relationship Id="rId254" Type="http://schemas.openxmlformats.org/officeDocument/2006/relationships/customXml" Target="../ink/ink2673.xml"/><Relationship Id="rId49" Type="http://schemas.openxmlformats.org/officeDocument/2006/relationships/image" Target="../media/image2524.png"/><Relationship Id="rId114" Type="http://schemas.openxmlformats.org/officeDocument/2006/relationships/customXml" Target="../ink/ink2603.xml"/><Relationship Id="rId296" Type="http://schemas.openxmlformats.org/officeDocument/2006/relationships/customXml" Target="../ink/ink2694.xml"/><Relationship Id="rId461" Type="http://schemas.openxmlformats.org/officeDocument/2006/relationships/customXml" Target="../ink/ink2777.xml"/><Relationship Id="rId60" Type="http://schemas.openxmlformats.org/officeDocument/2006/relationships/customXml" Target="../ink/ink2576.xml"/><Relationship Id="rId156" Type="http://schemas.openxmlformats.org/officeDocument/2006/relationships/customXml" Target="../ink/ink2624.xml"/><Relationship Id="rId198" Type="http://schemas.openxmlformats.org/officeDocument/2006/relationships/customXml" Target="../ink/ink2645.xml"/><Relationship Id="rId321" Type="http://schemas.openxmlformats.org/officeDocument/2006/relationships/image" Target="../media/image2655.png"/><Relationship Id="rId363" Type="http://schemas.openxmlformats.org/officeDocument/2006/relationships/customXml" Target="../ink/ink2728.xml"/><Relationship Id="rId419" Type="http://schemas.openxmlformats.org/officeDocument/2006/relationships/customXml" Target="../ink/ink2756.xml"/><Relationship Id="rId223" Type="http://schemas.openxmlformats.org/officeDocument/2006/relationships/image" Target="../media/image2611.png"/><Relationship Id="rId430" Type="http://schemas.openxmlformats.org/officeDocument/2006/relationships/image" Target="../media/image2707.png"/><Relationship Id="rId18" Type="http://schemas.openxmlformats.org/officeDocument/2006/relationships/customXml" Target="../ink/ink2555.xml"/><Relationship Id="rId265" Type="http://schemas.openxmlformats.org/officeDocument/2006/relationships/image" Target="../media/image2629.png"/><Relationship Id="rId125" Type="http://schemas.openxmlformats.org/officeDocument/2006/relationships/image" Target="../media/image2562.png"/><Relationship Id="rId167" Type="http://schemas.openxmlformats.org/officeDocument/2006/relationships/image" Target="../media/image2583.png"/><Relationship Id="rId332" Type="http://schemas.openxmlformats.org/officeDocument/2006/relationships/customXml" Target="../ink/ink2712.xml"/><Relationship Id="rId374" Type="http://schemas.openxmlformats.org/officeDocument/2006/relationships/image" Target="../media/image2679.png"/><Relationship Id="rId71" Type="http://schemas.openxmlformats.org/officeDocument/2006/relationships/image" Target="../media/image2535.png"/><Relationship Id="rId234" Type="http://schemas.openxmlformats.org/officeDocument/2006/relationships/customXml" Target="../ink/ink2663.xml"/><Relationship Id="rId2" Type="http://schemas.openxmlformats.org/officeDocument/2006/relationships/customXml" Target="../ink/ink2547.xml"/><Relationship Id="rId29" Type="http://schemas.openxmlformats.org/officeDocument/2006/relationships/image" Target="../media/image2514.png"/><Relationship Id="rId276" Type="http://schemas.openxmlformats.org/officeDocument/2006/relationships/customXml" Target="../ink/ink2684.xml"/><Relationship Id="rId441" Type="http://schemas.openxmlformats.org/officeDocument/2006/relationships/customXml" Target="../ink/ink2767.xml"/><Relationship Id="rId40" Type="http://schemas.openxmlformats.org/officeDocument/2006/relationships/customXml" Target="../ink/ink2566.xml"/><Relationship Id="rId115" Type="http://schemas.openxmlformats.org/officeDocument/2006/relationships/image" Target="../media/image2557.png"/><Relationship Id="rId136" Type="http://schemas.openxmlformats.org/officeDocument/2006/relationships/customXml" Target="../ink/ink2614.xml"/><Relationship Id="rId157" Type="http://schemas.openxmlformats.org/officeDocument/2006/relationships/image" Target="../media/image2578.png"/><Relationship Id="rId178" Type="http://schemas.openxmlformats.org/officeDocument/2006/relationships/customXml" Target="../ink/ink2635.xml"/><Relationship Id="rId301" Type="http://schemas.openxmlformats.org/officeDocument/2006/relationships/image" Target="../media/image1728.png"/><Relationship Id="rId322" Type="http://schemas.openxmlformats.org/officeDocument/2006/relationships/customXml" Target="../ink/ink2707.xml"/><Relationship Id="rId343" Type="http://schemas.openxmlformats.org/officeDocument/2006/relationships/image" Target="../media/image2666.png"/><Relationship Id="rId364" Type="http://schemas.openxmlformats.org/officeDocument/2006/relationships/image" Target="../media/image2674.png"/><Relationship Id="rId61" Type="http://schemas.openxmlformats.org/officeDocument/2006/relationships/image" Target="../media/image2530.png"/><Relationship Id="rId82" Type="http://schemas.openxmlformats.org/officeDocument/2006/relationships/customXml" Target="../ink/ink2587.xml"/><Relationship Id="rId199" Type="http://schemas.openxmlformats.org/officeDocument/2006/relationships/image" Target="../media/image2599.png"/><Relationship Id="rId203" Type="http://schemas.openxmlformats.org/officeDocument/2006/relationships/image" Target="../media/image2601.png"/><Relationship Id="rId385" Type="http://schemas.openxmlformats.org/officeDocument/2006/relationships/customXml" Target="../ink/ink2739.xml"/><Relationship Id="rId19" Type="http://schemas.openxmlformats.org/officeDocument/2006/relationships/image" Target="../media/image2509.png"/><Relationship Id="rId224" Type="http://schemas.openxmlformats.org/officeDocument/2006/relationships/customXml" Target="../ink/ink2658.xml"/><Relationship Id="rId245" Type="http://schemas.openxmlformats.org/officeDocument/2006/relationships/image" Target="../media/image2622.png"/><Relationship Id="rId266" Type="http://schemas.openxmlformats.org/officeDocument/2006/relationships/customXml" Target="../ink/ink2679.xml"/><Relationship Id="rId287" Type="http://schemas.openxmlformats.org/officeDocument/2006/relationships/image" Target="../media/image2639.png"/><Relationship Id="rId410" Type="http://schemas.openxmlformats.org/officeDocument/2006/relationships/image" Target="../media/image2697.png"/><Relationship Id="rId431" Type="http://schemas.openxmlformats.org/officeDocument/2006/relationships/customXml" Target="../ink/ink2762.xml"/><Relationship Id="rId452" Type="http://schemas.openxmlformats.org/officeDocument/2006/relationships/image" Target="../media/image2718.png"/><Relationship Id="rId30" Type="http://schemas.openxmlformats.org/officeDocument/2006/relationships/customXml" Target="../ink/ink2561.xml"/><Relationship Id="rId105" Type="http://schemas.openxmlformats.org/officeDocument/2006/relationships/image" Target="../media/image2552.png"/><Relationship Id="rId126" Type="http://schemas.openxmlformats.org/officeDocument/2006/relationships/customXml" Target="../ink/ink2609.xml"/><Relationship Id="rId147" Type="http://schemas.openxmlformats.org/officeDocument/2006/relationships/image" Target="../media/image2573.png"/><Relationship Id="rId168" Type="http://schemas.openxmlformats.org/officeDocument/2006/relationships/customXml" Target="../ink/ink2630.xml"/><Relationship Id="rId312" Type="http://schemas.openxmlformats.org/officeDocument/2006/relationships/customXml" Target="../ink/ink2702.xml"/><Relationship Id="rId333" Type="http://schemas.openxmlformats.org/officeDocument/2006/relationships/image" Target="../media/image2661.png"/><Relationship Id="rId354" Type="http://schemas.openxmlformats.org/officeDocument/2006/relationships/image" Target="../media/image2670.png"/><Relationship Id="rId51" Type="http://schemas.openxmlformats.org/officeDocument/2006/relationships/image" Target="../media/image2525.png"/><Relationship Id="rId72" Type="http://schemas.openxmlformats.org/officeDocument/2006/relationships/customXml" Target="../ink/ink2582.xml"/><Relationship Id="rId93" Type="http://schemas.openxmlformats.org/officeDocument/2006/relationships/image" Target="../media/image2546.png"/><Relationship Id="rId189" Type="http://schemas.openxmlformats.org/officeDocument/2006/relationships/image" Target="../media/image2594.png"/><Relationship Id="rId375" Type="http://schemas.openxmlformats.org/officeDocument/2006/relationships/customXml" Target="../ink/ink2734.xml"/><Relationship Id="rId396" Type="http://schemas.openxmlformats.org/officeDocument/2006/relationships/image" Target="../media/image2690.png"/><Relationship Id="rId3" Type="http://schemas.openxmlformats.org/officeDocument/2006/relationships/image" Target="../media/image2501.png"/><Relationship Id="rId214" Type="http://schemas.openxmlformats.org/officeDocument/2006/relationships/customXml" Target="../ink/ink2653.xml"/><Relationship Id="rId235" Type="http://schemas.openxmlformats.org/officeDocument/2006/relationships/image" Target="../media/image2617.png"/><Relationship Id="rId256" Type="http://schemas.openxmlformats.org/officeDocument/2006/relationships/customXml" Target="../ink/ink2674.xml"/><Relationship Id="rId277" Type="http://schemas.openxmlformats.org/officeDocument/2006/relationships/image" Target="../media/image2635.png"/><Relationship Id="rId298" Type="http://schemas.openxmlformats.org/officeDocument/2006/relationships/customXml" Target="../ink/ink2695.xml"/><Relationship Id="rId400" Type="http://schemas.openxmlformats.org/officeDocument/2006/relationships/image" Target="../media/image2692.png"/><Relationship Id="rId421" Type="http://schemas.openxmlformats.org/officeDocument/2006/relationships/customXml" Target="../ink/ink2757.xml"/><Relationship Id="rId442" Type="http://schemas.openxmlformats.org/officeDocument/2006/relationships/image" Target="../media/image2713.png"/><Relationship Id="rId116" Type="http://schemas.openxmlformats.org/officeDocument/2006/relationships/customXml" Target="../ink/ink2604.xml"/><Relationship Id="rId137" Type="http://schemas.openxmlformats.org/officeDocument/2006/relationships/image" Target="../media/image2568.png"/><Relationship Id="rId158" Type="http://schemas.openxmlformats.org/officeDocument/2006/relationships/customXml" Target="../ink/ink2625.xml"/><Relationship Id="rId302" Type="http://schemas.openxmlformats.org/officeDocument/2006/relationships/customXml" Target="../ink/ink2697.xml"/><Relationship Id="rId323" Type="http://schemas.openxmlformats.org/officeDocument/2006/relationships/image" Target="../media/image2656.png"/><Relationship Id="rId344" Type="http://schemas.openxmlformats.org/officeDocument/2006/relationships/customXml" Target="../ink/ink2718.xml"/><Relationship Id="rId20" Type="http://schemas.openxmlformats.org/officeDocument/2006/relationships/customXml" Target="../ink/ink2556.xml"/><Relationship Id="rId41" Type="http://schemas.openxmlformats.org/officeDocument/2006/relationships/image" Target="../media/image2520.png"/><Relationship Id="rId62" Type="http://schemas.openxmlformats.org/officeDocument/2006/relationships/customXml" Target="../ink/ink2577.xml"/><Relationship Id="rId83" Type="http://schemas.openxmlformats.org/officeDocument/2006/relationships/image" Target="../media/image2541.png"/><Relationship Id="rId179" Type="http://schemas.openxmlformats.org/officeDocument/2006/relationships/image" Target="../media/image2589.png"/><Relationship Id="rId365" Type="http://schemas.openxmlformats.org/officeDocument/2006/relationships/customXml" Target="../ink/ink2729.xml"/><Relationship Id="rId386" Type="http://schemas.openxmlformats.org/officeDocument/2006/relationships/image" Target="../media/image2685.png"/><Relationship Id="rId190" Type="http://schemas.openxmlformats.org/officeDocument/2006/relationships/customXml" Target="../ink/ink2641.xml"/><Relationship Id="rId204" Type="http://schemas.openxmlformats.org/officeDocument/2006/relationships/customXml" Target="../ink/ink2648.xml"/><Relationship Id="rId225" Type="http://schemas.openxmlformats.org/officeDocument/2006/relationships/image" Target="../media/image2612.png"/><Relationship Id="rId246" Type="http://schemas.openxmlformats.org/officeDocument/2006/relationships/customXml" Target="../ink/ink2669.xml"/><Relationship Id="rId267" Type="http://schemas.openxmlformats.org/officeDocument/2006/relationships/image" Target="../media/image2630.png"/><Relationship Id="rId288" Type="http://schemas.openxmlformats.org/officeDocument/2006/relationships/customXml" Target="../ink/ink2690.xml"/><Relationship Id="rId411" Type="http://schemas.openxmlformats.org/officeDocument/2006/relationships/customXml" Target="../ink/ink2752.xml"/><Relationship Id="rId432" Type="http://schemas.openxmlformats.org/officeDocument/2006/relationships/image" Target="../media/image2708.png"/><Relationship Id="rId453" Type="http://schemas.openxmlformats.org/officeDocument/2006/relationships/customXml" Target="../ink/ink2773.xml"/><Relationship Id="rId106" Type="http://schemas.openxmlformats.org/officeDocument/2006/relationships/customXml" Target="../ink/ink2599.xml"/><Relationship Id="rId127" Type="http://schemas.openxmlformats.org/officeDocument/2006/relationships/image" Target="../media/image2563.png"/><Relationship Id="rId313" Type="http://schemas.openxmlformats.org/officeDocument/2006/relationships/image" Target="../media/image2651.png"/><Relationship Id="rId10" Type="http://schemas.openxmlformats.org/officeDocument/2006/relationships/customXml" Target="../ink/ink2551.xml"/><Relationship Id="rId31" Type="http://schemas.openxmlformats.org/officeDocument/2006/relationships/image" Target="../media/image2515.png"/><Relationship Id="rId52" Type="http://schemas.openxmlformats.org/officeDocument/2006/relationships/customXml" Target="../ink/ink2572.xml"/><Relationship Id="rId73" Type="http://schemas.openxmlformats.org/officeDocument/2006/relationships/image" Target="../media/image2536.png"/><Relationship Id="rId94" Type="http://schemas.openxmlformats.org/officeDocument/2006/relationships/customXml" Target="../ink/ink2593.xml"/><Relationship Id="rId148" Type="http://schemas.openxmlformats.org/officeDocument/2006/relationships/customXml" Target="../ink/ink2620.xml"/><Relationship Id="rId169" Type="http://schemas.openxmlformats.org/officeDocument/2006/relationships/image" Target="../media/image2584.png"/><Relationship Id="rId334" Type="http://schemas.openxmlformats.org/officeDocument/2006/relationships/customXml" Target="../ink/ink2713.xml"/><Relationship Id="rId355" Type="http://schemas.openxmlformats.org/officeDocument/2006/relationships/customXml" Target="../ink/ink2724.xml"/><Relationship Id="rId376" Type="http://schemas.openxmlformats.org/officeDocument/2006/relationships/image" Target="../media/image2680.png"/><Relationship Id="rId397" Type="http://schemas.openxmlformats.org/officeDocument/2006/relationships/customXml" Target="../ink/ink2745.xml"/><Relationship Id="rId4" Type="http://schemas.openxmlformats.org/officeDocument/2006/relationships/customXml" Target="../ink/ink2548.xml"/><Relationship Id="rId180" Type="http://schemas.openxmlformats.org/officeDocument/2006/relationships/customXml" Target="../ink/ink2636.xml"/><Relationship Id="rId215" Type="http://schemas.openxmlformats.org/officeDocument/2006/relationships/image" Target="../media/image2607.png"/><Relationship Id="rId236" Type="http://schemas.openxmlformats.org/officeDocument/2006/relationships/customXml" Target="../ink/ink2664.xml"/><Relationship Id="rId257" Type="http://schemas.openxmlformats.org/officeDocument/2006/relationships/image" Target="../media/image2625.png"/><Relationship Id="rId278" Type="http://schemas.openxmlformats.org/officeDocument/2006/relationships/customXml" Target="../ink/ink2685.xml"/><Relationship Id="rId401" Type="http://schemas.openxmlformats.org/officeDocument/2006/relationships/customXml" Target="../ink/ink2747.xml"/><Relationship Id="rId422" Type="http://schemas.openxmlformats.org/officeDocument/2006/relationships/image" Target="../media/image2703.png"/><Relationship Id="rId443" Type="http://schemas.openxmlformats.org/officeDocument/2006/relationships/customXml" Target="../ink/ink2768.xml"/><Relationship Id="rId303" Type="http://schemas.openxmlformats.org/officeDocument/2006/relationships/image" Target="../media/image2646.png"/><Relationship Id="rId42" Type="http://schemas.openxmlformats.org/officeDocument/2006/relationships/customXml" Target="../ink/ink2567.xml"/><Relationship Id="rId84" Type="http://schemas.openxmlformats.org/officeDocument/2006/relationships/customXml" Target="../ink/ink2588.xml"/><Relationship Id="rId138" Type="http://schemas.openxmlformats.org/officeDocument/2006/relationships/customXml" Target="../ink/ink2615.xml"/><Relationship Id="rId345" Type="http://schemas.openxmlformats.org/officeDocument/2006/relationships/image" Target="../media/image1314.png"/><Relationship Id="rId387" Type="http://schemas.openxmlformats.org/officeDocument/2006/relationships/customXml" Target="../ink/ink2740.xml"/><Relationship Id="rId191" Type="http://schemas.openxmlformats.org/officeDocument/2006/relationships/image" Target="../media/image2595.png"/><Relationship Id="rId205" Type="http://schemas.openxmlformats.org/officeDocument/2006/relationships/image" Target="../media/image2602.png"/><Relationship Id="rId247" Type="http://schemas.openxmlformats.org/officeDocument/2006/relationships/image" Target="../media/image2623.png"/><Relationship Id="rId412" Type="http://schemas.openxmlformats.org/officeDocument/2006/relationships/image" Target="../media/image2698.png"/><Relationship Id="rId107" Type="http://schemas.openxmlformats.org/officeDocument/2006/relationships/image" Target="../media/image2553.png"/><Relationship Id="rId289" Type="http://schemas.openxmlformats.org/officeDocument/2006/relationships/image" Target="../media/image2640.png"/><Relationship Id="rId454" Type="http://schemas.openxmlformats.org/officeDocument/2006/relationships/image" Target="../media/image2719.png"/><Relationship Id="rId11" Type="http://schemas.openxmlformats.org/officeDocument/2006/relationships/image" Target="../media/image2505.png"/><Relationship Id="rId53" Type="http://schemas.openxmlformats.org/officeDocument/2006/relationships/image" Target="../media/image2526.png"/><Relationship Id="rId149" Type="http://schemas.openxmlformats.org/officeDocument/2006/relationships/image" Target="../media/image2574.png"/><Relationship Id="rId314" Type="http://schemas.openxmlformats.org/officeDocument/2006/relationships/customXml" Target="../ink/ink2703.xml"/><Relationship Id="rId356" Type="http://schemas.openxmlformats.org/officeDocument/2006/relationships/image" Target="../media/image2671.png"/><Relationship Id="rId398" Type="http://schemas.openxmlformats.org/officeDocument/2006/relationships/image" Target="../media/image2691.png"/><Relationship Id="rId95" Type="http://schemas.openxmlformats.org/officeDocument/2006/relationships/image" Target="../media/image2547.png"/><Relationship Id="rId160" Type="http://schemas.openxmlformats.org/officeDocument/2006/relationships/customXml" Target="../ink/ink2626.xml"/><Relationship Id="rId216" Type="http://schemas.openxmlformats.org/officeDocument/2006/relationships/customXml" Target="../ink/ink2654.xml"/><Relationship Id="rId423" Type="http://schemas.openxmlformats.org/officeDocument/2006/relationships/customXml" Target="../ink/ink2758.xml"/><Relationship Id="rId258" Type="http://schemas.openxmlformats.org/officeDocument/2006/relationships/customXml" Target="../ink/ink2675.xml"/><Relationship Id="rId22" Type="http://schemas.openxmlformats.org/officeDocument/2006/relationships/customXml" Target="../ink/ink2557.xml"/><Relationship Id="rId64" Type="http://schemas.openxmlformats.org/officeDocument/2006/relationships/customXml" Target="../ink/ink2578.xml"/><Relationship Id="rId118" Type="http://schemas.openxmlformats.org/officeDocument/2006/relationships/customXml" Target="../ink/ink2605.xml"/><Relationship Id="rId325" Type="http://schemas.openxmlformats.org/officeDocument/2006/relationships/image" Target="../media/image2657.png"/><Relationship Id="rId367" Type="http://schemas.openxmlformats.org/officeDocument/2006/relationships/customXml" Target="../ink/ink2730.xml"/><Relationship Id="rId171" Type="http://schemas.openxmlformats.org/officeDocument/2006/relationships/image" Target="../media/image2585.png"/><Relationship Id="rId227" Type="http://schemas.openxmlformats.org/officeDocument/2006/relationships/image" Target="../media/image2613.png"/><Relationship Id="rId269" Type="http://schemas.openxmlformats.org/officeDocument/2006/relationships/image" Target="../media/image2631.png"/><Relationship Id="rId434" Type="http://schemas.openxmlformats.org/officeDocument/2006/relationships/image" Target="../media/image2709.png"/><Relationship Id="rId33" Type="http://schemas.openxmlformats.org/officeDocument/2006/relationships/image" Target="../media/image2516.png"/><Relationship Id="rId129" Type="http://schemas.openxmlformats.org/officeDocument/2006/relationships/image" Target="../media/image2564.png"/><Relationship Id="rId280" Type="http://schemas.openxmlformats.org/officeDocument/2006/relationships/customXml" Target="../ink/ink2686.xml"/><Relationship Id="rId336" Type="http://schemas.openxmlformats.org/officeDocument/2006/relationships/customXml" Target="../ink/ink2714.xml"/><Relationship Id="rId75" Type="http://schemas.openxmlformats.org/officeDocument/2006/relationships/image" Target="../media/image2537.png"/><Relationship Id="rId140" Type="http://schemas.openxmlformats.org/officeDocument/2006/relationships/customXml" Target="../ink/ink2616.xml"/><Relationship Id="rId182" Type="http://schemas.openxmlformats.org/officeDocument/2006/relationships/customXml" Target="../ink/ink2637.xml"/><Relationship Id="rId378" Type="http://schemas.openxmlformats.org/officeDocument/2006/relationships/image" Target="../media/image2681.png"/><Relationship Id="rId403" Type="http://schemas.openxmlformats.org/officeDocument/2006/relationships/customXml" Target="../ink/ink2748.xml"/><Relationship Id="rId6" Type="http://schemas.openxmlformats.org/officeDocument/2006/relationships/customXml" Target="../ink/ink2549.xml"/><Relationship Id="rId238" Type="http://schemas.openxmlformats.org/officeDocument/2006/relationships/customXml" Target="../ink/ink2665.xml"/><Relationship Id="rId445" Type="http://schemas.openxmlformats.org/officeDocument/2006/relationships/customXml" Target="../ink/ink2769.xml"/><Relationship Id="rId291" Type="http://schemas.openxmlformats.org/officeDocument/2006/relationships/image" Target="../media/image2641.png"/><Relationship Id="rId305" Type="http://schemas.openxmlformats.org/officeDocument/2006/relationships/image" Target="../media/image2647.png"/><Relationship Id="rId347" Type="http://schemas.openxmlformats.org/officeDocument/2006/relationships/image" Target="../media/image2667.png"/><Relationship Id="rId44" Type="http://schemas.openxmlformats.org/officeDocument/2006/relationships/customXml" Target="../ink/ink2568.xml"/><Relationship Id="rId86" Type="http://schemas.openxmlformats.org/officeDocument/2006/relationships/customXml" Target="../ink/ink2589.xml"/><Relationship Id="rId151" Type="http://schemas.openxmlformats.org/officeDocument/2006/relationships/image" Target="../media/image2575.png"/><Relationship Id="rId389" Type="http://schemas.openxmlformats.org/officeDocument/2006/relationships/customXml" Target="../ink/ink2741.xml"/><Relationship Id="rId193" Type="http://schemas.openxmlformats.org/officeDocument/2006/relationships/image" Target="../media/image2596.png"/><Relationship Id="rId207" Type="http://schemas.openxmlformats.org/officeDocument/2006/relationships/image" Target="../media/image2603.png"/><Relationship Id="rId249" Type="http://schemas.openxmlformats.org/officeDocument/2006/relationships/image" Target="../media/image2624.png"/><Relationship Id="rId414" Type="http://schemas.openxmlformats.org/officeDocument/2006/relationships/image" Target="../media/image2699.png"/><Relationship Id="rId456" Type="http://schemas.openxmlformats.org/officeDocument/2006/relationships/image" Target="../media/image2720.png"/><Relationship Id="rId13" Type="http://schemas.openxmlformats.org/officeDocument/2006/relationships/image" Target="../media/image2506.png"/><Relationship Id="rId109" Type="http://schemas.openxmlformats.org/officeDocument/2006/relationships/image" Target="../media/image2554.png"/><Relationship Id="rId260" Type="http://schemas.openxmlformats.org/officeDocument/2006/relationships/customXml" Target="../ink/ink2676.xml"/><Relationship Id="rId316" Type="http://schemas.openxmlformats.org/officeDocument/2006/relationships/customXml" Target="../ink/ink2704.xml"/><Relationship Id="rId55" Type="http://schemas.openxmlformats.org/officeDocument/2006/relationships/image" Target="../media/image2527.png"/><Relationship Id="rId97" Type="http://schemas.openxmlformats.org/officeDocument/2006/relationships/image" Target="../media/image2548.png"/><Relationship Id="rId120" Type="http://schemas.openxmlformats.org/officeDocument/2006/relationships/customXml" Target="../ink/ink2606.xml"/><Relationship Id="rId358" Type="http://schemas.openxmlformats.org/officeDocument/2006/relationships/image" Target="../media/image2672.png"/><Relationship Id="rId162" Type="http://schemas.openxmlformats.org/officeDocument/2006/relationships/customXml" Target="../ink/ink2627.xml"/><Relationship Id="rId218" Type="http://schemas.openxmlformats.org/officeDocument/2006/relationships/customXml" Target="../ink/ink2655.xml"/><Relationship Id="rId425" Type="http://schemas.openxmlformats.org/officeDocument/2006/relationships/customXml" Target="../ink/ink2759.xml"/><Relationship Id="rId271" Type="http://schemas.openxmlformats.org/officeDocument/2006/relationships/image" Target="../media/image2632.png"/><Relationship Id="rId24" Type="http://schemas.openxmlformats.org/officeDocument/2006/relationships/customXml" Target="../ink/ink2558.xml"/><Relationship Id="rId66" Type="http://schemas.openxmlformats.org/officeDocument/2006/relationships/customXml" Target="../ink/ink2579.xml"/><Relationship Id="rId131" Type="http://schemas.openxmlformats.org/officeDocument/2006/relationships/image" Target="../media/image2565.png"/><Relationship Id="rId327" Type="http://schemas.openxmlformats.org/officeDocument/2006/relationships/image" Target="../media/image2658.png"/><Relationship Id="rId369" Type="http://schemas.openxmlformats.org/officeDocument/2006/relationships/customXml" Target="../ink/ink2731.xml"/><Relationship Id="rId173" Type="http://schemas.openxmlformats.org/officeDocument/2006/relationships/image" Target="../media/image2586.png"/><Relationship Id="rId229" Type="http://schemas.openxmlformats.org/officeDocument/2006/relationships/image" Target="../media/image2614.png"/><Relationship Id="rId380" Type="http://schemas.openxmlformats.org/officeDocument/2006/relationships/image" Target="../media/image2682.png"/><Relationship Id="rId436" Type="http://schemas.openxmlformats.org/officeDocument/2006/relationships/image" Target="../media/image2710.png"/><Relationship Id="rId240" Type="http://schemas.openxmlformats.org/officeDocument/2006/relationships/customXml" Target="../ink/ink2666.xml"/><Relationship Id="rId35" Type="http://schemas.openxmlformats.org/officeDocument/2006/relationships/image" Target="../media/image2517.png"/><Relationship Id="rId77" Type="http://schemas.openxmlformats.org/officeDocument/2006/relationships/image" Target="../media/image2538.png"/><Relationship Id="rId100" Type="http://schemas.openxmlformats.org/officeDocument/2006/relationships/customXml" Target="../ink/ink2596.xml"/><Relationship Id="rId282" Type="http://schemas.openxmlformats.org/officeDocument/2006/relationships/customXml" Target="../ink/ink2687.xml"/><Relationship Id="rId338" Type="http://schemas.openxmlformats.org/officeDocument/2006/relationships/customXml" Target="../ink/ink2715.xml"/><Relationship Id="rId8" Type="http://schemas.openxmlformats.org/officeDocument/2006/relationships/customXml" Target="../ink/ink2550.xml"/><Relationship Id="rId142" Type="http://schemas.openxmlformats.org/officeDocument/2006/relationships/customXml" Target="../ink/ink2617.xml"/><Relationship Id="rId184" Type="http://schemas.openxmlformats.org/officeDocument/2006/relationships/customXml" Target="../ink/ink2638.xml"/><Relationship Id="rId391" Type="http://schemas.openxmlformats.org/officeDocument/2006/relationships/customXml" Target="../ink/ink2742.xml"/><Relationship Id="rId405" Type="http://schemas.openxmlformats.org/officeDocument/2006/relationships/customXml" Target="../ink/ink2749.xml"/><Relationship Id="rId447" Type="http://schemas.openxmlformats.org/officeDocument/2006/relationships/customXml" Target="../ink/ink2770.xml"/><Relationship Id="rId251" Type="http://schemas.openxmlformats.org/officeDocument/2006/relationships/image" Target="../media/image1658.png"/><Relationship Id="rId46" Type="http://schemas.openxmlformats.org/officeDocument/2006/relationships/customXml" Target="../ink/ink2569.xml"/><Relationship Id="rId293" Type="http://schemas.openxmlformats.org/officeDocument/2006/relationships/image" Target="../media/image2642.png"/><Relationship Id="rId307" Type="http://schemas.openxmlformats.org/officeDocument/2006/relationships/image" Target="../media/image2648.png"/><Relationship Id="rId349" Type="http://schemas.openxmlformats.org/officeDocument/2006/relationships/customXml" Target="../ink/ink2721.xml"/><Relationship Id="rId88" Type="http://schemas.openxmlformats.org/officeDocument/2006/relationships/customXml" Target="../ink/ink2590.xml"/><Relationship Id="rId111" Type="http://schemas.openxmlformats.org/officeDocument/2006/relationships/image" Target="../media/image2555.png"/><Relationship Id="rId153" Type="http://schemas.openxmlformats.org/officeDocument/2006/relationships/image" Target="../media/image2576.png"/><Relationship Id="rId195" Type="http://schemas.openxmlformats.org/officeDocument/2006/relationships/image" Target="../media/image2597.png"/><Relationship Id="rId209" Type="http://schemas.openxmlformats.org/officeDocument/2006/relationships/image" Target="../media/image2604.png"/><Relationship Id="rId360" Type="http://schemas.openxmlformats.org/officeDocument/2006/relationships/image" Target="../media/image81.png"/><Relationship Id="rId416" Type="http://schemas.openxmlformats.org/officeDocument/2006/relationships/image" Target="../media/image2700.png"/><Relationship Id="rId220" Type="http://schemas.openxmlformats.org/officeDocument/2006/relationships/customXml" Target="../ink/ink2656.xml"/><Relationship Id="rId458" Type="http://schemas.openxmlformats.org/officeDocument/2006/relationships/image" Target="../media/image2721.png"/><Relationship Id="rId15" Type="http://schemas.openxmlformats.org/officeDocument/2006/relationships/image" Target="../media/image2507.png"/><Relationship Id="rId57" Type="http://schemas.openxmlformats.org/officeDocument/2006/relationships/image" Target="../media/image2528.png"/><Relationship Id="rId262" Type="http://schemas.openxmlformats.org/officeDocument/2006/relationships/customXml" Target="../ink/ink2677.xml"/><Relationship Id="rId318" Type="http://schemas.openxmlformats.org/officeDocument/2006/relationships/customXml" Target="../ink/ink2705.xml"/><Relationship Id="rId99" Type="http://schemas.openxmlformats.org/officeDocument/2006/relationships/image" Target="../media/image2549.png"/><Relationship Id="rId122" Type="http://schemas.openxmlformats.org/officeDocument/2006/relationships/customXml" Target="../ink/ink2607.xml"/><Relationship Id="rId164" Type="http://schemas.openxmlformats.org/officeDocument/2006/relationships/customXml" Target="../ink/ink2628.xml"/><Relationship Id="rId371" Type="http://schemas.openxmlformats.org/officeDocument/2006/relationships/customXml" Target="../ink/ink2732.xml"/><Relationship Id="rId427" Type="http://schemas.openxmlformats.org/officeDocument/2006/relationships/customXml" Target="../ink/ink2760.xml"/><Relationship Id="rId26" Type="http://schemas.openxmlformats.org/officeDocument/2006/relationships/customXml" Target="../ink/ink2559.xml"/><Relationship Id="rId231" Type="http://schemas.openxmlformats.org/officeDocument/2006/relationships/image" Target="../media/image2615.png"/><Relationship Id="rId273" Type="http://schemas.openxmlformats.org/officeDocument/2006/relationships/image" Target="../media/image2633.png"/><Relationship Id="rId329" Type="http://schemas.openxmlformats.org/officeDocument/2006/relationships/image" Target="../media/image2659.png"/><Relationship Id="rId68" Type="http://schemas.openxmlformats.org/officeDocument/2006/relationships/customXml" Target="../ink/ink2580.xml"/><Relationship Id="rId133" Type="http://schemas.openxmlformats.org/officeDocument/2006/relationships/image" Target="../media/image2566.png"/><Relationship Id="rId175" Type="http://schemas.openxmlformats.org/officeDocument/2006/relationships/image" Target="../media/image2587.png"/><Relationship Id="rId340" Type="http://schemas.openxmlformats.org/officeDocument/2006/relationships/customXml" Target="../ink/ink2716.xml"/><Relationship Id="rId200" Type="http://schemas.openxmlformats.org/officeDocument/2006/relationships/customXml" Target="../ink/ink2646.xml"/><Relationship Id="rId382" Type="http://schemas.openxmlformats.org/officeDocument/2006/relationships/image" Target="../media/image2683.png"/><Relationship Id="rId438" Type="http://schemas.openxmlformats.org/officeDocument/2006/relationships/image" Target="../media/image2711.png"/><Relationship Id="rId242" Type="http://schemas.openxmlformats.org/officeDocument/2006/relationships/customXml" Target="../ink/ink2667.xml"/><Relationship Id="rId284" Type="http://schemas.openxmlformats.org/officeDocument/2006/relationships/customXml" Target="../ink/ink2688.xml"/><Relationship Id="rId37" Type="http://schemas.openxmlformats.org/officeDocument/2006/relationships/image" Target="../media/image2518.png"/><Relationship Id="rId79" Type="http://schemas.openxmlformats.org/officeDocument/2006/relationships/image" Target="../media/image2539.png"/><Relationship Id="rId102" Type="http://schemas.openxmlformats.org/officeDocument/2006/relationships/customXml" Target="../ink/ink2597.xml"/><Relationship Id="rId144" Type="http://schemas.openxmlformats.org/officeDocument/2006/relationships/customXml" Target="../ink/ink2618.xml"/><Relationship Id="rId90" Type="http://schemas.openxmlformats.org/officeDocument/2006/relationships/customXml" Target="../ink/ink2591.xml"/><Relationship Id="rId186" Type="http://schemas.openxmlformats.org/officeDocument/2006/relationships/customXml" Target="../ink/ink2639.xml"/><Relationship Id="rId351" Type="http://schemas.openxmlformats.org/officeDocument/2006/relationships/customXml" Target="../ink/ink2722.xml"/><Relationship Id="rId393" Type="http://schemas.openxmlformats.org/officeDocument/2006/relationships/customXml" Target="../ink/ink2743.xml"/><Relationship Id="rId407" Type="http://schemas.openxmlformats.org/officeDocument/2006/relationships/customXml" Target="../ink/ink2750.xml"/><Relationship Id="rId449" Type="http://schemas.openxmlformats.org/officeDocument/2006/relationships/customXml" Target="../ink/ink2771.xml"/><Relationship Id="rId211" Type="http://schemas.openxmlformats.org/officeDocument/2006/relationships/image" Target="../media/image2605.png"/><Relationship Id="rId253" Type="http://schemas.openxmlformats.org/officeDocument/2006/relationships/image" Target="../media/image1021.png"/><Relationship Id="rId295" Type="http://schemas.openxmlformats.org/officeDocument/2006/relationships/image" Target="../media/image2643.png"/><Relationship Id="rId309" Type="http://schemas.openxmlformats.org/officeDocument/2006/relationships/image" Target="../media/image2649.png"/><Relationship Id="rId460" Type="http://schemas.openxmlformats.org/officeDocument/2006/relationships/image" Target="../media/image2722.png"/><Relationship Id="rId48" Type="http://schemas.openxmlformats.org/officeDocument/2006/relationships/customXml" Target="../ink/ink2570.xml"/><Relationship Id="rId113" Type="http://schemas.openxmlformats.org/officeDocument/2006/relationships/image" Target="../media/image2556.png"/><Relationship Id="rId320" Type="http://schemas.openxmlformats.org/officeDocument/2006/relationships/customXml" Target="../ink/ink2706.xml"/><Relationship Id="rId155" Type="http://schemas.openxmlformats.org/officeDocument/2006/relationships/image" Target="../media/image2577.png"/><Relationship Id="rId197" Type="http://schemas.openxmlformats.org/officeDocument/2006/relationships/image" Target="../media/image2598.png"/><Relationship Id="rId362" Type="http://schemas.openxmlformats.org/officeDocument/2006/relationships/image" Target="../media/image2673.png"/><Relationship Id="rId418" Type="http://schemas.openxmlformats.org/officeDocument/2006/relationships/image" Target="../media/image2701.png"/><Relationship Id="rId222" Type="http://schemas.openxmlformats.org/officeDocument/2006/relationships/customXml" Target="../ink/ink2657.xml"/><Relationship Id="rId264" Type="http://schemas.openxmlformats.org/officeDocument/2006/relationships/customXml" Target="../ink/ink2678.xml"/><Relationship Id="rId17" Type="http://schemas.openxmlformats.org/officeDocument/2006/relationships/image" Target="../media/image2508.png"/><Relationship Id="rId59" Type="http://schemas.openxmlformats.org/officeDocument/2006/relationships/image" Target="../media/image2529.png"/><Relationship Id="rId124" Type="http://schemas.openxmlformats.org/officeDocument/2006/relationships/customXml" Target="../ink/ink2608.xml"/><Relationship Id="rId70" Type="http://schemas.openxmlformats.org/officeDocument/2006/relationships/customXml" Target="../ink/ink2581.xml"/><Relationship Id="rId166" Type="http://schemas.openxmlformats.org/officeDocument/2006/relationships/customXml" Target="../ink/ink2629.xml"/><Relationship Id="rId331" Type="http://schemas.openxmlformats.org/officeDocument/2006/relationships/image" Target="../media/image2660.png"/><Relationship Id="rId373" Type="http://schemas.openxmlformats.org/officeDocument/2006/relationships/customXml" Target="../ink/ink2733.xml"/><Relationship Id="rId429" Type="http://schemas.openxmlformats.org/officeDocument/2006/relationships/customXml" Target="../ink/ink276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616.png"/><Relationship Id="rId440" Type="http://schemas.openxmlformats.org/officeDocument/2006/relationships/image" Target="../media/image2712.png"/><Relationship Id="rId28" Type="http://schemas.openxmlformats.org/officeDocument/2006/relationships/customXml" Target="../ink/ink2560.xml"/><Relationship Id="rId275" Type="http://schemas.openxmlformats.org/officeDocument/2006/relationships/image" Target="../media/image2634.png"/><Relationship Id="rId300" Type="http://schemas.openxmlformats.org/officeDocument/2006/relationships/customXml" Target="../ink/ink2696.xml"/><Relationship Id="rId81" Type="http://schemas.openxmlformats.org/officeDocument/2006/relationships/image" Target="../media/image2540.png"/><Relationship Id="rId135" Type="http://schemas.openxmlformats.org/officeDocument/2006/relationships/image" Target="../media/image2567.png"/><Relationship Id="rId177" Type="http://schemas.openxmlformats.org/officeDocument/2006/relationships/image" Target="../media/image2588.png"/><Relationship Id="rId342" Type="http://schemas.openxmlformats.org/officeDocument/2006/relationships/customXml" Target="../ink/ink2717.xml"/><Relationship Id="rId384" Type="http://schemas.openxmlformats.org/officeDocument/2006/relationships/image" Target="../media/image2684.png"/><Relationship Id="rId202" Type="http://schemas.openxmlformats.org/officeDocument/2006/relationships/customXml" Target="../ink/ink2647.xml"/><Relationship Id="rId244" Type="http://schemas.openxmlformats.org/officeDocument/2006/relationships/customXml" Target="../ink/ink2668.xml"/><Relationship Id="rId39" Type="http://schemas.openxmlformats.org/officeDocument/2006/relationships/image" Target="../media/image2519.png"/><Relationship Id="rId286" Type="http://schemas.openxmlformats.org/officeDocument/2006/relationships/customXml" Target="../ink/ink2689.xml"/><Relationship Id="rId451" Type="http://schemas.openxmlformats.org/officeDocument/2006/relationships/customXml" Target="../ink/ink2772.xml"/><Relationship Id="rId50" Type="http://schemas.openxmlformats.org/officeDocument/2006/relationships/customXml" Target="../ink/ink2571.xml"/><Relationship Id="rId104" Type="http://schemas.openxmlformats.org/officeDocument/2006/relationships/customXml" Target="../ink/ink2598.xml"/><Relationship Id="rId146" Type="http://schemas.openxmlformats.org/officeDocument/2006/relationships/customXml" Target="../ink/ink2619.xml"/><Relationship Id="rId188" Type="http://schemas.openxmlformats.org/officeDocument/2006/relationships/customXml" Target="../ink/ink2640.xml"/><Relationship Id="rId311" Type="http://schemas.openxmlformats.org/officeDocument/2006/relationships/image" Target="../media/image2650.png"/><Relationship Id="rId353" Type="http://schemas.openxmlformats.org/officeDocument/2006/relationships/customXml" Target="../ink/ink2723.xml"/><Relationship Id="rId395" Type="http://schemas.openxmlformats.org/officeDocument/2006/relationships/customXml" Target="../ink/ink2744.xml"/><Relationship Id="rId409" Type="http://schemas.openxmlformats.org/officeDocument/2006/relationships/customXml" Target="../ink/ink2751.xml"/><Relationship Id="rId92" Type="http://schemas.openxmlformats.org/officeDocument/2006/relationships/customXml" Target="../ink/ink2592.xml"/><Relationship Id="rId213" Type="http://schemas.openxmlformats.org/officeDocument/2006/relationships/image" Target="../media/image2606.png"/><Relationship Id="rId420" Type="http://schemas.openxmlformats.org/officeDocument/2006/relationships/image" Target="../media/image2702.png"/><Relationship Id="rId255" Type="http://schemas.openxmlformats.org/officeDocument/2006/relationships/image" Target="../media/image221.png"/><Relationship Id="rId297" Type="http://schemas.openxmlformats.org/officeDocument/2006/relationships/image" Target="../media/image2644.png"/><Relationship Id="rId462" Type="http://schemas.openxmlformats.org/officeDocument/2006/relationships/image" Target="../media/image27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8CB1821-3F40-E291-6BA5-18E971591EA3}"/>
              </a:ext>
            </a:extLst>
          </p:cNvPr>
          <p:cNvGrpSpPr/>
          <p:nvPr/>
        </p:nvGrpSpPr>
        <p:grpSpPr>
          <a:xfrm>
            <a:off x="16353" y="277920"/>
            <a:ext cx="4948920" cy="842040"/>
            <a:chOff x="16353" y="277920"/>
            <a:chExt cx="4948920" cy="84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D57AAAE-38C5-4687-7EF2-E7FA3B662CDA}"/>
                    </a:ext>
                  </a:extLst>
                </p14:cNvPr>
                <p14:cNvContentPartPr/>
                <p14:nvPr/>
              </p14:nvContentPartPr>
              <p14:xfrm>
                <a:off x="252513" y="277920"/>
                <a:ext cx="697680" cy="460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D57AAAE-38C5-4687-7EF2-E7FA3B662CD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513" y="259920"/>
                  <a:ext cx="7333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C6AE68-A0BF-B74A-0522-4854AFC024CB}"/>
                    </a:ext>
                  </a:extLst>
                </p14:cNvPr>
                <p14:cNvContentPartPr/>
                <p14:nvPr/>
              </p14:nvContentPartPr>
              <p14:xfrm>
                <a:off x="839313" y="572760"/>
                <a:ext cx="297000" cy="186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C6AE68-A0BF-B74A-0522-4854AFC024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1313" y="554760"/>
                  <a:ext cx="3326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3C2FB8E-D499-7A35-BDD1-93C5C3805622}"/>
                    </a:ext>
                  </a:extLst>
                </p14:cNvPr>
                <p14:cNvContentPartPr/>
                <p14:nvPr/>
              </p14:nvContentPartPr>
              <p14:xfrm>
                <a:off x="1142433" y="461520"/>
                <a:ext cx="21600" cy="16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3C2FB8E-D499-7A35-BDD1-93C5C38056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4793" y="443520"/>
                  <a:ext cx="57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8CF27A-C605-E58E-72D1-53A96AC22D60}"/>
                    </a:ext>
                  </a:extLst>
                </p14:cNvPr>
                <p14:cNvContentPartPr/>
                <p14:nvPr/>
              </p14:nvContentPartPr>
              <p14:xfrm>
                <a:off x="986913" y="406440"/>
                <a:ext cx="850680" cy="713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8CF27A-C605-E58E-72D1-53A96AC22D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8913" y="388440"/>
                  <a:ext cx="88632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489C03D-D23D-165D-B783-1EABE701FCF9}"/>
                    </a:ext>
                  </a:extLst>
                </p14:cNvPr>
                <p14:cNvContentPartPr/>
                <p14:nvPr/>
              </p14:nvContentPartPr>
              <p14:xfrm>
                <a:off x="1942713" y="580680"/>
                <a:ext cx="134640" cy="150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489C03D-D23D-165D-B783-1EABE701FC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4713" y="563040"/>
                  <a:ext cx="170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935233-1705-201E-177B-D11276D88CB2}"/>
                    </a:ext>
                  </a:extLst>
                </p14:cNvPr>
                <p14:cNvContentPartPr/>
                <p14:nvPr/>
              </p14:nvContentPartPr>
              <p14:xfrm>
                <a:off x="2114793" y="532440"/>
                <a:ext cx="514800" cy="20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935233-1705-201E-177B-D11276D88CB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96793" y="514440"/>
                  <a:ext cx="550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1D9AD4-3E73-ED88-861C-C66D9F732FCC}"/>
                    </a:ext>
                  </a:extLst>
                </p14:cNvPr>
                <p14:cNvContentPartPr/>
                <p14:nvPr/>
              </p14:nvContentPartPr>
              <p14:xfrm>
                <a:off x="2625993" y="385920"/>
                <a:ext cx="511200" cy="37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1D9AD4-3E73-ED88-861C-C66D9F732F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7993" y="367920"/>
                  <a:ext cx="54684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456CE9-A7C5-606F-A2F3-126C417AEAD5}"/>
                    </a:ext>
                  </a:extLst>
                </p14:cNvPr>
                <p14:cNvContentPartPr/>
                <p14:nvPr/>
              </p14:nvContentPartPr>
              <p14:xfrm>
                <a:off x="3234033" y="586080"/>
                <a:ext cx="182880" cy="192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456CE9-A7C5-606F-A2F3-126C417AEA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16393" y="568080"/>
                  <a:ext cx="218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EA04B5-12C4-2637-5323-EE15D4A29AEE}"/>
                    </a:ext>
                  </a:extLst>
                </p14:cNvPr>
                <p14:cNvContentPartPr/>
                <p14:nvPr/>
              </p14:nvContentPartPr>
              <p14:xfrm>
                <a:off x="3536433" y="403200"/>
                <a:ext cx="255600" cy="402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EA04B5-12C4-2637-5323-EE15D4A29A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18793" y="385560"/>
                  <a:ext cx="2912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DB038E-6A6E-6AC6-75F0-E204F1C59201}"/>
                    </a:ext>
                  </a:extLst>
                </p14:cNvPr>
                <p14:cNvContentPartPr/>
                <p14:nvPr/>
              </p14:nvContentPartPr>
              <p14:xfrm>
                <a:off x="4151313" y="796680"/>
                <a:ext cx="15840" cy="21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DB038E-6A6E-6AC6-75F0-E204F1C592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33313" y="779040"/>
                  <a:ext cx="51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FD0017C-EC54-6C23-C7EB-D589CF513D55}"/>
                    </a:ext>
                  </a:extLst>
                </p14:cNvPr>
                <p14:cNvContentPartPr/>
                <p14:nvPr/>
              </p14:nvContentPartPr>
              <p14:xfrm>
                <a:off x="16353" y="908640"/>
                <a:ext cx="4948920" cy="92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FD0017C-EC54-6C23-C7EB-D589CF513D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-1647" y="891000"/>
                  <a:ext cx="4984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17B36B7-741C-044C-B833-BBAAF94E2811}"/>
                    </a:ext>
                  </a:extLst>
                </p14:cNvPr>
                <p14:cNvContentPartPr/>
                <p14:nvPr/>
              </p14:nvContentPartPr>
              <p14:xfrm>
                <a:off x="4793193" y="1015200"/>
                <a:ext cx="16920" cy="8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17B36B7-741C-044C-B833-BBAAF94E28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75553" y="997200"/>
                  <a:ext cx="5256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D984257-57A2-0090-815F-D43F0E4E5C47}"/>
                  </a:ext>
                </a:extLst>
              </p14:cNvPr>
              <p14:cNvContentPartPr/>
              <p14:nvPr/>
            </p14:nvContentPartPr>
            <p14:xfrm>
              <a:off x="4644513" y="469080"/>
              <a:ext cx="7200" cy="23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D984257-57A2-0090-815F-D43F0E4E5C4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26873" y="451080"/>
                <a:ext cx="428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AF80F1D-949F-66F7-2B35-D251FB9EF72E}"/>
                  </a:ext>
                </a:extLst>
              </p14:cNvPr>
              <p14:cNvContentPartPr/>
              <p14:nvPr/>
            </p14:nvContentPartPr>
            <p14:xfrm>
              <a:off x="4608873" y="699480"/>
              <a:ext cx="15840" cy="23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AF80F1D-949F-66F7-2B35-D251FB9EF72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90873" y="681480"/>
                <a:ext cx="5148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91C3B84-F4A2-38D6-74AA-DAB9E58F9C44}"/>
              </a:ext>
            </a:extLst>
          </p:cNvPr>
          <p:cNvGrpSpPr/>
          <p:nvPr/>
        </p:nvGrpSpPr>
        <p:grpSpPr>
          <a:xfrm>
            <a:off x="5825673" y="387000"/>
            <a:ext cx="873000" cy="493920"/>
            <a:chOff x="5825673" y="387000"/>
            <a:chExt cx="87300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F8321C4-97A5-5D6B-246B-1756C5A5C79F}"/>
                    </a:ext>
                  </a:extLst>
                </p14:cNvPr>
                <p14:cNvContentPartPr/>
                <p14:nvPr/>
              </p14:nvContentPartPr>
              <p14:xfrm>
                <a:off x="5825673" y="387000"/>
                <a:ext cx="744480" cy="49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F8321C4-97A5-5D6B-246B-1756C5A5C79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08033" y="369000"/>
                  <a:ext cx="7801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513614-256A-4337-895B-55DEF62143B9}"/>
                    </a:ext>
                  </a:extLst>
                </p14:cNvPr>
                <p14:cNvContentPartPr/>
                <p14:nvPr/>
              </p14:nvContentPartPr>
              <p14:xfrm>
                <a:off x="6453513" y="597240"/>
                <a:ext cx="245160" cy="20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513614-256A-4337-895B-55DEF62143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35513" y="579600"/>
                  <a:ext cx="28080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B8E545-96EB-46F0-E327-CD82F876B047}"/>
              </a:ext>
            </a:extLst>
          </p:cNvPr>
          <p:cNvGrpSpPr/>
          <p:nvPr/>
        </p:nvGrpSpPr>
        <p:grpSpPr>
          <a:xfrm>
            <a:off x="7367553" y="331200"/>
            <a:ext cx="2297520" cy="619200"/>
            <a:chOff x="7367553" y="331200"/>
            <a:chExt cx="229752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C279963-B312-5BDC-638B-DC7A48E537A8}"/>
                    </a:ext>
                  </a:extLst>
                </p14:cNvPr>
                <p14:cNvContentPartPr/>
                <p14:nvPr/>
              </p14:nvContentPartPr>
              <p14:xfrm>
                <a:off x="7367553" y="590400"/>
                <a:ext cx="253440" cy="208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C279963-B312-5BDC-638B-DC7A48E537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49913" y="572400"/>
                  <a:ext cx="289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D10927-A152-C9D9-0382-589A3BE02B00}"/>
                    </a:ext>
                  </a:extLst>
                </p14:cNvPr>
                <p14:cNvContentPartPr/>
                <p14:nvPr/>
              </p14:nvContentPartPr>
              <p14:xfrm>
                <a:off x="7806753" y="526680"/>
                <a:ext cx="241920" cy="26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D10927-A152-C9D9-0382-589A3BE02B0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88753" y="509040"/>
                  <a:ext cx="277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09B618-793E-28F9-83D7-F98F7F377353}"/>
                    </a:ext>
                  </a:extLst>
                </p14:cNvPr>
                <p14:cNvContentPartPr/>
                <p14:nvPr/>
              </p14:nvContentPartPr>
              <p14:xfrm>
                <a:off x="7849593" y="651240"/>
                <a:ext cx="129600" cy="20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09B618-793E-28F9-83D7-F98F7F3773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31953" y="633600"/>
                  <a:ext cx="165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489294-1110-97FD-7C88-5548854526F1}"/>
                    </a:ext>
                  </a:extLst>
                </p14:cNvPr>
                <p14:cNvContentPartPr/>
                <p14:nvPr/>
              </p14:nvContentPartPr>
              <p14:xfrm>
                <a:off x="8270433" y="456120"/>
                <a:ext cx="210240" cy="351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489294-1110-97FD-7C88-5548854526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52433" y="438480"/>
                  <a:ext cx="2458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7788A8-B18C-11A8-1985-A3A990E6EB71}"/>
                    </a:ext>
                  </a:extLst>
                </p14:cNvPr>
                <p14:cNvContentPartPr/>
                <p14:nvPr/>
              </p14:nvContentPartPr>
              <p14:xfrm>
                <a:off x="8679033" y="534600"/>
                <a:ext cx="214920" cy="267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7788A8-B18C-11A8-1985-A3A990E6EB7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61393" y="516960"/>
                  <a:ext cx="2505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27BDEA-B9DC-BFA2-2FA1-BB15C90497E2}"/>
                    </a:ext>
                  </a:extLst>
                </p14:cNvPr>
                <p14:cNvContentPartPr/>
                <p14:nvPr/>
              </p14:nvContentPartPr>
              <p14:xfrm>
                <a:off x="9025353" y="475200"/>
                <a:ext cx="51120" cy="381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27BDEA-B9DC-BFA2-2FA1-BB15C90497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07713" y="457200"/>
                  <a:ext cx="867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228C32-899A-C294-E56A-5ED274ABBA15}"/>
                    </a:ext>
                  </a:extLst>
                </p14:cNvPr>
                <p14:cNvContentPartPr/>
                <p14:nvPr/>
              </p14:nvContentPartPr>
              <p14:xfrm>
                <a:off x="9060993" y="460800"/>
                <a:ext cx="345600" cy="489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228C32-899A-C294-E56A-5ED274ABBA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43353" y="443160"/>
                  <a:ext cx="38124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0E8751-1E6D-0ECB-83F7-247ACA280C6E}"/>
                    </a:ext>
                  </a:extLst>
                </p14:cNvPr>
                <p14:cNvContentPartPr/>
                <p14:nvPr/>
              </p14:nvContentPartPr>
              <p14:xfrm>
                <a:off x="9357273" y="331200"/>
                <a:ext cx="307800" cy="210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0E8751-1E6D-0ECB-83F7-247ACA280C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39273" y="313200"/>
                  <a:ext cx="34344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8F8CEBB-1AE7-9D3D-40BD-6F46AA210681}"/>
                  </a:ext>
                </a:extLst>
              </p14:cNvPr>
              <p14:cNvContentPartPr/>
              <p14:nvPr/>
            </p14:nvContentPartPr>
            <p14:xfrm>
              <a:off x="105273" y="1317600"/>
              <a:ext cx="261360" cy="419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8F8CEBB-1AE7-9D3D-40BD-6F46AA21068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7273" y="1299960"/>
                <a:ext cx="29700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A9F7AC6-76F0-0238-86A5-C61D6F253AE5}"/>
                  </a:ext>
                </a:extLst>
              </p14:cNvPr>
              <p14:cNvContentPartPr/>
              <p14:nvPr/>
            </p14:nvContentPartPr>
            <p14:xfrm>
              <a:off x="499833" y="1345320"/>
              <a:ext cx="515520" cy="362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A9F7AC6-76F0-0238-86A5-C61D6F253AE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81833" y="1327320"/>
                <a:ext cx="5511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723C439-B644-7440-1012-AC3ED18A12DB}"/>
                  </a:ext>
                </a:extLst>
              </p14:cNvPr>
              <p14:cNvContentPartPr/>
              <p14:nvPr/>
            </p14:nvContentPartPr>
            <p14:xfrm>
              <a:off x="1264113" y="1391400"/>
              <a:ext cx="266040" cy="245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723C439-B644-7440-1012-AC3ED18A12D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46473" y="1373400"/>
                <a:ext cx="3016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7362F21-5057-8756-FAC3-8B806C9FC045}"/>
                  </a:ext>
                </a:extLst>
              </p14:cNvPr>
              <p14:cNvContentPartPr/>
              <p14:nvPr/>
            </p14:nvContentPartPr>
            <p14:xfrm>
              <a:off x="1632753" y="1500840"/>
              <a:ext cx="313200" cy="183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7362F21-5057-8756-FAC3-8B806C9FC04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14753" y="1482840"/>
                <a:ext cx="3488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D365573-FDCC-9665-AB80-BD786458DE6F}"/>
                  </a:ext>
                </a:extLst>
              </p14:cNvPr>
              <p14:cNvContentPartPr/>
              <p14:nvPr/>
            </p14:nvContentPartPr>
            <p14:xfrm>
              <a:off x="1894833" y="1387440"/>
              <a:ext cx="47160" cy="37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D365573-FDCC-9665-AB80-BD786458DE6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77193" y="1369800"/>
                <a:ext cx="828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CC00BBE-8ED0-887B-AA4B-1E7C47E06F35}"/>
                  </a:ext>
                </a:extLst>
              </p14:cNvPr>
              <p14:cNvContentPartPr/>
              <p14:nvPr/>
            </p14:nvContentPartPr>
            <p14:xfrm>
              <a:off x="1796553" y="1344240"/>
              <a:ext cx="1069920" cy="870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CC00BBE-8ED0-887B-AA4B-1E7C47E06F3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778913" y="1326600"/>
                <a:ext cx="1105560" cy="9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D27679D-FF6B-B73D-4C07-447491D4C11A}"/>
                  </a:ext>
                </a:extLst>
              </p14:cNvPr>
              <p14:cNvContentPartPr/>
              <p14:nvPr/>
            </p14:nvContentPartPr>
            <p14:xfrm>
              <a:off x="2956473" y="1438560"/>
              <a:ext cx="807120" cy="257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D27679D-FF6B-B73D-4C07-447491D4C11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938473" y="1420560"/>
                <a:ext cx="8427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85C7A68-B0EB-DBAD-56BE-F1899AEBAB18}"/>
                  </a:ext>
                </a:extLst>
              </p14:cNvPr>
              <p14:cNvContentPartPr/>
              <p14:nvPr/>
            </p14:nvContentPartPr>
            <p14:xfrm>
              <a:off x="3882393" y="1313280"/>
              <a:ext cx="441720" cy="389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85C7A68-B0EB-DBAD-56BE-F1899AEBAB1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864393" y="1295640"/>
                <a:ext cx="47736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03D18CC-BC2B-24CB-56E7-727186032743}"/>
                  </a:ext>
                </a:extLst>
              </p14:cNvPr>
              <p14:cNvContentPartPr/>
              <p14:nvPr/>
            </p14:nvContentPartPr>
            <p14:xfrm>
              <a:off x="4403313" y="1493640"/>
              <a:ext cx="142200" cy="212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03D18CC-BC2B-24CB-56E7-72718603274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85313" y="1476000"/>
                <a:ext cx="1778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7F02CB3-5E20-0C4D-A3BA-1E2BCFAAAD44}"/>
                  </a:ext>
                </a:extLst>
              </p14:cNvPr>
              <p14:cNvContentPartPr/>
              <p14:nvPr/>
            </p14:nvContentPartPr>
            <p14:xfrm>
              <a:off x="4680873" y="1245240"/>
              <a:ext cx="338040" cy="443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7F02CB3-5E20-0C4D-A3BA-1E2BCFAAAD4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663233" y="1227600"/>
                <a:ext cx="37368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5A12055-B352-167B-C36B-8829F05391C0}"/>
                  </a:ext>
                </a:extLst>
              </p14:cNvPr>
              <p14:cNvContentPartPr/>
              <p14:nvPr/>
            </p14:nvContentPartPr>
            <p14:xfrm>
              <a:off x="5575113" y="1326240"/>
              <a:ext cx="292680" cy="696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5A12055-B352-167B-C36B-8829F05391C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557473" y="1308240"/>
                <a:ext cx="328320" cy="73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D18A93D-9D97-6633-3D57-091ADB92409C}"/>
                  </a:ext>
                </a:extLst>
              </p14:cNvPr>
              <p14:cNvContentPartPr/>
              <p14:nvPr/>
            </p14:nvContentPartPr>
            <p14:xfrm>
              <a:off x="6201873" y="1474920"/>
              <a:ext cx="318600" cy="198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D18A93D-9D97-6633-3D57-091ADB92409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84233" y="1456920"/>
                <a:ext cx="3542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084153F-F70A-7320-6EB2-EAA9508A6AD1}"/>
                  </a:ext>
                </a:extLst>
              </p14:cNvPr>
              <p14:cNvContentPartPr/>
              <p14:nvPr/>
            </p14:nvContentPartPr>
            <p14:xfrm>
              <a:off x="6879033" y="1371600"/>
              <a:ext cx="383040" cy="7372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084153F-F70A-7320-6EB2-EAA9508A6A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861393" y="1353960"/>
                <a:ext cx="41868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95DB97C-EF7A-9BD9-5CB2-27126B76C564}"/>
                  </a:ext>
                </a:extLst>
              </p14:cNvPr>
              <p14:cNvContentPartPr/>
              <p14:nvPr/>
            </p14:nvContentPartPr>
            <p14:xfrm>
              <a:off x="7310313" y="1480320"/>
              <a:ext cx="342000" cy="205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95DB97C-EF7A-9BD9-5CB2-27126B76C56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92313" y="1462680"/>
                <a:ext cx="3776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C1DAC0A-16D7-95EE-E061-2538D8B6F16F}"/>
                  </a:ext>
                </a:extLst>
              </p14:cNvPr>
              <p14:cNvContentPartPr/>
              <p14:nvPr/>
            </p14:nvContentPartPr>
            <p14:xfrm>
              <a:off x="7612353" y="1338480"/>
              <a:ext cx="65160" cy="38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C1DAC0A-16D7-95EE-E061-2538D8B6F16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594713" y="1320480"/>
                <a:ext cx="10080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F522CAB-E74C-77AC-4722-532498F0DC21}"/>
                  </a:ext>
                </a:extLst>
              </p14:cNvPr>
              <p14:cNvContentPartPr/>
              <p14:nvPr/>
            </p14:nvContentPartPr>
            <p14:xfrm>
              <a:off x="7749153" y="1459440"/>
              <a:ext cx="211680" cy="155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F522CAB-E74C-77AC-4722-532498F0DC2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731153" y="1441440"/>
                <a:ext cx="2473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0C13E6F-4B9B-90B6-C0C1-D8380012E83A}"/>
                  </a:ext>
                </a:extLst>
              </p14:cNvPr>
              <p14:cNvContentPartPr/>
              <p14:nvPr/>
            </p14:nvContentPartPr>
            <p14:xfrm>
              <a:off x="8126433" y="1262520"/>
              <a:ext cx="91080" cy="321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0C13E6F-4B9B-90B6-C0C1-D8380012E83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108433" y="1244880"/>
                <a:ext cx="12672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86DE55B-9E52-094B-CC69-13D973576852}"/>
                  </a:ext>
                </a:extLst>
              </p14:cNvPr>
              <p14:cNvContentPartPr/>
              <p14:nvPr/>
            </p14:nvContentPartPr>
            <p14:xfrm>
              <a:off x="8107353" y="1291680"/>
              <a:ext cx="110520" cy="12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86DE55B-9E52-094B-CC69-13D97357685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089353" y="1273680"/>
                <a:ext cx="1461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884A787-0DD5-661A-AAA8-23E8A5DE7B6C}"/>
                  </a:ext>
                </a:extLst>
              </p14:cNvPr>
              <p14:cNvContentPartPr/>
              <p14:nvPr/>
            </p14:nvContentPartPr>
            <p14:xfrm>
              <a:off x="8607033" y="1373760"/>
              <a:ext cx="215640" cy="1832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884A787-0DD5-661A-AAA8-23E8A5DE7B6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589393" y="1355760"/>
                <a:ext cx="2512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CFCE946-6D74-6116-CD8A-FA9B81462969}"/>
                  </a:ext>
                </a:extLst>
              </p14:cNvPr>
              <p14:cNvContentPartPr/>
              <p14:nvPr/>
            </p14:nvContentPartPr>
            <p14:xfrm>
              <a:off x="9314073" y="1393920"/>
              <a:ext cx="415080" cy="221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CFCE946-6D74-6116-CD8A-FA9B8146296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296433" y="1375920"/>
                <a:ext cx="4507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C899516-B3FF-CA8B-0585-111A5AD24576}"/>
                  </a:ext>
                </a:extLst>
              </p14:cNvPr>
              <p14:cNvContentPartPr/>
              <p14:nvPr/>
            </p14:nvContentPartPr>
            <p14:xfrm>
              <a:off x="9544833" y="1256040"/>
              <a:ext cx="20160" cy="23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C899516-B3FF-CA8B-0585-111A5AD2457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526833" y="1238400"/>
                <a:ext cx="558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C1E67CC-9545-84B8-DD22-9CE4E0891C90}"/>
                  </a:ext>
                </a:extLst>
              </p14:cNvPr>
              <p14:cNvContentPartPr/>
              <p14:nvPr/>
            </p14:nvContentPartPr>
            <p14:xfrm>
              <a:off x="10120113" y="1298520"/>
              <a:ext cx="741240" cy="360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C1E67CC-9545-84B8-DD22-9CE4E0891C9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102473" y="1280880"/>
                <a:ext cx="77688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6107E76-C7B7-B674-A626-9AC7647787F7}"/>
                  </a:ext>
                </a:extLst>
              </p14:cNvPr>
              <p14:cNvContentPartPr/>
              <p14:nvPr/>
            </p14:nvContentPartPr>
            <p14:xfrm>
              <a:off x="10154313" y="1385280"/>
              <a:ext cx="269280" cy="5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6107E76-C7B7-B674-A626-9AC7647787F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36313" y="1367280"/>
                <a:ext cx="304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369DE3B-7D03-6F66-9BA6-7F42C1272D18}"/>
                  </a:ext>
                </a:extLst>
              </p14:cNvPr>
              <p14:cNvContentPartPr/>
              <p14:nvPr/>
            </p14:nvContentPartPr>
            <p14:xfrm>
              <a:off x="6781473" y="2341440"/>
              <a:ext cx="246960" cy="2584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369DE3B-7D03-6F66-9BA6-7F42C1272D1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763473" y="2323440"/>
                <a:ext cx="28260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32C52BC-E8F6-3589-23F5-98BC43B451FA}"/>
                  </a:ext>
                </a:extLst>
              </p14:cNvPr>
              <p14:cNvContentPartPr/>
              <p14:nvPr/>
            </p14:nvContentPartPr>
            <p14:xfrm>
              <a:off x="7121673" y="2352240"/>
              <a:ext cx="147240" cy="180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32C52BC-E8F6-3589-23F5-98BC43B451F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104033" y="2334240"/>
                <a:ext cx="182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43B2E20-7505-3889-5532-670A95FC2123}"/>
                  </a:ext>
                </a:extLst>
              </p14:cNvPr>
              <p14:cNvContentPartPr/>
              <p14:nvPr/>
            </p14:nvContentPartPr>
            <p14:xfrm>
              <a:off x="7322193" y="2166120"/>
              <a:ext cx="509760" cy="370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43B2E20-7505-3889-5532-670A95FC212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304193" y="2148480"/>
                <a:ext cx="5454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957194E-13E9-0326-C74F-7D18CACCCDC0}"/>
                  </a:ext>
                </a:extLst>
              </p14:cNvPr>
              <p14:cNvContentPartPr/>
              <p14:nvPr/>
            </p14:nvContentPartPr>
            <p14:xfrm>
              <a:off x="8236593" y="2212560"/>
              <a:ext cx="556200" cy="391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957194E-13E9-0326-C74F-7D18CACCCDC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218593" y="2194920"/>
                <a:ext cx="59184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29DF562-EA15-B7C7-91D7-B904246DA81D}"/>
                  </a:ext>
                </a:extLst>
              </p14:cNvPr>
              <p14:cNvContentPartPr/>
              <p14:nvPr/>
            </p14:nvContentPartPr>
            <p14:xfrm>
              <a:off x="8850753" y="2180160"/>
              <a:ext cx="361080" cy="427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29DF562-EA15-B7C7-91D7-B904246DA81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833113" y="2162520"/>
                <a:ext cx="39672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65522E7-D8EB-7304-8A12-60786DF207D7}"/>
                  </a:ext>
                </a:extLst>
              </p14:cNvPr>
              <p14:cNvContentPartPr/>
              <p14:nvPr/>
            </p14:nvContentPartPr>
            <p14:xfrm>
              <a:off x="9024633" y="2311200"/>
              <a:ext cx="162360" cy="478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65522E7-D8EB-7304-8A12-60786DF207D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006633" y="2293560"/>
                <a:ext cx="1980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CA34771-7AA7-7FD6-51C3-A658DA3EE891}"/>
                  </a:ext>
                </a:extLst>
              </p14:cNvPr>
              <p14:cNvContentPartPr/>
              <p14:nvPr/>
            </p14:nvContentPartPr>
            <p14:xfrm>
              <a:off x="8385993" y="2345400"/>
              <a:ext cx="221760" cy="42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CA34771-7AA7-7FD6-51C3-A658DA3EE89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367993" y="2327400"/>
                <a:ext cx="2574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E06487F-86B0-68DE-0A99-DFD71AEAC966}"/>
                  </a:ext>
                </a:extLst>
              </p14:cNvPr>
              <p14:cNvContentPartPr/>
              <p14:nvPr/>
            </p14:nvContentPartPr>
            <p14:xfrm>
              <a:off x="9852633" y="2058120"/>
              <a:ext cx="31320" cy="7556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E06487F-86B0-68DE-0A99-DFD71AEAC96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834993" y="2040480"/>
                <a:ext cx="66960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6D0A09E-35BB-42E6-26C5-7D23BB812866}"/>
                  </a:ext>
                </a:extLst>
              </p14:cNvPr>
              <p14:cNvContentPartPr/>
              <p14:nvPr/>
            </p14:nvContentPartPr>
            <p14:xfrm>
              <a:off x="9970353" y="2389320"/>
              <a:ext cx="225720" cy="2296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6D0A09E-35BB-42E6-26C5-7D23BB81286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952713" y="2371320"/>
                <a:ext cx="2613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23AD4DE-A4EC-644F-1C74-1F04E1DDB092}"/>
                  </a:ext>
                </a:extLst>
              </p14:cNvPr>
              <p14:cNvContentPartPr/>
              <p14:nvPr/>
            </p14:nvContentPartPr>
            <p14:xfrm>
              <a:off x="10321353" y="2453400"/>
              <a:ext cx="139320" cy="32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23AD4DE-A4EC-644F-1C74-1F04E1DDB09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03353" y="2435400"/>
                <a:ext cx="1749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1DC1667-F85A-1499-9BAB-F297A6B37B3E}"/>
                  </a:ext>
                </a:extLst>
              </p14:cNvPr>
              <p14:cNvContentPartPr/>
              <p14:nvPr/>
            </p14:nvContentPartPr>
            <p14:xfrm>
              <a:off x="10553193" y="2356560"/>
              <a:ext cx="223200" cy="204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1DC1667-F85A-1499-9BAB-F297A6B37B3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535193" y="2338920"/>
                <a:ext cx="2588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FEE156B-596D-8D57-9042-09BC84FD8634}"/>
                  </a:ext>
                </a:extLst>
              </p14:cNvPr>
              <p14:cNvContentPartPr/>
              <p14:nvPr/>
            </p14:nvContentPartPr>
            <p14:xfrm>
              <a:off x="10901313" y="2215440"/>
              <a:ext cx="83880" cy="5029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FEE156B-596D-8D57-9042-09BC84FD863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883673" y="2197440"/>
                <a:ext cx="11952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41CDD8E-D1DC-A029-DF40-F77DAC51B952}"/>
                  </a:ext>
                </a:extLst>
              </p14:cNvPr>
              <p14:cNvContentPartPr/>
              <p14:nvPr/>
            </p14:nvContentPartPr>
            <p14:xfrm>
              <a:off x="11224953" y="2351160"/>
              <a:ext cx="242280" cy="2250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41CDD8E-D1DC-A029-DF40-F77DAC51B95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207313" y="2333160"/>
                <a:ext cx="2779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932F1F7-8096-CA9A-6CF9-45374FA57C24}"/>
                  </a:ext>
                </a:extLst>
              </p14:cNvPr>
              <p14:cNvContentPartPr/>
              <p14:nvPr/>
            </p14:nvContentPartPr>
            <p14:xfrm>
              <a:off x="11643273" y="2238120"/>
              <a:ext cx="276840" cy="307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932F1F7-8096-CA9A-6CF9-45374FA57C2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625273" y="2220120"/>
                <a:ext cx="3124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E273616-C1E0-DBB9-3F92-7E7943127428}"/>
                  </a:ext>
                </a:extLst>
              </p14:cNvPr>
              <p14:cNvContentPartPr/>
              <p14:nvPr/>
            </p14:nvContentPartPr>
            <p14:xfrm>
              <a:off x="9796113" y="1609560"/>
              <a:ext cx="1080" cy="39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E273616-C1E0-DBB9-3F92-7E794312742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778473" y="1591560"/>
                <a:ext cx="3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4359E22-38DC-3C74-9E74-2556440B83C9}"/>
                  </a:ext>
                </a:extLst>
              </p14:cNvPr>
              <p14:cNvContentPartPr/>
              <p14:nvPr/>
            </p14:nvContentPartPr>
            <p14:xfrm>
              <a:off x="11273193" y="1256040"/>
              <a:ext cx="594720" cy="412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4359E22-38DC-3C74-9E74-2556440B83C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255553" y="1238400"/>
                <a:ext cx="6303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B4B7523-754F-5417-917A-D8729E2BDEAC}"/>
                  </a:ext>
                </a:extLst>
              </p14:cNvPr>
              <p14:cNvContentPartPr/>
              <p14:nvPr/>
            </p14:nvContentPartPr>
            <p14:xfrm>
              <a:off x="11727153" y="1403640"/>
              <a:ext cx="232920" cy="43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B4B7523-754F-5417-917A-D8729E2BDEA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709153" y="1385640"/>
                <a:ext cx="2685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F72F5D7-CA7F-6A78-8052-5FC65C0410CE}"/>
                  </a:ext>
                </a:extLst>
              </p14:cNvPr>
              <p14:cNvContentPartPr/>
              <p14:nvPr/>
            </p14:nvContentPartPr>
            <p14:xfrm>
              <a:off x="12105513" y="1394280"/>
              <a:ext cx="19080" cy="6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F72F5D7-CA7F-6A78-8052-5FC65C0410C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2087513" y="1376280"/>
                <a:ext cx="5472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DDBAB3C-9450-65E1-881F-414AFCD20855}"/>
              </a:ext>
            </a:extLst>
          </p:cNvPr>
          <p:cNvGrpSpPr/>
          <p:nvPr/>
        </p:nvGrpSpPr>
        <p:grpSpPr>
          <a:xfrm>
            <a:off x="250713" y="2076480"/>
            <a:ext cx="6103080" cy="956880"/>
            <a:chOff x="250713" y="2076480"/>
            <a:chExt cx="6103080" cy="95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0A88B7F-9E4B-CFFE-578E-EAFB2604E8CE}"/>
                    </a:ext>
                  </a:extLst>
                </p14:cNvPr>
                <p14:cNvContentPartPr/>
                <p14:nvPr/>
              </p14:nvContentPartPr>
              <p14:xfrm>
                <a:off x="250713" y="2134440"/>
                <a:ext cx="535680" cy="476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0A88B7F-9E4B-CFFE-578E-EAFB2604E8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2713" y="2116440"/>
                  <a:ext cx="57132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1987011-EC5C-C063-EE8E-B89C812C8A8E}"/>
                    </a:ext>
                  </a:extLst>
                </p14:cNvPr>
                <p14:cNvContentPartPr/>
                <p14:nvPr/>
              </p14:nvContentPartPr>
              <p14:xfrm>
                <a:off x="1069713" y="2196360"/>
                <a:ext cx="390240" cy="779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1987011-EC5C-C063-EE8E-B89C812C8A8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52073" y="2178720"/>
                  <a:ext cx="42588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335E27-E45E-880D-AA3E-198621027176}"/>
                    </a:ext>
                  </a:extLst>
                </p14:cNvPr>
                <p14:cNvContentPartPr/>
                <p14:nvPr/>
              </p14:nvContentPartPr>
              <p14:xfrm>
                <a:off x="1948113" y="2161800"/>
                <a:ext cx="617400" cy="399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335E27-E45E-880D-AA3E-19862102717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30113" y="2143800"/>
                  <a:ext cx="65304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9DBE96-4C96-9DD3-0AD2-FD9EB6314DDF}"/>
                    </a:ext>
                  </a:extLst>
                </p14:cNvPr>
                <p14:cNvContentPartPr/>
                <p14:nvPr/>
              </p14:nvContentPartPr>
              <p14:xfrm>
                <a:off x="3036753" y="2277360"/>
                <a:ext cx="299520" cy="756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9DBE96-4C96-9DD3-0AD2-FD9EB6314DD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18753" y="2259720"/>
                  <a:ext cx="33516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23F6B58-CDDD-C477-641D-A5975E2156CA}"/>
                    </a:ext>
                  </a:extLst>
                </p14:cNvPr>
                <p14:cNvContentPartPr/>
                <p14:nvPr/>
              </p14:nvContentPartPr>
              <p14:xfrm>
                <a:off x="3387393" y="2409120"/>
                <a:ext cx="339120" cy="200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23F6B58-CDDD-C477-641D-A5975E2156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69753" y="2391480"/>
                  <a:ext cx="374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5B0C68B-8463-DF51-E428-295375564BB3}"/>
                    </a:ext>
                  </a:extLst>
                </p14:cNvPr>
                <p14:cNvContentPartPr/>
                <p14:nvPr/>
              </p14:nvContentPartPr>
              <p14:xfrm>
                <a:off x="3647313" y="2308320"/>
                <a:ext cx="78120" cy="34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5B0C68B-8463-DF51-E428-295375564BB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29673" y="2290320"/>
                  <a:ext cx="113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23B710-F166-A926-8D0A-7C72D62A6882}"/>
                    </a:ext>
                  </a:extLst>
                </p14:cNvPr>
                <p14:cNvContentPartPr/>
                <p14:nvPr/>
              </p14:nvContentPartPr>
              <p14:xfrm>
                <a:off x="3753873" y="2410920"/>
                <a:ext cx="261000" cy="165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23B710-F166-A926-8D0A-7C72D62A688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36233" y="2393280"/>
                  <a:ext cx="296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1AE2D9-9176-462E-4EFE-BEAB44456F8C}"/>
                    </a:ext>
                  </a:extLst>
                </p14:cNvPr>
                <p14:cNvContentPartPr/>
                <p14:nvPr/>
              </p14:nvContentPartPr>
              <p14:xfrm>
                <a:off x="4052313" y="2130840"/>
                <a:ext cx="260640" cy="429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1AE2D9-9176-462E-4EFE-BEAB44456F8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34313" y="2113200"/>
                  <a:ext cx="2962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368D39-3D31-1EF9-6BD1-7463B4689B92}"/>
                    </a:ext>
                  </a:extLst>
                </p14:cNvPr>
                <p14:cNvContentPartPr/>
                <p14:nvPr/>
              </p14:nvContentPartPr>
              <p14:xfrm>
                <a:off x="4021353" y="2263680"/>
                <a:ext cx="267120" cy="46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368D39-3D31-1EF9-6BD1-7463B4689B9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03353" y="2246040"/>
                  <a:ext cx="302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401C75-B418-CA2D-13C7-A3D8E5530A63}"/>
                    </a:ext>
                  </a:extLst>
                </p14:cNvPr>
                <p14:cNvContentPartPr/>
                <p14:nvPr/>
              </p14:nvContentPartPr>
              <p14:xfrm>
                <a:off x="3729033" y="2847600"/>
                <a:ext cx="50040" cy="65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401C75-B418-CA2D-13C7-A3D8E5530A6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11033" y="2829600"/>
                  <a:ext cx="856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D8453B8-AFE8-16F3-A460-C519005A2BA8}"/>
                    </a:ext>
                  </a:extLst>
                </p14:cNvPr>
                <p14:cNvContentPartPr/>
                <p14:nvPr/>
              </p14:nvContentPartPr>
              <p14:xfrm>
                <a:off x="4691673" y="2324880"/>
                <a:ext cx="315000" cy="249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D8453B8-AFE8-16F3-A460-C519005A2B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74033" y="2306880"/>
                  <a:ext cx="350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A1B89CA-7CCA-308D-F537-0E1901A6F735}"/>
                    </a:ext>
                  </a:extLst>
                </p14:cNvPr>
                <p14:cNvContentPartPr/>
                <p14:nvPr/>
              </p14:nvContentPartPr>
              <p14:xfrm>
                <a:off x="5153913" y="2266200"/>
                <a:ext cx="175680" cy="284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A1B89CA-7CCA-308D-F537-0E1901A6F73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35913" y="2248560"/>
                  <a:ext cx="2113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C93BDA6-7C07-D90C-F196-55139C4DBD13}"/>
                    </a:ext>
                  </a:extLst>
                </p14:cNvPr>
                <p14:cNvContentPartPr/>
                <p14:nvPr/>
              </p14:nvContentPartPr>
              <p14:xfrm>
                <a:off x="5186313" y="2271240"/>
                <a:ext cx="566280" cy="255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C93BDA6-7C07-D90C-F196-55139C4DBD1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68313" y="2253240"/>
                  <a:ext cx="601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D0AD42D-BE52-4600-83A8-740B8CB33112}"/>
                    </a:ext>
                  </a:extLst>
                </p14:cNvPr>
                <p14:cNvContentPartPr/>
                <p14:nvPr/>
              </p14:nvContentPartPr>
              <p14:xfrm>
                <a:off x="5745033" y="2210400"/>
                <a:ext cx="198360" cy="303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D0AD42D-BE52-4600-83A8-740B8CB3311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27393" y="2192400"/>
                  <a:ext cx="2340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C73924-1852-9661-D787-CC06BC074135}"/>
                    </a:ext>
                  </a:extLst>
                </p14:cNvPr>
                <p14:cNvContentPartPr/>
                <p14:nvPr/>
              </p14:nvContentPartPr>
              <p14:xfrm>
                <a:off x="6148953" y="2076480"/>
                <a:ext cx="204840" cy="177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C73924-1852-9661-D787-CC06BC07413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31313" y="2058840"/>
                  <a:ext cx="240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A44250-D04B-4214-A469-41429DB41601}"/>
                    </a:ext>
                  </a:extLst>
                </p14:cNvPr>
                <p14:cNvContentPartPr/>
                <p14:nvPr/>
              </p14:nvContentPartPr>
              <p14:xfrm>
                <a:off x="4752513" y="2541960"/>
                <a:ext cx="3960" cy="5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A44250-D04B-4214-A469-41429DB4160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34873" y="2524320"/>
                  <a:ext cx="39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C81E18E-01EA-0393-87F4-B6D49B49173A}"/>
                    </a:ext>
                  </a:extLst>
                </p14:cNvPr>
                <p14:cNvContentPartPr/>
                <p14:nvPr/>
              </p14:nvContentPartPr>
              <p14:xfrm>
                <a:off x="5547033" y="2564280"/>
                <a:ext cx="11520" cy="9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C81E18E-01EA-0393-87F4-B6D49B49173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29393" y="2546640"/>
                  <a:ext cx="4716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9741E23-8FFD-D61D-3F77-66213142C1B9}"/>
                  </a:ext>
                </a:extLst>
              </p14:cNvPr>
              <p14:cNvContentPartPr/>
              <p14:nvPr/>
            </p14:nvContentPartPr>
            <p14:xfrm>
              <a:off x="12039368" y="2356560"/>
              <a:ext cx="39600" cy="10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9741E23-8FFD-D61D-3F77-66213142C1B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2021368" y="2338920"/>
                <a:ext cx="752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E1CB7CC-0725-44A0-3FB7-7756819CC9C3}"/>
                  </a:ext>
                </a:extLst>
              </p14:cNvPr>
              <p14:cNvContentPartPr/>
              <p14:nvPr/>
            </p14:nvContentPartPr>
            <p14:xfrm>
              <a:off x="193127" y="3051022"/>
              <a:ext cx="1344240" cy="3466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E1CB7CC-0725-44A0-3FB7-7756819CC9C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75127" y="3033022"/>
                <a:ext cx="137988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0E49D22-FC71-3344-8834-C210B4149769}"/>
                  </a:ext>
                </a:extLst>
              </p14:cNvPr>
              <p14:cNvContentPartPr/>
              <p14:nvPr/>
            </p14:nvContentPartPr>
            <p14:xfrm>
              <a:off x="2008967" y="3019342"/>
              <a:ext cx="234000" cy="4132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0E49D22-FC71-3344-8834-C210B414976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991327" y="3001342"/>
                <a:ext cx="269640" cy="44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97F97F-A7D3-4029-19AA-513CD8F93DD8}"/>
              </a:ext>
            </a:extLst>
          </p:cNvPr>
          <p:cNvGrpSpPr/>
          <p:nvPr/>
        </p:nvGrpSpPr>
        <p:grpSpPr>
          <a:xfrm>
            <a:off x="2743367" y="3085582"/>
            <a:ext cx="371880" cy="301680"/>
            <a:chOff x="2743367" y="3085582"/>
            <a:chExt cx="37188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89FBAD0-1D56-6CC4-3206-BE5C6A62EE7A}"/>
                    </a:ext>
                  </a:extLst>
                </p14:cNvPr>
                <p14:cNvContentPartPr/>
                <p14:nvPr/>
              </p14:nvContentPartPr>
              <p14:xfrm>
                <a:off x="2743367" y="3228502"/>
                <a:ext cx="182520" cy="149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89FBAD0-1D56-6CC4-3206-BE5C6A62EE7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725727" y="3210862"/>
                  <a:ext cx="218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276C49D-2DB1-0EB0-239C-6DCCE8E62320}"/>
                    </a:ext>
                  </a:extLst>
                </p14:cNvPr>
                <p14:cNvContentPartPr/>
                <p14:nvPr/>
              </p14:nvContentPartPr>
              <p14:xfrm>
                <a:off x="3007247" y="3247222"/>
                <a:ext cx="108000" cy="140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276C49D-2DB1-0EB0-239C-6DCCE8E6232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89247" y="3229582"/>
                  <a:ext cx="143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CFB9749-A248-0B37-5E8F-94B8E076A84A}"/>
                    </a:ext>
                  </a:extLst>
                </p14:cNvPr>
                <p14:cNvContentPartPr/>
                <p14:nvPr/>
              </p14:nvContentPartPr>
              <p14:xfrm>
                <a:off x="2986727" y="3085582"/>
                <a:ext cx="33120" cy="39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CFB9749-A248-0B37-5E8F-94B8E076A84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68727" y="3067942"/>
                  <a:ext cx="687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FBF7A52-FF6E-1F6B-CAE2-94B475012B03}"/>
              </a:ext>
            </a:extLst>
          </p:cNvPr>
          <p:cNvGrpSpPr/>
          <p:nvPr/>
        </p:nvGrpSpPr>
        <p:grpSpPr>
          <a:xfrm>
            <a:off x="3998327" y="3223102"/>
            <a:ext cx="532800" cy="209160"/>
            <a:chOff x="3998327" y="3223102"/>
            <a:chExt cx="53280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C5E2C8B-84F8-FDB4-19C9-C29864A00404}"/>
                    </a:ext>
                  </a:extLst>
                </p14:cNvPr>
                <p14:cNvContentPartPr/>
                <p14:nvPr/>
              </p14:nvContentPartPr>
              <p14:xfrm>
                <a:off x="3998327" y="3223102"/>
                <a:ext cx="190800" cy="209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C5E2C8B-84F8-FDB4-19C9-C29864A0040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980327" y="3205102"/>
                  <a:ext cx="226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42244BE-A741-EBB7-68C3-5CB9BB31D79D}"/>
                    </a:ext>
                  </a:extLst>
                </p14:cNvPr>
                <p14:cNvContentPartPr/>
                <p14:nvPr/>
              </p14:nvContentPartPr>
              <p14:xfrm>
                <a:off x="4269047" y="3269902"/>
                <a:ext cx="262080" cy="126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42244BE-A741-EBB7-68C3-5CB9BB31D79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51047" y="3251902"/>
                  <a:ext cx="29772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9F3A83E-B5AC-D217-0FB7-0158924377E4}"/>
              </a:ext>
            </a:extLst>
          </p:cNvPr>
          <p:cNvGrpSpPr/>
          <p:nvPr/>
        </p:nvGrpSpPr>
        <p:grpSpPr>
          <a:xfrm>
            <a:off x="5072927" y="3066862"/>
            <a:ext cx="2095920" cy="658080"/>
            <a:chOff x="5072927" y="3066862"/>
            <a:chExt cx="2095920" cy="65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3157A2B-F9FE-E576-7FE6-D0CE06739973}"/>
                    </a:ext>
                  </a:extLst>
                </p14:cNvPr>
                <p14:cNvContentPartPr/>
                <p14:nvPr/>
              </p14:nvContentPartPr>
              <p14:xfrm>
                <a:off x="5072927" y="3151102"/>
                <a:ext cx="396000" cy="235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3157A2B-F9FE-E576-7FE6-D0CE0673997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55287" y="3133102"/>
                  <a:ext cx="431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DB02669-F094-0B37-FAD8-3BB09BFFBEBB}"/>
                    </a:ext>
                  </a:extLst>
                </p14:cNvPr>
                <p14:cNvContentPartPr/>
                <p14:nvPr/>
              </p14:nvContentPartPr>
              <p14:xfrm>
                <a:off x="5585567" y="3066862"/>
                <a:ext cx="192240" cy="296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DB02669-F094-0B37-FAD8-3BB09BFFBEB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67927" y="3049222"/>
                  <a:ext cx="2278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5CF7AB7-A298-79B3-2ECC-7A67D2FCDBA2}"/>
                    </a:ext>
                  </a:extLst>
                </p14:cNvPr>
                <p14:cNvContentPartPr/>
                <p14:nvPr/>
              </p14:nvContentPartPr>
              <p14:xfrm>
                <a:off x="5838287" y="3225982"/>
                <a:ext cx="82440" cy="146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5CF7AB7-A298-79B3-2ECC-7A67D2FCDBA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20647" y="3207982"/>
                  <a:ext cx="118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4430799-FA31-1046-00B9-D3FA0153DA93}"/>
                    </a:ext>
                  </a:extLst>
                </p14:cNvPr>
                <p14:cNvContentPartPr/>
                <p14:nvPr/>
              </p14:nvContentPartPr>
              <p14:xfrm>
                <a:off x="5869607" y="3147502"/>
                <a:ext cx="19440" cy="14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4430799-FA31-1046-00B9-D3FA0153DA9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51967" y="3129502"/>
                  <a:ext cx="55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CD46A28-5837-E0DF-59B4-BB997B131D41}"/>
                    </a:ext>
                  </a:extLst>
                </p14:cNvPr>
                <p14:cNvContentPartPr/>
                <p14:nvPr/>
              </p14:nvContentPartPr>
              <p14:xfrm>
                <a:off x="6221327" y="3115822"/>
                <a:ext cx="114120" cy="257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CD46A28-5837-E0DF-59B4-BB997B131D4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03687" y="3098182"/>
                  <a:ext cx="1497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342C46B-52F5-E980-E302-6A292397BFCF}"/>
                    </a:ext>
                  </a:extLst>
                </p14:cNvPr>
                <p14:cNvContentPartPr/>
                <p14:nvPr/>
              </p14:nvContentPartPr>
              <p14:xfrm>
                <a:off x="6174887" y="3152902"/>
                <a:ext cx="993960" cy="572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342C46B-52F5-E980-E302-6A292397BFC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156887" y="3135262"/>
                  <a:ext cx="102960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00237C1-74BA-EA5E-F106-22937E2F8D02}"/>
                    </a:ext>
                  </a:extLst>
                </p14:cNvPr>
                <p14:cNvContentPartPr/>
                <p14:nvPr/>
              </p14:nvContentPartPr>
              <p14:xfrm>
                <a:off x="5898047" y="3299422"/>
                <a:ext cx="293040" cy="99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00237C1-74BA-EA5E-F106-22937E2F8D0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80407" y="3281782"/>
                  <a:ext cx="32868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F309CCF-5E04-A7EC-89CB-1990E9BEEFE7}"/>
              </a:ext>
            </a:extLst>
          </p:cNvPr>
          <p:cNvGrpSpPr/>
          <p:nvPr/>
        </p:nvGrpSpPr>
        <p:grpSpPr>
          <a:xfrm>
            <a:off x="7586087" y="3070462"/>
            <a:ext cx="1135800" cy="380160"/>
            <a:chOff x="7586087" y="3070462"/>
            <a:chExt cx="113580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E165608-F36C-75BB-09B1-CB8867930779}"/>
                    </a:ext>
                  </a:extLst>
                </p14:cNvPr>
                <p14:cNvContentPartPr/>
                <p14:nvPr/>
              </p14:nvContentPartPr>
              <p14:xfrm>
                <a:off x="7586087" y="3216622"/>
                <a:ext cx="191880" cy="199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E165608-F36C-75BB-09B1-CB886793077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68087" y="3198982"/>
                  <a:ext cx="227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EB850D7-B3FE-2A85-5F52-D4BB0B15BF84}"/>
                    </a:ext>
                  </a:extLst>
                </p14:cNvPr>
                <p14:cNvContentPartPr/>
                <p14:nvPr/>
              </p14:nvContentPartPr>
              <p14:xfrm>
                <a:off x="7865447" y="3243622"/>
                <a:ext cx="244440" cy="161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EB850D7-B3FE-2A85-5F52-D4BB0B15BF8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47447" y="3225622"/>
                  <a:ext cx="280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FB020DC-18B5-091A-A971-DB23F093F6DA}"/>
                    </a:ext>
                  </a:extLst>
                </p14:cNvPr>
                <p14:cNvContentPartPr/>
                <p14:nvPr/>
              </p14:nvContentPartPr>
              <p14:xfrm>
                <a:off x="8170367" y="3070462"/>
                <a:ext cx="551520" cy="380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FB020DC-18B5-091A-A971-DB23F093F6D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52367" y="3052822"/>
                  <a:ext cx="58716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C7EE8FC-8512-D920-33A3-778C74FE8FCD}"/>
              </a:ext>
            </a:extLst>
          </p:cNvPr>
          <p:cNvGrpSpPr/>
          <p:nvPr/>
        </p:nvGrpSpPr>
        <p:grpSpPr>
          <a:xfrm>
            <a:off x="9028967" y="3095302"/>
            <a:ext cx="1252440" cy="720360"/>
            <a:chOff x="9028967" y="3095302"/>
            <a:chExt cx="1252440" cy="7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36932E-A2F4-E334-9CC5-DCBA82D7357F}"/>
                    </a:ext>
                  </a:extLst>
                </p14:cNvPr>
                <p14:cNvContentPartPr/>
                <p14:nvPr/>
              </p14:nvContentPartPr>
              <p14:xfrm>
                <a:off x="9028967" y="3195742"/>
                <a:ext cx="124560" cy="619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36932E-A2F4-E334-9CC5-DCBA82D7357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10967" y="3177742"/>
                  <a:ext cx="16020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0946ED1-F2DF-3D17-2D02-1668E440B885}"/>
                    </a:ext>
                  </a:extLst>
                </p14:cNvPr>
                <p14:cNvContentPartPr/>
                <p14:nvPr/>
              </p14:nvContentPartPr>
              <p14:xfrm>
                <a:off x="9109967" y="3224542"/>
                <a:ext cx="110880" cy="154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0946ED1-F2DF-3D17-2D02-1668E440B88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91967" y="3206902"/>
                  <a:ext cx="146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BA7D029-81D5-01BD-2893-986AFBF01BF8}"/>
                    </a:ext>
                  </a:extLst>
                </p14:cNvPr>
                <p14:cNvContentPartPr/>
                <p14:nvPr/>
              </p14:nvContentPartPr>
              <p14:xfrm>
                <a:off x="9270167" y="3218062"/>
                <a:ext cx="126000" cy="171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BA7D029-81D5-01BD-2893-986AFBF01BF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52527" y="3200062"/>
                  <a:ext cx="161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63D62E8-C44F-7178-93C4-6DE266B11B67}"/>
                    </a:ext>
                  </a:extLst>
                </p14:cNvPr>
                <p14:cNvContentPartPr/>
                <p14:nvPr/>
              </p14:nvContentPartPr>
              <p14:xfrm>
                <a:off x="9433607" y="3224542"/>
                <a:ext cx="111600" cy="164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63D62E8-C44F-7178-93C4-6DE266B11B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15607" y="3206902"/>
                  <a:ext cx="147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CD8D6D-18E4-08FB-648B-607AD8EB0E36}"/>
                    </a:ext>
                  </a:extLst>
                </p14:cNvPr>
                <p14:cNvContentPartPr/>
                <p14:nvPr/>
              </p14:nvContentPartPr>
              <p14:xfrm>
                <a:off x="9586247" y="3254422"/>
                <a:ext cx="69120" cy="120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CD8D6D-18E4-08FB-648B-607AD8EB0E3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568247" y="3236782"/>
                  <a:ext cx="104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18493FE-12E5-1D01-655D-7E5C31C3BE2F}"/>
                    </a:ext>
                  </a:extLst>
                </p14:cNvPr>
                <p14:cNvContentPartPr/>
                <p14:nvPr/>
              </p14:nvContentPartPr>
              <p14:xfrm>
                <a:off x="9644927" y="3106462"/>
                <a:ext cx="42840" cy="70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18493FE-12E5-1D01-655D-7E5C31C3BE2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27287" y="3088462"/>
                  <a:ext cx="78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5E0DEFC-4C60-300E-C3C8-3B552953D5FD}"/>
                    </a:ext>
                  </a:extLst>
                </p14:cNvPr>
                <p14:cNvContentPartPr/>
                <p14:nvPr/>
              </p14:nvContentPartPr>
              <p14:xfrm>
                <a:off x="9742847" y="3103222"/>
                <a:ext cx="19800" cy="294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5E0DEFC-4C60-300E-C3C8-3B552953D5F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24847" y="3085222"/>
                  <a:ext cx="55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111205E-B2D5-58C2-C968-BFF138CC3D7D}"/>
                    </a:ext>
                  </a:extLst>
                </p14:cNvPr>
                <p14:cNvContentPartPr/>
                <p14:nvPr/>
              </p14:nvContentPartPr>
              <p14:xfrm>
                <a:off x="9882527" y="3248662"/>
                <a:ext cx="45360" cy="154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111205E-B2D5-58C2-C968-BFF138CC3D7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64527" y="3231022"/>
                  <a:ext cx="810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C5AC43-7021-CAB5-5DD1-3041D5CBADDC}"/>
                    </a:ext>
                  </a:extLst>
                </p14:cNvPr>
                <p14:cNvContentPartPr/>
                <p14:nvPr/>
              </p14:nvContentPartPr>
              <p14:xfrm>
                <a:off x="9981527" y="3236422"/>
                <a:ext cx="299880" cy="153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C5AC43-7021-CAB5-5DD1-3041D5CBADD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963527" y="3218782"/>
                  <a:ext cx="335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40E04A5-925A-E25E-AF1D-65C365FCD975}"/>
                    </a:ext>
                  </a:extLst>
                </p14:cNvPr>
                <p14:cNvContentPartPr/>
                <p14:nvPr/>
              </p14:nvContentPartPr>
              <p14:xfrm>
                <a:off x="10028327" y="3095302"/>
                <a:ext cx="75960" cy="16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40E04A5-925A-E25E-AF1D-65C365FCD97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10687" y="3077662"/>
                  <a:ext cx="111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82D6D74-F42C-DD3C-CF99-A2F8BF4A2566}"/>
                    </a:ext>
                  </a:extLst>
                </p14:cNvPr>
                <p14:cNvContentPartPr/>
                <p14:nvPr/>
              </p14:nvContentPartPr>
              <p14:xfrm>
                <a:off x="9718007" y="3189982"/>
                <a:ext cx="189720" cy="13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82D6D74-F42C-DD3C-CF99-A2F8BF4A256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700007" y="3172342"/>
                  <a:ext cx="22536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066B866-1074-1818-078C-3287A57064C3}"/>
              </a:ext>
            </a:extLst>
          </p:cNvPr>
          <p:cNvGrpSpPr/>
          <p:nvPr/>
        </p:nvGrpSpPr>
        <p:grpSpPr>
          <a:xfrm>
            <a:off x="10687847" y="3095662"/>
            <a:ext cx="1468080" cy="289080"/>
            <a:chOff x="10687847" y="3095662"/>
            <a:chExt cx="146808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2DE56B-36E0-2BA6-A39C-0DC8CE359303}"/>
                    </a:ext>
                  </a:extLst>
                </p14:cNvPr>
                <p14:cNvContentPartPr/>
                <p14:nvPr/>
              </p14:nvContentPartPr>
              <p14:xfrm>
                <a:off x="10687847" y="3220582"/>
                <a:ext cx="474120" cy="151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2DE56B-36E0-2BA6-A39C-0DC8CE3593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69847" y="3202582"/>
                  <a:ext cx="509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D82595D-8E64-6150-0653-8E8EDD6E6085}"/>
                    </a:ext>
                  </a:extLst>
                </p14:cNvPr>
                <p14:cNvContentPartPr/>
                <p14:nvPr/>
              </p14:nvContentPartPr>
              <p14:xfrm>
                <a:off x="11253047" y="3200062"/>
                <a:ext cx="305280" cy="184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D82595D-8E64-6150-0653-8E8EDD6E608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235047" y="3182062"/>
                  <a:ext cx="340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AC51644-C4D8-3887-1B2D-EC42F12437A6}"/>
                    </a:ext>
                  </a:extLst>
                </p14:cNvPr>
                <p14:cNvContentPartPr/>
                <p14:nvPr/>
              </p14:nvContentPartPr>
              <p14:xfrm>
                <a:off x="11622767" y="3095662"/>
                <a:ext cx="165240" cy="258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AC51644-C4D8-3887-1B2D-EC42F12437A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604767" y="3077662"/>
                  <a:ext cx="200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58770F4-1A37-3D22-C275-2AFF1CA89E02}"/>
                    </a:ext>
                  </a:extLst>
                </p14:cNvPr>
                <p14:cNvContentPartPr/>
                <p14:nvPr/>
              </p14:nvContentPartPr>
              <p14:xfrm>
                <a:off x="11829407" y="3229942"/>
                <a:ext cx="87120" cy="144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58770F4-1A37-3D22-C275-2AFF1CA89E0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811767" y="3211942"/>
                  <a:ext cx="122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62C7FBA-1106-FD5E-1895-9CF9E765AAEC}"/>
                    </a:ext>
                  </a:extLst>
                </p14:cNvPr>
                <p14:cNvContentPartPr/>
                <p14:nvPr/>
              </p14:nvContentPartPr>
              <p14:xfrm>
                <a:off x="11986727" y="3196102"/>
                <a:ext cx="75240" cy="151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62C7FBA-1106-FD5E-1895-9CF9E765AAE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68727" y="3178462"/>
                  <a:ext cx="110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42A6E88-4A2E-F7FD-95A0-63B0FC5B9EE5}"/>
                    </a:ext>
                  </a:extLst>
                </p14:cNvPr>
                <p14:cNvContentPartPr/>
                <p14:nvPr/>
              </p14:nvContentPartPr>
              <p14:xfrm>
                <a:off x="12142607" y="3347662"/>
                <a:ext cx="13320" cy="6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42A6E88-4A2E-F7FD-95A0-63B0FC5B9EE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124607" y="3330022"/>
                  <a:ext cx="48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219B0E6A-F3B3-5C62-31B5-3DF825BCAC7C}"/>
              </a:ext>
            </a:extLst>
          </p:cNvPr>
          <p:cNvGrpSpPr/>
          <p:nvPr/>
        </p:nvGrpSpPr>
        <p:grpSpPr>
          <a:xfrm>
            <a:off x="179087" y="3760942"/>
            <a:ext cx="12101760" cy="3130560"/>
            <a:chOff x="179087" y="3760942"/>
            <a:chExt cx="12101760" cy="31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90B56A0-15E7-AE98-AF57-6D2997968201}"/>
                    </a:ext>
                  </a:extLst>
                </p14:cNvPr>
                <p14:cNvContentPartPr/>
                <p14:nvPr/>
              </p14:nvContentPartPr>
              <p14:xfrm>
                <a:off x="206807" y="3834742"/>
                <a:ext cx="83880" cy="354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90B56A0-15E7-AE98-AF57-6D299796820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8807" y="3816742"/>
                  <a:ext cx="1195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071EA96-1C89-113C-C4A6-53F9D797323D}"/>
                    </a:ext>
                  </a:extLst>
                </p14:cNvPr>
                <p14:cNvContentPartPr/>
                <p14:nvPr/>
              </p14:nvContentPartPr>
              <p14:xfrm>
                <a:off x="226607" y="3899542"/>
                <a:ext cx="159480" cy="250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071EA96-1C89-113C-C4A6-53F9D797323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08607" y="3881542"/>
                  <a:ext cx="1951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A9CCA29-578F-E3A1-48A5-FB3D94370844}"/>
                    </a:ext>
                  </a:extLst>
                </p14:cNvPr>
                <p14:cNvContentPartPr/>
                <p14:nvPr/>
              </p14:nvContentPartPr>
              <p14:xfrm>
                <a:off x="419567" y="3864982"/>
                <a:ext cx="46800" cy="240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A9CCA29-578F-E3A1-48A5-FB3D9437084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1567" y="3846982"/>
                  <a:ext cx="82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F70FC62-68EE-BBDE-8368-BC1AF8E006D0}"/>
                    </a:ext>
                  </a:extLst>
                </p14:cNvPr>
                <p14:cNvContentPartPr/>
                <p14:nvPr/>
              </p14:nvContentPartPr>
              <p14:xfrm>
                <a:off x="451247" y="4024102"/>
                <a:ext cx="124920" cy="179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F70FC62-68EE-BBDE-8368-BC1AF8E006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3607" y="4006102"/>
                  <a:ext cx="160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324FDB5-77AC-B50B-8496-67DF6F7E0CFF}"/>
                    </a:ext>
                  </a:extLst>
                </p14:cNvPr>
                <p14:cNvContentPartPr/>
                <p14:nvPr/>
              </p14:nvContentPartPr>
              <p14:xfrm>
                <a:off x="660767" y="4025542"/>
                <a:ext cx="55800" cy="1242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324FDB5-77AC-B50B-8496-67DF6F7E0CF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2767" y="4007542"/>
                  <a:ext cx="91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9A2543E-1ED3-09E4-EE98-1BDF440E5CAD}"/>
                    </a:ext>
                  </a:extLst>
                </p14:cNvPr>
                <p14:cNvContentPartPr/>
                <p14:nvPr/>
              </p14:nvContentPartPr>
              <p14:xfrm>
                <a:off x="703247" y="3911422"/>
                <a:ext cx="54000" cy="63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9A2543E-1ED3-09E4-EE98-1BDF440E5CA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5607" y="3893422"/>
                  <a:ext cx="89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1697CCA-92A5-DDAC-C952-F3E1B337BA13}"/>
                    </a:ext>
                  </a:extLst>
                </p14:cNvPr>
                <p14:cNvContentPartPr/>
                <p14:nvPr/>
              </p14:nvContentPartPr>
              <p14:xfrm>
                <a:off x="646007" y="4012942"/>
                <a:ext cx="284040" cy="536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1697CCA-92A5-DDAC-C952-F3E1B337BA1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28007" y="3995302"/>
                  <a:ext cx="3196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9A076C6-8199-0F2A-8793-30CF305AE1A2}"/>
                    </a:ext>
                  </a:extLst>
                </p14:cNvPr>
                <p14:cNvContentPartPr/>
                <p14:nvPr/>
              </p14:nvContentPartPr>
              <p14:xfrm>
                <a:off x="1011767" y="3760942"/>
                <a:ext cx="163800" cy="337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9A076C6-8199-0F2A-8793-30CF305AE1A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93767" y="3742942"/>
                  <a:ext cx="1994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A644F58-80CA-90BB-15F8-AE5D2746F66A}"/>
                    </a:ext>
                  </a:extLst>
                </p14:cNvPr>
                <p14:cNvContentPartPr/>
                <p14:nvPr/>
              </p14:nvContentPartPr>
              <p14:xfrm>
                <a:off x="1219127" y="3796942"/>
                <a:ext cx="133200" cy="345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A644F58-80CA-90BB-15F8-AE5D2746F66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01487" y="3778942"/>
                  <a:ext cx="1688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97584E9-7D5F-0B7D-7AC2-C382CAAA01A6}"/>
                    </a:ext>
                  </a:extLst>
                </p14:cNvPr>
                <p14:cNvContentPartPr/>
                <p14:nvPr/>
              </p14:nvContentPartPr>
              <p14:xfrm>
                <a:off x="1426127" y="3965782"/>
                <a:ext cx="145080" cy="154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97584E9-7D5F-0B7D-7AC2-C382CAAA01A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08487" y="3947782"/>
                  <a:ext cx="180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FB44339-DFA0-3DB4-C909-8F1D313A67A7}"/>
                    </a:ext>
                  </a:extLst>
                </p14:cNvPr>
                <p14:cNvContentPartPr/>
                <p14:nvPr/>
              </p14:nvContentPartPr>
              <p14:xfrm>
                <a:off x="1637087" y="3982342"/>
                <a:ext cx="124200" cy="136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FB44339-DFA0-3DB4-C909-8F1D313A67A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19447" y="3964702"/>
                  <a:ext cx="159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4C079B8-CE59-3E10-0D3B-FFB5DAAE63DC}"/>
                    </a:ext>
                  </a:extLst>
                </p14:cNvPr>
                <p14:cNvContentPartPr/>
                <p14:nvPr/>
              </p14:nvContentPartPr>
              <p14:xfrm>
                <a:off x="1853807" y="3958222"/>
                <a:ext cx="174600" cy="195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4C079B8-CE59-3E10-0D3B-FFB5DAAE63D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835807" y="3940582"/>
                  <a:ext cx="210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9060250-D834-7458-ABBC-4F886077989C}"/>
                    </a:ext>
                  </a:extLst>
                </p14:cNvPr>
                <p14:cNvContentPartPr/>
                <p14:nvPr/>
              </p14:nvContentPartPr>
              <p14:xfrm>
                <a:off x="2351687" y="3858502"/>
                <a:ext cx="327960" cy="762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9060250-D834-7458-ABBC-4F886077989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334047" y="3840862"/>
                  <a:ext cx="36360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90FA239-2EEF-DD95-C79B-E3DD569FADA2}"/>
                    </a:ext>
                  </a:extLst>
                </p14:cNvPr>
                <p14:cNvContentPartPr/>
                <p14:nvPr/>
              </p14:nvContentPartPr>
              <p14:xfrm>
                <a:off x="3101927" y="4000702"/>
                <a:ext cx="242280" cy="188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90FA239-2EEF-DD95-C79B-E3DD569FADA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083927" y="3982702"/>
                  <a:ext cx="277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9BAF5BA-2B8F-725B-983F-85B0E3495413}"/>
                    </a:ext>
                  </a:extLst>
                </p14:cNvPr>
                <p14:cNvContentPartPr/>
                <p14:nvPr/>
              </p14:nvContentPartPr>
              <p14:xfrm>
                <a:off x="3792407" y="4051822"/>
                <a:ext cx="86040" cy="501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9BAF5BA-2B8F-725B-983F-85B0E349541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774407" y="4034182"/>
                  <a:ext cx="1216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8ECB086-4EEA-E8D2-515E-73CA99CB6F5D}"/>
                    </a:ext>
                  </a:extLst>
                </p14:cNvPr>
                <p14:cNvContentPartPr/>
                <p14:nvPr/>
              </p14:nvContentPartPr>
              <p14:xfrm>
                <a:off x="3793487" y="4044982"/>
                <a:ext cx="169920" cy="222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8ECB086-4EEA-E8D2-515E-73CA99CB6F5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75487" y="4026982"/>
                  <a:ext cx="2055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25DCEB0-C066-FF12-EAF1-A8D74880116A}"/>
                    </a:ext>
                  </a:extLst>
                </p14:cNvPr>
                <p14:cNvContentPartPr/>
                <p14:nvPr/>
              </p14:nvContentPartPr>
              <p14:xfrm>
                <a:off x="3977447" y="4050022"/>
                <a:ext cx="118440" cy="186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25DCEB0-C066-FF12-EAF1-A8D74880116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59807" y="4032022"/>
                  <a:ext cx="154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597B07F-159A-8492-34E6-57A6B6428E52}"/>
                    </a:ext>
                  </a:extLst>
                </p14:cNvPr>
                <p14:cNvContentPartPr/>
                <p14:nvPr/>
              </p14:nvContentPartPr>
              <p14:xfrm>
                <a:off x="4240967" y="4011862"/>
                <a:ext cx="46800" cy="180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597B07F-159A-8492-34E6-57A6B6428E5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223327" y="3994222"/>
                  <a:ext cx="82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70EB757-A67D-1CD6-B0D3-9AF62578712A}"/>
                    </a:ext>
                  </a:extLst>
                </p14:cNvPr>
                <p14:cNvContentPartPr/>
                <p14:nvPr/>
              </p14:nvContentPartPr>
              <p14:xfrm>
                <a:off x="4323407" y="3908182"/>
                <a:ext cx="39960" cy="18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70EB757-A67D-1CD6-B0D3-9AF62578712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305407" y="3890182"/>
                  <a:ext cx="75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7A3228C-9C46-ED25-D006-05BA1ED929FE}"/>
                    </a:ext>
                  </a:extLst>
                </p14:cNvPr>
                <p14:cNvContentPartPr/>
                <p14:nvPr/>
              </p14:nvContentPartPr>
              <p14:xfrm>
                <a:off x="4392527" y="3994942"/>
                <a:ext cx="213840" cy="1231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7A3228C-9C46-ED25-D006-05BA1ED929F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374887" y="3976942"/>
                  <a:ext cx="249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1950AA3-DC71-D559-1D5E-996723EF869F}"/>
                    </a:ext>
                  </a:extLst>
                </p14:cNvPr>
                <p14:cNvContentPartPr/>
                <p14:nvPr/>
              </p14:nvContentPartPr>
              <p14:xfrm>
                <a:off x="4756127" y="3823222"/>
                <a:ext cx="33480" cy="241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1950AA3-DC71-D559-1D5E-996723EF869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38127" y="3805222"/>
                  <a:ext cx="691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C6F9D88-8F71-DBED-EC78-086595467067}"/>
                    </a:ext>
                  </a:extLst>
                </p14:cNvPr>
                <p14:cNvContentPartPr/>
                <p14:nvPr/>
              </p14:nvContentPartPr>
              <p14:xfrm>
                <a:off x="4656047" y="3849862"/>
                <a:ext cx="171000" cy="522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C6F9D88-8F71-DBED-EC78-08659546706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638407" y="3832222"/>
                  <a:ext cx="206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4E9FFBB-E671-83D8-3C12-524741AF356D}"/>
                    </a:ext>
                  </a:extLst>
                </p14:cNvPr>
                <p14:cNvContentPartPr/>
                <p14:nvPr/>
              </p14:nvContentPartPr>
              <p14:xfrm>
                <a:off x="5295407" y="3925822"/>
                <a:ext cx="41040" cy="172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4E9FFBB-E671-83D8-3C12-524741AF356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77767" y="3907822"/>
                  <a:ext cx="76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FE7CDD5-928B-1506-E279-19B833EB9179}"/>
                    </a:ext>
                  </a:extLst>
                </p14:cNvPr>
                <p14:cNvContentPartPr/>
                <p14:nvPr/>
              </p14:nvContentPartPr>
              <p14:xfrm>
                <a:off x="5401967" y="3963262"/>
                <a:ext cx="107280" cy="167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FE7CDD5-928B-1506-E279-19B833EB917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84327" y="3945262"/>
                  <a:ext cx="142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AB30130-815E-E6E0-F4AD-A685DD10F7CB}"/>
                    </a:ext>
                  </a:extLst>
                </p14:cNvPr>
                <p14:cNvContentPartPr/>
                <p14:nvPr/>
              </p14:nvContentPartPr>
              <p14:xfrm>
                <a:off x="5397647" y="3762022"/>
                <a:ext cx="12240" cy="34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AB30130-815E-E6E0-F4AD-A685DD10F7C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380007" y="3744382"/>
                  <a:ext cx="47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51557F9-9E2E-D438-D965-84FFA1FEC03F}"/>
                    </a:ext>
                  </a:extLst>
                </p14:cNvPr>
                <p14:cNvContentPartPr/>
                <p14:nvPr/>
              </p14:nvContentPartPr>
              <p14:xfrm>
                <a:off x="6180287" y="3999622"/>
                <a:ext cx="208440" cy="246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51557F9-9E2E-D438-D965-84FFA1FEC03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162647" y="3981622"/>
                  <a:ext cx="2440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DBB5A8B-EB7A-3CC5-FE1A-0679C00B9B85}"/>
                    </a:ext>
                  </a:extLst>
                </p14:cNvPr>
                <p14:cNvContentPartPr/>
                <p14:nvPr/>
              </p14:nvContentPartPr>
              <p14:xfrm>
                <a:off x="6431207" y="3925102"/>
                <a:ext cx="141840" cy="3434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DBB5A8B-EB7A-3CC5-FE1A-0679C00B9B8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13567" y="3907102"/>
                  <a:ext cx="1774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0036032-4D0D-BA9B-504D-0364B7354CA1}"/>
                    </a:ext>
                  </a:extLst>
                </p14:cNvPr>
                <p14:cNvContentPartPr/>
                <p14:nvPr/>
              </p14:nvContentPartPr>
              <p14:xfrm>
                <a:off x="6675647" y="3912862"/>
                <a:ext cx="177480" cy="399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0036032-4D0D-BA9B-504D-0364B7354CA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657647" y="3895222"/>
                  <a:ext cx="2131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8450451-F91C-4FB8-0A71-CCAD2B424345}"/>
                    </a:ext>
                  </a:extLst>
                </p14:cNvPr>
                <p14:cNvContentPartPr/>
                <p14:nvPr/>
              </p14:nvContentPartPr>
              <p14:xfrm>
                <a:off x="6877247" y="4104022"/>
                <a:ext cx="372600" cy="178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8450451-F91C-4FB8-0A71-CCAD2B42434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859247" y="4086382"/>
                  <a:ext cx="408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FEED600-D3C8-C822-BB0D-B58DCEC037B2}"/>
                    </a:ext>
                  </a:extLst>
                </p14:cNvPr>
                <p14:cNvContentPartPr/>
                <p14:nvPr/>
              </p14:nvContentPartPr>
              <p14:xfrm>
                <a:off x="7316447" y="4090702"/>
                <a:ext cx="407880" cy="152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FEED600-D3C8-C822-BB0D-B58DCEC037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298447" y="4072702"/>
                  <a:ext cx="443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3777555-324A-CDF6-C72F-0ACFE1A9E4B1}"/>
                    </a:ext>
                  </a:extLst>
                </p14:cNvPr>
                <p14:cNvContentPartPr/>
                <p14:nvPr/>
              </p14:nvContentPartPr>
              <p14:xfrm>
                <a:off x="7749167" y="3943462"/>
                <a:ext cx="47520" cy="20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3777555-324A-CDF6-C72F-0ACFE1A9E4B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731527" y="3925462"/>
                  <a:ext cx="83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82F422B-A486-50D6-A53B-F94F8F52DC8E}"/>
                    </a:ext>
                  </a:extLst>
                </p14:cNvPr>
                <p14:cNvContentPartPr/>
                <p14:nvPr/>
              </p14:nvContentPartPr>
              <p14:xfrm>
                <a:off x="7948967" y="3826822"/>
                <a:ext cx="710280" cy="375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82F422B-A486-50D6-A53B-F94F8F52DC8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31327" y="3809182"/>
                  <a:ext cx="7459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CEBFAF5-EFBD-789D-83DF-1082E9590A3C}"/>
                    </a:ext>
                  </a:extLst>
                </p14:cNvPr>
                <p14:cNvContentPartPr/>
                <p14:nvPr/>
              </p14:nvContentPartPr>
              <p14:xfrm>
                <a:off x="8245247" y="3909262"/>
                <a:ext cx="317160" cy="57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CEBFAF5-EFBD-789D-83DF-1082E9590A3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227607" y="3891622"/>
                  <a:ext cx="352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21CAE29-63D9-449C-E5A1-D7025FE11A84}"/>
                    </a:ext>
                  </a:extLst>
                </p14:cNvPr>
                <p14:cNvContentPartPr/>
                <p14:nvPr/>
              </p14:nvContentPartPr>
              <p14:xfrm>
                <a:off x="8673647" y="3778942"/>
                <a:ext cx="313200" cy="442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21CAE29-63D9-449C-E5A1-D7025FE11A8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655647" y="3760942"/>
                  <a:ext cx="34884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146313B-3634-5BDF-F9D2-885AC41939B6}"/>
                    </a:ext>
                  </a:extLst>
                </p14:cNvPr>
                <p14:cNvContentPartPr/>
                <p14:nvPr/>
              </p14:nvContentPartPr>
              <p14:xfrm>
                <a:off x="9521087" y="3986662"/>
                <a:ext cx="477360" cy="1936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146313B-3634-5BDF-F9D2-885AC41939B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503087" y="3968662"/>
                  <a:ext cx="5130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6996938-4F7A-F4DF-6637-5F115FF80FBB}"/>
                    </a:ext>
                  </a:extLst>
                </p14:cNvPr>
                <p14:cNvContentPartPr/>
                <p14:nvPr/>
              </p14:nvContentPartPr>
              <p14:xfrm>
                <a:off x="10530167" y="4009702"/>
                <a:ext cx="284400" cy="125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6996938-4F7A-F4DF-6637-5F115FF80FB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512167" y="3991702"/>
                  <a:ext cx="320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A608E57-E0E7-134B-BA96-16DE2B8DE82F}"/>
                    </a:ext>
                  </a:extLst>
                </p14:cNvPr>
                <p14:cNvContentPartPr/>
                <p14:nvPr/>
              </p14:nvContentPartPr>
              <p14:xfrm>
                <a:off x="11029127" y="3879742"/>
                <a:ext cx="167040" cy="281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A608E57-E0E7-134B-BA96-16DE2B8DE82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011487" y="3861742"/>
                  <a:ext cx="2026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633AE26-4E0B-9CF6-A974-F2536E0B6018}"/>
                    </a:ext>
                  </a:extLst>
                </p14:cNvPr>
                <p14:cNvContentPartPr/>
                <p14:nvPr/>
              </p14:nvContentPartPr>
              <p14:xfrm>
                <a:off x="11397047" y="3832222"/>
                <a:ext cx="251280" cy="349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633AE26-4E0B-9CF6-A974-F2536E0B601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79047" y="3814222"/>
                  <a:ext cx="2869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B0DF9F0-AB4C-CFEC-FE23-25EC8FE4A29B}"/>
                    </a:ext>
                  </a:extLst>
                </p14:cNvPr>
                <p14:cNvContentPartPr/>
                <p14:nvPr/>
              </p14:nvContentPartPr>
              <p14:xfrm>
                <a:off x="12257447" y="4299142"/>
                <a:ext cx="23400" cy="25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B0DF9F0-AB4C-CFEC-FE23-25EC8FE4A29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2239807" y="4281502"/>
                  <a:ext cx="59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AF58A8-6D39-E7C6-0C3D-AE12D96276EC}"/>
                    </a:ext>
                  </a:extLst>
                </p14:cNvPr>
                <p14:cNvContentPartPr/>
                <p14:nvPr/>
              </p14:nvContentPartPr>
              <p14:xfrm>
                <a:off x="217607" y="4896382"/>
                <a:ext cx="195480" cy="2606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AF58A8-6D39-E7C6-0C3D-AE12D96276E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99967" y="4878382"/>
                  <a:ext cx="231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31F338C-61C0-2375-29A6-531F74D7F288}"/>
                    </a:ext>
                  </a:extLst>
                </p14:cNvPr>
                <p14:cNvContentPartPr/>
                <p14:nvPr/>
              </p14:nvContentPartPr>
              <p14:xfrm>
                <a:off x="433607" y="4862542"/>
                <a:ext cx="302400" cy="740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31F338C-61C0-2375-29A6-531F74D7F28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15607" y="4844542"/>
                  <a:ext cx="33804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A36C35A-DAF4-8454-8D73-F9E21C173F99}"/>
                    </a:ext>
                  </a:extLst>
                </p14:cNvPr>
                <p14:cNvContentPartPr/>
                <p14:nvPr/>
              </p14:nvContentPartPr>
              <p14:xfrm>
                <a:off x="1101047" y="5081062"/>
                <a:ext cx="300240" cy="1526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A36C35A-DAF4-8454-8D73-F9E21C173F9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3407" y="5063422"/>
                  <a:ext cx="335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CB84199-2161-3C1C-00FB-23B47E3B89E0}"/>
                    </a:ext>
                  </a:extLst>
                </p14:cNvPr>
                <p14:cNvContentPartPr/>
                <p14:nvPr/>
              </p14:nvContentPartPr>
              <p14:xfrm>
                <a:off x="1510367" y="5029582"/>
                <a:ext cx="177480" cy="213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CB84199-2161-3C1C-00FB-23B47E3B89E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492367" y="5011942"/>
                  <a:ext cx="2131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FCEC72B-0F7C-FCB4-66F1-67FAF3675930}"/>
                    </a:ext>
                  </a:extLst>
                </p14:cNvPr>
                <p14:cNvContentPartPr/>
                <p14:nvPr/>
              </p14:nvContentPartPr>
              <p14:xfrm>
                <a:off x="1576967" y="5107342"/>
                <a:ext cx="156600" cy="51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FCEC72B-0F7C-FCB4-66F1-67FAF367593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58967" y="5089702"/>
                  <a:ext cx="192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1A96180-EFE7-271D-5337-857D5933EE84}"/>
                    </a:ext>
                  </a:extLst>
                </p14:cNvPr>
                <p14:cNvContentPartPr/>
                <p14:nvPr/>
              </p14:nvContentPartPr>
              <p14:xfrm>
                <a:off x="1942007" y="4964422"/>
                <a:ext cx="26280" cy="275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1A96180-EFE7-271D-5337-857D5933EE8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924367" y="4946782"/>
                  <a:ext cx="619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7AB05DD-E263-DE56-70D0-983CA51E1B0E}"/>
                    </a:ext>
                  </a:extLst>
                </p14:cNvPr>
                <p14:cNvContentPartPr/>
                <p14:nvPr/>
              </p14:nvContentPartPr>
              <p14:xfrm>
                <a:off x="1919327" y="4940662"/>
                <a:ext cx="221040" cy="283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7AB05DD-E263-DE56-70D0-983CA51E1B0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901327" y="4922662"/>
                  <a:ext cx="256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BF1BB15-C602-CFB6-95BC-BC7A948FBB51}"/>
                    </a:ext>
                  </a:extLst>
                </p14:cNvPr>
                <p14:cNvContentPartPr/>
                <p14:nvPr/>
              </p14:nvContentPartPr>
              <p14:xfrm>
                <a:off x="2169167" y="4797022"/>
                <a:ext cx="268920" cy="1458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BF1BB15-C602-CFB6-95BC-BC7A948FBB5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151167" y="4779022"/>
                  <a:ext cx="304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57D4597-0E39-50D2-E3DF-35692895D20A}"/>
                    </a:ext>
                  </a:extLst>
                </p14:cNvPr>
                <p14:cNvContentPartPr/>
                <p14:nvPr/>
              </p14:nvContentPartPr>
              <p14:xfrm>
                <a:off x="2824007" y="4959382"/>
                <a:ext cx="250920" cy="637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57D4597-0E39-50D2-E3DF-35692895D20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806007" y="4941742"/>
                  <a:ext cx="28656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F0738DD-8596-44F7-86E7-D5B084284C7D}"/>
                    </a:ext>
                  </a:extLst>
                </p14:cNvPr>
                <p14:cNvContentPartPr/>
                <p14:nvPr/>
              </p14:nvContentPartPr>
              <p14:xfrm>
                <a:off x="3163127" y="5005102"/>
                <a:ext cx="552960" cy="325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F0738DD-8596-44F7-86E7-D5B084284C7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145127" y="4987462"/>
                  <a:ext cx="5886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B59E86A-7A0B-6F09-62AE-A4DADE64BFA5}"/>
                    </a:ext>
                  </a:extLst>
                </p14:cNvPr>
                <p14:cNvContentPartPr/>
                <p14:nvPr/>
              </p14:nvContentPartPr>
              <p14:xfrm>
                <a:off x="3690167" y="5159182"/>
                <a:ext cx="218160" cy="136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B59E86A-7A0B-6F09-62AE-A4DADE64BFA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672167" y="5141182"/>
                  <a:ext cx="253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2720B33-1020-5BC5-1E5E-A966E5B47A3D}"/>
                    </a:ext>
                  </a:extLst>
                </p14:cNvPr>
                <p14:cNvContentPartPr/>
                <p14:nvPr/>
              </p14:nvContentPartPr>
              <p14:xfrm>
                <a:off x="3243767" y="5069542"/>
                <a:ext cx="519120" cy="102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2720B33-1020-5BC5-1E5E-A966E5B47A3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225767" y="5051902"/>
                  <a:ext cx="554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3D1BEA0-2999-4202-DCB3-70233FF85380}"/>
                    </a:ext>
                  </a:extLst>
                </p14:cNvPr>
                <p14:cNvContentPartPr/>
                <p14:nvPr/>
              </p14:nvContentPartPr>
              <p14:xfrm>
                <a:off x="4113887" y="5025622"/>
                <a:ext cx="310680" cy="275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3D1BEA0-2999-4202-DCB3-70233FF853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096247" y="5007622"/>
                  <a:ext cx="3463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8F1490E-58B5-E206-C47C-F1211A8D9D80}"/>
                    </a:ext>
                  </a:extLst>
                </p14:cNvPr>
                <p14:cNvContentPartPr/>
                <p14:nvPr/>
              </p14:nvContentPartPr>
              <p14:xfrm>
                <a:off x="4352567" y="5020222"/>
                <a:ext cx="38880" cy="42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8F1490E-58B5-E206-C47C-F1211A8D9D8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34567" y="5002222"/>
                  <a:ext cx="74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BD419ED-15E6-7227-D27E-E05AE693FAA6}"/>
                    </a:ext>
                  </a:extLst>
                </p14:cNvPr>
                <p14:cNvContentPartPr/>
                <p14:nvPr/>
              </p14:nvContentPartPr>
              <p14:xfrm>
                <a:off x="4487207" y="5136862"/>
                <a:ext cx="252720" cy="142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BD419ED-15E6-7227-D27E-E05AE693FAA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469207" y="5118862"/>
                  <a:ext cx="288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2C70FD-39B6-A7ED-AC72-980BF9148112}"/>
                    </a:ext>
                  </a:extLst>
                </p14:cNvPr>
                <p14:cNvContentPartPr/>
                <p14:nvPr/>
              </p14:nvContentPartPr>
              <p14:xfrm>
                <a:off x="4800047" y="5115982"/>
                <a:ext cx="344880" cy="162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2C70FD-39B6-A7ED-AC72-980BF914811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782407" y="5098342"/>
                  <a:ext cx="380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6EA8E76-C5BC-4D2E-F08E-135B42D807E6}"/>
                    </a:ext>
                  </a:extLst>
                </p14:cNvPr>
                <p14:cNvContentPartPr/>
                <p14:nvPr/>
              </p14:nvContentPartPr>
              <p14:xfrm>
                <a:off x="5228447" y="5135782"/>
                <a:ext cx="93240" cy="150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6EA8E76-C5BC-4D2E-F08E-135B42D807E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210807" y="5117782"/>
                  <a:ext cx="128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2C329BC-4457-B889-707E-843C1E9B585C}"/>
                    </a:ext>
                  </a:extLst>
                </p14:cNvPr>
                <p14:cNvContentPartPr/>
                <p14:nvPr/>
              </p14:nvContentPartPr>
              <p14:xfrm>
                <a:off x="5441567" y="5141542"/>
                <a:ext cx="33840" cy="131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2C329BC-4457-B889-707E-843C1E9B585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23927" y="5123542"/>
                  <a:ext cx="69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C54EB8B-DB65-B582-7836-83F46C2A886D}"/>
                    </a:ext>
                  </a:extLst>
                </p14:cNvPr>
                <p14:cNvContentPartPr/>
                <p14:nvPr/>
              </p14:nvContentPartPr>
              <p14:xfrm>
                <a:off x="5444087" y="5053702"/>
                <a:ext cx="23760" cy="36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C54EB8B-DB65-B582-7836-83F46C2A886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426447" y="5035702"/>
                  <a:ext cx="59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B44A912-2DC0-BF6B-1045-F964AE79BFA4}"/>
                    </a:ext>
                  </a:extLst>
                </p14:cNvPr>
                <p14:cNvContentPartPr/>
                <p14:nvPr/>
              </p14:nvContentPartPr>
              <p14:xfrm>
                <a:off x="5590247" y="5059102"/>
                <a:ext cx="460080" cy="183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B44A912-2DC0-BF6B-1045-F964AE79BFA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572607" y="5041102"/>
                  <a:ext cx="495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D4E35F4-3A03-9B44-4B50-5733F43F442B}"/>
                    </a:ext>
                  </a:extLst>
                </p14:cNvPr>
                <p14:cNvContentPartPr/>
                <p14:nvPr/>
              </p14:nvContentPartPr>
              <p14:xfrm>
                <a:off x="6159767" y="4827982"/>
                <a:ext cx="390600" cy="3862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D4E35F4-3A03-9B44-4B50-5733F43F442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142127" y="4809982"/>
                  <a:ext cx="4262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5126712-42B5-FF2F-5CF6-27F56C831178}"/>
                    </a:ext>
                  </a:extLst>
                </p14:cNvPr>
                <p14:cNvContentPartPr/>
                <p14:nvPr/>
              </p14:nvContentPartPr>
              <p14:xfrm>
                <a:off x="6906407" y="5027422"/>
                <a:ext cx="223920" cy="610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5126712-42B5-FF2F-5CF6-27F56C83117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88767" y="5009422"/>
                  <a:ext cx="25956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BBB27FF-6E9D-61A2-14B8-B6FAD3214E11}"/>
                    </a:ext>
                  </a:extLst>
                </p14:cNvPr>
                <p14:cNvContentPartPr/>
                <p14:nvPr/>
              </p14:nvContentPartPr>
              <p14:xfrm>
                <a:off x="7059047" y="5084302"/>
                <a:ext cx="229320" cy="137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BBB27FF-6E9D-61A2-14B8-B6FAD3214E1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041047" y="5066302"/>
                  <a:ext cx="264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787E2C1-DD46-1491-7D04-F8700AA21024}"/>
                    </a:ext>
                  </a:extLst>
                </p14:cNvPr>
                <p14:cNvContentPartPr/>
                <p14:nvPr/>
              </p14:nvContentPartPr>
              <p14:xfrm>
                <a:off x="7343807" y="5086102"/>
                <a:ext cx="162000" cy="145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787E2C1-DD46-1491-7D04-F8700AA2102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26167" y="5068102"/>
                  <a:ext cx="197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A38BB2B-5AF7-5D23-3263-29DAAC632A0C}"/>
                    </a:ext>
                  </a:extLst>
                </p14:cNvPr>
                <p14:cNvContentPartPr/>
                <p14:nvPr/>
              </p14:nvContentPartPr>
              <p14:xfrm>
                <a:off x="7648727" y="5074942"/>
                <a:ext cx="342360" cy="1551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A38BB2B-5AF7-5D23-3263-29DAAC632A0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630727" y="5057302"/>
                  <a:ext cx="378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6619648-6805-A4C4-A8A1-14ACCEE32862}"/>
                    </a:ext>
                  </a:extLst>
                </p14:cNvPr>
                <p14:cNvContentPartPr/>
                <p14:nvPr/>
              </p14:nvContentPartPr>
              <p14:xfrm>
                <a:off x="7860047" y="4807462"/>
                <a:ext cx="276120" cy="6620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6619648-6805-A4C4-A8A1-14ACCEE3286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842047" y="4789822"/>
                  <a:ext cx="31176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44F63B2-4180-58B9-9851-24FC2F949973}"/>
                    </a:ext>
                  </a:extLst>
                </p14:cNvPr>
                <p14:cNvContentPartPr/>
                <p14:nvPr/>
              </p14:nvContentPartPr>
              <p14:xfrm>
                <a:off x="7750607" y="5450062"/>
                <a:ext cx="11520" cy="392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44F63B2-4180-58B9-9851-24FC2F94997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732607" y="5432062"/>
                  <a:ext cx="47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4357938-22F1-04EE-5525-97EE2CD61292}"/>
                    </a:ext>
                  </a:extLst>
                </p14:cNvPr>
                <p14:cNvContentPartPr/>
                <p14:nvPr/>
              </p14:nvContentPartPr>
              <p14:xfrm>
                <a:off x="8525327" y="5061262"/>
                <a:ext cx="64800" cy="1980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4357938-22F1-04EE-5525-97EE2CD6129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507327" y="5043262"/>
                  <a:ext cx="100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B435E10-90B5-7E6B-65F1-FC82E71BE148}"/>
                    </a:ext>
                  </a:extLst>
                </p14:cNvPr>
                <p14:cNvContentPartPr/>
                <p14:nvPr/>
              </p14:nvContentPartPr>
              <p14:xfrm>
                <a:off x="8604527" y="4968382"/>
                <a:ext cx="2160" cy="27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B435E10-90B5-7E6B-65F1-FC82E71BE14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86887" y="4950382"/>
                  <a:ext cx="37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9A8836D-74B7-0E79-BBD7-B6B788B4D069}"/>
                    </a:ext>
                  </a:extLst>
                </p14:cNvPr>
                <p14:cNvContentPartPr/>
                <p14:nvPr/>
              </p14:nvContentPartPr>
              <p14:xfrm>
                <a:off x="8691647" y="5181142"/>
                <a:ext cx="14040" cy="19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9A8836D-74B7-0E79-BBD7-B6B788B4D06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673647" y="5163142"/>
                  <a:ext cx="49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3609E75-5095-7844-EE75-D566F1BC5416}"/>
                    </a:ext>
                  </a:extLst>
                </p14:cNvPr>
                <p14:cNvContentPartPr/>
                <p14:nvPr/>
              </p14:nvContentPartPr>
              <p14:xfrm>
                <a:off x="8733047" y="5088622"/>
                <a:ext cx="151560" cy="1670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3609E75-5095-7844-EE75-D566F1BC541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715407" y="5070982"/>
                  <a:ext cx="187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A155269-5DAF-966A-0D29-829B811253DD}"/>
                    </a:ext>
                  </a:extLst>
                </p14:cNvPr>
                <p14:cNvContentPartPr/>
                <p14:nvPr/>
              </p14:nvContentPartPr>
              <p14:xfrm>
                <a:off x="9003047" y="5180782"/>
                <a:ext cx="12960" cy="20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A155269-5DAF-966A-0D29-829B811253D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985047" y="5163142"/>
                  <a:ext cx="48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675BB24-0EB0-5940-1541-C36E09660E62}"/>
                    </a:ext>
                  </a:extLst>
                </p14:cNvPr>
                <p14:cNvContentPartPr/>
                <p14:nvPr/>
              </p14:nvContentPartPr>
              <p14:xfrm>
                <a:off x="9701807" y="5000422"/>
                <a:ext cx="27360" cy="174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675BB24-0EB0-5940-1541-C36E09660E6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683807" y="4982422"/>
                  <a:ext cx="63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92A0E25-4569-9F57-09DB-D3F54F586B7F}"/>
                    </a:ext>
                  </a:extLst>
                </p14:cNvPr>
                <p14:cNvContentPartPr/>
                <p14:nvPr/>
              </p14:nvContentPartPr>
              <p14:xfrm>
                <a:off x="9755087" y="4886662"/>
                <a:ext cx="18360" cy="640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92A0E25-4569-9F57-09DB-D3F54F586B7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737087" y="4868662"/>
                  <a:ext cx="54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110ED18-4CFD-44D3-4B35-85C096F752EE}"/>
                    </a:ext>
                  </a:extLst>
                </p14:cNvPr>
                <p14:cNvContentPartPr/>
                <p14:nvPr/>
              </p14:nvContentPartPr>
              <p14:xfrm>
                <a:off x="9724127" y="4848502"/>
                <a:ext cx="250920" cy="637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110ED18-4CFD-44D3-4B35-85C096F752E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706127" y="4830502"/>
                  <a:ext cx="28656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CADA5E1-1B3F-28BB-AAF9-2BFFF2BAC98C}"/>
                    </a:ext>
                  </a:extLst>
                </p14:cNvPr>
                <p14:cNvContentPartPr/>
                <p14:nvPr/>
              </p14:nvContentPartPr>
              <p14:xfrm>
                <a:off x="9744647" y="5086822"/>
                <a:ext cx="211320" cy="1018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CADA5E1-1B3F-28BB-AAF9-2BFFF2BAC98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726647" y="5069182"/>
                  <a:ext cx="246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784DF65-7F33-3A21-8AF0-60738E4E9FAB}"/>
                    </a:ext>
                  </a:extLst>
                </p14:cNvPr>
                <p14:cNvContentPartPr/>
                <p14:nvPr/>
              </p14:nvContentPartPr>
              <p14:xfrm>
                <a:off x="10131287" y="5013382"/>
                <a:ext cx="190080" cy="190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784DF65-7F33-3A21-8AF0-60738E4E9FA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113287" y="4995742"/>
                  <a:ext cx="225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019CE85-F03F-23CC-4F56-952D5DF504AA}"/>
                    </a:ext>
                  </a:extLst>
                </p14:cNvPr>
                <p14:cNvContentPartPr/>
                <p14:nvPr/>
              </p14:nvContentPartPr>
              <p14:xfrm>
                <a:off x="10455647" y="5024542"/>
                <a:ext cx="83880" cy="45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019CE85-F03F-23CC-4F56-952D5DF504A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438007" y="5006542"/>
                  <a:ext cx="119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32FA5F8-0C5D-DFD8-8C14-9DF601960B85}"/>
                    </a:ext>
                  </a:extLst>
                </p14:cNvPr>
                <p14:cNvContentPartPr/>
                <p14:nvPr/>
              </p14:nvContentPartPr>
              <p14:xfrm>
                <a:off x="10443407" y="5130742"/>
                <a:ext cx="139680" cy="226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32FA5F8-0C5D-DFD8-8C14-9DF601960B8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425767" y="5113102"/>
                  <a:ext cx="175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A8454BF-19F6-6FEB-4D24-05A77D05000F}"/>
                    </a:ext>
                  </a:extLst>
                </p14:cNvPr>
                <p14:cNvContentPartPr/>
                <p14:nvPr/>
              </p14:nvContentPartPr>
              <p14:xfrm>
                <a:off x="10686767" y="4817182"/>
                <a:ext cx="228240" cy="587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A8454BF-19F6-6FEB-4D24-05A77D05000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669127" y="4799542"/>
                  <a:ext cx="26388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43A414B-75F2-83C3-6E95-B50F3202E19F}"/>
                    </a:ext>
                  </a:extLst>
                </p14:cNvPr>
                <p14:cNvContentPartPr/>
                <p14:nvPr/>
              </p14:nvContentPartPr>
              <p14:xfrm>
                <a:off x="10907447" y="4993582"/>
                <a:ext cx="166680" cy="204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43A414B-75F2-83C3-6E95-B50F3202E19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889447" y="4975582"/>
                  <a:ext cx="202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52CA1E2-69D7-C6A4-E4EC-79FC290DD59F}"/>
                    </a:ext>
                  </a:extLst>
                </p14:cNvPr>
                <p14:cNvContentPartPr/>
                <p14:nvPr/>
              </p14:nvContentPartPr>
              <p14:xfrm>
                <a:off x="11151167" y="5191582"/>
                <a:ext cx="13320" cy="96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52CA1E2-69D7-C6A4-E4EC-79FC290DD59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133167" y="5173582"/>
                  <a:ext cx="48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6CF046F-3306-8F5E-3A37-4155CDAFA143}"/>
                    </a:ext>
                  </a:extLst>
                </p14:cNvPr>
                <p14:cNvContentPartPr/>
                <p14:nvPr/>
              </p14:nvContentPartPr>
              <p14:xfrm>
                <a:off x="11306327" y="5192662"/>
                <a:ext cx="95760" cy="126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6CF046F-3306-8F5E-3A37-4155CDAFA14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288687" y="5175022"/>
                  <a:ext cx="131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54B68B8-8426-56F7-B8AB-9857C4D148E8}"/>
                    </a:ext>
                  </a:extLst>
                </p14:cNvPr>
                <p14:cNvContentPartPr/>
                <p14:nvPr/>
              </p14:nvContentPartPr>
              <p14:xfrm>
                <a:off x="11589287" y="5019862"/>
                <a:ext cx="129240" cy="1720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54B68B8-8426-56F7-B8AB-9857C4D148E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571287" y="5001862"/>
                  <a:ext cx="164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785EE4C-6F04-BF44-809E-11D34E079876}"/>
                    </a:ext>
                  </a:extLst>
                </p14:cNvPr>
                <p14:cNvContentPartPr/>
                <p14:nvPr/>
              </p14:nvContentPartPr>
              <p14:xfrm>
                <a:off x="11763887" y="5127862"/>
                <a:ext cx="140040" cy="129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785EE4C-6F04-BF44-809E-11D34E07987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746247" y="5109862"/>
                  <a:ext cx="175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A1838C1-4F68-CF0B-1395-6A43EC046E5B}"/>
                    </a:ext>
                  </a:extLst>
                </p14:cNvPr>
                <p14:cNvContentPartPr/>
                <p14:nvPr/>
              </p14:nvContentPartPr>
              <p14:xfrm>
                <a:off x="11903567" y="4803142"/>
                <a:ext cx="170640" cy="5119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A1838C1-4F68-CF0B-1395-6A43EC046E5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885927" y="4785142"/>
                  <a:ext cx="20628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D59ECFF-45DB-4B3C-FEE4-95158A372258}"/>
                    </a:ext>
                  </a:extLst>
                </p14:cNvPr>
                <p14:cNvContentPartPr/>
                <p14:nvPr/>
              </p14:nvContentPartPr>
              <p14:xfrm>
                <a:off x="179087" y="5731582"/>
                <a:ext cx="864720" cy="353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D59ECFF-45DB-4B3C-FEE4-95158A37225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61087" y="5713582"/>
                  <a:ext cx="9003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603CCD1-7622-FD24-E774-E9054265C18E}"/>
                    </a:ext>
                  </a:extLst>
                </p14:cNvPr>
                <p14:cNvContentPartPr/>
                <p14:nvPr/>
              </p14:nvContentPartPr>
              <p14:xfrm>
                <a:off x="250007" y="5842102"/>
                <a:ext cx="213840" cy="28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603CCD1-7622-FD24-E774-E9054265C18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32007" y="5824462"/>
                  <a:ext cx="249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532B6DA-6463-06B8-CB35-CFF36FC8EBFE}"/>
                    </a:ext>
                  </a:extLst>
                </p14:cNvPr>
                <p14:cNvContentPartPr/>
                <p14:nvPr/>
              </p14:nvContentPartPr>
              <p14:xfrm>
                <a:off x="1483007" y="5792062"/>
                <a:ext cx="602280" cy="287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532B6DA-6463-06B8-CB35-CFF36FC8EBF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465007" y="5774062"/>
                  <a:ext cx="6379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D63F50E-4EAD-68F0-552F-900C15AF22B3}"/>
                    </a:ext>
                  </a:extLst>
                </p14:cNvPr>
                <p14:cNvContentPartPr/>
                <p14:nvPr/>
              </p14:nvContentPartPr>
              <p14:xfrm>
                <a:off x="1557887" y="5884222"/>
                <a:ext cx="203400" cy="151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D63F50E-4EAD-68F0-552F-900C15AF22B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539887" y="5866222"/>
                  <a:ext cx="239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BC7CF5D-6EE4-0FD8-8F63-3E9F00F349E1}"/>
                    </a:ext>
                  </a:extLst>
                </p14:cNvPr>
                <p14:cNvContentPartPr/>
                <p14:nvPr/>
              </p14:nvContentPartPr>
              <p14:xfrm>
                <a:off x="2454647" y="5791702"/>
                <a:ext cx="497160" cy="28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BC7CF5D-6EE4-0FD8-8F63-3E9F00F349E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437007" y="5773702"/>
                  <a:ext cx="532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8040145-AC4C-F07D-4DDA-16C545D2271F}"/>
                    </a:ext>
                  </a:extLst>
                </p14:cNvPr>
                <p14:cNvContentPartPr/>
                <p14:nvPr/>
              </p14:nvContentPartPr>
              <p14:xfrm>
                <a:off x="3050807" y="5758222"/>
                <a:ext cx="208080" cy="308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8040145-AC4C-F07D-4DDA-16C545D227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032807" y="5740222"/>
                  <a:ext cx="2437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24320F6-3A8A-0AD8-1359-4925170513ED}"/>
                    </a:ext>
                  </a:extLst>
                </p14:cNvPr>
                <p14:cNvContentPartPr/>
                <p14:nvPr/>
              </p14:nvContentPartPr>
              <p14:xfrm>
                <a:off x="3674687" y="6079702"/>
                <a:ext cx="5400" cy="140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24320F6-3A8A-0AD8-1359-4925170513E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656687" y="6061702"/>
                  <a:ext cx="41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F6CB9CD-E1BB-6A09-6933-ECAA7001E934}"/>
                    </a:ext>
                  </a:extLst>
                </p14:cNvPr>
                <p14:cNvContentPartPr/>
                <p14:nvPr/>
              </p14:nvContentPartPr>
              <p14:xfrm>
                <a:off x="3756407" y="5758942"/>
                <a:ext cx="450000" cy="6832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F6CB9CD-E1BB-6A09-6933-ECAA7001E93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738407" y="5740942"/>
                  <a:ext cx="48564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428A15D-9E72-BF66-EAAF-D0486E956761}"/>
                    </a:ext>
                  </a:extLst>
                </p14:cNvPr>
                <p14:cNvContentPartPr/>
                <p14:nvPr/>
              </p14:nvContentPartPr>
              <p14:xfrm>
                <a:off x="4536167" y="5825902"/>
                <a:ext cx="241920" cy="2124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428A15D-9E72-BF66-EAAF-D0486E95676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518527" y="5808262"/>
                  <a:ext cx="277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FCA4DC8-49C0-8D99-40D3-FE067FA04500}"/>
                    </a:ext>
                  </a:extLst>
                </p14:cNvPr>
                <p14:cNvContentPartPr/>
                <p14:nvPr/>
              </p14:nvContentPartPr>
              <p14:xfrm>
                <a:off x="5205407" y="5837782"/>
                <a:ext cx="414720" cy="1771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FCA4DC8-49C0-8D99-40D3-FE067FA0450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187767" y="5820142"/>
                  <a:ext cx="450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7B5BADC-9CFE-0B92-EAD3-DB616357415C}"/>
                    </a:ext>
                  </a:extLst>
                </p14:cNvPr>
                <p14:cNvContentPartPr/>
                <p14:nvPr/>
              </p14:nvContentPartPr>
              <p14:xfrm>
                <a:off x="5561087" y="5705302"/>
                <a:ext cx="47520" cy="23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7B5BADC-9CFE-0B92-EAD3-DB616357415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543087" y="5687662"/>
                  <a:ext cx="83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15FA616-479A-FE7E-8DEC-36638AD87366}"/>
                    </a:ext>
                  </a:extLst>
                </p14:cNvPr>
                <p14:cNvContentPartPr/>
                <p14:nvPr/>
              </p14:nvContentPartPr>
              <p14:xfrm>
                <a:off x="5668007" y="5776582"/>
                <a:ext cx="34560" cy="238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15FA616-479A-FE7E-8DEC-36638AD8736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650007" y="5758582"/>
                  <a:ext cx="70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942D7EA-2F3E-DAA6-151A-9A74527E4932}"/>
                    </a:ext>
                  </a:extLst>
                </p14:cNvPr>
                <p14:cNvContentPartPr/>
                <p14:nvPr/>
              </p14:nvContentPartPr>
              <p14:xfrm>
                <a:off x="5748287" y="5748142"/>
                <a:ext cx="35280" cy="2426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942D7EA-2F3E-DAA6-151A-9A74527E493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730647" y="5730142"/>
                  <a:ext cx="70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D7068F0-29A8-7A3E-D988-B8F83D531B53}"/>
                    </a:ext>
                  </a:extLst>
                </p14:cNvPr>
                <p14:cNvContentPartPr/>
                <p14:nvPr/>
              </p14:nvContentPartPr>
              <p14:xfrm>
                <a:off x="6256967" y="5750302"/>
                <a:ext cx="141480" cy="3225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D7068F0-29A8-7A3E-D988-B8F83D531B5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238967" y="5732302"/>
                  <a:ext cx="1771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10C1B4-1C29-5926-ECD1-1FE0348B2044}"/>
                    </a:ext>
                  </a:extLst>
                </p14:cNvPr>
                <p14:cNvContentPartPr/>
                <p14:nvPr/>
              </p14:nvContentPartPr>
              <p14:xfrm>
                <a:off x="6532727" y="5874502"/>
                <a:ext cx="203760" cy="170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10C1B4-1C29-5926-ECD1-1FE0348B204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515087" y="5856502"/>
                  <a:ext cx="239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D511051-AADA-DE65-22F9-6147EDA6848D}"/>
                    </a:ext>
                  </a:extLst>
                </p14:cNvPr>
                <p14:cNvContentPartPr/>
                <p14:nvPr/>
              </p14:nvContentPartPr>
              <p14:xfrm>
                <a:off x="7281887" y="5701702"/>
                <a:ext cx="241200" cy="2754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D511051-AADA-DE65-22F9-6147EDA6848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264247" y="5683702"/>
                  <a:ext cx="276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267406E-0B18-F1AE-BC2F-4FE4DCAF220C}"/>
                    </a:ext>
                  </a:extLst>
                </p14:cNvPr>
                <p14:cNvContentPartPr/>
                <p14:nvPr/>
              </p14:nvContentPartPr>
              <p14:xfrm>
                <a:off x="7373327" y="5686222"/>
                <a:ext cx="671400" cy="3186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267406E-0B18-F1AE-BC2F-4FE4DCAF220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355327" y="5668222"/>
                  <a:ext cx="7070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11F348A-64D1-0086-A34C-F8A9C2BF4AAB}"/>
                    </a:ext>
                  </a:extLst>
                </p14:cNvPr>
                <p14:cNvContentPartPr/>
                <p14:nvPr/>
              </p14:nvContentPartPr>
              <p14:xfrm>
                <a:off x="8438207" y="5793862"/>
                <a:ext cx="29880" cy="196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11F348A-64D1-0086-A34C-F8A9C2BF4AA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420567" y="5776222"/>
                  <a:ext cx="65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80E5A3C-CC54-8FCC-47C2-5C2C63076153}"/>
                    </a:ext>
                  </a:extLst>
                </p14:cNvPr>
                <p14:cNvContentPartPr/>
                <p14:nvPr/>
              </p14:nvContentPartPr>
              <p14:xfrm>
                <a:off x="8476727" y="5689462"/>
                <a:ext cx="12600" cy="151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80E5A3C-CC54-8FCC-47C2-5C2C6307615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458727" y="5671462"/>
                  <a:ext cx="48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B9D6D36-7D12-D5D9-219D-FD833AC4E8A5}"/>
                    </a:ext>
                  </a:extLst>
                </p14:cNvPr>
                <p14:cNvContentPartPr/>
                <p14:nvPr/>
              </p14:nvContentPartPr>
              <p14:xfrm>
                <a:off x="8568887" y="5824102"/>
                <a:ext cx="151560" cy="155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B9D6D36-7D12-D5D9-219D-FD833AC4E8A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550887" y="5806462"/>
                  <a:ext cx="187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9045E7C-2E9A-AD62-3133-34416C236FEA}"/>
                    </a:ext>
                  </a:extLst>
                </p14:cNvPr>
                <p14:cNvContentPartPr/>
                <p14:nvPr/>
              </p14:nvContentPartPr>
              <p14:xfrm>
                <a:off x="8797127" y="5678662"/>
                <a:ext cx="59400" cy="3268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9045E7C-2E9A-AD62-3133-34416C236FE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779487" y="5660662"/>
                  <a:ext cx="950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DF3ED60-6148-3D3D-555E-4489EB97E5F0}"/>
                    </a:ext>
                  </a:extLst>
                </p14:cNvPr>
                <p14:cNvContentPartPr/>
                <p14:nvPr/>
              </p14:nvContentPartPr>
              <p14:xfrm>
                <a:off x="8735567" y="5752462"/>
                <a:ext cx="164520" cy="277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DF3ED60-6148-3D3D-555E-4489EB97E5F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717567" y="5734462"/>
                  <a:ext cx="200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BC687F6-02F9-3F30-356B-D65C5681FB5E}"/>
                    </a:ext>
                  </a:extLst>
                </p14:cNvPr>
                <p14:cNvContentPartPr/>
                <p14:nvPr/>
              </p14:nvContentPartPr>
              <p14:xfrm>
                <a:off x="8909807" y="5857942"/>
                <a:ext cx="114840" cy="1292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BC687F6-02F9-3F30-356B-D65C5681FB5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891807" y="5839942"/>
                  <a:ext cx="150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31B03CA-2DD3-923F-0408-AB4690C8C429}"/>
                    </a:ext>
                  </a:extLst>
                </p14:cNvPr>
                <p14:cNvContentPartPr/>
                <p14:nvPr/>
              </p14:nvContentPartPr>
              <p14:xfrm>
                <a:off x="9078287" y="5811142"/>
                <a:ext cx="253800" cy="174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31B03CA-2DD3-923F-0408-AB4690C8C42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060647" y="5793142"/>
                  <a:ext cx="2894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68A27FA-6293-9605-6D10-2A650867EBD6}"/>
                    </a:ext>
                  </a:extLst>
                </p14:cNvPr>
                <p14:cNvContentPartPr/>
                <p14:nvPr/>
              </p14:nvContentPartPr>
              <p14:xfrm>
                <a:off x="9326327" y="5699902"/>
                <a:ext cx="27720" cy="320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68A27FA-6293-9605-6D10-2A650867EBD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308687" y="5681902"/>
                  <a:ext cx="63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898080E-4393-320A-2C73-EE51CB47F6F9}"/>
                    </a:ext>
                  </a:extLst>
                </p14:cNvPr>
                <p14:cNvContentPartPr/>
                <p14:nvPr/>
              </p14:nvContentPartPr>
              <p14:xfrm>
                <a:off x="9399407" y="5785582"/>
                <a:ext cx="178560" cy="1854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898080E-4393-320A-2C73-EE51CB47F6F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381767" y="5767582"/>
                  <a:ext cx="214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3209809-D629-1BB6-F10B-450DD82B47E3}"/>
                    </a:ext>
                  </a:extLst>
                </p14:cNvPr>
                <p14:cNvContentPartPr/>
                <p14:nvPr/>
              </p14:nvContentPartPr>
              <p14:xfrm>
                <a:off x="9655007" y="5781622"/>
                <a:ext cx="185400" cy="2131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3209809-D629-1BB6-F10B-450DD82B47E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637007" y="5763622"/>
                  <a:ext cx="2210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D4BE8CC-8BB8-3762-9951-FE78DC242964}"/>
                    </a:ext>
                  </a:extLst>
                </p14:cNvPr>
                <p14:cNvContentPartPr/>
                <p14:nvPr/>
              </p14:nvContentPartPr>
              <p14:xfrm>
                <a:off x="10102487" y="5623942"/>
                <a:ext cx="461160" cy="6832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D4BE8CC-8BB8-3762-9951-FE78DC24296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084847" y="5606302"/>
                  <a:ext cx="49680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908BCD2-3C9B-E3D0-0A45-4ECA93BBEAAE}"/>
                    </a:ext>
                  </a:extLst>
                </p14:cNvPr>
                <p14:cNvContentPartPr/>
                <p14:nvPr/>
              </p14:nvContentPartPr>
              <p14:xfrm>
                <a:off x="10816007" y="5737702"/>
                <a:ext cx="180360" cy="190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908BCD2-3C9B-E3D0-0A45-4ECA93BBEAA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798007" y="5719702"/>
                  <a:ext cx="216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607F23F-69F7-FF4F-A595-D24DEB16D89C}"/>
                    </a:ext>
                  </a:extLst>
                </p14:cNvPr>
                <p14:cNvContentPartPr/>
                <p14:nvPr/>
              </p14:nvContentPartPr>
              <p14:xfrm>
                <a:off x="11138927" y="5751382"/>
                <a:ext cx="230400" cy="190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607F23F-69F7-FF4F-A595-D24DEB16D89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121287" y="5733742"/>
                  <a:ext cx="266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F767962-E8C0-EB23-F1D0-5D25BA0175F4}"/>
                    </a:ext>
                  </a:extLst>
                </p14:cNvPr>
                <p14:cNvContentPartPr/>
                <p14:nvPr/>
              </p14:nvContentPartPr>
              <p14:xfrm>
                <a:off x="11367527" y="5632582"/>
                <a:ext cx="33120" cy="38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F767962-E8C0-EB23-F1D0-5D25BA0175F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349527" y="5614582"/>
                  <a:ext cx="68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1056FC9-91B9-02C3-CA4F-AD0E75E60B1B}"/>
                    </a:ext>
                  </a:extLst>
                </p14:cNvPr>
                <p14:cNvContentPartPr/>
                <p14:nvPr/>
              </p14:nvContentPartPr>
              <p14:xfrm>
                <a:off x="11510447" y="5761462"/>
                <a:ext cx="126360" cy="141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1056FC9-91B9-02C3-CA4F-AD0E75E60B1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492447" y="5743462"/>
                  <a:ext cx="162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10F12B4-B19D-AEAD-CABE-CF8A67F533D6}"/>
                    </a:ext>
                  </a:extLst>
                </p14:cNvPr>
                <p14:cNvContentPartPr/>
                <p14:nvPr/>
              </p14:nvContentPartPr>
              <p14:xfrm>
                <a:off x="11698007" y="5613862"/>
                <a:ext cx="571680" cy="3517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10F12B4-B19D-AEAD-CABE-CF8A67F533D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680007" y="5596222"/>
                  <a:ext cx="6073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DD0046F-7231-77C0-B5DB-1E4B649EDAAE}"/>
                    </a:ext>
                  </a:extLst>
                </p14:cNvPr>
                <p14:cNvContentPartPr/>
                <p14:nvPr/>
              </p14:nvContentPartPr>
              <p14:xfrm>
                <a:off x="205367" y="6404422"/>
                <a:ext cx="401400" cy="3240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DD0046F-7231-77C0-B5DB-1E4B649EDAA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87367" y="6386782"/>
                  <a:ext cx="4370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BC63993-0E2D-1323-3D91-6CBEF7356C77}"/>
                    </a:ext>
                  </a:extLst>
                </p14:cNvPr>
                <p14:cNvContentPartPr/>
                <p14:nvPr/>
              </p14:nvContentPartPr>
              <p14:xfrm>
                <a:off x="460967" y="6375982"/>
                <a:ext cx="49320" cy="219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BC63993-0E2D-1323-3D91-6CBEF7356C7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42967" y="6357982"/>
                  <a:ext cx="84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11B1FD9-9556-37ED-D342-24E685ED262D}"/>
                    </a:ext>
                  </a:extLst>
                </p14:cNvPr>
                <p14:cNvContentPartPr/>
                <p14:nvPr/>
              </p14:nvContentPartPr>
              <p14:xfrm>
                <a:off x="647087" y="6405862"/>
                <a:ext cx="70920" cy="244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11B1FD9-9556-37ED-D342-24E685ED262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29087" y="6388222"/>
                  <a:ext cx="106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8F957A8-355C-C37A-8066-44A0CC6736A5}"/>
                    </a:ext>
                  </a:extLst>
                </p14:cNvPr>
                <p14:cNvContentPartPr/>
                <p14:nvPr/>
              </p14:nvContentPartPr>
              <p14:xfrm>
                <a:off x="544487" y="6409102"/>
                <a:ext cx="519120" cy="2440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8F957A8-355C-C37A-8066-44A0CC6736A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26847" y="6391462"/>
                  <a:ext cx="554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1FB1248-776D-2C61-E4FC-1AC91289D258}"/>
                    </a:ext>
                  </a:extLst>
                </p14:cNvPr>
                <p14:cNvContentPartPr/>
                <p14:nvPr/>
              </p14:nvContentPartPr>
              <p14:xfrm>
                <a:off x="1371767" y="6432142"/>
                <a:ext cx="721440" cy="207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1FB1248-776D-2C61-E4FC-1AC91289D25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354127" y="6414502"/>
                  <a:ext cx="757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9E2CE5B-35A8-17FA-7DD3-084E04CF6FD9}"/>
                    </a:ext>
                  </a:extLst>
                </p14:cNvPr>
                <p14:cNvContentPartPr/>
                <p14:nvPr/>
              </p14:nvContentPartPr>
              <p14:xfrm>
                <a:off x="1380047" y="6486502"/>
                <a:ext cx="239760" cy="295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9E2CE5B-35A8-17FA-7DD3-084E04CF6FD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362047" y="6468862"/>
                  <a:ext cx="275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330818D-C357-2ACA-FA7A-248F4E2D5C15}"/>
                    </a:ext>
                  </a:extLst>
                </p14:cNvPr>
                <p14:cNvContentPartPr/>
                <p14:nvPr/>
              </p14:nvContentPartPr>
              <p14:xfrm>
                <a:off x="2435927" y="6479302"/>
                <a:ext cx="148680" cy="2401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330818D-C357-2ACA-FA7A-248F4E2D5C1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418287" y="6461662"/>
                  <a:ext cx="184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F9C0FD3-672A-CB59-1114-AFA259A24D64}"/>
                    </a:ext>
                  </a:extLst>
                </p14:cNvPr>
                <p14:cNvContentPartPr/>
                <p14:nvPr/>
              </p14:nvContentPartPr>
              <p14:xfrm>
                <a:off x="2676767" y="6526822"/>
                <a:ext cx="465480" cy="172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F9C0FD3-672A-CB59-1114-AFA259A24D6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659127" y="6508822"/>
                  <a:ext cx="501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01D1D6B-11E8-95FC-E6CE-C685BFB6353A}"/>
                    </a:ext>
                  </a:extLst>
                </p14:cNvPr>
                <p14:cNvContentPartPr/>
                <p14:nvPr/>
              </p14:nvContentPartPr>
              <p14:xfrm>
                <a:off x="3200927" y="6386422"/>
                <a:ext cx="79200" cy="345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01D1D6B-11E8-95FC-E6CE-C685BFB6353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183287" y="6368422"/>
                  <a:ext cx="1148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EBE259F-80CD-C11E-6A9D-8E6EAA085F7B}"/>
                    </a:ext>
                  </a:extLst>
                </p14:cNvPr>
                <p14:cNvContentPartPr/>
                <p14:nvPr/>
              </p14:nvContentPartPr>
              <p14:xfrm>
                <a:off x="3325847" y="6546622"/>
                <a:ext cx="399960" cy="178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EBE259F-80CD-C11E-6A9D-8E6EAA085F7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307847" y="6528622"/>
                  <a:ext cx="4356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87A41B7-00CF-69DA-4B26-D00EDFB7762D}"/>
                    </a:ext>
                  </a:extLst>
                </p14:cNvPr>
                <p14:cNvContentPartPr/>
                <p14:nvPr/>
              </p14:nvContentPartPr>
              <p14:xfrm>
                <a:off x="3175727" y="6388222"/>
                <a:ext cx="489960" cy="900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87A41B7-00CF-69DA-4B26-D00EDFB7762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158087" y="6370582"/>
                  <a:ext cx="525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C651ADE-148F-67BE-CAA9-11B1A86059D2}"/>
                    </a:ext>
                  </a:extLst>
                </p14:cNvPr>
                <p14:cNvContentPartPr/>
                <p14:nvPr/>
              </p14:nvContentPartPr>
              <p14:xfrm>
                <a:off x="4220807" y="6437182"/>
                <a:ext cx="304200" cy="1681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C651ADE-148F-67BE-CAA9-11B1A86059D2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202807" y="6419182"/>
                  <a:ext cx="339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D1A567D-5274-E157-6E30-316835BF8099}"/>
                    </a:ext>
                  </a:extLst>
                </p14:cNvPr>
                <p14:cNvContentPartPr/>
                <p14:nvPr/>
              </p14:nvContentPartPr>
              <p14:xfrm>
                <a:off x="4858367" y="6422062"/>
                <a:ext cx="120960" cy="234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D1A567D-5274-E157-6E30-316835BF809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840367" y="6404062"/>
                  <a:ext cx="156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9A9A08D-F50B-643C-0073-38D6A1A1EA02}"/>
                    </a:ext>
                  </a:extLst>
                </p14:cNvPr>
                <p14:cNvContentPartPr/>
                <p14:nvPr/>
              </p14:nvContentPartPr>
              <p14:xfrm>
                <a:off x="4800767" y="6506302"/>
                <a:ext cx="146520" cy="126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9A9A08D-F50B-643C-0073-38D6A1A1EA0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783127" y="6488662"/>
                  <a:ext cx="182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21599C57-A605-0FCF-9070-E9B541007B47}"/>
                    </a:ext>
                  </a:extLst>
                </p14:cNvPr>
                <p14:cNvContentPartPr/>
                <p14:nvPr/>
              </p14:nvContentPartPr>
              <p14:xfrm>
                <a:off x="5056367" y="6284542"/>
                <a:ext cx="132120" cy="4806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21599C57-A605-0FCF-9070-E9B541007B47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038727" y="6266902"/>
                  <a:ext cx="16776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10DAAA3-3438-DE0F-4EB9-5E07CD063A15}"/>
                    </a:ext>
                  </a:extLst>
                </p14:cNvPr>
                <p14:cNvContentPartPr/>
                <p14:nvPr/>
              </p14:nvContentPartPr>
              <p14:xfrm>
                <a:off x="5265527" y="6419902"/>
                <a:ext cx="181080" cy="1933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10DAAA3-3438-DE0F-4EB9-5E07CD063A15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247527" y="6401902"/>
                  <a:ext cx="216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EEDB0DA-D398-7368-9123-31BDD012B528}"/>
                    </a:ext>
                  </a:extLst>
                </p14:cNvPr>
                <p14:cNvContentPartPr/>
                <p14:nvPr/>
              </p14:nvContentPartPr>
              <p14:xfrm>
                <a:off x="5554247" y="6575782"/>
                <a:ext cx="16920" cy="91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EEDB0DA-D398-7368-9123-31BDD012B52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5536247" y="6557782"/>
                  <a:ext cx="52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D857404-917A-29D3-3D1C-5A2533092A02}"/>
                    </a:ext>
                  </a:extLst>
                </p14:cNvPr>
                <p14:cNvContentPartPr/>
                <p14:nvPr/>
              </p14:nvContentPartPr>
              <p14:xfrm>
                <a:off x="5690327" y="6610702"/>
                <a:ext cx="24840" cy="98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D857404-917A-29D3-3D1C-5A2533092A02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672687" y="6592702"/>
                  <a:ext cx="60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5E89D07-B232-DD13-D88F-1D6CF7361512}"/>
                    </a:ext>
                  </a:extLst>
                </p14:cNvPr>
                <p14:cNvContentPartPr/>
                <p14:nvPr/>
              </p14:nvContentPartPr>
              <p14:xfrm>
                <a:off x="5846207" y="6457342"/>
                <a:ext cx="189000" cy="191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5E89D07-B232-DD13-D88F-1D6CF7361512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828207" y="6439342"/>
                  <a:ext cx="224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B0915BD-AE8F-CEA0-483B-CDADF96C2D85}"/>
                    </a:ext>
                  </a:extLst>
                </p14:cNvPr>
                <p14:cNvContentPartPr/>
                <p14:nvPr/>
              </p14:nvContentPartPr>
              <p14:xfrm>
                <a:off x="6105767" y="6556342"/>
                <a:ext cx="170640" cy="1407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B0915BD-AE8F-CEA0-483B-CDADF96C2D8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088127" y="6538342"/>
                  <a:ext cx="206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BABCCDE-5DAE-2459-359B-5931A62625BF}"/>
                    </a:ext>
                  </a:extLst>
                </p14:cNvPr>
                <p14:cNvContentPartPr/>
                <p14:nvPr/>
              </p14:nvContentPartPr>
              <p14:xfrm>
                <a:off x="6175247" y="6285262"/>
                <a:ext cx="261720" cy="4935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BABCCDE-5DAE-2459-359B-5931A62625B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157247" y="6267622"/>
                  <a:ext cx="29736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AF12ECF-5597-A890-25C7-7368A910D44B}"/>
                    </a:ext>
                  </a:extLst>
                </p14:cNvPr>
                <p14:cNvContentPartPr/>
                <p14:nvPr/>
              </p14:nvContentPartPr>
              <p14:xfrm>
                <a:off x="5808407" y="6878182"/>
                <a:ext cx="10080" cy="133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AF12ECF-5597-A890-25C7-7368A910D44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790407" y="6860182"/>
                  <a:ext cx="45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9D308FB-B644-EF8F-A995-55AE6029B660}"/>
                    </a:ext>
                  </a:extLst>
                </p14:cNvPr>
                <p14:cNvContentPartPr/>
                <p14:nvPr/>
              </p14:nvContentPartPr>
              <p14:xfrm>
                <a:off x="6762407" y="6474380"/>
                <a:ext cx="173520" cy="197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9D308FB-B644-EF8F-A995-55AE6029B660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744407" y="6456380"/>
                  <a:ext cx="209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36B5C3B-A28A-CC92-244A-12FAC401EB68}"/>
                    </a:ext>
                  </a:extLst>
                </p14:cNvPr>
                <p14:cNvContentPartPr/>
                <p14:nvPr/>
              </p14:nvContentPartPr>
              <p14:xfrm>
                <a:off x="7033487" y="6518660"/>
                <a:ext cx="234000" cy="1479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36B5C3B-A28A-CC92-244A-12FAC401EB6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015847" y="6501020"/>
                  <a:ext cx="269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3FB0277-6306-A7F2-D4AC-10249BE37D3D}"/>
                    </a:ext>
                  </a:extLst>
                </p14:cNvPr>
                <p14:cNvContentPartPr/>
                <p14:nvPr/>
              </p14:nvContentPartPr>
              <p14:xfrm>
                <a:off x="7520927" y="6286460"/>
                <a:ext cx="23760" cy="4114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3FB0277-6306-A7F2-D4AC-10249BE37D3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503287" y="6268460"/>
                  <a:ext cx="594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E2A843D-4227-2D92-ECF9-607FCCB53F59}"/>
                    </a:ext>
                  </a:extLst>
                </p14:cNvPr>
                <p14:cNvContentPartPr/>
                <p14:nvPr/>
              </p14:nvContentPartPr>
              <p14:xfrm>
                <a:off x="7290887" y="6496340"/>
                <a:ext cx="200880" cy="2235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E2A843D-4227-2D92-ECF9-607FCCB53F5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273247" y="6478700"/>
                  <a:ext cx="236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391341D-E2BE-6CA7-5F02-0FF1D8C46C30}"/>
                    </a:ext>
                  </a:extLst>
                </p14:cNvPr>
                <p14:cNvContentPartPr/>
                <p14:nvPr/>
              </p14:nvContentPartPr>
              <p14:xfrm>
                <a:off x="7829087" y="6476540"/>
                <a:ext cx="285480" cy="184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391341D-E2BE-6CA7-5F02-0FF1D8C46C3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811087" y="6458900"/>
                  <a:ext cx="321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24B07085-5DC1-DF2A-E702-A9F72AFE001D}"/>
                    </a:ext>
                  </a:extLst>
                </p14:cNvPr>
                <p14:cNvContentPartPr/>
                <p14:nvPr/>
              </p14:nvContentPartPr>
              <p14:xfrm>
                <a:off x="8177567" y="6479060"/>
                <a:ext cx="186120" cy="1494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24B07085-5DC1-DF2A-E702-A9F72AFE001D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159567" y="6461060"/>
                  <a:ext cx="221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A2D4BFF-FC12-C10B-9748-3EA98B706829}"/>
                    </a:ext>
                  </a:extLst>
                </p14:cNvPr>
                <p14:cNvContentPartPr/>
                <p14:nvPr/>
              </p14:nvContentPartPr>
              <p14:xfrm>
                <a:off x="8405087" y="6354500"/>
                <a:ext cx="363960" cy="2883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A2D4BFF-FC12-C10B-9748-3EA98B70682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387087" y="6336860"/>
                  <a:ext cx="399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A1BC208-DFBB-14D0-F11A-6A8C8D060329}"/>
                    </a:ext>
                  </a:extLst>
                </p14:cNvPr>
                <p14:cNvContentPartPr/>
                <p14:nvPr/>
              </p14:nvContentPartPr>
              <p14:xfrm>
                <a:off x="8711447" y="6322820"/>
                <a:ext cx="50040" cy="38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A1BC208-DFBB-14D0-F11A-6A8C8D06032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693447" y="6305180"/>
                  <a:ext cx="856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9374836-F49E-1665-6D47-589E1CC1CCF2}"/>
                    </a:ext>
                  </a:extLst>
                </p14:cNvPr>
                <p14:cNvContentPartPr/>
                <p14:nvPr/>
              </p14:nvContentPartPr>
              <p14:xfrm>
                <a:off x="8832407" y="6483020"/>
                <a:ext cx="178200" cy="149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9374836-F49E-1665-6D47-589E1CC1CCF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814767" y="6465380"/>
                  <a:ext cx="213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7AB17D58-ACAD-A8D9-A497-4D535D4EC87D}"/>
                    </a:ext>
                  </a:extLst>
                </p14:cNvPr>
                <p14:cNvContentPartPr/>
                <p14:nvPr/>
              </p14:nvContentPartPr>
              <p14:xfrm>
                <a:off x="9095567" y="6479420"/>
                <a:ext cx="107640" cy="1461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7AB17D58-ACAD-A8D9-A497-4D535D4EC87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077567" y="6461420"/>
                  <a:ext cx="143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A6412FD-7857-CEF6-6D5F-7D765EB54B79}"/>
                    </a:ext>
                  </a:extLst>
                </p14:cNvPr>
                <p14:cNvContentPartPr/>
                <p14:nvPr/>
              </p14:nvContentPartPr>
              <p14:xfrm>
                <a:off x="9755807" y="6283220"/>
                <a:ext cx="173160" cy="3268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A6412FD-7857-CEF6-6D5F-7D765EB54B79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738167" y="6265580"/>
                  <a:ext cx="2088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2B28CB5-A469-75C5-89D7-3D790B9E93F8}"/>
                    </a:ext>
                  </a:extLst>
                </p14:cNvPr>
                <p14:cNvContentPartPr/>
                <p14:nvPr/>
              </p14:nvContentPartPr>
              <p14:xfrm>
                <a:off x="10180607" y="6594980"/>
                <a:ext cx="1080" cy="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2B28CB5-A469-75C5-89D7-3D790B9E93F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62607" y="6576980"/>
                  <a:ext cx="36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3E49F827-413D-62D1-8262-EF70B452A5AA}"/>
                    </a:ext>
                  </a:extLst>
                </p14:cNvPr>
                <p14:cNvContentPartPr/>
                <p14:nvPr/>
              </p14:nvContentPartPr>
              <p14:xfrm>
                <a:off x="4567847" y="4445060"/>
                <a:ext cx="67680" cy="2293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3E49F827-413D-62D1-8262-EF70B452A5AA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4549847" y="4427420"/>
                  <a:ext cx="103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1CAA209-C6C3-629B-366A-F7DB26C8ABE1}"/>
                    </a:ext>
                  </a:extLst>
                </p14:cNvPr>
                <p14:cNvContentPartPr/>
                <p14:nvPr/>
              </p14:nvContentPartPr>
              <p14:xfrm>
                <a:off x="4649207" y="4426700"/>
                <a:ext cx="154080" cy="1641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1CAA209-C6C3-629B-366A-F7DB26C8ABE1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4631567" y="4409060"/>
                  <a:ext cx="189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C865F9F7-FF9C-EEEC-C49F-D10E8288FB30}"/>
                    </a:ext>
                  </a:extLst>
                </p14:cNvPr>
                <p14:cNvContentPartPr/>
                <p14:nvPr/>
              </p14:nvContentPartPr>
              <p14:xfrm>
                <a:off x="4821287" y="4367660"/>
                <a:ext cx="35280" cy="216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C865F9F7-FF9C-EEEC-C49F-D10E8288FB30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4803647" y="4350020"/>
                  <a:ext cx="70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AD1B43FF-D8CF-9FF8-03CA-8FEA205AC92C}"/>
                    </a:ext>
                  </a:extLst>
                </p14:cNvPr>
                <p14:cNvContentPartPr/>
                <p14:nvPr/>
              </p14:nvContentPartPr>
              <p14:xfrm>
                <a:off x="4949807" y="4481060"/>
                <a:ext cx="95040" cy="252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AD1B43FF-D8CF-9FF8-03CA-8FEA205AC92C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4932167" y="4463060"/>
                  <a:ext cx="130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0ABDB3E-9196-6A9F-83BE-E0E084AFFBD1}"/>
                    </a:ext>
                  </a:extLst>
                </p14:cNvPr>
                <p14:cNvContentPartPr/>
                <p14:nvPr/>
              </p14:nvContentPartPr>
              <p14:xfrm>
                <a:off x="4942967" y="4569980"/>
                <a:ext cx="115920" cy="212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0ABDB3E-9196-6A9F-83BE-E0E084AFFBD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4925327" y="4552340"/>
                  <a:ext cx="151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3335846-1C77-61D2-6FA5-6779F3B04140}"/>
                    </a:ext>
                  </a:extLst>
                </p14:cNvPr>
                <p14:cNvContentPartPr/>
                <p14:nvPr/>
              </p14:nvContentPartPr>
              <p14:xfrm>
                <a:off x="5459207" y="4273340"/>
                <a:ext cx="127800" cy="6328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3335846-1C77-61D2-6FA5-6779F3B04140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5441567" y="4255700"/>
                  <a:ext cx="16344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79910DA-0964-B2F2-18B9-3125F23FA606}"/>
                    </a:ext>
                  </a:extLst>
                </p14:cNvPr>
                <p14:cNvContentPartPr/>
                <p14:nvPr/>
              </p14:nvContentPartPr>
              <p14:xfrm>
                <a:off x="5645687" y="4514900"/>
                <a:ext cx="241200" cy="1317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79910DA-0964-B2F2-18B9-3125F23FA606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5627687" y="4497260"/>
                  <a:ext cx="276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A9730A6-4BBC-5BA2-E8BB-0E3ACD788CDD}"/>
                    </a:ext>
                  </a:extLst>
                </p14:cNvPr>
                <p14:cNvContentPartPr/>
                <p14:nvPr/>
              </p14:nvContentPartPr>
              <p14:xfrm>
                <a:off x="5949527" y="4414820"/>
                <a:ext cx="6480" cy="597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A9730A6-4BBC-5BA2-E8BB-0E3ACD788CDD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5931527" y="4397180"/>
                  <a:ext cx="42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BFB17D7B-CCFF-FA7F-0564-499816DC1784}"/>
                    </a:ext>
                  </a:extLst>
                </p14:cNvPr>
                <p14:cNvContentPartPr/>
                <p14:nvPr/>
              </p14:nvContentPartPr>
              <p14:xfrm>
                <a:off x="5961047" y="4583300"/>
                <a:ext cx="5400" cy="309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BFB17D7B-CCFF-FA7F-0564-499816DC1784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5943407" y="4565300"/>
                  <a:ext cx="41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CE6D257-C2B6-5DAD-DE90-B8CC9C4A2E39}"/>
                    </a:ext>
                  </a:extLst>
                </p14:cNvPr>
                <p14:cNvContentPartPr/>
                <p14:nvPr/>
              </p14:nvContentPartPr>
              <p14:xfrm>
                <a:off x="6337967" y="4382420"/>
                <a:ext cx="53640" cy="3841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CE6D257-C2B6-5DAD-DE90-B8CC9C4A2E3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6319967" y="4364420"/>
                  <a:ext cx="892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C96477B5-A258-9E66-0ABF-3B4272D1BA46}"/>
                    </a:ext>
                  </a:extLst>
                </p14:cNvPr>
                <p14:cNvContentPartPr/>
                <p14:nvPr/>
              </p14:nvContentPartPr>
              <p14:xfrm>
                <a:off x="6482327" y="4509500"/>
                <a:ext cx="196560" cy="1728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C96477B5-A258-9E66-0ABF-3B4272D1BA46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6464687" y="4491860"/>
                  <a:ext cx="232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FDFFA8B-85CC-2F48-3FC3-909BA8D372C1}"/>
                    </a:ext>
                  </a:extLst>
                </p14:cNvPr>
                <p14:cNvContentPartPr/>
                <p14:nvPr/>
              </p14:nvContentPartPr>
              <p14:xfrm>
                <a:off x="6778247" y="4576820"/>
                <a:ext cx="115920" cy="374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FDFFA8B-85CC-2F48-3FC3-909BA8D372C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6760607" y="4559180"/>
                  <a:ext cx="151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E80C25A1-D7BE-C508-7095-0F9949B0D597}"/>
                    </a:ext>
                  </a:extLst>
                </p14:cNvPr>
                <p14:cNvContentPartPr/>
                <p14:nvPr/>
              </p14:nvContentPartPr>
              <p14:xfrm>
                <a:off x="6991367" y="4496900"/>
                <a:ext cx="145080" cy="1598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E80C25A1-D7BE-C508-7095-0F9949B0D597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6973727" y="4479260"/>
                  <a:ext cx="180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C595B14-CDA5-FD0F-ABA3-BDEABF6749D1}"/>
                    </a:ext>
                  </a:extLst>
                </p14:cNvPr>
                <p14:cNvContentPartPr/>
                <p14:nvPr/>
              </p14:nvContentPartPr>
              <p14:xfrm>
                <a:off x="7269287" y="4362980"/>
                <a:ext cx="20160" cy="4086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C595B14-CDA5-FD0F-ABA3-BDEABF6749D1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7251647" y="4344980"/>
                  <a:ext cx="558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12CF79AC-D423-35A1-5AAF-927E12EF77B6}"/>
                    </a:ext>
                  </a:extLst>
                </p14:cNvPr>
                <p14:cNvContentPartPr/>
                <p14:nvPr/>
              </p14:nvContentPartPr>
              <p14:xfrm>
                <a:off x="7581047" y="4465940"/>
                <a:ext cx="228600" cy="18252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12CF79AC-D423-35A1-5AAF-927E12EF77B6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7563047" y="4448300"/>
                  <a:ext cx="264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1BBDA5E-1753-A413-7E4F-02350CA0A0DC}"/>
                    </a:ext>
                  </a:extLst>
                </p14:cNvPr>
                <p14:cNvContentPartPr/>
                <p14:nvPr/>
              </p14:nvContentPartPr>
              <p14:xfrm>
                <a:off x="8053367" y="4391060"/>
                <a:ext cx="168120" cy="2556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1BBDA5E-1753-A413-7E4F-02350CA0A0DC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8035727" y="4373060"/>
                  <a:ext cx="20376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1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5848710E-5435-4556-C9DE-047EEFB87FAB}"/>
                  </a:ext>
                </a:extLst>
              </p14:cNvPr>
              <p14:cNvContentPartPr/>
              <p14:nvPr/>
            </p14:nvContentPartPr>
            <p14:xfrm>
              <a:off x="8338127" y="4352180"/>
              <a:ext cx="275040" cy="46620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5848710E-5435-4556-C9DE-047EEFB87FAB}"/>
                  </a:ext>
                </a:extLst>
              </p:cNvPr>
              <p:cNvPicPr/>
              <p:nvPr/>
            </p:nvPicPr>
            <p:blipFill>
              <a:blip r:embed="rId572"/>
              <a:stretch>
                <a:fillRect/>
              </a:stretch>
            </p:blipFill>
            <p:spPr>
              <a:xfrm>
                <a:off x="8320127" y="4334540"/>
                <a:ext cx="31068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B4FEB948-D949-64D1-2ACE-EB2D7337661F}"/>
                  </a:ext>
                </a:extLst>
              </p14:cNvPr>
              <p14:cNvContentPartPr/>
              <p14:nvPr/>
            </p14:nvContentPartPr>
            <p14:xfrm>
              <a:off x="6585287" y="4894700"/>
              <a:ext cx="18360" cy="8136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B4FEB948-D949-64D1-2ACE-EB2D7337661F}"/>
                  </a:ext>
                </a:extLst>
              </p:cNvPr>
              <p:cNvPicPr/>
              <p:nvPr/>
            </p:nvPicPr>
            <p:blipFill>
              <a:blip r:embed="rId574"/>
              <a:stretch>
                <a:fillRect/>
              </a:stretch>
            </p:blipFill>
            <p:spPr>
              <a:xfrm>
                <a:off x="6567287" y="4877060"/>
                <a:ext cx="54000" cy="1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608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F858DB-FA09-C294-6DB0-DA0696C7003C}"/>
                  </a:ext>
                </a:extLst>
              </p14:cNvPr>
              <p14:cNvContentPartPr/>
              <p14:nvPr/>
            </p14:nvContentPartPr>
            <p14:xfrm>
              <a:off x="77567" y="215662"/>
              <a:ext cx="329760" cy="366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F858DB-FA09-C294-6DB0-DA0696C700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67" y="198022"/>
                <a:ext cx="36540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0A6E0D-ED75-BCB5-84EE-87CFC58BD58C}"/>
                  </a:ext>
                </a:extLst>
              </p14:cNvPr>
              <p14:cNvContentPartPr/>
              <p14:nvPr/>
            </p14:nvContentPartPr>
            <p14:xfrm>
              <a:off x="479687" y="258502"/>
              <a:ext cx="173160" cy="328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0A6E0D-ED75-BCB5-84EE-87CFC58BD5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687" y="240502"/>
                <a:ext cx="20880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C6CC95-FF36-E3E7-E881-4FB9695725F9}"/>
                  </a:ext>
                </a:extLst>
              </p14:cNvPr>
              <p14:cNvContentPartPr/>
              <p14:nvPr/>
            </p14:nvContentPartPr>
            <p14:xfrm>
              <a:off x="727367" y="257422"/>
              <a:ext cx="311400" cy="325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C6CC95-FF36-E3E7-E881-4FB9695725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9727" y="239422"/>
                <a:ext cx="3470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A9C7E8-135B-B788-DB77-D17CC0C804B3}"/>
                  </a:ext>
                </a:extLst>
              </p14:cNvPr>
              <p14:cNvContentPartPr/>
              <p14:nvPr/>
            </p14:nvContentPartPr>
            <p14:xfrm>
              <a:off x="922847" y="371182"/>
              <a:ext cx="169920" cy="25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A9C7E8-135B-B788-DB77-D17CC0C804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207" y="353182"/>
                <a:ext cx="2055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E5C2D89-9DBA-59CC-425D-B1C54F40913D}"/>
                  </a:ext>
                </a:extLst>
              </p14:cNvPr>
              <p14:cNvContentPartPr/>
              <p14:nvPr/>
            </p14:nvContentPartPr>
            <p14:xfrm>
              <a:off x="1521887" y="450022"/>
              <a:ext cx="165240" cy="182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E5C2D89-9DBA-59CC-425D-B1C54F4091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4247" y="432382"/>
                <a:ext cx="2008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B6A50D6-17E2-0635-4807-CC19B3486B73}"/>
                  </a:ext>
                </a:extLst>
              </p14:cNvPr>
              <p14:cNvContentPartPr/>
              <p14:nvPr/>
            </p14:nvContentPartPr>
            <p14:xfrm>
              <a:off x="1738607" y="479182"/>
              <a:ext cx="122040" cy="153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B6A50D6-17E2-0635-4807-CC19B3486B7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20967" y="461182"/>
                <a:ext cx="1576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5C06F2-A16A-F70A-9687-3D5842311F84}"/>
                  </a:ext>
                </a:extLst>
              </p14:cNvPr>
              <p14:cNvContentPartPr/>
              <p14:nvPr/>
            </p14:nvContentPartPr>
            <p14:xfrm>
              <a:off x="1699727" y="376582"/>
              <a:ext cx="1440" cy="33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5C06F2-A16A-F70A-9687-3D5842311F8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81727" y="358582"/>
                <a:ext cx="370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3C0D1D0-0BF4-D45E-A270-373E376FE024}"/>
                  </a:ext>
                </a:extLst>
              </p14:cNvPr>
              <p14:cNvContentPartPr/>
              <p14:nvPr/>
            </p14:nvContentPartPr>
            <p14:xfrm>
              <a:off x="2655887" y="271822"/>
              <a:ext cx="218160" cy="346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3C0D1D0-0BF4-D45E-A270-373E376FE0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37887" y="254182"/>
                <a:ext cx="25380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8B2E7C-DCEB-6D43-0ADB-D3F151674A8E}"/>
                  </a:ext>
                </a:extLst>
              </p14:cNvPr>
              <p14:cNvContentPartPr/>
              <p14:nvPr/>
            </p14:nvContentPartPr>
            <p14:xfrm>
              <a:off x="2965847" y="298102"/>
              <a:ext cx="371520" cy="291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8B2E7C-DCEB-6D43-0ADB-D3F151674A8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48207" y="280462"/>
                <a:ext cx="40716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ACFA8C4-C468-F061-644F-288CB58B7DA6}"/>
                  </a:ext>
                </a:extLst>
              </p14:cNvPr>
              <p14:cNvContentPartPr/>
              <p14:nvPr/>
            </p14:nvContentPartPr>
            <p14:xfrm>
              <a:off x="2896007" y="351382"/>
              <a:ext cx="221760" cy="21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ACFA8C4-C468-F061-644F-288CB58B7D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78007" y="333382"/>
                <a:ext cx="2574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C751E28-CFA4-56AE-88F6-76BFADE9A8DE}"/>
                  </a:ext>
                </a:extLst>
              </p14:cNvPr>
              <p14:cNvContentPartPr/>
              <p14:nvPr/>
            </p14:nvContentPartPr>
            <p14:xfrm>
              <a:off x="4318367" y="323662"/>
              <a:ext cx="276480" cy="176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C751E28-CFA4-56AE-88F6-76BFADE9A8D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00367" y="305662"/>
                <a:ext cx="3121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645E32-EFC7-B667-D288-8C2F4C6C74B3}"/>
                  </a:ext>
                </a:extLst>
              </p14:cNvPr>
              <p14:cNvContentPartPr/>
              <p14:nvPr/>
            </p14:nvContentPartPr>
            <p14:xfrm>
              <a:off x="4642007" y="340582"/>
              <a:ext cx="244080" cy="158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645E32-EFC7-B667-D288-8C2F4C6C74B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24367" y="322582"/>
                <a:ext cx="2797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23ACE5-8174-BCF7-63F9-FB2F5B60148C}"/>
                  </a:ext>
                </a:extLst>
              </p14:cNvPr>
              <p14:cNvContentPartPr/>
              <p14:nvPr/>
            </p14:nvContentPartPr>
            <p14:xfrm>
              <a:off x="4860167" y="208462"/>
              <a:ext cx="52920" cy="15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23ACE5-8174-BCF7-63F9-FB2F5B60148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42527" y="190462"/>
                <a:ext cx="885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F34F60-A1AC-A10B-B695-675B6158A8B5}"/>
                  </a:ext>
                </a:extLst>
              </p14:cNvPr>
              <p14:cNvContentPartPr/>
              <p14:nvPr/>
            </p14:nvContentPartPr>
            <p14:xfrm>
              <a:off x="4682687" y="137902"/>
              <a:ext cx="712800" cy="725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F34F60-A1AC-A10B-B695-675B6158A8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65047" y="119902"/>
                <a:ext cx="74844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9CC740-17C3-9F6D-4416-F602084D2642}"/>
                  </a:ext>
                </a:extLst>
              </p14:cNvPr>
              <p14:cNvContentPartPr/>
              <p14:nvPr/>
            </p14:nvContentPartPr>
            <p14:xfrm>
              <a:off x="5415287" y="200542"/>
              <a:ext cx="143280" cy="264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9CC740-17C3-9F6D-4416-F602084D264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97287" y="182902"/>
                <a:ext cx="1789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0D08A04-7362-2CFE-C8B0-3DCC484703EF}"/>
                  </a:ext>
                </a:extLst>
              </p14:cNvPr>
              <p14:cNvContentPartPr/>
              <p14:nvPr/>
            </p14:nvContentPartPr>
            <p14:xfrm>
              <a:off x="5663687" y="355702"/>
              <a:ext cx="371520" cy="148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0D08A04-7362-2CFE-C8B0-3DCC484703E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45687" y="338062"/>
                <a:ext cx="4071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9AF92DE-5599-7016-35D7-015732133B54}"/>
                  </a:ext>
                </a:extLst>
              </p14:cNvPr>
              <p14:cNvContentPartPr/>
              <p14:nvPr/>
            </p14:nvContentPartPr>
            <p14:xfrm>
              <a:off x="6133127" y="375502"/>
              <a:ext cx="150480" cy="143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9AF92DE-5599-7016-35D7-015732133B5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15487" y="357502"/>
                <a:ext cx="1861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7174743-305D-E38B-690C-0C70EC115980}"/>
                  </a:ext>
                </a:extLst>
              </p14:cNvPr>
              <p14:cNvContentPartPr/>
              <p14:nvPr/>
            </p14:nvContentPartPr>
            <p14:xfrm>
              <a:off x="6328607" y="209182"/>
              <a:ext cx="154440" cy="283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7174743-305D-E38B-690C-0C70EC11598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10607" y="191182"/>
                <a:ext cx="19008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49FEF9F-A601-A577-3633-39533DE08BBF}"/>
                  </a:ext>
                </a:extLst>
              </p14:cNvPr>
              <p14:cNvContentPartPr/>
              <p14:nvPr/>
            </p14:nvContentPartPr>
            <p14:xfrm>
              <a:off x="6616607" y="306742"/>
              <a:ext cx="162000" cy="15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49FEF9F-A601-A577-3633-39533DE08BB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98967" y="289102"/>
                <a:ext cx="1976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CA8A67C-A9B1-D2AE-C5D2-2BBB22771246}"/>
                  </a:ext>
                </a:extLst>
              </p14:cNvPr>
              <p14:cNvContentPartPr/>
              <p14:nvPr/>
            </p14:nvContentPartPr>
            <p14:xfrm>
              <a:off x="6904607" y="303502"/>
              <a:ext cx="150120" cy="160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CA8A67C-A9B1-D2AE-C5D2-2BBB2277124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86967" y="285862"/>
                <a:ext cx="1857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DF88647-17A8-58A6-6EA1-0575AC449557}"/>
                  </a:ext>
                </a:extLst>
              </p14:cNvPr>
              <p14:cNvContentPartPr/>
              <p14:nvPr/>
            </p14:nvContentPartPr>
            <p14:xfrm>
              <a:off x="7280087" y="74902"/>
              <a:ext cx="343800" cy="379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DF88647-17A8-58A6-6EA1-0575AC44955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62447" y="57262"/>
                <a:ext cx="37944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8E9154B-FD91-BBF6-6747-6DF706A0F452}"/>
                  </a:ext>
                </a:extLst>
              </p14:cNvPr>
              <p14:cNvContentPartPr/>
              <p14:nvPr/>
            </p14:nvContentPartPr>
            <p14:xfrm>
              <a:off x="7983887" y="771142"/>
              <a:ext cx="2880" cy="28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8E9154B-FD91-BBF6-6747-6DF706A0F45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65887" y="753502"/>
                <a:ext cx="385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78D6006-B92F-AEF8-BE36-3C5EBF437A93}"/>
                  </a:ext>
                </a:extLst>
              </p14:cNvPr>
              <p14:cNvContentPartPr/>
              <p14:nvPr/>
            </p14:nvContentPartPr>
            <p14:xfrm>
              <a:off x="1833647" y="1010182"/>
              <a:ext cx="141120" cy="300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78D6006-B92F-AEF8-BE36-3C5EBF437A9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15647" y="992542"/>
                <a:ext cx="17676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A6B3011-BA84-DBCC-E828-32895470D97E}"/>
                  </a:ext>
                </a:extLst>
              </p14:cNvPr>
              <p14:cNvContentPartPr/>
              <p14:nvPr/>
            </p14:nvContentPartPr>
            <p14:xfrm>
              <a:off x="1978727" y="972742"/>
              <a:ext cx="137160" cy="329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A6B3011-BA84-DBCC-E828-32895470D97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60727" y="954742"/>
                <a:ext cx="1728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CFF10E2-3865-1991-C5BF-7231E4AF46B3}"/>
                  </a:ext>
                </a:extLst>
              </p14:cNvPr>
              <p14:cNvContentPartPr/>
              <p14:nvPr/>
            </p14:nvContentPartPr>
            <p14:xfrm>
              <a:off x="2086367" y="992542"/>
              <a:ext cx="98640" cy="339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CFF10E2-3865-1991-C5BF-7231E4AF46B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68367" y="974542"/>
                <a:ext cx="1342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727E4EE-DD55-B02A-4885-51CE5733C3A9}"/>
                  </a:ext>
                </a:extLst>
              </p14:cNvPr>
              <p14:cNvContentPartPr/>
              <p14:nvPr/>
            </p14:nvContentPartPr>
            <p14:xfrm>
              <a:off x="2484527" y="1238782"/>
              <a:ext cx="168120" cy="7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727E4EE-DD55-B02A-4885-51CE5733C3A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466887" y="1220782"/>
                <a:ext cx="2037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4DC986C-9706-6127-28AF-62B7320EB16E}"/>
                  </a:ext>
                </a:extLst>
              </p14:cNvPr>
              <p14:cNvContentPartPr/>
              <p14:nvPr/>
            </p14:nvContentPartPr>
            <p14:xfrm>
              <a:off x="2506847" y="1331662"/>
              <a:ext cx="151200" cy="20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4DC986C-9706-6127-28AF-62B7320EB16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488847" y="1313662"/>
                <a:ext cx="1868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86C3BDF-272D-4C74-B498-F58131F13485}"/>
                  </a:ext>
                </a:extLst>
              </p14:cNvPr>
              <p14:cNvContentPartPr/>
              <p14:nvPr/>
            </p14:nvContentPartPr>
            <p14:xfrm>
              <a:off x="3456167" y="931342"/>
              <a:ext cx="262080" cy="831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86C3BDF-272D-4C74-B498-F58131F1348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38167" y="913702"/>
                <a:ext cx="297720" cy="86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D06B1D7-D10D-57A2-AC44-73F9675DDFF0}"/>
                  </a:ext>
                </a:extLst>
              </p14:cNvPr>
              <p14:cNvContentPartPr/>
              <p14:nvPr/>
            </p14:nvContentPartPr>
            <p14:xfrm>
              <a:off x="4080407" y="1191262"/>
              <a:ext cx="203760" cy="1778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D06B1D7-D10D-57A2-AC44-73F9675DDFF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062407" y="1173622"/>
                <a:ext cx="2394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2597E1B-B899-825E-B9D5-98AE3F257032}"/>
                  </a:ext>
                </a:extLst>
              </p14:cNvPr>
              <p14:cNvContentPartPr/>
              <p14:nvPr/>
            </p14:nvContentPartPr>
            <p14:xfrm>
              <a:off x="4372367" y="1306462"/>
              <a:ext cx="34920" cy="171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2597E1B-B899-825E-B9D5-98AE3F25703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54367" y="1288822"/>
                <a:ext cx="705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841BA58-CADF-2639-3157-D57A0A2FA14E}"/>
                  </a:ext>
                </a:extLst>
              </p14:cNvPr>
              <p14:cNvContentPartPr/>
              <p14:nvPr/>
            </p14:nvContentPartPr>
            <p14:xfrm>
              <a:off x="4487207" y="1336702"/>
              <a:ext cx="55080" cy="95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841BA58-CADF-2639-3157-D57A0A2FA14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69207" y="1318702"/>
                <a:ext cx="907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1A9DD47-815E-02EC-8B69-B33DF0C91839}"/>
                  </a:ext>
                </a:extLst>
              </p14:cNvPr>
              <p14:cNvContentPartPr/>
              <p14:nvPr/>
            </p14:nvContentPartPr>
            <p14:xfrm>
              <a:off x="4694567" y="1196302"/>
              <a:ext cx="147600" cy="151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1A9DD47-815E-02EC-8B69-B33DF0C9183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76567" y="1178302"/>
                <a:ext cx="1832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77C2676-C234-1706-DB0C-0EAE19AD91E7}"/>
                  </a:ext>
                </a:extLst>
              </p14:cNvPr>
              <p14:cNvContentPartPr/>
              <p14:nvPr/>
            </p14:nvContentPartPr>
            <p14:xfrm>
              <a:off x="4925687" y="1276222"/>
              <a:ext cx="168120" cy="165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77C2676-C234-1706-DB0C-0EAE19AD91E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08047" y="1258582"/>
                <a:ext cx="2037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AF89BEC-8A24-B8F1-06EA-3CCEA99AF44A}"/>
                  </a:ext>
                </a:extLst>
              </p14:cNvPr>
              <p14:cNvContentPartPr/>
              <p14:nvPr/>
            </p14:nvContentPartPr>
            <p14:xfrm>
              <a:off x="4988327" y="1050142"/>
              <a:ext cx="257040" cy="555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AF89BEC-8A24-B8F1-06EA-3CCEA99AF44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970327" y="1032142"/>
                <a:ext cx="29268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A5496B5-35A9-D66C-244C-266C8BBBEE19}"/>
                  </a:ext>
                </a:extLst>
              </p14:cNvPr>
              <p14:cNvContentPartPr/>
              <p14:nvPr/>
            </p14:nvContentPartPr>
            <p14:xfrm>
              <a:off x="3759647" y="1098022"/>
              <a:ext cx="281520" cy="536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A5496B5-35A9-D66C-244C-266C8BBBEE1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742007" y="1080022"/>
                <a:ext cx="31716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4D0F41D-5558-BE11-8A9E-E91D3445167E}"/>
                  </a:ext>
                </a:extLst>
              </p14:cNvPr>
              <p14:cNvContentPartPr/>
              <p14:nvPr/>
            </p14:nvContentPartPr>
            <p14:xfrm>
              <a:off x="4802207" y="1667182"/>
              <a:ext cx="23760" cy="133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4D0F41D-5558-BE11-8A9E-E91D3445167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784207" y="1649542"/>
                <a:ext cx="59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83590FF-ED92-2633-0308-5D1A58181588}"/>
                  </a:ext>
                </a:extLst>
              </p14:cNvPr>
              <p14:cNvContentPartPr/>
              <p14:nvPr/>
            </p14:nvContentPartPr>
            <p14:xfrm>
              <a:off x="3643007" y="1534342"/>
              <a:ext cx="18360" cy="7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83590FF-ED92-2633-0308-5D1A5818158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625367" y="1516702"/>
                <a:ext cx="540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24E6DB2-08D1-EE74-11B3-933E16246B86}"/>
                  </a:ext>
                </a:extLst>
              </p14:cNvPr>
              <p14:cNvContentPartPr/>
              <p14:nvPr/>
            </p14:nvContentPartPr>
            <p14:xfrm>
              <a:off x="4604927" y="1357582"/>
              <a:ext cx="27000" cy="90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24E6DB2-08D1-EE74-11B3-933E16246B8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586927" y="1339582"/>
                <a:ext cx="626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094989D-B55F-4669-0CFA-2C27ACCE8EF0}"/>
                  </a:ext>
                </a:extLst>
              </p14:cNvPr>
              <p14:cNvContentPartPr/>
              <p14:nvPr/>
            </p14:nvContentPartPr>
            <p14:xfrm>
              <a:off x="4568567" y="1452622"/>
              <a:ext cx="18000" cy="108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094989D-B55F-4669-0CFA-2C27ACCE8EF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550927" y="1434982"/>
                <a:ext cx="536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9D89A4E-971A-050D-5E65-BF70057F3CA3}"/>
                  </a:ext>
                </a:extLst>
              </p14:cNvPr>
              <p14:cNvContentPartPr/>
              <p14:nvPr/>
            </p14:nvContentPartPr>
            <p14:xfrm>
              <a:off x="5279567" y="847822"/>
              <a:ext cx="108000" cy="1194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9D89A4E-971A-050D-5E65-BF70057F3CA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261927" y="830182"/>
                <a:ext cx="143640" cy="12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206044-7A95-9238-4870-4DFC32137822}"/>
                  </a:ext>
                </a:extLst>
              </p14:cNvPr>
              <p14:cNvContentPartPr/>
              <p14:nvPr/>
            </p14:nvContentPartPr>
            <p14:xfrm>
              <a:off x="8010887" y="879862"/>
              <a:ext cx="142560" cy="5202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206044-7A95-9238-4870-4DFC3213782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992887" y="861862"/>
                <a:ext cx="17820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88A447F-252B-1335-F451-6E5AB05DA53D}"/>
                  </a:ext>
                </a:extLst>
              </p14:cNvPr>
              <p14:cNvContentPartPr/>
              <p14:nvPr/>
            </p14:nvContentPartPr>
            <p14:xfrm>
              <a:off x="8251367" y="1049422"/>
              <a:ext cx="150120" cy="1936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88A447F-252B-1335-F451-6E5AB05DA53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233727" y="1031782"/>
                <a:ext cx="1857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ADB0A44-A695-D7D0-F417-A91163E9D74C}"/>
                  </a:ext>
                </a:extLst>
              </p14:cNvPr>
              <p14:cNvContentPartPr/>
              <p14:nvPr/>
            </p14:nvContentPartPr>
            <p14:xfrm>
              <a:off x="8482847" y="1144462"/>
              <a:ext cx="135720" cy="1666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ADB0A44-A695-D7D0-F417-A91163E9D7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464847" y="1126462"/>
                <a:ext cx="1713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C71D6FB-5BEC-ACAD-F7F3-679E2816DA5B}"/>
                  </a:ext>
                </a:extLst>
              </p14:cNvPr>
              <p14:cNvContentPartPr/>
              <p14:nvPr/>
            </p14:nvContentPartPr>
            <p14:xfrm>
              <a:off x="8746727" y="1064182"/>
              <a:ext cx="141480" cy="57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C71D6FB-5BEC-ACAD-F7F3-679E2816DA5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29087" y="1046542"/>
                <a:ext cx="1771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C6655AC-282F-DFAE-4EEA-AAB91D18ACE2}"/>
                  </a:ext>
                </a:extLst>
              </p14:cNvPr>
              <p14:cNvContentPartPr/>
              <p14:nvPr/>
            </p14:nvContentPartPr>
            <p14:xfrm>
              <a:off x="8991887" y="971662"/>
              <a:ext cx="149400" cy="2365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C6655AC-282F-DFAE-4EEA-AAB91D18ACE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973887" y="953662"/>
                <a:ext cx="185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ED0FD0D-A13C-1674-4A94-7924F95D7E11}"/>
                  </a:ext>
                </a:extLst>
              </p14:cNvPr>
              <p14:cNvContentPartPr/>
              <p14:nvPr/>
            </p14:nvContentPartPr>
            <p14:xfrm>
              <a:off x="9215807" y="1183342"/>
              <a:ext cx="185760" cy="1231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ED0FD0D-A13C-1674-4A94-7924F95D7E1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198167" y="1165342"/>
                <a:ext cx="2214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DA73F29-F2B7-E170-8D89-1CE4A48414FE}"/>
                  </a:ext>
                </a:extLst>
              </p14:cNvPr>
              <p14:cNvContentPartPr/>
              <p14:nvPr/>
            </p14:nvContentPartPr>
            <p14:xfrm>
              <a:off x="9340727" y="829822"/>
              <a:ext cx="182880" cy="6724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DA73F29-F2B7-E170-8D89-1CE4A48414F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322727" y="812182"/>
                <a:ext cx="21852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D97D5A2-6551-99B6-7CD2-9DD6408A0644}"/>
                  </a:ext>
                </a:extLst>
              </p14:cNvPr>
              <p14:cNvContentPartPr/>
              <p14:nvPr/>
            </p14:nvContentPartPr>
            <p14:xfrm>
              <a:off x="9492287" y="669262"/>
              <a:ext cx="251280" cy="137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D97D5A2-6551-99B6-7CD2-9DD6408A064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474647" y="651262"/>
                <a:ext cx="2869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9B560917-C10A-3DDC-A2B8-36D3FE18F2BB}"/>
                  </a:ext>
                </a:extLst>
              </p14:cNvPr>
              <p14:cNvContentPartPr/>
              <p14:nvPr/>
            </p14:nvContentPartPr>
            <p14:xfrm>
              <a:off x="5459567" y="619717"/>
              <a:ext cx="4360320" cy="89172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9B560917-C10A-3DDC-A2B8-36D3FE18F2B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441927" y="602077"/>
                <a:ext cx="4395960" cy="9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2B214E6A-89E9-7A79-34FE-FC1188196DA1}"/>
              </a:ext>
            </a:extLst>
          </p:cNvPr>
          <p:cNvGrpSpPr/>
          <p:nvPr/>
        </p:nvGrpSpPr>
        <p:grpSpPr>
          <a:xfrm>
            <a:off x="144167" y="1799662"/>
            <a:ext cx="12100680" cy="5126760"/>
            <a:chOff x="144167" y="1799662"/>
            <a:chExt cx="12100680" cy="51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2080359-E468-A755-07F0-9BF0AB10B234}"/>
                    </a:ext>
                  </a:extLst>
                </p14:cNvPr>
                <p14:cNvContentPartPr/>
                <p14:nvPr/>
              </p14:nvContentPartPr>
              <p14:xfrm>
                <a:off x="241007" y="2159302"/>
                <a:ext cx="309960" cy="37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2080359-E468-A755-07F0-9BF0AB10B23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3007" y="2141302"/>
                  <a:ext cx="3456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7D8F024-C5DD-F1F8-E69F-092A7EC64BD2}"/>
                    </a:ext>
                  </a:extLst>
                </p14:cNvPr>
                <p14:cNvContentPartPr/>
                <p14:nvPr/>
              </p14:nvContentPartPr>
              <p14:xfrm>
                <a:off x="537647" y="2374942"/>
                <a:ext cx="16920" cy="154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7D8F024-C5DD-F1F8-E69F-092A7EC64B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007" y="2357302"/>
                  <a:ext cx="52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DFD079D-85DA-7F32-10F8-AAA1B1E88C97}"/>
                    </a:ext>
                  </a:extLst>
                </p14:cNvPr>
                <p14:cNvContentPartPr/>
                <p14:nvPr/>
              </p14:nvContentPartPr>
              <p14:xfrm>
                <a:off x="561767" y="2277742"/>
                <a:ext cx="24480" cy="23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DFD079D-85DA-7F32-10F8-AAA1B1E88C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3767" y="2260102"/>
                  <a:ext cx="60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220C3E9-02EF-5C09-25A8-57BBE6005818}"/>
                    </a:ext>
                  </a:extLst>
                </p14:cNvPr>
                <p14:cNvContentPartPr/>
                <p14:nvPr/>
              </p14:nvContentPartPr>
              <p14:xfrm>
                <a:off x="603527" y="2406982"/>
                <a:ext cx="195120" cy="124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220C3E9-02EF-5C09-25A8-57BBE600581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5527" y="2389342"/>
                  <a:ext cx="230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48456B8-BD36-8D25-51A3-51CAD1DD7FF7}"/>
                    </a:ext>
                  </a:extLst>
                </p14:cNvPr>
                <p14:cNvContentPartPr/>
                <p14:nvPr/>
              </p14:nvContentPartPr>
              <p14:xfrm>
                <a:off x="854807" y="2428222"/>
                <a:ext cx="56520" cy="126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48456B8-BD36-8D25-51A3-51CAD1DD7FF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7167" y="2410582"/>
                  <a:ext cx="92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A4F00BC-330E-EB32-53D0-D73614FC392B}"/>
                    </a:ext>
                  </a:extLst>
                </p14:cNvPr>
                <p14:cNvContentPartPr/>
                <p14:nvPr/>
              </p14:nvContentPartPr>
              <p14:xfrm>
                <a:off x="908087" y="2235262"/>
                <a:ext cx="38880" cy="27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A4F00BC-330E-EB32-53D0-D73614FC392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0087" y="2217262"/>
                  <a:ext cx="74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CB40C4-E0F4-4502-D211-212036834951}"/>
                    </a:ext>
                  </a:extLst>
                </p14:cNvPr>
                <p14:cNvContentPartPr/>
                <p14:nvPr/>
              </p14:nvContentPartPr>
              <p14:xfrm>
                <a:off x="998087" y="2237422"/>
                <a:ext cx="26640" cy="338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CB40C4-E0F4-4502-D211-2120368349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0087" y="2219782"/>
                  <a:ext cx="622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3B96EF3-1BA1-3F7C-4BB8-4DCE37E79D65}"/>
                    </a:ext>
                  </a:extLst>
                </p14:cNvPr>
                <p14:cNvContentPartPr/>
                <p14:nvPr/>
              </p14:nvContentPartPr>
              <p14:xfrm>
                <a:off x="1078367" y="2132302"/>
                <a:ext cx="546840" cy="428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3B96EF3-1BA1-3F7C-4BB8-4DCE37E79D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0727" y="2114662"/>
                  <a:ext cx="58248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7DD5A8C-B5B0-B6F1-5D73-49BE706E68D8}"/>
                    </a:ext>
                  </a:extLst>
                </p14:cNvPr>
                <p14:cNvContentPartPr/>
                <p14:nvPr/>
              </p14:nvContentPartPr>
              <p14:xfrm>
                <a:off x="1600007" y="2367742"/>
                <a:ext cx="305640" cy="46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7DD5A8C-B5B0-B6F1-5D73-49BE706E68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82367" y="2349742"/>
                  <a:ext cx="3412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F978B26-7213-7EBC-418F-B947F0EC3D0C}"/>
                    </a:ext>
                  </a:extLst>
                </p14:cNvPr>
                <p14:cNvContentPartPr/>
                <p14:nvPr/>
              </p14:nvContentPartPr>
              <p14:xfrm>
                <a:off x="2299127" y="2235262"/>
                <a:ext cx="32760" cy="145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F978B26-7213-7EBC-418F-B947F0EC3D0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81487" y="2217262"/>
                  <a:ext cx="68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58AE4F3-BFE4-4557-C050-9EB04DEF7526}"/>
                    </a:ext>
                  </a:extLst>
                </p14:cNvPr>
                <p14:cNvContentPartPr/>
                <p14:nvPr/>
              </p14:nvContentPartPr>
              <p14:xfrm>
                <a:off x="2363927" y="2130142"/>
                <a:ext cx="9720" cy="39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58AE4F3-BFE4-4557-C050-9EB04DEF75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46287" y="2112142"/>
                  <a:ext cx="453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94F4B0-83B3-DBBC-FA74-58FE16D566A8}"/>
                    </a:ext>
                  </a:extLst>
                </p14:cNvPr>
                <p14:cNvContentPartPr/>
                <p14:nvPr/>
              </p14:nvContentPartPr>
              <p14:xfrm>
                <a:off x="2408567" y="2122942"/>
                <a:ext cx="179640" cy="595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94F4B0-83B3-DBBC-FA74-58FE16D566A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90567" y="2105302"/>
                  <a:ext cx="21528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8F9E8F5-7DA3-B319-668D-45B9FDD99D63}"/>
                    </a:ext>
                  </a:extLst>
                </p14:cNvPr>
                <p14:cNvContentPartPr/>
                <p14:nvPr/>
              </p14:nvContentPartPr>
              <p14:xfrm>
                <a:off x="2408567" y="2342902"/>
                <a:ext cx="189720" cy="10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8F9E8F5-7DA3-B319-668D-45B9FDD99D6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90567" y="2324902"/>
                  <a:ext cx="225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3D59AAC-46AB-7BD4-8A56-57E9E008987F}"/>
                    </a:ext>
                  </a:extLst>
                </p14:cNvPr>
                <p14:cNvContentPartPr/>
                <p14:nvPr/>
              </p14:nvContentPartPr>
              <p14:xfrm>
                <a:off x="3001487" y="2222662"/>
                <a:ext cx="192240" cy="227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3D59AAC-46AB-7BD4-8A56-57E9E008987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83487" y="2205022"/>
                  <a:ext cx="227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4E4A82E-22EB-AE55-DF0F-A29FCB993073}"/>
                    </a:ext>
                  </a:extLst>
                </p14:cNvPr>
                <p14:cNvContentPartPr/>
                <p14:nvPr/>
              </p14:nvContentPartPr>
              <p14:xfrm>
                <a:off x="3346007" y="2197462"/>
                <a:ext cx="135360" cy="238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4E4A82E-22EB-AE55-DF0F-A29FCB9930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28007" y="2179462"/>
                  <a:ext cx="171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C8E9C0-72AF-ED57-AB16-E0146150AC9E}"/>
                    </a:ext>
                  </a:extLst>
                </p14:cNvPr>
                <p14:cNvContentPartPr/>
                <p14:nvPr/>
              </p14:nvContentPartPr>
              <p14:xfrm>
                <a:off x="3345647" y="2271622"/>
                <a:ext cx="156240" cy="54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C8E9C0-72AF-ED57-AB16-E0146150AC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27647" y="2253622"/>
                  <a:ext cx="191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6428D12-A7F7-FF3A-57D4-43094C6EBF6C}"/>
                    </a:ext>
                  </a:extLst>
                </p14:cNvPr>
                <p14:cNvContentPartPr/>
                <p14:nvPr/>
              </p14:nvContentPartPr>
              <p14:xfrm>
                <a:off x="3671087" y="2143462"/>
                <a:ext cx="84240" cy="334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6428D12-A7F7-FF3A-57D4-43094C6EBF6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53087" y="2125822"/>
                  <a:ext cx="1198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BF8BDC-5ACE-B0A6-FF2D-A076FBAB5284}"/>
                    </a:ext>
                  </a:extLst>
                </p14:cNvPr>
                <p14:cNvContentPartPr/>
                <p14:nvPr/>
              </p14:nvContentPartPr>
              <p14:xfrm>
                <a:off x="3716807" y="2115742"/>
                <a:ext cx="247680" cy="280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BF8BDC-5ACE-B0A6-FF2D-A076FBAB528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98807" y="2097742"/>
                  <a:ext cx="2833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DBE2D1C-4923-32F0-3C7C-59DBF933D11F}"/>
                    </a:ext>
                  </a:extLst>
                </p14:cNvPr>
                <p14:cNvContentPartPr/>
                <p14:nvPr/>
              </p14:nvContentPartPr>
              <p14:xfrm>
                <a:off x="4062407" y="1890022"/>
                <a:ext cx="154800" cy="230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DBE2D1C-4923-32F0-3C7C-59DBF933D11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44407" y="1872382"/>
                  <a:ext cx="1904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BF6393E-6817-7747-50C7-1E042DC2D784}"/>
                    </a:ext>
                  </a:extLst>
                </p14:cNvPr>
                <p14:cNvContentPartPr/>
                <p14:nvPr/>
              </p14:nvContentPartPr>
              <p14:xfrm>
                <a:off x="4414847" y="1959502"/>
                <a:ext cx="163800" cy="460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BF6393E-6817-7747-50C7-1E042DC2D7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97207" y="1941502"/>
                  <a:ext cx="1994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51EA71E-67F2-E34C-E74B-542084D76A54}"/>
                    </a:ext>
                  </a:extLst>
                </p14:cNvPr>
                <p14:cNvContentPartPr/>
                <p14:nvPr/>
              </p14:nvContentPartPr>
              <p14:xfrm>
                <a:off x="4759007" y="2117182"/>
                <a:ext cx="170280" cy="298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51EA71E-67F2-E34C-E74B-542084D76A5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741007" y="2099182"/>
                  <a:ext cx="2059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ECF892-3699-8FD8-F2EE-9B8518C0C0BA}"/>
                    </a:ext>
                  </a:extLst>
                </p14:cNvPr>
                <p14:cNvContentPartPr/>
                <p14:nvPr/>
              </p14:nvContentPartPr>
              <p14:xfrm>
                <a:off x="5122967" y="2068582"/>
                <a:ext cx="357480" cy="327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ECF892-3699-8FD8-F2EE-9B8518C0C0B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05327" y="2050942"/>
                  <a:ext cx="3931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349B0DF-2F02-40E5-270F-F9A5DDB7F4A3}"/>
                    </a:ext>
                  </a:extLst>
                </p14:cNvPr>
                <p14:cNvContentPartPr/>
                <p14:nvPr/>
              </p14:nvContentPartPr>
              <p14:xfrm>
                <a:off x="5418167" y="2107462"/>
                <a:ext cx="46080" cy="43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349B0DF-2F02-40E5-270F-F9A5DDB7F4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00527" y="2089462"/>
                  <a:ext cx="81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F9B6657-8E2A-E6F1-E436-8905505846AE}"/>
                    </a:ext>
                  </a:extLst>
                </p14:cNvPr>
                <p14:cNvContentPartPr/>
                <p14:nvPr/>
              </p14:nvContentPartPr>
              <p14:xfrm>
                <a:off x="5523287" y="2239582"/>
                <a:ext cx="266400" cy="146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F9B6657-8E2A-E6F1-E436-8905505846A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05287" y="2221942"/>
                  <a:ext cx="302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BE8646-D629-9FC6-D741-BB40740F7866}"/>
                    </a:ext>
                  </a:extLst>
                </p14:cNvPr>
                <p14:cNvContentPartPr/>
                <p14:nvPr/>
              </p14:nvContentPartPr>
              <p14:xfrm>
                <a:off x="5873927" y="2238502"/>
                <a:ext cx="120600" cy="151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BE8646-D629-9FC6-D741-BB40740F786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55927" y="2220502"/>
                  <a:ext cx="156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9FD0C28-453C-A2C7-D852-71A1B53845F8}"/>
                    </a:ext>
                  </a:extLst>
                </p14:cNvPr>
                <p14:cNvContentPartPr/>
                <p14:nvPr/>
              </p14:nvContentPartPr>
              <p14:xfrm>
                <a:off x="6081647" y="2224462"/>
                <a:ext cx="171000" cy="138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9FD0C28-453C-A2C7-D852-71A1B53845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64007" y="2206822"/>
                  <a:ext cx="206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47D1F8D-CD81-51AD-B12C-E7BB49FE43B0}"/>
                    </a:ext>
                  </a:extLst>
                </p14:cNvPr>
                <p14:cNvContentPartPr/>
                <p14:nvPr/>
              </p14:nvContentPartPr>
              <p14:xfrm>
                <a:off x="6303767" y="2193502"/>
                <a:ext cx="90720" cy="174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47D1F8D-CD81-51AD-B12C-E7BB49FE43B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85767" y="2175862"/>
                  <a:ext cx="126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303115-AFC8-F9BD-DD95-3E6F6FA6B9C3}"/>
                    </a:ext>
                  </a:extLst>
                </p14:cNvPr>
                <p14:cNvContentPartPr/>
                <p14:nvPr/>
              </p14:nvContentPartPr>
              <p14:xfrm>
                <a:off x="6451727" y="2195662"/>
                <a:ext cx="65160" cy="155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303115-AFC8-F9BD-DD95-3E6F6FA6B9C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33727" y="2177662"/>
                  <a:ext cx="100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E84F5FD-281A-B90B-1BA0-92E753193D79}"/>
                    </a:ext>
                  </a:extLst>
                </p14:cNvPr>
                <p14:cNvContentPartPr/>
                <p14:nvPr/>
              </p14:nvContentPartPr>
              <p14:xfrm>
                <a:off x="6476207" y="2055262"/>
                <a:ext cx="58320" cy="8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E84F5FD-281A-B90B-1BA0-92E753193D7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58567" y="2037622"/>
                  <a:ext cx="93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1F0A8AE-1245-17C0-C055-B937184DE798}"/>
                    </a:ext>
                  </a:extLst>
                </p14:cNvPr>
                <p14:cNvContentPartPr/>
                <p14:nvPr/>
              </p14:nvContentPartPr>
              <p14:xfrm>
                <a:off x="6607607" y="2172622"/>
                <a:ext cx="357840" cy="187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1F0A8AE-1245-17C0-C055-B937184DE7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89607" y="2154982"/>
                  <a:ext cx="393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2A49148-27CC-F69F-DBA6-F77CB6D8DA15}"/>
                    </a:ext>
                  </a:extLst>
                </p14:cNvPr>
                <p14:cNvContentPartPr/>
                <p14:nvPr/>
              </p14:nvContentPartPr>
              <p14:xfrm>
                <a:off x="7086407" y="2020342"/>
                <a:ext cx="390960" cy="288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2A49148-27CC-F69F-DBA6-F77CB6D8DA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68767" y="2002702"/>
                  <a:ext cx="426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7EC8A8F-F7CB-71DB-CB1D-746235B48620}"/>
                    </a:ext>
                  </a:extLst>
                </p14:cNvPr>
                <p14:cNvContentPartPr/>
                <p14:nvPr/>
              </p14:nvContentPartPr>
              <p14:xfrm>
                <a:off x="8055887" y="2080822"/>
                <a:ext cx="244800" cy="191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7EC8A8F-F7CB-71DB-CB1D-746235B4862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38247" y="2062822"/>
                  <a:ext cx="280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A919256-4483-F6B8-E0B5-A4B6E7D7D49A}"/>
                    </a:ext>
                  </a:extLst>
                </p14:cNvPr>
                <p14:cNvContentPartPr/>
                <p14:nvPr/>
              </p14:nvContentPartPr>
              <p14:xfrm>
                <a:off x="8420567" y="2109622"/>
                <a:ext cx="58680" cy="507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A919256-4483-F6B8-E0B5-A4B6E7D7D49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02567" y="2091622"/>
                  <a:ext cx="943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4B85666-AC6D-6724-C3D8-6CB7DCE705BB}"/>
                    </a:ext>
                  </a:extLst>
                </p14:cNvPr>
                <p14:cNvContentPartPr/>
                <p14:nvPr/>
              </p14:nvContentPartPr>
              <p14:xfrm>
                <a:off x="8415887" y="2088022"/>
                <a:ext cx="197640" cy="145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4B85666-AC6D-6724-C3D8-6CB7DCE705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98247" y="2070382"/>
                  <a:ext cx="2332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45319D0-1199-E2D9-BB97-9C0D12913CE3}"/>
                    </a:ext>
                  </a:extLst>
                </p14:cNvPr>
                <p14:cNvContentPartPr/>
                <p14:nvPr/>
              </p14:nvContentPartPr>
              <p14:xfrm>
                <a:off x="8684447" y="2073262"/>
                <a:ext cx="127440" cy="173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45319D0-1199-E2D9-BB97-9C0D12913CE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66447" y="2055622"/>
                  <a:ext cx="163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E1D7AC8-EA21-54C7-B824-0669CDA54E9D}"/>
                    </a:ext>
                  </a:extLst>
                </p14:cNvPr>
                <p14:cNvContentPartPr/>
                <p14:nvPr/>
              </p14:nvContentPartPr>
              <p14:xfrm>
                <a:off x="8968847" y="2077582"/>
                <a:ext cx="119520" cy="183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E1D7AC8-EA21-54C7-B824-0669CDA54E9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51207" y="2059942"/>
                  <a:ext cx="155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9DDF440-52F2-08CE-885F-27E2F2CF941E}"/>
                    </a:ext>
                  </a:extLst>
                </p14:cNvPr>
                <p14:cNvContentPartPr/>
                <p14:nvPr/>
              </p14:nvContentPartPr>
              <p14:xfrm>
                <a:off x="9140927" y="2056342"/>
                <a:ext cx="127080" cy="1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9DDF440-52F2-08CE-885F-27E2F2CF941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22927" y="2038702"/>
                  <a:ext cx="162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2D185AC-64CB-2C82-852C-B449F8C09FA9}"/>
                    </a:ext>
                  </a:extLst>
                </p14:cNvPr>
                <p14:cNvContentPartPr/>
                <p14:nvPr/>
              </p14:nvContentPartPr>
              <p14:xfrm>
                <a:off x="9334247" y="1799662"/>
                <a:ext cx="173160" cy="564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2D185AC-64CB-2C82-852C-B449F8C09F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16247" y="1781662"/>
                  <a:ext cx="20880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5B4B8EF-7580-C664-60DE-424322D6135A}"/>
                    </a:ext>
                  </a:extLst>
                </p14:cNvPr>
                <p14:cNvContentPartPr/>
                <p14:nvPr/>
              </p14:nvContentPartPr>
              <p14:xfrm>
                <a:off x="9663647" y="2265502"/>
                <a:ext cx="112320" cy="164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5B4B8EF-7580-C664-60DE-424322D6135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45647" y="2247502"/>
                  <a:ext cx="147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3C0E25-63F8-D94F-16E6-619C64186EE9}"/>
                    </a:ext>
                  </a:extLst>
                </p14:cNvPr>
                <p14:cNvContentPartPr/>
                <p14:nvPr/>
              </p14:nvContentPartPr>
              <p14:xfrm>
                <a:off x="382847" y="3121582"/>
                <a:ext cx="151200" cy="169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3C0E25-63F8-D94F-16E6-619C64186EE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5207" y="3103582"/>
                  <a:ext cx="186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50BD1E-4FE3-F544-25D4-4AF923DFCD3E}"/>
                    </a:ext>
                  </a:extLst>
                </p14:cNvPr>
                <p14:cNvContentPartPr/>
                <p14:nvPr/>
              </p14:nvContentPartPr>
              <p14:xfrm>
                <a:off x="671927" y="3153622"/>
                <a:ext cx="91800" cy="44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50BD1E-4FE3-F544-25D4-4AF923DFCD3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3927" y="3135622"/>
                  <a:ext cx="127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4C7433B-CA53-F9E5-8EDE-675457EF2B40}"/>
                    </a:ext>
                  </a:extLst>
                </p14:cNvPr>
                <p14:cNvContentPartPr/>
                <p14:nvPr/>
              </p14:nvContentPartPr>
              <p14:xfrm>
                <a:off x="691727" y="3209782"/>
                <a:ext cx="154440" cy="33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C7433B-CA53-F9E5-8EDE-675457EF2B4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3727" y="3192142"/>
                  <a:ext cx="190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7403CF2-9F60-BE0A-7A1C-EAEA6FFFB94E}"/>
                    </a:ext>
                  </a:extLst>
                </p14:cNvPr>
                <p14:cNvContentPartPr/>
                <p14:nvPr/>
              </p14:nvContentPartPr>
              <p14:xfrm>
                <a:off x="1062527" y="2890822"/>
                <a:ext cx="191880" cy="583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7403CF2-9F60-BE0A-7A1C-EAEA6FFFB94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4527" y="2872822"/>
                  <a:ext cx="22752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6800C7F-CFB5-E566-CB61-B0254BF53C61}"/>
                    </a:ext>
                  </a:extLst>
                </p14:cNvPr>
                <p14:cNvContentPartPr/>
                <p14:nvPr/>
              </p14:nvContentPartPr>
              <p14:xfrm>
                <a:off x="1277447" y="3116542"/>
                <a:ext cx="154800" cy="163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6800C7F-CFB5-E566-CB61-B0254BF53C6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59447" y="3098902"/>
                  <a:ext cx="190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4B811E8-9980-0051-AECC-3D7DFAA85F4C}"/>
                    </a:ext>
                  </a:extLst>
                </p14:cNvPr>
                <p14:cNvContentPartPr/>
                <p14:nvPr/>
              </p14:nvContentPartPr>
              <p14:xfrm>
                <a:off x="1546367" y="3259822"/>
                <a:ext cx="14040" cy="102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4B811E8-9980-0051-AECC-3D7DFAA85F4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28367" y="3242182"/>
                  <a:ext cx="49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F0002DC-A55D-1FD6-8BD6-D85B74966451}"/>
                    </a:ext>
                  </a:extLst>
                </p14:cNvPr>
                <p14:cNvContentPartPr/>
                <p14:nvPr/>
              </p14:nvContentPartPr>
              <p14:xfrm>
                <a:off x="1814927" y="3121942"/>
                <a:ext cx="203040" cy="158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F0002DC-A55D-1FD6-8BD6-D85B749664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796927" y="3104302"/>
                  <a:ext cx="238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230DAA5-5098-42C7-3B46-8AF618E10664}"/>
                    </a:ext>
                  </a:extLst>
                </p14:cNvPr>
                <p14:cNvContentPartPr/>
                <p14:nvPr/>
              </p14:nvContentPartPr>
              <p14:xfrm>
                <a:off x="1697207" y="3288262"/>
                <a:ext cx="19080" cy="87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230DAA5-5098-42C7-3B46-8AF618E1066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79567" y="3270622"/>
                  <a:ext cx="54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68DD92D-476A-88A1-E4B1-B9933703FCA8}"/>
                    </a:ext>
                  </a:extLst>
                </p14:cNvPr>
                <p14:cNvContentPartPr/>
                <p14:nvPr/>
              </p14:nvContentPartPr>
              <p14:xfrm>
                <a:off x="2077367" y="3256582"/>
                <a:ext cx="100440" cy="99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68DD92D-476A-88A1-E4B1-B9933703FCA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59367" y="3238582"/>
                  <a:ext cx="136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D82A1B6-851D-7B31-9080-9FCAAA03ED8A}"/>
                    </a:ext>
                  </a:extLst>
                </p14:cNvPr>
                <p14:cNvContentPartPr/>
                <p14:nvPr/>
              </p14:nvContentPartPr>
              <p14:xfrm>
                <a:off x="2311727" y="3262342"/>
                <a:ext cx="64440" cy="135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D82A1B6-851D-7B31-9080-9FCAAA03ED8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93727" y="3244342"/>
                  <a:ext cx="100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CD8B16-350E-AFC8-8D79-BAF9C20D0A94}"/>
                    </a:ext>
                  </a:extLst>
                </p14:cNvPr>
                <p14:cNvContentPartPr/>
                <p14:nvPr/>
              </p14:nvContentPartPr>
              <p14:xfrm>
                <a:off x="2567687" y="3110422"/>
                <a:ext cx="166320" cy="157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CD8B16-350E-AFC8-8D79-BAF9C20D0A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550047" y="3092422"/>
                  <a:ext cx="201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1265B62-B2BC-CC9A-7E3F-F3BE4B8681CB}"/>
                    </a:ext>
                  </a:extLst>
                </p14:cNvPr>
                <p14:cNvContentPartPr/>
                <p14:nvPr/>
              </p14:nvContentPartPr>
              <p14:xfrm>
                <a:off x="2861447" y="3174142"/>
                <a:ext cx="156600" cy="176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1265B62-B2BC-CC9A-7E3F-F3BE4B8681C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43807" y="3156502"/>
                  <a:ext cx="192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A858033-D4AA-E9B0-EF86-AE5CD9AAA576}"/>
                    </a:ext>
                  </a:extLst>
                </p14:cNvPr>
                <p14:cNvContentPartPr/>
                <p14:nvPr/>
              </p14:nvContentPartPr>
              <p14:xfrm>
                <a:off x="3018407" y="2912422"/>
                <a:ext cx="198720" cy="677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A858033-D4AA-E9B0-EF86-AE5CD9AAA57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000407" y="2894782"/>
                  <a:ext cx="23436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258295E-6710-CF05-56C8-903608DA2888}"/>
                    </a:ext>
                  </a:extLst>
                </p14:cNvPr>
                <p14:cNvContentPartPr/>
                <p14:nvPr/>
              </p14:nvContentPartPr>
              <p14:xfrm>
                <a:off x="3386327" y="3377542"/>
                <a:ext cx="95400" cy="140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258295E-6710-CF05-56C8-903608DA28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368687" y="3359902"/>
                  <a:ext cx="131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1AD02BB-EB4F-8C98-E932-33DCBE7144B0}"/>
                    </a:ext>
                  </a:extLst>
                </p14:cNvPr>
                <p14:cNvContentPartPr/>
                <p14:nvPr/>
              </p14:nvContentPartPr>
              <p14:xfrm>
                <a:off x="4222967" y="3087022"/>
                <a:ext cx="595800" cy="273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1AD02BB-EB4F-8C98-E932-33DCBE7144B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04967" y="3069022"/>
                  <a:ext cx="6314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9A76D13-E1E7-5EE2-A29D-B2CA9A7D9A5B}"/>
                    </a:ext>
                  </a:extLst>
                </p14:cNvPr>
                <p14:cNvContentPartPr/>
                <p14:nvPr/>
              </p14:nvContentPartPr>
              <p14:xfrm>
                <a:off x="4300007" y="3196102"/>
                <a:ext cx="169920" cy="4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9A76D13-E1E7-5EE2-A29D-B2CA9A7D9A5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82007" y="3178462"/>
                  <a:ext cx="205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4AD1FE6-086D-08FF-9E37-8D4E908822E1}"/>
                    </a:ext>
                  </a:extLst>
                </p14:cNvPr>
                <p14:cNvContentPartPr/>
                <p14:nvPr/>
              </p14:nvContentPartPr>
              <p14:xfrm>
                <a:off x="5353367" y="3102862"/>
                <a:ext cx="521280" cy="165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4AD1FE6-086D-08FF-9E37-8D4E908822E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35367" y="3084862"/>
                  <a:ext cx="556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77D4CB4-5728-D7D3-DAA3-669FCDED933A}"/>
                    </a:ext>
                  </a:extLst>
                </p14:cNvPr>
                <p14:cNvContentPartPr/>
                <p14:nvPr/>
              </p14:nvContentPartPr>
              <p14:xfrm>
                <a:off x="5823887" y="2979742"/>
                <a:ext cx="59400" cy="31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77D4CB4-5728-D7D3-DAA3-669FCDED933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06247" y="2961742"/>
                  <a:ext cx="95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53B81CA-3A3B-0A8B-27C0-FE6EBE32A98E}"/>
                    </a:ext>
                  </a:extLst>
                </p14:cNvPr>
                <p14:cNvContentPartPr/>
                <p14:nvPr/>
              </p14:nvContentPartPr>
              <p14:xfrm>
                <a:off x="5801927" y="2954542"/>
                <a:ext cx="766440" cy="700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53B81CA-3A3B-0A8B-27C0-FE6EBE32A98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784287" y="2936542"/>
                  <a:ext cx="80208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DEE24AF-C12A-A534-7ABD-77D69C2A73FF}"/>
                    </a:ext>
                  </a:extLst>
                </p14:cNvPr>
                <p14:cNvContentPartPr/>
                <p14:nvPr/>
              </p14:nvContentPartPr>
              <p14:xfrm>
                <a:off x="6628127" y="3091702"/>
                <a:ext cx="374040" cy="175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DEE24AF-C12A-A534-7ABD-77D69C2A73F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610127" y="3074062"/>
                  <a:ext cx="409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294AF6-626E-E4E4-87CD-6E1137F7BBD9}"/>
                    </a:ext>
                  </a:extLst>
                </p14:cNvPr>
                <p14:cNvContentPartPr/>
                <p14:nvPr/>
              </p14:nvContentPartPr>
              <p14:xfrm>
                <a:off x="7074527" y="2930062"/>
                <a:ext cx="370080" cy="3150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294AF6-626E-E4E4-87CD-6E1137F7BBD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56527" y="2912062"/>
                  <a:ext cx="4057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7A8A9D1-65C2-CE90-0CD0-BBEE5EEA4A71}"/>
                    </a:ext>
                  </a:extLst>
                </p14:cNvPr>
                <p14:cNvContentPartPr/>
                <p14:nvPr/>
              </p14:nvContentPartPr>
              <p14:xfrm>
                <a:off x="7487087" y="3019342"/>
                <a:ext cx="102960" cy="198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7A8A9D1-65C2-CE90-0CD0-BBEE5EEA4A7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69087" y="3001702"/>
                  <a:ext cx="138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DD9B3E9-6825-AD8F-562C-3D1865355CDA}"/>
                    </a:ext>
                  </a:extLst>
                </p14:cNvPr>
                <p14:cNvContentPartPr/>
                <p14:nvPr/>
              </p14:nvContentPartPr>
              <p14:xfrm>
                <a:off x="7658807" y="3045262"/>
                <a:ext cx="143280" cy="177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DD9B3E9-6825-AD8F-562C-3D1865355C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41167" y="3027622"/>
                  <a:ext cx="178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64715A0-E893-DDE9-7420-28085986E440}"/>
                    </a:ext>
                  </a:extLst>
                </p14:cNvPr>
                <p14:cNvContentPartPr/>
                <p14:nvPr/>
              </p14:nvContentPartPr>
              <p14:xfrm>
                <a:off x="7891727" y="2861302"/>
                <a:ext cx="191880" cy="337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64715A0-E893-DDE9-7420-28085986E44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874087" y="2843302"/>
                  <a:ext cx="2275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1CFBD41-D07E-0CAE-B5A5-C512D6A6B6EF}"/>
                    </a:ext>
                  </a:extLst>
                </p14:cNvPr>
                <p14:cNvContentPartPr/>
                <p14:nvPr/>
              </p14:nvContentPartPr>
              <p14:xfrm>
                <a:off x="8350727" y="2892622"/>
                <a:ext cx="405720" cy="679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1CFBD41-D07E-0CAE-B5A5-C512D6A6B6E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332727" y="2874622"/>
                  <a:ext cx="441360" cy="71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C620F20-5510-0901-FF90-FC412ACD51BD}"/>
                    </a:ext>
                  </a:extLst>
                </p14:cNvPr>
                <p14:cNvContentPartPr/>
                <p14:nvPr/>
              </p14:nvContentPartPr>
              <p14:xfrm>
                <a:off x="9061727" y="2976862"/>
                <a:ext cx="203040" cy="192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C620F20-5510-0901-FF90-FC412ACD51B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043727" y="2958862"/>
                  <a:ext cx="2386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D7F7890-5DE4-959F-7792-F623FFD8E8E2}"/>
                    </a:ext>
                  </a:extLst>
                </p14:cNvPr>
                <p14:cNvContentPartPr/>
                <p14:nvPr/>
              </p14:nvContentPartPr>
              <p14:xfrm>
                <a:off x="9382847" y="2994142"/>
                <a:ext cx="90360" cy="27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D7F7890-5DE4-959F-7792-F623FFD8E8E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364847" y="2976502"/>
                  <a:ext cx="126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B982AF3-788B-E73C-22FB-17D5B3F44480}"/>
                    </a:ext>
                  </a:extLst>
                </p14:cNvPr>
                <p14:cNvContentPartPr/>
                <p14:nvPr/>
              </p14:nvContentPartPr>
              <p14:xfrm>
                <a:off x="9332087" y="3086302"/>
                <a:ext cx="180360" cy="40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B982AF3-788B-E73C-22FB-17D5B3F4448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14087" y="3068302"/>
                  <a:ext cx="216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28621BF-FB3F-5C6D-0D9D-005F042BAF08}"/>
                    </a:ext>
                  </a:extLst>
                </p14:cNvPr>
                <p14:cNvContentPartPr/>
                <p14:nvPr/>
              </p14:nvContentPartPr>
              <p14:xfrm>
                <a:off x="10062167" y="2673742"/>
                <a:ext cx="244080" cy="686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8621BF-FB3F-5C6D-0D9D-005F042BAF0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44527" y="2655742"/>
                  <a:ext cx="27972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7957289-69F4-5702-E0BA-FFB4A7928409}"/>
                    </a:ext>
                  </a:extLst>
                </p14:cNvPr>
                <p14:cNvContentPartPr/>
                <p14:nvPr/>
              </p14:nvContentPartPr>
              <p14:xfrm>
                <a:off x="10312007" y="2918902"/>
                <a:ext cx="165600" cy="192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7957289-69F4-5702-E0BA-FFB4A792840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294367" y="2900902"/>
                  <a:ext cx="201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A8490D7-6406-1600-7EC9-FB7A953E2061}"/>
                    </a:ext>
                  </a:extLst>
                </p14:cNvPr>
                <p14:cNvContentPartPr/>
                <p14:nvPr/>
              </p14:nvContentPartPr>
              <p14:xfrm>
                <a:off x="10538807" y="3117262"/>
                <a:ext cx="29880" cy="109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A8490D7-6406-1600-7EC9-FB7A953E206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20807" y="3099262"/>
                  <a:ext cx="65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1462976-88F1-6470-DC25-8802777CE78B}"/>
                    </a:ext>
                  </a:extLst>
                </p14:cNvPr>
                <p14:cNvContentPartPr/>
                <p14:nvPr/>
              </p14:nvContentPartPr>
              <p14:xfrm>
                <a:off x="10749407" y="3051022"/>
                <a:ext cx="67680" cy="111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1462976-88F1-6470-DC25-8802777CE78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731767" y="3033022"/>
                  <a:ext cx="103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F6D2FFA-C248-F9FA-32B5-84B73BEA95E8}"/>
                    </a:ext>
                  </a:extLst>
                </p14:cNvPr>
                <p14:cNvContentPartPr/>
                <p14:nvPr/>
              </p14:nvContentPartPr>
              <p14:xfrm>
                <a:off x="10811687" y="2941582"/>
                <a:ext cx="165240" cy="185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F6D2FFA-C248-F9FA-32B5-84B73BEA95E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793687" y="2923582"/>
                  <a:ext cx="200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974599F-5C0F-CD42-4954-AEDA4DD616F2}"/>
                    </a:ext>
                  </a:extLst>
                </p14:cNvPr>
                <p14:cNvContentPartPr/>
                <p14:nvPr/>
              </p14:nvContentPartPr>
              <p14:xfrm>
                <a:off x="11020487" y="3046702"/>
                <a:ext cx="224280" cy="136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974599F-5C0F-CD42-4954-AEDA4DD616F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02487" y="3029062"/>
                  <a:ext cx="259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887EE23-6625-080A-286E-FA37CC945811}"/>
                    </a:ext>
                  </a:extLst>
                </p14:cNvPr>
                <p14:cNvContentPartPr/>
                <p14:nvPr/>
              </p14:nvContentPartPr>
              <p14:xfrm>
                <a:off x="10669847" y="3109342"/>
                <a:ext cx="51120" cy="131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887EE23-6625-080A-286E-FA37CC94581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651847" y="3091702"/>
                  <a:ext cx="86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EE51CD8-57F8-3039-CD3C-C4F79B2A23F8}"/>
                    </a:ext>
                  </a:extLst>
                </p14:cNvPr>
                <p14:cNvContentPartPr/>
                <p14:nvPr/>
              </p14:nvContentPartPr>
              <p14:xfrm>
                <a:off x="11263487" y="3074782"/>
                <a:ext cx="93600" cy="147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EE51CD8-57F8-3039-CD3C-C4F79B2A23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45847" y="3057142"/>
                  <a:ext cx="129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9ACFDFD-C8F6-AB44-594A-87611F28A0B2}"/>
                    </a:ext>
                  </a:extLst>
                </p14:cNvPr>
                <p14:cNvContentPartPr/>
                <p14:nvPr/>
              </p14:nvContentPartPr>
              <p14:xfrm>
                <a:off x="11494607" y="2850502"/>
                <a:ext cx="150840" cy="173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9ACFDFD-C8F6-AB44-594A-87611F28A0B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476967" y="2832862"/>
                  <a:ext cx="186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6977D9E-085F-5D8D-8709-75AC551C82BE}"/>
                    </a:ext>
                  </a:extLst>
                </p14:cNvPr>
                <p14:cNvContentPartPr/>
                <p14:nvPr/>
              </p14:nvContentPartPr>
              <p14:xfrm>
                <a:off x="11710247" y="2933662"/>
                <a:ext cx="121320" cy="173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6977D9E-085F-5D8D-8709-75AC551C82B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692247" y="2915662"/>
                  <a:ext cx="156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2929446-0176-9AE9-5C1D-5BE3B5D49651}"/>
                    </a:ext>
                  </a:extLst>
                </p14:cNvPr>
                <p14:cNvContentPartPr/>
                <p14:nvPr/>
              </p14:nvContentPartPr>
              <p14:xfrm>
                <a:off x="11944607" y="2612902"/>
                <a:ext cx="188280" cy="582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2929446-0176-9AE9-5C1D-5BE3B5D4965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926607" y="2594902"/>
                  <a:ext cx="22392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0F40635-638F-E095-E176-555916CC4918}"/>
                    </a:ext>
                  </a:extLst>
                </p14:cNvPr>
                <p14:cNvContentPartPr/>
                <p14:nvPr/>
              </p14:nvContentPartPr>
              <p14:xfrm>
                <a:off x="11617367" y="3421822"/>
                <a:ext cx="6480" cy="28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0F40635-638F-E095-E176-555916CC491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599367" y="3404182"/>
                  <a:ext cx="42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25442CB-F0A9-E603-B47A-B7DDD29B1CB4}"/>
                    </a:ext>
                  </a:extLst>
                </p14:cNvPr>
                <p14:cNvContentPartPr/>
                <p14:nvPr/>
              </p14:nvContentPartPr>
              <p14:xfrm>
                <a:off x="275927" y="3846262"/>
                <a:ext cx="192240" cy="259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25442CB-F0A9-E603-B47A-B7DDD29B1CB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57927" y="3828622"/>
                  <a:ext cx="2278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FDF644E-AFCF-C0ED-A389-B8397196EE55}"/>
                    </a:ext>
                  </a:extLst>
                </p14:cNvPr>
                <p14:cNvContentPartPr/>
                <p14:nvPr/>
              </p14:nvContentPartPr>
              <p14:xfrm>
                <a:off x="472127" y="3877222"/>
                <a:ext cx="107280" cy="174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FDF644E-AFCF-C0ED-A389-B8397196EE5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4127" y="3859582"/>
                  <a:ext cx="142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6AEE359-3312-026B-8531-BFEED436C2AE}"/>
                    </a:ext>
                  </a:extLst>
                </p14:cNvPr>
                <p14:cNvContentPartPr/>
                <p14:nvPr/>
              </p14:nvContentPartPr>
              <p14:xfrm>
                <a:off x="444047" y="3692902"/>
                <a:ext cx="3600" cy="76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6AEE359-3312-026B-8531-BFEED436C2A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6407" y="3674902"/>
                  <a:ext cx="39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BB49427-7A61-2A7F-7C69-369C34954B1A}"/>
                    </a:ext>
                  </a:extLst>
                </p14:cNvPr>
                <p14:cNvContentPartPr/>
                <p14:nvPr/>
              </p14:nvContentPartPr>
              <p14:xfrm>
                <a:off x="950567" y="3818542"/>
                <a:ext cx="704520" cy="335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BB49427-7A61-2A7F-7C69-369C34954B1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2567" y="3800902"/>
                  <a:ext cx="7401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F043786-BE87-03F5-7B44-8638FB6E527E}"/>
                    </a:ext>
                  </a:extLst>
                </p14:cNvPr>
                <p14:cNvContentPartPr/>
                <p14:nvPr/>
              </p14:nvContentPartPr>
              <p14:xfrm>
                <a:off x="1072967" y="3920422"/>
                <a:ext cx="255600" cy="43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F043786-BE87-03F5-7B44-8638FB6E527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4967" y="3902782"/>
                  <a:ext cx="291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512AFD1-1E99-5909-C2E1-AF6476D3A3C3}"/>
                    </a:ext>
                  </a:extLst>
                </p14:cNvPr>
                <p14:cNvContentPartPr/>
                <p14:nvPr/>
              </p14:nvContentPartPr>
              <p14:xfrm>
                <a:off x="2084567" y="3923302"/>
                <a:ext cx="228600" cy="214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512AFD1-1E99-5909-C2E1-AF6476D3A3C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066567" y="3905662"/>
                  <a:ext cx="264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4C3E395-9FC8-62E9-083E-54DD9F9DCFF6}"/>
                    </a:ext>
                  </a:extLst>
                </p14:cNvPr>
                <p14:cNvContentPartPr/>
                <p14:nvPr/>
              </p14:nvContentPartPr>
              <p14:xfrm>
                <a:off x="2372927" y="3949942"/>
                <a:ext cx="218160" cy="171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4C3E395-9FC8-62E9-083E-54DD9F9DCFF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55287" y="3931942"/>
                  <a:ext cx="253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3844BF4-36DA-37F7-2C46-DB8A9A313C5B}"/>
                    </a:ext>
                  </a:extLst>
                </p14:cNvPr>
                <p14:cNvContentPartPr/>
                <p14:nvPr/>
              </p14:nvContentPartPr>
              <p14:xfrm>
                <a:off x="2638967" y="3711982"/>
                <a:ext cx="85320" cy="369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3844BF4-36DA-37F7-2C46-DB8A9A313C5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621327" y="3693982"/>
                  <a:ext cx="1209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8DD82C6-BAC7-754E-298D-7F2B74772592}"/>
                    </a:ext>
                  </a:extLst>
                </p14:cNvPr>
                <p14:cNvContentPartPr/>
                <p14:nvPr/>
              </p14:nvContentPartPr>
              <p14:xfrm>
                <a:off x="2576687" y="3820342"/>
                <a:ext cx="203400" cy="504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8DD82C6-BAC7-754E-298D-7F2B7477259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559047" y="3802342"/>
                  <a:ext cx="239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3CD1639-BF52-4EBB-39C3-C9E76C1F8423}"/>
                    </a:ext>
                  </a:extLst>
                </p14:cNvPr>
                <p14:cNvContentPartPr/>
                <p14:nvPr/>
              </p14:nvContentPartPr>
              <p14:xfrm>
                <a:off x="3302447" y="3718102"/>
                <a:ext cx="461160" cy="820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3CD1639-BF52-4EBB-39C3-C9E76C1F84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284447" y="3700102"/>
                  <a:ext cx="49680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5FC467B-EE4D-AA3E-E01D-8B78A4E0BA3A}"/>
                    </a:ext>
                  </a:extLst>
                </p14:cNvPr>
                <p14:cNvContentPartPr/>
                <p14:nvPr/>
              </p14:nvContentPartPr>
              <p14:xfrm>
                <a:off x="4260047" y="3692182"/>
                <a:ext cx="644760" cy="348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5FC467B-EE4D-AA3E-E01D-8B78A4E0BA3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242407" y="3674182"/>
                  <a:ext cx="6804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C12F4D6-CB3C-1A8E-D94A-27CCB7E35945}"/>
                    </a:ext>
                  </a:extLst>
                </p14:cNvPr>
                <p14:cNvContentPartPr/>
                <p14:nvPr/>
              </p14:nvContentPartPr>
              <p14:xfrm>
                <a:off x="5381807" y="3929062"/>
                <a:ext cx="148680" cy="644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C12F4D6-CB3C-1A8E-D94A-27CCB7E3594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363807" y="3911422"/>
                  <a:ext cx="18432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99B7603-C80F-C1C5-B0A5-401343E94A68}"/>
                    </a:ext>
                  </a:extLst>
                </p14:cNvPr>
                <p14:cNvContentPartPr/>
                <p14:nvPr/>
              </p14:nvContentPartPr>
              <p14:xfrm>
                <a:off x="5425367" y="3919342"/>
                <a:ext cx="202680" cy="157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99B7603-C80F-C1C5-B0A5-401343E94A6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407727" y="3901702"/>
                  <a:ext cx="238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2DF38B0-51D1-2F7B-9604-7DE5EAD7F271}"/>
                    </a:ext>
                  </a:extLst>
                </p14:cNvPr>
                <p14:cNvContentPartPr/>
                <p14:nvPr/>
              </p14:nvContentPartPr>
              <p14:xfrm>
                <a:off x="5654327" y="3918982"/>
                <a:ext cx="146520" cy="129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2DF38B0-51D1-2F7B-9604-7DE5EAD7F27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636687" y="3901342"/>
                  <a:ext cx="182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FA95C75-30AD-9D73-CFE6-14E93EFE1C6A}"/>
                    </a:ext>
                  </a:extLst>
                </p14:cNvPr>
                <p14:cNvContentPartPr/>
                <p14:nvPr/>
              </p14:nvContentPartPr>
              <p14:xfrm>
                <a:off x="5909207" y="3880462"/>
                <a:ext cx="56160" cy="159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FA95C75-30AD-9D73-CFE6-14E93EFE1C6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91567" y="3862462"/>
                  <a:ext cx="91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1AC7D31-5ED8-E5CD-D120-A70FCDA49581}"/>
                    </a:ext>
                  </a:extLst>
                </p14:cNvPr>
                <p14:cNvContentPartPr/>
                <p14:nvPr/>
              </p14:nvContentPartPr>
              <p14:xfrm>
                <a:off x="5970407" y="3763462"/>
                <a:ext cx="60480" cy="41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1AC7D31-5ED8-E5CD-D120-A70FCDA495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52767" y="3745462"/>
                  <a:ext cx="96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491C82E-B4E3-9AC7-4685-FC83D312D29F}"/>
                    </a:ext>
                  </a:extLst>
                </p14:cNvPr>
                <p14:cNvContentPartPr/>
                <p14:nvPr/>
              </p14:nvContentPartPr>
              <p14:xfrm>
                <a:off x="6064007" y="3889462"/>
                <a:ext cx="173880" cy="146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491C82E-B4E3-9AC7-4685-FC83D312D29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046007" y="3871822"/>
                  <a:ext cx="209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FB77BCA-3B0F-5779-4E07-5879FB6CDF05}"/>
                    </a:ext>
                  </a:extLst>
                </p14:cNvPr>
                <p14:cNvContentPartPr/>
                <p14:nvPr/>
              </p14:nvContentPartPr>
              <p14:xfrm>
                <a:off x="6348767" y="3684262"/>
                <a:ext cx="136800" cy="379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FB77BCA-3B0F-5779-4E07-5879FB6CDF0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30767" y="3666262"/>
                  <a:ext cx="1724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27EE8C0-963F-A449-5D07-1B9999F8BCB5}"/>
                    </a:ext>
                  </a:extLst>
                </p14:cNvPr>
                <p14:cNvContentPartPr/>
                <p14:nvPr/>
              </p14:nvContentPartPr>
              <p14:xfrm>
                <a:off x="6300887" y="3801262"/>
                <a:ext cx="198000" cy="77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27EE8C0-963F-A449-5D07-1B9999F8BCB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83247" y="3783262"/>
                  <a:ext cx="2336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6E432E0-2AD7-E626-ADC9-1E9F016548D8}"/>
                    </a:ext>
                  </a:extLst>
                </p14:cNvPr>
                <p14:cNvContentPartPr/>
                <p14:nvPr/>
              </p14:nvContentPartPr>
              <p14:xfrm>
                <a:off x="7353167" y="3816382"/>
                <a:ext cx="240840" cy="167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6E432E0-2AD7-E626-ADC9-1E9F016548D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335167" y="3798742"/>
                  <a:ext cx="276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3391C5A-CD13-502B-AE70-52EE1D1F4A40}"/>
                    </a:ext>
                  </a:extLst>
                </p14:cNvPr>
                <p14:cNvContentPartPr/>
                <p14:nvPr/>
              </p14:nvContentPartPr>
              <p14:xfrm>
                <a:off x="7801367" y="3792622"/>
                <a:ext cx="101520" cy="464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3391C5A-CD13-502B-AE70-52EE1D1F4A4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783367" y="3774982"/>
                  <a:ext cx="1371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6E93ADB-89E2-0318-3AD7-5DCEF8F777AF}"/>
                    </a:ext>
                  </a:extLst>
                </p14:cNvPr>
                <p14:cNvContentPartPr/>
                <p14:nvPr/>
              </p14:nvContentPartPr>
              <p14:xfrm>
                <a:off x="7754927" y="3895582"/>
                <a:ext cx="140040" cy="25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6E93ADB-89E2-0318-3AD7-5DCEF8F777A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36927" y="3877942"/>
                  <a:ext cx="175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7640E7D-7783-6AB2-176F-98B4408480AE}"/>
                    </a:ext>
                  </a:extLst>
                </p14:cNvPr>
                <p14:cNvContentPartPr/>
                <p14:nvPr/>
              </p14:nvContentPartPr>
              <p14:xfrm>
                <a:off x="8555207" y="3676342"/>
                <a:ext cx="172080" cy="437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7640E7D-7783-6AB2-176F-98B4408480A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537567" y="3658342"/>
                  <a:ext cx="2077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BF8D88D-228D-6F9E-E6F8-6CE6CA665527}"/>
                    </a:ext>
                  </a:extLst>
                </p14:cNvPr>
                <p14:cNvContentPartPr/>
                <p14:nvPr/>
              </p14:nvContentPartPr>
              <p14:xfrm>
                <a:off x="8673287" y="3805582"/>
                <a:ext cx="185400" cy="212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BF8D88D-228D-6F9E-E6F8-6CE6CA66552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655287" y="3787582"/>
                  <a:ext cx="221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5E10E29-E063-820B-3742-89F75D614264}"/>
                    </a:ext>
                  </a:extLst>
                </p14:cNvPr>
                <p14:cNvContentPartPr/>
                <p14:nvPr/>
              </p14:nvContentPartPr>
              <p14:xfrm>
                <a:off x="8896487" y="3958942"/>
                <a:ext cx="34200" cy="130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5E10E29-E063-820B-3742-89F75D61426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878847" y="3940942"/>
                  <a:ext cx="69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E8DCF7F-2EB2-6814-8643-C8E5B73602C0}"/>
                    </a:ext>
                  </a:extLst>
                </p14:cNvPr>
                <p14:cNvContentPartPr/>
                <p14:nvPr/>
              </p14:nvContentPartPr>
              <p14:xfrm>
                <a:off x="9043007" y="4018342"/>
                <a:ext cx="75960" cy="130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E8DCF7F-2EB2-6814-8643-C8E5B73602C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025367" y="4000342"/>
                  <a:ext cx="111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513F677-EFFE-98B5-B7FD-887138ED79DA}"/>
                    </a:ext>
                  </a:extLst>
                </p14:cNvPr>
                <p14:cNvContentPartPr/>
                <p14:nvPr/>
              </p14:nvContentPartPr>
              <p14:xfrm>
                <a:off x="9335687" y="3822862"/>
                <a:ext cx="163800" cy="208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513F677-EFFE-98B5-B7FD-887138ED79D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318047" y="3805222"/>
                  <a:ext cx="199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82B7FEC-3E86-C49F-42BA-523ADBF06F3A}"/>
                    </a:ext>
                  </a:extLst>
                </p14:cNvPr>
                <p14:cNvContentPartPr/>
                <p14:nvPr/>
              </p14:nvContentPartPr>
              <p14:xfrm>
                <a:off x="9559607" y="3921502"/>
                <a:ext cx="181080" cy="1332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82B7FEC-3E86-C49F-42BA-523ADBF06F3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41967" y="3903502"/>
                  <a:ext cx="2167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127F8C4-AD91-4E17-A896-907D886C25EA}"/>
                    </a:ext>
                  </a:extLst>
                </p14:cNvPr>
                <p14:cNvContentPartPr/>
                <p14:nvPr/>
              </p14:nvContentPartPr>
              <p14:xfrm>
                <a:off x="9874247" y="3917902"/>
                <a:ext cx="76320" cy="130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127F8C4-AD91-4E17-A896-907D886C25E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856607" y="3900262"/>
                  <a:ext cx="111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F82F712-BCC5-A64B-631E-E8251093A0AE}"/>
                    </a:ext>
                  </a:extLst>
                </p14:cNvPr>
                <p14:cNvContentPartPr/>
                <p14:nvPr/>
              </p14:nvContentPartPr>
              <p14:xfrm>
                <a:off x="10181327" y="3763102"/>
                <a:ext cx="210600" cy="191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F82F712-BCC5-A64B-631E-E8251093A0A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63327" y="3745102"/>
                  <a:ext cx="246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FD0BEFC-9FD0-69DC-ED61-198AEB1B2B39}"/>
                    </a:ext>
                  </a:extLst>
                </p14:cNvPr>
                <p14:cNvContentPartPr/>
                <p14:nvPr/>
              </p14:nvContentPartPr>
              <p14:xfrm>
                <a:off x="10483367" y="3802342"/>
                <a:ext cx="195480" cy="158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FD0BEFC-9FD0-69DC-ED61-198AEB1B2B3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465367" y="3784702"/>
                  <a:ext cx="231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A1FCDE0-67A5-93D7-6FFF-00D6FF69E201}"/>
                    </a:ext>
                  </a:extLst>
                </p14:cNvPr>
                <p14:cNvContentPartPr/>
                <p14:nvPr/>
              </p14:nvContentPartPr>
              <p14:xfrm>
                <a:off x="10612967" y="3535222"/>
                <a:ext cx="363240" cy="702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A1FCDE0-67A5-93D7-6FFF-00D6FF69E20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594967" y="3517222"/>
                  <a:ext cx="39888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7722763-7295-FFAB-1666-D7F42D22E7ED}"/>
                    </a:ext>
                  </a:extLst>
                </p14:cNvPr>
                <p14:cNvContentPartPr/>
                <p14:nvPr/>
              </p14:nvContentPartPr>
              <p14:xfrm>
                <a:off x="11301647" y="3761302"/>
                <a:ext cx="147600" cy="227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7722763-7295-FFAB-1666-D7F42D22E7E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284007" y="3743302"/>
                  <a:ext cx="1832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CFE1CC1-C337-61E1-5E2A-DA7423388A4B}"/>
                    </a:ext>
                  </a:extLst>
                </p14:cNvPr>
                <p14:cNvContentPartPr/>
                <p14:nvPr/>
              </p14:nvContentPartPr>
              <p14:xfrm>
                <a:off x="11491727" y="3788662"/>
                <a:ext cx="143280" cy="173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CFE1CC1-C337-61E1-5E2A-DA7423388A4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474087" y="3771022"/>
                  <a:ext cx="1789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24B0A15-C7C0-4C2C-41F7-AA592A9C0A06}"/>
                    </a:ext>
                  </a:extLst>
                </p14:cNvPr>
                <p14:cNvContentPartPr/>
                <p14:nvPr/>
              </p14:nvContentPartPr>
              <p14:xfrm>
                <a:off x="11696567" y="3641422"/>
                <a:ext cx="548280" cy="317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24B0A15-C7C0-4C2C-41F7-AA592A9C0A0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678927" y="3623422"/>
                  <a:ext cx="583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2DF0E90-4010-75CD-9053-DFF3288450DC}"/>
                    </a:ext>
                  </a:extLst>
                </p14:cNvPr>
                <p14:cNvContentPartPr/>
                <p14:nvPr/>
              </p14:nvContentPartPr>
              <p14:xfrm>
                <a:off x="301127" y="4566982"/>
                <a:ext cx="66600" cy="311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2DF0E90-4010-75CD-9053-DFF3288450D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83487" y="4548982"/>
                  <a:ext cx="1022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BCAB718-BA01-4D29-F81D-7A4A416D4A41}"/>
                    </a:ext>
                  </a:extLst>
                </p14:cNvPr>
                <p14:cNvContentPartPr/>
                <p14:nvPr/>
              </p14:nvContentPartPr>
              <p14:xfrm>
                <a:off x="144167" y="4588222"/>
                <a:ext cx="433440" cy="246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BCAB718-BA01-4D29-F81D-7A4A416D4A4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26527" y="4570222"/>
                  <a:ext cx="4690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D922D8D-7D1B-2F6F-170B-E07A9860C098}"/>
                    </a:ext>
                  </a:extLst>
                </p14:cNvPr>
                <p14:cNvContentPartPr/>
                <p14:nvPr/>
              </p14:nvContentPartPr>
              <p14:xfrm>
                <a:off x="598847" y="4708462"/>
                <a:ext cx="158040" cy="145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D922D8D-7D1B-2F6F-170B-E07A9860C09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80847" y="4690822"/>
                  <a:ext cx="193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2EF055B-5CC9-F32C-AF14-4F833BF27A43}"/>
                    </a:ext>
                  </a:extLst>
                </p14:cNvPr>
                <p14:cNvContentPartPr/>
                <p14:nvPr/>
              </p14:nvContentPartPr>
              <p14:xfrm>
                <a:off x="832847" y="4540702"/>
                <a:ext cx="76680" cy="292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2EF055B-5CC9-F32C-AF14-4F833BF27A4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5207" y="4523062"/>
                  <a:ext cx="112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40FB8D4-722A-E148-D858-76B6873FE111}"/>
                    </a:ext>
                  </a:extLst>
                </p14:cNvPr>
                <p14:cNvContentPartPr/>
                <p14:nvPr/>
              </p14:nvContentPartPr>
              <p14:xfrm>
                <a:off x="751487" y="4591462"/>
                <a:ext cx="300240" cy="86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40FB8D4-722A-E148-D858-76B6873FE11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33487" y="4573822"/>
                  <a:ext cx="335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8A94C21-8E5F-1515-18D9-22A0AE21781F}"/>
                    </a:ext>
                  </a:extLst>
                </p14:cNvPr>
                <p14:cNvContentPartPr/>
                <p14:nvPr/>
              </p14:nvContentPartPr>
              <p14:xfrm>
                <a:off x="1907447" y="4449262"/>
                <a:ext cx="75240" cy="409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8A94C21-8E5F-1515-18D9-22A0AE21781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889447" y="4431622"/>
                  <a:ext cx="1108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104DFF2-C09B-AB50-782B-3EDCB3D9A628}"/>
                    </a:ext>
                  </a:extLst>
                </p14:cNvPr>
                <p14:cNvContentPartPr/>
                <p14:nvPr/>
              </p14:nvContentPartPr>
              <p14:xfrm>
                <a:off x="2093207" y="4617382"/>
                <a:ext cx="300960" cy="172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104DFF2-C09B-AB50-782B-3EDCB3D9A62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075207" y="4599742"/>
                  <a:ext cx="33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5093C89-909D-1586-DDD4-12623A4846EE}"/>
                    </a:ext>
                  </a:extLst>
                </p14:cNvPr>
                <p14:cNvContentPartPr/>
                <p14:nvPr/>
              </p14:nvContentPartPr>
              <p14:xfrm>
                <a:off x="2500367" y="4649062"/>
                <a:ext cx="124920" cy="51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5093C89-909D-1586-DDD4-12623A4846E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82727" y="4631422"/>
                  <a:ext cx="160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197E619-46A1-DE8E-46AF-D70112F63A35}"/>
                    </a:ext>
                  </a:extLst>
                </p14:cNvPr>
                <p14:cNvContentPartPr/>
                <p14:nvPr/>
              </p14:nvContentPartPr>
              <p14:xfrm>
                <a:off x="2694407" y="4528462"/>
                <a:ext cx="131400" cy="163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197E619-46A1-DE8E-46AF-D70112F63A3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676407" y="4510462"/>
                  <a:ext cx="167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6FA803A-D51C-B87A-B74D-5FBB38D66BE1}"/>
                    </a:ext>
                  </a:extLst>
                </p14:cNvPr>
                <p14:cNvContentPartPr/>
                <p14:nvPr/>
              </p14:nvContentPartPr>
              <p14:xfrm>
                <a:off x="2925527" y="4372222"/>
                <a:ext cx="74880" cy="4140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6FA803A-D51C-B87A-B74D-5FBB38D66BE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907887" y="4354582"/>
                  <a:ext cx="1105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4BA43EE-4C23-6D1D-1941-2A72CDED04F1}"/>
                    </a:ext>
                  </a:extLst>
                </p14:cNvPr>
                <p14:cNvContentPartPr/>
                <p14:nvPr/>
              </p14:nvContentPartPr>
              <p14:xfrm>
                <a:off x="3309287" y="4491382"/>
                <a:ext cx="192600" cy="158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4BA43EE-4C23-6D1D-1941-2A72CDED04F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291287" y="4473382"/>
                  <a:ext cx="228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4C2B1F8-5E03-F8AD-DED3-5EE97213F7C5}"/>
                    </a:ext>
                  </a:extLst>
                </p14:cNvPr>
                <p14:cNvContentPartPr/>
                <p14:nvPr/>
              </p14:nvContentPartPr>
              <p14:xfrm>
                <a:off x="3715727" y="4331542"/>
                <a:ext cx="210960" cy="320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4C2B1F8-5E03-F8AD-DED3-5EE97213F7C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698087" y="4313542"/>
                  <a:ext cx="2466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EF4142F-3E31-B017-3250-C9A938793D98}"/>
                    </a:ext>
                  </a:extLst>
                </p14:cNvPr>
                <p14:cNvContentPartPr/>
                <p14:nvPr/>
              </p14:nvContentPartPr>
              <p14:xfrm>
                <a:off x="4723007" y="4702702"/>
                <a:ext cx="25200" cy="3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EF4142F-3E31-B017-3250-C9A938793D9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05007" y="4685062"/>
                  <a:ext cx="6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7D54E19-7A2B-285B-DCB8-D9A208CA2D64}"/>
                    </a:ext>
                  </a:extLst>
                </p14:cNvPr>
                <p14:cNvContentPartPr/>
                <p14:nvPr/>
              </p14:nvContentPartPr>
              <p14:xfrm>
                <a:off x="431087" y="5386342"/>
                <a:ext cx="25200" cy="115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7D54E19-7A2B-285B-DCB8-D9A208CA2D6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13447" y="5368342"/>
                  <a:ext cx="60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6915167-D7F8-B8B2-6111-8D5E59B36185}"/>
                    </a:ext>
                  </a:extLst>
                </p14:cNvPr>
                <p14:cNvContentPartPr/>
                <p14:nvPr/>
              </p14:nvContentPartPr>
              <p14:xfrm>
                <a:off x="465647" y="5248462"/>
                <a:ext cx="15840" cy="47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6915167-D7F8-B8B2-6111-8D5E59B3618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48007" y="5230462"/>
                  <a:ext cx="51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0483E15-A1AF-579C-EB6B-C501231F4C1F}"/>
                    </a:ext>
                  </a:extLst>
                </p14:cNvPr>
                <p14:cNvContentPartPr/>
                <p14:nvPr/>
              </p14:nvContentPartPr>
              <p14:xfrm>
                <a:off x="521807" y="5452582"/>
                <a:ext cx="720" cy="9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0483E15-A1AF-579C-EB6B-C501231F4C1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03807" y="5434582"/>
                  <a:ext cx="36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4B51D35-6142-5068-68F8-63C7A45C3172}"/>
                    </a:ext>
                  </a:extLst>
                </p14:cNvPr>
                <p14:cNvContentPartPr/>
                <p14:nvPr/>
              </p14:nvContentPartPr>
              <p14:xfrm>
                <a:off x="666887" y="5343142"/>
                <a:ext cx="137160" cy="145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4B51D35-6142-5068-68F8-63C7A45C317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49247" y="5325142"/>
                  <a:ext cx="172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06970CE-17E5-6E40-19E4-42FF1B773870}"/>
                    </a:ext>
                  </a:extLst>
                </p14:cNvPr>
                <p14:cNvContentPartPr/>
                <p14:nvPr/>
              </p14:nvContentPartPr>
              <p14:xfrm>
                <a:off x="970007" y="5471662"/>
                <a:ext cx="13680" cy="19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06970CE-17E5-6E40-19E4-42FF1B77387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52007" y="5453662"/>
                  <a:ext cx="49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91347E0-0EF2-E90C-E287-466602E56404}"/>
                    </a:ext>
                  </a:extLst>
                </p14:cNvPr>
                <p14:cNvContentPartPr/>
                <p14:nvPr/>
              </p14:nvContentPartPr>
              <p14:xfrm>
                <a:off x="2030567" y="5240182"/>
                <a:ext cx="152640" cy="478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91347E0-0EF2-E90C-E287-466602E5640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012927" y="5222542"/>
                  <a:ext cx="1882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E0C8A86-E93E-667E-C8FA-04691DFAE3C0}"/>
                    </a:ext>
                  </a:extLst>
                </p14:cNvPr>
                <p14:cNvContentPartPr/>
                <p14:nvPr/>
              </p14:nvContentPartPr>
              <p14:xfrm>
                <a:off x="2263127" y="5366902"/>
                <a:ext cx="158760" cy="186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E0C8A86-E93E-667E-C8FA-04691DFAE3C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245127" y="5349262"/>
                  <a:ext cx="194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0222E92-0065-7505-B144-5BD146760AD4}"/>
                    </a:ext>
                  </a:extLst>
                </p14:cNvPr>
                <p14:cNvContentPartPr/>
                <p14:nvPr/>
              </p14:nvContentPartPr>
              <p14:xfrm>
                <a:off x="2520527" y="5490382"/>
                <a:ext cx="15120" cy="132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0222E92-0065-7505-B144-5BD146760AD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502527" y="5472382"/>
                  <a:ext cx="50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2BDB3F8-A9E5-4317-8A5A-9D6C48601C0F}"/>
                    </a:ext>
                  </a:extLst>
                </p14:cNvPr>
                <p14:cNvContentPartPr/>
                <p14:nvPr/>
              </p14:nvContentPartPr>
              <p14:xfrm>
                <a:off x="2672087" y="5400742"/>
                <a:ext cx="154080" cy="727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2BDB3F8-A9E5-4317-8A5A-9D6C48601C0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654447" y="5382742"/>
                  <a:ext cx="189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E5667DC-479E-C032-ECF7-3D8B53764FDE}"/>
                    </a:ext>
                  </a:extLst>
                </p14:cNvPr>
                <p14:cNvContentPartPr/>
                <p14:nvPr/>
              </p14:nvContentPartPr>
              <p14:xfrm>
                <a:off x="3002567" y="5301382"/>
                <a:ext cx="145440" cy="194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E5667DC-479E-C032-ECF7-3D8B53764FD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984927" y="5283382"/>
                  <a:ext cx="181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79D8290-BACF-882C-3987-91469D89EA22}"/>
                    </a:ext>
                  </a:extLst>
                </p14:cNvPr>
                <p14:cNvContentPartPr/>
                <p14:nvPr/>
              </p14:nvContentPartPr>
              <p14:xfrm>
                <a:off x="3167447" y="5163142"/>
                <a:ext cx="161640" cy="475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79D8290-BACF-882C-3987-91469D89EA2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149447" y="5145142"/>
                  <a:ext cx="19728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A6D77A4-B2F4-2BA8-CED1-1E010AF779FB}"/>
                    </a:ext>
                  </a:extLst>
                </p14:cNvPr>
                <p14:cNvContentPartPr/>
                <p14:nvPr/>
              </p14:nvContentPartPr>
              <p14:xfrm>
                <a:off x="3429167" y="5035342"/>
                <a:ext cx="282240" cy="149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A6D77A4-B2F4-2BA8-CED1-1E010AF779F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411167" y="5017702"/>
                  <a:ext cx="317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7D97D78-62E8-0CFF-3AF7-EF31103B7BCD}"/>
                    </a:ext>
                  </a:extLst>
                </p14:cNvPr>
                <p14:cNvContentPartPr/>
                <p14:nvPr/>
              </p14:nvContentPartPr>
              <p14:xfrm>
                <a:off x="3876647" y="5490382"/>
                <a:ext cx="244800" cy="763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7D97D78-62E8-0CFF-3AF7-EF31103B7BC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859007" y="5472382"/>
                  <a:ext cx="280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1134F0D-26A4-0EA7-6FF2-6BEA199304EB}"/>
                    </a:ext>
                  </a:extLst>
                </p14:cNvPr>
                <p14:cNvContentPartPr/>
                <p14:nvPr/>
              </p14:nvContentPartPr>
              <p14:xfrm>
                <a:off x="3938927" y="5427022"/>
                <a:ext cx="61200" cy="2397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1134F0D-26A4-0EA7-6FF2-6BEA199304E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921287" y="5409382"/>
                  <a:ext cx="968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91B5D3D-6D01-75A5-F873-C496895106C1}"/>
                    </a:ext>
                  </a:extLst>
                </p14:cNvPr>
                <p14:cNvContentPartPr/>
                <p14:nvPr/>
              </p14:nvContentPartPr>
              <p14:xfrm>
                <a:off x="3170687" y="5460862"/>
                <a:ext cx="30600" cy="141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91B5D3D-6D01-75A5-F873-C496895106C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152687" y="5442862"/>
                  <a:ext cx="66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C4D2C05-A878-C1F6-BA21-AC102BF54082}"/>
                    </a:ext>
                  </a:extLst>
                </p14:cNvPr>
                <p14:cNvContentPartPr/>
                <p14:nvPr/>
              </p14:nvContentPartPr>
              <p14:xfrm>
                <a:off x="4445087" y="5150542"/>
                <a:ext cx="83880" cy="417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C4D2C05-A878-C1F6-BA21-AC102BF5408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427087" y="5132542"/>
                  <a:ext cx="1195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6A7C812-77EF-4DE2-505C-106294CE929B}"/>
                    </a:ext>
                  </a:extLst>
                </p14:cNvPr>
                <p14:cNvContentPartPr/>
                <p14:nvPr/>
              </p14:nvContentPartPr>
              <p14:xfrm>
                <a:off x="4618607" y="5338822"/>
                <a:ext cx="183960" cy="148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6A7C812-77EF-4DE2-505C-106294CE929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600607" y="5320822"/>
                  <a:ext cx="219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CDD7718-0DFC-7DFD-74B8-2B9C12B02115}"/>
                    </a:ext>
                  </a:extLst>
                </p14:cNvPr>
                <p14:cNvContentPartPr/>
                <p14:nvPr/>
              </p14:nvContentPartPr>
              <p14:xfrm>
                <a:off x="4816967" y="5424862"/>
                <a:ext cx="151920" cy="146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CDD7718-0DFC-7DFD-74B8-2B9C12B0211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798967" y="5406862"/>
                  <a:ext cx="187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0D9239B-F04B-E190-91BC-46CF809BAD01}"/>
                    </a:ext>
                  </a:extLst>
                </p14:cNvPr>
                <p14:cNvContentPartPr/>
                <p14:nvPr/>
              </p14:nvContentPartPr>
              <p14:xfrm>
                <a:off x="5017847" y="5369782"/>
                <a:ext cx="106200" cy="11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0D9239B-F04B-E190-91BC-46CF809BAD0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000207" y="5351782"/>
                  <a:ext cx="14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1F5F8E0-52EA-90A2-DF32-CE95CD000FF5}"/>
                    </a:ext>
                  </a:extLst>
                </p14:cNvPr>
                <p14:cNvContentPartPr/>
                <p14:nvPr/>
              </p14:nvContentPartPr>
              <p14:xfrm>
                <a:off x="5202887" y="5281942"/>
                <a:ext cx="169560" cy="217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1F5F8E0-52EA-90A2-DF32-CE95CD000FF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185247" y="5264302"/>
                  <a:ext cx="205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4924F48-E8EF-0059-5659-6CD7BECE0EE8}"/>
                    </a:ext>
                  </a:extLst>
                </p14:cNvPr>
                <p14:cNvContentPartPr/>
                <p14:nvPr/>
              </p14:nvContentPartPr>
              <p14:xfrm>
                <a:off x="5470727" y="5420902"/>
                <a:ext cx="150840" cy="167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4924F48-E8EF-0059-5659-6CD7BECE0EE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452727" y="5402902"/>
                  <a:ext cx="1864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9A785CB-855E-1425-F764-C517872134DA}"/>
                    </a:ext>
                  </a:extLst>
                </p14:cNvPr>
                <p14:cNvContentPartPr/>
                <p14:nvPr/>
              </p14:nvContentPartPr>
              <p14:xfrm>
                <a:off x="5567207" y="5086102"/>
                <a:ext cx="174960" cy="6530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9A785CB-855E-1425-F764-C517872134D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549207" y="5068462"/>
                  <a:ext cx="21060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8DF3069-8968-0DEB-85FA-2FC3AEAC95CF}"/>
                    </a:ext>
                  </a:extLst>
                </p14:cNvPr>
                <p14:cNvContentPartPr/>
                <p14:nvPr/>
              </p14:nvContentPartPr>
              <p14:xfrm>
                <a:off x="5756567" y="5000422"/>
                <a:ext cx="232920" cy="1526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8DF3069-8968-0DEB-85FA-2FC3AEAC95C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38567" y="4982422"/>
                  <a:ext cx="268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429D23E-3C01-8F2D-DAE0-B12BE645A71B}"/>
                    </a:ext>
                  </a:extLst>
                </p14:cNvPr>
                <p14:cNvContentPartPr/>
                <p14:nvPr/>
              </p14:nvContentPartPr>
              <p14:xfrm>
                <a:off x="6038087" y="5351062"/>
                <a:ext cx="205920" cy="38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429D23E-3C01-8F2D-DAE0-B12BE645A71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20087" y="5333062"/>
                  <a:ext cx="241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10D6B5D-B9D5-08D3-D095-49EBEB5ACF85}"/>
                    </a:ext>
                  </a:extLst>
                </p14:cNvPr>
                <p14:cNvContentPartPr/>
                <p14:nvPr/>
              </p14:nvContentPartPr>
              <p14:xfrm>
                <a:off x="6146447" y="5268982"/>
                <a:ext cx="27000" cy="251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10D6B5D-B9D5-08D3-D095-49EBEB5ACF8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28807" y="5251342"/>
                  <a:ext cx="626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EFB8855-6FAE-2012-36B8-23239A60D23F}"/>
                    </a:ext>
                  </a:extLst>
                </p14:cNvPr>
                <p14:cNvContentPartPr/>
                <p14:nvPr/>
              </p14:nvContentPartPr>
              <p14:xfrm>
                <a:off x="6647567" y="5144422"/>
                <a:ext cx="165600" cy="412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EFB8855-6FAE-2012-36B8-23239A60D23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629567" y="5126782"/>
                  <a:ext cx="2012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8416F7B-AA17-F9BD-6ED9-90C64ED558A3}"/>
                    </a:ext>
                  </a:extLst>
                </p14:cNvPr>
                <p14:cNvContentPartPr/>
                <p14:nvPr/>
              </p14:nvContentPartPr>
              <p14:xfrm>
                <a:off x="6793007" y="5345662"/>
                <a:ext cx="146520" cy="172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8416F7B-AA17-F9BD-6ED9-90C64ED558A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775007" y="5328022"/>
                  <a:ext cx="182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6224F5D-9CFE-7BF7-1F05-86BA0FA3B1EC}"/>
                    </a:ext>
                  </a:extLst>
                </p14:cNvPr>
                <p14:cNvContentPartPr/>
                <p14:nvPr/>
              </p14:nvContentPartPr>
              <p14:xfrm>
                <a:off x="6984887" y="5436022"/>
                <a:ext cx="113400" cy="183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6224F5D-9CFE-7BF7-1F05-86BA0FA3B1E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966887" y="5418022"/>
                  <a:ext cx="149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EFEC9A7-943E-FBE1-91A9-50C413DB048D}"/>
                    </a:ext>
                  </a:extLst>
                </p14:cNvPr>
                <p14:cNvContentPartPr/>
                <p14:nvPr/>
              </p14:nvContentPartPr>
              <p14:xfrm>
                <a:off x="7230767" y="5401102"/>
                <a:ext cx="151920" cy="511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EFEC9A7-943E-FBE1-91A9-50C413DB048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213127" y="5383462"/>
                  <a:ext cx="187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01CFCAE-C8CF-0FBC-93C9-2B8237AF2B37}"/>
                    </a:ext>
                  </a:extLst>
                </p14:cNvPr>
                <p14:cNvContentPartPr/>
                <p14:nvPr/>
              </p14:nvContentPartPr>
              <p14:xfrm>
                <a:off x="7456487" y="5277622"/>
                <a:ext cx="149040" cy="2228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01CFCAE-C8CF-0FBC-93C9-2B8237AF2B3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438847" y="5259622"/>
                  <a:ext cx="1846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9B5E186-5694-16E8-3178-302DE015FBC1}"/>
                    </a:ext>
                  </a:extLst>
                </p14:cNvPr>
                <p14:cNvContentPartPr/>
                <p14:nvPr/>
              </p14:nvContentPartPr>
              <p14:xfrm>
                <a:off x="7694807" y="5383462"/>
                <a:ext cx="123480" cy="2091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9B5E186-5694-16E8-3178-302DE015FBC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677167" y="5365462"/>
                  <a:ext cx="159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40F3B17-0CCD-3FF0-81DE-5720D65781CF}"/>
                    </a:ext>
                  </a:extLst>
                </p14:cNvPr>
                <p14:cNvContentPartPr/>
                <p14:nvPr/>
              </p14:nvContentPartPr>
              <p14:xfrm>
                <a:off x="7968047" y="4997182"/>
                <a:ext cx="171360" cy="6361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40F3B17-0CCD-3FF0-81DE-5720D65781C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950407" y="4979542"/>
                  <a:ext cx="20700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7837E6F-F1B4-016A-0B0D-706B84F273DE}"/>
                    </a:ext>
                  </a:extLst>
                </p14:cNvPr>
                <p14:cNvContentPartPr/>
                <p14:nvPr/>
              </p14:nvContentPartPr>
              <p14:xfrm>
                <a:off x="8182967" y="4829782"/>
                <a:ext cx="278640" cy="1198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7837E6F-F1B4-016A-0B0D-706B84F273D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165327" y="4812142"/>
                  <a:ext cx="314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B42BE85-D6AC-5791-15A9-C86FB2CA0582}"/>
                    </a:ext>
                  </a:extLst>
                </p14:cNvPr>
                <p14:cNvContentPartPr/>
                <p14:nvPr/>
              </p14:nvContentPartPr>
              <p14:xfrm>
                <a:off x="8675087" y="5191222"/>
                <a:ext cx="269280" cy="281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B42BE85-D6AC-5791-15A9-C86FB2CA058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657447" y="5173582"/>
                  <a:ext cx="3049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0B2A927-5D53-B50B-33E6-4EDE8024223F}"/>
                    </a:ext>
                  </a:extLst>
                </p14:cNvPr>
                <p14:cNvContentPartPr/>
                <p14:nvPr/>
              </p14:nvContentPartPr>
              <p14:xfrm>
                <a:off x="9360887" y="5069902"/>
                <a:ext cx="339840" cy="3862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0B2A927-5D53-B50B-33E6-4EDE8024223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342887" y="5052262"/>
                  <a:ext cx="3754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9352D20-3C8D-A898-E728-941CE6EB5CFC}"/>
                    </a:ext>
                  </a:extLst>
                </p14:cNvPr>
                <p14:cNvContentPartPr/>
                <p14:nvPr/>
              </p14:nvContentPartPr>
              <p14:xfrm>
                <a:off x="3112007" y="5916622"/>
                <a:ext cx="510120" cy="276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9352D20-3C8D-A898-E728-941CE6EB5CF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094367" y="5898622"/>
                  <a:ext cx="5457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514394D-6305-D382-5748-13E4549D7C3B}"/>
                    </a:ext>
                  </a:extLst>
                </p14:cNvPr>
                <p14:cNvContentPartPr/>
                <p14:nvPr/>
              </p14:nvContentPartPr>
              <p14:xfrm>
                <a:off x="3130727" y="5977102"/>
                <a:ext cx="219600" cy="270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514394D-6305-D382-5748-13E4549D7C3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112727" y="5959102"/>
                  <a:ext cx="255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24A7D57-7EAD-4AC8-9F7F-479877880E17}"/>
                    </a:ext>
                  </a:extLst>
                </p14:cNvPr>
                <p14:cNvContentPartPr/>
                <p14:nvPr/>
              </p14:nvContentPartPr>
              <p14:xfrm>
                <a:off x="3982127" y="6034702"/>
                <a:ext cx="26280" cy="1299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24A7D57-7EAD-4AC8-9F7F-479877880E1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964487" y="6017062"/>
                  <a:ext cx="61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57C2F5B-EA17-0DD6-A90E-79ED4004C843}"/>
                    </a:ext>
                  </a:extLst>
                </p14:cNvPr>
                <p14:cNvContentPartPr/>
                <p14:nvPr/>
              </p14:nvContentPartPr>
              <p14:xfrm>
                <a:off x="4014167" y="5947942"/>
                <a:ext cx="7200" cy="280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57C2F5B-EA17-0DD6-A90E-79ED4004C84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996167" y="5929942"/>
                  <a:ext cx="42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1AE3B42-DFF8-9FC8-30B2-B7CEA1E3380E}"/>
                    </a:ext>
                  </a:extLst>
                </p14:cNvPr>
                <p14:cNvContentPartPr/>
                <p14:nvPr/>
              </p14:nvContentPartPr>
              <p14:xfrm>
                <a:off x="4041887" y="6048742"/>
                <a:ext cx="147600" cy="1321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1AE3B42-DFF8-9FC8-30B2-B7CEA1E3380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024247" y="6030742"/>
                  <a:ext cx="183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FCFBC5A-0914-3785-C51D-A46029D58759}"/>
                    </a:ext>
                  </a:extLst>
                </p14:cNvPr>
                <p14:cNvContentPartPr/>
                <p14:nvPr/>
              </p14:nvContentPartPr>
              <p14:xfrm>
                <a:off x="4278047" y="5853262"/>
                <a:ext cx="70200" cy="3330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FCFBC5A-0914-3785-C51D-A46029D5875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260407" y="5835262"/>
                  <a:ext cx="1058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859272F-FAE7-BF36-5A7F-76A418F03BC6}"/>
                    </a:ext>
                  </a:extLst>
                </p14:cNvPr>
                <p14:cNvContentPartPr/>
                <p14:nvPr/>
              </p14:nvContentPartPr>
              <p14:xfrm>
                <a:off x="4202087" y="5973862"/>
                <a:ext cx="151920" cy="64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859272F-FAE7-BF36-5A7F-76A418F03BC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184447" y="5956222"/>
                  <a:ext cx="187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FF13250-D587-DD97-EB55-CF2ED0F8D83E}"/>
                    </a:ext>
                  </a:extLst>
                </p14:cNvPr>
                <p14:cNvContentPartPr/>
                <p14:nvPr/>
              </p14:nvContentPartPr>
              <p14:xfrm>
                <a:off x="4438967" y="6015262"/>
                <a:ext cx="97560" cy="1558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FF13250-D587-DD97-EB55-CF2ED0F8D83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421327" y="5997622"/>
                  <a:ext cx="133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500205D-DC76-2B48-0964-DB73B7588286}"/>
                    </a:ext>
                  </a:extLst>
                </p14:cNvPr>
                <p14:cNvContentPartPr/>
                <p14:nvPr/>
              </p14:nvContentPartPr>
              <p14:xfrm>
                <a:off x="4615367" y="6018862"/>
                <a:ext cx="135720" cy="1274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500205D-DC76-2B48-0964-DB73B758828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597367" y="6001222"/>
                  <a:ext cx="171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3A61DD2-CC57-50AD-A16E-260FE85123BD}"/>
                    </a:ext>
                  </a:extLst>
                </p14:cNvPr>
                <p14:cNvContentPartPr/>
                <p14:nvPr/>
              </p14:nvContentPartPr>
              <p14:xfrm>
                <a:off x="4778447" y="5981062"/>
                <a:ext cx="49680" cy="135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3A61DD2-CC57-50AD-A16E-260FE85123B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760447" y="5963062"/>
                  <a:ext cx="85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C439E86-E6E4-55B2-C856-EB3D5D31BE87}"/>
                    </a:ext>
                  </a:extLst>
                </p14:cNvPr>
                <p14:cNvContentPartPr/>
                <p14:nvPr/>
              </p14:nvContentPartPr>
              <p14:xfrm>
                <a:off x="4839647" y="5855062"/>
                <a:ext cx="43200" cy="25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C439E86-E6E4-55B2-C856-EB3D5D31BE8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822007" y="5837422"/>
                  <a:ext cx="78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D1AC2D6-67A0-D40D-8476-21D4DD01CBFF}"/>
                    </a:ext>
                  </a:extLst>
                </p14:cNvPr>
                <p14:cNvContentPartPr/>
                <p14:nvPr/>
              </p14:nvContentPartPr>
              <p14:xfrm>
                <a:off x="4895807" y="5976382"/>
                <a:ext cx="158400" cy="142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D1AC2D6-67A0-D40D-8476-21D4DD01CBF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878167" y="5958742"/>
                  <a:ext cx="194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03ADD47-EC1C-B686-C780-334AED2AD571}"/>
                    </a:ext>
                  </a:extLst>
                </p14:cNvPr>
                <p14:cNvContentPartPr/>
                <p14:nvPr/>
              </p14:nvContentPartPr>
              <p14:xfrm>
                <a:off x="5118647" y="5960902"/>
                <a:ext cx="162720" cy="1612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03ADD47-EC1C-B686-C780-334AED2AD57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100647" y="5942902"/>
                  <a:ext cx="198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9E46983-DAB2-FF3E-E144-2992C0BB75A2}"/>
                    </a:ext>
                  </a:extLst>
                </p14:cNvPr>
                <p14:cNvContentPartPr/>
                <p14:nvPr/>
              </p14:nvContentPartPr>
              <p14:xfrm>
                <a:off x="5571887" y="5882782"/>
                <a:ext cx="417240" cy="6418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9E46983-DAB2-FF3E-E144-2992C0BB75A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554247" y="5865142"/>
                  <a:ext cx="45288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5FC6374-F60A-BFE5-DC91-EA7B16CD05A3}"/>
                    </a:ext>
                  </a:extLst>
                </p14:cNvPr>
                <p14:cNvContentPartPr/>
                <p14:nvPr/>
              </p14:nvContentPartPr>
              <p14:xfrm>
                <a:off x="6215567" y="5932822"/>
                <a:ext cx="216000" cy="1980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5FC6374-F60A-BFE5-DC91-EA7B16CD05A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197567" y="5914822"/>
                  <a:ext cx="251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06E6A1E-6B1E-8353-4E5D-943A55B1EC72}"/>
                    </a:ext>
                  </a:extLst>
                </p14:cNvPr>
                <p14:cNvContentPartPr/>
                <p14:nvPr/>
              </p14:nvContentPartPr>
              <p14:xfrm>
                <a:off x="6655487" y="5977822"/>
                <a:ext cx="210960" cy="2199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06E6A1E-6B1E-8353-4E5D-943A55B1EC7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637847" y="5959822"/>
                  <a:ext cx="246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BF4E77D-4859-4873-8B3E-D170E9E79BE8}"/>
                    </a:ext>
                  </a:extLst>
                </p14:cNvPr>
                <p14:cNvContentPartPr/>
                <p14:nvPr/>
              </p14:nvContentPartPr>
              <p14:xfrm>
                <a:off x="6791927" y="5972062"/>
                <a:ext cx="190800" cy="5410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BF4E77D-4859-4873-8B3E-D170E9E79BE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773927" y="5954422"/>
                  <a:ext cx="2264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70E0EDC-1FAA-AFD3-0934-9343344A89F7}"/>
                    </a:ext>
                  </a:extLst>
                </p14:cNvPr>
                <p14:cNvContentPartPr/>
                <p14:nvPr/>
              </p14:nvContentPartPr>
              <p14:xfrm>
                <a:off x="6882647" y="5879182"/>
                <a:ext cx="1036440" cy="2970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70E0EDC-1FAA-AFD3-0934-9343344A89F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865007" y="5861542"/>
                  <a:ext cx="10720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B2B1B1B-6299-D395-8861-FACB265A2568}"/>
                    </a:ext>
                  </a:extLst>
                </p14:cNvPr>
                <p14:cNvContentPartPr/>
                <p14:nvPr/>
              </p14:nvContentPartPr>
              <p14:xfrm>
                <a:off x="8399687" y="5923102"/>
                <a:ext cx="419400" cy="195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B2B1B1B-6299-D395-8861-FACB265A256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382047" y="5905462"/>
                  <a:ext cx="455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11F02D8-3706-A2C5-F2AC-8760F04B352E}"/>
                    </a:ext>
                  </a:extLst>
                </p14:cNvPr>
                <p14:cNvContentPartPr/>
                <p14:nvPr/>
              </p14:nvContentPartPr>
              <p14:xfrm>
                <a:off x="8809727" y="5776582"/>
                <a:ext cx="30960" cy="277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11F02D8-3706-A2C5-F2AC-8760F04B352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792087" y="5758582"/>
                  <a:ext cx="66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3334BAD-A105-06CC-4714-5BE6B7CEA5D5}"/>
                    </a:ext>
                  </a:extLst>
                </p14:cNvPr>
                <p14:cNvContentPartPr/>
                <p14:nvPr/>
              </p14:nvContentPartPr>
              <p14:xfrm>
                <a:off x="8959127" y="5805022"/>
                <a:ext cx="22320" cy="2491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3334BAD-A105-06CC-4714-5BE6B7CEA5D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941127" y="5787022"/>
                  <a:ext cx="57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7C072B7-CCD8-F3EA-2E0E-ADA6C499F907}"/>
                    </a:ext>
                  </a:extLst>
                </p14:cNvPr>
                <p14:cNvContentPartPr/>
                <p14:nvPr/>
              </p14:nvContentPartPr>
              <p14:xfrm>
                <a:off x="8844287" y="5822662"/>
                <a:ext cx="413280" cy="2556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7C072B7-CCD8-F3EA-2E0E-ADA6C499F90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826647" y="5805022"/>
                  <a:ext cx="448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EA1C8C8-818F-3479-3FC2-006AEBC477B0}"/>
                    </a:ext>
                  </a:extLst>
                </p14:cNvPr>
                <p14:cNvContentPartPr/>
                <p14:nvPr/>
              </p14:nvContentPartPr>
              <p14:xfrm>
                <a:off x="9607487" y="5762182"/>
                <a:ext cx="712080" cy="2923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EA1C8C8-818F-3479-3FC2-006AEBC477B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589847" y="5744182"/>
                  <a:ext cx="747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135F09C-D244-2121-6BEC-82FE1E913B1C}"/>
                    </a:ext>
                  </a:extLst>
                </p14:cNvPr>
                <p14:cNvContentPartPr/>
                <p14:nvPr/>
              </p14:nvContentPartPr>
              <p14:xfrm>
                <a:off x="9683447" y="5860102"/>
                <a:ext cx="310680" cy="25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135F09C-D244-2121-6BEC-82FE1E913B1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665447" y="5842102"/>
                  <a:ext cx="346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D6A6A9E-647B-3FA3-38A4-7D9519C66F98}"/>
                    </a:ext>
                  </a:extLst>
                </p14:cNvPr>
                <p14:cNvContentPartPr/>
                <p14:nvPr/>
              </p14:nvContentPartPr>
              <p14:xfrm>
                <a:off x="10790087" y="5778382"/>
                <a:ext cx="114480" cy="1807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D6A6A9E-647B-3FA3-38A4-7D9519C66F9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772087" y="5760382"/>
                  <a:ext cx="150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2CCDF5C-0026-4E36-4D48-5B0C745DC9E9}"/>
                    </a:ext>
                  </a:extLst>
                </p14:cNvPr>
                <p14:cNvContentPartPr/>
                <p14:nvPr/>
              </p14:nvContentPartPr>
              <p14:xfrm>
                <a:off x="11000687" y="5776942"/>
                <a:ext cx="112320" cy="144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2CCDF5C-0026-4E36-4D48-5B0C745DC9E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983047" y="5758942"/>
                  <a:ext cx="147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80F11D0-FE9A-4411-7125-C30318F33B9E}"/>
                    </a:ext>
                  </a:extLst>
                </p14:cNvPr>
                <p14:cNvContentPartPr/>
                <p14:nvPr/>
              </p14:nvContentPartPr>
              <p14:xfrm>
                <a:off x="11182487" y="5790262"/>
                <a:ext cx="196200" cy="1209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80F11D0-FE9A-4411-7125-C30318F33B9E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164847" y="5772262"/>
                  <a:ext cx="231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EC269B9-F96E-04C9-1584-84D38C05C5DA}"/>
                    </a:ext>
                  </a:extLst>
                </p14:cNvPr>
                <p14:cNvContentPartPr/>
                <p14:nvPr/>
              </p14:nvContentPartPr>
              <p14:xfrm>
                <a:off x="11496767" y="5600182"/>
                <a:ext cx="45720" cy="2991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EC269B9-F96E-04C9-1584-84D38C05C5D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478767" y="5582182"/>
                  <a:ext cx="813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9B3F1C3-2D05-3BC1-018D-CD505650B472}"/>
                    </a:ext>
                  </a:extLst>
                </p14:cNvPr>
                <p14:cNvContentPartPr/>
                <p14:nvPr/>
              </p14:nvContentPartPr>
              <p14:xfrm>
                <a:off x="11378687" y="5702062"/>
                <a:ext cx="714600" cy="274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9B3F1C3-2D05-3BC1-018D-CD505650B47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361047" y="5684422"/>
                  <a:ext cx="7502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F407B85-E417-5762-1A63-C23B00815232}"/>
                    </a:ext>
                  </a:extLst>
                </p14:cNvPr>
                <p14:cNvContentPartPr/>
                <p14:nvPr/>
              </p14:nvContentPartPr>
              <p14:xfrm>
                <a:off x="167927" y="5974942"/>
                <a:ext cx="241200" cy="3668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F407B85-E417-5762-1A63-C23B0081523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50287" y="5956942"/>
                  <a:ext cx="2768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3BC8D0B-334A-5A83-65EC-325CFA53341C}"/>
                    </a:ext>
                  </a:extLst>
                </p14:cNvPr>
                <p14:cNvContentPartPr/>
                <p14:nvPr/>
              </p14:nvContentPartPr>
              <p14:xfrm>
                <a:off x="431807" y="6006622"/>
                <a:ext cx="344160" cy="2689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3BC8D0B-334A-5A83-65EC-325CFA53341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3807" y="5988982"/>
                  <a:ext cx="379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BD06D0D-EACF-9B8A-8FDB-CF78B5952151}"/>
                    </a:ext>
                  </a:extLst>
                </p14:cNvPr>
                <p14:cNvContentPartPr/>
                <p14:nvPr/>
              </p14:nvContentPartPr>
              <p14:xfrm>
                <a:off x="759047" y="5944702"/>
                <a:ext cx="16920" cy="14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BD06D0D-EACF-9B8A-8FDB-CF78B595215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41047" y="5927062"/>
                  <a:ext cx="52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56BD816-01E4-D457-9DA5-30156B1E758D}"/>
                    </a:ext>
                  </a:extLst>
                </p14:cNvPr>
                <p14:cNvContentPartPr/>
                <p14:nvPr/>
              </p14:nvContentPartPr>
              <p14:xfrm>
                <a:off x="940127" y="6032182"/>
                <a:ext cx="122400" cy="2016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56BD816-01E4-D457-9DA5-30156B1E758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22487" y="6014542"/>
                  <a:ext cx="158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6BE95F8-E6FE-E6A3-AC69-0D7BCB803652}"/>
                    </a:ext>
                  </a:extLst>
                </p14:cNvPr>
                <p14:cNvContentPartPr/>
                <p14:nvPr/>
              </p14:nvContentPartPr>
              <p14:xfrm>
                <a:off x="1436207" y="5912662"/>
                <a:ext cx="259560" cy="3546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6BE95F8-E6FE-E6A3-AC69-0D7BCB80365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418567" y="5894662"/>
                  <a:ext cx="2952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EF9D7D4-E346-34CF-FFF0-F5D8FCAF1364}"/>
                    </a:ext>
                  </a:extLst>
                </p14:cNvPr>
                <p14:cNvContentPartPr/>
                <p14:nvPr/>
              </p14:nvContentPartPr>
              <p14:xfrm>
                <a:off x="1721327" y="5934982"/>
                <a:ext cx="271440" cy="643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EF9D7D4-E346-34CF-FFF0-F5D8FCAF136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703687" y="5916982"/>
                  <a:ext cx="30708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86C3CA6-EF8A-836D-F312-38916B9ED459}"/>
                    </a:ext>
                  </a:extLst>
                </p14:cNvPr>
                <p14:cNvContentPartPr/>
                <p14:nvPr/>
              </p14:nvContentPartPr>
              <p14:xfrm>
                <a:off x="2044247" y="6089062"/>
                <a:ext cx="30600" cy="1389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86C3CA6-EF8A-836D-F312-38916B9ED45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2026607" y="6071062"/>
                  <a:ext cx="66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AF1212C-DDAD-3EF7-3839-5981D868CEC8}"/>
                    </a:ext>
                  </a:extLst>
                </p14:cNvPr>
                <p14:cNvContentPartPr/>
                <p14:nvPr/>
              </p14:nvContentPartPr>
              <p14:xfrm>
                <a:off x="2057927" y="5983942"/>
                <a:ext cx="64080" cy="43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AF1212C-DDAD-3EF7-3839-5981D868CEC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039927" y="5966302"/>
                  <a:ext cx="997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E3074C0-BB67-CA2A-3E21-1DF093F1FDB8}"/>
                    </a:ext>
                  </a:extLst>
                </p14:cNvPr>
                <p14:cNvContentPartPr/>
                <p14:nvPr/>
              </p14:nvContentPartPr>
              <p14:xfrm>
                <a:off x="2148287" y="6091222"/>
                <a:ext cx="144000" cy="138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E3074C0-BB67-CA2A-3E21-1DF093F1FDB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130287" y="6073222"/>
                  <a:ext cx="179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69F4694-3C82-0767-72F1-1ABD5AC60573}"/>
                    </a:ext>
                  </a:extLst>
                </p14:cNvPr>
                <p14:cNvContentPartPr/>
                <p14:nvPr/>
              </p14:nvContentPartPr>
              <p14:xfrm>
                <a:off x="2327207" y="6081502"/>
                <a:ext cx="262080" cy="1825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69F4694-3C82-0767-72F1-1ABD5AC60573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309207" y="6063862"/>
                  <a:ext cx="297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9F84607-5648-86CA-448A-0BFA6B60D549}"/>
                    </a:ext>
                  </a:extLst>
                </p14:cNvPr>
                <p14:cNvContentPartPr/>
                <p14:nvPr/>
              </p14:nvContentPartPr>
              <p14:xfrm>
                <a:off x="588407" y="6565342"/>
                <a:ext cx="177480" cy="1645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9F84607-5648-86CA-448A-0BFA6B60D54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70767" y="6547702"/>
                  <a:ext cx="213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22FB1A5-050D-8CB0-7790-71ED322266C7}"/>
                    </a:ext>
                  </a:extLst>
                </p14:cNvPr>
                <p14:cNvContentPartPr/>
                <p14:nvPr/>
              </p14:nvContentPartPr>
              <p14:xfrm>
                <a:off x="880727" y="6582982"/>
                <a:ext cx="74520" cy="46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22FB1A5-050D-8CB0-7790-71ED322266C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62727" y="6565342"/>
                  <a:ext cx="110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46D0B22-2D48-A4D1-D6DA-D698033D6C67}"/>
                    </a:ext>
                  </a:extLst>
                </p14:cNvPr>
                <p14:cNvContentPartPr/>
                <p14:nvPr/>
              </p14:nvContentPartPr>
              <p14:xfrm>
                <a:off x="843647" y="6638062"/>
                <a:ext cx="139680" cy="381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46D0B22-2D48-A4D1-D6DA-D698033D6C6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26007" y="6620422"/>
                  <a:ext cx="175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72D35E3-9B34-9EE9-0A26-319648FCA53A}"/>
                    </a:ext>
                  </a:extLst>
                </p14:cNvPr>
                <p14:cNvContentPartPr/>
                <p14:nvPr/>
              </p14:nvContentPartPr>
              <p14:xfrm>
                <a:off x="1106087" y="6365902"/>
                <a:ext cx="144360" cy="3938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72D35E3-9B34-9EE9-0A26-319648FCA53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88447" y="6348262"/>
                  <a:ext cx="1800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C4AA8FA-DB64-0156-86F0-6AE8EDDAD687}"/>
                    </a:ext>
                  </a:extLst>
                </p14:cNvPr>
                <p14:cNvContentPartPr/>
                <p14:nvPr/>
              </p14:nvContentPartPr>
              <p14:xfrm>
                <a:off x="1279247" y="6504142"/>
                <a:ext cx="140040" cy="171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C4AA8FA-DB64-0156-86F0-6AE8EDDAD68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261607" y="6486502"/>
                  <a:ext cx="175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6D6A208-36DF-5CB7-4948-D2972F12DD7E}"/>
                    </a:ext>
                  </a:extLst>
                </p14:cNvPr>
                <p14:cNvContentPartPr/>
                <p14:nvPr/>
              </p14:nvContentPartPr>
              <p14:xfrm>
                <a:off x="1496327" y="6662902"/>
                <a:ext cx="9000" cy="608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6D6A208-36DF-5CB7-4948-D2972F12DD7E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478327" y="6645262"/>
                  <a:ext cx="44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9317497-2493-22AF-1798-08C12A8222BA}"/>
                    </a:ext>
                  </a:extLst>
                </p14:cNvPr>
                <p14:cNvContentPartPr/>
                <p14:nvPr/>
              </p14:nvContentPartPr>
              <p14:xfrm>
                <a:off x="1632407" y="6569302"/>
                <a:ext cx="160920" cy="137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9317497-2493-22AF-1798-08C12A8222BA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614767" y="6551662"/>
                  <a:ext cx="196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C86F011-49B2-5076-99C2-0311CA1E69BC}"/>
                    </a:ext>
                  </a:extLst>
                </p14:cNvPr>
                <p14:cNvContentPartPr/>
                <p14:nvPr/>
              </p14:nvContentPartPr>
              <p14:xfrm>
                <a:off x="1532687" y="6719782"/>
                <a:ext cx="17640" cy="802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C86F011-49B2-5076-99C2-0311CA1E69B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515047" y="6701782"/>
                  <a:ext cx="53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B5CDBE0-C166-F6D4-5F04-88EFD3B66AFE}"/>
                    </a:ext>
                  </a:extLst>
                </p14:cNvPr>
                <p14:cNvContentPartPr/>
                <p14:nvPr/>
              </p14:nvContentPartPr>
              <p14:xfrm>
                <a:off x="1783247" y="6675862"/>
                <a:ext cx="117360" cy="990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B5CDBE0-C166-F6D4-5F04-88EFD3B66AFE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765247" y="6658222"/>
                  <a:ext cx="153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0846333-CBC5-10FD-25E4-8F9542E2CAF0}"/>
                    </a:ext>
                  </a:extLst>
                </p14:cNvPr>
                <p14:cNvContentPartPr/>
                <p14:nvPr/>
              </p14:nvContentPartPr>
              <p14:xfrm>
                <a:off x="2037407" y="6694222"/>
                <a:ext cx="44640" cy="1364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30846333-CBC5-10FD-25E4-8F9542E2CAF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019407" y="6676582"/>
                  <a:ext cx="80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046B42A4-B495-36BB-2057-CEB77542FDC6}"/>
                    </a:ext>
                  </a:extLst>
                </p14:cNvPr>
                <p14:cNvContentPartPr/>
                <p14:nvPr/>
              </p14:nvContentPartPr>
              <p14:xfrm>
                <a:off x="2132447" y="6535462"/>
                <a:ext cx="163800" cy="1828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046B42A4-B495-36BB-2057-CEB77542FDC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114807" y="6517822"/>
                  <a:ext cx="199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CE990AD-52DC-0FA5-C6F5-E3134B4AE180}"/>
                    </a:ext>
                  </a:extLst>
                </p14:cNvPr>
                <p14:cNvContentPartPr/>
                <p14:nvPr/>
              </p14:nvContentPartPr>
              <p14:xfrm>
                <a:off x="2405327" y="6613582"/>
                <a:ext cx="101520" cy="1670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CE990AD-52DC-0FA5-C6F5-E3134B4AE18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387687" y="6595942"/>
                  <a:ext cx="137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F953097-2768-C2CD-2B2F-E0EF7C2A0385}"/>
                    </a:ext>
                  </a:extLst>
                </p14:cNvPr>
                <p14:cNvContentPartPr/>
                <p14:nvPr/>
              </p14:nvContentPartPr>
              <p14:xfrm>
                <a:off x="2581007" y="6285622"/>
                <a:ext cx="201960" cy="640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F953097-2768-C2CD-2B2F-E0EF7C2A038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563367" y="6267982"/>
                  <a:ext cx="23760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33F60E1F-0C70-3F94-A901-1403075558AD}"/>
                    </a:ext>
                  </a:extLst>
                </p14:cNvPr>
                <p14:cNvContentPartPr/>
                <p14:nvPr/>
              </p14:nvContentPartPr>
              <p14:xfrm>
                <a:off x="3578567" y="6531637"/>
                <a:ext cx="177120" cy="1486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33F60E1F-0C70-3F94-A901-1403075558AD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560927" y="6513637"/>
                  <a:ext cx="212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98C6179-A6ED-7C31-9720-39DA0D29B50A}"/>
                    </a:ext>
                  </a:extLst>
                </p14:cNvPr>
                <p14:cNvContentPartPr/>
                <p14:nvPr/>
              </p14:nvContentPartPr>
              <p14:xfrm>
                <a:off x="3810767" y="6553957"/>
                <a:ext cx="146160" cy="1227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98C6179-A6ED-7C31-9720-39DA0D29B50A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792767" y="6535957"/>
                  <a:ext cx="181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F159DAA-B363-DC5C-FDE0-989B3A80F354}"/>
                    </a:ext>
                  </a:extLst>
                </p14:cNvPr>
                <p14:cNvContentPartPr/>
                <p14:nvPr/>
              </p14:nvContentPartPr>
              <p14:xfrm>
                <a:off x="4004087" y="6341197"/>
                <a:ext cx="150120" cy="330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F159DAA-B363-DC5C-FDE0-989B3A80F35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986087" y="6323557"/>
                  <a:ext cx="1857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F90FDD9-1B80-A0C4-8715-3C03BD15F9DD}"/>
                    </a:ext>
                  </a:extLst>
                </p14:cNvPr>
                <p14:cNvContentPartPr/>
                <p14:nvPr/>
              </p14:nvContentPartPr>
              <p14:xfrm>
                <a:off x="4572887" y="6507877"/>
                <a:ext cx="358920" cy="1306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F90FDD9-1B80-A0C4-8715-3C03BD15F9D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555247" y="6490237"/>
                  <a:ext cx="394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5F32BE8-E881-385F-FCCC-648B3D13A588}"/>
                    </a:ext>
                  </a:extLst>
                </p14:cNvPr>
                <p14:cNvContentPartPr/>
                <p14:nvPr/>
              </p14:nvContentPartPr>
              <p14:xfrm>
                <a:off x="4967087" y="6379357"/>
                <a:ext cx="289080" cy="228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5F32BE8-E881-385F-FCCC-648B3D13A588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949447" y="6361357"/>
                  <a:ext cx="3247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BCECDB3-3CA1-ADB4-EBFF-A067E01388B6}"/>
                    </a:ext>
                  </a:extLst>
                </p14:cNvPr>
                <p14:cNvContentPartPr/>
                <p14:nvPr/>
              </p14:nvContentPartPr>
              <p14:xfrm>
                <a:off x="5263367" y="6351277"/>
                <a:ext cx="44280" cy="280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BCECDB3-3CA1-ADB4-EBFF-A067E01388B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245727" y="6333637"/>
                  <a:ext cx="79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B6C54B6-3896-3727-6C2A-84398D8529C3}"/>
                    </a:ext>
                  </a:extLst>
                </p14:cNvPr>
                <p14:cNvContentPartPr/>
                <p14:nvPr/>
              </p14:nvContentPartPr>
              <p14:xfrm>
                <a:off x="5350487" y="6495997"/>
                <a:ext cx="175680" cy="1141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B6C54B6-3896-3727-6C2A-84398D8529C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332847" y="6478357"/>
                  <a:ext cx="211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0BB9D9D-A176-9FE8-7F83-3582038EC2AB}"/>
                    </a:ext>
                  </a:extLst>
                </p14:cNvPr>
                <p14:cNvContentPartPr/>
                <p14:nvPr/>
              </p14:nvContentPartPr>
              <p14:xfrm>
                <a:off x="5575847" y="6481237"/>
                <a:ext cx="93600" cy="1418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0BB9D9D-A176-9FE8-7F83-3582038EC2AB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557847" y="6463597"/>
                  <a:ext cx="129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76FB6B5-038D-DC72-5B0A-383C759948C3}"/>
                    </a:ext>
                  </a:extLst>
                </p14:cNvPr>
                <p14:cNvContentPartPr/>
                <p14:nvPr/>
              </p14:nvContentPartPr>
              <p14:xfrm>
                <a:off x="5908487" y="6478717"/>
                <a:ext cx="96840" cy="208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76FB6B5-038D-DC72-5B0A-383C759948C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890487" y="6461077"/>
                  <a:ext cx="132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D841653-41BA-22AD-E7B8-325F4151D294}"/>
                    </a:ext>
                  </a:extLst>
                </p14:cNvPr>
                <p14:cNvContentPartPr/>
                <p14:nvPr/>
              </p14:nvContentPartPr>
              <p14:xfrm>
                <a:off x="5909207" y="6566557"/>
                <a:ext cx="137520" cy="154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D841653-41BA-22AD-E7B8-325F4151D294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891567" y="6548917"/>
                  <a:ext cx="173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85E82E1-7050-72E2-8A91-B7F668DC0DC0}"/>
                    </a:ext>
                  </a:extLst>
                </p14:cNvPr>
                <p14:cNvContentPartPr/>
                <p14:nvPr/>
              </p14:nvContentPartPr>
              <p14:xfrm>
                <a:off x="6241127" y="6351997"/>
                <a:ext cx="216000" cy="3006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85E82E1-7050-72E2-8A91-B7F668DC0DC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223127" y="6334357"/>
                  <a:ext cx="2516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20A3441-993B-99AA-4C38-CFE0FE40B4A6}"/>
                    </a:ext>
                  </a:extLst>
                </p14:cNvPr>
                <p14:cNvContentPartPr/>
                <p14:nvPr/>
              </p14:nvContentPartPr>
              <p14:xfrm>
                <a:off x="7129967" y="6610477"/>
                <a:ext cx="9360" cy="525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20A3441-993B-99AA-4C38-CFE0FE40B4A6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112327" y="6592477"/>
                  <a:ext cx="45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D3EFE9E-DD26-257E-E929-92503356FBCC}"/>
                    </a:ext>
                  </a:extLst>
                </p14:cNvPr>
                <p14:cNvContentPartPr/>
                <p14:nvPr/>
              </p14:nvContentPartPr>
              <p14:xfrm>
                <a:off x="1584167" y="4766917"/>
                <a:ext cx="6740640" cy="10688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D3EFE9E-DD26-257E-E929-92503356FBCC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566167" y="4748917"/>
                  <a:ext cx="6776280" cy="11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6CB91A0F-9574-C7F9-0B71-101B08505037}"/>
              </a:ext>
            </a:extLst>
          </p:cNvPr>
          <p:cNvGrpSpPr/>
          <p:nvPr/>
        </p:nvGrpSpPr>
        <p:grpSpPr>
          <a:xfrm>
            <a:off x="5792567" y="856822"/>
            <a:ext cx="1922400" cy="757080"/>
            <a:chOff x="5792567" y="856822"/>
            <a:chExt cx="1922400" cy="75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D410955-D9E2-2748-280B-4ED5B50BE671}"/>
                    </a:ext>
                  </a:extLst>
                </p14:cNvPr>
                <p14:cNvContentPartPr/>
                <p14:nvPr/>
              </p14:nvContentPartPr>
              <p14:xfrm>
                <a:off x="5792567" y="914062"/>
                <a:ext cx="167760" cy="606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D410955-D9E2-2748-280B-4ED5B50BE671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774927" y="896422"/>
                  <a:ext cx="20340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7CCEEAA-C593-1A20-ED02-AED690534B29}"/>
                    </a:ext>
                  </a:extLst>
                </p14:cNvPr>
                <p14:cNvContentPartPr/>
                <p14:nvPr/>
              </p14:nvContentPartPr>
              <p14:xfrm>
                <a:off x="6016127" y="1128622"/>
                <a:ext cx="144720" cy="171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7CCEEAA-C593-1A20-ED02-AED690534B2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998487" y="1110622"/>
                  <a:ext cx="180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63FB01-5E17-1F67-5968-AC09B108AFE2}"/>
                    </a:ext>
                  </a:extLst>
                </p14:cNvPr>
                <p14:cNvContentPartPr/>
                <p14:nvPr/>
              </p14:nvContentPartPr>
              <p14:xfrm>
                <a:off x="6236447" y="1271542"/>
                <a:ext cx="14400" cy="114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63FB01-5E17-1F67-5968-AC09B108AFE2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218447" y="1253542"/>
                  <a:ext cx="50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9DCF81-219B-8A37-FD4E-CBD1DD774F9D}"/>
                    </a:ext>
                  </a:extLst>
                </p14:cNvPr>
                <p14:cNvContentPartPr/>
                <p14:nvPr/>
              </p14:nvContentPartPr>
              <p14:xfrm>
                <a:off x="6422567" y="1204222"/>
                <a:ext cx="117720" cy="51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9DCF81-219B-8A37-FD4E-CBD1DD774F9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404567" y="1186222"/>
                  <a:ext cx="153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7149467-405D-C4B5-8DD1-3BEC5CD3DAAC}"/>
                    </a:ext>
                  </a:extLst>
                </p14:cNvPr>
                <p14:cNvContentPartPr/>
                <p14:nvPr/>
              </p14:nvContentPartPr>
              <p14:xfrm>
                <a:off x="6688967" y="1087582"/>
                <a:ext cx="174960" cy="20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7149467-405D-C4B5-8DD1-3BEC5CD3DAA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670967" y="1069582"/>
                  <a:ext cx="210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6B2799D-022F-EEFB-CB49-05580CB36980}"/>
                    </a:ext>
                  </a:extLst>
                </p14:cNvPr>
                <p14:cNvContentPartPr/>
                <p14:nvPr/>
              </p14:nvContentPartPr>
              <p14:xfrm>
                <a:off x="6946367" y="1248502"/>
                <a:ext cx="14400" cy="9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6B2799D-022F-EEFB-CB49-05580CB36980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928727" y="1230862"/>
                  <a:ext cx="50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10C90A-E93D-838A-FD33-FF72B0C83C36}"/>
                    </a:ext>
                  </a:extLst>
                </p14:cNvPr>
                <p14:cNvContentPartPr/>
                <p14:nvPr/>
              </p14:nvContentPartPr>
              <p14:xfrm>
                <a:off x="6979847" y="862942"/>
                <a:ext cx="201600" cy="750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10C90A-E93D-838A-FD33-FF72B0C83C36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961847" y="844942"/>
                  <a:ext cx="23724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587FF65-EC7E-7EC3-D40A-632027490FD6}"/>
                    </a:ext>
                  </a:extLst>
                </p14:cNvPr>
                <p14:cNvContentPartPr/>
                <p14:nvPr/>
              </p14:nvContentPartPr>
              <p14:xfrm>
                <a:off x="7193687" y="856822"/>
                <a:ext cx="240480" cy="169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587FF65-EC7E-7EC3-D40A-632027490FD6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176047" y="838822"/>
                  <a:ext cx="276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6A95172-8F90-6418-343E-5EE5D9F8D0B6}"/>
                    </a:ext>
                  </a:extLst>
                </p14:cNvPr>
                <p14:cNvContentPartPr/>
                <p14:nvPr/>
              </p14:nvContentPartPr>
              <p14:xfrm>
                <a:off x="7493207" y="1126822"/>
                <a:ext cx="221760" cy="68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6A95172-8F90-6418-343E-5EE5D9F8D0B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475207" y="1108822"/>
                  <a:ext cx="257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1C532D-274C-B012-27AC-4EB4F82E0DC6}"/>
                    </a:ext>
                  </a:extLst>
                </p14:cNvPr>
                <p14:cNvContentPartPr/>
                <p14:nvPr/>
              </p14:nvContentPartPr>
              <p14:xfrm>
                <a:off x="7638287" y="1051222"/>
                <a:ext cx="32760" cy="263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1C532D-274C-B012-27AC-4EB4F82E0DC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620647" y="1033582"/>
                  <a:ext cx="684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B79025E-C85A-D647-CD79-3CB6042F4F6E}"/>
                    </a:ext>
                  </a:extLst>
                </p14:cNvPr>
                <p14:cNvContentPartPr/>
                <p14:nvPr/>
              </p14:nvContentPartPr>
              <p14:xfrm>
                <a:off x="6373607" y="1169797"/>
                <a:ext cx="119880" cy="90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B79025E-C85A-D647-CD79-3CB6042F4F6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355967" y="1151797"/>
                  <a:ext cx="1555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A230C242-E0A1-3A30-AC30-D3CE1EF47026}"/>
              </a:ext>
            </a:extLst>
          </p:cNvPr>
          <p:cNvGrpSpPr/>
          <p:nvPr/>
        </p:nvGrpSpPr>
        <p:grpSpPr>
          <a:xfrm>
            <a:off x="10143527" y="662422"/>
            <a:ext cx="909720" cy="869400"/>
            <a:chOff x="10143527" y="662422"/>
            <a:chExt cx="90972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A4A11A3-D6FE-C4FE-5D40-3A49221EE0B0}"/>
                    </a:ext>
                  </a:extLst>
                </p14:cNvPr>
                <p14:cNvContentPartPr/>
                <p14:nvPr/>
              </p14:nvContentPartPr>
              <p14:xfrm>
                <a:off x="10143527" y="901822"/>
                <a:ext cx="207000" cy="291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A4A11A3-D6FE-C4FE-5D40-3A49221EE0B0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125527" y="883822"/>
                  <a:ext cx="2426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78595DE-9092-3037-CEF2-9A47E0E22C1A}"/>
                    </a:ext>
                  </a:extLst>
                </p14:cNvPr>
                <p14:cNvContentPartPr/>
                <p14:nvPr/>
              </p14:nvContentPartPr>
              <p14:xfrm>
                <a:off x="10510367" y="836662"/>
                <a:ext cx="194760" cy="325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78595DE-9092-3037-CEF2-9A47E0E22C1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492367" y="818662"/>
                  <a:ext cx="2304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8D103CD-FD89-A567-1147-A3C9CE1FFD32}"/>
                    </a:ext>
                  </a:extLst>
                </p14:cNvPr>
                <p14:cNvContentPartPr/>
                <p14:nvPr/>
              </p14:nvContentPartPr>
              <p14:xfrm>
                <a:off x="10497407" y="662422"/>
                <a:ext cx="555840" cy="869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8D103CD-FD89-A567-1147-A3C9CE1FFD3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0479407" y="644422"/>
                  <a:ext cx="591480" cy="9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736E8C4-DC66-0C35-F6F4-D3C62DD660FD}"/>
                    </a:ext>
                  </a:extLst>
                </p14:cNvPr>
                <p14:cNvContentPartPr/>
                <p14:nvPr/>
              </p14:nvContentPartPr>
              <p14:xfrm>
                <a:off x="10559687" y="1171597"/>
                <a:ext cx="7200" cy="46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736E8C4-DC66-0C35-F6F4-D3C62DD660F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542047" y="1153597"/>
                  <a:ext cx="42840" cy="4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919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BE8D92A-C565-79BD-D78B-5F27762A6B3B}"/>
              </a:ext>
            </a:extLst>
          </p:cNvPr>
          <p:cNvGrpSpPr/>
          <p:nvPr/>
        </p:nvGrpSpPr>
        <p:grpSpPr>
          <a:xfrm>
            <a:off x="153167" y="301702"/>
            <a:ext cx="687600" cy="278280"/>
            <a:chOff x="153167" y="301702"/>
            <a:chExt cx="68760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07E017B-4AF4-1522-830D-AB38BC102BF5}"/>
                    </a:ext>
                  </a:extLst>
                </p14:cNvPr>
                <p14:cNvContentPartPr/>
                <p14:nvPr/>
              </p14:nvContentPartPr>
              <p14:xfrm>
                <a:off x="153167" y="301702"/>
                <a:ext cx="320400" cy="271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07E017B-4AF4-1522-830D-AB38BC102B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527" y="284062"/>
                  <a:ext cx="356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E9ADF2-434F-0170-EE48-9E1C2829003A}"/>
                    </a:ext>
                  </a:extLst>
                </p14:cNvPr>
                <p14:cNvContentPartPr/>
                <p14:nvPr/>
              </p14:nvContentPartPr>
              <p14:xfrm>
                <a:off x="484367" y="334822"/>
                <a:ext cx="219240" cy="238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E9ADF2-434F-0170-EE48-9E1C282900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6367" y="317182"/>
                  <a:ext cx="2548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B4BF59-C58B-8962-8A23-EA52D31B0107}"/>
                    </a:ext>
                  </a:extLst>
                </p14:cNvPr>
                <p14:cNvContentPartPr/>
                <p14:nvPr/>
              </p14:nvContentPartPr>
              <p14:xfrm>
                <a:off x="739247" y="458662"/>
                <a:ext cx="101520" cy="121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B4BF59-C58B-8962-8A23-EA52D31B01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1247" y="441022"/>
                  <a:ext cx="137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FE58D09-E121-A241-98F7-95E6EFD2134A}"/>
                    </a:ext>
                  </a:extLst>
                </p14:cNvPr>
                <p14:cNvContentPartPr/>
                <p14:nvPr/>
              </p14:nvContentPartPr>
              <p14:xfrm>
                <a:off x="730607" y="313582"/>
                <a:ext cx="2160" cy="39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FE58D09-E121-A241-98F7-95E6EFD2134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2607" y="295582"/>
                  <a:ext cx="378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E40F375-8CB3-51EC-4C7F-9090C0F924E6}"/>
              </a:ext>
            </a:extLst>
          </p:cNvPr>
          <p:cNvGrpSpPr/>
          <p:nvPr/>
        </p:nvGrpSpPr>
        <p:grpSpPr>
          <a:xfrm>
            <a:off x="1299407" y="249862"/>
            <a:ext cx="2014200" cy="677520"/>
            <a:chOff x="1299407" y="249862"/>
            <a:chExt cx="2014200" cy="67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0EC660-D2B1-66C6-EB37-CCE348E1CC3C}"/>
                    </a:ext>
                  </a:extLst>
                </p14:cNvPr>
                <p14:cNvContentPartPr/>
                <p14:nvPr/>
              </p14:nvContentPartPr>
              <p14:xfrm>
                <a:off x="1299407" y="275782"/>
                <a:ext cx="668160" cy="651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0EC660-D2B1-66C6-EB37-CCE348E1CC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1767" y="258142"/>
                  <a:ext cx="70380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004365-44E1-C3D9-F5DF-340948053423}"/>
                    </a:ext>
                  </a:extLst>
                </p14:cNvPr>
                <p14:cNvContentPartPr/>
                <p14:nvPr/>
              </p14:nvContentPartPr>
              <p14:xfrm>
                <a:off x="2022647" y="312142"/>
                <a:ext cx="28800" cy="2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004365-44E1-C3D9-F5DF-3409480534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04647" y="294502"/>
                  <a:ext cx="64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722D8F-5EDB-BBE1-2086-2C72E21A9020}"/>
                    </a:ext>
                  </a:extLst>
                </p14:cNvPr>
                <p14:cNvContentPartPr/>
                <p14:nvPr/>
              </p14:nvContentPartPr>
              <p14:xfrm>
                <a:off x="2079167" y="444982"/>
                <a:ext cx="302040" cy="114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722D8F-5EDB-BBE1-2086-2C72E21A90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1167" y="427342"/>
                  <a:ext cx="337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4DCFC4-2EA3-1036-31D1-D7643C2AD698}"/>
                    </a:ext>
                  </a:extLst>
                </p14:cNvPr>
                <p14:cNvContentPartPr/>
                <p14:nvPr/>
              </p14:nvContentPartPr>
              <p14:xfrm>
                <a:off x="2344847" y="293062"/>
                <a:ext cx="53640" cy="24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4DCFC4-2EA3-1036-31D1-D7643C2AD6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26847" y="275422"/>
                  <a:ext cx="89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29EED1-ADE7-9C0A-5B0F-465F3F57F465}"/>
                    </a:ext>
                  </a:extLst>
                </p14:cNvPr>
                <p14:cNvContentPartPr/>
                <p14:nvPr/>
              </p14:nvContentPartPr>
              <p14:xfrm>
                <a:off x="2480207" y="309622"/>
                <a:ext cx="75240" cy="260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29EED1-ADE7-9C0A-5B0F-465F3F57F4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62207" y="291982"/>
                  <a:ext cx="110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B3F171-38B7-D894-D936-8D9D45DBAABE}"/>
                    </a:ext>
                  </a:extLst>
                </p14:cNvPr>
                <p14:cNvContentPartPr/>
                <p14:nvPr/>
              </p14:nvContentPartPr>
              <p14:xfrm>
                <a:off x="2651567" y="430942"/>
                <a:ext cx="78120" cy="138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B3F171-38B7-D894-D936-8D9D45DBAA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3927" y="413302"/>
                  <a:ext cx="113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4C0534-2943-F592-E04A-D60E8F0C7799}"/>
                    </a:ext>
                  </a:extLst>
                </p14:cNvPr>
                <p14:cNvContentPartPr/>
                <p14:nvPr/>
              </p14:nvContentPartPr>
              <p14:xfrm>
                <a:off x="2754167" y="249862"/>
                <a:ext cx="91800" cy="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4C0534-2943-F592-E04A-D60E8F0C77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36527" y="231862"/>
                  <a:ext cx="127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4EEA9E-D532-587D-0C62-EB97539B3EC1}"/>
                    </a:ext>
                  </a:extLst>
                </p14:cNvPr>
                <p14:cNvContentPartPr/>
                <p14:nvPr/>
              </p14:nvContentPartPr>
              <p14:xfrm>
                <a:off x="2349527" y="360022"/>
                <a:ext cx="266040" cy="10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4EEA9E-D532-587D-0C62-EB97539B3E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31527" y="342022"/>
                  <a:ext cx="301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42614C-9777-4BA6-0DF0-D5A91552153E}"/>
                    </a:ext>
                  </a:extLst>
                </p14:cNvPr>
                <p14:cNvContentPartPr/>
                <p14:nvPr/>
              </p14:nvContentPartPr>
              <p14:xfrm>
                <a:off x="2860727" y="421942"/>
                <a:ext cx="452880" cy="142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42614C-9777-4BA6-0DF0-D5A9155215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43087" y="403942"/>
                  <a:ext cx="48852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4EA3847-457D-0420-9F3F-800781795E62}"/>
              </a:ext>
            </a:extLst>
          </p:cNvPr>
          <p:cNvGrpSpPr/>
          <p:nvPr/>
        </p:nvGrpSpPr>
        <p:grpSpPr>
          <a:xfrm>
            <a:off x="3848207" y="354982"/>
            <a:ext cx="590400" cy="212400"/>
            <a:chOff x="3848207" y="354982"/>
            <a:chExt cx="59040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928791D-B6B6-5047-D7F7-A1C54C4241AB}"/>
                    </a:ext>
                  </a:extLst>
                </p14:cNvPr>
                <p14:cNvContentPartPr/>
                <p14:nvPr/>
              </p14:nvContentPartPr>
              <p14:xfrm>
                <a:off x="3848207" y="354982"/>
                <a:ext cx="156600" cy="18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928791D-B6B6-5047-D7F7-A1C54C4241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30567" y="336982"/>
                  <a:ext cx="192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3258914-DC5B-C005-11AB-72846CD107FD}"/>
                    </a:ext>
                  </a:extLst>
                </p14:cNvPr>
                <p14:cNvContentPartPr/>
                <p14:nvPr/>
              </p14:nvContentPartPr>
              <p14:xfrm>
                <a:off x="3992567" y="437782"/>
                <a:ext cx="181080" cy="129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3258914-DC5B-C005-11AB-72846CD107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74567" y="420142"/>
                  <a:ext cx="216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0564CD-0879-FCE9-4934-FA2E03D20B79}"/>
                    </a:ext>
                  </a:extLst>
                </p14:cNvPr>
                <p14:cNvContentPartPr/>
                <p14:nvPr/>
              </p14:nvContentPartPr>
              <p14:xfrm>
                <a:off x="4239167" y="408982"/>
                <a:ext cx="199440" cy="15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0564CD-0879-FCE9-4934-FA2E03D20B7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21527" y="391342"/>
                  <a:ext cx="23508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6EA9EF-CA0D-81F1-D04A-0C5BCE5EFAA7}"/>
              </a:ext>
            </a:extLst>
          </p:cNvPr>
          <p:cNvGrpSpPr/>
          <p:nvPr/>
        </p:nvGrpSpPr>
        <p:grpSpPr>
          <a:xfrm>
            <a:off x="4783487" y="250942"/>
            <a:ext cx="3075480" cy="644400"/>
            <a:chOff x="4783487" y="250942"/>
            <a:chExt cx="3075480" cy="64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D6A084E-D8B0-1FE8-2AC4-9C74C52FBB4E}"/>
                    </a:ext>
                  </a:extLst>
                </p14:cNvPr>
                <p14:cNvContentPartPr/>
                <p14:nvPr/>
              </p14:nvContentPartPr>
              <p14:xfrm>
                <a:off x="4783487" y="250942"/>
                <a:ext cx="170640" cy="279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D6A084E-D8B0-1FE8-2AC4-9C74C52FBB4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65847" y="233302"/>
                  <a:ext cx="206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F1FC75-0C88-C4FE-CCD4-39529FEDC094}"/>
                    </a:ext>
                  </a:extLst>
                </p14:cNvPr>
                <p14:cNvContentPartPr/>
                <p14:nvPr/>
              </p14:nvContentPartPr>
              <p14:xfrm>
                <a:off x="5004167" y="421942"/>
                <a:ext cx="173520" cy="12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F1FC75-0C88-C4FE-CCD4-39529FEDC0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86527" y="403942"/>
                  <a:ext cx="209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99641F-59D1-6A50-C449-A28EAC99E799}"/>
                    </a:ext>
                  </a:extLst>
                </p14:cNvPr>
                <p14:cNvContentPartPr/>
                <p14:nvPr/>
              </p14:nvContentPartPr>
              <p14:xfrm>
                <a:off x="5442647" y="252382"/>
                <a:ext cx="1576080" cy="64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299641F-59D1-6A50-C449-A28EAC99E7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4647" y="234382"/>
                  <a:ext cx="161172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9091B23-8D2C-ACE1-2968-4EE6732428BA}"/>
                    </a:ext>
                  </a:extLst>
                </p14:cNvPr>
                <p14:cNvContentPartPr/>
                <p14:nvPr/>
              </p14:nvContentPartPr>
              <p14:xfrm>
                <a:off x="7013687" y="253462"/>
                <a:ext cx="32040" cy="29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9091B23-8D2C-ACE1-2968-4EE6732428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96047" y="235822"/>
                  <a:ext cx="67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A3C6C0-504F-9A85-B92B-6100DF5BA47B}"/>
                    </a:ext>
                  </a:extLst>
                </p14:cNvPr>
                <p14:cNvContentPartPr/>
                <p14:nvPr/>
              </p14:nvContentPartPr>
              <p14:xfrm>
                <a:off x="7135007" y="418702"/>
                <a:ext cx="130680" cy="185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A3C6C0-504F-9A85-B92B-6100DF5BA4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17007" y="400702"/>
                  <a:ext cx="166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6E17DD3-134B-E452-EF41-57422DABA5EE}"/>
                    </a:ext>
                  </a:extLst>
                </p14:cNvPr>
                <p14:cNvContentPartPr/>
                <p14:nvPr/>
              </p14:nvContentPartPr>
              <p14:xfrm>
                <a:off x="7324367" y="462982"/>
                <a:ext cx="144720" cy="120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6E17DD3-134B-E452-EF41-57422DABA5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06367" y="445342"/>
                  <a:ext cx="180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C40F69C-0783-EDE8-1BB1-5191580441C7}"/>
                    </a:ext>
                  </a:extLst>
                </p14:cNvPr>
                <p14:cNvContentPartPr/>
                <p14:nvPr/>
              </p14:nvContentPartPr>
              <p14:xfrm>
                <a:off x="7609847" y="368302"/>
                <a:ext cx="249120" cy="254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C40F69C-0783-EDE8-1BB1-5191580441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91847" y="350662"/>
                  <a:ext cx="28476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5C055DD-C525-DE40-DCE8-7CEE442D09F7}"/>
              </a:ext>
            </a:extLst>
          </p:cNvPr>
          <p:cNvGrpSpPr/>
          <p:nvPr/>
        </p:nvGrpSpPr>
        <p:grpSpPr>
          <a:xfrm>
            <a:off x="8189087" y="416902"/>
            <a:ext cx="297000" cy="290160"/>
            <a:chOff x="8189087" y="416902"/>
            <a:chExt cx="2970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ED33D7-9F3E-A6CF-1346-5F9E69C910F6}"/>
                    </a:ext>
                  </a:extLst>
                </p14:cNvPr>
                <p14:cNvContentPartPr/>
                <p14:nvPr/>
              </p14:nvContentPartPr>
              <p14:xfrm>
                <a:off x="8211767" y="416902"/>
                <a:ext cx="113400" cy="253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ED33D7-9F3E-A6CF-1346-5F9E69C910F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93767" y="398902"/>
                  <a:ext cx="149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24ADCB-B18E-651D-7C1C-6B4251BF2F1D}"/>
                    </a:ext>
                  </a:extLst>
                </p14:cNvPr>
                <p14:cNvContentPartPr/>
                <p14:nvPr/>
              </p14:nvContentPartPr>
              <p14:xfrm>
                <a:off x="8369447" y="528862"/>
                <a:ext cx="11664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24ADCB-B18E-651D-7C1C-6B4251BF2F1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51807" y="510862"/>
                  <a:ext cx="152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AD5A6FD-1915-DD10-A5BA-7479852DC120}"/>
                    </a:ext>
                  </a:extLst>
                </p14:cNvPr>
                <p14:cNvContentPartPr/>
                <p14:nvPr/>
              </p14:nvContentPartPr>
              <p14:xfrm>
                <a:off x="8189087" y="518062"/>
                <a:ext cx="188280" cy="1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AD5A6FD-1915-DD10-A5BA-7479852DC1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71087" y="500422"/>
                  <a:ext cx="2239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CA92509-3151-8BA1-6F7A-CC4A8EEA8CBD}"/>
              </a:ext>
            </a:extLst>
          </p:cNvPr>
          <p:cNvGrpSpPr/>
          <p:nvPr/>
        </p:nvGrpSpPr>
        <p:grpSpPr>
          <a:xfrm>
            <a:off x="9268007" y="410062"/>
            <a:ext cx="517320" cy="365400"/>
            <a:chOff x="9268007" y="410062"/>
            <a:chExt cx="51732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0521FB-91B2-12E0-5AB1-DBC4020532FB}"/>
                    </a:ext>
                  </a:extLst>
                </p14:cNvPr>
                <p14:cNvContentPartPr/>
                <p14:nvPr/>
              </p14:nvContentPartPr>
              <p14:xfrm>
                <a:off x="9268007" y="435982"/>
                <a:ext cx="133920" cy="248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0521FB-91B2-12E0-5AB1-DBC4020532F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50367" y="417982"/>
                  <a:ext cx="1695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1F0D8D-7819-7C6B-8D17-8DE78A76253A}"/>
                    </a:ext>
                  </a:extLst>
                </p14:cNvPr>
                <p14:cNvContentPartPr/>
                <p14:nvPr/>
              </p14:nvContentPartPr>
              <p14:xfrm>
                <a:off x="9351527" y="410062"/>
                <a:ext cx="168120" cy="292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1F0D8D-7819-7C6B-8D17-8DE78A7625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33527" y="392422"/>
                  <a:ext cx="203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F42C520-B903-0E45-4383-C0781728F0CE}"/>
                    </a:ext>
                  </a:extLst>
                </p14:cNvPr>
                <p14:cNvContentPartPr/>
                <p14:nvPr/>
              </p14:nvContentPartPr>
              <p14:xfrm>
                <a:off x="9597767" y="618862"/>
                <a:ext cx="18756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F42C520-B903-0E45-4383-C0781728F0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80127" y="601222"/>
                  <a:ext cx="223200" cy="19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1CEF471-33B2-E38F-8F76-2D3766744A52}"/>
                  </a:ext>
                </a:extLst>
              </p14:cNvPr>
              <p14:cNvContentPartPr/>
              <p14:nvPr/>
            </p14:nvContentPartPr>
            <p14:xfrm>
              <a:off x="10481207" y="754942"/>
              <a:ext cx="5760" cy="15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1CEF471-33B2-E38F-8F76-2D3766744A5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463207" y="737302"/>
                <a:ext cx="414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3B68994F-64D4-179B-89D0-95E206DA5A4F}"/>
              </a:ext>
            </a:extLst>
          </p:cNvPr>
          <p:cNvGrpSpPr/>
          <p:nvPr/>
        </p:nvGrpSpPr>
        <p:grpSpPr>
          <a:xfrm>
            <a:off x="429647" y="1078582"/>
            <a:ext cx="890640" cy="457200"/>
            <a:chOff x="429647" y="1078582"/>
            <a:chExt cx="89064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213469D-7D98-04E6-4420-87D965268A77}"/>
                    </a:ext>
                  </a:extLst>
                </p14:cNvPr>
                <p14:cNvContentPartPr/>
                <p14:nvPr/>
              </p14:nvContentPartPr>
              <p14:xfrm>
                <a:off x="429647" y="1092262"/>
                <a:ext cx="69480" cy="283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213469D-7D98-04E6-4420-87D965268A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1647" y="1074262"/>
                  <a:ext cx="1051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B00DBF-AD8E-BEC5-2865-1D72E456FAA7}"/>
                    </a:ext>
                  </a:extLst>
                </p14:cNvPr>
                <p14:cNvContentPartPr/>
                <p14:nvPr/>
              </p14:nvContentPartPr>
              <p14:xfrm>
                <a:off x="511727" y="1258582"/>
                <a:ext cx="131040" cy="14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B00DBF-AD8E-BEC5-2865-1D72E456FAA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3727" y="1240942"/>
                  <a:ext cx="166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62100F-9F09-15FA-4968-6DB23A951C72}"/>
                    </a:ext>
                  </a:extLst>
                </p14:cNvPr>
                <p14:cNvContentPartPr/>
                <p14:nvPr/>
              </p14:nvContentPartPr>
              <p14:xfrm>
                <a:off x="835727" y="1147702"/>
                <a:ext cx="199800" cy="388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62100F-9F09-15FA-4968-6DB23A951C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7727" y="1130062"/>
                  <a:ext cx="2354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E96CCE-F1B9-F3C7-AEC7-E457F089C1D9}"/>
                    </a:ext>
                  </a:extLst>
                </p14:cNvPr>
                <p14:cNvContentPartPr/>
                <p14:nvPr/>
              </p14:nvContentPartPr>
              <p14:xfrm>
                <a:off x="1171607" y="1078582"/>
                <a:ext cx="148680" cy="134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E96CCE-F1B9-F3C7-AEC7-E457F089C1D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3607" y="1060582"/>
                  <a:ext cx="1843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76F5FA2-C481-8C48-D2D3-3C46A6594991}"/>
              </a:ext>
            </a:extLst>
          </p:cNvPr>
          <p:cNvGrpSpPr/>
          <p:nvPr/>
        </p:nvGrpSpPr>
        <p:grpSpPr>
          <a:xfrm>
            <a:off x="2151887" y="1174342"/>
            <a:ext cx="1877040" cy="491400"/>
            <a:chOff x="2151887" y="1174342"/>
            <a:chExt cx="187704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2D66380-3606-BA69-454F-8F8814AF37E5}"/>
                    </a:ext>
                  </a:extLst>
                </p14:cNvPr>
                <p14:cNvContentPartPr/>
                <p14:nvPr/>
              </p14:nvContentPartPr>
              <p14:xfrm>
                <a:off x="2151887" y="1174342"/>
                <a:ext cx="93600" cy="491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2D66380-3606-BA69-454F-8F8814AF37E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34247" y="1156342"/>
                  <a:ext cx="1292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EE73D0-488F-5BCB-81D4-2EDC86FBF310}"/>
                    </a:ext>
                  </a:extLst>
                </p14:cNvPr>
                <p14:cNvContentPartPr/>
                <p14:nvPr/>
              </p14:nvContentPartPr>
              <p14:xfrm>
                <a:off x="2338007" y="1379182"/>
                <a:ext cx="182880" cy="163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EE73D0-488F-5BCB-81D4-2EDC86FBF31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20007" y="1361182"/>
                  <a:ext cx="218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4AC7338-9E8C-FF44-18AC-50F8DE2C2283}"/>
                    </a:ext>
                  </a:extLst>
                </p14:cNvPr>
                <p14:cNvContentPartPr/>
                <p14:nvPr/>
              </p14:nvContentPartPr>
              <p14:xfrm>
                <a:off x="2606207" y="1449382"/>
                <a:ext cx="127800" cy="27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4AC7338-9E8C-FF44-18AC-50F8DE2C22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88567" y="1431742"/>
                  <a:ext cx="1634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1646174-19CF-73E6-57BA-8CF342C54D16}"/>
                    </a:ext>
                  </a:extLst>
                </p14:cNvPr>
                <p14:cNvContentPartPr/>
                <p14:nvPr/>
              </p14:nvContentPartPr>
              <p14:xfrm>
                <a:off x="2842367" y="1359022"/>
                <a:ext cx="158400" cy="174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646174-19CF-73E6-57BA-8CF342C54D1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24367" y="1341382"/>
                  <a:ext cx="194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E6F40B3-8541-DBA2-6D21-906B270D2A84}"/>
                    </a:ext>
                  </a:extLst>
                </p14:cNvPr>
                <p14:cNvContentPartPr/>
                <p14:nvPr/>
              </p14:nvContentPartPr>
              <p14:xfrm>
                <a:off x="3061607" y="1207822"/>
                <a:ext cx="77760" cy="396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E6F40B3-8541-DBA2-6D21-906B270D2A8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43967" y="1190182"/>
                  <a:ext cx="11340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D855C22-CA49-5B9D-F5D8-4A1477530539}"/>
                    </a:ext>
                  </a:extLst>
                </p14:cNvPr>
                <p14:cNvContentPartPr/>
                <p14:nvPr/>
              </p14:nvContentPartPr>
              <p14:xfrm>
                <a:off x="3357167" y="1357942"/>
                <a:ext cx="196200" cy="169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D855C22-CA49-5B9D-F5D8-4A14775305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39167" y="1340302"/>
                  <a:ext cx="231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F670C0-002C-518A-60B1-F9F8A03AA264}"/>
                    </a:ext>
                  </a:extLst>
                </p14:cNvPr>
                <p14:cNvContentPartPr/>
                <p14:nvPr/>
              </p14:nvContentPartPr>
              <p14:xfrm>
                <a:off x="3773327" y="1270822"/>
                <a:ext cx="255600" cy="309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F670C0-002C-518A-60B1-F9F8A03AA26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55327" y="1253182"/>
                  <a:ext cx="2912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0E01B9-8DAD-387C-7924-330B9CC27B68}"/>
              </a:ext>
            </a:extLst>
          </p:cNvPr>
          <p:cNvGrpSpPr/>
          <p:nvPr/>
        </p:nvGrpSpPr>
        <p:grpSpPr>
          <a:xfrm>
            <a:off x="4584407" y="1225822"/>
            <a:ext cx="516600" cy="564120"/>
            <a:chOff x="4584407" y="1225822"/>
            <a:chExt cx="516600" cy="56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A721064-9B9F-2089-D135-580B4B853009}"/>
                    </a:ext>
                  </a:extLst>
                </p14:cNvPr>
                <p14:cNvContentPartPr/>
                <p14:nvPr/>
              </p14:nvContentPartPr>
              <p14:xfrm>
                <a:off x="4584407" y="1456582"/>
                <a:ext cx="285120" cy="57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A721064-9B9F-2089-D135-580B4B85300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66407" y="1438582"/>
                  <a:ext cx="320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302A2F-36A3-13AC-F76D-89FDD292D180}"/>
                    </a:ext>
                  </a:extLst>
                </p14:cNvPr>
                <p14:cNvContentPartPr/>
                <p14:nvPr/>
              </p14:nvContentPartPr>
              <p14:xfrm>
                <a:off x="4649207" y="1542982"/>
                <a:ext cx="229680" cy="66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302A2F-36A3-13AC-F76D-89FDD292D1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31567" y="1525342"/>
                  <a:ext cx="265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736DCC-EA37-098B-9FF5-D821B459F990}"/>
                    </a:ext>
                  </a:extLst>
                </p14:cNvPr>
                <p14:cNvContentPartPr/>
                <p14:nvPr/>
              </p14:nvContentPartPr>
              <p14:xfrm>
                <a:off x="4771967" y="1225822"/>
                <a:ext cx="329040" cy="564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736DCC-EA37-098B-9FF5-D821B459F9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53967" y="1208182"/>
                  <a:ext cx="364680" cy="59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131130D-FF6F-ACFD-5B29-E583A1C3569B}"/>
                  </a:ext>
                </a:extLst>
              </p14:cNvPr>
              <p14:cNvContentPartPr/>
              <p14:nvPr/>
            </p14:nvContentPartPr>
            <p14:xfrm>
              <a:off x="5535527" y="956542"/>
              <a:ext cx="2193120" cy="7804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131130D-FF6F-ACFD-5B29-E583A1C3569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517887" y="938902"/>
                <a:ext cx="2228760" cy="8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CB02AB6-7F20-EEF9-5673-CDE5B872878A}"/>
                  </a:ext>
                </a:extLst>
              </p14:cNvPr>
              <p14:cNvContentPartPr/>
              <p14:nvPr/>
            </p14:nvContentPartPr>
            <p14:xfrm>
              <a:off x="7567367" y="881662"/>
              <a:ext cx="3337200" cy="712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CB02AB6-7F20-EEF9-5673-CDE5B872878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549367" y="864022"/>
                <a:ext cx="337284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0622D78-F38B-55EC-4BE9-8E69BCF36EB0}"/>
              </a:ext>
            </a:extLst>
          </p:cNvPr>
          <p:cNvGrpSpPr/>
          <p:nvPr/>
        </p:nvGrpSpPr>
        <p:grpSpPr>
          <a:xfrm>
            <a:off x="5792567" y="1206742"/>
            <a:ext cx="5791680" cy="711720"/>
            <a:chOff x="5792567" y="1206742"/>
            <a:chExt cx="5791680" cy="7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D401935-907A-5222-9C4A-31D0149A28DC}"/>
                    </a:ext>
                  </a:extLst>
                </p14:cNvPr>
                <p14:cNvContentPartPr/>
                <p14:nvPr/>
              </p14:nvContentPartPr>
              <p14:xfrm>
                <a:off x="5953127" y="1432462"/>
                <a:ext cx="123840" cy="166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D401935-907A-5222-9C4A-31D0149A28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35487" y="1414462"/>
                  <a:ext cx="1594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A3AEB5F-1B9F-ED6D-DA5F-C8D5900E22EF}"/>
                    </a:ext>
                  </a:extLst>
                </p14:cNvPr>
                <p14:cNvContentPartPr/>
                <p14:nvPr/>
              </p14:nvContentPartPr>
              <p14:xfrm>
                <a:off x="6124127" y="1541182"/>
                <a:ext cx="49680" cy="159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A3AEB5F-1B9F-ED6D-DA5F-C8D5900E22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06127" y="1523542"/>
                  <a:ext cx="85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0ECAFBC-70ED-B013-F2A7-A7CE2B5B6907}"/>
                    </a:ext>
                  </a:extLst>
                </p14:cNvPr>
                <p14:cNvContentPartPr/>
                <p14:nvPr/>
              </p14:nvContentPartPr>
              <p14:xfrm>
                <a:off x="6287567" y="1560982"/>
                <a:ext cx="86400" cy="29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0ECAFBC-70ED-B013-F2A7-A7CE2B5B69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9927" y="1543342"/>
                  <a:ext cx="122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382C662-911E-9E61-355F-8A5B9E1C8B7E}"/>
                    </a:ext>
                  </a:extLst>
                </p14:cNvPr>
                <p14:cNvContentPartPr/>
                <p14:nvPr/>
              </p14:nvContentPartPr>
              <p14:xfrm>
                <a:off x="6462167" y="1490422"/>
                <a:ext cx="142200" cy="180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382C662-911E-9E61-355F-8A5B9E1C8B7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44167" y="1472782"/>
                  <a:ext cx="1778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2F58BE2-3100-AE73-E346-1B33BE70EB45}"/>
                    </a:ext>
                  </a:extLst>
                </p14:cNvPr>
                <p14:cNvContentPartPr/>
                <p14:nvPr/>
              </p14:nvContentPartPr>
              <p14:xfrm>
                <a:off x="6657647" y="1619662"/>
                <a:ext cx="36360" cy="110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F58BE2-3100-AE73-E346-1B33BE70EB4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39647" y="1602022"/>
                  <a:ext cx="72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9DDC84C-0DCD-F505-EC44-AD7AC6FC27A3}"/>
                    </a:ext>
                  </a:extLst>
                </p14:cNvPr>
                <p14:cNvContentPartPr/>
                <p14:nvPr/>
              </p14:nvContentPartPr>
              <p14:xfrm>
                <a:off x="6542447" y="1413022"/>
                <a:ext cx="308160" cy="505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9DDC84C-0DCD-F505-EC44-AD7AC6FC27A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24807" y="1395022"/>
                  <a:ext cx="3438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C6BA8F-C6A4-6B93-2451-AFF704C58CF1}"/>
                    </a:ext>
                  </a:extLst>
                </p14:cNvPr>
                <p14:cNvContentPartPr/>
                <p14:nvPr/>
              </p14:nvContentPartPr>
              <p14:xfrm>
                <a:off x="5792567" y="1325182"/>
                <a:ext cx="312120" cy="536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C6BA8F-C6A4-6B93-2451-AFF704C58CF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74927" y="1307182"/>
                  <a:ext cx="3477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5796199-CDF9-288D-F34A-93DA3269BBF4}"/>
                    </a:ext>
                  </a:extLst>
                </p14:cNvPr>
                <p14:cNvContentPartPr/>
                <p14:nvPr/>
              </p14:nvContentPartPr>
              <p14:xfrm>
                <a:off x="6910007" y="1206742"/>
                <a:ext cx="216360" cy="207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5796199-CDF9-288D-F34A-93DA3269BBF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92007" y="1188742"/>
                  <a:ext cx="252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6FA605-DAE6-F0B9-9D84-4837199ED0C0}"/>
                    </a:ext>
                  </a:extLst>
                </p14:cNvPr>
                <p14:cNvContentPartPr/>
                <p14:nvPr/>
              </p14:nvContentPartPr>
              <p14:xfrm>
                <a:off x="7126367" y="1625062"/>
                <a:ext cx="132120" cy="33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86FA605-DAE6-F0B9-9D84-4837199ED0C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08367" y="1607422"/>
                  <a:ext cx="167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5BC280-8588-518F-C25A-8240B4571F3F}"/>
                    </a:ext>
                  </a:extLst>
                </p14:cNvPr>
                <p14:cNvContentPartPr/>
                <p14:nvPr/>
              </p14:nvContentPartPr>
              <p14:xfrm>
                <a:off x="7197287" y="1517422"/>
                <a:ext cx="79920" cy="227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5BC280-8588-518F-C25A-8240B4571F3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79287" y="1499422"/>
                  <a:ext cx="1155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25CA54-7117-340E-91B5-7FDBEC731AE1}"/>
                    </a:ext>
                  </a:extLst>
                </p14:cNvPr>
                <p14:cNvContentPartPr/>
                <p14:nvPr/>
              </p14:nvContentPartPr>
              <p14:xfrm>
                <a:off x="7500767" y="1669342"/>
                <a:ext cx="57600" cy="12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25CA54-7117-340E-91B5-7FDBEC731AE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83127" y="1651342"/>
                  <a:ext cx="93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405761-ACB4-8B48-6D2C-D5D3CB584BB4}"/>
                    </a:ext>
                  </a:extLst>
                </p14:cNvPr>
                <p14:cNvContentPartPr/>
                <p14:nvPr/>
              </p14:nvContentPartPr>
              <p14:xfrm>
                <a:off x="7734407" y="1656382"/>
                <a:ext cx="57960" cy="10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405761-ACB4-8B48-6D2C-D5D3CB584B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16407" y="1638382"/>
                  <a:ext cx="93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B823E1-A698-D991-48CC-D4942FDE4846}"/>
                    </a:ext>
                  </a:extLst>
                </p14:cNvPr>
                <p14:cNvContentPartPr/>
                <p14:nvPr/>
              </p14:nvContentPartPr>
              <p14:xfrm>
                <a:off x="8092607" y="1645222"/>
                <a:ext cx="41040" cy="20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B823E1-A698-D991-48CC-D4942FDE484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74607" y="1627222"/>
                  <a:ext cx="76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AD69148-0451-3593-14C2-A13D81A1A3BF}"/>
                    </a:ext>
                  </a:extLst>
                </p14:cNvPr>
                <p14:cNvContentPartPr/>
                <p14:nvPr/>
              </p14:nvContentPartPr>
              <p14:xfrm>
                <a:off x="8419847" y="1630102"/>
                <a:ext cx="7200" cy="18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AD69148-0451-3593-14C2-A13D81A1A3B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01847" y="1612462"/>
                  <a:ext cx="42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5A957A-3CCB-C575-0D31-61824BC6EBF6}"/>
                    </a:ext>
                  </a:extLst>
                </p14:cNvPr>
                <p14:cNvContentPartPr/>
                <p14:nvPr/>
              </p14:nvContentPartPr>
              <p14:xfrm>
                <a:off x="8730527" y="1591222"/>
                <a:ext cx="172080" cy="33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5A957A-3CCB-C575-0D31-61824BC6EBF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12527" y="1573582"/>
                  <a:ext cx="207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89629E0-D146-6B7D-A07B-1E6A818BA5CA}"/>
                    </a:ext>
                  </a:extLst>
                </p14:cNvPr>
                <p14:cNvContentPartPr/>
                <p14:nvPr/>
              </p14:nvContentPartPr>
              <p14:xfrm>
                <a:off x="8805767" y="1491142"/>
                <a:ext cx="63360" cy="227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89629E0-D146-6B7D-A07B-1E6A818BA5C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88127" y="1473142"/>
                  <a:ext cx="99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6CBC96E-6DD4-07C9-5B09-E4A75531F8ED}"/>
                    </a:ext>
                  </a:extLst>
                </p14:cNvPr>
                <p14:cNvContentPartPr/>
                <p14:nvPr/>
              </p14:nvContentPartPr>
              <p14:xfrm>
                <a:off x="9028247" y="1383862"/>
                <a:ext cx="152280" cy="372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6CBC96E-6DD4-07C9-5B09-E4A75531F8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10607" y="1366222"/>
                  <a:ext cx="1879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4CE5F5-3799-B29E-7481-B740DB82E3B1}"/>
                    </a:ext>
                  </a:extLst>
                </p14:cNvPr>
                <p14:cNvContentPartPr/>
                <p14:nvPr/>
              </p14:nvContentPartPr>
              <p14:xfrm>
                <a:off x="9233807" y="1560622"/>
                <a:ext cx="144720" cy="141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C4CE5F5-3799-B29E-7481-B740DB82E3B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15807" y="1542622"/>
                  <a:ext cx="180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25C4DEE-0C42-C632-BC0F-2A3BE359A03D}"/>
                    </a:ext>
                  </a:extLst>
                </p14:cNvPr>
                <p14:cNvContentPartPr/>
                <p14:nvPr/>
              </p14:nvContentPartPr>
              <p14:xfrm>
                <a:off x="9451967" y="1653502"/>
                <a:ext cx="137160" cy="102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25C4DEE-0C42-C632-BC0F-2A3BE359A03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34327" y="1635862"/>
                  <a:ext cx="172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982CD86-8670-ABD4-C06E-05179E4B095B}"/>
                    </a:ext>
                  </a:extLst>
                </p14:cNvPr>
                <p14:cNvContentPartPr/>
                <p14:nvPr/>
              </p14:nvContentPartPr>
              <p14:xfrm>
                <a:off x="9752567" y="1616782"/>
                <a:ext cx="161640" cy="65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982CD86-8670-ABD4-C06E-05179E4B095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734567" y="1598782"/>
                  <a:ext cx="197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592B420-B980-FB19-9428-2FB07E604550}"/>
                    </a:ext>
                  </a:extLst>
                </p14:cNvPr>
                <p14:cNvContentPartPr/>
                <p14:nvPr/>
              </p14:nvContentPartPr>
              <p14:xfrm>
                <a:off x="9935807" y="1541182"/>
                <a:ext cx="121680" cy="177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592B420-B980-FB19-9428-2FB07E6045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17807" y="1523542"/>
                  <a:ext cx="157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F2966A8-D994-C985-4B5B-9FF84B2EDF4B}"/>
                    </a:ext>
                  </a:extLst>
                </p14:cNvPr>
                <p14:cNvContentPartPr/>
                <p14:nvPr/>
              </p14:nvContentPartPr>
              <p14:xfrm>
                <a:off x="10152887" y="1645222"/>
                <a:ext cx="147960" cy="108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F2966A8-D994-C985-4B5B-9FF84B2EDF4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34887" y="1627222"/>
                  <a:ext cx="1836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D0A307F-517B-AA04-6E02-C26A1F6F6877}"/>
                    </a:ext>
                  </a:extLst>
                </p14:cNvPr>
                <p14:cNvContentPartPr/>
                <p14:nvPr/>
              </p14:nvContentPartPr>
              <p14:xfrm>
                <a:off x="10318487" y="1371982"/>
                <a:ext cx="179640" cy="435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D0A307F-517B-AA04-6E02-C26A1F6F68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300487" y="1354342"/>
                  <a:ext cx="2152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0857407-ECBA-9DC3-B0AA-ABF0D84661EA}"/>
                    </a:ext>
                  </a:extLst>
                </p14:cNvPr>
                <p14:cNvContentPartPr/>
                <p14:nvPr/>
              </p14:nvContentPartPr>
              <p14:xfrm>
                <a:off x="10532327" y="1308262"/>
                <a:ext cx="301320" cy="126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0857407-ECBA-9DC3-B0AA-ABF0D84661E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14687" y="1290622"/>
                  <a:ext cx="336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111539-475B-C926-F2C5-C4FE7DD43DD8}"/>
                    </a:ext>
                  </a:extLst>
                </p14:cNvPr>
                <p14:cNvContentPartPr/>
                <p14:nvPr/>
              </p14:nvContentPartPr>
              <p14:xfrm>
                <a:off x="10878287" y="1444702"/>
                <a:ext cx="234000" cy="209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111539-475B-C926-F2C5-C4FE7DD43DD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60647" y="1427062"/>
                  <a:ext cx="269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A852784-9D89-3D91-9180-1187AB036B7A}"/>
                    </a:ext>
                  </a:extLst>
                </p14:cNvPr>
                <p14:cNvContentPartPr/>
                <p14:nvPr/>
              </p14:nvContentPartPr>
              <p14:xfrm>
                <a:off x="11324687" y="1342102"/>
                <a:ext cx="259560" cy="352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A852784-9D89-3D91-9180-1187AB036B7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307047" y="1324462"/>
                  <a:ext cx="295200" cy="3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C953BFD-0A1F-C67D-9C86-F59F90F0BA9E}"/>
                  </a:ext>
                </a:extLst>
              </p14:cNvPr>
              <p14:cNvContentPartPr/>
              <p14:nvPr/>
            </p14:nvContentPartPr>
            <p14:xfrm>
              <a:off x="198167" y="2106022"/>
              <a:ext cx="1179720" cy="296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C953BFD-0A1F-C67D-9C86-F59F90F0BA9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80167" y="2088022"/>
                <a:ext cx="1215360" cy="33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A31F797D-61A6-D74C-AD95-B0ADB40CF254}"/>
              </a:ext>
            </a:extLst>
          </p:cNvPr>
          <p:cNvGrpSpPr/>
          <p:nvPr/>
        </p:nvGrpSpPr>
        <p:grpSpPr>
          <a:xfrm>
            <a:off x="1965767" y="2376382"/>
            <a:ext cx="601560" cy="171360"/>
            <a:chOff x="1965767" y="2376382"/>
            <a:chExt cx="60156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BBD30C2-B021-EC8D-E240-1B10D69DCB7C}"/>
                    </a:ext>
                  </a:extLst>
                </p14:cNvPr>
                <p14:cNvContentPartPr/>
                <p14:nvPr/>
              </p14:nvContentPartPr>
              <p14:xfrm>
                <a:off x="1965767" y="2376382"/>
                <a:ext cx="214920" cy="145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BBD30C2-B021-EC8D-E240-1B10D69DCB7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48127" y="2358742"/>
                  <a:ext cx="250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F267521-D162-271B-7CBE-E063A1B4C335}"/>
                    </a:ext>
                  </a:extLst>
                </p14:cNvPr>
                <p14:cNvContentPartPr/>
                <p14:nvPr/>
              </p14:nvContentPartPr>
              <p14:xfrm>
                <a:off x="2383007" y="2408422"/>
                <a:ext cx="82080" cy="1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F267521-D162-271B-7CBE-E063A1B4C3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65367" y="2390422"/>
                  <a:ext cx="117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584FBDD-0751-D22A-4F85-E38490AEBA8D}"/>
                    </a:ext>
                  </a:extLst>
                </p14:cNvPr>
                <p14:cNvContentPartPr/>
                <p14:nvPr/>
              </p14:nvContentPartPr>
              <p14:xfrm>
                <a:off x="2368607" y="2516062"/>
                <a:ext cx="198720" cy="31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584FBDD-0751-D22A-4F85-E38490AEBA8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50607" y="2498062"/>
                  <a:ext cx="2343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C357D55-7866-6A6D-78CA-B376B9BE62A0}"/>
              </a:ext>
            </a:extLst>
          </p:cNvPr>
          <p:cNvGrpSpPr/>
          <p:nvPr/>
        </p:nvGrpSpPr>
        <p:grpSpPr>
          <a:xfrm>
            <a:off x="2848127" y="2305102"/>
            <a:ext cx="1184400" cy="456840"/>
            <a:chOff x="2848127" y="2305102"/>
            <a:chExt cx="118440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744F760-81B1-9FD8-E130-CDA1EC905AE7}"/>
                    </a:ext>
                  </a:extLst>
                </p14:cNvPr>
                <p14:cNvContentPartPr/>
                <p14:nvPr/>
              </p14:nvContentPartPr>
              <p14:xfrm>
                <a:off x="2848127" y="2305102"/>
                <a:ext cx="145080" cy="456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744F760-81B1-9FD8-E130-CDA1EC905A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30487" y="2287102"/>
                  <a:ext cx="18072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F3EC318-D57A-8364-1482-13F54DDB2A9D}"/>
                    </a:ext>
                  </a:extLst>
                </p14:cNvPr>
                <p14:cNvContentPartPr/>
                <p14:nvPr/>
              </p14:nvContentPartPr>
              <p14:xfrm>
                <a:off x="3006527" y="2445502"/>
                <a:ext cx="137880" cy="140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F3EC318-D57A-8364-1482-13F54DDB2A9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988527" y="2427502"/>
                  <a:ext cx="173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5492B1D-0127-1715-32C9-139E912AB99D}"/>
                    </a:ext>
                  </a:extLst>
                </p14:cNvPr>
                <p14:cNvContentPartPr/>
                <p14:nvPr/>
              </p14:nvContentPartPr>
              <p14:xfrm>
                <a:off x="3231167" y="2561062"/>
                <a:ext cx="36360" cy="144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5492B1D-0127-1715-32C9-139E912AB99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13527" y="2543062"/>
                  <a:ext cx="72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E3D0D95-19CD-02A7-92C2-71D54A729D19}"/>
                    </a:ext>
                  </a:extLst>
                </p14:cNvPr>
                <p14:cNvContentPartPr/>
                <p14:nvPr/>
              </p14:nvContentPartPr>
              <p14:xfrm>
                <a:off x="3395687" y="2599582"/>
                <a:ext cx="68400" cy="127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E3D0D95-19CD-02A7-92C2-71D54A729D1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78047" y="2581582"/>
                  <a:ext cx="104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0D4E3E-2DD8-D162-6684-8E909D977CAA}"/>
                    </a:ext>
                  </a:extLst>
                </p14:cNvPr>
                <p14:cNvContentPartPr/>
                <p14:nvPr/>
              </p14:nvContentPartPr>
              <p14:xfrm>
                <a:off x="3635807" y="2453782"/>
                <a:ext cx="176400" cy="14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0D4E3E-2DD8-D162-6684-8E909D977CA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18167" y="2435782"/>
                  <a:ext cx="212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A7643F7-EF7E-0BE0-0D11-53FCE93DB860}"/>
                    </a:ext>
                  </a:extLst>
                </p14:cNvPr>
                <p14:cNvContentPartPr/>
                <p14:nvPr/>
              </p14:nvContentPartPr>
              <p14:xfrm>
                <a:off x="3853967" y="2515702"/>
                <a:ext cx="178560" cy="129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A7643F7-EF7E-0BE0-0D11-53FCE93DB86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35967" y="2498062"/>
                  <a:ext cx="2142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37EFE92-EEB0-286D-6D88-E2578EC36798}"/>
              </a:ext>
            </a:extLst>
          </p:cNvPr>
          <p:cNvGrpSpPr/>
          <p:nvPr/>
        </p:nvGrpSpPr>
        <p:grpSpPr>
          <a:xfrm>
            <a:off x="4393967" y="2223382"/>
            <a:ext cx="1360080" cy="568080"/>
            <a:chOff x="4393967" y="2223382"/>
            <a:chExt cx="1360080" cy="56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BF95BC2-B2DD-F5D1-C3DF-32A09328623C}"/>
                    </a:ext>
                  </a:extLst>
                </p14:cNvPr>
                <p14:cNvContentPartPr/>
                <p14:nvPr/>
              </p14:nvContentPartPr>
              <p14:xfrm>
                <a:off x="4393967" y="2564662"/>
                <a:ext cx="35280" cy="13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BF95BC2-B2DD-F5D1-C3DF-32A09328623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76327" y="2547022"/>
                  <a:ext cx="70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2A36A0C-CFA6-ADFF-8A33-061071DF6823}"/>
                    </a:ext>
                  </a:extLst>
                </p14:cNvPr>
                <p14:cNvContentPartPr/>
                <p14:nvPr/>
              </p14:nvContentPartPr>
              <p14:xfrm>
                <a:off x="4635167" y="2515342"/>
                <a:ext cx="82080" cy="20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2A36A0C-CFA6-ADFF-8A33-061071DF682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17167" y="2497342"/>
                  <a:ext cx="117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7E8340C-46D4-85F1-C891-A4C011E0B0A9}"/>
                    </a:ext>
                  </a:extLst>
                </p14:cNvPr>
                <p14:cNvContentPartPr/>
                <p14:nvPr/>
              </p14:nvContentPartPr>
              <p14:xfrm>
                <a:off x="4980767" y="2507062"/>
                <a:ext cx="25560" cy="13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7E8340C-46D4-85F1-C891-A4C011E0B0A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63127" y="2489062"/>
                  <a:ext cx="61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8107D4C-A503-9DD0-8A70-14C882CC4437}"/>
                    </a:ext>
                  </a:extLst>
                </p14:cNvPr>
                <p14:cNvContentPartPr/>
                <p14:nvPr/>
              </p14:nvContentPartPr>
              <p14:xfrm>
                <a:off x="5135927" y="2441182"/>
                <a:ext cx="112320" cy="134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8107D4C-A503-9DD0-8A70-14C882CC443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18287" y="2423182"/>
                  <a:ext cx="147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B71505D-FA0C-6C76-9A7B-61C206DF839F}"/>
                    </a:ext>
                  </a:extLst>
                </p14:cNvPr>
                <p14:cNvContentPartPr/>
                <p14:nvPr/>
              </p14:nvContentPartPr>
              <p14:xfrm>
                <a:off x="5364167" y="2506702"/>
                <a:ext cx="145080" cy="154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B71505D-FA0C-6C76-9A7B-61C206DF83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46527" y="2488702"/>
                  <a:ext cx="180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F2D64F9-02A9-6965-2663-D622570F9D57}"/>
                    </a:ext>
                  </a:extLst>
                </p14:cNvPr>
                <p14:cNvContentPartPr/>
                <p14:nvPr/>
              </p14:nvContentPartPr>
              <p14:xfrm>
                <a:off x="5524007" y="2223382"/>
                <a:ext cx="230040" cy="568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F2D64F9-02A9-6965-2663-D622570F9D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06007" y="2205742"/>
                  <a:ext cx="265680" cy="60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FA8D09C-780F-33DF-7E57-00CB800BC521}"/>
                  </a:ext>
                </a:extLst>
              </p14:cNvPr>
              <p14:cNvContentPartPr/>
              <p14:nvPr/>
            </p14:nvContentPartPr>
            <p14:xfrm>
              <a:off x="6371807" y="2733502"/>
              <a:ext cx="56160" cy="1216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FA8D09C-780F-33DF-7E57-00CB800BC52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354167" y="2715502"/>
                <a:ext cx="9180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31A71F3-478B-6847-8F2F-8AB201DC50C6}"/>
              </a:ext>
            </a:extLst>
          </p:cNvPr>
          <p:cNvGrpSpPr/>
          <p:nvPr/>
        </p:nvGrpSpPr>
        <p:grpSpPr>
          <a:xfrm>
            <a:off x="6854927" y="2476462"/>
            <a:ext cx="470520" cy="222840"/>
            <a:chOff x="6854927" y="2476462"/>
            <a:chExt cx="4705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71531E9-4E2C-F8B2-D833-112F6C25F851}"/>
                    </a:ext>
                  </a:extLst>
                </p14:cNvPr>
                <p14:cNvContentPartPr/>
                <p14:nvPr/>
              </p14:nvContentPartPr>
              <p14:xfrm>
                <a:off x="6854927" y="2476462"/>
                <a:ext cx="195120" cy="222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71531E9-4E2C-F8B2-D833-112F6C25F85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36927" y="2458822"/>
                  <a:ext cx="230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DB28D59-CAAF-7F7C-CE2D-13E59D9015B3}"/>
                    </a:ext>
                  </a:extLst>
                </p14:cNvPr>
                <p14:cNvContentPartPr/>
                <p14:nvPr/>
              </p14:nvContentPartPr>
              <p14:xfrm>
                <a:off x="7178207" y="2539462"/>
                <a:ext cx="128160" cy="72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DB28D59-CAAF-7F7C-CE2D-13E59D9015B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60567" y="2521822"/>
                  <a:ext cx="1638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AFB32E0-A552-29E1-8B90-1B824BD8AFB6}"/>
                    </a:ext>
                  </a:extLst>
                </p14:cNvPr>
                <p14:cNvContentPartPr/>
                <p14:nvPr/>
              </p14:nvContentPartPr>
              <p14:xfrm>
                <a:off x="7168487" y="2617942"/>
                <a:ext cx="156960" cy="31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AFB32E0-A552-29E1-8B90-1B824BD8AFB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50847" y="2600302"/>
                  <a:ext cx="19260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CC5CECD-F34B-7E35-EDFB-4BBE5644E3E9}"/>
              </a:ext>
            </a:extLst>
          </p:cNvPr>
          <p:cNvGrpSpPr/>
          <p:nvPr/>
        </p:nvGrpSpPr>
        <p:grpSpPr>
          <a:xfrm>
            <a:off x="7810727" y="2361982"/>
            <a:ext cx="1523520" cy="455040"/>
            <a:chOff x="7810727" y="2361982"/>
            <a:chExt cx="1523520" cy="45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A177C8C-FF2C-F194-2DBF-259F015605A1}"/>
                    </a:ext>
                  </a:extLst>
                </p14:cNvPr>
                <p14:cNvContentPartPr/>
                <p14:nvPr/>
              </p14:nvContentPartPr>
              <p14:xfrm>
                <a:off x="7810727" y="2361982"/>
                <a:ext cx="249480" cy="449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A177C8C-FF2C-F194-2DBF-259F015605A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93087" y="2343982"/>
                  <a:ext cx="2851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628425C-59E1-8A17-02CD-046B73C97E78}"/>
                    </a:ext>
                  </a:extLst>
                </p14:cNvPr>
                <p14:cNvContentPartPr/>
                <p14:nvPr/>
              </p14:nvContentPartPr>
              <p14:xfrm>
                <a:off x="8057687" y="2551702"/>
                <a:ext cx="120600" cy="149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628425C-59E1-8A17-02CD-046B73C97E7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39687" y="2534062"/>
                  <a:ext cx="156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5800AF9-1D6F-ACAB-BD77-8F077E2C9A9E}"/>
                    </a:ext>
                  </a:extLst>
                </p14:cNvPr>
                <p14:cNvContentPartPr/>
                <p14:nvPr/>
              </p14:nvContentPartPr>
              <p14:xfrm>
                <a:off x="8337767" y="2688862"/>
                <a:ext cx="25560" cy="118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5800AF9-1D6F-ACAB-BD77-8F077E2C9A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20127" y="2671222"/>
                  <a:ext cx="6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1330CDE-2B56-AD1B-3E33-C1338165108C}"/>
                    </a:ext>
                  </a:extLst>
                </p14:cNvPr>
                <p14:cNvContentPartPr/>
                <p14:nvPr/>
              </p14:nvContentPartPr>
              <p14:xfrm>
                <a:off x="8606327" y="2580502"/>
                <a:ext cx="15336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1330CDE-2B56-AD1B-3E33-C1338165108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88687" y="2562502"/>
                  <a:ext cx="189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496F4A5-AFF7-A05C-FCDB-2D411B11B81C}"/>
                    </a:ext>
                  </a:extLst>
                </p14:cNvPr>
                <p14:cNvContentPartPr/>
                <p14:nvPr/>
              </p14:nvContentPartPr>
              <p14:xfrm>
                <a:off x="8919887" y="2665462"/>
                <a:ext cx="153720" cy="151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496F4A5-AFF7-A05C-FCDB-2D411B11B81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02247" y="2647822"/>
                  <a:ext cx="189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6718FBA-8F55-F3CA-4735-B452134309F9}"/>
                    </a:ext>
                  </a:extLst>
                </p14:cNvPr>
                <p14:cNvContentPartPr/>
                <p14:nvPr/>
              </p14:nvContentPartPr>
              <p14:xfrm>
                <a:off x="9294287" y="2700382"/>
                <a:ext cx="39960" cy="20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6718FBA-8F55-F3CA-4735-B452134309F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276287" y="2682382"/>
                  <a:ext cx="7560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2C385A9-1746-DD72-37A6-B944851E740A}"/>
              </a:ext>
            </a:extLst>
          </p:cNvPr>
          <p:cNvGrpSpPr/>
          <p:nvPr/>
        </p:nvGrpSpPr>
        <p:grpSpPr>
          <a:xfrm>
            <a:off x="9601007" y="2287462"/>
            <a:ext cx="1265400" cy="507960"/>
            <a:chOff x="9601007" y="2287462"/>
            <a:chExt cx="1265400" cy="5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230750C-E81C-9C50-A486-20CE1CA6E1EB}"/>
                    </a:ext>
                  </a:extLst>
                </p14:cNvPr>
                <p14:cNvContentPartPr/>
                <p14:nvPr/>
              </p14:nvContentPartPr>
              <p14:xfrm>
                <a:off x="9601007" y="2693542"/>
                <a:ext cx="59040" cy="19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230750C-E81C-9C50-A486-20CE1CA6E1E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83367" y="2675542"/>
                  <a:ext cx="94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404BE1-BF47-2EC6-3EAE-0C504728A658}"/>
                    </a:ext>
                  </a:extLst>
                </p14:cNvPr>
                <p14:cNvContentPartPr/>
                <p14:nvPr/>
              </p14:nvContentPartPr>
              <p14:xfrm>
                <a:off x="9912767" y="2567902"/>
                <a:ext cx="176760" cy="174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404BE1-BF47-2EC6-3EAE-0C504728A65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94767" y="2549902"/>
                  <a:ext cx="2124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BBC8449-D99F-20FB-A9E7-27B35D74B904}"/>
                    </a:ext>
                  </a:extLst>
                </p14:cNvPr>
                <p14:cNvContentPartPr/>
                <p14:nvPr/>
              </p14:nvContentPartPr>
              <p14:xfrm>
                <a:off x="10193567" y="2651062"/>
                <a:ext cx="240480" cy="144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BBC8449-D99F-20FB-A9E7-27B35D74B90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75567" y="2633062"/>
                  <a:ext cx="276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4B6F050-137A-93EE-2E01-62D19E627EFC}"/>
                    </a:ext>
                  </a:extLst>
                </p14:cNvPr>
                <p14:cNvContentPartPr/>
                <p14:nvPr/>
              </p14:nvContentPartPr>
              <p14:xfrm>
                <a:off x="10613687" y="2287462"/>
                <a:ext cx="252720" cy="496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4B6F050-137A-93EE-2E01-62D19E627E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95687" y="2269462"/>
                  <a:ext cx="288360" cy="53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75F5AAF-C314-A26B-AC9B-37BC2A888F8D}"/>
                  </a:ext>
                </a:extLst>
              </p14:cNvPr>
              <p14:cNvContentPartPr/>
              <p14:nvPr/>
            </p14:nvContentPartPr>
            <p14:xfrm>
              <a:off x="10435127" y="3115102"/>
              <a:ext cx="9000" cy="295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75F5AAF-C314-A26B-AC9B-37BC2A888F8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417487" y="3097462"/>
                <a:ext cx="4464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599029A-94D6-B3B8-2E80-677E31358C62}"/>
              </a:ext>
            </a:extLst>
          </p:cNvPr>
          <p:cNvGrpSpPr/>
          <p:nvPr/>
        </p:nvGrpSpPr>
        <p:grpSpPr>
          <a:xfrm>
            <a:off x="830327" y="3160102"/>
            <a:ext cx="2024640" cy="641520"/>
            <a:chOff x="830327" y="3160102"/>
            <a:chExt cx="202464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FAF5DA9-A8A3-D95F-E5E4-2E91576DF617}"/>
                    </a:ext>
                  </a:extLst>
                </p14:cNvPr>
                <p14:cNvContentPartPr/>
                <p14:nvPr/>
              </p14:nvContentPartPr>
              <p14:xfrm>
                <a:off x="830327" y="3243262"/>
                <a:ext cx="204120" cy="503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FAF5DA9-A8A3-D95F-E5E4-2E91576DF61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2687" y="3225262"/>
                  <a:ext cx="2397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201FE5-F6EF-09E2-D913-203B8874562C}"/>
                    </a:ext>
                  </a:extLst>
                </p14:cNvPr>
                <p14:cNvContentPartPr/>
                <p14:nvPr/>
              </p14:nvContentPartPr>
              <p14:xfrm>
                <a:off x="1070807" y="3418942"/>
                <a:ext cx="135720" cy="191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201FE5-F6EF-09E2-D913-203B8874562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52807" y="3400942"/>
                  <a:ext cx="171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52776EE-EC19-6003-1A0C-ABA4E9988D1A}"/>
                    </a:ext>
                  </a:extLst>
                </p14:cNvPr>
                <p14:cNvContentPartPr/>
                <p14:nvPr/>
              </p14:nvContentPartPr>
              <p14:xfrm>
                <a:off x="1305527" y="3530902"/>
                <a:ext cx="23040" cy="95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52776EE-EC19-6003-1A0C-ABA4E9988D1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287527" y="3512902"/>
                  <a:ext cx="58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3D7CD55-2D0F-D699-753A-88E2CFA3BE80}"/>
                    </a:ext>
                  </a:extLst>
                </p14:cNvPr>
                <p14:cNvContentPartPr/>
                <p14:nvPr/>
              </p14:nvContentPartPr>
              <p14:xfrm>
                <a:off x="1419647" y="3483382"/>
                <a:ext cx="187920" cy="84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3D7CD55-2D0F-D699-753A-88E2CFA3BE8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401647" y="3465382"/>
                  <a:ext cx="223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51EF77-1DDE-2527-A3E0-1815E02F6DBD}"/>
                    </a:ext>
                  </a:extLst>
                </p14:cNvPr>
                <p14:cNvContentPartPr/>
                <p14:nvPr/>
              </p14:nvContentPartPr>
              <p14:xfrm>
                <a:off x="1650767" y="3383662"/>
                <a:ext cx="159120" cy="192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51EF77-1DDE-2527-A3E0-1815E02F6D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633127" y="3365662"/>
                  <a:ext cx="1947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2243CED-FDED-6918-1883-6EA042BDFAE8}"/>
                    </a:ext>
                  </a:extLst>
                </p14:cNvPr>
                <p14:cNvContentPartPr/>
                <p14:nvPr/>
              </p14:nvContentPartPr>
              <p14:xfrm>
                <a:off x="1873247" y="3569782"/>
                <a:ext cx="30960" cy="104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2243CED-FDED-6918-1883-6EA042BDFAE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55247" y="3552142"/>
                  <a:ext cx="66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182BC10-C748-8FA6-1BBF-D5CAC57C0EA2}"/>
                    </a:ext>
                  </a:extLst>
                </p14:cNvPr>
                <p14:cNvContentPartPr/>
                <p14:nvPr/>
              </p14:nvContentPartPr>
              <p14:xfrm>
                <a:off x="1972967" y="3240742"/>
                <a:ext cx="160560" cy="560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182BC10-C748-8FA6-1BBF-D5CAC57C0E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55327" y="3222742"/>
                  <a:ext cx="1962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8EF79E9-6203-F8A0-D344-13697D4982B3}"/>
                    </a:ext>
                  </a:extLst>
                </p14:cNvPr>
                <p14:cNvContentPartPr/>
                <p14:nvPr/>
              </p14:nvContentPartPr>
              <p14:xfrm>
                <a:off x="2178527" y="3160102"/>
                <a:ext cx="318240" cy="191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8EF79E9-6203-F8A0-D344-13697D4982B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60887" y="3142462"/>
                  <a:ext cx="353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FEB6BA9-160D-193E-8655-77759D952805}"/>
                    </a:ext>
                  </a:extLst>
                </p14:cNvPr>
                <p14:cNvContentPartPr/>
                <p14:nvPr/>
              </p14:nvContentPartPr>
              <p14:xfrm>
                <a:off x="2666687" y="3539902"/>
                <a:ext cx="188280" cy="25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FEB6BA9-160D-193E-8655-77759D9528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48687" y="3522262"/>
                  <a:ext cx="223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CAE2DD7-E25A-6751-9F0F-F0FB05905ECA}"/>
                    </a:ext>
                  </a:extLst>
                </p14:cNvPr>
                <p14:cNvContentPartPr/>
                <p14:nvPr/>
              </p14:nvContentPartPr>
              <p14:xfrm>
                <a:off x="2745887" y="3407062"/>
                <a:ext cx="87840" cy="248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CAE2DD7-E25A-6751-9F0F-F0FB05905EC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27887" y="3389422"/>
                  <a:ext cx="123480" cy="28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7C3FE6F-83E8-9BCA-B8CD-D70630362E55}"/>
                  </a:ext>
                </a:extLst>
              </p14:cNvPr>
              <p14:cNvContentPartPr/>
              <p14:nvPr/>
            </p14:nvContentPartPr>
            <p14:xfrm>
              <a:off x="3246647" y="3654382"/>
              <a:ext cx="54720" cy="219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7C3FE6F-83E8-9BCA-B8CD-D70630362E5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228647" y="3636742"/>
                <a:ext cx="903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0A62455-2A35-2859-B992-BE79E9D90185}"/>
                  </a:ext>
                </a:extLst>
              </p14:cNvPr>
              <p14:cNvContentPartPr/>
              <p14:nvPr/>
            </p14:nvContentPartPr>
            <p14:xfrm>
              <a:off x="3568127" y="3626662"/>
              <a:ext cx="59040" cy="72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0A62455-2A35-2859-B992-BE79E9D90185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550487" y="3609022"/>
                <a:ext cx="946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9424037-F1C7-21D8-57D2-DEDCB85EAA5C}"/>
                  </a:ext>
                </a:extLst>
              </p14:cNvPr>
              <p14:cNvContentPartPr/>
              <p14:nvPr/>
            </p14:nvContentPartPr>
            <p14:xfrm>
              <a:off x="4010927" y="3585982"/>
              <a:ext cx="30600" cy="90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9424037-F1C7-21D8-57D2-DEDCB85EAA5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993287" y="3567982"/>
                <a:ext cx="662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040834F-428E-8D6F-2924-31DB32802E89}"/>
                  </a:ext>
                </a:extLst>
              </p14:cNvPr>
              <p14:cNvContentPartPr/>
              <p14:nvPr/>
            </p14:nvContentPartPr>
            <p14:xfrm>
              <a:off x="4371647" y="3570502"/>
              <a:ext cx="38160" cy="158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040834F-428E-8D6F-2924-31DB32802E89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353647" y="3552862"/>
                <a:ext cx="738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4187414-E94F-26A3-86CD-98590D80D8D7}"/>
              </a:ext>
            </a:extLst>
          </p:cNvPr>
          <p:cNvGrpSpPr/>
          <p:nvPr/>
        </p:nvGrpSpPr>
        <p:grpSpPr>
          <a:xfrm>
            <a:off x="4766207" y="3174862"/>
            <a:ext cx="3369240" cy="613080"/>
            <a:chOff x="4766207" y="3174862"/>
            <a:chExt cx="3369240" cy="61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CC3D67B-56C2-8ED4-49DE-0659B659E9AB}"/>
                    </a:ext>
                  </a:extLst>
                </p14:cNvPr>
                <p14:cNvContentPartPr/>
                <p14:nvPr/>
              </p14:nvContentPartPr>
              <p14:xfrm>
                <a:off x="4766207" y="3481222"/>
                <a:ext cx="259200" cy="37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CC3D67B-56C2-8ED4-49DE-0659B659E9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48207" y="3463222"/>
                  <a:ext cx="294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41FB65E-E6A6-C7EE-5E86-CAD8680391F7}"/>
                    </a:ext>
                  </a:extLst>
                </p14:cNvPr>
                <p14:cNvContentPartPr/>
                <p14:nvPr/>
              </p14:nvContentPartPr>
              <p14:xfrm>
                <a:off x="4890767" y="3377542"/>
                <a:ext cx="65160" cy="29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41FB65E-E6A6-C7EE-5E86-CAD8680391F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73127" y="3359542"/>
                  <a:ext cx="1008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3B3CFE-DB69-59B4-2D2E-4189F5B55861}"/>
                    </a:ext>
                  </a:extLst>
                </p14:cNvPr>
                <p14:cNvContentPartPr/>
                <p14:nvPr/>
              </p14:nvContentPartPr>
              <p14:xfrm>
                <a:off x="5155727" y="3231382"/>
                <a:ext cx="250200" cy="520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3B3CFE-DB69-59B4-2D2E-4189F5B558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38087" y="3213742"/>
                  <a:ext cx="2858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EE20039-E51F-0E3D-C81D-9A51C5398F76}"/>
                    </a:ext>
                  </a:extLst>
                </p14:cNvPr>
                <p14:cNvContentPartPr/>
                <p14:nvPr/>
              </p14:nvContentPartPr>
              <p14:xfrm>
                <a:off x="5419967" y="3464662"/>
                <a:ext cx="123840" cy="163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EE20039-E51F-0E3D-C81D-9A51C5398F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01967" y="3446662"/>
                  <a:ext cx="159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7DAC9AB-D0C7-9840-FEC3-AF2A3013FC27}"/>
                    </a:ext>
                  </a:extLst>
                </p14:cNvPr>
                <p14:cNvContentPartPr/>
                <p14:nvPr/>
              </p14:nvContentPartPr>
              <p14:xfrm>
                <a:off x="5635967" y="3567262"/>
                <a:ext cx="139680" cy="126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7DAC9AB-D0C7-9840-FEC3-AF2A3013FC2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17967" y="3549622"/>
                  <a:ext cx="175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DB243A1-6367-C917-64F5-AEEB7BBCC982}"/>
                    </a:ext>
                  </a:extLst>
                </p14:cNvPr>
                <p14:cNvContentPartPr/>
                <p14:nvPr/>
              </p14:nvContentPartPr>
              <p14:xfrm>
                <a:off x="5893367" y="3531622"/>
                <a:ext cx="149040" cy="87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DB243A1-6367-C917-64F5-AEEB7BBCC98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75727" y="3513622"/>
                  <a:ext cx="184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C39FF14-1177-C85A-8AFC-F257025C317E}"/>
                    </a:ext>
                  </a:extLst>
                </p14:cNvPr>
                <p14:cNvContentPartPr/>
                <p14:nvPr/>
              </p14:nvContentPartPr>
              <p14:xfrm>
                <a:off x="6106127" y="3428302"/>
                <a:ext cx="160200" cy="1670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C39FF14-1177-C85A-8AFC-F257025C317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088487" y="3410662"/>
                  <a:ext cx="195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EFB6B2B-6813-2671-7753-7D18A40B6F3C}"/>
                    </a:ext>
                  </a:extLst>
                </p14:cNvPr>
                <p14:cNvContentPartPr/>
                <p14:nvPr/>
              </p14:nvContentPartPr>
              <p14:xfrm>
                <a:off x="6305567" y="3569782"/>
                <a:ext cx="179280" cy="1029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EFB6B2B-6813-2671-7753-7D18A40B6F3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87927" y="3552142"/>
                  <a:ext cx="214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719115B-9E55-30AC-BEA5-065237742DFC}"/>
                    </a:ext>
                  </a:extLst>
                </p14:cNvPr>
                <p14:cNvContentPartPr/>
                <p14:nvPr/>
              </p14:nvContentPartPr>
              <p14:xfrm>
                <a:off x="6511127" y="3346582"/>
                <a:ext cx="137520" cy="441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719115B-9E55-30AC-BEA5-065237742DF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93487" y="3328942"/>
                  <a:ext cx="1731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003DF31-8A07-CBE5-E7F1-0DB8526F5A5A}"/>
                    </a:ext>
                  </a:extLst>
                </p14:cNvPr>
                <p14:cNvContentPartPr/>
                <p14:nvPr/>
              </p14:nvContentPartPr>
              <p14:xfrm>
                <a:off x="6767087" y="3243982"/>
                <a:ext cx="208080" cy="118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003DF31-8A07-CBE5-E7F1-0DB8526F5A5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49087" y="3225982"/>
                  <a:ext cx="243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777C004-4CC5-1DE1-FAA9-8752694EBA33}"/>
                    </a:ext>
                  </a:extLst>
                </p14:cNvPr>
                <p14:cNvContentPartPr/>
                <p14:nvPr/>
              </p14:nvContentPartPr>
              <p14:xfrm>
                <a:off x="7143287" y="3562942"/>
                <a:ext cx="83880" cy="7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777C004-4CC5-1DE1-FAA9-8752694EBA3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125287" y="3545302"/>
                  <a:ext cx="119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CEBE79-7B07-F0FB-1588-6C8DD2D7CE6F}"/>
                    </a:ext>
                  </a:extLst>
                </p14:cNvPr>
                <p14:cNvContentPartPr/>
                <p14:nvPr/>
              </p14:nvContentPartPr>
              <p14:xfrm>
                <a:off x="7130687" y="3644662"/>
                <a:ext cx="140040" cy="33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CEBE79-7B07-F0FB-1588-6C8DD2D7CE6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13047" y="3626662"/>
                  <a:ext cx="175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0A49B67-7881-AFFC-4F75-E73AFD467DBC}"/>
                    </a:ext>
                  </a:extLst>
                </p14:cNvPr>
                <p14:cNvContentPartPr/>
                <p14:nvPr/>
              </p14:nvContentPartPr>
              <p14:xfrm>
                <a:off x="7519487" y="3343342"/>
                <a:ext cx="128880" cy="365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0A49B67-7881-AFFC-4F75-E73AFD467DB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01487" y="3325342"/>
                  <a:ext cx="1645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8E331D8-B1B6-13DE-8977-4B1AF9E01998}"/>
                    </a:ext>
                  </a:extLst>
                </p14:cNvPr>
                <p14:cNvContentPartPr/>
                <p14:nvPr/>
              </p14:nvContentPartPr>
              <p14:xfrm>
                <a:off x="7561967" y="3461782"/>
                <a:ext cx="216720" cy="1634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8E331D8-B1B6-13DE-8977-4B1AF9E0199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544327" y="3444142"/>
                  <a:ext cx="252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67AB787-2F37-1D90-2295-9446F89584AF}"/>
                    </a:ext>
                  </a:extLst>
                </p14:cNvPr>
                <p14:cNvContentPartPr/>
                <p14:nvPr/>
              </p14:nvContentPartPr>
              <p14:xfrm>
                <a:off x="7925567" y="3174862"/>
                <a:ext cx="209880" cy="194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67AB787-2F37-1D90-2295-9446F89584A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07567" y="3156862"/>
                  <a:ext cx="24552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9742FDA-FBCC-6078-1D3F-918329322978}"/>
              </a:ext>
            </a:extLst>
          </p:cNvPr>
          <p:cNvGrpSpPr/>
          <p:nvPr/>
        </p:nvGrpSpPr>
        <p:grpSpPr>
          <a:xfrm>
            <a:off x="8795687" y="3496702"/>
            <a:ext cx="331560" cy="275400"/>
            <a:chOff x="8795687" y="3496702"/>
            <a:chExt cx="33156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D142D8F-15FE-A896-0468-FDFB7E87E983}"/>
                    </a:ext>
                  </a:extLst>
                </p14:cNvPr>
                <p14:cNvContentPartPr/>
                <p14:nvPr/>
              </p14:nvContentPartPr>
              <p14:xfrm>
                <a:off x="8795687" y="3549982"/>
                <a:ext cx="79200" cy="222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D142D8F-15FE-A896-0468-FDFB7E87E98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78047" y="3532342"/>
                  <a:ext cx="114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1A8BDA2-A454-1092-D2FD-7FC8DE5C3AD8}"/>
                    </a:ext>
                  </a:extLst>
                </p14:cNvPr>
                <p14:cNvContentPartPr/>
                <p14:nvPr/>
              </p14:nvContentPartPr>
              <p14:xfrm>
                <a:off x="8981447" y="3607942"/>
                <a:ext cx="145800" cy="135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1A8BDA2-A454-1092-D2FD-7FC8DE5C3AD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963447" y="3590302"/>
                  <a:ext cx="181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F14D58F-6C30-FA24-74A7-1CF7C6513CC4}"/>
                    </a:ext>
                  </a:extLst>
                </p14:cNvPr>
                <p14:cNvContentPartPr/>
                <p14:nvPr/>
              </p14:nvContentPartPr>
              <p14:xfrm>
                <a:off x="9070367" y="3496702"/>
                <a:ext cx="3240" cy="39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F14D58F-6C30-FA24-74A7-1CF7C6513C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52367" y="3479062"/>
                  <a:ext cx="3888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92DE59C-E592-5AB2-27ED-B38284EC7E98}"/>
              </a:ext>
            </a:extLst>
          </p:cNvPr>
          <p:cNvGrpSpPr/>
          <p:nvPr/>
        </p:nvGrpSpPr>
        <p:grpSpPr>
          <a:xfrm>
            <a:off x="9783167" y="3227062"/>
            <a:ext cx="1696320" cy="466920"/>
            <a:chOff x="9783167" y="3227062"/>
            <a:chExt cx="1696320" cy="4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B7F6EB4-7C41-C8FB-F86C-9CF37D1FA40F}"/>
                    </a:ext>
                  </a:extLst>
                </p14:cNvPr>
                <p14:cNvContentPartPr/>
                <p14:nvPr/>
              </p14:nvContentPartPr>
              <p14:xfrm>
                <a:off x="9783167" y="3508942"/>
                <a:ext cx="183600" cy="1850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B7F6EB4-7C41-C8FB-F86C-9CF37D1FA4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765167" y="3491302"/>
                  <a:ext cx="219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DCE32ED-C2E7-68EB-8F96-C010F2C5523E}"/>
                    </a:ext>
                  </a:extLst>
                </p14:cNvPr>
                <p14:cNvContentPartPr/>
                <p14:nvPr/>
              </p14:nvContentPartPr>
              <p14:xfrm>
                <a:off x="10085927" y="3250822"/>
                <a:ext cx="974520" cy="387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DCE32ED-C2E7-68EB-8F96-C010F2C5523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068287" y="3232822"/>
                  <a:ext cx="10101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2B25211-536D-28CC-A1EF-590865043B4D}"/>
                    </a:ext>
                  </a:extLst>
                </p14:cNvPr>
                <p14:cNvContentPartPr/>
                <p14:nvPr/>
              </p14:nvContentPartPr>
              <p14:xfrm>
                <a:off x="11157647" y="3227062"/>
                <a:ext cx="321840" cy="352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2B25211-536D-28CC-A1EF-590865043B4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140007" y="3209422"/>
                  <a:ext cx="357480" cy="38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2C70A84-8FE1-15EA-B197-CBCF7F14C175}"/>
                  </a:ext>
                </a:extLst>
              </p14:cNvPr>
              <p14:cNvContentPartPr/>
              <p14:nvPr/>
            </p14:nvContentPartPr>
            <p14:xfrm>
              <a:off x="11873327" y="3838342"/>
              <a:ext cx="23760" cy="1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2C70A84-8FE1-15EA-B197-CBCF7F14C175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1855687" y="3820342"/>
                <a:ext cx="594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9E5904E-4740-A9AB-032B-79BD9A4253E9}"/>
              </a:ext>
            </a:extLst>
          </p:cNvPr>
          <p:cNvGrpSpPr/>
          <p:nvPr/>
        </p:nvGrpSpPr>
        <p:grpSpPr>
          <a:xfrm>
            <a:off x="439367" y="3982342"/>
            <a:ext cx="3074400" cy="710280"/>
            <a:chOff x="439367" y="3982342"/>
            <a:chExt cx="3074400" cy="7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DBB335A-3F59-5188-91ED-CD0A367EDF99}"/>
                    </a:ext>
                  </a:extLst>
                </p14:cNvPr>
                <p14:cNvContentPartPr/>
                <p14:nvPr/>
              </p14:nvContentPartPr>
              <p14:xfrm>
                <a:off x="609287" y="4107622"/>
                <a:ext cx="101880" cy="348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DBB335A-3F59-5188-91ED-CD0A367EDF9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91287" y="4089622"/>
                  <a:ext cx="1375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8041637-94BB-B30B-B16D-16C43C764F0D}"/>
                    </a:ext>
                  </a:extLst>
                </p14:cNvPr>
                <p14:cNvContentPartPr/>
                <p14:nvPr/>
              </p14:nvContentPartPr>
              <p14:xfrm>
                <a:off x="439367" y="4122022"/>
                <a:ext cx="843120" cy="30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8041637-94BB-B30B-B16D-16C43C764F0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21727" y="4104022"/>
                  <a:ext cx="8787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F989D52-9E9C-13D7-5FE1-5FC2FC281626}"/>
                    </a:ext>
                  </a:extLst>
                </p14:cNvPr>
                <p14:cNvContentPartPr/>
                <p14:nvPr/>
              </p14:nvContentPartPr>
              <p14:xfrm>
                <a:off x="1495967" y="4248382"/>
                <a:ext cx="487440" cy="444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F989D52-9E9C-13D7-5FE1-5FC2FC28162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477967" y="4230382"/>
                  <a:ext cx="5230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CFFDCBF-03A6-3618-500D-1EAD670FE17B}"/>
                    </a:ext>
                  </a:extLst>
                </p14:cNvPr>
                <p14:cNvContentPartPr/>
                <p14:nvPr/>
              </p14:nvContentPartPr>
              <p14:xfrm>
                <a:off x="2079887" y="4276822"/>
                <a:ext cx="177120" cy="191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CFFDCBF-03A6-3618-500D-1EAD670FE17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062247" y="4259182"/>
                  <a:ext cx="212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0EFA52A-05AF-26B2-5F5D-C593F9714E48}"/>
                    </a:ext>
                  </a:extLst>
                </p14:cNvPr>
                <p14:cNvContentPartPr/>
                <p14:nvPr/>
              </p14:nvContentPartPr>
              <p14:xfrm>
                <a:off x="2366447" y="4311382"/>
                <a:ext cx="195840" cy="143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0EFA52A-05AF-26B2-5F5D-C593F9714E4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348807" y="4293742"/>
                  <a:ext cx="231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D782D08-958D-6FE0-2360-7EE8215B7409}"/>
                    </a:ext>
                  </a:extLst>
                </p14:cNvPr>
                <p14:cNvContentPartPr/>
                <p14:nvPr/>
              </p14:nvContentPartPr>
              <p14:xfrm>
                <a:off x="2707007" y="3982342"/>
                <a:ext cx="127440" cy="486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D782D08-958D-6FE0-2360-7EE8215B740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689367" y="3964702"/>
                  <a:ext cx="16308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5B9E5A8-2334-9913-0A0E-51853793D738}"/>
                    </a:ext>
                  </a:extLst>
                </p14:cNvPr>
                <p14:cNvContentPartPr/>
                <p14:nvPr/>
              </p14:nvContentPartPr>
              <p14:xfrm>
                <a:off x="2907527" y="4255582"/>
                <a:ext cx="37800" cy="169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5B9E5A8-2334-9913-0A0E-51853793D73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889887" y="4237942"/>
                  <a:ext cx="73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B12B7CF-C040-E4E5-07C3-B4B310CD832E}"/>
                    </a:ext>
                  </a:extLst>
                </p14:cNvPr>
                <p14:cNvContentPartPr/>
                <p14:nvPr/>
              </p14:nvContentPartPr>
              <p14:xfrm>
                <a:off x="3077087" y="4264582"/>
                <a:ext cx="436680" cy="2034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B12B7CF-C040-E4E5-07C3-B4B310CD832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059447" y="4246942"/>
                  <a:ext cx="472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43648F4-1091-3D1D-0F4C-8F0DD751D5C7}"/>
                    </a:ext>
                  </a:extLst>
                </p14:cNvPr>
                <p14:cNvContentPartPr/>
                <p14:nvPr/>
              </p14:nvContentPartPr>
              <p14:xfrm>
                <a:off x="3027767" y="4074142"/>
                <a:ext cx="157320" cy="42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43648F4-1091-3D1D-0F4C-8F0DD751D5C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009767" y="4056142"/>
                  <a:ext cx="192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7BB8438-C690-F5A6-B721-314D7AA78FEC}"/>
                    </a:ext>
                  </a:extLst>
                </p14:cNvPr>
                <p14:cNvContentPartPr/>
                <p14:nvPr/>
              </p14:nvContentPartPr>
              <p14:xfrm>
                <a:off x="2662367" y="4164142"/>
                <a:ext cx="352080" cy="26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7BB8438-C690-F5A6-B721-314D7AA78FE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44367" y="4146502"/>
                  <a:ext cx="38772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6E6A378-21C5-2CE0-D173-FF979CDAB1AE}"/>
                  </a:ext>
                </a:extLst>
              </p14:cNvPr>
              <p14:cNvContentPartPr/>
              <p14:nvPr/>
            </p14:nvContentPartPr>
            <p14:xfrm>
              <a:off x="4089047" y="4119502"/>
              <a:ext cx="557640" cy="7750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6E6A378-21C5-2CE0-D173-FF979CDAB1AE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4071407" y="4101862"/>
                <a:ext cx="593280" cy="81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275106C-B5B3-5E7B-2D3E-579935362B7D}"/>
              </a:ext>
            </a:extLst>
          </p:cNvPr>
          <p:cNvGrpSpPr/>
          <p:nvPr/>
        </p:nvGrpSpPr>
        <p:grpSpPr>
          <a:xfrm>
            <a:off x="5605007" y="4091782"/>
            <a:ext cx="3306960" cy="756000"/>
            <a:chOff x="5605007" y="4091782"/>
            <a:chExt cx="3306960" cy="75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12C1A35-341C-898F-288F-0BC7553A9E53}"/>
                    </a:ext>
                  </a:extLst>
                </p14:cNvPr>
                <p14:cNvContentPartPr/>
                <p14:nvPr/>
              </p14:nvContentPartPr>
              <p14:xfrm>
                <a:off x="5605007" y="4091782"/>
                <a:ext cx="563760" cy="677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12C1A35-341C-898F-288F-0BC7553A9E5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587007" y="4074142"/>
                  <a:ext cx="5994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1229965-26C6-A3FB-A9B8-92B11B6CAF0A}"/>
                    </a:ext>
                  </a:extLst>
                </p14:cNvPr>
                <p14:cNvContentPartPr/>
                <p14:nvPr/>
              </p14:nvContentPartPr>
              <p14:xfrm>
                <a:off x="6119087" y="4248382"/>
                <a:ext cx="251640" cy="577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1229965-26C6-A3FB-A9B8-92B11B6CAF0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101447" y="4230382"/>
                  <a:ext cx="28728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1A49212-7DF6-1B4B-6AD8-E8DF5826C185}"/>
                    </a:ext>
                  </a:extLst>
                </p14:cNvPr>
                <p14:cNvContentPartPr/>
                <p14:nvPr/>
              </p14:nvContentPartPr>
              <p14:xfrm>
                <a:off x="6332207" y="4224982"/>
                <a:ext cx="185760" cy="1479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1A49212-7DF6-1B4B-6AD8-E8DF5826C18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314567" y="4207342"/>
                  <a:ext cx="221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277E99A-F693-C343-4487-8BDC74ECEBE6}"/>
                    </a:ext>
                  </a:extLst>
                </p14:cNvPr>
                <p14:cNvContentPartPr/>
                <p14:nvPr/>
              </p14:nvContentPartPr>
              <p14:xfrm>
                <a:off x="6566207" y="4206262"/>
                <a:ext cx="189360" cy="189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277E99A-F693-C343-4487-8BDC74ECEBE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548567" y="4188262"/>
                  <a:ext cx="225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0B6A505-211F-A83F-AF7D-CE7A7862BB79}"/>
                    </a:ext>
                  </a:extLst>
                </p14:cNvPr>
                <p14:cNvContentPartPr/>
                <p14:nvPr/>
              </p14:nvContentPartPr>
              <p14:xfrm>
                <a:off x="6847007" y="4149382"/>
                <a:ext cx="241560" cy="204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0B6A505-211F-A83F-AF7D-CE7A7862BB7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829007" y="4131382"/>
                  <a:ext cx="277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90A3EE5-16BC-5E2F-461E-F3E14CEB7F48}"/>
                    </a:ext>
                  </a:extLst>
                </p14:cNvPr>
                <p14:cNvContentPartPr/>
                <p14:nvPr/>
              </p14:nvContentPartPr>
              <p14:xfrm>
                <a:off x="7244447" y="4177102"/>
                <a:ext cx="516960" cy="670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90A3EE5-16BC-5E2F-461E-F3E14CEB7F4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226807" y="4159462"/>
                  <a:ext cx="55260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531E98F-CC8A-06EF-F5F0-1EBEF10FDE65}"/>
                    </a:ext>
                  </a:extLst>
                </p14:cNvPr>
                <p14:cNvContentPartPr/>
                <p14:nvPr/>
              </p14:nvContentPartPr>
              <p14:xfrm>
                <a:off x="7624967" y="4249102"/>
                <a:ext cx="261720" cy="158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531E98F-CC8A-06EF-F5F0-1EBEF10FDE6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606967" y="4231102"/>
                  <a:ext cx="297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FA7C116-8B78-020E-C001-0785D4D1A8BA}"/>
                    </a:ext>
                  </a:extLst>
                </p14:cNvPr>
                <p14:cNvContentPartPr/>
                <p14:nvPr/>
              </p14:nvContentPartPr>
              <p14:xfrm>
                <a:off x="7927367" y="4093582"/>
                <a:ext cx="147960" cy="340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FA7C116-8B78-020E-C001-0785D4D1A8B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909727" y="4075942"/>
                  <a:ext cx="1836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02D3A4D-848C-546D-7258-FBB39506E40C}"/>
                    </a:ext>
                  </a:extLst>
                </p14:cNvPr>
                <p14:cNvContentPartPr/>
                <p14:nvPr/>
              </p14:nvContentPartPr>
              <p14:xfrm>
                <a:off x="8149847" y="4217782"/>
                <a:ext cx="762120" cy="241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02D3A4D-848C-546D-7258-FBB39506E40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131847" y="4200142"/>
                  <a:ext cx="797760" cy="27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A577A18-AB29-2E49-3D44-3DBAE730A37C}"/>
                  </a:ext>
                </a:extLst>
              </p14:cNvPr>
              <p14:cNvContentPartPr/>
              <p14:nvPr/>
            </p14:nvContentPartPr>
            <p14:xfrm>
              <a:off x="9956687" y="4731862"/>
              <a:ext cx="12600" cy="208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A577A18-AB29-2E49-3D44-3DBAE730A37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9938687" y="4714222"/>
                <a:ext cx="482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1B3D3CD0-AAAF-CEA3-B5C8-370D49AE075E}"/>
              </a:ext>
            </a:extLst>
          </p:cNvPr>
          <p:cNvGrpSpPr/>
          <p:nvPr/>
        </p:nvGrpSpPr>
        <p:grpSpPr>
          <a:xfrm>
            <a:off x="5547767" y="5019142"/>
            <a:ext cx="651960" cy="300240"/>
            <a:chOff x="5547767" y="5019142"/>
            <a:chExt cx="65196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6C62708-0271-0B61-E54E-9E34F330889A}"/>
                    </a:ext>
                  </a:extLst>
                </p14:cNvPr>
                <p14:cNvContentPartPr/>
                <p14:nvPr/>
              </p14:nvContentPartPr>
              <p14:xfrm>
                <a:off x="5547767" y="5019142"/>
                <a:ext cx="651960" cy="300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6C62708-0271-0B61-E54E-9E34F330889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530127" y="5001502"/>
                  <a:ext cx="6876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1418DDB-C479-C00F-35C0-B7ADD3ED8314}"/>
                    </a:ext>
                  </a:extLst>
                </p14:cNvPr>
                <p14:cNvContentPartPr/>
                <p14:nvPr/>
              </p14:nvContentPartPr>
              <p14:xfrm>
                <a:off x="5592407" y="5127142"/>
                <a:ext cx="231120" cy="21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1418DDB-C479-C00F-35C0-B7ADD3ED831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574767" y="5109502"/>
                  <a:ext cx="26676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5C6D111B-6C35-6092-92E6-312CA8E80E9F}"/>
              </a:ext>
            </a:extLst>
          </p:cNvPr>
          <p:cNvGrpSpPr/>
          <p:nvPr/>
        </p:nvGrpSpPr>
        <p:grpSpPr>
          <a:xfrm>
            <a:off x="6646847" y="4861102"/>
            <a:ext cx="2397960" cy="880200"/>
            <a:chOff x="6646847" y="4861102"/>
            <a:chExt cx="2397960" cy="8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99F7284-AAA2-A685-2CCC-A0DF5D54DD01}"/>
                    </a:ext>
                  </a:extLst>
                </p14:cNvPr>
                <p14:cNvContentPartPr/>
                <p14:nvPr/>
              </p14:nvContentPartPr>
              <p14:xfrm>
                <a:off x="6646847" y="5127142"/>
                <a:ext cx="38880" cy="127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99F7284-AAA2-A685-2CCC-A0DF5D54DD0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628847" y="5109502"/>
                  <a:ext cx="74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D26A341-F986-6797-AC35-D0D41DA10D64}"/>
                    </a:ext>
                  </a:extLst>
                </p14:cNvPr>
                <p14:cNvContentPartPr/>
                <p14:nvPr/>
              </p14:nvContentPartPr>
              <p14:xfrm>
                <a:off x="6708407" y="4935622"/>
                <a:ext cx="19080" cy="860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D26A341-F986-6797-AC35-D0D41DA10D6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90407" y="4917982"/>
                  <a:ext cx="54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B164488-0AC8-F585-48F7-DA1DE9D3EE35}"/>
                    </a:ext>
                  </a:extLst>
                </p14:cNvPr>
                <p14:cNvContentPartPr/>
                <p14:nvPr/>
              </p14:nvContentPartPr>
              <p14:xfrm>
                <a:off x="6821447" y="5093302"/>
                <a:ext cx="160920" cy="1515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B164488-0AC8-F585-48F7-DA1DE9D3EE3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803807" y="5075662"/>
                  <a:ext cx="196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3704EDA-EB0B-EB88-AB1C-AA69130E9D34}"/>
                    </a:ext>
                  </a:extLst>
                </p14:cNvPr>
                <p14:cNvContentPartPr/>
                <p14:nvPr/>
              </p14:nvContentPartPr>
              <p14:xfrm>
                <a:off x="7103687" y="4917262"/>
                <a:ext cx="62280" cy="324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3704EDA-EB0B-EB88-AB1C-AA69130E9D3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085687" y="4899262"/>
                  <a:ext cx="979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F1744A-5776-0D51-C87F-B9E7AF5848B8}"/>
                    </a:ext>
                  </a:extLst>
                </p14:cNvPr>
                <p14:cNvContentPartPr/>
                <p14:nvPr/>
              </p14:nvContentPartPr>
              <p14:xfrm>
                <a:off x="6924767" y="5056942"/>
                <a:ext cx="293400" cy="975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F1744A-5776-0D51-C87F-B9E7AF5848B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907127" y="5039302"/>
                  <a:ext cx="329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2622EEF-D316-AD84-C0A9-4FE0A77F5B13}"/>
                    </a:ext>
                  </a:extLst>
                </p14:cNvPr>
                <p14:cNvContentPartPr/>
                <p14:nvPr/>
              </p14:nvContentPartPr>
              <p14:xfrm>
                <a:off x="7214567" y="5099782"/>
                <a:ext cx="162720" cy="183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2622EEF-D316-AD84-C0A9-4FE0A77F5B1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196927" y="5082142"/>
                  <a:ext cx="198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9C891C1-260D-6A54-EB40-10372C720C80}"/>
                    </a:ext>
                  </a:extLst>
                </p14:cNvPr>
                <p14:cNvContentPartPr/>
                <p14:nvPr/>
              </p14:nvContentPartPr>
              <p14:xfrm>
                <a:off x="7486367" y="5097982"/>
                <a:ext cx="247680" cy="145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9C891C1-260D-6A54-EB40-10372C720C8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468727" y="5080342"/>
                  <a:ext cx="283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DF6B192-EC6E-6AAE-484F-A740D8EAF886}"/>
                    </a:ext>
                  </a:extLst>
                </p14:cNvPr>
                <p14:cNvContentPartPr/>
                <p14:nvPr/>
              </p14:nvContentPartPr>
              <p14:xfrm>
                <a:off x="7718927" y="4976662"/>
                <a:ext cx="46800" cy="56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DF6B192-EC6E-6AAE-484F-A740D8EAF88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700927" y="4958662"/>
                  <a:ext cx="82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17BC106-40A4-0923-D3D6-9799AC6CE719}"/>
                    </a:ext>
                  </a:extLst>
                </p14:cNvPr>
                <p14:cNvContentPartPr/>
                <p14:nvPr/>
              </p14:nvContentPartPr>
              <p14:xfrm>
                <a:off x="7807487" y="5019862"/>
                <a:ext cx="534960" cy="212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17BC106-40A4-0923-D3D6-9799AC6CE71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789847" y="5001862"/>
                  <a:ext cx="570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796703C-5327-0253-57EC-517E2CB593F2}"/>
                    </a:ext>
                  </a:extLst>
                </p14:cNvPr>
                <p14:cNvContentPartPr/>
                <p14:nvPr/>
              </p14:nvContentPartPr>
              <p14:xfrm>
                <a:off x="8594087" y="4861102"/>
                <a:ext cx="450720" cy="8802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796703C-5327-0253-57EC-517E2CB593F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76447" y="4843462"/>
                  <a:ext cx="486360" cy="9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390209DB-CEC9-3D0B-DB9A-56FA0F0632B3}"/>
                  </a:ext>
                </a:extLst>
              </p14:cNvPr>
              <p14:cNvContentPartPr/>
              <p14:nvPr/>
            </p14:nvContentPartPr>
            <p14:xfrm>
              <a:off x="9446567" y="5090062"/>
              <a:ext cx="238320" cy="1940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390209DB-CEC9-3D0B-DB9A-56FA0F0632B3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9428927" y="5072422"/>
                <a:ext cx="27396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4466611-8497-6E9D-60D1-406258672D51}"/>
              </a:ext>
            </a:extLst>
          </p:cNvPr>
          <p:cNvGrpSpPr/>
          <p:nvPr/>
        </p:nvGrpSpPr>
        <p:grpSpPr>
          <a:xfrm>
            <a:off x="10015367" y="4911142"/>
            <a:ext cx="1713600" cy="801360"/>
            <a:chOff x="10015367" y="4911142"/>
            <a:chExt cx="1713600" cy="80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E280F3E-A6D4-73E6-8806-C9864F798A09}"/>
                    </a:ext>
                  </a:extLst>
                </p14:cNvPr>
                <p14:cNvContentPartPr/>
                <p14:nvPr/>
              </p14:nvContentPartPr>
              <p14:xfrm>
                <a:off x="10015367" y="5038222"/>
                <a:ext cx="192960" cy="231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E280F3E-A6D4-73E6-8806-C9864F798A0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997367" y="5020582"/>
                  <a:ext cx="228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E471D1A-74D8-FD58-52E5-2200EF89B89E}"/>
                    </a:ext>
                  </a:extLst>
                </p14:cNvPr>
                <p14:cNvContentPartPr/>
                <p14:nvPr/>
              </p14:nvContentPartPr>
              <p14:xfrm>
                <a:off x="10180607" y="5025622"/>
                <a:ext cx="201240" cy="686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E471D1A-74D8-FD58-52E5-2200EF89B89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162607" y="5007982"/>
                  <a:ext cx="23688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AD97BFC-7A2C-6750-65E9-213EC89B658F}"/>
                    </a:ext>
                  </a:extLst>
                </p14:cNvPr>
                <p14:cNvContentPartPr/>
                <p14:nvPr/>
              </p14:nvContentPartPr>
              <p14:xfrm>
                <a:off x="10327847" y="4911142"/>
                <a:ext cx="1401120" cy="288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AD97BFC-7A2C-6750-65E9-213EC89B658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309847" y="4893502"/>
                  <a:ext cx="14367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1BF37EF9-D712-2AB0-9785-77621ECCD5BD}"/>
              </a:ext>
            </a:extLst>
          </p:cNvPr>
          <p:cNvGrpSpPr/>
          <p:nvPr/>
        </p:nvGrpSpPr>
        <p:grpSpPr>
          <a:xfrm>
            <a:off x="298967" y="4908262"/>
            <a:ext cx="4621320" cy="887760"/>
            <a:chOff x="298967" y="4908262"/>
            <a:chExt cx="4621320" cy="88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5C7E579-9342-2B07-A11C-A2AB24AC9068}"/>
                    </a:ext>
                  </a:extLst>
                </p14:cNvPr>
                <p14:cNvContentPartPr/>
                <p14:nvPr/>
              </p14:nvContentPartPr>
              <p14:xfrm>
                <a:off x="447647" y="4943182"/>
                <a:ext cx="127440" cy="516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5C7E579-9342-2B07-A11C-A2AB24AC906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29647" y="4925182"/>
                  <a:ext cx="16308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BB79B1A-8024-86FF-7264-63065FFFACC6}"/>
                    </a:ext>
                  </a:extLst>
                </p14:cNvPr>
                <p14:cNvContentPartPr/>
                <p14:nvPr/>
              </p14:nvContentPartPr>
              <p14:xfrm>
                <a:off x="589847" y="5199862"/>
                <a:ext cx="205200" cy="137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BB79B1A-8024-86FF-7264-63065FFFACC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71847" y="5182222"/>
                  <a:ext cx="240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68442CE-26C3-04BD-5601-9B0171E555BE}"/>
                    </a:ext>
                  </a:extLst>
                </p14:cNvPr>
                <p14:cNvContentPartPr/>
                <p14:nvPr/>
              </p14:nvContentPartPr>
              <p14:xfrm>
                <a:off x="884687" y="5248822"/>
                <a:ext cx="140760" cy="432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68442CE-26C3-04BD-5601-9B0171E555B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66687" y="5231182"/>
                  <a:ext cx="176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2937864-8C65-C96D-C0F8-A6D59A1F90C3}"/>
                    </a:ext>
                  </a:extLst>
                </p14:cNvPr>
                <p14:cNvContentPartPr/>
                <p14:nvPr/>
              </p14:nvContentPartPr>
              <p14:xfrm>
                <a:off x="1052087" y="5150902"/>
                <a:ext cx="150480" cy="244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2937864-8C65-C96D-C0F8-A6D59A1F90C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34447" y="5132902"/>
                  <a:ext cx="1861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5FB30AE-4286-F549-26CC-5E1500A02FE0}"/>
                    </a:ext>
                  </a:extLst>
                </p14:cNvPr>
                <p14:cNvContentPartPr/>
                <p14:nvPr/>
              </p14:nvContentPartPr>
              <p14:xfrm>
                <a:off x="1274207" y="4989262"/>
                <a:ext cx="84240" cy="471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5FB30AE-4286-F549-26CC-5E1500A02FE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256567" y="4971262"/>
                  <a:ext cx="11988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55EEEC5-C6B3-4BBA-36AF-B4197C926B00}"/>
                    </a:ext>
                  </a:extLst>
                </p14:cNvPr>
                <p14:cNvContentPartPr/>
                <p14:nvPr/>
              </p14:nvContentPartPr>
              <p14:xfrm>
                <a:off x="1541687" y="5130742"/>
                <a:ext cx="284040" cy="287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55EEEC5-C6B3-4BBA-36AF-B4197C926B0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523687" y="5113102"/>
                  <a:ext cx="319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E5FCD1A-2A69-A2CC-F625-50FE88162F70}"/>
                    </a:ext>
                  </a:extLst>
                </p14:cNvPr>
                <p14:cNvContentPartPr/>
                <p14:nvPr/>
              </p14:nvContentPartPr>
              <p14:xfrm>
                <a:off x="1939127" y="5059462"/>
                <a:ext cx="273600" cy="339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E5FCD1A-2A69-A2CC-F625-50FE88162F7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921127" y="5041822"/>
                  <a:ext cx="3092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A04E05F-8247-6AD1-0C48-25B6A2D33E62}"/>
                    </a:ext>
                  </a:extLst>
                </p14:cNvPr>
                <p14:cNvContentPartPr/>
                <p14:nvPr/>
              </p14:nvContentPartPr>
              <p14:xfrm>
                <a:off x="3038927" y="5049382"/>
                <a:ext cx="587160" cy="6570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A04E05F-8247-6AD1-0C48-25B6A2D33E6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020927" y="5031382"/>
                  <a:ext cx="62280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06A5B75-FAC3-02E6-3274-8CCACFEA2524}"/>
                    </a:ext>
                  </a:extLst>
                </p14:cNvPr>
                <p14:cNvContentPartPr/>
                <p14:nvPr/>
              </p14:nvContentPartPr>
              <p14:xfrm>
                <a:off x="3497207" y="5097622"/>
                <a:ext cx="179640" cy="182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06A5B75-FAC3-02E6-3274-8CCACFEA252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479207" y="5079982"/>
                  <a:ext cx="215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F42B8C2-346C-5191-EEFF-711E080216B0}"/>
                    </a:ext>
                  </a:extLst>
                </p14:cNvPr>
                <p14:cNvContentPartPr/>
                <p14:nvPr/>
              </p14:nvContentPartPr>
              <p14:xfrm>
                <a:off x="3693047" y="5130382"/>
                <a:ext cx="937440" cy="156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F42B8C2-346C-5191-EEFF-711E080216B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675407" y="5112382"/>
                  <a:ext cx="973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9635D27-52E9-EF36-D018-E56D160F7FB9}"/>
                    </a:ext>
                  </a:extLst>
                </p14:cNvPr>
                <p14:cNvContentPartPr/>
                <p14:nvPr/>
              </p14:nvContentPartPr>
              <p14:xfrm>
                <a:off x="4649567" y="4908262"/>
                <a:ext cx="70560" cy="343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9635D27-52E9-EF36-D018-E56D160F7FB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631927" y="4890262"/>
                  <a:ext cx="1062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050CC58-151B-6897-7365-B17151D54A8F}"/>
                    </a:ext>
                  </a:extLst>
                </p14:cNvPr>
                <p14:cNvContentPartPr/>
                <p14:nvPr/>
              </p14:nvContentPartPr>
              <p14:xfrm>
                <a:off x="4606727" y="5007622"/>
                <a:ext cx="183600" cy="52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050CC58-151B-6897-7365-B17151D54A8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589087" y="4989982"/>
                  <a:ext cx="219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F8564F1-FCB6-5794-7A02-6D120B2FF93C}"/>
                    </a:ext>
                  </a:extLst>
                </p14:cNvPr>
                <p14:cNvContentPartPr/>
                <p14:nvPr/>
              </p14:nvContentPartPr>
              <p14:xfrm>
                <a:off x="4770167" y="5054062"/>
                <a:ext cx="150120" cy="168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F8564F1-FCB6-5794-7A02-6D120B2FF93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752527" y="5036422"/>
                  <a:ext cx="185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63871F7-2E7A-696E-B474-ADC9CEE93AA5}"/>
                    </a:ext>
                  </a:extLst>
                </p14:cNvPr>
                <p14:cNvContentPartPr/>
                <p14:nvPr/>
              </p14:nvContentPartPr>
              <p14:xfrm>
                <a:off x="298967" y="5522422"/>
                <a:ext cx="2052360" cy="2365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63871F7-2E7A-696E-B474-ADC9CEE93AA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80967" y="5504782"/>
                  <a:ext cx="2088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7D71BD-1FA6-10DA-FF2B-327F93E949B4}"/>
                    </a:ext>
                  </a:extLst>
                </p14:cNvPr>
                <p14:cNvContentPartPr/>
                <p14:nvPr/>
              </p14:nvContentPartPr>
              <p14:xfrm>
                <a:off x="412007" y="5509822"/>
                <a:ext cx="2310840" cy="286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7D71BD-1FA6-10DA-FF2B-327F93E949B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94367" y="5492182"/>
                  <a:ext cx="2346480" cy="32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4920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3FD8C6A-A523-00D8-A21F-254FFD667183}"/>
              </a:ext>
            </a:extLst>
          </p:cNvPr>
          <p:cNvGrpSpPr/>
          <p:nvPr/>
        </p:nvGrpSpPr>
        <p:grpSpPr>
          <a:xfrm>
            <a:off x="124007" y="226102"/>
            <a:ext cx="3585960" cy="879480"/>
            <a:chOff x="124007" y="226102"/>
            <a:chExt cx="3585960" cy="8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B12F9F-F161-1A53-5A80-C64393FFF9A5}"/>
                    </a:ext>
                  </a:extLst>
                </p14:cNvPr>
                <p14:cNvContentPartPr/>
                <p14:nvPr/>
              </p14:nvContentPartPr>
              <p14:xfrm>
                <a:off x="274127" y="226102"/>
                <a:ext cx="200520" cy="173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B12F9F-F161-1A53-5A80-C64393FFF9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6127" y="208462"/>
                  <a:ext cx="236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27291E1-0964-3C46-1F66-BDF7CCD9E903}"/>
                    </a:ext>
                  </a:extLst>
                </p14:cNvPr>
                <p14:cNvContentPartPr/>
                <p14:nvPr/>
              </p14:nvContentPartPr>
              <p14:xfrm>
                <a:off x="230567" y="343462"/>
                <a:ext cx="534960" cy="356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27291E1-0964-3C46-1F66-BDF7CCD9E90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2567" y="325822"/>
                  <a:ext cx="5706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65B3247-68D7-7689-E60B-407B738BCAB4}"/>
                    </a:ext>
                  </a:extLst>
                </p14:cNvPr>
                <p14:cNvContentPartPr/>
                <p14:nvPr/>
              </p14:nvContentPartPr>
              <p14:xfrm>
                <a:off x="558527" y="474142"/>
                <a:ext cx="215640" cy="26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65B3247-68D7-7689-E60B-407B738BCA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0887" y="456502"/>
                  <a:ext cx="251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105AEE-DE5C-2DCE-31EC-7E69EEC4A569}"/>
                    </a:ext>
                  </a:extLst>
                </p14:cNvPr>
                <p14:cNvContentPartPr/>
                <p14:nvPr/>
              </p14:nvContentPartPr>
              <p14:xfrm>
                <a:off x="124007" y="645502"/>
                <a:ext cx="139680" cy="10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105AEE-DE5C-2DCE-31EC-7E69EEC4A5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367" y="627862"/>
                  <a:ext cx="175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FF64C3-583F-8417-9836-24E48ADA9897}"/>
                    </a:ext>
                  </a:extLst>
                </p14:cNvPr>
                <p14:cNvContentPartPr/>
                <p14:nvPr/>
              </p14:nvContentPartPr>
              <p14:xfrm>
                <a:off x="764087" y="524902"/>
                <a:ext cx="438480" cy="162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FF64C3-583F-8417-9836-24E48ADA98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6447" y="506902"/>
                  <a:ext cx="474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9FE75A-787C-8450-7AA6-72E7477EFBEA}"/>
                    </a:ext>
                  </a:extLst>
                </p14:cNvPr>
                <p14:cNvContentPartPr/>
                <p14:nvPr/>
              </p14:nvContentPartPr>
              <p14:xfrm>
                <a:off x="1201127" y="415462"/>
                <a:ext cx="21960" cy="31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9FE75A-787C-8450-7AA6-72E7477EFB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83487" y="397822"/>
                  <a:ext cx="57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22A687D-4574-3922-4B23-19FACEF8B114}"/>
                    </a:ext>
                  </a:extLst>
                </p14:cNvPr>
                <p14:cNvContentPartPr/>
                <p14:nvPr/>
              </p14:nvContentPartPr>
              <p14:xfrm>
                <a:off x="1255847" y="482062"/>
                <a:ext cx="194760" cy="183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22A687D-4574-3922-4B23-19FACEF8B1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38207" y="464062"/>
                  <a:ext cx="2304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3CC3D6-B854-5A2A-0FB4-F3869CF9A5E2}"/>
                    </a:ext>
                  </a:extLst>
                </p14:cNvPr>
                <p14:cNvContentPartPr/>
                <p14:nvPr/>
              </p14:nvContentPartPr>
              <p14:xfrm>
                <a:off x="1494527" y="470542"/>
                <a:ext cx="181440" cy="157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3CC3D6-B854-5A2A-0FB4-F3869CF9A5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6527" y="452902"/>
                  <a:ext cx="217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9A06E02-D387-DF49-DA2A-4171905D0DA7}"/>
                    </a:ext>
                  </a:extLst>
                </p14:cNvPr>
                <p14:cNvContentPartPr/>
                <p14:nvPr/>
              </p14:nvContentPartPr>
              <p14:xfrm>
                <a:off x="1798727" y="356062"/>
                <a:ext cx="211320" cy="749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9A06E02-D387-DF49-DA2A-4171905D0DA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80727" y="338422"/>
                  <a:ext cx="24696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5AE6C62-F5B1-CBB1-34D2-41257999E536}"/>
                    </a:ext>
                  </a:extLst>
                </p14:cNvPr>
                <p14:cNvContentPartPr/>
                <p14:nvPr/>
              </p14:nvContentPartPr>
              <p14:xfrm>
                <a:off x="1814207" y="447862"/>
                <a:ext cx="316440" cy="266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5AE6C62-F5B1-CBB1-34D2-41257999E5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96207" y="430222"/>
                  <a:ext cx="352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5B9928-74B7-CC44-E4DA-F97012C8D449}"/>
                    </a:ext>
                  </a:extLst>
                </p14:cNvPr>
                <p14:cNvContentPartPr/>
                <p14:nvPr/>
              </p14:nvContentPartPr>
              <p14:xfrm>
                <a:off x="2197607" y="455062"/>
                <a:ext cx="122400" cy="144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5B9928-74B7-CC44-E4DA-F97012C8D44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79967" y="437062"/>
                  <a:ext cx="158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6CA521-FD3A-725E-E1C0-CF41AEB1AD9E}"/>
                    </a:ext>
                  </a:extLst>
                </p14:cNvPr>
                <p14:cNvContentPartPr/>
                <p14:nvPr/>
              </p14:nvContentPartPr>
              <p14:xfrm>
                <a:off x="2422607" y="473062"/>
                <a:ext cx="64080" cy="11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6CA521-FD3A-725E-E1C0-CF41AEB1AD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04967" y="455422"/>
                  <a:ext cx="99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5C3910-C1DA-580A-A470-9DE2FADF3AE2}"/>
                    </a:ext>
                  </a:extLst>
                </p14:cNvPr>
                <p14:cNvContentPartPr/>
                <p14:nvPr/>
              </p14:nvContentPartPr>
              <p14:xfrm>
                <a:off x="2461127" y="332662"/>
                <a:ext cx="56520" cy="3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5C3910-C1DA-580A-A470-9DE2FADF3A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3127" y="314662"/>
                  <a:ext cx="92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87AD8F-F350-5FB9-02FF-56DDE9D5B013}"/>
                    </a:ext>
                  </a:extLst>
                </p14:cNvPr>
                <p14:cNvContentPartPr/>
                <p14:nvPr/>
              </p14:nvContentPartPr>
              <p14:xfrm>
                <a:off x="2532047" y="458662"/>
                <a:ext cx="147600" cy="135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87AD8F-F350-5FB9-02FF-56DDE9D5B0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14047" y="440662"/>
                  <a:ext cx="183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6EEA6A-0D3D-EC74-AFBD-97170957B2EB}"/>
                    </a:ext>
                  </a:extLst>
                </p14:cNvPr>
                <p14:cNvContentPartPr/>
                <p14:nvPr/>
              </p14:nvContentPartPr>
              <p14:xfrm>
                <a:off x="2805287" y="264622"/>
                <a:ext cx="71280" cy="32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6EEA6A-0D3D-EC74-AFBD-97170957B2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87287" y="246622"/>
                  <a:ext cx="106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FFC14E-7070-AEB8-020B-05541CB86360}"/>
                    </a:ext>
                  </a:extLst>
                </p14:cNvPr>
                <p14:cNvContentPartPr/>
                <p14:nvPr/>
              </p14:nvContentPartPr>
              <p14:xfrm>
                <a:off x="2803847" y="474142"/>
                <a:ext cx="156960" cy="146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FFC14E-7070-AEB8-020B-05541CB8636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85847" y="456502"/>
                  <a:ext cx="192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791124-9880-7362-D571-B3F4A744250A}"/>
                    </a:ext>
                  </a:extLst>
                </p14:cNvPr>
                <p14:cNvContentPartPr/>
                <p14:nvPr/>
              </p14:nvContentPartPr>
              <p14:xfrm>
                <a:off x="2863607" y="340222"/>
                <a:ext cx="146160" cy="4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791124-9880-7362-D571-B3F4A74425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45967" y="322222"/>
                  <a:ext cx="181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C7F7FD-B642-F5F0-B36F-F0DFC653CE66}"/>
                    </a:ext>
                  </a:extLst>
                </p14:cNvPr>
                <p14:cNvContentPartPr/>
                <p14:nvPr/>
              </p14:nvContentPartPr>
              <p14:xfrm>
                <a:off x="220847" y="838462"/>
                <a:ext cx="3489120" cy="69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C7F7FD-B642-F5F0-B36F-F0DFC653CE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3207" y="820822"/>
                  <a:ext cx="352476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B43EC7D-5AAC-9205-B97E-05496CB7B9DA}"/>
                  </a:ext>
                </a:extLst>
              </p14:cNvPr>
              <p14:cNvContentPartPr/>
              <p14:nvPr/>
            </p14:nvContentPartPr>
            <p14:xfrm>
              <a:off x="3457607" y="461902"/>
              <a:ext cx="14040" cy="38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B43EC7D-5AAC-9205-B97E-05496CB7B9D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39607" y="444262"/>
                <a:ext cx="496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1FD9708-CA78-9273-342C-C8ED5F1DEE06}"/>
                  </a:ext>
                </a:extLst>
              </p14:cNvPr>
              <p14:cNvContentPartPr/>
              <p14:nvPr/>
            </p14:nvContentPartPr>
            <p14:xfrm>
              <a:off x="3387767" y="666022"/>
              <a:ext cx="19800" cy="11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1FD9708-CA78-9273-342C-C8ED5F1DEE0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70127" y="648382"/>
                <a:ext cx="554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E012EA0-1903-0029-6D2E-CB47A7D7A5AD}"/>
                  </a:ext>
                </a:extLst>
              </p14:cNvPr>
              <p14:cNvContentPartPr/>
              <p14:nvPr/>
            </p14:nvContentPartPr>
            <p14:xfrm>
              <a:off x="4405487" y="379102"/>
              <a:ext cx="278640" cy="315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E012EA0-1903-0029-6D2E-CB47A7D7A5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87847" y="361462"/>
                <a:ext cx="314280" cy="35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DD64F7D-C7A9-9A2F-4137-14559388469D}"/>
              </a:ext>
            </a:extLst>
          </p:cNvPr>
          <p:cNvGrpSpPr/>
          <p:nvPr/>
        </p:nvGrpSpPr>
        <p:grpSpPr>
          <a:xfrm>
            <a:off x="4987967" y="288742"/>
            <a:ext cx="1233000" cy="829440"/>
            <a:chOff x="4987967" y="288742"/>
            <a:chExt cx="1233000" cy="82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AA83398-7070-63CE-796A-3DDDF0300BB6}"/>
                    </a:ext>
                  </a:extLst>
                </p14:cNvPr>
                <p14:cNvContentPartPr/>
                <p14:nvPr/>
              </p14:nvContentPartPr>
              <p14:xfrm>
                <a:off x="4987967" y="464422"/>
                <a:ext cx="191520" cy="653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AA83398-7070-63CE-796A-3DDDF0300B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69967" y="446422"/>
                  <a:ext cx="22716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00FDF0-79BB-641A-FEE0-3B0F9C9017DD}"/>
                    </a:ext>
                  </a:extLst>
                </p14:cNvPr>
                <p14:cNvContentPartPr/>
                <p14:nvPr/>
              </p14:nvContentPartPr>
              <p14:xfrm>
                <a:off x="5058887" y="469462"/>
                <a:ext cx="172080" cy="155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00FDF0-79BB-641A-FEE0-3B0F9C9017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40887" y="451462"/>
                  <a:ext cx="207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42E980-6945-E4A5-867C-2B51F586CE16}"/>
                    </a:ext>
                  </a:extLst>
                </p14:cNvPr>
                <p14:cNvContentPartPr/>
                <p14:nvPr/>
              </p14:nvContentPartPr>
              <p14:xfrm>
                <a:off x="5264807" y="476662"/>
                <a:ext cx="150120" cy="13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42E980-6945-E4A5-867C-2B51F586CE1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46807" y="459022"/>
                  <a:ext cx="185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1EC40F-0A00-3682-C941-2EA32154B308}"/>
                    </a:ext>
                  </a:extLst>
                </p14:cNvPr>
                <p14:cNvContentPartPr/>
                <p14:nvPr/>
              </p14:nvContentPartPr>
              <p14:xfrm>
                <a:off x="5589887" y="463702"/>
                <a:ext cx="39240" cy="145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1EC40F-0A00-3682-C941-2EA32154B3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72247" y="446062"/>
                  <a:ext cx="748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B22A088-D667-2E8F-CF25-D418D8125764}"/>
                    </a:ext>
                  </a:extLst>
                </p14:cNvPr>
                <p14:cNvContentPartPr/>
                <p14:nvPr/>
              </p14:nvContentPartPr>
              <p14:xfrm>
                <a:off x="5642807" y="367222"/>
                <a:ext cx="16920" cy="36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B22A088-D667-2E8F-CF25-D418D812576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24807" y="349582"/>
                  <a:ext cx="52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5F66AD-D598-5968-6720-9F59F569EB27}"/>
                    </a:ext>
                  </a:extLst>
                </p14:cNvPr>
                <p14:cNvContentPartPr/>
                <p14:nvPr/>
              </p14:nvContentPartPr>
              <p14:xfrm>
                <a:off x="5743607" y="463702"/>
                <a:ext cx="185040" cy="141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5F66AD-D598-5968-6720-9F59F569EB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25967" y="446062"/>
                  <a:ext cx="220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6FD7BC-9E08-15F0-ABC9-61668A519673}"/>
                    </a:ext>
                  </a:extLst>
                </p14:cNvPr>
                <p14:cNvContentPartPr/>
                <p14:nvPr/>
              </p14:nvContentPartPr>
              <p14:xfrm>
                <a:off x="6086327" y="288742"/>
                <a:ext cx="123840" cy="299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6FD7BC-9E08-15F0-ABC9-61668A5196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68327" y="270742"/>
                  <a:ext cx="159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C9C10B-DD1A-9DCC-4552-D87D919E9621}"/>
                    </a:ext>
                  </a:extLst>
                </p14:cNvPr>
                <p14:cNvContentPartPr/>
                <p14:nvPr/>
              </p14:nvContentPartPr>
              <p14:xfrm>
                <a:off x="6021887" y="352462"/>
                <a:ext cx="199080" cy="56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C9C10B-DD1A-9DCC-4552-D87D919E96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03887" y="334462"/>
                  <a:ext cx="2347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AF552E-DD89-94F0-22F2-6509DF604F82}"/>
              </a:ext>
            </a:extLst>
          </p:cNvPr>
          <p:cNvGrpSpPr/>
          <p:nvPr/>
        </p:nvGrpSpPr>
        <p:grpSpPr>
          <a:xfrm>
            <a:off x="6897767" y="355342"/>
            <a:ext cx="514800" cy="309600"/>
            <a:chOff x="6897767" y="355342"/>
            <a:chExt cx="51480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39942A-2F29-BAE7-E25D-90FBB3E91929}"/>
                    </a:ext>
                  </a:extLst>
                </p14:cNvPr>
                <p14:cNvContentPartPr/>
                <p14:nvPr/>
              </p14:nvContentPartPr>
              <p14:xfrm>
                <a:off x="6897767" y="441382"/>
                <a:ext cx="239040" cy="22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39942A-2F29-BAE7-E25D-90FBB3E919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79767" y="423382"/>
                  <a:ext cx="274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59FAC6-D694-20A9-C2AB-3A461718CCFB}"/>
                    </a:ext>
                  </a:extLst>
                </p14:cNvPr>
                <p14:cNvContentPartPr/>
                <p14:nvPr/>
              </p14:nvContentPartPr>
              <p14:xfrm>
                <a:off x="7248407" y="355342"/>
                <a:ext cx="164160" cy="265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59FAC6-D694-20A9-C2AB-3A461718CC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30407" y="337342"/>
                  <a:ext cx="1998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D7F22C-80CF-EDD1-4408-3735DCE92259}"/>
                    </a:ext>
                  </a:extLst>
                </p14:cNvPr>
                <p14:cNvContentPartPr/>
                <p14:nvPr/>
              </p14:nvContentPartPr>
              <p14:xfrm>
                <a:off x="7245887" y="491782"/>
                <a:ext cx="154440" cy="19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D7F22C-80CF-EDD1-4408-3735DCE922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27887" y="473782"/>
                  <a:ext cx="19008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C8B0019-B9DB-BCB9-214A-BEA8BA7A0164}"/>
                  </a:ext>
                </a:extLst>
              </p14:cNvPr>
              <p14:cNvContentPartPr/>
              <p14:nvPr/>
            </p14:nvContentPartPr>
            <p14:xfrm>
              <a:off x="7734407" y="313582"/>
              <a:ext cx="227160" cy="2660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C8B0019-B9DB-BCB9-214A-BEA8BA7A016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16767" y="295582"/>
                <a:ext cx="26280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521102F-0AE9-0345-32E8-F1FA80EFF7B0}"/>
              </a:ext>
            </a:extLst>
          </p:cNvPr>
          <p:cNvGrpSpPr/>
          <p:nvPr/>
        </p:nvGrpSpPr>
        <p:grpSpPr>
          <a:xfrm>
            <a:off x="8469167" y="229342"/>
            <a:ext cx="176760" cy="278280"/>
            <a:chOff x="8469167" y="229342"/>
            <a:chExt cx="17676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2908B8-85BD-30F1-D63E-0144F47C763D}"/>
                    </a:ext>
                  </a:extLst>
                </p14:cNvPr>
                <p14:cNvContentPartPr/>
                <p14:nvPr/>
              </p14:nvContentPartPr>
              <p14:xfrm>
                <a:off x="8469167" y="347422"/>
                <a:ext cx="41040" cy="159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2908B8-85BD-30F1-D63E-0144F47C763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51167" y="329422"/>
                  <a:ext cx="76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4DDEE7-63BA-D4B9-21BA-5D4B47FF5677}"/>
                    </a:ext>
                  </a:extLst>
                </p14:cNvPr>
                <p14:cNvContentPartPr/>
                <p14:nvPr/>
              </p14:nvContentPartPr>
              <p14:xfrm>
                <a:off x="8516687" y="351022"/>
                <a:ext cx="129240" cy="156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4DDEE7-63BA-D4B9-21BA-5D4B47FF56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99047" y="333382"/>
                  <a:ext cx="164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BA09EAC-8FDA-DC9A-0AE8-7AE4778914FC}"/>
                    </a:ext>
                  </a:extLst>
                </p14:cNvPr>
                <p14:cNvContentPartPr/>
                <p14:nvPr/>
              </p14:nvContentPartPr>
              <p14:xfrm>
                <a:off x="8519927" y="229342"/>
                <a:ext cx="10800" cy="32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BA09EAC-8FDA-DC9A-0AE8-7AE4778914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01927" y="211342"/>
                  <a:ext cx="464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23FD445-5E1C-556A-402A-11C427513C68}"/>
              </a:ext>
            </a:extLst>
          </p:cNvPr>
          <p:cNvGrpSpPr/>
          <p:nvPr/>
        </p:nvGrpSpPr>
        <p:grpSpPr>
          <a:xfrm>
            <a:off x="8928167" y="220702"/>
            <a:ext cx="1689840" cy="412920"/>
            <a:chOff x="8928167" y="220702"/>
            <a:chExt cx="168984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A1F5A19-873F-8796-811E-C7E4A8B27018}"/>
                    </a:ext>
                  </a:extLst>
                </p14:cNvPr>
                <p14:cNvContentPartPr/>
                <p14:nvPr/>
              </p14:nvContentPartPr>
              <p14:xfrm>
                <a:off x="8928167" y="348142"/>
                <a:ext cx="145440" cy="19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A1F5A19-873F-8796-811E-C7E4A8B2701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10527" y="330502"/>
                  <a:ext cx="181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7AB507-63AE-84F8-825B-889694AC7E39}"/>
                    </a:ext>
                  </a:extLst>
                </p14:cNvPr>
                <p14:cNvContentPartPr/>
                <p14:nvPr/>
              </p14:nvContentPartPr>
              <p14:xfrm>
                <a:off x="9110687" y="259942"/>
                <a:ext cx="613800" cy="316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7AB507-63AE-84F8-825B-889694AC7E3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93047" y="241942"/>
                  <a:ext cx="6494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A1786D-9E1F-C59D-EAE4-291958453104}"/>
                    </a:ext>
                  </a:extLst>
                </p14:cNvPr>
                <p14:cNvContentPartPr/>
                <p14:nvPr/>
              </p14:nvContentPartPr>
              <p14:xfrm>
                <a:off x="9798647" y="220702"/>
                <a:ext cx="205560" cy="344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A1786D-9E1F-C59D-EAE4-2919584531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81007" y="203062"/>
                  <a:ext cx="2412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685F3AD-7663-9B65-37AD-AB73251B159F}"/>
                    </a:ext>
                  </a:extLst>
                </p14:cNvPr>
                <p14:cNvContentPartPr/>
                <p14:nvPr/>
              </p14:nvContentPartPr>
              <p14:xfrm>
                <a:off x="10137767" y="461542"/>
                <a:ext cx="168480" cy="169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685F3AD-7663-9B65-37AD-AB73251B159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20127" y="443902"/>
                  <a:ext cx="204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88EA09A-F1B2-6788-02B3-5208832218BF}"/>
                    </a:ext>
                  </a:extLst>
                </p14:cNvPr>
                <p14:cNvContentPartPr/>
                <p14:nvPr/>
              </p14:nvContentPartPr>
              <p14:xfrm>
                <a:off x="10421087" y="469102"/>
                <a:ext cx="196920" cy="164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88EA09A-F1B2-6788-02B3-5208832218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03447" y="451462"/>
                  <a:ext cx="23256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70B32D3-92B3-0733-988E-86231A7E3DD5}"/>
              </a:ext>
            </a:extLst>
          </p:cNvPr>
          <p:cNvGrpSpPr/>
          <p:nvPr/>
        </p:nvGrpSpPr>
        <p:grpSpPr>
          <a:xfrm>
            <a:off x="10852367" y="303142"/>
            <a:ext cx="1352880" cy="331560"/>
            <a:chOff x="10852367" y="303142"/>
            <a:chExt cx="135288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717D5FB-06CE-30B7-040A-89EB0BFEDB52}"/>
                    </a:ext>
                  </a:extLst>
                </p14:cNvPr>
                <p14:cNvContentPartPr/>
                <p14:nvPr/>
              </p14:nvContentPartPr>
              <p14:xfrm>
                <a:off x="10852367" y="500782"/>
                <a:ext cx="30960" cy="124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717D5FB-06CE-30B7-040A-89EB0BFEDB5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34727" y="483142"/>
                  <a:ext cx="66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CA4ADA8-042D-2CFC-C881-19EFAD73C105}"/>
                    </a:ext>
                  </a:extLst>
                </p14:cNvPr>
                <p14:cNvContentPartPr/>
                <p14:nvPr/>
              </p14:nvContentPartPr>
              <p14:xfrm>
                <a:off x="10888007" y="349942"/>
                <a:ext cx="41040" cy="58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CA4ADA8-042D-2CFC-C881-19EFAD73C10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70367" y="332302"/>
                  <a:ext cx="76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CD9956-C2B6-70D3-655E-7AA2948F9D4D}"/>
                    </a:ext>
                  </a:extLst>
                </p14:cNvPr>
                <p14:cNvContentPartPr/>
                <p14:nvPr/>
              </p14:nvContentPartPr>
              <p14:xfrm>
                <a:off x="10929047" y="495022"/>
                <a:ext cx="184680" cy="130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CD9956-C2B6-70D3-655E-7AA2948F9D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11047" y="477022"/>
                  <a:ext cx="220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B527585-0E64-FDD1-8F39-53DA5EE6F06F}"/>
                    </a:ext>
                  </a:extLst>
                </p14:cNvPr>
                <p14:cNvContentPartPr/>
                <p14:nvPr/>
              </p14:nvContentPartPr>
              <p14:xfrm>
                <a:off x="11237567" y="303142"/>
                <a:ext cx="111960" cy="331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B527585-0E64-FDD1-8F39-53DA5EE6F0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19567" y="285142"/>
                  <a:ext cx="1476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80CC560-59BE-BDEF-2327-8317876BB335}"/>
                    </a:ext>
                  </a:extLst>
                </p14:cNvPr>
                <p14:cNvContentPartPr/>
                <p14:nvPr/>
              </p14:nvContentPartPr>
              <p14:xfrm>
                <a:off x="11198687" y="425902"/>
                <a:ext cx="187920" cy="23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80CC560-59BE-BDEF-2327-8317876BB3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180687" y="408262"/>
                  <a:ext cx="223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F1B3D8-2D7C-3583-BFC9-59931683F2D3}"/>
                    </a:ext>
                  </a:extLst>
                </p14:cNvPr>
                <p14:cNvContentPartPr/>
                <p14:nvPr/>
              </p14:nvContentPartPr>
              <p14:xfrm>
                <a:off x="11354207" y="458662"/>
                <a:ext cx="128880" cy="159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F1B3D8-2D7C-3583-BFC9-59931683F2D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36207" y="441022"/>
                  <a:ext cx="164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3034C0-FB7D-51E3-4A75-A5ADC78B5CC7}"/>
                    </a:ext>
                  </a:extLst>
                </p14:cNvPr>
                <p14:cNvContentPartPr/>
                <p14:nvPr/>
              </p14:nvContentPartPr>
              <p14:xfrm>
                <a:off x="11560487" y="448222"/>
                <a:ext cx="250200" cy="171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3034C0-FB7D-51E3-4A75-A5ADC78B5C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42487" y="430582"/>
                  <a:ext cx="285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AC30F7A-C5CE-08C5-FCA1-5F7F1CB6F8AA}"/>
                    </a:ext>
                  </a:extLst>
                </p14:cNvPr>
                <p14:cNvContentPartPr/>
                <p14:nvPr/>
              </p14:nvContentPartPr>
              <p14:xfrm>
                <a:off x="11778647" y="354982"/>
                <a:ext cx="50400" cy="34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AC30F7A-C5CE-08C5-FCA1-5F7F1CB6F8A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61007" y="336982"/>
                  <a:ext cx="86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5DF026-AAF0-C8D3-9CC9-7C23E39A7F26}"/>
                    </a:ext>
                  </a:extLst>
                </p14:cNvPr>
                <p14:cNvContentPartPr/>
                <p14:nvPr/>
              </p14:nvContentPartPr>
              <p14:xfrm>
                <a:off x="11871167" y="466582"/>
                <a:ext cx="100800" cy="146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5DF026-AAF0-C8D3-9CC9-7C23E39A7F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853527" y="448942"/>
                  <a:ext cx="136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8214F23-253E-26F6-84E5-DA0C32152EE0}"/>
                    </a:ext>
                  </a:extLst>
                </p14:cNvPr>
                <p14:cNvContentPartPr/>
                <p14:nvPr/>
              </p14:nvContentPartPr>
              <p14:xfrm>
                <a:off x="12002567" y="486742"/>
                <a:ext cx="202680" cy="142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8214F23-253E-26F6-84E5-DA0C32152EE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984927" y="468742"/>
                  <a:ext cx="23832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AAB88C9-0D4E-66F7-C8A9-80E9857F706F}"/>
              </a:ext>
            </a:extLst>
          </p:cNvPr>
          <p:cNvGrpSpPr/>
          <p:nvPr/>
        </p:nvGrpSpPr>
        <p:grpSpPr>
          <a:xfrm>
            <a:off x="3003647" y="1212142"/>
            <a:ext cx="254880" cy="596880"/>
            <a:chOff x="3003647" y="1212142"/>
            <a:chExt cx="254880" cy="5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36CD77-04F4-50A7-0A98-D094CBAD4219}"/>
                    </a:ext>
                  </a:extLst>
                </p14:cNvPr>
                <p14:cNvContentPartPr/>
                <p14:nvPr/>
              </p14:nvContentPartPr>
              <p14:xfrm>
                <a:off x="3025607" y="1272982"/>
                <a:ext cx="61920" cy="189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36CD77-04F4-50A7-0A98-D094CBAD421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07607" y="1255342"/>
                  <a:ext cx="97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589D34-1073-D524-EA26-FE3853EA87AA}"/>
                    </a:ext>
                  </a:extLst>
                </p14:cNvPr>
                <p14:cNvContentPartPr/>
                <p14:nvPr/>
              </p14:nvContentPartPr>
              <p14:xfrm>
                <a:off x="3006527" y="1212142"/>
                <a:ext cx="234000" cy="596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589D34-1073-D524-EA26-FE3853EA87A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88887" y="1194502"/>
                  <a:ext cx="26964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D30875-8B84-779F-AC30-6A0B4B96D74D}"/>
                    </a:ext>
                  </a:extLst>
                </p14:cNvPr>
                <p14:cNvContentPartPr/>
                <p14:nvPr/>
              </p14:nvContentPartPr>
              <p14:xfrm>
                <a:off x="3096167" y="1415542"/>
                <a:ext cx="162360" cy="113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D30875-8B84-779F-AC30-6A0B4B96D74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78527" y="1397902"/>
                  <a:ext cx="198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2F3A184-9468-9555-E12C-C8E80A65255D}"/>
                    </a:ext>
                  </a:extLst>
                </p14:cNvPr>
                <p14:cNvContentPartPr/>
                <p14:nvPr/>
              </p14:nvContentPartPr>
              <p14:xfrm>
                <a:off x="3003647" y="1232662"/>
                <a:ext cx="106920" cy="36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2F3A184-9468-9555-E12C-C8E80A65255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985647" y="1214662"/>
                  <a:ext cx="14256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9D7BA68-7C90-6FBB-6385-602008B2AF8B}"/>
              </a:ext>
            </a:extLst>
          </p:cNvPr>
          <p:cNvGrpSpPr/>
          <p:nvPr/>
        </p:nvGrpSpPr>
        <p:grpSpPr>
          <a:xfrm>
            <a:off x="3936767" y="1168942"/>
            <a:ext cx="1082160" cy="343440"/>
            <a:chOff x="3936767" y="1168942"/>
            <a:chExt cx="108216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6A57524-1B76-86F0-3FCF-06487044A26B}"/>
                    </a:ext>
                  </a:extLst>
                </p14:cNvPr>
                <p14:cNvContentPartPr/>
                <p14:nvPr/>
              </p14:nvContentPartPr>
              <p14:xfrm>
                <a:off x="3966647" y="1168942"/>
                <a:ext cx="1052280" cy="343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6A57524-1B76-86F0-3FCF-06487044A26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48647" y="1151302"/>
                  <a:ext cx="10879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0AA84E-D1A7-2A1C-2297-CD6E9345E3F2}"/>
                    </a:ext>
                  </a:extLst>
                </p14:cNvPr>
                <p14:cNvContentPartPr/>
                <p14:nvPr/>
              </p14:nvContentPartPr>
              <p14:xfrm>
                <a:off x="3936767" y="1252462"/>
                <a:ext cx="349920" cy="40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0AA84E-D1A7-2A1C-2297-CD6E9345E3F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19127" y="1234462"/>
                  <a:ext cx="3855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4AD34A1-6C62-52CA-DA51-6A12DDA54DB9}"/>
              </a:ext>
            </a:extLst>
          </p:cNvPr>
          <p:cNvGrpSpPr/>
          <p:nvPr/>
        </p:nvGrpSpPr>
        <p:grpSpPr>
          <a:xfrm>
            <a:off x="5612927" y="1112422"/>
            <a:ext cx="1171080" cy="327960"/>
            <a:chOff x="5612927" y="1112422"/>
            <a:chExt cx="117108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2E17531-E3F2-F8D0-7226-918428D781F1}"/>
                    </a:ext>
                  </a:extLst>
                </p14:cNvPr>
                <p14:cNvContentPartPr/>
                <p14:nvPr/>
              </p14:nvContentPartPr>
              <p14:xfrm>
                <a:off x="5612927" y="1285222"/>
                <a:ext cx="135000" cy="15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2E17531-E3F2-F8D0-7226-918428D781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94927" y="1267222"/>
                  <a:ext cx="170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70FBC9E-960E-26BE-648A-817D2BFEBB39}"/>
                    </a:ext>
                  </a:extLst>
                </p14:cNvPr>
                <p14:cNvContentPartPr/>
                <p14:nvPr/>
              </p14:nvContentPartPr>
              <p14:xfrm>
                <a:off x="5823167" y="1248142"/>
                <a:ext cx="422640" cy="192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70FBC9E-960E-26BE-648A-817D2BFEBB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05527" y="1230502"/>
                  <a:ext cx="458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553610C-FD6C-21F2-6942-2E9349D48DFF}"/>
                    </a:ext>
                  </a:extLst>
                </p14:cNvPr>
                <p14:cNvContentPartPr/>
                <p14:nvPr/>
              </p14:nvContentPartPr>
              <p14:xfrm>
                <a:off x="6258767" y="1143022"/>
                <a:ext cx="50400" cy="20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553610C-FD6C-21F2-6942-2E9349D48D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40767" y="1125022"/>
                  <a:ext cx="86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AD94B9C-8003-D8B0-D9AB-7E97EDDEB4C7}"/>
                    </a:ext>
                  </a:extLst>
                </p14:cNvPr>
                <p14:cNvContentPartPr/>
                <p14:nvPr/>
              </p14:nvContentPartPr>
              <p14:xfrm>
                <a:off x="6330047" y="1230862"/>
                <a:ext cx="109080" cy="158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AD94B9C-8003-D8B0-D9AB-7E97EDDEB4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12047" y="1212862"/>
                  <a:ext cx="144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8570456-3420-F5A9-7B1F-09ACF81D677E}"/>
                    </a:ext>
                  </a:extLst>
                </p14:cNvPr>
                <p14:cNvContentPartPr/>
                <p14:nvPr/>
              </p14:nvContentPartPr>
              <p14:xfrm>
                <a:off x="6565487" y="1112422"/>
                <a:ext cx="64440" cy="236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8570456-3420-F5A9-7B1F-09ACF81D67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547847" y="1094782"/>
                  <a:ext cx="1000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BFAAAE5-C6F7-F44C-6AD6-81A69C8E9E02}"/>
                    </a:ext>
                  </a:extLst>
                </p14:cNvPr>
                <p14:cNvContentPartPr/>
                <p14:nvPr/>
              </p14:nvContentPartPr>
              <p14:xfrm>
                <a:off x="6625607" y="1230862"/>
                <a:ext cx="158400" cy="159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BFAAAE5-C6F7-F44C-6AD6-81A69C8E9E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07607" y="1212862"/>
                  <a:ext cx="194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6148C65-CCC6-428A-CCD8-C8293328C3FA}"/>
                    </a:ext>
                  </a:extLst>
                </p14:cNvPr>
                <p14:cNvContentPartPr/>
                <p14:nvPr/>
              </p14:nvContentPartPr>
              <p14:xfrm>
                <a:off x="6470447" y="1133662"/>
                <a:ext cx="282240" cy="74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6148C65-CCC6-428A-CCD8-C8293328C3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52447" y="1115662"/>
                  <a:ext cx="31788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E222434-8579-8D4B-CFB3-494566929E23}"/>
              </a:ext>
            </a:extLst>
          </p:cNvPr>
          <p:cNvGrpSpPr/>
          <p:nvPr/>
        </p:nvGrpSpPr>
        <p:grpSpPr>
          <a:xfrm>
            <a:off x="7463687" y="1127182"/>
            <a:ext cx="537840" cy="232920"/>
            <a:chOff x="7463687" y="1127182"/>
            <a:chExt cx="53784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75B8704-504D-9DB3-B4B3-EE50DC73D634}"/>
                    </a:ext>
                  </a:extLst>
                </p14:cNvPr>
                <p14:cNvContentPartPr/>
                <p14:nvPr/>
              </p14:nvContentPartPr>
              <p14:xfrm>
                <a:off x="7463687" y="1127182"/>
                <a:ext cx="207720" cy="232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5B8704-504D-9DB3-B4B3-EE50DC73D6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45687" y="1109542"/>
                  <a:ext cx="243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C131BB8-F72E-1E4C-0237-ADFDD0944C6C}"/>
                    </a:ext>
                  </a:extLst>
                </p14:cNvPr>
                <p14:cNvContentPartPr/>
                <p14:nvPr/>
              </p14:nvContentPartPr>
              <p14:xfrm>
                <a:off x="7795247" y="1138342"/>
                <a:ext cx="206280" cy="165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C131BB8-F72E-1E4C-0237-ADFDD0944C6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77247" y="1120342"/>
                  <a:ext cx="24192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CA5EE92-164E-3FCB-BECD-46328D61F25C}"/>
              </a:ext>
            </a:extLst>
          </p:cNvPr>
          <p:cNvGrpSpPr/>
          <p:nvPr/>
        </p:nvGrpSpPr>
        <p:grpSpPr>
          <a:xfrm>
            <a:off x="8391047" y="920902"/>
            <a:ext cx="1377720" cy="366840"/>
            <a:chOff x="8391047" y="920902"/>
            <a:chExt cx="137772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1E4547-B612-8337-4648-38252C282EFD}"/>
                    </a:ext>
                  </a:extLst>
                </p14:cNvPr>
                <p14:cNvContentPartPr/>
                <p14:nvPr/>
              </p14:nvContentPartPr>
              <p14:xfrm>
                <a:off x="8391047" y="985702"/>
                <a:ext cx="239040" cy="260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1E4547-B612-8337-4648-38252C282EF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73047" y="968062"/>
                  <a:ext cx="274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CF2AB46-61A2-317E-9CFC-A21BB659BF1B}"/>
                    </a:ext>
                  </a:extLst>
                </p14:cNvPr>
                <p14:cNvContentPartPr/>
                <p14:nvPr/>
              </p14:nvContentPartPr>
              <p14:xfrm>
                <a:off x="8428127" y="1139422"/>
                <a:ext cx="181800" cy="37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CF2AB46-61A2-317E-9CFC-A21BB659BF1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10487" y="1121782"/>
                  <a:ext cx="217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1C90AF5-2BB8-FC0C-B3A1-7A62277E9F39}"/>
                    </a:ext>
                  </a:extLst>
                </p14:cNvPr>
                <p14:cNvContentPartPr/>
                <p14:nvPr/>
              </p14:nvContentPartPr>
              <p14:xfrm>
                <a:off x="8705327" y="1162102"/>
                <a:ext cx="116280" cy="20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1C90AF5-2BB8-FC0C-B3A1-7A62277E9F3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687687" y="1144102"/>
                  <a:ext cx="151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325131D-B099-7E64-6C0C-431D1C3E8664}"/>
                    </a:ext>
                  </a:extLst>
                </p14:cNvPr>
                <p14:cNvContentPartPr/>
                <p14:nvPr/>
              </p14:nvContentPartPr>
              <p14:xfrm>
                <a:off x="8999807" y="1095142"/>
                <a:ext cx="188280" cy="146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325131D-B099-7E64-6C0C-431D1C3E866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82167" y="1077142"/>
                  <a:ext cx="223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0E1BAA2-3111-A92A-ACA7-D3667AB09BF5}"/>
                    </a:ext>
                  </a:extLst>
                </p14:cNvPr>
                <p14:cNvContentPartPr/>
                <p14:nvPr/>
              </p14:nvContentPartPr>
              <p14:xfrm>
                <a:off x="9259007" y="952222"/>
                <a:ext cx="182880" cy="318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0E1BAA2-3111-A92A-ACA7-D3667AB09BF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41007" y="934582"/>
                  <a:ext cx="2185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C91EB7-927F-33A7-08AF-10C46BD261F8}"/>
                    </a:ext>
                  </a:extLst>
                </p14:cNvPr>
                <p14:cNvContentPartPr/>
                <p14:nvPr/>
              </p14:nvContentPartPr>
              <p14:xfrm>
                <a:off x="9543047" y="920902"/>
                <a:ext cx="225720" cy="366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C91EB7-927F-33A7-08AF-10C46BD261F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25047" y="903262"/>
                  <a:ext cx="261360" cy="40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D69A5C5-77EE-316C-6613-5308298B79BB}"/>
                  </a:ext>
                </a:extLst>
              </p14:cNvPr>
              <p14:cNvContentPartPr/>
              <p14:nvPr/>
            </p14:nvContentPartPr>
            <p14:xfrm>
              <a:off x="10020407" y="904342"/>
              <a:ext cx="325440" cy="3880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D69A5C5-77EE-316C-6613-5308298B79B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002767" y="886702"/>
                <a:ext cx="361080" cy="42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CF82545F-059E-A26A-AF24-5B1AF01C165C}"/>
              </a:ext>
            </a:extLst>
          </p:cNvPr>
          <p:cNvGrpSpPr/>
          <p:nvPr/>
        </p:nvGrpSpPr>
        <p:grpSpPr>
          <a:xfrm>
            <a:off x="10766687" y="988222"/>
            <a:ext cx="938160" cy="651600"/>
            <a:chOff x="10766687" y="988222"/>
            <a:chExt cx="938160" cy="6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A13C345-ACAC-64A1-9BB7-5D5A2C8097E8}"/>
                    </a:ext>
                  </a:extLst>
                </p14:cNvPr>
                <p14:cNvContentPartPr/>
                <p14:nvPr/>
              </p14:nvContentPartPr>
              <p14:xfrm>
                <a:off x="10766687" y="988222"/>
                <a:ext cx="488160" cy="651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A13C345-ACAC-64A1-9BB7-5D5A2C8097E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48687" y="970582"/>
                  <a:ext cx="52380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B6F604A-BCC2-DAAE-5450-CE348620D4B7}"/>
                    </a:ext>
                  </a:extLst>
                </p14:cNvPr>
                <p14:cNvContentPartPr/>
                <p14:nvPr/>
              </p14:nvContentPartPr>
              <p14:xfrm>
                <a:off x="11434847" y="1077502"/>
                <a:ext cx="270000" cy="192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B6F604A-BCC2-DAAE-5450-CE348620D4B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16847" y="1059502"/>
                  <a:ext cx="30564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176E168-4520-D483-4D36-DFDD11EE1286}"/>
              </a:ext>
            </a:extLst>
          </p:cNvPr>
          <p:cNvGrpSpPr/>
          <p:nvPr/>
        </p:nvGrpSpPr>
        <p:grpSpPr>
          <a:xfrm>
            <a:off x="134447" y="1111702"/>
            <a:ext cx="2464200" cy="1199520"/>
            <a:chOff x="134447" y="1111702"/>
            <a:chExt cx="2464200" cy="11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A121CFC-BA89-4E7D-C198-C27273E49DB3}"/>
                    </a:ext>
                  </a:extLst>
                </p14:cNvPr>
                <p14:cNvContentPartPr/>
                <p14:nvPr/>
              </p14:nvContentPartPr>
              <p14:xfrm>
                <a:off x="134447" y="1120702"/>
                <a:ext cx="254520" cy="664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A121CFC-BA89-4E7D-C198-C27273E49DB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447" y="1102702"/>
                  <a:ext cx="29016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E8B6155-BFFA-74B0-B643-36035830D5CE}"/>
                    </a:ext>
                  </a:extLst>
                </p14:cNvPr>
                <p14:cNvContentPartPr/>
                <p14:nvPr/>
              </p14:nvContentPartPr>
              <p14:xfrm>
                <a:off x="440447" y="1326262"/>
                <a:ext cx="88920" cy="131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E8B6155-BFFA-74B0-B643-36035830D5C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2807" y="1308262"/>
                  <a:ext cx="124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03AEC16-8B42-9E97-752B-9A870BA8E76A}"/>
                    </a:ext>
                  </a:extLst>
                </p14:cNvPr>
                <p14:cNvContentPartPr/>
                <p14:nvPr/>
              </p14:nvContentPartPr>
              <p14:xfrm>
                <a:off x="638447" y="1308262"/>
                <a:ext cx="10440" cy="159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03AEC16-8B42-9E97-752B-9A870BA8E76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0447" y="1290262"/>
                  <a:ext cx="46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2884CE-424B-42AF-5D45-C431E47C9BBE}"/>
                    </a:ext>
                  </a:extLst>
                </p14:cNvPr>
                <p14:cNvContentPartPr/>
                <p14:nvPr/>
              </p14:nvContentPartPr>
              <p14:xfrm>
                <a:off x="671927" y="1208902"/>
                <a:ext cx="37440" cy="24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2884CE-424B-42AF-5D45-C431E47C9BB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3927" y="1191262"/>
                  <a:ext cx="73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12E1B6F-7823-B20C-AD1C-F135F9116573}"/>
                    </a:ext>
                  </a:extLst>
                </p14:cNvPr>
                <p14:cNvContentPartPr/>
                <p14:nvPr/>
              </p14:nvContentPartPr>
              <p14:xfrm>
                <a:off x="692087" y="1303582"/>
                <a:ext cx="149760" cy="104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12E1B6F-7823-B20C-AD1C-F135F911657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4447" y="1285942"/>
                  <a:ext cx="185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36AE4A-204D-1E0F-D5ED-D1A0D5B532EB}"/>
                    </a:ext>
                  </a:extLst>
                </p14:cNvPr>
                <p14:cNvContentPartPr/>
                <p14:nvPr/>
              </p14:nvContentPartPr>
              <p14:xfrm>
                <a:off x="1029407" y="1147342"/>
                <a:ext cx="64080" cy="278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36AE4A-204D-1E0F-D5ED-D1A0D5B532E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1407" y="1129702"/>
                  <a:ext cx="99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16453D-0A74-A22B-3DDE-FB3CE685F8C2}"/>
                    </a:ext>
                  </a:extLst>
                </p14:cNvPr>
                <p14:cNvContentPartPr/>
                <p14:nvPr/>
              </p14:nvContentPartPr>
              <p14:xfrm>
                <a:off x="1011767" y="1267222"/>
                <a:ext cx="114120" cy="16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16453D-0A74-A22B-3DDE-FB3CE685F8C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94127" y="1249222"/>
                  <a:ext cx="149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D094AB-4BC4-A7DF-F8AE-3E3012D1E072}"/>
                    </a:ext>
                  </a:extLst>
                </p14:cNvPr>
                <p14:cNvContentPartPr/>
                <p14:nvPr/>
              </p14:nvContentPartPr>
              <p14:xfrm>
                <a:off x="1472927" y="1111702"/>
                <a:ext cx="376560" cy="668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D094AB-4BC4-A7DF-F8AE-3E3012D1E0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55287" y="1094062"/>
                  <a:ext cx="41220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1A11FB7-42A5-B68C-CE94-BDF22295B769}"/>
                    </a:ext>
                  </a:extLst>
                </p14:cNvPr>
                <p14:cNvContentPartPr/>
                <p14:nvPr/>
              </p14:nvContentPartPr>
              <p14:xfrm>
                <a:off x="2314607" y="1142662"/>
                <a:ext cx="200520" cy="315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1A11FB7-42A5-B68C-CE94-BDF22295B76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96967" y="1125022"/>
                  <a:ext cx="2361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66CCC81-61B1-BB0C-8D0E-98BFD71A8DD7}"/>
                    </a:ext>
                  </a:extLst>
                </p14:cNvPr>
                <p14:cNvContentPartPr/>
                <p14:nvPr/>
              </p14:nvContentPartPr>
              <p14:xfrm>
                <a:off x="238847" y="2053102"/>
                <a:ext cx="307440" cy="258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66CCC81-61B1-BB0C-8D0E-98BFD71A8DD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1207" y="2035102"/>
                  <a:ext cx="3430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4FA6D4F-93E7-593C-5BFC-9253FCDBBF61}"/>
                    </a:ext>
                  </a:extLst>
                </p14:cNvPr>
                <p14:cNvContentPartPr/>
                <p14:nvPr/>
              </p14:nvContentPartPr>
              <p14:xfrm>
                <a:off x="643487" y="2081902"/>
                <a:ext cx="126360" cy="145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4FA6D4F-93E7-593C-5BFC-9253FCDBBF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5487" y="2063902"/>
                  <a:ext cx="1620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F6A4F13-7EE7-D208-0B46-D4E222675580}"/>
                    </a:ext>
                  </a:extLst>
                </p14:cNvPr>
                <p14:cNvContentPartPr/>
                <p14:nvPr/>
              </p14:nvContentPartPr>
              <p14:xfrm>
                <a:off x="814127" y="1987942"/>
                <a:ext cx="409320" cy="270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F6A4F13-7EE7-D208-0B46-D4E22267558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6127" y="1969942"/>
                  <a:ext cx="444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48F0DEE-F5D8-7E00-C1F5-0CDE3CE92108}"/>
                    </a:ext>
                  </a:extLst>
                </p14:cNvPr>
                <p14:cNvContentPartPr/>
                <p14:nvPr/>
              </p14:nvContentPartPr>
              <p14:xfrm>
                <a:off x="1547807" y="1936462"/>
                <a:ext cx="480600" cy="293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48F0DEE-F5D8-7E00-C1F5-0CDE3CE9210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530167" y="1918462"/>
                  <a:ext cx="5162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0B0CBE4-AD6E-BDAC-E95B-04341F0A9CA9}"/>
                    </a:ext>
                  </a:extLst>
                </p14:cNvPr>
                <p14:cNvContentPartPr/>
                <p14:nvPr/>
              </p14:nvContentPartPr>
              <p14:xfrm>
                <a:off x="2078807" y="1893622"/>
                <a:ext cx="444600" cy="277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0B0CBE4-AD6E-BDAC-E95B-04341F0A9C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60807" y="1875982"/>
                  <a:ext cx="4802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B52FA8C-9706-E079-E4CF-12476465135A}"/>
                    </a:ext>
                  </a:extLst>
                </p14:cNvPr>
                <p14:cNvContentPartPr/>
                <p14:nvPr/>
              </p14:nvContentPartPr>
              <p14:xfrm>
                <a:off x="2398487" y="1931422"/>
                <a:ext cx="200160" cy="15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B52FA8C-9706-E079-E4CF-1247646513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80847" y="1913422"/>
                  <a:ext cx="235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27D4354-696F-EB22-A489-309B0C9FDDB7}"/>
                    </a:ext>
                  </a:extLst>
                </p14:cNvPr>
                <p14:cNvContentPartPr/>
                <p14:nvPr/>
              </p14:nvContentPartPr>
              <p14:xfrm>
                <a:off x="1717727" y="1982902"/>
                <a:ext cx="214200" cy="22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27D4354-696F-EB22-A489-309B0C9FDD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99727" y="1964902"/>
                  <a:ext cx="24984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6C10A0F-717B-C993-B755-408BC5819E36}"/>
                  </a:ext>
                </a:extLst>
              </p14:cNvPr>
              <p14:cNvContentPartPr/>
              <p14:nvPr/>
            </p14:nvContentPartPr>
            <p14:xfrm>
              <a:off x="3278687" y="1799662"/>
              <a:ext cx="671040" cy="3430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6C10A0F-717B-C993-B755-408BC5819E3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260687" y="1782022"/>
                <a:ext cx="706680" cy="37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F9FECEC-B001-99FF-D16C-C1C403C9C175}"/>
              </a:ext>
            </a:extLst>
          </p:cNvPr>
          <p:cNvGrpSpPr/>
          <p:nvPr/>
        </p:nvGrpSpPr>
        <p:grpSpPr>
          <a:xfrm>
            <a:off x="4374167" y="1831702"/>
            <a:ext cx="758520" cy="340560"/>
            <a:chOff x="4374167" y="1831702"/>
            <a:chExt cx="75852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1D00B23-6AED-E5DA-1B70-84F100D14CB8}"/>
                    </a:ext>
                  </a:extLst>
                </p14:cNvPr>
                <p14:cNvContentPartPr/>
                <p14:nvPr/>
              </p14:nvContentPartPr>
              <p14:xfrm>
                <a:off x="4374167" y="1831702"/>
                <a:ext cx="758520" cy="34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1D00B23-6AED-E5DA-1B70-84F100D14CB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56527" y="1813702"/>
                  <a:ext cx="7941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E7C21AA-09A6-C35A-C387-D6CD66828176}"/>
                    </a:ext>
                  </a:extLst>
                </p14:cNvPr>
                <p14:cNvContentPartPr/>
                <p14:nvPr/>
              </p14:nvContentPartPr>
              <p14:xfrm>
                <a:off x="4549847" y="1969222"/>
                <a:ext cx="244080" cy="33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E7C21AA-09A6-C35A-C387-D6CD6682817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31847" y="1951222"/>
                  <a:ext cx="27972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AD17E73-4FCE-F34E-123F-4E456C35DE1B}"/>
              </a:ext>
            </a:extLst>
          </p:cNvPr>
          <p:cNvGrpSpPr/>
          <p:nvPr/>
        </p:nvGrpSpPr>
        <p:grpSpPr>
          <a:xfrm>
            <a:off x="5548127" y="1752502"/>
            <a:ext cx="937800" cy="369360"/>
            <a:chOff x="5548127" y="1752502"/>
            <a:chExt cx="93780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91D5051-5FDB-06F3-8250-C098B3D93C66}"/>
                    </a:ext>
                  </a:extLst>
                </p14:cNvPr>
                <p14:cNvContentPartPr/>
                <p14:nvPr/>
              </p14:nvContentPartPr>
              <p14:xfrm>
                <a:off x="5548127" y="1949062"/>
                <a:ext cx="270720" cy="172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91D5051-5FDB-06F3-8250-C098B3D93C6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30127" y="1931422"/>
                  <a:ext cx="306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9583DA4-59E9-5E41-FB91-30F086EF64A8}"/>
                    </a:ext>
                  </a:extLst>
                </p14:cNvPr>
                <p14:cNvContentPartPr/>
                <p14:nvPr/>
              </p14:nvContentPartPr>
              <p14:xfrm>
                <a:off x="5940887" y="1773742"/>
                <a:ext cx="176760" cy="345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9583DA4-59E9-5E41-FB91-30F086EF64A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23247" y="1755742"/>
                  <a:ext cx="2124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3FE85D-A629-14C3-A22B-C9B02B6E4CB5}"/>
                    </a:ext>
                  </a:extLst>
                </p14:cNvPr>
                <p14:cNvContentPartPr/>
                <p14:nvPr/>
              </p14:nvContentPartPr>
              <p14:xfrm>
                <a:off x="6226007" y="1752502"/>
                <a:ext cx="259920" cy="357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3FE85D-A629-14C3-A22B-C9B02B6E4CB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08367" y="1734502"/>
                  <a:ext cx="295560" cy="39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BB667C1-207F-5B03-7A64-AED2FB675990}"/>
                  </a:ext>
                </a:extLst>
              </p14:cNvPr>
              <p14:cNvContentPartPr/>
              <p14:nvPr/>
            </p14:nvContentPartPr>
            <p14:xfrm>
              <a:off x="7020167" y="1729822"/>
              <a:ext cx="361080" cy="8262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BB667C1-207F-5B03-7A64-AED2FB67599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002167" y="1711822"/>
                <a:ext cx="39672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44B40C3-34AA-1187-BF8F-842D8C1FB3F2}"/>
                  </a:ext>
                </a:extLst>
              </p14:cNvPr>
              <p14:cNvContentPartPr/>
              <p14:nvPr/>
            </p14:nvContentPartPr>
            <p14:xfrm>
              <a:off x="7747367" y="1855462"/>
              <a:ext cx="276840" cy="1821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44B40C3-34AA-1187-BF8F-842D8C1FB3F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729727" y="1837462"/>
                <a:ext cx="312480" cy="21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00A2E57-156B-3201-B32E-3BEC44F65675}"/>
              </a:ext>
            </a:extLst>
          </p:cNvPr>
          <p:cNvGrpSpPr/>
          <p:nvPr/>
        </p:nvGrpSpPr>
        <p:grpSpPr>
          <a:xfrm>
            <a:off x="8654207" y="1708942"/>
            <a:ext cx="1221480" cy="712080"/>
            <a:chOff x="8654207" y="1708942"/>
            <a:chExt cx="1221480" cy="71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9598149-4789-BEEF-F0E2-668B0E239C6F}"/>
                    </a:ext>
                  </a:extLst>
                </p14:cNvPr>
                <p14:cNvContentPartPr/>
                <p14:nvPr/>
              </p14:nvContentPartPr>
              <p14:xfrm>
                <a:off x="8654207" y="1708942"/>
                <a:ext cx="215640" cy="329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9598149-4789-BEEF-F0E2-668B0E239C6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36207" y="1690942"/>
                  <a:ext cx="2512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B07F8A-AAC5-EDD7-A01F-52E11FD5A6A4}"/>
                    </a:ext>
                  </a:extLst>
                </p14:cNvPr>
                <p14:cNvContentPartPr/>
                <p14:nvPr/>
              </p14:nvContentPartPr>
              <p14:xfrm>
                <a:off x="8908367" y="1902982"/>
                <a:ext cx="163800" cy="169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B07F8A-AAC5-EDD7-A01F-52E11FD5A6A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890367" y="1885342"/>
                  <a:ext cx="199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360D2F5-8426-2C88-039D-D73502676A6C}"/>
                    </a:ext>
                  </a:extLst>
                </p14:cNvPr>
                <p14:cNvContentPartPr/>
                <p14:nvPr/>
              </p14:nvContentPartPr>
              <p14:xfrm>
                <a:off x="9119687" y="1724062"/>
                <a:ext cx="96840" cy="346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360D2F5-8426-2C88-039D-D73502676A6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02047" y="1706062"/>
                  <a:ext cx="1324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FE71BC9-35B6-C177-399A-605001C7F207}"/>
                    </a:ext>
                  </a:extLst>
                </p14:cNvPr>
                <p14:cNvContentPartPr/>
                <p14:nvPr/>
              </p14:nvContentPartPr>
              <p14:xfrm>
                <a:off x="9184847" y="1895422"/>
                <a:ext cx="165960" cy="174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FE71BC9-35B6-C177-399A-605001C7F20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67207" y="1877782"/>
                  <a:ext cx="201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F98CB78-701B-8D5D-CBF9-291097E55908}"/>
                    </a:ext>
                  </a:extLst>
                </p14:cNvPr>
                <p14:cNvContentPartPr/>
                <p14:nvPr/>
              </p14:nvContentPartPr>
              <p14:xfrm>
                <a:off x="9443327" y="1907302"/>
                <a:ext cx="172440" cy="145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F98CB78-701B-8D5D-CBF9-291097E5590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25327" y="1889662"/>
                  <a:ext cx="208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65A2C7E-CDCD-905E-B36A-9B72723060D3}"/>
                    </a:ext>
                  </a:extLst>
                </p14:cNvPr>
                <p14:cNvContentPartPr/>
                <p14:nvPr/>
              </p14:nvContentPartPr>
              <p14:xfrm>
                <a:off x="9467447" y="1895062"/>
                <a:ext cx="408240" cy="525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65A2C7E-CDCD-905E-B36A-9B72723060D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49447" y="1877062"/>
                  <a:ext cx="443880" cy="56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A73153A-C831-22A7-3BFA-014641C53C8B}"/>
              </a:ext>
            </a:extLst>
          </p:cNvPr>
          <p:cNvGrpSpPr/>
          <p:nvPr/>
        </p:nvGrpSpPr>
        <p:grpSpPr>
          <a:xfrm>
            <a:off x="10130207" y="1715062"/>
            <a:ext cx="455040" cy="351000"/>
            <a:chOff x="10130207" y="1715062"/>
            <a:chExt cx="45504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A64D6ED-7E53-D066-6E85-C67D6E56BA36}"/>
                    </a:ext>
                  </a:extLst>
                </p14:cNvPr>
                <p14:cNvContentPartPr/>
                <p14:nvPr/>
              </p14:nvContentPartPr>
              <p14:xfrm>
                <a:off x="10130207" y="1715062"/>
                <a:ext cx="455040" cy="351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A64D6ED-7E53-D066-6E85-C67D6E56BA3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112567" y="1697062"/>
                  <a:ext cx="4906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809AD71-52D1-55B5-6971-8FACA0B5E5E9}"/>
                    </a:ext>
                  </a:extLst>
                </p14:cNvPr>
                <p14:cNvContentPartPr/>
                <p14:nvPr/>
              </p14:nvContentPartPr>
              <p14:xfrm>
                <a:off x="10189247" y="1807582"/>
                <a:ext cx="243360" cy="38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809AD71-52D1-55B5-6971-8FACA0B5E5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71607" y="1789942"/>
                  <a:ext cx="2790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C6209A3-6E74-2D2F-D9EE-44F021A33CD9}"/>
                  </a:ext>
                </a:extLst>
              </p14:cNvPr>
              <p14:cNvContentPartPr/>
              <p14:nvPr/>
            </p14:nvContentPartPr>
            <p14:xfrm>
              <a:off x="10833287" y="1743862"/>
              <a:ext cx="243720" cy="312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C6209A3-6E74-2D2F-D9EE-44F021A33CD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815287" y="1726222"/>
                <a:ext cx="27936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79EC0C2-FE89-B305-663E-320C87BF983D}"/>
              </a:ext>
            </a:extLst>
          </p:cNvPr>
          <p:cNvGrpSpPr/>
          <p:nvPr/>
        </p:nvGrpSpPr>
        <p:grpSpPr>
          <a:xfrm>
            <a:off x="387887" y="2675182"/>
            <a:ext cx="530640" cy="294840"/>
            <a:chOff x="387887" y="2675182"/>
            <a:chExt cx="53064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85778D4-96BF-0348-1FC3-3F73721A809C}"/>
                    </a:ext>
                  </a:extLst>
                </p14:cNvPr>
                <p14:cNvContentPartPr/>
                <p14:nvPr/>
              </p14:nvContentPartPr>
              <p14:xfrm>
                <a:off x="387887" y="2801542"/>
                <a:ext cx="16920" cy="168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85778D4-96BF-0348-1FC3-3F73721A809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9887" y="2783902"/>
                  <a:ext cx="52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12D643D-6C4C-FCB9-7053-868414CA2895}"/>
                    </a:ext>
                  </a:extLst>
                </p14:cNvPr>
                <p14:cNvContentPartPr/>
                <p14:nvPr/>
              </p14:nvContentPartPr>
              <p14:xfrm>
                <a:off x="417767" y="2675182"/>
                <a:ext cx="13320" cy="56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12D643D-6C4C-FCB9-7053-868414CA289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9767" y="2657542"/>
                  <a:ext cx="48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ED1150F-26D3-DC6A-0B6B-FD1922F5E946}"/>
                    </a:ext>
                  </a:extLst>
                </p14:cNvPr>
                <p14:cNvContentPartPr/>
                <p14:nvPr/>
              </p14:nvContentPartPr>
              <p14:xfrm>
                <a:off x="533687" y="2748622"/>
                <a:ext cx="131400" cy="183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ED1150F-26D3-DC6A-0B6B-FD1922F5E9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16047" y="2730982"/>
                  <a:ext cx="167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0AD3238-BA68-C0E9-54BE-378E06C02BBA}"/>
                    </a:ext>
                  </a:extLst>
                </p14:cNvPr>
                <p14:cNvContentPartPr/>
                <p14:nvPr/>
              </p14:nvContentPartPr>
              <p14:xfrm>
                <a:off x="472847" y="2932222"/>
                <a:ext cx="81720" cy="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0AD3238-BA68-C0E9-54BE-378E06C02BB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5207" y="2914222"/>
                  <a:ext cx="117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AFD781D-0487-449D-B741-5A501348BCEE}"/>
                    </a:ext>
                  </a:extLst>
                </p14:cNvPr>
                <p14:cNvContentPartPr/>
                <p14:nvPr/>
              </p14:nvContentPartPr>
              <p14:xfrm>
                <a:off x="890087" y="2905582"/>
                <a:ext cx="28440" cy="15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AFD781D-0487-449D-B741-5A501348BCE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72447" y="2887582"/>
                  <a:ext cx="640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DDCD47E-BD61-D875-E8CF-C04EDA244007}"/>
              </a:ext>
            </a:extLst>
          </p:cNvPr>
          <p:cNvGrpSpPr/>
          <p:nvPr/>
        </p:nvGrpSpPr>
        <p:grpSpPr>
          <a:xfrm>
            <a:off x="1438367" y="2535502"/>
            <a:ext cx="956520" cy="376200"/>
            <a:chOff x="1438367" y="2535502"/>
            <a:chExt cx="95652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F8DC545-F8C7-DDA0-5ECB-F5205010AE9E}"/>
                    </a:ext>
                  </a:extLst>
                </p14:cNvPr>
                <p14:cNvContentPartPr/>
                <p14:nvPr/>
              </p14:nvContentPartPr>
              <p14:xfrm>
                <a:off x="1438367" y="2590582"/>
                <a:ext cx="234720" cy="321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F8DC545-F8C7-DDA0-5ECB-F5205010AE9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420727" y="2572582"/>
                  <a:ext cx="2703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5A302CD-F549-043D-9737-33EE061CF6B5}"/>
                    </a:ext>
                  </a:extLst>
                </p14:cNvPr>
                <p14:cNvContentPartPr/>
                <p14:nvPr/>
              </p14:nvContentPartPr>
              <p14:xfrm>
                <a:off x="1849127" y="2585182"/>
                <a:ext cx="199800" cy="260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5A302CD-F549-043D-9737-33EE061CF6B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831487" y="2567542"/>
                  <a:ext cx="235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9DFFC4B-96DD-702F-171A-B05C112305EF}"/>
                    </a:ext>
                  </a:extLst>
                </p14:cNvPr>
                <p14:cNvContentPartPr/>
                <p14:nvPr/>
              </p14:nvContentPartPr>
              <p14:xfrm>
                <a:off x="2199407" y="2535502"/>
                <a:ext cx="195480" cy="356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9DFFC4B-96DD-702F-171A-B05C112305E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181767" y="2517502"/>
                  <a:ext cx="231120" cy="39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22A1B5D-0463-E374-B796-8D7424A0D7C0}"/>
              </a:ext>
            </a:extLst>
          </p:cNvPr>
          <p:cNvGrpSpPr/>
          <p:nvPr/>
        </p:nvGrpSpPr>
        <p:grpSpPr>
          <a:xfrm>
            <a:off x="215807" y="3441262"/>
            <a:ext cx="720000" cy="534960"/>
            <a:chOff x="215807" y="3441262"/>
            <a:chExt cx="72000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C6024BD-2879-A262-B6ED-0B68261F0E03}"/>
                    </a:ext>
                  </a:extLst>
                </p14:cNvPr>
                <p14:cNvContentPartPr/>
                <p14:nvPr/>
              </p14:nvContentPartPr>
              <p14:xfrm>
                <a:off x="215807" y="3441262"/>
                <a:ext cx="162720" cy="218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C6024BD-2879-A262-B6ED-0B68261F0E0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8167" y="3423262"/>
                  <a:ext cx="1983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EE10CDB-7BAE-EB37-2A5E-C0EE7665F30B}"/>
                    </a:ext>
                  </a:extLst>
                </p14:cNvPr>
                <p14:cNvContentPartPr/>
                <p14:nvPr/>
              </p14:nvContentPartPr>
              <p14:xfrm>
                <a:off x="453047" y="3512902"/>
                <a:ext cx="9000" cy="25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EE10CDB-7BAE-EB37-2A5E-C0EE7665F30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5407" y="3495262"/>
                  <a:ext cx="44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A94838F-430E-6483-04D3-FCD47FBF0B94}"/>
                    </a:ext>
                  </a:extLst>
                </p14:cNvPr>
                <p14:cNvContentPartPr/>
                <p14:nvPr/>
              </p14:nvContentPartPr>
              <p14:xfrm>
                <a:off x="502007" y="3452782"/>
                <a:ext cx="187560" cy="523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A94838F-430E-6483-04D3-FCD47FBF0B9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4007" y="3435142"/>
                  <a:ext cx="2232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1D63B82-C3C0-E981-C6F5-07E059287845}"/>
                    </a:ext>
                  </a:extLst>
                </p14:cNvPr>
                <p14:cNvContentPartPr/>
                <p14:nvPr/>
              </p14:nvContentPartPr>
              <p14:xfrm>
                <a:off x="927527" y="3573022"/>
                <a:ext cx="8280" cy="10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1D63B82-C3C0-E981-C6F5-07E05928784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09527" y="3555382"/>
                  <a:ext cx="439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80BF4F8-26B6-333C-49DE-E32B973B6C93}"/>
                  </a:ext>
                </a:extLst>
              </p14:cNvPr>
              <p14:cNvContentPartPr/>
              <p14:nvPr/>
            </p14:nvContentPartPr>
            <p14:xfrm>
              <a:off x="5367407" y="3557182"/>
              <a:ext cx="505800" cy="1825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80BF4F8-26B6-333C-49DE-E32B973B6C9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349407" y="3539182"/>
                <a:ext cx="54144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86D5E9F-30E4-C1E8-A490-245432B7917D}"/>
              </a:ext>
            </a:extLst>
          </p:cNvPr>
          <p:cNvGrpSpPr/>
          <p:nvPr/>
        </p:nvGrpSpPr>
        <p:grpSpPr>
          <a:xfrm>
            <a:off x="6307727" y="3386542"/>
            <a:ext cx="1026360" cy="629640"/>
            <a:chOff x="6307727" y="3386542"/>
            <a:chExt cx="1026360" cy="6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C4A293-3E28-12A6-5C6B-98FBCB84391F}"/>
                    </a:ext>
                  </a:extLst>
                </p14:cNvPr>
                <p14:cNvContentPartPr/>
                <p14:nvPr/>
              </p14:nvContentPartPr>
              <p14:xfrm>
                <a:off x="6307727" y="3386542"/>
                <a:ext cx="400680" cy="62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C4A293-3E28-12A6-5C6B-98FBCB84391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90087" y="3368542"/>
                  <a:ext cx="43632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EDC2A74-061F-51D7-001D-ABED379A60D8}"/>
                    </a:ext>
                  </a:extLst>
                </p14:cNvPr>
                <p14:cNvContentPartPr/>
                <p14:nvPr/>
              </p14:nvContentPartPr>
              <p14:xfrm>
                <a:off x="6566567" y="3513982"/>
                <a:ext cx="231840" cy="1306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EDC2A74-061F-51D7-001D-ABED379A60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48927" y="3495982"/>
                  <a:ext cx="2674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8B48F07-5964-5A54-BDD0-42686ACE0683}"/>
                    </a:ext>
                  </a:extLst>
                </p14:cNvPr>
                <p14:cNvContentPartPr/>
                <p14:nvPr/>
              </p14:nvContentPartPr>
              <p14:xfrm>
                <a:off x="6818927" y="3472222"/>
                <a:ext cx="137520" cy="156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8B48F07-5964-5A54-BDD0-42686ACE068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01287" y="3454582"/>
                  <a:ext cx="173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696A27D-ACE2-0D11-B94E-AF76986ED02F}"/>
                    </a:ext>
                  </a:extLst>
                </p14:cNvPr>
                <p14:cNvContentPartPr/>
                <p14:nvPr/>
              </p14:nvContentPartPr>
              <p14:xfrm>
                <a:off x="7020527" y="3466462"/>
                <a:ext cx="313560" cy="187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696A27D-ACE2-0D11-B94E-AF76986ED02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02527" y="3448822"/>
                  <a:ext cx="3492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D66646D-F57E-E46B-D846-F9358E8C73D6}"/>
              </a:ext>
            </a:extLst>
          </p:cNvPr>
          <p:cNvGrpSpPr/>
          <p:nvPr/>
        </p:nvGrpSpPr>
        <p:grpSpPr>
          <a:xfrm>
            <a:off x="7774727" y="3239302"/>
            <a:ext cx="1927080" cy="445680"/>
            <a:chOff x="7774727" y="3239302"/>
            <a:chExt cx="1927080" cy="4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A47A4ED-988F-6138-48D5-956A3AB83E28}"/>
                    </a:ext>
                  </a:extLst>
                </p14:cNvPr>
                <p14:cNvContentPartPr/>
                <p14:nvPr/>
              </p14:nvContentPartPr>
              <p14:xfrm>
                <a:off x="7774727" y="3467902"/>
                <a:ext cx="30600" cy="178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A47A4ED-988F-6138-48D5-956A3AB83E2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56727" y="3449902"/>
                  <a:ext cx="66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17694B1-CB35-46D1-AEC6-5FC9E10E2491}"/>
                    </a:ext>
                  </a:extLst>
                </p14:cNvPr>
                <p14:cNvContentPartPr/>
                <p14:nvPr/>
              </p14:nvContentPartPr>
              <p14:xfrm>
                <a:off x="7842047" y="3345862"/>
                <a:ext cx="37440" cy="42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17694B1-CB35-46D1-AEC6-5FC9E10E249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24047" y="3328222"/>
                  <a:ext cx="73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5673711-5CD7-C8F5-9526-D130AFFC57A1}"/>
                    </a:ext>
                  </a:extLst>
                </p14:cNvPr>
                <p14:cNvContentPartPr/>
                <p14:nvPr/>
              </p14:nvContentPartPr>
              <p14:xfrm>
                <a:off x="7890647" y="3486982"/>
                <a:ext cx="147240" cy="162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5673711-5CD7-C8F5-9526-D130AFFC57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873007" y="3468982"/>
                  <a:ext cx="182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45AD79D-E87C-7B1F-A3C7-43E6B9743D49}"/>
                    </a:ext>
                  </a:extLst>
                </p14:cNvPr>
                <p14:cNvContentPartPr/>
                <p14:nvPr/>
              </p14:nvContentPartPr>
              <p14:xfrm>
                <a:off x="8117807" y="3317062"/>
                <a:ext cx="92520" cy="366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45AD79D-E87C-7B1F-A3C7-43E6B9743D4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00167" y="3299062"/>
                  <a:ext cx="1281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CF1B458-8FDF-0D47-A4B2-CE824C939DD3}"/>
                    </a:ext>
                  </a:extLst>
                </p14:cNvPr>
                <p14:cNvContentPartPr/>
                <p14:nvPr/>
              </p14:nvContentPartPr>
              <p14:xfrm>
                <a:off x="8059127" y="3441262"/>
                <a:ext cx="195840" cy="35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CF1B458-8FDF-0D47-A4B2-CE824C939DD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41127" y="3423262"/>
                  <a:ext cx="2314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AB6350B-B0EF-9E3E-125A-BFCE1BE67DBD}"/>
                    </a:ext>
                  </a:extLst>
                </p14:cNvPr>
                <p14:cNvContentPartPr/>
                <p14:nvPr/>
              </p14:nvContentPartPr>
              <p14:xfrm>
                <a:off x="8263607" y="3484822"/>
                <a:ext cx="213480" cy="200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AB6350B-B0EF-9E3E-125A-BFCE1BE67DB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245967" y="3466822"/>
                  <a:ext cx="249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0471BED-8CE0-3F42-4494-46D41FCEF1C2}"/>
                    </a:ext>
                  </a:extLst>
                </p14:cNvPr>
                <p14:cNvContentPartPr/>
                <p14:nvPr/>
              </p14:nvContentPartPr>
              <p14:xfrm>
                <a:off x="8475647" y="3486262"/>
                <a:ext cx="129960" cy="173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0471BED-8CE0-3F42-4494-46D41FCEF1C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458007" y="3468622"/>
                  <a:ext cx="165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A525C62-2C7E-CDCA-BFF6-59E6E990E4A5}"/>
                    </a:ext>
                  </a:extLst>
                </p14:cNvPr>
                <p14:cNvContentPartPr/>
                <p14:nvPr/>
              </p14:nvContentPartPr>
              <p14:xfrm>
                <a:off x="8744207" y="3510022"/>
                <a:ext cx="134640" cy="147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A525C62-2C7E-CDCA-BFF6-59E6E990E4A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26567" y="3492022"/>
                  <a:ext cx="170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75BB5FC-A285-2B5E-3C4F-80257AC9CC99}"/>
                    </a:ext>
                  </a:extLst>
                </p14:cNvPr>
                <p14:cNvContentPartPr/>
                <p14:nvPr/>
              </p14:nvContentPartPr>
              <p14:xfrm>
                <a:off x="8957687" y="3239302"/>
                <a:ext cx="400320" cy="399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75BB5FC-A285-2B5E-3C4F-80257AC9CC9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940047" y="3221662"/>
                  <a:ext cx="4359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4468D03-AC70-583F-33CA-EE9E15FB135C}"/>
                    </a:ext>
                  </a:extLst>
                </p14:cNvPr>
                <p14:cNvContentPartPr/>
                <p14:nvPr/>
              </p14:nvContentPartPr>
              <p14:xfrm>
                <a:off x="9496967" y="3409582"/>
                <a:ext cx="40320" cy="189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4468D03-AC70-583F-33CA-EE9E15FB135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79327" y="3391582"/>
                  <a:ext cx="75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A905755-28EE-660A-5AA2-6926FCC17C27}"/>
                    </a:ext>
                  </a:extLst>
                </p14:cNvPr>
                <p14:cNvContentPartPr/>
                <p14:nvPr/>
              </p14:nvContentPartPr>
              <p14:xfrm>
                <a:off x="9600287" y="3455302"/>
                <a:ext cx="101520" cy="141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A905755-28EE-660A-5AA2-6926FCC17C2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582647" y="3437662"/>
                  <a:ext cx="137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B568E02-F257-AEF5-9591-73E8D56E94E3}"/>
                    </a:ext>
                  </a:extLst>
                </p14:cNvPr>
                <p14:cNvContentPartPr/>
                <p14:nvPr/>
              </p14:nvContentPartPr>
              <p14:xfrm>
                <a:off x="9613967" y="3312022"/>
                <a:ext cx="9000" cy="41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B568E02-F257-AEF5-9591-73E8D56E94E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96327" y="3294022"/>
                  <a:ext cx="4464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14394D5-4172-3BBD-62A5-B3E48A80A7D3}"/>
                  </a:ext>
                </a:extLst>
              </p14:cNvPr>
              <p14:cNvContentPartPr/>
              <p14:nvPr/>
            </p14:nvContentPartPr>
            <p14:xfrm>
              <a:off x="10188887" y="3440902"/>
              <a:ext cx="533520" cy="1717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14394D5-4172-3BBD-62A5-B3E48A80A7D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0170887" y="3423262"/>
                <a:ext cx="569160" cy="20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62E018-4DAE-9CCE-577C-E188378EFBEA}"/>
              </a:ext>
            </a:extLst>
          </p:cNvPr>
          <p:cNvGrpSpPr/>
          <p:nvPr/>
        </p:nvGrpSpPr>
        <p:grpSpPr>
          <a:xfrm>
            <a:off x="1646447" y="3380062"/>
            <a:ext cx="3192120" cy="1434600"/>
            <a:chOff x="1646447" y="3380062"/>
            <a:chExt cx="3192120" cy="14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B2F47C9-F23F-7092-923E-4DA6E677DA40}"/>
                    </a:ext>
                  </a:extLst>
                </p14:cNvPr>
                <p14:cNvContentPartPr/>
                <p14:nvPr/>
              </p14:nvContentPartPr>
              <p14:xfrm>
                <a:off x="1663727" y="3549622"/>
                <a:ext cx="958320" cy="617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B2F47C9-F23F-7092-923E-4DA6E677DA4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46087" y="3531982"/>
                  <a:ext cx="99396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BC561A-98A3-38D8-F046-F73CAD193522}"/>
                    </a:ext>
                  </a:extLst>
                </p14:cNvPr>
                <p14:cNvContentPartPr/>
                <p14:nvPr/>
              </p14:nvContentPartPr>
              <p14:xfrm>
                <a:off x="3030287" y="3504262"/>
                <a:ext cx="84240" cy="595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BC561A-98A3-38D8-F046-F73CAD19352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012647" y="3486262"/>
                  <a:ext cx="11988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245014C-8292-C246-461D-3F4333C7571F}"/>
                    </a:ext>
                  </a:extLst>
                </p14:cNvPr>
                <p14:cNvContentPartPr/>
                <p14:nvPr/>
              </p14:nvContentPartPr>
              <p14:xfrm>
                <a:off x="3053687" y="3569422"/>
                <a:ext cx="150840" cy="124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245014C-8292-C246-461D-3F4333C7571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035687" y="3551782"/>
                  <a:ext cx="186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869EEB6-9F2D-497D-0FEE-5FCD687993FB}"/>
                    </a:ext>
                  </a:extLst>
                </p14:cNvPr>
                <p14:cNvContentPartPr/>
                <p14:nvPr/>
              </p14:nvContentPartPr>
              <p14:xfrm>
                <a:off x="3247007" y="3556102"/>
                <a:ext cx="110880" cy="163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869EEB6-9F2D-497D-0FEE-5FCD687993F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229007" y="3538462"/>
                  <a:ext cx="146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88C481C-53A8-7016-0ED0-EE2DE41A518A}"/>
                    </a:ext>
                  </a:extLst>
                </p14:cNvPr>
                <p14:cNvContentPartPr/>
                <p14:nvPr/>
              </p14:nvContentPartPr>
              <p14:xfrm>
                <a:off x="3441407" y="3569782"/>
                <a:ext cx="31320" cy="123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88C481C-53A8-7016-0ED0-EE2DE41A518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423407" y="3552142"/>
                  <a:ext cx="66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B885EDD-5CD9-6468-94D6-9A58E296FFFF}"/>
                    </a:ext>
                  </a:extLst>
                </p14:cNvPr>
                <p14:cNvContentPartPr/>
                <p14:nvPr/>
              </p14:nvContentPartPr>
              <p14:xfrm>
                <a:off x="3469127" y="3430822"/>
                <a:ext cx="32400" cy="34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B885EDD-5CD9-6468-94D6-9A58E296FFF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51487" y="3412822"/>
                  <a:ext cx="68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3085DF-6EA3-26E8-C0C6-77C173AAD8D5}"/>
                    </a:ext>
                  </a:extLst>
                </p14:cNvPr>
                <p14:cNvContentPartPr/>
                <p14:nvPr/>
              </p14:nvContentPartPr>
              <p14:xfrm>
                <a:off x="3541847" y="3553222"/>
                <a:ext cx="132840" cy="143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3085DF-6EA3-26E8-C0C6-77C173AAD8D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23847" y="3535582"/>
                  <a:ext cx="168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030367D-4DA2-7961-315B-EDC0D3085A74}"/>
                    </a:ext>
                  </a:extLst>
                </p14:cNvPr>
                <p14:cNvContentPartPr/>
                <p14:nvPr/>
              </p14:nvContentPartPr>
              <p14:xfrm>
                <a:off x="3797807" y="3380062"/>
                <a:ext cx="54720" cy="319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030367D-4DA2-7961-315B-EDC0D3085A7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79807" y="3362422"/>
                  <a:ext cx="903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A32013-E474-D6A7-AD83-D74B8C039D2A}"/>
                    </a:ext>
                  </a:extLst>
                </p14:cNvPr>
                <p14:cNvContentPartPr/>
                <p14:nvPr/>
              </p14:nvContentPartPr>
              <p14:xfrm>
                <a:off x="3728327" y="3438022"/>
                <a:ext cx="208440" cy="60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A32013-E474-D6A7-AD83-D74B8C039D2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710327" y="3420382"/>
                  <a:ext cx="244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F474591-D1C2-72F9-553D-E8C997D53A7D}"/>
                    </a:ext>
                  </a:extLst>
                </p14:cNvPr>
                <p14:cNvContentPartPr/>
                <p14:nvPr/>
              </p14:nvContentPartPr>
              <p14:xfrm>
                <a:off x="4444367" y="3414982"/>
                <a:ext cx="394200" cy="792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F474591-D1C2-72F9-553D-E8C997D53A7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26727" y="3397342"/>
                  <a:ext cx="42984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BF3AAB1-16A8-786B-7818-66D01F6E5EE1}"/>
                    </a:ext>
                  </a:extLst>
                </p14:cNvPr>
                <p14:cNvContentPartPr/>
                <p14:nvPr/>
              </p14:nvContentPartPr>
              <p14:xfrm>
                <a:off x="1646447" y="4274662"/>
                <a:ext cx="55800" cy="174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BF3AAB1-16A8-786B-7818-66D01F6E5EE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628447" y="4257022"/>
                  <a:ext cx="91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EE39EE5-C8E4-354F-712A-8D4B50ED50C4}"/>
                    </a:ext>
                  </a:extLst>
                </p14:cNvPr>
                <p14:cNvContentPartPr/>
                <p14:nvPr/>
              </p14:nvContentPartPr>
              <p14:xfrm>
                <a:off x="1660847" y="4187182"/>
                <a:ext cx="7200" cy="36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EE39EE5-C8E4-354F-712A-8D4B50ED50C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642847" y="4169182"/>
                  <a:ext cx="42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C389806-2FB9-E284-5D65-0AE46CE55369}"/>
                    </a:ext>
                  </a:extLst>
                </p14:cNvPr>
                <p14:cNvContentPartPr/>
                <p14:nvPr/>
              </p14:nvContentPartPr>
              <p14:xfrm>
                <a:off x="1744367" y="4275022"/>
                <a:ext cx="146880" cy="163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C389806-2FB9-E284-5D65-0AE46CE5536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726727" y="4257022"/>
                  <a:ext cx="182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75B4031-3A1C-BBB6-7DCB-49F84FBFAD8C}"/>
                    </a:ext>
                  </a:extLst>
                </p14:cNvPr>
                <p14:cNvContentPartPr/>
                <p14:nvPr/>
              </p14:nvContentPartPr>
              <p14:xfrm>
                <a:off x="1946327" y="4151542"/>
                <a:ext cx="92520" cy="308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75B4031-3A1C-BBB6-7DCB-49F84FBFAD8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28687" y="4133542"/>
                  <a:ext cx="1281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9ACED8C-6FCC-6BE4-AB2F-FB60AEE3F331}"/>
                    </a:ext>
                  </a:extLst>
                </p14:cNvPr>
                <p14:cNvContentPartPr/>
                <p14:nvPr/>
              </p14:nvContentPartPr>
              <p14:xfrm>
                <a:off x="1915367" y="4271062"/>
                <a:ext cx="137880" cy="29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9ACED8C-6FCC-6BE4-AB2F-FB60AEE3F33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897727" y="4253062"/>
                  <a:ext cx="173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795D76E-8328-9363-645C-A714D3485838}"/>
                    </a:ext>
                  </a:extLst>
                </p14:cNvPr>
                <p14:cNvContentPartPr/>
                <p14:nvPr/>
              </p14:nvContentPartPr>
              <p14:xfrm>
                <a:off x="2102927" y="4291582"/>
                <a:ext cx="549720" cy="207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795D76E-8328-9363-645C-A714D348583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084927" y="4273942"/>
                  <a:ext cx="585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4D1E466-68EC-CFB2-5BC5-86A88C5096CB}"/>
                    </a:ext>
                  </a:extLst>
                </p14:cNvPr>
                <p14:cNvContentPartPr/>
                <p14:nvPr/>
              </p14:nvContentPartPr>
              <p14:xfrm>
                <a:off x="2763887" y="4337662"/>
                <a:ext cx="363600" cy="166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4D1E466-68EC-CFB2-5BC5-86A88C5096C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745887" y="4320022"/>
                  <a:ext cx="399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8271924-1FD8-6504-3A1F-19EEEF03AD75}"/>
                    </a:ext>
                  </a:extLst>
                </p14:cNvPr>
                <p14:cNvContentPartPr/>
                <p14:nvPr/>
              </p14:nvContentPartPr>
              <p14:xfrm>
                <a:off x="2548247" y="4197622"/>
                <a:ext cx="128520" cy="11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8271924-1FD8-6504-3A1F-19EEEF03AD7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530607" y="4179622"/>
                  <a:ext cx="164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615541D-D9C3-DB9E-1A18-BE8A2D231F97}"/>
                    </a:ext>
                  </a:extLst>
                </p14:cNvPr>
                <p14:cNvContentPartPr/>
                <p14:nvPr/>
              </p14:nvContentPartPr>
              <p14:xfrm>
                <a:off x="3392087" y="4172782"/>
                <a:ext cx="312840" cy="641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615541D-D9C3-DB9E-1A18-BE8A2D231F9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374447" y="4155142"/>
                  <a:ext cx="34848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7A14528-62F1-4773-A29E-742B071EBD0F}"/>
                    </a:ext>
                  </a:extLst>
                </p14:cNvPr>
                <p14:cNvContentPartPr/>
                <p14:nvPr/>
              </p14:nvContentPartPr>
              <p14:xfrm>
                <a:off x="3752447" y="4356022"/>
                <a:ext cx="105480" cy="117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7A14528-62F1-4773-A29E-742B071EBD0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34807" y="4338022"/>
                  <a:ext cx="141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020308A-6562-CA0F-ACF5-73C929209F4A}"/>
                    </a:ext>
                  </a:extLst>
                </p14:cNvPr>
                <p14:cNvContentPartPr/>
                <p14:nvPr/>
              </p14:nvContentPartPr>
              <p14:xfrm>
                <a:off x="3969527" y="4344142"/>
                <a:ext cx="33120" cy="102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020308A-6562-CA0F-ACF5-73C929209F4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951887" y="4326502"/>
                  <a:ext cx="68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CE55A27-67E2-E0B6-413F-3BB755BAF58C}"/>
                    </a:ext>
                  </a:extLst>
                </p14:cNvPr>
                <p14:cNvContentPartPr/>
                <p14:nvPr/>
              </p14:nvContentPartPr>
              <p14:xfrm>
                <a:off x="3976007" y="4214182"/>
                <a:ext cx="41400" cy="42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CE55A27-67E2-E0B6-413F-3BB755BAF58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58367" y="4196542"/>
                  <a:ext cx="77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8F1AE35-5A63-57F6-4AEB-890EB30EFDAC}"/>
                    </a:ext>
                  </a:extLst>
                </p14:cNvPr>
                <p14:cNvContentPartPr/>
                <p14:nvPr/>
              </p14:nvContentPartPr>
              <p14:xfrm>
                <a:off x="4071047" y="4336582"/>
                <a:ext cx="211320" cy="129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8F1AE35-5A63-57F6-4AEB-890EB30EFDA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053047" y="4318942"/>
                  <a:ext cx="246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98EDBAC-7C8D-6EE2-03B2-DC1BC6FB805B}"/>
                    </a:ext>
                  </a:extLst>
                </p14:cNvPr>
                <p14:cNvContentPartPr/>
                <p14:nvPr/>
              </p14:nvContentPartPr>
              <p14:xfrm>
                <a:off x="4376687" y="4133182"/>
                <a:ext cx="88200" cy="280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98EDBAC-7C8D-6EE2-03B2-DC1BC6FB805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358687" y="4115542"/>
                  <a:ext cx="1238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E9EC4D5-4EB1-F15F-D375-B1F9F9EC472F}"/>
                    </a:ext>
                  </a:extLst>
                </p14:cNvPr>
                <p14:cNvContentPartPr/>
                <p14:nvPr/>
              </p14:nvContentPartPr>
              <p14:xfrm>
                <a:off x="4310807" y="4219942"/>
                <a:ext cx="167400" cy="78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E9EC4D5-4EB1-F15F-D375-B1F9F9EC472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293167" y="4201942"/>
                  <a:ext cx="20304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E5D920F-2344-22C1-D328-0511D5F6C875}"/>
                  </a:ext>
                </a:extLst>
              </p14:cNvPr>
              <p14:cNvContentPartPr/>
              <p14:nvPr/>
            </p14:nvContentPartPr>
            <p14:xfrm>
              <a:off x="5284607" y="4432702"/>
              <a:ext cx="2160" cy="151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E5D920F-2344-22C1-D328-0511D5F6C875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5266607" y="4414702"/>
                <a:ext cx="378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7E6CD12-400F-B889-1905-7A1992EEF733}"/>
              </a:ext>
            </a:extLst>
          </p:cNvPr>
          <p:cNvGrpSpPr/>
          <p:nvPr/>
        </p:nvGrpSpPr>
        <p:grpSpPr>
          <a:xfrm>
            <a:off x="95927" y="4911502"/>
            <a:ext cx="3704400" cy="857160"/>
            <a:chOff x="95927" y="4911502"/>
            <a:chExt cx="3704400" cy="85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BA773EF-A523-3699-817E-8A8873E25CE8}"/>
                    </a:ext>
                  </a:extLst>
                </p14:cNvPr>
                <p14:cNvContentPartPr/>
                <p14:nvPr/>
              </p14:nvContentPartPr>
              <p14:xfrm>
                <a:off x="122927" y="5030662"/>
                <a:ext cx="37080" cy="385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BA773EF-A523-3699-817E-8A8873E25CE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4927" y="5013022"/>
                  <a:ext cx="727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323C62C-7CBE-12A7-444D-C9ABEF8F1B33}"/>
                    </a:ext>
                  </a:extLst>
                </p14:cNvPr>
                <p14:cNvContentPartPr/>
                <p14:nvPr/>
              </p14:nvContentPartPr>
              <p14:xfrm>
                <a:off x="95927" y="4911502"/>
                <a:ext cx="316800" cy="416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323C62C-7CBE-12A7-444D-C9ABEF8F1B3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8287" y="4893862"/>
                  <a:ext cx="3524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0FADBDA-3722-3B72-266F-14AA1344330C}"/>
                    </a:ext>
                  </a:extLst>
                </p14:cNvPr>
                <p14:cNvContentPartPr/>
                <p14:nvPr/>
              </p14:nvContentPartPr>
              <p14:xfrm>
                <a:off x="445847" y="5107342"/>
                <a:ext cx="173160" cy="207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0FADBDA-3722-3B72-266F-14AA1344330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28207" y="5089702"/>
                  <a:ext cx="2088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D5B9466-D7E4-9A6D-BFA1-47138D92207F}"/>
                    </a:ext>
                  </a:extLst>
                </p14:cNvPr>
                <p14:cNvContentPartPr/>
                <p14:nvPr/>
              </p14:nvContentPartPr>
              <p14:xfrm>
                <a:off x="687047" y="5159182"/>
                <a:ext cx="138240" cy="15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D5B9466-D7E4-9A6D-BFA1-47138D92207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69047" y="5141542"/>
                  <a:ext cx="173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3B8517A-1816-2F4E-92A2-46CE8CD2FDF7}"/>
                    </a:ext>
                  </a:extLst>
                </p14:cNvPr>
                <p14:cNvContentPartPr/>
                <p14:nvPr/>
              </p14:nvContentPartPr>
              <p14:xfrm>
                <a:off x="860927" y="5186542"/>
                <a:ext cx="219960" cy="134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3B8517A-1816-2F4E-92A2-46CE8CD2FDF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43287" y="5168542"/>
                  <a:ext cx="255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2AF66F3-6DB2-4A44-D918-2AB94A4F8B36}"/>
                    </a:ext>
                  </a:extLst>
                </p14:cNvPr>
                <p14:cNvContentPartPr/>
                <p14:nvPr/>
              </p14:nvContentPartPr>
              <p14:xfrm>
                <a:off x="1124447" y="4984222"/>
                <a:ext cx="164880" cy="313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2AF66F3-6DB2-4A44-D918-2AB94A4F8B3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06807" y="4966582"/>
                  <a:ext cx="2005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1739AAD-FE65-1B97-3E89-77FD41BAA880}"/>
                    </a:ext>
                  </a:extLst>
                </p14:cNvPr>
                <p14:cNvContentPartPr/>
                <p14:nvPr/>
              </p14:nvContentPartPr>
              <p14:xfrm>
                <a:off x="1332527" y="5153782"/>
                <a:ext cx="140040" cy="1724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1739AAD-FE65-1B97-3E89-77FD41BAA88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314887" y="5135782"/>
                  <a:ext cx="175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EAFB07B-E2DC-DA6D-A408-C287D471D2F6}"/>
                    </a:ext>
                  </a:extLst>
                </p14:cNvPr>
                <p14:cNvContentPartPr/>
                <p14:nvPr/>
              </p14:nvContentPartPr>
              <p14:xfrm>
                <a:off x="1536287" y="5180422"/>
                <a:ext cx="175320" cy="139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EAFB07B-E2DC-DA6D-A408-C287D471D2F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518647" y="5162782"/>
                  <a:ext cx="210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AA6C686-A5D9-82A9-E9DF-5A87992E4316}"/>
                    </a:ext>
                  </a:extLst>
                </p14:cNvPr>
                <p14:cNvContentPartPr/>
                <p14:nvPr/>
              </p14:nvContentPartPr>
              <p14:xfrm>
                <a:off x="1651127" y="5189782"/>
                <a:ext cx="317520" cy="578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AA6C686-A5D9-82A9-E9DF-5A87992E431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633127" y="5171782"/>
                  <a:ext cx="35316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A3DA098-3E02-7AD4-82C4-85FD652E716A}"/>
                    </a:ext>
                  </a:extLst>
                </p14:cNvPr>
                <p14:cNvContentPartPr/>
                <p14:nvPr/>
              </p14:nvContentPartPr>
              <p14:xfrm>
                <a:off x="2225687" y="5152342"/>
                <a:ext cx="68400" cy="579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A3DA098-3E02-7AD4-82C4-85FD652E716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07687" y="5134702"/>
                  <a:ext cx="10404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6CF4384-D6AE-D78D-D8A2-2758DA1260D3}"/>
                    </a:ext>
                  </a:extLst>
                </p14:cNvPr>
                <p14:cNvContentPartPr/>
                <p14:nvPr/>
              </p14:nvContentPartPr>
              <p14:xfrm>
                <a:off x="2134607" y="5212462"/>
                <a:ext cx="279720" cy="145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6CF4384-D6AE-D78D-D8A2-2758DA1260D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116607" y="5194822"/>
                  <a:ext cx="31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CF2EE5F-E697-19B8-C41E-B4FEA77D15F1}"/>
                    </a:ext>
                  </a:extLst>
                </p14:cNvPr>
                <p14:cNvContentPartPr/>
                <p14:nvPr/>
              </p14:nvContentPartPr>
              <p14:xfrm>
                <a:off x="2447447" y="5197702"/>
                <a:ext cx="172440" cy="161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CF2EE5F-E697-19B8-C41E-B4FEA77D15F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429447" y="5179702"/>
                  <a:ext cx="208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0C31E9B-8307-0193-9F30-AE9331CF2BEC}"/>
                    </a:ext>
                  </a:extLst>
                </p14:cNvPr>
                <p14:cNvContentPartPr/>
                <p14:nvPr/>
              </p14:nvContentPartPr>
              <p14:xfrm>
                <a:off x="2690447" y="5192662"/>
                <a:ext cx="27360" cy="170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0C31E9B-8307-0193-9F30-AE9331CF2BE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672807" y="5175022"/>
                  <a:ext cx="63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BA685FF-8A5E-30D4-82DB-FDE78F4ABEED}"/>
                    </a:ext>
                  </a:extLst>
                </p14:cNvPr>
                <p14:cNvContentPartPr/>
                <p14:nvPr/>
              </p14:nvContentPartPr>
              <p14:xfrm>
                <a:off x="2710967" y="5075662"/>
                <a:ext cx="14760" cy="70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BA685FF-8A5E-30D4-82DB-FDE78F4ABEE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692967" y="5058022"/>
                  <a:ext cx="50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687D392-49A4-91D2-E231-6D019202DCBE}"/>
                    </a:ext>
                  </a:extLst>
                </p14:cNvPr>
                <p14:cNvContentPartPr/>
                <p14:nvPr/>
              </p14:nvContentPartPr>
              <p14:xfrm>
                <a:off x="2799527" y="5188702"/>
                <a:ext cx="194400" cy="1620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687D392-49A4-91D2-E231-6D019202DCB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781527" y="5170702"/>
                  <a:ext cx="230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9EEDB17-182D-5EE9-A757-AD375A427861}"/>
                    </a:ext>
                  </a:extLst>
                </p14:cNvPr>
                <p14:cNvContentPartPr/>
                <p14:nvPr/>
              </p14:nvContentPartPr>
              <p14:xfrm>
                <a:off x="3074567" y="5009422"/>
                <a:ext cx="75960" cy="3826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9EEDB17-182D-5EE9-A757-AD375A42786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056927" y="4991422"/>
                  <a:ext cx="1116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3E41673-7371-3689-BCC0-E07A781E1395}"/>
                    </a:ext>
                  </a:extLst>
                </p14:cNvPr>
                <p14:cNvContentPartPr/>
                <p14:nvPr/>
              </p14:nvContentPartPr>
              <p14:xfrm>
                <a:off x="3013007" y="5144062"/>
                <a:ext cx="219240" cy="54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3E41673-7371-3689-BCC0-E07A781E139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995007" y="5126062"/>
                  <a:ext cx="254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FF9023F-2378-580B-697F-3BBE2FD0836A}"/>
                    </a:ext>
                  </a:extLst>
                </p14:cNvPr>
                <p14:cNvContentPartPr/>
                <p14:nvPr/>
              </p14:nvContentPartPr>
              <p14:xfrm>
                <a:off x="3596567" y="5260702"/>
                <a:ext cx="43560" cy="20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FF9023F-2378-580B-697F-3BBE2FD0836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578927" y="5243062"/>
                  <a:ext cx="79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A517DDF-CA70-98B7-9A2D-43CDDF05959F}"/>
                    </a:ext>
                  </a:extLst>
                </p14:cNvPr>
                <p14:cNvContentPartPr/>
                <p14:nvPr/>
              </p14:nvContentPartPr>
              <p14:xfrm>
                <a:off x="441527" y="5429182"/>
                <a:ext cx="2946960" cy="85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A517DDF-CA70-98B7-9A2D-43CDDF05959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23887" y="5411542"/>
                  <a:ext cx="2982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B934B51-A5C6-9721-57D5-86C106C1D945}"/>
                    </a:ext>
                  </a:extLst>
                </p14:cNvPr>
                <p14:cNvContentPartPr/>
                <p14:nvPr/>
              </p14:nvContentPartPr>
              <p14:xfrm>
                <a:off x="3385247" y="5110222"/>
                <a:ext cx="70920" cy="77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B934B51-A5C6-9721-57D5-86C106C1D9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367247" y="5092582"/>
                  <a:ext cx="106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C89D92A-0385-29EB-FA1D-15275FF71474}"/>
                    </a:ext>
                  </a:extLst>
                </p14:cNvPr>
                <p14:cNvContentPartPr/>
                <p14:nvPr/>
              </p14:nvContentPartPr>
              <p14:xfrm>
                <a:off x="3451127" y="5313982"/>
                <a:ext cx="19800" cy="18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C89D92A-0385-29EB-FA1D-15275FF7147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433487" y="5295982"/>
                  <a:ext cx="55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BA88BF9-2901-D653-A835-9D9C3A553829}"/>
                    </a:ext>
                  </a:extLst>
                </p14:cNvPr>
                <p14:cNvContentPartPr/>
                <p14:nvPr/>
              </p14:nvContentPartPr>
              <p14:xfrm>
                <a:off x="3562007" y="5220382"/>
                <a:ext cx="238320" cy="50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BA88BF9-2901-D653-A835-9D9C3A55382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544007" y="5202742"/>
                  <a:ext cx="27396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AD4EE7E-1267-C3D3-6E70-C5AB0412EB07}"/>
              </a:ext>
            </a:extLst>
          </p:cNvPr>
          <p:cNvGrpSpPr/>
          <p:nvPr/>
        </p:nvGrpSpPr>
        <p:grpSpPr>
          <a:xfrm>
            <a:off x="4069607" y="4888102"/>
            <a:ext cx="2905920" cy="841320"/>
            <a:chOff x="4069607" y="4888102"/>
            <a:chExt cx="2905920" cy="84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85583C0-B91C-71D9-CB09-C399638333F3}"/>
                    </a:ext>
                  </a:extLst>
                </p14:cNvPr>
                <p14:cNvContentPartPr/>
                <p14:nvPr/>
              </p14:nvContentPartPr>
              <p14:xfrm>
                <a:off x="4069607" y="4910062"/>
                <a:ext cx="228960" cy="399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85583C0-B91C-71D9-CB09-C399638333F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051967" y="4892422"/>
                  <a:ext cx="2646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E9BBB07-2DC9-CEF7-1915-9473740C6EB7}"/>
                    </a:ext>
                  </a:extLst>
                </p14:cNvPr>
                <p14:cNvContentPartPr/>
                <p14:nvPr/>
              </p14:nvContentPartPr>
              <p14:xfrm>
                <a:off x="4286327" y="4923742"/>
                <a:ext cx="196560" cy="805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E9BBB07-2DC9-CEF7-1915-9473740C6EB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268687" y="4905742"/>
                  <a:ext cx="23220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2A5B440-092C-82F1-9C71-F1D04508E98E}"/>
                    </a:ext>
                  </a:extLst>
                </p14:cNvPr>
                <p14:cNvContentPartPr/>
                <p14:nvPr/>
              </p14:nvContentPartPr>
              <p14:xfrm>
                <a:off x="4692407" y="5116702"/>
                <a:ext cx="160200" cy="155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2A5B440-092C-82F1-9C71-F1D04508E98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74407" y="5099062"/>
                  <a:ext cx="195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C148A39-7429-4F08-2CD2-209FB9AEFED4}"/>
                    </a:ext>
                  </a:extLst>
                </p14:cNvPr>
                <p14:cNvContentPartPr/>
                <p14:nvPr/>
              </p14:nvContentPartPr>
              <p14:xfrm>
                <a:off x="4927127" y="5139382"/>
                <a:ext cx="108000" cy="111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C148A39-7429-4F08-2CD2-209FB9AEFED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909487" y="5121742"/>
                  <a:ext cx="143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E7C6ACF-C4DA-162D-A2A0-AC8331D8855A}"/>
                    </a:ext>
                  </a:extLst>
                </p14:cNvPr>
                <p14:cNvContentPartPr/>
                <p14:nvPr/>
              </p14:nvContentPartPr>
              <p14:xfrm>
                <a:off x="5168327" y="5106262"/>
                <a:ext cx="168120" cy="174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E7C6ACF-C4DA-162D-A2A0-AC8331D8855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150327" y="5088262"/>
                  <a:ext cx="2037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9B317D1-C243-3321-18FD-C1DBB36CEF9D}"/>
                    </a:ext>
                  </a:extLst>
                </p14:cNvPr>
                <p14:cNvContentPartPr/>
                <p14:nvPr/>
              </p14:nvContentPartPr>
              <p14:xfrm>
                <a:off x="5435087" y="5098702"/>
                <a:ext cx="135000" cy="204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9B317D1-C243-3321-18FD-C1DBB36CEF9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417087" y="5081062"/>
                  <a:ext cx="170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F055639-3B8A-4ECB-018A-0593734076F5}"/>
                    </a:ext>
                  </a:extLst>
                </p14:cNvPr>
                <p14:cNvContentPartPr/>
                <p14:nvPr/>
              </p14:nvContentPartPr>
              <p14:xfrm>
                <a:off x="5630927" y="4984942"/>
                <a:ext cx="326520" cy="335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F055639-3B8A-4ECB-018A-0593734076F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612927" y="4966942"/>
                  <a:ext cx="3621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0CAD499-E35B-70C5-A81A-3EF859D8D789}"/>
                    </a:ext>
                  </a:extLst>
                </p14:cNvPr>
                <p14:cNvContentPartPr/>
                <p14:nvPr/>
              </p14:nvContentPartPr>
              <p14:xfrm>
                <a:off x="6152207" y="5095822"/>
                <a:ext cx="239760" cy="163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0CAD499-E35B-70C5-A81A-3EF859D8D78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134567" y="5077822"/>
                  <a:ext cx="2754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797A9E9-48D9-4EF7-DA11-304C05CF9C00}"/>
                    </a:ext>
                  </a:extLst>
                </p14:cNvPr>
                <p14:cNvContentPartPr/>
                <p14:nvPr/>
              </p14:nvContentPartPr>
              <p14:xfrm>
                <a:off x="6462527" y="4942462"/>
                <a:ext cx="167400" cy="351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797A9E9-48D9-4EF7-DA11-304C05CF9C0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44887" y="4924822"/>
                  <a:ext cx="2030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100B98A-5629-381C-56B9-5CB71846D2FC}"/>
                    </a:ext>
                  </a:extLst>
                </p14:cNvPr>
                <p14:cNvContentPartPr/>
                <p14:nvPr/>
              </p14:nvContentPartPr>
              <p14:xfrm>
                <a:off x="6721727" y="4888102"/>
                <a:ext cx="253800" cy="417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100B98A-5629-381C-56B9-5CB71846D2F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704087" y="4870462"/>
                  <a:ext cx="289440" cy="45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27CFFFF-853D-9EF0-90CF-2DA6BD1326CF}"/>
              </a:ext>
            </a:extLst>
          </p:cNvPr>
          <p:cNvGrpSpPr/>
          <p:nvPr/>
        </p:nvGrpSpPr>
        <p:grpSpPr>
          <a:xfrm>
            <a:off x="7370807" y="4981702"/>
            <a:ext cx="671040" cy="645840"/>
            <a:chOff x="7370807" y="4981702"/>
            <a:chExt cx="671040" cy="64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721ABAA-1BA2-5FF0-B4EC-0459AFE04D17}"/>
                    </a:ext>
                  </a:extLst>
                </p14:cNvPr>
                <p14:cNvContentPartPr/>
                <p14:nvPr/>
              </p14:nvContentPartPr>
              <p14:xfrm>
                <a:off x="7370807" y="4981702"/>
                <a:ext cx="363960" cy="645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721ABAA-1BA2-5FF0-B4EC-0459AFE04D1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352807" y="4964062"/>
                  <a:ext cx="39960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656C0C7-6B94-3F42-9B73-326212874CB9}"/>
                    </a:ext>
                  </a:extLst>
                </p14:cNvPr>
                <p14:cNvContentPartPr/>
                <p14:nvPr/>
              </p14:nvContentPartPr>
              <p14:xfrm>
                <a:off x="7844567" y="5071702"/>
                <a:ext cx="197280" cy="190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656C0C7-6B94-3F42-9B73-326212874CB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826567" y="5054062"/>
                  <a:ext cx="23292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9A51AD90-6B93-F06B-2F17-87BA96B62B3F}"/>
              </a:ext>
            </a:extLst>
          </p:cNvPr>
          <p:cNvGrpSpPr/>
          <p:nvPr/>
        </p:nvGrpSpPr>
        <p:grpSpPr>
          <a:xfrm>
            <a:off x="8365487" y="4827982"/>
            <a:ext cx="1331640" cy="467640"/>
            <a:chOff x="8365487" y="4827982"/>
            <a:chExt cx="133164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611A14C-D9BB-0377-7E02-D876D3CC4ADA}"/>
                    </a:ext>
                  </a:extLst>
                </p14:cNvPr>
                <p14:cNvContentPartPr/>
                <p14:nvPr/>
              </p14:nvContentPartPr>
              <p14:xfrm>
                <a:off x="8365487" y="5083582"/>
                <a:ext cx="196200" cy="2120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611A14C-D9BB-0377-7E02-D876D3CC4AD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347487" y="5065582"/>
                  <a:ext cx="231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A76CE0C-A091-CD84-EDEC-E3EDADA903B5}"/>
                    </a:ext>
                  </a:extLst>
                </p14:cNvPr>
                <p14:cNvContentPartPr/>
                <p14:nvPr/>
              </p14:nvContentPartPr>
              <p14:xfrm>
                <a:off x="8620367" y="5096542"/>
                <a:ext cx="320040" cy="186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A76CE0C-A091-CD84-EDEC-E3EDADA903B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602367" y="5078902"/>
                  <a:ext cx="355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C9F4A01-9650-A012-29AD-DB8ED92D40AB}"/>
                    </a:ext>
                  </a:extLst>
                </p14:cNvPr>
                <p14:cNvContentPartPr/>
                <p14:nvPr/>
              </p14:nvContentPartPr>
              <p14:xfrm>
                <a:off x="9007727" y="4941022"/>
                <a:ext cx="45000" cy="48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C9F4A01-9650-A012-29AD-DB8ED92D40A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990087" y="4923022"/>
                  <a:ext cx="80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1BD6F51-E61F-47E2-47C3-AA7F55E88F84}"/>
                    </a:ext>
                  </a:extLst>
                </p14:cNvPr>
                <p14:cNvContentPartPr/>
                <p14:nvPr/>
              </p14:nvContentPartPr>
              <p14:xfrm>
                <a:off x="9008447" y="5071702"/>
                <a:ext cx="142560" cy="182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1BD6F51-E61F-47E2-47C3-AA7F55E88F8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990447" y="5054062"/>
                  <a:ext cx="178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037EB55-6BFC-EE1B-C19D-A53694AE0A1D}"/>
                    </a:ext>
                  </a:extLst>
                </p14:cNvPr>
                <p14:cNvContentPartPr/>
                <p14:nvPr/>
              </p14:nvContentPartPr>
              <p14:xfrm>
                <a:off x="9319127" y="4827982"/>
                <a:ext cx="159840" cy="3942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037EB55-6BFC-EE1B-C19D-A53694AE0A1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301127" y="4809982"/>
                  <a:ext cx="1954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E1AD71B-AC4B-CD17-8331-FEBE91888A7E}"/>
                    </a:ext>
                  </a:extLst>
                </p14:cNvPr>
                <p14:cNvContentPartPr/>
                <p14:nvPr/>
              </p14:nvContentPartPr>
              <p14:xfrm>
                <a:off x="9229127" y="4933822"/>
                <a:ext cx="275400" cy="45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E1AD71B-AC4B-CD17-8331-FEBE91888A7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211127" y="4916182"/>
                  <a:ext cx="311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806F883-43C6-E2B4-85A1-522EFF7C5979}"/>
                    </a:ext>
                  </a:extLst>
                </p14:cNvPr>
                <p14:cNvContentPartPr/>
                <p14:nvPr/>
              </p14:nvContentPartPr>
              <p14:xfrm>
                <a:off x="9510287" y="5151262"/>
                <a:ext cx="186840" cy="133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806F883-43C6-E2B4-85A1-522EFF7C597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492287" y="5133622"/>
                  <a:ext cx="2224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58A8D759-12AD-3957-8432-6E05F71515B7}"/>
              </a:ext>
            </a:extLst>
          </p:cNvPr>
          <p:cNvGrpSpPr/>
          <p:nvPr/>
        </p:nvGrpSpPr>
        <p:grpSpPr>
          <a:xfrm>
            <a:off x="9968567" y="4921942"/>
            <a:ext cx="1724040" cy="400680"/>
            <a:chOff x="9968567" y="4921942"/>
            <a:chExt cx="172404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54EBFDD-1A1F-8323-C923-E6470F650AEF}"/>
                    </a:ext>
                  </a:extLst>
                </p14:cNvPr>
                <p14:cNvContentPartPr/>
                <p14:nvPr/>
              </p14:nvContentPartPr>
              <p14:xfrm>
                <a:off x="9968567" y="4921942"/>
                <a:ext cx="356400" cy="3528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54EBFDD-1A1F-8323-C923-E6470F650AE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50567" y="4903942"/>
                  <a:ext cx="39204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D7B2632-5A36-E9F3-315D-70E29334C124}"/>
                    </a:ext>
                  </a:extLst>
                </p14:cNvPr>
                <p14:cNvContentPartPr/>
                <p14:nvPr/>
              </p14:nvContentPartPr>
              <p14:xfrm>
                <a:off x="10313087" y="5068102"/>
                <a:ext cx="867960" cy="180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D7B2632-5A36-E9F3-315D-70E29334C12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295087" y="5050462"/>
                  <a:ext cx="903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B40A88E-4E53-B562-5FC4-02C341376A98}"/>
                    </a:ext>
                  </a:extLst>
                </p14:cNvPr>
                <p14:cNvContentPartPr/>
                <p14:nvPr/>
              </p14:nvContentPartPr>
              <p14:xfrm>
                <a:off x="11205887" y="5046862"/>
                <a:ext cx="212040" cy="1659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B40A88E-4E53-B562-5FC4-02C341376A9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188247" y="5028862"/>
                  <a:ext cx="247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42FF6DA-FD22-A65D-82F6-ABB60D92BCAF}"/>
                    </a:ext>
                  </a:extLst>
                </p14:cNvPr>
                <p14:cNvContentPartPr/>
                <p14:nvPr/>
              </p14:nvContentPartPr>
              <p14:xfrm>
                <a:off x="11681807" y="5316862"/>
                <a:ext cx="10800" cy="57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42FF6DA-FD22-A65D-82F6-ABB60D92BCA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663807" y="5299222"/>
                  <a:ext cx="464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3307167-5F64-1B37-F136-B483F504918B}"/>
              </a:ext>
            </a:extLst>
          </p:cNvPr>
          <p:cNvGrpSpPr/>
          <p:nvPr/>
        </p:nvGrpSpPr>
        <p:grpSpPr>
          <a:xfrm>
            <a:off x="149567" y="5710702"/>
            <a:ext cx="1229400" cy="343800"/>
            <a:chOff x="149567" y="5710702"/>
            <a:chExt cx="12294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E3DB3C0-C220-D3BD-8AB4-4445D0A75B1A}"/>
                    </a:ext>
                  </a:extLst>
                </p14:cNvPr>
                <p14:cNvContentPartPr/>
                <p14:nvPr/>
              </p14:nvContentPartPr>
              <p14:xfrm>
                <a:off x="149567" y="5825902"/>
                <a:ext cx="192600" cy="2149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E3DB3C0-C220-D3BD-8AB4-4445D0A75B1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31927" y="5807902"/>
                  <a:ext cx="228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E6445F9-9C9E-8958-DF66-B703BE09099D}"/>
                    </a:ext>
                  </a:extLst>
                </p14:cNvPr>
                <p14:cNvContentPartPr/>
                <p14:nvPr/>
              </p14:nvContentPartPr>
              <p14:xfrm>
                <a:off x="462047" y="5887822"/>
                <a:ext cx="277920" cy="1328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E6445F9-9C9E-8958-DF66-B703BE09099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44047" y="5870182"/>
                  <a:ext cx="313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E57DBE2-4BA1-B8F1-1B62-D7C0C67B6062}"/>
                    </a:ext>
                  </a:extLst>
                </p14:cNvPr>
                <p14:cNvContentPartPr/>
                <p14:nvPr/>
              </p14:nvContentPartPr>
              <p14:xfrm>
                <a:off x="790007" y="5710702"/>
                <a:ext cx="402120" cy="3438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E57DBE2-4BA1-B8F1-1B62-D7C0C67B606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72367" y="5692702"/>
                  <a:ext cx="4377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93AB622-0E22-53DB-8F12-935E55C2E69B}"/>
                    </a:ext>
                  </a:extLst>
                </p14:cNvPr>
                <p14:cNvContentPartPr/>
                <p14:nvPr/>
              </p14:nvContentPartPr>
              <p14:xfrm>
                <a:off x="1319927" y="5733382"/>
                <a:ext cx="59040" cy="275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93AB622-0E22-53DB-8F12-935E55C2E69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301927" y="5715382"/>
                  <a:ext cx="9468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F331B59-66EB-96FA-FA5C-EDB7419BBC10}"/>
              </a:ext>
            </a:extLst>
          </p:cNvPr>
          <p:cNvGrpSpPr/>
          <p:nvPr/>
        </p:nvGrpSpPr>
        <p:grpSpPr>
          <a:xfrm>
            <a:off x="1769927" y="5869102"/>
            <a:ext cx="867960" cy="303120"/>
            <a:chOff x="1769927" y="5869102"/>
            <a:chExt cx="86796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3A9B9BF-6A8E-61BF-1A3B-873521B3924B}"/>
                    </a:ext>
                  </a:extLst>
                </p14:cNvPr>
                <p14:cNvContentPartPr/>
                <p14:nvPr/>
              </p14:nvContentPartPr>
              <p14:xfrm>
                <a:off x="1769927" y="5869102"/>
                <a:ext cx="250920" cy="3031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3A9B9BF-6A8E-61BF-1A3B-873521B3924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751927" y="5851102"/>
                  <a:ext cx="2865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D4A9368-131B-4A0B-7C24-C79B63BAF925}"/>
                    </a:ext>
                  </a:extLst>
                </p14:cNvPr>
                <p14:cNvContentPartPr/>
                <p14:nvPr/>
              </p14:nvContentPartPr>
              <p14:xfrm>
                <a:off x="2081327" y="5909422"/>
                <a:ext cx="215280" cy="251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D4A9368-131B-4A0B-7C24-C79B63BAF92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063327" y="5891782"/>
                  <a:ext cx="250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846DFA2-ABC8-A4FC-4CCD-4988460B3F68}"/>
                    </a:ext>
                  </a:extLst>
                </p14:cNvPr>
                <p14:cNvContentPartPr/>
                <p14:nvPr/>
              </p14:nvContentPartPr>
              <p14:xfrm>
                <a:off x="2476247" y="5915182"/>
                <a:ext cx="161640" cy="218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846DFA2-ABC8-A4FC-4CCD-4988460B3F6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458247" y="5897182"/>
                  <a:ext cx="19728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C255EDE6-9AC5-05F3-55D8-3FD46992678A}"/>
              </a:ext>
            </a:extLst>
          </p:cNvPr>
          <p:cNvGrpSpPr/>
          <p:nvPr/>
        </p:nvGrpSpPr>
        <p:grpSpPr>
          <a:xfrm>
            <a:off x="3088607" y="5772622"/>
            <a:ext cx="1464480" cy="662760"/>
            <a:chOff x="3088607" y="5772622"/>
            <a:chExt cx="1464480" cy="66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A19885D-08B8-C1FE-FBFE-18ED9E92AD69}"/>
                    </a:ext>
                  </a:extLst>
                </p14:cNvPr>
                <p14:cNvContentPartPr/>
                <p14:nvPr/>
              </p14:nvContentPartPr>
              <p14:xfrm>
                <a:off x="3088607" y="5945422"/>
                <a:ext cx="342360" cy="1605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A19885D-08B8-C1FE-FBFE-18ED9E92AD6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070967" y="5927782"/>
                  <a:ext cx="378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CFAD20E-C833-9D88-B159-6D186495BB0F}"/>
                    </a:ext>
                  </a:extLst>
                </p14:cNvPr>
                <p14:cNvContentPartPr/>
                <p14:nvPr/>
              </p14:nvContentPartPr>
              <p14:xfrm>
                <a:off x="3409007" y="5952262"/>
                <a:ext cx="331200" cy="4831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CFAD20E-C833-9D88-B159-6D186495BB0F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91367" y="5934262"/>
                  <a:ext cx="3668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76AFB8E-73AE-E533-3C4C-447B05658C07}"/>
                    </a:ext>
                  </a:extLst>
                </p14:cNvPr>
                <p14:cNvContentPartPr/>
                <p14:nvPr/>
              </p14:nvContentPartPr>
              <p14:xfrm>
                <a:off x="3911567" y="5772622"/>
                <a:ext cx="155160" cy="354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76AFB8E-73AE-E533-3C4C-447B05658C0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893567" y="5754622"/>
                  <a:ext cx="1908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E66B2B7-DFB7-D72C-F718-8A2C20125CA5}"/>
                    </a:ext>
                  </a:extLst>
                </p14:cNvPr>
                <p14:cNvContentPartPr/>
                <p14:nvPr/>
              </p14:nvContentPartPr>
              <p14:xfrm>
                <a:off x="4109567" y="5946502"/>
                <a:ext cx="225360" cy="175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E66B2B7-DFB7-D72C-F718-8A2C20125CA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091567" y="5928502"/>
                  <a:ext cx="261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BE28CD9-93A9-3D22-00AD-DA1DE40D6629}"/>
                    </a:ext>
                  </a:extLst>
                </p14:cNvPr>
                <p14:cNvContentPartPr/>
                <p14:nvPr/>
              </p14:nvContentPartPr>
              <p14:xfrm>
                <a:off x="4424207" y="6050902"/>
                <a:ext cx="128880" cy="161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BE28CD9-93A9-3D22-00AD-DA1DE40D662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406207" y="6033262"/>
                  <a:ext cx="16452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8231EDBB-6745-D929-C588-9EB5620E8E13}"/>
              </a:ext>
            </a:extLst>
          </p:cNvPr>
          <p:cNvGrpSpPr/>
          <p:nvPr/>
        </p:nvGrpSpPr>
        <p:grpSpPr>
          <a:xfrm>
            <a:off x="5057807" y="5911222"/>
            <a:ext cx="241920" cy="175680"/>
            <a:chOff x="5057807" y="5911222"/>
            <a:chExt cx="241920" cy="1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34493F1-698A-E5F4-109C-DE260C5D7F2A}"/>
                    </a:ext>
                  </a:extLst>
                </p14:cNvPr>
                <p14:cNvContentPartPr/>
                <p14:nvPr/>
              </p14:nvContentPartPr>
              <p14:xfrm>
                <a:off x="5057807" y="5912662"/>
                <a:ext cx="72000" cy="1501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34493F1-698A-E5F4-109C-DE260C5D7F2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039807" y="5894662"/>
                  <a:ext cx="107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507B337-1255-BEFE-B296-6A00D6A59193}"/>
                    </a:ext>
                  </a:extLst>
                </p14:cNvPr>
                <p14:cNvContentPartPr/>
                <p14:nvPr/>
              </p14:nvContentPartPr>
              <p14:xfrm>
                <a:off x="5159687" y="5911222"/>
                <a:ext cx="140040" cy="1756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507B337-1255-BEFE-B296-6A00D6A5919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141687" y="5893222"/>
                  <a:ext cx="17568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CF5C105-16B1-5AEE-983C-1A57AFCB0165}"/>
                  </a:ext>
                </a:extLst>
              </p14:cNvPr>
              <p14:cNvContentPartPr/>
              <p14:nvPr/>
            </p14:nvContentPartPr>
            <p14:xfrm>
              <a:off x="5235647" y="5724742"/>
              <a:ext cx="14760" cy="4608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CF5C105-16B1-5AEE-983C-1A57AFCB0165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5218007" y="5706742"/>
                <a:ext cx="5040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CF144C65-D159-45F3-2D5E-4DFD9688A6BE}"/>
              </a:ext>
            </a:extLst>
          </p:cNvPr>
          <p:cNvGrpSpPr/>
          <p:nvPr/>
        </p:nvGrpSpPr>
        <p:grpSpPr>
          <a:xfrm>
            <a:off x="5967167" y="5739142"/>
            <a:ext cx="1256760" cy="368280"/>
            <a:chOff x="5967167" y="5739142"/>
            <a:chExt cx="125676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A9A5EAF-85AC-4170-73F4-FA092A8F7F71}"/>
                    </a:ext>
                  </a:extLst>
                </p14:cNvPr>
                <p14:cNvContentPartPr/>
                <p14:nvPr/>
              </p14:nvContentPartPr>
              <p14:xfrm>
                <a:off x="5967167" y="5861542"/>
                <a:ext cx="168120" cy="2228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A9A5EAF-85AC-4170-73F4-FA092A8F7F7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949167" y="5843542"/>
                  <a:ext cx="203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09D252D-5BB5-45CE-512F-2CCF672F4EBC}"/>
                    </a:ext>
                  </a:extLst>
                </p14:cNvPr>
                <p14:cNvContentPartPr/>
                <p14:nvPr/>
              </p14:nvContentPartPr>
              <p14:xfrm>
                <a:off x="6220967" y="5739142"/>
                <a:ext cx="764640" cy="3682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09D252D-5BB5-45CE-512F-2CCF672F4EB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203327" y="5721142"/>
                  <a:ext cx="8002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63756CB-4F88-A800-87E8-1B8EB7E3E809}"/>
                    </a:ext>
                  </a:extLst>
                </p14:cNvPr>
                <p14:cNvContentPartPr/>
                <p14:nvPr/>
              </p14:nvContentPartPr>
              <p14:xfrm>
                <a:off x="6992807" y="5757502"/>
                <a:ext cx="231120" cy="308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63756CB-4F88-A800-87E8-1B8EB7E3E80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974807" y="5739502"/>
                  <a:ext cx="266760" cy="34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DA3982D2-FFF2-775B-8159-7565ABC8E14B}"/>
                  </a:ext>
                </a:extLst>
              </p14:cNvPr>
              <p14:cNvContentPartPr/>
              <p14:nvPr/>
            </p14:nvContentPartPr>
            <p14:xfrm>
              <a:off x="7691207" y="5876302"/>
              <a:ext cx="363240" cy="1904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DA3982D2-FFF2-775B-8159-7565ABC8E14B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7673567" y="5858302"/>
                <a:ext cx="398880" cy="22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D3D9E62-731A-317A-2EA4-E135D2367399}"/>
              </a:ext>
            </a:extLst>
          </p:cNvPr>
          <p:cNvGrpSpPr/>
          <p:nvPr/>
        </p:nvGrpSpPr>
        <p:grpSpPr>
          <a:xfrm>
            <a:off x="8719727" y="5615662"/>
            <a:ext cx="3173040" cy="708840"/>
            <a:chOff x="8719727" y="5615662"/>
            <a:chExt cx="3173040" cy="70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1DA1673-19D1-0AD5-AE33-7602E5DC8D5F}"/>
                    </a:ext>
                  </a:extLst>
                </p14:cNvPr>
                <p14:cNvContentPartPr/>
                <p14:nvPr/>
              </p14:nvContentPartPr>
              <p14:xfrm>
                <a:off x="8719727" y="5646622"/>
                <a:ext cx="201960" cy="304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1DA1673-19D1-0AD5-AE33-7602E5DC8D5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01727" y="5628982"/>
                  <a:ext cx="2376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DDE7250-ED86-AD96-6BD4-FB82D2124C2D}"/>
                    </a:ext>
                  </a:extLst>
                </p14:cNvPr>
                <p14:cNvContentPartPr/>
                <p14:nvPr/>
              </p14:nvContentPartPr>
              <p14:xfrm>
                <a:off x="9074687" y="5769022"/>
                <a:ext cx="123120" cy="1645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DDE7250-ED86-AD96-6BD4-FB82D2124C2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57047" y="5751382"/>
                  <a:ext cx="158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70CC970-03D1-EA8C-B763-59B5D22C7BD3}"/>
                    </a:ext>
                  </a:extLst>
                </p14:cNvPr>
                <p14:cNvContentPartPr/>
                <p14:nvPr/>
              </p14:nvContentPartPr>
              <p14:xfrm>
                <a:off x="9279887" y="5795302"/>
                <a:ext cx="189720" cy="1339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70CC970-03D1-EA8C-B763-59B5D22C7BD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262247" y="5777302"/>
                  <a:ext cx="225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7275797-1A98-C17F-A7E4-35150D21B6BA}"/>
                    </a:ext>
                  </a:extLst>
                </p14:cNvPr>
                <p14:cNvContentPartPr/>
                <p14:nvPr/>
              </p14:nvContentPartPr>
              <p14:xfrm>
                <a:off x="9431447" y="5807182"/>
                <a:ext cx="169200" cy="145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7275797-1A98-C17F-A7E4-35150D21B6B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413807" y="5789542"/>
                  <a:ext cx="204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E2C0516-39E9-0AFC-07E4-BD679C847D2F}"/>
                    </a:ext>
                  </a:extLst>
                </p14:cNvPr>
                <p14:cNvContentPartPr/>
                <p14:nvPr/>
              </p14:nvContentPartPr>
              <p14:xfrm>
                <a:off x="9635927" y="5661022"/>
                <a:ext cx="232920" cy="327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E2C0516-39E9-0AFC-07E4-BD679C847D2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617927" y="5643382"/>
                  <a:ext cx="2685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D9090F7-B197-D4F3-82EE-78CAA85802F2}"/>
                    </a:ext>
                  </a:extLst>
                </p14:cNvPr>
                <p14:cNvContentPartPr/>
                <p14:nvPr/>
              </p14:nvContentPartPr>
              <p14:xfrm>
                <a:off x="9892607" y="5832742"/>
                <a:ext cx="635760" cy="4917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D9090F7-B197-D4F3-82EE-78CAA85802F2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874607" y="5815102"/>
                  <a:ext cx="67140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97829AC-9237-31F1-8D67-F4B114058AAF}"/>
                    </a:ext>
                  </a:extLst>
                </p14:cNvPr>
                <p14:cNvContentPartPr/>
                <p14:nvPr/>
              </p14:nvContentPartPr>
              <p14:xfrm>
                <a:off x="10726007" y="5903302"/>
                <a:ext cx="113040" cy="4172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97829AC-9237-31F1-8D67-F4B114058AAF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708367" y="5885662"/>
                  <a:ext cx="1486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DFDFEA5-5A0F-F439-23FB-2E1E7DCFACB2}"/>
                    </a:ext>
                  </a:extLst>
                </p14:cNvPr>
                <p14:cNvContentPartPr/>
                <p14:nvPr/>
              </p14:nvContentPartPr>
              <p14:xfrm>
                <a:off x="10772447" y="5826262"/>
                <a:ext cx="275040" cy="140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DFDFEA5-5A0F-F439-23FB-2E1E7DCFACB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754807" y="5808262"/>
                  <a:ext cx="310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BFCAE7E-C118-DB8B-B883-F59156F4970B}"/>
                    </a:ext>
                  </a:extLst>
                </p14:cNvPr>
                <p14:cNvContentPartPr/>
                <p14:nvPr/>
              </p14:nvContentPartPr>
              <p14:xfrm>
                <a:off x="11119847" y="5814382"/>
                <a:ext cx="138240" cy="159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BFCAE7E-C118-DB8B-B883-F59156F4970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102207" y="5796382"/>
                  <a:ext cx="173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9C4F891-81FE-4113-3726-2BD64F224756}"/>
                    </a:ext>
                  </a:extLst>
                </p14:cNvPr>
                <p14:cNvContentPartPr/>
                <p14:nvPr/>
              </p14:nvContentPartPr>
              <p14:xfrm>
                <a:off x="11423327" y="5839582"/>
                <a:ext cx="17640" cy="1072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9C4F891-81FE-4113-3726-2BD64F22475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405327" y="5821942"/>
                  <a:ext cx="53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21C9592-36DF-45A2-217E-DFFC91D58867}"/>
                    </a:ext>
                  </a:extLst>
                </p14:cNvPr>
                <p14:cNvContentPartPr/>
                <p14:nvPr/>
              </p14:nvContentPartPr>
              <p14:xfrm>
                <a:off x="11464007" y="5712862"/>
                <a:ext cx="4680" cy="40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21C9592-36DF-45A2-217E-DFFC91D5886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446007" y="5695222"/>
                  <a:ext cx="40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7F5478A-E95A-45D7-AABF-74E767C77608}"/>
                    </a:ext>
                  </a:extLst>
                </p14:cNvPr>
                <p14:cNvContentPartPr/>
                <p14:nvPr/>
              </p14:nvContentPartPr>
              <p14:xfrm>
                <a:off x="11537807" y="5795662"/>
                <a:ext cx="174960" cy="133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7F5478A-E95A-45D7-AABF-74E767C7760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519807" y="5778022"/>
                  <a:ext cx="210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59DDDF6-7C06-FF41-16BB-FA988663E6B9}"/>
                    </a:ext>
                  </a:extLst>
                </p14:cNvPr>
                <p14:cNvContentPartPr/>
                <p14:nvPr/>
              </p14:nvContentPartPr>
              <p14:xfrm>
                <a:off x="11804567" y="5615662"/>
                <a:ext cx="80280" cy="328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59DDDF6-7C06-FF41-16BB-FA988663E6B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786567" y="5597662"/>
                  <a:ext cx="1159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CF6026F-D06B-1D6F-A9EB-7EE9F9D76651}"/>
                    </a:ext>
                  </a:extLst>
                </p14:cNvPr>
                <p14:cNvContentPartPr/>
                <p14:nvPr/>
              </p14:nvContentPartPr>
              <p14:xfrm>
                <a:off x="11651927" y="5739142"/>
                <a:ext cx="240840" cy="378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CF6026F-D06B-1D6F-A9EB-7EE9F9D7665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634287" y="5721142"/>
                  <a:ext cx="27648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1E4CFC44-7C3C-A85B-C0B1-1A00C5418272}"/>
                  </a:ext>
                </a:extLst>
              </p14:cNvPr>
              <p14:cNvContentPartPr/>
              <p14:nvPr/>
            </p14:nvContentPartPr>
            <p14:xfrm>
              <a:off x="12264287" y="6087982"/>
              <a:ext cx="29160" cy="252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1E4CFC44-7C3C-A85B-C0B1-1A00C5418272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12246287" y="6069982"/>
                <a:ext cx="648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45AA98D9-E840-B1FA-6F25-8FFC8E04F3C7}"/>
              </a:ext>
            </a:extLst>
          </p:cNvPr>
          <p:cNvGrpSpPr/>
          <p:nvPr/>
        </p:nvGrpSpPr>
        <p:grpSpPr>
          <a:xfrm>
            <a:off x="8450447" y="6563902"/>
            <a:ext cx="730440" cy="274320"/>
            <a:chOff x="8450447" y="6563902"/>
            <a:chExt cx="7304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5E70BE4-6280-4640-C658-EF9E15ADF475}"/>
                    </a:ext>
                  </a:extLst>
                </p14:cNvPr>
                <p14:cNvContentPartPr/>
                <p14:nvPr/>
              </p14:nvContentPartPr>
              <p14:xfrm>
                <a:off x="8450447" y="6592342"/>
                <a:ext cx="68040" cy="1519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5E70BE4-6280-4640-C658-EF9E15ADF47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432447" y="6574702"/>
                  <a:ext cx="103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43FF0FE-0DCC-8858-ED3F-7ABDC7DC53D2}"/>
                    </a:ext>
                  </a:extLst>
                </p14:cNvPr>
                <p14:cNvContentPartPr/>
                <p14:nvPr/>
              </p14:nvContentPartPr>
              <p14:xfrm>
                <a:off x="8632607" y="6797542"/>
                <a:ext cx="28080" cy="133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43FF0FE-0DCC-8858-ED3F-7ABDC7DC53D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614607" y="6779902"/>
                  <a:ext cx="63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21FFFAA-E08C-F69F-F117-76279FBF8432}"/>
                    </a:ext>
                  </a:extLst>
                </p14:cNvPr>
                <p14:cNvContentPartPr/>
                <p14:nvPr/>
              </p14:nvContentPartPr>
              <p14:xfrm>
                <a:off x="8867327" y="6808342"/>
                <a:ext cx="15840" cy="226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21FFFAA-E08C-F69F-F117-76279FBF8432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849687" y="6790342"/>
                  <a:ext cx="51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5AAA8D7-5397-B488-5E1B-9E496C526865}"/>
                    </a:ext>
                  </a:extLst>
                </p14:cNvPr>
                <p14:cNvContentPartPr/>
                <p14:nvPr/>
              </p14:nvContentPartPr>
              <p14:xfrm>
                <a:off x="9133367" y="6563902"/>
                <a:ext cx="47520" cy="975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5AAA8D7-5397-B488-5E1B-9E496C52686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115727" y="6545902"/>
                  <a:ext cx="83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611AEBF-1291-5C4A-8DAF-DCB6CB5DFF47}"/>
                    </a:ext>
                  </a:extLst>
                </p14:cNvPr>
                <p14:cNvContentPartPr/>
                <p14:nvPr/>
              </p14:nvContentPartPr>
              <p14:xfrm>
                <a:off x="9011687" y="6737062"/>
                <a:ext cx="74520" cy="60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611AEBF-1291-5C4A-8DAF-DCB6CB5DFF4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993687" y="6719422"/>
                  <a:ext cx="110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F2EC186-FFDA-CC86-F78F-851744E145A6}"/>
                    </a:ext>
                  </a:extLst>
                </p14:cNvPr>
                <p14:cNvContentPartPr/>
                <p14:nvPr/>
              </p14:nvContentPartPr>
              <p14:xfrm>
                <a:off x="8798207" y="6831022"/>
                <a:ext cx="92520" cy="72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F2EC186-FFDA-CC86-F78F-851744E145A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780567" y="6813382"/>
                  <a:ext cx="1281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DDCD3C31-5FF0-936D-B232-803D3397BB61}"/>
              </a:ext>
            </a:extLst>
          </p:cNvPr>
          <p:cNvGrpSpPr/>
          <p:nvPr/>
        </p:nvGrpSpPr>
        <p:grpSpPr>
          <a:xfrm>
            <a:off x="8518127" y="6211822"/>
            <a:ext cx="638640" cy="210240"/>
            <a:chOff x="8518127" y="6211822"/>
            <a:chExt cx="63864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0422E97-34CA-5833-9614-4988DF5EEB02}"/>
                    </a:ext>
                  </a:extLst>
                </p14:cNvPr>
                <p14:cNvContentPartPr/>
                <p14:nvPr/>
              </p14:nvContentPartPr>
              <p14:xfrm>
                <a:off x="8739527" y="6244582"/>
                <a:ext cx="28800" cy="79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0422E97-34CA-5833-9614-4988DF5EEB0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721527" y="6226942"/>
                  <a:ext cx="64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112FADE-41D0-BCED-F99D-C1B0F0835E20}"/>
                    </a:ext>
                  </a:extLst>
                </p14:cNvPr>
                <p14:cNvContentPartPr/>
                <p14:nvPr/>
              </p14:nvContentPartPr>
              <p14:xfrm>
                <a:off x="8518127" y="6324502"/>
                <a:ext cx="72000" cy="572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112FADE-41D0-BCED-F99D-C1B0F0835E20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500127" y="6306862"/>
                  <a:ext cx="107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9C6DD52-0FD6-CBFB-2842-90BF1C4E81D5}"/>
                    </a:ext>
                  </a:extLst>
                </p14:cNvPr>
                <p14:cNvContentPartPr/>
                <p14:nvPr/>
              </p14:nvContentPartPr>
              <p14:xfrm>
                <a:off x="8855087" y="6230182"/>
                <a:ext cx="48600" cy="190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9C6DD52-0FD6-CBFB-2842-90BF1C4E81D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837447" y="6212542"/>
                  <a:ext cx="84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544C92F-3639-DB71-9A02-941A20B13637}"/>
                    </a:ext>
                  </a:extLst>
                </p14:cNvPr>
                <p14:cNvContentPartPr/>
                <p14:nvPr/>
              </p14:nvContentPartPr>
              <p14:xfrm>
                <a:off x="9124727" y="6351142"/>
                <a:ext cx="32040" cy="70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544C92F-3639-DB71-9A02-941A20B1363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107087" y="6333142"/>
                  <a:ext cx="67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F81CD17-8773-1A8B-2EEF-8AA3213B3E24}"/>
                    </a:ext>
                  </a:extLst>
                </p14:cNvPr>
                <p14:cNvContentPartPr/>
                <p14:nvPr/>
              </p14:nvContentPartPr>
              <p14:xfrm>
                <a:off x="8817287" y="6243502"/>
                <a:ext cx="360" cy="3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F81CD17-8773-1A8B-2EEF-8AA3213B3E2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799647" y="6225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C62174A-676D-0B81-DE61-4A241F646629}"/>
                    </a:ext>
                  </a:extLst>
                </p14:cNvPr>
                <p14:cNvContentPartPr/>
                <p14:nvPr/>
              </p14:nvContentPartPr>
              <p14:xfrm>
                <a:off x="8887127" y="6225142"/>
                <a:ext cx="360" cy="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C62174A-676D-0B81-DE61-4A241F646629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869487" y="6207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41E0510-CED0-2CAB-95C9-62A4A3455CC3}"/>
                    </a:ext>
                  </a:extLst>
                </p14:cNvPr>
                <p14:cNvContentPartPr/>
                <p14:nvPr/>
              </p14:nvContentPartPr>
              <p14:xfrm>
                <a:off x="8892167" y="6211822"/>
                <a:ext cx="360" cy="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41E0510-CED0-2CAB-95C9-62A4A3455CC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874527" y="61941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817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067EBD8-23EB-DCB8-5B7F-85940E362072}"/>
              </a:ext>
            </a:extLst>
          </p:cNvPr>
          <p:cNvGrpSpPr/>
          <p:nvPr/>
        </p:nvGrpSpPr>
        <p:grpSpPr>
          <a:xfrm>
            <a:off x="380327" y="332662"/>
            <a:ext cx="485280" cy="413280"/>
            <a:chOff x="380327" y="332662"/>
            <a:chExt cx="48528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EDB7D59-165B-D08C-2B3C-2F3908F9DD7C}"/>
                    </a:ext>
                  </a:extLst>
                </p14:cNvPr>
                <p14:cNvContentPartPr/>
                <p14:nvPr/>
              </p14:nvContentPartPr>
              <p14:xfrm>
                <a:off x="380327" y="332662"/>
                <a:ext cx="208800" cy="413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EDB7D59-165B-D08C-2B3C-2F3908F9DD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2687" y="315022"/>
                  <a:ext cx="2444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45F8D4-2120-7B0E-4353-1801972D7CCF}"/>
                    </a:ext>
                  </a:extLst>
                </p14:cNvPr>
                <p14:cNvContentPartPr/>
                <p14:nvPr/>
              </p14:nvContentPartPr>
              <p14:xfrm>
                <a:off x="528287" y="357862"/>
                <a:ext cx="117360" cy="291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45F8D4-2120-7B0E-4353-1801972D7C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287" y="340222"/>
                  <a:ext cx="153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AFF8C9-2D0D-A5F4-6CED-2D5A970CE535}"/>
                    </a:ext>
                  </a:extLst>
                </p14:cNvPr>
                <p14:cNvContentPartPr/>
                <p14:nvPr/>
              </p14:nvContentPartPr>
              <p14:xfrm>
                <a:off x="447287" y="524542"/>
                <a:ext cx="115920" cy="1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AFF8C9-2D0D-A5F4-6CED-2D5A970CE5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9287" y="506542"/>
                  <a:ext cx="151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E7AF62D-5538-553A-8CF9-DBA0DCC2F076}"/>
                    </a:ext>
                  </a:extLst>
                </p14:cNvPr>
                <p14:cNvContentPartPr/>
                <p14:nvPr/>
              </p14:nvContentPartPr>
              <p14:xfrm>
                <a:off x="700727" y="482062"/>
                <a:ext cx="164880" cy="13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E7AF62D-5538-553A-8CF9-DBA0DCC2F0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2727" y="464422"/>
                  <a:ext cx="20052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E87AA2C-BAD3-2621-0A34-52D0534EDA03}"/>
              </a:ext>
            </a:extLst>
          </p:cNvPr>
          <p:cNvGrpSpPr/>
          <p:nvPr/>
        </p:nvGrpSpPr>
        <p:grpSpPr>
          <a:xfrm>
            <a:off x="1414607" y="285142"/>
            <a:ext cx="1383120" cy="347400"/>
            <a:chOff x="1414607" y="285142"/>
            <a:chExt cx="138312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482AF4-B7B4-4049-6ADD-80FED66FE087}"/>
                    </a:ext>
                  </a:extLst>
                </p14:cNvPr>
                <p14:cNvContentPartPr/>
                <p14:nvPr/>
              </p14:nvContentPartPr>
              <p14:xfrm>
                <a:off x="1414607" y="469822"/>
                <a:ext cx="67680" cy="162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482AF4-B7B4-4049-6ADD-80FED66FE0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96967" y="452182"/>
                  <a:ext cx="103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062239-BCF0-9D44-6097-373402CAED1C}"/>
                    </a:ext>
                  </a:extLst>
                </p14:cNvPr>
                <p14:cNvContentPartPr/>
                <p14:nvPr/>
              </p14:nvContentPartPr>
              <p14:xfrm>
                <a:off x="1494887" y="361822"/>
                <a:ext cx="3960" cy="4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062239-BCF0-9D44-6097-373402CAED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77247" y="343822"/>
                  <a:ext cx="39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3DBE5D-4A72-163E-891F-615521D20CC5}"/>
                    </a:ext>
                  </a:extLst>
                </p14:cNvPr>
                <p14:cNvContentPartPr/>
                <p14:nvPr/>
              </p14:nvContentPartPr>
              <p14:xfrm>
                <a:off x="1542767" y="486382"/>
                <a:ext cx="129240" cy="142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3DBE5D-4A72-163E-891F-615521D20CC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4767" y="468742"/>
                  <a:ext cx="164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05EB19-87E0-D03F-0950-AFD8980CF415}"/>
                    </a:ext>
                  </a:extLst>
                </p14:cNvPr>
                <p14:cNvContentPartPr/>
                <p14:nvPr/>
              </p14:nvContentPartPr>
              <p14:xfrm>
                <a:off x="1778927" y="295582"/>
                <a:ext cx="64080" cy="318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05EB19-87E0-D03F-0950-AFD8980CF4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1287" y="277582"/>
                  <a:ext cx="997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84BF33-7AEF-0A04-40B7-0A3C944B2F12}"/>
                    </a:ext>
                  </a:extLst>
                </p14:cNvPr>
                <p14:cNvContentPartPr/>
                <p14:nvPr/>
              </p14:nvContentPartPr>
              <p14:xfrm>
                <a:off x="1720967" y="411142"/>
                <a:ext cx="154080" cy="21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84BF33-7AEF-0A04-40B7-0A3C944B2F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02967" y="393502"/>
                  <a:ext cx="189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F56703-7B2E-0EB8-D952-1C0CF3ADDB59}"/>
                    </a:ext>
                  </a:extLst>
                </p14:cNvPr>
                <p14:cNvContentPartPr/>
                <p14:nvPr/>
              </p14:nvContentPartPr>
              <p14:xfrm>
                <a:off x="1881527" y="417622"/>
                <a:ext cx="137880" cy="183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F56703-7B2E-0EB8-D952-1C0CF3ADDB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63527" y="399622"/>
                  <a:ext cx="173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B45C33-7366-B606-1A73-FE21209D5A7F}"/>
                    </a:ext>
                  </a:extLst>
                </p14:cNvPr>
                <p14:cNvContentPartPr/>
                <p14:nvPr/>
              </p14:nvContentPartPr>
              <p14:xfrm>
                <a:off x="2060807" y="423742"/>
                <a:ext cx="173520" cy="12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B45C33-7366-B606-1A73-FE21209D5A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43167" y="406102"/>
                  <a:ext cx="209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6EBC59-7954-8A44-A02E-05254565EFCB}"/>
                    </a:ext>
                  </a:extLst>
                </p14:cNvPr>
                <p14:cNvContentPartPr/>
                <p14:nvPr/>
              </p14:nvContentPartPr>
              <p14:xfrm>
                <a:off x="2334767" y="416902"/>
                <a:ext cx="32040" cy="110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6EBC59-7954-8A44-A02E-05254565EF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17127" y="398902"/>
                  <a:ext cx="67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FDD3FCC-C4E8-54C7-DB2B-493CCD4AE2EC}"/>
                    </a:ext>
                  </a:extLst>
                </p14:cNvPr>
                <p14:cNvContentPartPr/>
                <p14:nvPr/>
              </p14:nvContentPartPr>
              <p14:xfrm>
                <a:off x="2363927" y="285142"/>
                <a:ext cx="41760" cy="4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FDD3FCC-C4E8-54C7-DB2B-493CCD4AE2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46287" y="267142"/>
                  <a:ext cx="77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D56654-C60D-0BB6-87E4-953FD8A81047}"/>
                    </a:ext>
                  </a:extLst>
                </p14:cNvPr>
                <p14:cNvContentPartPr/>
                <p14:nvPr/>
              </p14:nvContentPartPr>
              <p14:xfrm>
                <a:off x="2436647" y="354982"/>
                <a:ext cx="162000" cy="18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D56654-C60D-0BB6-87E4-953FD8A8104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19007" y="336982"/>
                  <a:ext cx="197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EF5B6F-D03F-7334-8CEA-B3A291B0189E}"/>
                    </a:ext>
                  </a:extLst>
                </p14:cNvPr>
                <p14:cNvContentPartPr/>
                <p14:nvPr/>
              </p14:nvContentPartPr>
              <p14:xfrm>
                <a:off x="2605487" y="402142"/>
                <a:ext cx="192240" cy="165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EF5B6F-D03F-7334-8CEA-B3A291B018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87487" y="384142"/>
                  <a:ext cx="22788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D0AC6A-A30F-E3CD-A621-CEA44C9AD261}"/>
              </a:ext>
            </a:extLst>
          </p:cNvPr>
          <p:cNvGrpSpPr/>
          <p:nvPr/>
        </p:nvGrpSpPr>
        <p:grpSpPr>
          <a:xfrm>
            <a:off x="3146207" y="197302"/>
            <a:ext cx="961560" cy="767880"/>
            <a:chOff x="3146207" y="197302"/>
            <a:chExt cx="961560" cy="76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EA4219-85EC-890C-E7C4-FD2B9F02C389}"/>
                    </a:ext>
                  </a:extLst>
                </p14:cNvPr>
                <p14:cNvContentPartPr/>
                <p14:nvPr/>
              </p14:nvContentPartPr>
              <p14:xfrm>
                <a:off x="3146207" y="391702"/>
                <a:ext cx="142560" cy="573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EA4219-85EC-890C-E7C4-FD2B9F02C3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28567" y="373702"/>
                  <a:ext cx="1782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F63088-E87E-955A-3301-67F84223DA6B}"/>
                    </a:ext>
                  </a:extLst>
                </p14:cNvPr>
                <p14:cNvContentPartPr/>
                <p14:nvPr/>
              </p14:nvContentPartPr>
              <p14:xfrm>
                <a:off x="3239087" y="403942"/>
                <a:ext cx="157680" cy="15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F63088-E87E-955A-3301-67F84223DA6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21447" y="385942"/>
                  <a:ext cx="193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6908B88-2A46-5813-8B4E-0BA2D577825E}"/>
                    </a:ext>
                  </a:extLst>
                </p14:cNvPr>
                <p14:cNvContentPartPr/>
                <p14:nvPr/>
              </p14:nvContentPartPr>
              <p14:xfrm>
                <a:off x="3430967" y="392422"/>
                <a:ext cx="135360" cy="144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6908B88-2A46-5813-8B4E-0BA2D57782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12967" y="374782"/>
                  <a:ext cx="171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139EE3-52BB-43B3-F888-0183E9C8D287}"/>
                    </a:ext>
                  </a:extLst>
                </p14:cNvPr>
                <p14:cNvContentPartPr/>
                <p14:nvPr/>
              </p14:nvContentPartPr>
              <p14:xfrm>
                <a:off x="3648767" y="422302"/>
                <a:ext cx="25560" cy="13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139EE3-52BB-43B3-F888-0183E9C8D28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30767" y="404662"/>
                  <a:ext cx="61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60E564-A07E-B8CB-7A02-283F44F407D2}"/>
                    </a:ext>
                  </a:extLst>
                </p14:cNvPr>
                <p14:cNvContentPartPr/>
                <p14:nvPr/>
              </p14:nvContentPartPr>
              <p14:xfrm>
                <a:off x="3744527" y="397102"/>
                <a:ext cx="170280" cy="155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60E564-A07E-B8CB-7A02-283F44F407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26527" y="379102"/>
                  <a:ext cx="205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205062-1BBE-BE66-6C2A-98646548B903}"/>
                    </a:ext>
                  </a:extLst>
                </p14:cNvPr>
                <p14:cNvContentPartPr/>
                <p14:nvPr/>
              </p14:nvContentPartPr>
              <p14:xfrm>
                <a:off x="4000847" y="197302"/>
                <a:ext cx="59400" cy="343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205062-1BBE-BE66-6C2A-98646548B9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82847" y="179302"/>
                  <a:ext cx="950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DF6230-B2F6-B28E-4807-192B4962D5B7}"/>
                    </a:ext>
                  </a:extLst>
                </p14:cNvPr>
                <p14:cNvContentPartPr/>
                <p14:nvPr/>
              </p14:nvContentPartPr>
              <p14:xfrm>
                <a:off x="3996887" y="270022"/>
                <a:ext cx="110880" cy="3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DF6230-B2F6-B28E-4807-192B4962D5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78887" y="252382"/>
                  <a:ext cx="146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42C189-BFE5-6039-1133-C3BE8CB8AE15}"/>
                    </a:ext>
                  </a:extLst>
                </p14:cNvPr>
                <p14:cNvContentPartPr/>
                <p14:nvPr/>
              </p14:nvContentPartPr>
              <p14:xfrm>
                <a:off x="3663527" y="289462"/>
                <a:ext cx="73440" cy="2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42C189-BFE5-6039-1133-C3BE8CB8AE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45527" y="271462"/>
                  <a:ext cx="10908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CB0DF8-26C8-E7AC-BEA7-3E280FAD8AB5}"/>
                  </a:ext>
                </a:extLst>
              </p14:cNvPr>
              <p14:cNvContentPartPr/>
              <p14:nvPr/>
            </p14:nvContentPartPr>
            <p14:xfrm>
              <a:off x="4611047" y="293782"/>
              <a:ext cx="316080" cy="693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CB0DF8-26C8-E7AC-BEA7-3E280FAD8AB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93047" y="275782"/>
                <a:ext cx="351720" cy="7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2ECB1FF-A50D-2F51-F55A-EA75C189AFF2}"/>
                  </a:ext>
                </a:extLst>
              </p14:cNvPr>
              <p14:cNvContentPartPr/>
              <p14:nvPr/>
            </p14:nvContentPartPr>
            <p14:xfrm>
              <a:off x="5295047" y="246982"/>
              <a:ext cx="198000" cy="277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2ECB1FF-A50D-2F51-F55A-EA75C189AFF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77407" y="228982"/>
                <a:ext cx="23364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57A6F48-1933-1087-C78E-EB6BDB95623C}"/>
              </a:ext>
            </a:extLst>
          </p:cNvPr>
          <p:cNvGrpSpPr/>
          <p:nvPr/>
        </p:nvGrpSpPr>
        <p:grpSpPr>
          <a:xfrm>
            <a:off x="6276407" y="256702"/>
            <a:ext cx="888480" cy="306360"/>
            <a:chOff x="6276407" y="256702"/>
            <a:chExt cx="88848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2ED5A6-77CB-BBC9-D56C-98EA4942D967}"/>
                    </a:ext>
                  </a:extLst>
                </p14:cNvPr>
                <p14:cNvContentPartPr/>
                <p14:nvPr/>
              </p14:nvContentPartPr>
              <p14:xfrm>
                <a:off x="6276407" y="359662"/>
                <a:ext cx="518760" cy="203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2ED5A6-77CB-BBC9-D56C-98EA4942D9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58407" y="341662"/>
                  <a:ext cx="554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F6AE57D-D36B-BB7E-13FE-ED684F36BADE}"/>
                    </a:ext>
                  </a:extLst>
                </p14:cNvPr>
                <p14:cNvContentPartPr/>
                <p14:nvPr/>
              </p14:nvContentPartPr>
              <p14:xfrm>
                <a:off x="6832607" y="394942"/>
                <a:ext cx="117360" cy="16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F6AE57D-D36B-BB7E-13FE-ED684F36BA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14607" y="377302"/>
                  <a:ext cx="153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2E48FA-C1DA-0E03-97C1-6E7B32583B0D}"/>
                    </a:ext>
                  </a:extLst>
                </p14:cNvPr>
                <p14:cNvContentPartPr/>
                <p14:nvPr/>
              </p14:nvContentPartPr>
              <p14:xfrm>
                <a:off x="7034927" y="256702"/>
                <a:ext cx="77040" cy="27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2E48FA-C1DA-0E03-97C1-6E7B32583B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17287" y="238702"/>
                  <a:ext cx="1126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1DE1B15-6C06-02F2-8BD8-077921AF595B}"/>
                    </a:ext>
                  </a:extLst>
                </p14:cNvPr>
                <p14:cNvContentPartPr/>
                <p14:nvPr/>
              </p14:nvContentPartPr>
              <p14:xfrm>
                <a:off x="7029167" y="328342"/>
                <a:ext cx="13572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1DE1B15-6C06-02F2-8BD8-077921AF59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11527" y="310342"/>
                  <a:ext cx="1713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6A62A9-81D8-6C9F-0BF5-787338324FDB}"/>
              </a:ext>
            </a:extLst>
          </p:cNvPr>
          <p:cNvGrpSpPr/>
          <p:nvPr/>
        </p:nvGrpSpPr>
        <p:grpSpPr>
          <a:xfrm>
            <a:off x="7676087" y="241582"/>
            <a:ext cx="4237560" cy="655200"/>
            <a:chOff x="7676087" y="241582"/>
            <a:chExt cx="423756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86ADCF-D6D6-4749-EC2F-4856AA55E3BC}"/>
                    </a:ext>
                  </a:extLst>
                </p14:cNvPr>
                <p14:cNvContentPartPr/>
                <p14:nvPr/>
              </p14:nvContentPartPr>
              <p14:xfrm>
                <a:off x="7676087" y="289462"/>
                <a:ext cx="142920" cy="274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86ADCF-D6D6-4749-EC2F-4856AA55E3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58087" y="271462"/>
                  <a:ext cx="1785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11FFF0-D607-8130-E208-560C4AB78AF7}"/>
                    </a:ext>
                  </a:extLst>
                </p14:cNvPr>
                <p14:cNvContentPartPr/>
                <p14:nvPr/>
              </p14:nvContentPartPr>
              <p14:xfrm>
                <a:off x="7920527" y="442102"/>
                <a:ext cx="153720" cy="160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11FFF0-D607-8130-E208-560C4AB78A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02887" y="424462"/>
                  <a:ext cx="189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B2568C7-4C07-8466-28BA-13E7CE4FF72C}"/>
                    </a:ext>
                  </a:extLst>
                </p14:cNvPr>
                <p14:cNvContentPartPr/>
                <p14:nvPr/>
              </p14:nvContentPartPr>
              <p14:xfrm>
                <a:off x="8505887" y="375142"/>
                <a:ext cx="194400" cy="178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B2568C7-4C07-8466-28BA-13E7CE4FF72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88247" y="357502"/>
                  <a:ext cx="230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5225AA-73F3-6A17-93D7-D9E4F2EF188C}"/>
                    </a:ext>
                  </a:extLst>
                </p14:cNvPr>
                <p14:cNvContentPartPr/>
                <p14:nvPr/>
              </p14:nvContentPartPr>
              <p14:xfrm>
                <a:off x="8752127" y="427342"/>
                <a:ext cx="200520" cy="13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5225AA-73F3-6A17-93D7-D9E4F2EF188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34127" y="409702"/>
                  <a:ext cx="236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CBC810D-342C-8ECA-06C5-5798994E1477}"/>
                    </a:ext>
                  </a:extLst>
                </p14:cNvPr>
                <p14:cNvContentPartPr/>
                <p14:nvPr/>
              </p14:nvContentPartPr>
              <p14:xfrm>
                <a:off x="9233087" y="241582"/>
                <a:ext cx="1500120" cy="38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CBC810D-342C-8ECA-06C5-5798994E147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15447" y="223942"/>
                  <a:ext cx="15357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1249325-B7CA-C4E2-4A0E-5AD94DB9E8A9}"/>
                    </a:ext>
                  </a:extLst>
                </p14:cNvPr>
                <p14:cNvContentPartPr/>
                <p14:nvPr/>
              </p14:nvContentPartPr>
              <p14:xfrm>
                <a:off x="10517207" y="362902"/>
                <a:ext cx="184680" cy="1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1249325-B7CA-C4E2-4A0E-5AD94DB9E8A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99207" y="345262"/>
                  <a:ext cx="220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68DE50-DB84-A88F-E426-9315FD50313E}"/>
                    </a:ext>
                  </a:extLst>
                </p14:cNvPr>
                <p14:cNvContentPartPr/>
                <p14:nvPr/>
              </p14:nvContentPartPr>
              <p14:xfrm>
                <a:off x="11015087" y="296662"/>
                <a:ext cx="479880" cy="600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68DE50-DB84-A88F-E426-9315FD50313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97447" y="279022"/>
                  <a:ext cx="5155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E82BD9-03C3-29AD-2470-2DEAAB0D0EE6}"/>
                    </a:ext>
                  </a:extLst>
                </p14:cNvPr>
                <p14:cNvContentPartPr/>
                <p14:nvPr/>
              </p14:nvContentPartPr>
              <p14:xfrm>
                <a:off x="11600447" y="331942"/>
                <a:ext cx="163440" cy="20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E82BD9-03C3-29AD-2470-2DEAAB0D0E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582447" y="313942"/>
                  <a:ext cx="199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ACA844-FF91-9C79-A011-04843B764978}"/>
                    </a:ext>
                  </a:extLst>
                </p14:cNvPr>
                <p14:cNvContentPartPr/>
                <p14:nvPr/>
              </p14:nvContentPartPr>
              <p14:xfrm>
                <a:off x="11775767" y="628222"/>
                <a:ext cx="137880" cy="122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ACA844-FF91-9C79-A011-04843B76497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57767" y="610582"/>
                  <a:ext cx="17352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86811BC-E82D-7B27-35E8-01C7025C9936}"/>
              </a:ext>
            </a:extLst>
          </p:cNvPr>
          <p:cNvGrpSpPr/>
          <p:nvPr/>
        </p:nvGrpSpPr>
        <p:grpSpPr>
          <a:xfrm>
            <a:off x="323087" y="1129342"/>
            <a:ext cx="1685520" cy="317880"/>
            <a:chOff x="323087" y="1129342"/>
            <a:chExt cx="168552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E206E5-3995-983B-F2B7-01AB9EE2E414}"/>
                    </a:ext>
                  </a:extLst>
                </p14:cNvPr>
                <p14:cNvContentPartPr/>
                <p14:nvPr/>
              </p14:nvContentPartPr>
              <p14:xfrm>
                <a:off x="323087" y="1129342"/>
                <a:ext cx="1289160" cy="315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E206E5-3995-983B-F2B7-01AB9EE2E41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5087" y="1111342"/>
                  <a:ext cx="1324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1181AA-D515-9F83-AB93-ED0AA5A3A2AC}"/>
                    </a:ext>
                  </a:extLst>
                </p14:cNvPr>
                <p14:cNvContentPartPr/>
                <p14:nvPr/>
              </p14:nvContentPartPr>
              <p14:xfrm>
                <a:off x="1679927" y="1269382"/>
                <a:ext cx="328680" cy="177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1181AA-D515-9F83-AB93-ED0AA5A3A2A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62287" y="1251742"/>
                  <a:ext cx="36432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38B12EC-E878-835D-62A2-BD91DEAD866E}"/>
                  </a:ext>
                </a:extLst>
              </p14:cNvPr>
              <p14:cNvContentPartPr/>
              <p14:nvPr/>
            </p14:nvContentPartPr>
            <p14:xfrm>
              <a:off x="2580287" y="1207462"/>
              <a:ext cx="317880" cy="188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38B12EC-E878-835D-62A2-BD91DEAD866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562287" y="1189822"/>
                <a:ext cx="35352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B755C858-0660-E578-0437-A984FF365B46}"/>
              </a:ext>
            </a:extLst>
          </p:cNvPr>
          <p:cNvGrpSpPr/>
          <p:nvPr/>
        </p:nvGrpSpPr>
        <p:grpSpPr>
          <a:xfrm>
            <a:off x="3493967" y="1011982"/>
            <a:ext cx="2076120" cy="741960"/>
            <a:chOff x="3493967" y="1011982"/>
            <a:chExt cx="2076120" cy="74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B5AF0CB-790A-0DDB-2489-970AF2848AE2}"/>
                    </a:ext>
                  </a:extLst>
                </p14:cNvPr>
                <p14:cNvContentPartPr/>
                <p14:nvPr/>
              </p14:nvContentPartPr>
              <p14:xfrm>
                <a:off x="3493967" y="1011982"/>
                <a:ext cx="230040" cy="403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B5AF0CB-790A-0DDB-2489-970AF2848AE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75967" y="993982"/>
                  <a:ext cx="2656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011CA8B-AFBF-9A2F-F217-C7F0807C08EA}"/>
                    </a:ext>
                  </a:extLst>
                </p14:cNvPr>
                <p14:cNvContentPartPr/>
                <p14:nvPr/>
              </p14:nvContentPartPr>
              <p14:xfrm>
                <a:off x="3844607" y="1221502"/>
                <a:ext cx="154080" cy="12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011CA8B-AFBF-9A2F-F217-C7F0807C08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26967" y="1203502"/>
                  <a:ext cx="189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EEEC3C-1A77-5132-6FE1-1613C3CFC657}"/>
                    </a:ext>
                  </a:extLst>
                </p14:cNvPr>
                <p14:cNvContentPartPr/>
                <p14:nvPr/>
              </p14:nvContentPartPr>
              <p14:xfrm>
                <a:off x="4138007" y="1203862"/>
                <a:ext cx="181440" cy="131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EEEC3C-1A77-5132-6FE1-1613C3CFC6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20007" y="1185862"/>
                  <a:ext cx="217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222767-23F7-106A-813E-E49FCA529CBF}"/>
                    </a:ext>
                  </a:extLst>
                </p14:cNvPr>
                <p14:cNvContentPartPr/>
                <p14:nvPr/>
              </p14:nvContentPartPr>
              <p14:xfrm>
                <a:off x="4451927" y="1198102"/>
                <a:ext cx="186480" cy="150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6222767-23F7-106A-813E-E49FCA529C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34287" y="1180102"/>
                  <a:ext cx="222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3E6FE91-B420-8D95-3D64-927D2090B21F}"/>
                    </a:ext>
                  </a:extLst>
                </p14:cNvPr>
                <p14:cNvContentPartPr/>
                <p14:nvPr/>
              </p14:nvContentPartPr>
              <p14:xfrm>
                <a:off x="4703567" y="1015942"/>
                <a:ext cx="256680" cy="344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3E6FE91-B420-8D95-3D64-927D2090B2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85567" y="997942"/>
                  <a:ext cx="2923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303168-5F45-2068-A103-FB33F2F50B5A}"/>
                    </a:ext>
                  </a:extLst>
                </p14:cNvPr>
                <p14:cNvContentPartPr/>
                <p14:nvPr/>
              </p14:nvContentPartPr>
              <p14:xfrm>
                <a:off x="4984727" y="1214662"/>
                <a:ext cx="187920" cy="159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303168-5F45-2068-A103-FB33F2F50B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66727" y="1196662"/>
                  <a:ext cx="223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77A3D5-867B-8A4D-0FC5-4D6DB8C49F2E}"/>
                    </a:ext>
                  </a:extLst>
                </p14:cNvPr>
                <p14:cNvContentPartPr/>
                <p14:nvPr/>
              </p14:nvContentPartPr>
              <p14:xfrm>
                <a:off x="5117207" y="1204222"/>
                <a:ext cx="452880" cy="549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77A3D5-867B-8A4D-0FC5-4D6DB8C49F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99207" y="1186222"/>
                  <a:ext cx="488520" cy="58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DA09B0-D130-EF6D-7AC9-8CC7C8A02184}"/>
              </a:ext>
            </a:extLst>
          </p:cNvPr>
          <p:cNvGrpSpPr/>
          <p:nvPr/>
        </p:nvGrpSpPr>
        <p:grpSpPr>
          <a:xfrm>
            <a:off x="5867087" y="1110262"/>
            <a:ext cx="1362240" cy="719280"/>
            <a:chOff x="5867087" y="1110262"/>
            <a:chExt cx="1362240" cy="71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A4F00D8-D28A-36ED-BAFB-BEEF2BDD5DE0}"/>
                    </a:ext>
                  </a:extLst>
                </p14:cNvPr>
                <p14:cNvContentPartPr/>
                <p14:nvPr/>
              </p14:nvContentPartPr>
              <p14:xfrm>
                <a:off x="5867087" y="1110262"/>
                <a:ext cx="38088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A4F00D8-D28A-36ED-BAFB-BEEF2BDD5DE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49087" y="1092622"/>
                  <a:ext cx="41652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3186D1B-5346-9A37-BAEC-58A0BC43DC7B}"/>
                    </a:ext>
                  </a:extLst>
                </p14:cNvPr>
                <p14:cNvContentPartPr/>
                <p14:nvPr/>
              </p14:nvContentPartPr>
              <p14:xfrm>
                <a:off x="6269207" y="1285942"/>
                <a:ext cx="134640" cy="149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3186D1B-5346-9A37-BAEC-58A0BC43DC7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51567" y="1267942"/>
                  <a:ext cx="170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1206948-812A-EFA8-BEC4-537400D7E565}"/>
                    </a:ext>
                  </a:extLst>
                </p14:cNvPr>
                <p14:cNvContentPartPr/>
                <p14:nvPr/>
              </p14:nvContentPartPr>
              <p14:xfrm>
                <a:off x="6544247" y="1302502"/>
                <a:ext cx="30240" cy="123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1206948-812A-EFA8-BEC4-537400D7E56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26607" y="1284502"/>
                  <a:ext cx="65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47BDE02-8D53-9209-647F-8D1F790787B9}"/>
                    </a:ext>
                  </a:extLst>
                </p14:cNvPr>
                <p14:cNvContentPartPr/>
                <p14:nvPr/>
              </p14:nvContentPartPr>
              <p14:xfrm>
                <a:off x="6624167" y="1198462"/>
                <a:ext cx="33480" cy="32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47BDE02-8D53-9209-647F-8D1F790787B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06527" y="1180462"/>
                  <a:ext cx="691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B0AB46-4A96-FE41-6674-329FF15248E0}"/>
                    </a:ext>
                  </a:extLst>
                </p14:cNvPr>
                <p14:cNvContentPartPr/>
                <p14:nvPr/>
              </p14:nvContentPartPr>
              <p14:xfrm>
                <a:off x="6738647" y="1249222"/>
                <a:ext cx="181440" cy="144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B0AB46-4A96-FE41-6674-329FF15248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20647" y="1231222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380C7E-FC5F-EC21-5D5E-732A8696278A}"/>
                    </a:ext>
                  </a:extLst>
                </p14:cNvPr>
                <p14:cNvContentPartPr/>
                <p14:nvPr/>
              </p14:nvContentPartPr>
              <p14:xfrm>
                <a:off x="7113767" y="1137982"/>
                <a:ext cx="72360" cy="215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380C7E-FC5F-EC21-5D5E-732A8696278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95767" y="1119982"/>
                  <a:ext cx="1080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3553E4-98C6-A862-365B-1F57FD3D016A}"/>
                    </a:ext>
                  </a:extLst>
                </p14:cNvPr>
                <p14:cNvContentPartPr/>
                <p14:nvPr/>
              </p14:nvContentPartPr>
              <p14:xfrm>
                <a:off x="7072007" y="1197382"/>
                <a:ext cx="157320" cy="32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3553E4-98C6-A862-365B-1F57FD3D01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54007" y="1179382"/>
                  <a:ext cx="1929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83AC013-1100-F5B9-E6B5-F18C715C7590}"/>
              </a:ext>
            </a:extLst>
          </p:cNvPr>
          <p:cNvGrpSpPr/>
          <p:nvPr/>
        </p:nvGrpSpPr>
        <p:grpSpPr>
          <a:xfrm>
            <a:off x="7727927" y="1048342"/>
            <a:ext cx="758880" cy="327240"/>
            <a:chOff x="7727927" y="1048342"/>
            <a:chExt cx="75888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8EB752-3723-54CF-B1E8-3E5921CD3FBA}"/>
                    </a:ext>
                  </a:extLst>
                </p14:cNvPr>
                <p14:cNvContentPartPr/>
                <p14:nvPr/>
              </p14:nvContentPartPr>
              <p14:xfrm>
                <a:off x="7727927" y="1048342"/>
                <a:ext cx="248760" cy="320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8EB752-3723-54CF-B1E8-3E5921CD3F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10287" y="1030342"/>
                  <a:ext cx="2844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9E236E-DCFC-7A55-D6E8-10000DF1C1B5}"/>
                    </a:ext>
                  </a:extLst>
                </p14:cNvPr>
                <p14:cNvContentPartPr/>
                <p14:nvPr/>
              </p14:nvContentPartPr>
              <p14:xfrm>
                <a:off x="8022407" y="1215742"/>
                <a:ext cx="85680" cy="128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9E236E-DCFC-7A55-D6E8-10000DF1C1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04407" y="1198102"/>
                  <a:ext cx="121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0F57AC7-6390-0210-C851-A0A281F76203}"/>
                    </a:ext>
                  </a:extLst>
                </p14:cNvPr>
                <p14:cNvContentPartPr/>
                <p14:nvPr/>
              </p14:nvContentPartPr>
              <p14:xfrm>
                <a:off x="8220407" y="1215382"/>
                <a:ext cx="266400" cy="160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0F57AC7-6390-0210-C851-A0A281F7620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02767" y="1197382"/>
                  <a:ext cx="30204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2771D26-90EC-7537-D805-C4149184E024}"/>
              </a:ext>
            </a:extLst>
          </p:cNvPr>
          <p:cNvGrpSpPr/>
          <p:nvPr/>
        </p:nvGrpSpPr>
        <p:grpSpPr>
          <a:xfrm>
            <a:off x="9116087" y="1047622"/>
            <a:ext cx="693720" cy="289440"/>
            <a:chOff x="9116087" y="1047622"/>
            <a:chExt cx="69372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C007E9D-403F-8EB9-361B-2DFBD316078D}"/>
                    </a:ext>
                  </a:extLst>
                </p14:cNvPr>
                <p14:cNvContentPartPr/>
                <p14:nvPr/>
              </p14:nvContentPartPr>
              <p14:xfrm>
                <a:off x="9116087" y="1164262"/>
                <a:ext cx="271440" cy="172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C007E9D-403F-8EB9-361B-2DFBD31607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98447" y="1146622"/>
                  <a:ext cx="307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817210-37E0-C308-8994-E8D0184DEC10}"/>
                    </a:ext>
                  </a:extLst>
                </p14:cNvPr>
                <p14:cNvContentPartPr/>
                <p14:nvPr/>
              </p14:nvContentPartPr>
              <p14:xfrm>
                <a:off x="9460967" y="1195582"/>
                <a:ext cx="126720" cy="125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817210-37E0-C308-8994-E8D0184DEC1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42967" y="1177582"/>
                  <a:ext cx="16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5681DE9-934B-8A53-E5D1-D0C785E2DB53}"/>
                    </a:ext>
                  </a:extLst>
                </p14:cNvPr>
                <p14:cNvContentPartPr/>
                <p14:nvPr/>
              </p14:nvContentPartPr>
              <p14:xfrm>
                <a:off x="9644207" y="1047622"/>
                <a:ext cx="142200" cy="289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5681DE9-934B-8A53-E5D1-D0C785E2DB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26567" y="1029622"/>
                  <a:ext cx="1778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42B2E2D-17E3-CA68-1D49-9F72DDA7BD3A}"/>
                    </a:ext>
                  </a:extLst>
                </p14:cNvPr>
                <p14:cNvContentPartPr/>
                <p14:nvPr/>
              </p14:nvContentPartPr>
              <p14:xfrm>
                <a:off x="9626927" y="1136182"/>
                <a:ext cx="182880" cy="10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42B2E2D-17E3-CA68-1D49-9F72DDA7BD3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09287" y="1118182"/>
                  <a:ext cx="2185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9C7DE5F-727B-4A74-D4D6-7099E237E1C5}"/>
              </a:ext>
            </a:extLst>
          </p:cNvPr>
          <p:cNvGrpSpPr/>
          <p:nvPr/>
        </p:nvGrpSpPr>
        <p:grpSpPr>
          <a:xfrm>
            <a:off x="10286447" y="1056262"/>
            <a:ext cx="930240" cy="309240"/>
            <a:chOff x="10286447" y="1056262"/>
            <a:chExt cx="93024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18BF9E-B0EC-0B2B-1507-F4D029A98738}"/>
                    </a:ext>
                  </a:extLst>
                </p14:cNvPr>
                <p14:cNvContentPartPr/>
                <p14:nvPr/>
              </p14:nvContentPartPr>
              <p14:xfrm>
                <a:off x="10286447" y="1056262"/>
                <a:ext cx="207000" cy="302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18BF9E-B0EC-0B2B-1507-F4D029A987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68447" y="1038622"/>
                  <a:ext cx="2426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DFEF62E-9F06-396C-E114-D7D997C3F210}"/>
                    </a:ext>
                  </a:extLst>
                </p14:cNvPr>
                <p14:cNvContentPartPr/>
                <p14:nvPr/>
              </p14:nvContentPartPr>
              <p14:xfrm>
                <a:off x="10562567" y="1212142"/>
                <a:ext cx="654120" cy="153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DFEF62E-9F06-396C-E114-D7D997C3F21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544927" y="1194142"/>
                  <a:ext cx="689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74685B7-3E27-00FD-8890-0D7705C87D24}"/>
              </a:ext>
            </a:extLst>
          </p:cNvPr>
          <p:cNvGrpSpPr/>
          <p:nvPr/>
        </p:nvGrpSpPr>
        <p:grpSpPr>
          <a:xfrm>
            <a:off x="253967" y="1795702"/>
            <a:ext cx="287280" cy="341640"/>
            <a:chOff x="253967" y="1795702"/>
            <a:chExt cx="28728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C2CE09A-03BB-1413-05A0-3F1058FA23D6}"/>
                    </a:ext>
                  </a:extLst>
                </p14:cNvPr>
                <p14:cNvContentPartPr/>
                <p14:nvPr/>
              </p14:nvContentPartPr>
              <p14:xfrm>
                <a:off x="290687" y="1795702"/>
                <a:ext cx="90360" cy="341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C2CE09A-03BB-1413-05A0-3F1058FA23D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2687" y="1778062"/>
                  <a:ext cx="1260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E74E4B-45F0-7CB4-E6DC-0C77C6CBDA9B}"/>
                    </a:ext>
                  </a:extLst>
                </p14:cNvPr>
                <p14:cNvContentPartPr/>
                <p14:nvPr/>
              </p14:nvContentPartPr>
              <p14:xfrm>
                <a:off x="386087" y="1955542"/>
                <a:ext cx="155160" cy="171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E74E4B-45F0-7CB4-E6DC-0C77C6CBDA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8087" y="1937542"/>
                  <a:ext cx="190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50E4D9E-37F2-ECB1-771A-F53346F485B2}"/>
                    </a:ext>
                  </a:extLst>
                </p14:cNvPr>
                <p14:cNvContentPartPr/>
                <p14:nvPr/>
              </p14:nvContentPartPr>
              <p14:xfrm>
                <a:off x="253967" y="1920982"/>
                <a:ext cx="185400" cy="79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50E4D9E-37F2-ECB1-771A-F53346F485B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6327" y="1902982"/>
                  <a:ext cx="22104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D4A3983-24E8-C51A-BB23-5E0A6FF2C7EC}"/>
              </a:ext>
            </a:extLst>
          </p:cNvPr>
          <p:cNvGrpSpPr/>
          <p:nvPr/>
        </p:nvGrpSpPr>
        <p:grpSpPr>
          <a:xfrm>
            <a:off x="991607" y="1792822"/>
            <a:ext cx="1317600" cy="370800"/>
            <a:chOff x="991607" y="1792822"/>
            <a:chExt cx="131760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781382C-933C-CED9-C143-71D1916D51B4}"/>
                    </a:ext>
                  </a:extLst>
                </p14:cNvPr>
                <p14:cNvContentPartPr/>
                <p14:nvPr/>
              </p14:nvContentPartPr>
              <p14:xfrm>
                <a:off x="991607" y="1792822"/>
                <a:ext cx="186480" cy="319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781382C-933C-CED9-C143-71D1916D51B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3607" y="1774822"/>
                  <a:ext cx="2221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A042DAF-D831-FF8E-4D7A-293C1700B93E}"/>
                    </a:ext>
                  </a:extLst>
                </p14:cNvPr>
                <p14:cNvContentPartPr/>
                <p14:nvPr/>
              </p14:nvContentPartPr>
              <p14:xfrm>
                <a:off x="1189247" y="1953022"/>
                <a:ext cx="339480" cy="191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A042DAF-D831-FF8E-4D7A-293C1700B93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71607" y="1935382"/>
                  <a:ext cx="375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AA0759D-8AF9-9D0A-2245-93D7EFD23C69}"/>
                    </a:ext>
                  </a:extLst>
                </p14:cNvPr>
                <p14:cNvContentPartPr/>
                <p14:nvPr/>
              </p14:nvContentPartPr>
              <p14:xfrm>
                <a:off x="1797647" y="1946542"/>
                <a:ext cx="511560" cy="217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AA0759D-8AF9-9D0A-2245-93D7EFD23C6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79647" y="1928542"/>
                  <a:ext cx="54720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616FA80-46C8-D5E0-8C18-91DCDE706C15}"/>
              </a:ext>
            </a:extLst>
          </p:cNvPr>
          <p:cNvGrpSpPr/>
          <p:nvPr/>
        </p:nvGrpSpPr>
        <p:grpSpPr>
          <a:xfrm>
            <a:off x="2859287" y="1829182"/>
            <a:ext cx="1711800" cy="366120"/>
            <a:chOff x="2859287" y="1829182"/>
            <a:chExt cx="171180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D16153-58C7-0FFD-87A0-0358227AE8C0}"/>
                    </a:ext>
                  </a:extLst>
                </p14:cNvPr>
                <p14:cNvContentPartPr/>
                <p14:nvPr/>
              </p14:nvContentPartPr>
              <p14:xfrm>
                <a:off x="2859287" y="1829182"/>
                <a:ext cx="1570320" cy="366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D16153-58C7-0FFD-87A0-0358227AE8C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41647" y="1811182"/>
                  <a:ext cx="1605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738F5D7-A7FE-EE2C-CE7C-885D11735FF5}"/>
                    </a:ext>
                  </a:extLst>
                </p14:cNvPr>
                <p14:cNvContentPartPr/>
                <p14:nvPr/>
              </p14:nvContentPartPr>
              <p14:xfrm>
                <a:off x="4324847" y="1940062"/>
                <a:ext cx="246240" cy="46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738F5D7-A7FE-EE2C-CE7C-885D11735FF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06847" y="1922422"/>
                  <a:ext cx="28188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E2406CD-5AAF-904A-4ED1-E666F7F8DC09}"/>
                  </a:ext>
                </a:extLst>
              </p14:cNvPr>
              <p14:cNvContentPartPr/>
              <p14:nvPr/>
            </p14:nvContentPartPr>
            <p14:xfrm>
              <a:off x="4949087" y="2009902"/>
              <a:ext cx="482400" cy="704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E2406CD-5AAF-904A-4ED1-E666F7F8DC0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931447" y="1991902"/>
                <a:ext cx="518040" cy="7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34A3309E-086E-26FE-F1BE-A218A4B9272C}"/>
                  </a:ext>
                </a:extLst>
              </p14:cNvPr>
              <p14:cNvContentPartPr/>
              <p14:nvPr/>
            </p14:nvContentPartPr>
            <p14:xfrm>
              <a:off x="5698967" y="1974982"/>
              <a:ext cx="161640" cy="2246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34A3309E-086E-26FE-F1BE-A218A4B9272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680967" y="1957342"/>
                <a:ext cx="1972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AC42C54-834B-622E-B3F8-3612FC5F89D5}"/>
                  </a:ext>
                </a:extLst>
              </p14:cNvPr>
              <p14:cNvContentPartPr/>
              <p14:nvPr/>
            </p14:nvContentPartPr>
            <p14:xfrm>
              <a:off x="6294047" y="2265502"/>
              <a:ext cx="17640" cy="14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AC42C54-834B-622E-B3F8-3612FC5F89D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276047" y="2247502"/>
                <a:ext cx="5328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31B314B-A6C3-FDE1-2184-7DFA61FE2555}"/>
              </a:ext>
            </a:extLst>
          </p:cNvPr>
          <p:cNvGrpSpPr/>
          <p:nvPr/>
        </p:nvGrpSpPr>
        <p:grpSpPr>
          <a:xfrm>
            <a:off x="119687" y="2921062"/>
            <a:ext cx="3401640" cy="949320"/>
            <a:chOff x="119687" y="2921062"/>
            <a:chExt cx="3401640" cy="9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B496F44-98CC-0275-4506-0A05CEA4B87A}"/>
                    </a:ext>
                  </a:extLst>
                </p14:cNvPr>
                <p14:cNvContentPartPr/>
                <p14:nvPr/>
              </p14:nvContentPartPr>
              <p14:xfrm>
                <a:off x="119687" y="2921062"/>
                <a:ext cx="285480" cy="419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B496F44-98CC-0275-4506-0A05CEA4B87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047" y="2903062"/>
                  <a:ext cx="3211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61CF33E-39D2-A2A9-CF15-8423D579A46B}"/>
                    </a:ext>
                  </a:extLst>
                </p14:cNvPr>
                <p14:cNvContentPartPr/>
                <p14:nvPr/>
              </p14:nvContentPartPr>
              <p14:xfrm>
                <a:off x="466007" y="3129502"/>
                <a:ext cx="197640" cy="183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61CF33E-39D2-A2A9-CF15-8423D579A46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8007" y="3111862"/>
                  <a:ext cx="2332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537792-71D8-ACDA-5DB2-DB28194A9D5B}"/>
                    </a:ext>
                  </a:extLst>
                </p14:cNvPr>
                <p14:cNvContentPartPr/>
                <p14:nvPr/>
              </p14:nvContentPartPr>
              <p14:xfrm>
                <a:off x="788207" y="3003502"/>
                <a:ext cx="118440" cy="326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537792-71D8-ACDA-5DB2-DB28194A9D5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0207" y="2985502"/>
                  <a:ext cx="1540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53E14A-12B2-082B-B2FB-40636DEC37DF}"/>
                    </a:ext>
                  </a:extLst>
                </p14:cNvPr>
                <p14:cNvContentPartPr/>
                <p14:nvPr/>
              </p14:nvContentPartPr>
              <p14:xfrm>
                <a:off x="716207" y="3126982"/>
                <a:ext cx="511200" cy="18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53E14A-12B2-082B-B2FB-40636DEC37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8567" y="3108982"/>
                  <a:ext cx="546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7811D8C-5087-2EEE-2D21-B3DB99699807}"/>
                    </a:ext>
                  </a:extLst>
                </p14:cNvPr>
                <p14:cNvContentPartPr/>
                <p14:nvPr/>
              </p14:nvContentPartPr>
              <p14:xfrm>
                <a:off x="1294367" y="3151102"/>
                <a:ext cx="546840" cy="166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7811D8C-5087-2EEE-2D21-B3DB996998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76727" y="3133102"/>
                  <a:ext cx="5824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F548DE4-3493-E8EA-2E3D-CE7878264F40}"/>
                    </a:ext>
                  </a:extLst>
                </p14:cNvPr>
                <p14:cNvContentPartPr/>
                <p14:nvPr/>
              </p14:nvContentPartPr>
              <p14:xfrm>
                <a:off x="1868567" y="3184582"/>
                <a:ext cx="175320" cy="685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F548DE4-3493-E8EA-2E3D-CE7878264F4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50567" y="3166582"/>
                  <a:ext cx="21096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923D0B6-C41D-F82A-1194-2FABB0C5D6D6}"/>
                    </a:ext>
                  </a:extLst>
                </p14:cNvPr>
                <p14:cNvContentPartPr/>
                <p14:nvPr/>
              </p14:nvContentPartPr>
              <p14:xfrm>
                <a:off x="1891967" y="3219862"/>
                <a:ext cx="279720" cy="241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923D0B6-C41D-F82A-1194-2FABB0C5D6D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74327" y="3201862"/>
                  <a:ext cx="315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BA8B6E6-81C0-1E62-8C66-C11F62F1502D}"/>
                    </a:ext>
                  </a:extLst>
                </p14:cNvPr>
                <p14:cNvContentPartPr/>
                <p14:nvPr/>
              </p14:nvContentPartPr>
              <p14:xfrm>
                <a:off x="2228207" y="3208702"/>
                <a:ext cx="165960" cy="150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BA8B6E6-81C0-1E62-8C66-C11F62F150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210567" y="3190702"/>
                  <a:ext cx="201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4696EF-99AB-9F37-48FC-3BD56C679283}"/>
                    </a:ext>
                  </a:extLst>
                </p14:cNvPr>
                <p14:cNvContentPartPr/>
                <p14:nvPr/>
              </p14:nvContentPartPr>
              <p14:xfrm>
                <a:off x="2445647" y="3241822"/>
                <a:ext cx="32400" cy="16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4696EF-99AB-9F37-48FC-3BD56C67928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27647" y="3223822"/>
                  <a:ext cx="68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B975A2-5A27-3C0E-AB56-95CCC060256B}"/>
                    </a:ext>
                  </a:extLst>
                </p14:cNvPr>
                <p14:cNvContentPartPr/>
                <p14:nvPr/>
              </p14:nvContentPartPr>
              <p14:xfrm>
                <a:off x="2517287" y="3125542"/>
                <a:ext cx="19080" cy="48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B975A2-5A27-3C0E-AB56-95CCC06025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499647" y="3107902"/>
                  <a:ext cx="54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3BB399E-D83D-0002-BC98-B561999B5719}"/>
                    </a:ext>
                  </a:extLst>
                </p14:cNvPr>
                <p14:cNvContentPartPr/>
                <p14:nvPr/>
              </p14:nvContentPartPr>
              <p14:xfrm>
                <a:off x="2610887" y="3220942"/>
                <a:ext cx="177480" cy="155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3BB399E-D83D-0002-BC98-B561999B57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92887" y="3202942"/>
                  <a:ext cx="213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E91E425-24FE-87CD-8C1F-3A25BD7E09D0}"/>
                    </a:ext>
                  </a:extLst>
                </p14:cNvPr>
                <p14:cNvContentPartPr/>
                <p14:nvPr/>
              </p14:nvContentPartPr>
              <p14:xfrm>
                <a:off x="2959727" y="3012502"/>
                <a:ext cx="41040" cy="338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E91E425-24FE-87CD-8C1F-3A25BD7E09D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41727" y="2994862"/>
                  <a:ext cx="766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7076E2-4A8A-E5D4-26CF-C3091A0AA989}"/>
                    </a:ext>
                  </a:extLst>
                </p14:cNvPr>
                <p14:cNvContentPartPr/>
                <p14:nvPr/>
              </p14:nvContentPartPr>
              <p14:xfrm>
                <a:off x="2849927" y="3115102"/>
                <a:ext cx="151560" cy="62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7076E2-4A8A-E5D4-26CF-C3091A0AA9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832287" y="3097462"/>
                  <a:ext cx="187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8B9CB91-A9A8-23D1-A3B6-BE34205F7D34}"/>
                    </a:ext>
                  </a:extLst>
                </p14:cNvPr>
                <p14:cNvContentPartPr/>
                <p14:nvPr/>
              </p14:nvContentPartPr>
              <p14:xfrm>
                <a:off x="3496487" y="3319222"/>
                <a:ext cx="24840" cy="4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8B9CB91-A9A8-23D1-A3B6-BE34205F7D3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78487" y="3301222"/>
                  <a:ext cx="60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960975-CA9C-ABB5-2465-201F59000A94}"/>
                    </a:ext>
                  </a:extLst>
                </p14:cNvPr>
                <p14:cNvContentPartPr/>
                <p14:nvPr/>
              </p14:nvContentPartPr>
              <p14:xfrm>
                <a:off x="169007" y="3473662"/>
                <a:ext cx="3080880" cy="102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960975-CA9C-ABB5-2465-201F59000A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1367" y="3455662"/>
                  <a:ext cx="31165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92A163-747A-3383-9D72-6B2F322F1330}"/>
                    </a:ext>
                  </a:extLst>
                </p14:cNvPr>
                <p14:cNvContentPartPr/>
                <p14:nvPr/>
              </p14:nvContentPartPr>
              <p14:xfrm>
                <a:off x="2863607" y="3142102"/>
                <a:ext cx="214920" cy="14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92A163-747A-3383-9D72-6B2F322F133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845967" y="3124102"/>
                  <a:ext cx="25056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D918D26-D225-8040-94A2-58FD65FAE11F}"/>
                  </a:ext>
                </a:extLst>
              </p14:cNvPr>
              <p14:cNvContentPartPr/>
              <p14:nvPr/>
            </p14:nvContentPartPr>
            <p14:xfrm>
              <a:off x="3560207" y="3044182"/>
              <a:ext cx="15840" cy="237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D918D26-D225-8040-94A2-58FD65FAE11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542207" y="3026542"/>
                <a:ext cx="514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4597222-BCDC-3E43-A380-02CF6AC6148B}"/>
                  </a:ext>
                </a:extLst>
              </p14:cNvPr>
              <p14:cNvContentPartPr/>
              <p14:nvPr/>
            </p14:nvContentPartPr>
            <p14:xfrm>
              <a:off x="4205327" y="3052822"/>
              <a:ext cx="352800" cy="4514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4597222-BCDC-3E43-A380-02CF6AC6148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187327" y="3035182"/>
                <a:ext cx="388440" cy="48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7ED3F84-196B-CF17-BA19-E0183D33AF34}"/>
              </a:ext>
            </a:extLst>
          </p:cNvPr>
          <p:cNvGrpSpPr/>
          <p:nvPr/>
        </p:nvGrpSpPr>
        <p:grpSpPr>
          <a:xfrm>
            <a:off x="5153927" y="3057862"/>
            <a:ext cx="1135440" cy="725760"/>
            <a:chOff x="5153927" y="3057862"/>
            <a:chExt cx="1135440" cy="72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97B21FC-B514-B3E9-94C1-0C2BD805B66C}"/>
                    </a:ext>
                  </a:extLst>
                </p14:cNvPr>
                <p14:cNvContentPartPr/>
                <p14:nvPr/>
              </p14:nvContentPartPr>
              <p14:xfrm>
                <a:off x="5153927" y="3258382"/>
                <a:ext cx="133920" cy="525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97B21FC-B514-B3E9-94C1-0C2BD805B6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6287" y="3240382"/>
                  <a:ext cx="16956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9BF611E-1547-2933-D1E3-557239D76B31}"/>
                    </a:ext>
                  </a:extLst>
                </p14:cNvPr>
                <p14:cNvContentPartPr/>
                <p14:nvPr/>
              </p14:nvContentPartPr>
              <p14:xfrm>
                <a:off x="5265887" y="3215542"/>
                <a:ext cx="164520" cy="151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9BF611E-1547-2933-D1E3-557239D76B3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48247" y="3197542"/>
                  <a:ext cx="200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3E544F3-630C-3820-5EF5-787F89930022}"/>
                    </a:ext>
                  </a:extLst>
                </p14:cNvPr>
                <p14:cNvContentPartPr/>
                <p14:nvPr/>
              </p14:nvContentPartPr>
              <p14:xfrm>
                <a:off x="5524007" y="3210502"/>
                <a:ext cx="110880" cy="18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3E544F3-630C-3820-5EF5-787F8993002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06367" y="3192862"/>
                  <a:ext cx="146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3D5861-12B7-E731-E221-13DC10749E1B}"/>
                    </a:ext>
                  </a:extLst>
                </p14:cNvPr>
                <p14:cNvContentPartPr/>
                <p14:nvPr/>
              </p14:nvContentPartPr>
              <p14:xfrm>
                <a:off x="5712287" y="3236422"/>
                <a:ext cx="32760" cy="132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3D5861-12B7-E731-E221-13DC10749E1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94647" y="3218782"/>
                  <a:ext cx="68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6A3A602-0A85-27A1-1564-7C3AE42FD0FA}"/>
                    </a:ext>
                  </a:extLst>
                </p14:cNvPr>
                <p14:cNvContentPartPr/>
                <p14:nvPr/>
              </p14:nvContentPartPr>
              <p14:xfrm>
                <a:off x="5748287" y="3108982"/>
                <a:ext cx="34920" cy="46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6A3A602-0A85-27A1-1564-7C3AE42FD0F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30647" y="3091342"/>
                  <a:ext cx="70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E31FA62-D85E-9B5B-877E-759765670B27}"/>
                    </a:ext>
                  </a:extLst>
                </p14:cNvPr>
                <p14:cNvContentPartPr/>
                <p14:nvPr/>
              </p14:nvContentPartPr>
              <p14:xfrm>
                <a:off x="5872847" y="3214102"/>
                <a:ext cx="181440" cy="120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E31FA62-D85E-9B5B-877E-759765670B2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54847" y="3196102"/>
                  <a:ext cx="217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1B76D1E-D4D3-8CAE-866C-83DDD870E8CD}"/>
                    </a:ext>
                  </a:extLst>
                </p14:cNvPr>
                <p14:cNvContentPartPr/>
                <p14:nvPr/>
              </p14:nvContentPartPr>
              <p14:xfrm>
                <a:off x="6133487" y="3057862"/>
                <a:ext cx="84240" cy="27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1B76D1E-D4D3-8CAE-866C-83DDD870E8C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15487" y="3039862"/>
                  <a:ext cx="119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A50AFE0-EDB5-5C35-42D0-ECA4A8AEF788}"/>
                    </a:ext>
                  </a:extLst>
                </p14:cNvPr>
                <p14:cNvContentPartPr/>
                <p14:nvPr/>
              </p14:nvContentPartPr>
              <p14:xfrm>
                <a:off x="6065807" y="3114742"/>
                <a:ext cx="223560" cy="49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A50AFE0-EDB5-5C35-42D0-ECA4A8AEF78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48167" y="3096742"/>
                  <a:ext cx="25920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331D981-FF4C-55DE-CAB2-75FAF7A2468F}"/>
                  </a:ext>
                </a:extLst>
              </p14:cNvPr>
              <p14:cNvContentPartPr/>
              <p14:nvPr/>
            </p14:nvContentPartPr>
            <p14:xfrm>
              <a:off x="6588527" y="3205822"/>
              <a:ext cx="255960" cy="1605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331D981-FF4C-55DE-CAB2-75FAF7A2468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570887" y="3187822"/>
                <a:ext cx="29160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DD6FC09-1E55-0159-B138-9694669ED810}"/>
              </a:ext>
            </a:extLst>
          </p:cNvPr>
          <p:cNvGrpSpPr/>
          <p:nvPr/>
        </p:nvGrpSpPr>
        <p:grpSpPr>
          <a:xfrm>
            <a:off x="7289087" y="3182062"/>
            <a:ext cx="502560" cy="181080"/>
            <a:chOff x="7289087" y="3182062"/>
            <a:chExt cx="50256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6885182-F42C-BA07-83DF-735703689987}"/>
                    </a:ext>
                  </a:extLst>
                </p14:cNvPr>
                <p14:cNvContentPartPr/>
                <p14:nvPr/>
              </p14:nvContentPartPr>
              <p14:xfrm>
                <a:off x="7289087" y="3190702"/>
                <a:ext cx="204480" cy="172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6885182-F42C-BA07-83DF-73570368998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71087" y="3172702"/>
                  <a:ext cx="240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14C964B-221F-9637-7E08-327E345EDE37}"/>
                    </a:ext>
                  </a:extLst>
                </p14:cNvPr>
                <p14:cNvContentPartPr/>
                <p14:nvPr/>
              </p14:nvContentPartPr>
              <p14:xfrm>
                <a:off x="7577447" y="3182062"/>
                <a:ext cx="214200" cy="141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14C964B-221F-9637-7E08-327E345EDE3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559447" y="3164062"/>
                  <a:ext cx="24984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E777B43-4CF1-F42D-128C-B80954C76701}"/>
                  </a:ext>
                </a:extLst>
              </p14:cNvPr>
              <p14:cNvContentPartPr/>
              <p14:nvPr/>
            </p14:nvContentPartPr>
            <p14:xfrm>
              <a:off x="7609847" y="2987302"/>
              <a:ext cx="85320" cy="234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E777B43-4CF1-F42D-128C-B80954C7670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592207" y="2969302"/>
                <a:ext cx="1209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9DF0A44-57B7-21A6-06E9-66C4E19E2A97}"/>
                  </a:ext>
                </a:extLst>
              </p14:cNvPr>
              <p14:cNvContentPartPr/>
              <p14:nvPr/>
            </p14:nvContentPartPr>
            <p14:xfrm>
              <a:off x="8171807" y="3151462"/>
              <a:ext cx="262800" cy="177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9DF0A44-57B7-21A6-06E9-66C4E19E2A9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153807" y="3133462"/>
                <a:ext cx="29844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F320E20-F14C-C99F-3156-F2DA61D00C66}"/>
              </a:ext>
            </a:extLst>
          </p:cNvPr>
          <p:cNvGrpSpPr/>
          <p:nvPr/>
        </p:nvGrpSpPr>
        <p:grpSpPr>
          <a:xfrm>
            <a:off x="8750687" y="3000262"/>
            <a:ext cx="1885680" cy="340200"/>
            <a:chOff x="8750687" y="3000262"/>
            <a:chExt cx="188568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25858C5-AB83-973B-81AC-1ACFC450B789}"/>
                    </a:ext>
                  </a:extLst>
                </p14:cNvPr>
                <p14:cNvContentPartPr/>
                <p14:nvPr/>
              </p14:nvContentPartPr>
              <p14:xfrm>
                <a:off x="8750687" y="3106822"/>
                <a:ext cx="518040" cy="233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25858C5-AB83-973B-81AC-1ACFC450B78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33047" y="3089182"/>
                  <a:ext cx="5536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CFE1303-1220-9917-AF40-BC003DA524BC}"/>
                    </a:ext>
                  </a:extLst>
                </p14:cNvPr>
                <p14:cNvContentPartPr/>
                <p14:nvPr/>
              </p14:nvContentPartPr>
              <p14:xfrm>
                <a:off x="9285647" y="3134182"/>
                <a:ext cx="626400" cy="183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CFE1303-1220-9917-AF40-BC003DA524B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267647" y="3116542"/>
                  <a:ext cx="662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D41ADEE-69FF-813E-7456-D0C9ADDCA8DD}"/>
                    </a:ext>
                  </a:extLst>
                </p14:cNvPr>
                <p14:cNvContentPartPr/>
                <p14:nvPr/>
              </p14:nvContentPartPr>
              <p14:xfrm>
                <a:off x="10060367" y="3130222"/>
                <a:ext cx="156600" cy="186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D41ADEE-69FF-813E-7456-D0C9ADDCA8D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42367" y="3112222"/>
                  <a:ext cx="192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9D0281F-2E70-4A43-66E6-8BB73A1F9887}"/>
                    </a:ext>
                  </a:extLst>
                </p14:cNvPr>
                <p14:cNvContentPartPr/>
                <p14:nvPr/>
              </p14:nvContentPartPr>
              <p14:xfrm>
                <a:off x="10237487" y="3000262"/>
                <a:ext cx="390240" cy="315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9D0281F-2E70-4A43-66E6-8BB73A1F988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19487" y="2982262"/>
                  <a:ext cx="425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2836B55-93F1-8BC9-9C69-E98591C08EBC}"/>
                    </a:ext>
                  </a:extLst>
                </p14:cNvPr>
                <p14:cNvContentPartPr/>
                <p14:nvPr/>
              </p14:nvContentPartPr>
              <p14:xfrm>
                <a:off x="10510367" y="3079822"/>
                <a:ext cx="126000" cy="28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2836B55-93F1-8BC9-9C69-E98591C08EB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92367" y="3062182"/>
                  <a:ext cx="1616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63A7963-B80E-D68B-8E3F-BF6C0E4E96EC}"/>
              </a:ext>
            </a:extLst>
          </p:cNvPr>
          <p:cNvGrpSpPr/>
          <p:nvPr/>
        </p:nvGrpSpPr>
        <p:grpSpPr>
          <a:xfrm>
            <a:off x="11071607" y="2904142"/>
            <a:ext cx="685800" cy="337680"/>
            <a:chOff x="11071607" y="2904142"/>
            <a:chExt cx="68580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ED08E5-A7B2-2942-52BA-EC5739F4EEA0}"/>
                    </a:ext>
                  </a:extLst>
                </p14:cNvPr>
                <p14:cNvContentPartPr/>
                <p14:nvPr/>
              </p14:nvContentPartPr>
              <p14:xfrm>
                <a:off x="11071607" y="2925742"/>
                <a:ext cx="191880" cy="278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ED08E5-A7B2-2942-52BA-EC5739F4EEA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53967" y="2907742"/>
                  <a:ext cx="2275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A0233DB-3F33-B7C9-A51D-864E40BFC308}"/>
                    </a:ext>
                  </a:extLst>
                </p14:cNvPr>
                <p14:cNvContentPartPr/>
                <p14:nvPr/>
              </p14:nvContentPartPr>
              <p14:xfrm>
                <a:off x="11546447" y="3073342"/>
                <a:ext cx="64800" cy="148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A0233DB-3F33-B7C9-A51D-864E40BFC30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28807" y="3055342"/>
                  <a:ext cx="100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E1DF9EB-3AAF-2D63-1250-45FA880C8045}"/>
                    </a:ext>
                  </a:extLst>
                </p14:cNvPr>
                <p14:cNvContentPartPr/>
                <p14:nvPr/>
              </p14:nvContentPartPr>
              <p14:xfrm>
                <a:off x="11637167" y="3092422"/>
                <a:ext cx="120240" cy="149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E1DF9EB-3AAF-2D63-1250-45FA880C804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619167" y="3074422"/>
                  <a:ext cx="15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3A0722A-E7CA-623E-AD50-D4A0E455174D}"/>
                    </a:ext>
                  </a:extLst>
                </p14:cNvPr>
                <p14:cNvContentPartPr/>
                <p14:nvPr/>
              </p14:nvContentPartPr>
              <p14:xfrm>
                <a:off x="11559047" y="2904142"/>
                <a:ext cx="7200" cy="40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3A0722A-E7CA-623E-AD50-D4A0E45517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41407" y="2886502"/>
                  <a:ext cx="428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DA6A502-5D6C-4E49-B08F-89BFEFD81743}"/>
              </a:ext>
            </a:extLst>
          </p:cNvPr>
          <p:cNvGrpSpPr/>
          <p:nvPr/>
        </p:nvGrpSpPr>
        <p:grpSpPr>
          <a:xfrm>
            <a:off x="182687" y="3814222"/>
            <a:ext cx="1190880" cy="381960"/>
            <a:chOff x="182687" y="3814222"/>
            <a:chExt cx="119088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0369871-4572-97F7-5959-31A74E611A0B}"/>
                    </a:ext>
                  </a:extLst>
                </p14:cNvPr>
                <p14:cNvContentPartPr/>
                <p14:nvPr/>
              </p14:nvContentPartPr>
              <p14:xfrm>
                <a:off x="182687" y="3985582"/>
                <a:ext cx="233640" cy="210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0369871-4572-97F7-5959-31A74E611A0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4687" y="3967582"/>
                  <a:ext cx="269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2DD59B5-8135-358C-874A-D66B84C58392}"/>
                    </a:ext>
                  </a:extLst>
                </p14:cNvPr>
                <p14:cNvContentPartPr/>
                <p14:nvPr/>
              </p14:nvContentPartPr>
              <p14:xfrm>
                <a:off x="414527" y="3844102"/>
                <a:ext cx="668520" cy="335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2DD59B5-8135-358C-874A-D66B84C583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6527" y="3826102"/>
                  <a:ext cx="7041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FAC998E-0709-6167-17C5-EA5C00FB3768}"/>
                    </a:ext>
                  </a:extLst>
                </p14:cNvPr>
                <p14:cNvContentPartPr/>
                <p14:nvPr/>
              </p14:nvContentPartPr>
              <p14:xfrm>
                <a:off x="1138127" y="3814222"/>
                <a:ext cx="235440" cy="366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FAC998E-0709-6167-17C5-EA5C00FB376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0127" y="3796582"/>
                  <a:ext cx="271080" cy="40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7E2B1B1-685A-04FA-1189-79DB7D1B5923}"/>
              </a:ext>
            </a:extLst>
          </p:cNvPr>
          <p:cNvGrpSpPr/>
          <p:nvPr/>
        </p:nvGrpSpPr>
        <p:grpSpPr>
          <a:xfrm>
            <a:off x="2047487" y="3823942"/>
            <a:ext cx="3972240" cy="893160"/>
            <a:chOff x="2047487" y="3823942"/>
            <a:chExt cx="3972240" cy="89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49E8392-62A6-DBAB-5183-84CE5068AC15}"/>
                    </a:ext>
                  </a:extLst>
                </p14:cNvPr>
                <p14:cNvContentPartPr/>
                <p14:nvPr/>
              </p14:nvContentPartPr>
              <p14:xfrm>
                <a:off x="2047487" y="4034542"/>
                <a:ext cx="537120" cy="181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49E8392-62A6-DBAB-5183-84CE5068AC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029847" y="4016902"/>
                  <a:ext cx="572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CFDD9D9-B878-EB90-1526-DA36959141A4}"/>
                    </a:ext>
                  </a:extLst>
                </p14:cNvPr>
                <p14:cNvContentPartPr/>
                <p14:nvPr/>
              </p14:nvContentPartPr>
              <p14:xfrm>
                <a:off x="2820047" y="4029502"/>
                <a:ext cx="135000" cy="189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CFDD9D9-B878-EB90-1526-DA36959141A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02407" y="4011862"/>
                  <a:ext cx="170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CD1BE6E-27CB-19F1-3514-0A6961071309}"/>
                    </a:ext>
                  </a:extLst>
                </p14:cNvPr>
                <p14:cNvContentPartPr/>
                <p14:nvPr/>
              </p14:nvContentPartPr>
              <p14:xfrm>
                <a:off x="3023447" y="4056502"/>
                <a:ext cx="282240" cy="178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CD1BE6E-27CB-19F1-3514-0A696107130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05447" y="4038862"/>
                  <a:ext cx="317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441BE45-6BDD-051D-469B-3F15E3280F47}"/>
                    </a:ext>
                  </a:extLst>
                </p14:cNvPr>
                <p14:cNvContentPartPr/>
                <p14:nvPr/>
              </p14:nvContentPartPr>
              <p14:xfrm>
                <a:off x="3424127" y="3859942"/>
                <a:ext cx="96480" cy="380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441BE45-6BDD-051D-469B-3F15E3280F4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06487" y="3841942"/>
                  <a:ext cx="1321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EF8E124-518C-C874-BACF-A7296BFBA689}"/>
                    </a:ext>
                  </a:extLst>
                </p14:cNvPr>
                <p14:cNvContentPartPr/>
                <p14:nvPr/>
              </p14:nvContentPartPr>
              <p14:xfrm>
                <a:off x="3372287" y="3988462"/>
                <a:ext cx="226800" cy="14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EF8E124-518C-C874-BACF-A7296BFBA68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54287" y="3970822"/>
                  <a:ext cx="262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4F96C04-9DF7-6205-595D-43102FCF7179}"/>
                    </a:ext>
                  </a:extLst>
                </p14:cNvPr>
                <p14:cNvContentPartPr/>
                <p14:nvPr/>
              </p14:nvContentPartPr>
              <p14:xfrm>
                <a:off x="3567407" y="4066942"/>
                <a:ext cx="990720" cy="231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4F96C04-9DF7-6205-595D-43102FCF717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549767" y="4049302"/>
                  <a:ext cx="10263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2F02821-2A6C-0ACE-1DB4-642321CECE47}"/>
                    </a:ext>
                  </a:extLst>
                </p14:cNvPr>
                <p14:cNvContentPartPr/>
                <p14:nvPr/>
              </p14:nvContentPartPr>
              <p14:xfrm>
                <a:off x="4734527" y="4038142"/>
                <a:ext cx="189000" cy="678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2F02821-2A6C-0ACE-1DB4-642321CECE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16887" y="4020142"/>
                  <a:ext cx="22464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358259C-FB38-2277-F44C-7AB8F7E1EE0C}"/>
                    </a:ext>
                  </a:extLst>
                </p14:cNvPr>
                <p14:cNvContentPartPr/>
                <p14:nvPr/>
              </p14:nvContentPartPr>
              <p14:xfrm>
                <a:off x="4797887" y="4092142"/>
                <a:ext cx="215640" cy="134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358259C-FB38-2277-F44C-7AB8F7E1EE0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79887" y="4074142"/>
                  <a:ext cx="251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6F1D19-688D-084A-CC09-10F6113A4796}"/>
                    </a:ext>
                  </a:extLst>
                </p14:cNvPr>
                <p14:cNvContentPartPr/>
                <p14:nvPr/>
              </p14:nvContentPartPr>
              <p14:xfrm>
                <a:off x="5078687" y="4065142"/>
                <a:ext cx="153360" cy="174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6F1D19-688D-084A-CC09-10F6113A479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60687" y="4047502"/>
                  <a:ext cx="189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9C5C472-6219-5911-03DF-1D123F97A719}"/>
                    </a:ext>
                  </a:extLst>
                </p14:cNvPr>
                <p14:cNvContentPartPr/>
                <p14:nvPr/>
              </p14:nvContentPartPr>
              <p14:xfrm>
                <a:off x="5337887" y="4056862"/>
                <a:ext cx="55440" cy="151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9C5C472-6219-5911-03DF-1D123F97A71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19887" y="4038862"/>
                  <a:ext cx="91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83CB0C4-9B0C-09F0-C1B0-73A8B6F78AB2}"/>
                    </a:ext>
                  </a:extLst>
                </p14:cNvPr>
                <p14:cNvContentPartPr/>
                <p14:nvPr/>
              </p14:nvContentPartPr>
              <p14:xfrm>
                <a:off x="5407727" y="3961462"/>
                <a:ext cx="50400" cy="25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83CB0C4-9B0C-09F0-C1B0-73A8B6F78AB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89727" y="3943462"/>
                  <a:ext cx="86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841D1E3-7085-70E2-77DD-FB7BD4A5A74A}"/>
                    </a:ext>
                  </a:extLst>
                </p14:cNvPr>
                <p14:cNvContentPartPr/>
                <p14:nvPr/>
              </p14:nvContentPartPr>
              <p14:xfrm>
                <a:off x="5504567" y="4035982"/>
                <a:ext cx="174240" cy="1522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841D1E3-7085-70E2-77DD-FB7BD4A5A74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86567" y="4018342"/>
                  <a:ext cx="209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9FA4462-F9C5-85B5-FDB9-9C815048E41E}"/>
                    </a:ext>
                  </a:extLst>
                </p14:cNvPr>
                <p14:cNvContentPartPr/>
                <p14:nvPr/>
              </p14:nvContentPartPr>
              <p14:xfrm>
                <a:off x="5863127" y="3823942"/>
                <a:ext cx="77400" cy="323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9FA4462-F9C5-85B5-FDB9-9C815048E41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45127" y="3806302"/>
                  <a:ext cx="1130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6FD134A-ADFD-AAB5-6AB6-84261397F08B}"/>
                    </a:ext>
                  </a:extLst>
                </p14:cNvPr>
                <p14:cNvContentPartPr/>
                <p14:nvPr/>
              </p14:nvContentPartPr>
              <p14:xfrm>
                <a:off x="5698247" y="3894502"/>
                <a:ext cx="321480" cy="36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6FD134A-ADFD-AAB5-6AB6-84261397F08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680607" y="3876502"/>
                  <a:ext cx="35712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15BDBF0-451D-3979-F81C-2DDA4FE6A7E9}"/>
              </a:ext>
            </a:extLst>
          </p:cNvPr>
          <p:cNvGrpSpPr/>
          <p:nvPr/>
        </p:nvGrpSpPr>
        <p:grpSpPr>
          <a:xfrm>
            <a:off x="6416447" y="3834022"/>
            <a:ext cx="303480" cy="602640"/>
            <a:chOff x="6416447" y="3834022"/>
            <a:chExt cx="303480" cy="6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DD6797A-C236-E548-6AB7-2BF3A724D9D2}"/>
                    </a:ext>
                  </a:extLst>
                </p14:cNvPr>
                <p14:cNvContentPartPr/>
                <p14:nvPr/>
              </p14:nvContentPartPr>
              <p14:xfrm>
                <a:off x="6416447" y="3940222"/>
                <a:ext cx="70560" cy="153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DD6797A-C236-E548-6AB7-2BF3A724D9D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398807" y="3922582"/>
                  <a:ext cx="106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1530A76-5F98-931E-FBB1-3B0F31F57E78}"/>
                    </a:ext>
                  </a:extLst>
                </p14:cNvPr>
                <p14:cNvContentPartPr/>
                <p14:nvPr/>
              </p14:nvContentPartPr>
              <p14:xfrm>
                <a:off x="6530207" y="3834022"/>
                <a:ext cx="12600" cy="31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1530A76-5F98-931E-FBB1-3B0F31F57E7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512567" y="3816022"/>
                  <a:ext cx="48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51ABA97-21D6-A0B5-1364-2C9E8758F7B7}"/>
                    </a:ext>
                  </a:extLst>
                </p14:cNvPr>
                <p14:cNvContentPartPr/>
                <p14:nvPr/>
              </p14:nvContentPartPr>
              <p14:xfrm>
                <a:off x="6449927" y="3870742"/>
                <a:ext cx="269280" cy="56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51ABA97-21D6-A0B5-1364-2C9E8758F7B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431927" y="3852742"/>
                  <a:ext cx="30492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87B3CF8-14D7-A34D-B796-0771016C5971}"/>
                    </a:ext>
                  </a:extLst>
                </p14:cNvPr>
                <p14:cNvContentPartPr/>
                <p14:nvPr/>
              </p14:nvContentPartPr>
              <p14:xfrm>
                <a:off x="6550007" y="4075582"/>
                <a:ext cx="169920" cy="655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87B3CF8-14D7-A34D-B796-0771016C59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32007" y="4057942"/>
                  <a:ext cx="20556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C504EE3-DADA-5624-B05D-E0D5CF7AAFCD}"/>
                  </a:ext>
                </a:extLst>
              </p14:cNvPr>
              <p14:cNvContentPartPr/>
              <p14:nvPr/>
            </p14:nvContentPartPr>
            <p14:xfrm>
              <a:off x="7083527" y="3916462"/>
              <a:ext cx="259560" cy="2073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C504EE3-DADA-5624-B05D-E0D5CF7AAFC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065887" y="3898462"/>
                <a:ext cx="29520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9B1C1D5F-E5BB-C8A6-3E09-66E077CD631D}"/>
              </a:ext>
            </a:extLst>
          </p:cNvPr>
          <p:cNvGrpSpPr/>
          <p:nvPr/>
        </p:nvGrpSpPr>
        <p:grpSpPr>
          <a:xfrm>
            <a:off x="7781927" y="3861742"/>
            <a:ext cx="1373040" cy="282960"/>
            <a:chOff x="7781927" y="3861742"/>
            <a:chExt cx="137304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D7EA369-1356-BAFD-D37C-38A068BFEA46}"/>
                    </a:ext>
                  </a:extLst>
                </p14:cNvPr>
                <p14:cNvContentPartPr/>
                <p14:nvPr/>
              </p14:nvContentPartPr>
              <p14:xfrm>
                <a:off x="7781927" y="3973702"/>
                <a:ext cx="187200" cy="159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D7EA369-1356-BAFD-D37C-38A068BFEA4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763927" y="3956062"/>
                  <a:ext cx="2228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5BF3A35-B7EB-03C9-D617-9E72E7D46465}"/>
                    </a:ext>
                  </a:extLst>
                </p14:cNvPr>
                <p14:cNvContentPartPr/>
                <p14:nvPr/>
              </p14:nvContentPartPr>
              <p14:xfrm>
                <a:off x="8014127" y="3968302"/>
                <a:ext cx="168480" cy="176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5BF3A35-B7EB-03C9-D617-9E72E7D4646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96127" y="3950662"/>
                  <a:ext cx="204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BAE0FA-2D04-20FB-2AA3-AD3EDB5277EB}"/>
                    </a:ext>
                  </a:extLst>
                </p14:cNvPr>
                <p14:cNvContentPartPr/>
                <p14:nvPr/>
              </p14:nvContentPartPr>
              <p14:xfrm>
                <a:off x="8282327" y="3977302"/>
                <a:ext cx="139680" cy="162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BAE0FA-2D04-20FB-2AA3-AD3EDB5277E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64687" y="3959662"/>
                  <a:ext cx="175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6DAD93A-1313-9A5B-3383-9F0CA7D979F4}"/>
                    </a:ext>
                  </a:extLst>
                </p14:cNvPr>
                <p14:cNvContentPartPr/>
                <p14:nvPr/>
              </p14:nvContentPartPr>
              <p14:xfrm>
                <a:off x="8498687" y="3975502"/>
                <a:ext cx="120600" cy="141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6DAD93A-1313-9A5B-3383-9F0CA7D979F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81047" y="3957862"/>
                  <a:ext cx="156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E44D6B2-19AF-A56E-EB64-2BB5424676F4}"/>
                    </a:ext>
                  </a:extLst>
                </p14:cNvPr>
                <p14:cNvContentPartPr/>
                <p14:nvPr/>
              </p14:nvContentPartPr>
              <p14:xfrm>
                <a:off x="8693447" y="3969022"/>
                <a:ext cx="124560" cy="140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E44D6B2-19AF-A56E-EB64-2BB5424676F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75447" y="3951382"/>
                  <a:ext cx="160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345D4B4-A15F-3EAC-0B8E-DAC018E56E95}"/>
                    </a:ext>
                  </a:extLst>
                </p14:cNvPr>
                <p14:cNvContentPartPr/>
                <p14:nvPr/>
              </p14:nvContentPartPr>
              <p14:xfrm>
                <a:off x="8895407" y="3861742"/>
                <a:ext cx="96840" cy="280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345D4B4-A15F-3EAC-0B8E-DAC018E56E9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77767" y="3843742"/>
                  <a:ext cx="132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1826F72-F28D-BD4B-EB90-E077FD2759EB}"/>
                    </a:ext>
                  </a:extLst>
                </p14:cNvPr>
                <p14:cNvContentPartPr/>
                <p14:nvPr/>
              </p14:nvContentPartPr>
              <p14:xfrm>
                <a:off x="8899727" y="3914302"/>
                <a:ext cx="255240" cy="23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1826F72-F28D-BD4B-EB90-E077FD2759E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81727" y="3896662"/>
                  <a:ext cx="2908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142DD4E-DEF3-C465-2605-050726CF0BD1}"/>
              </a:ext>
            </a:extLst>
          </p:cNvPr>
          <p:cNvGrpSpPr/>
          <p:nvPr/>
        </p:nvGrpSpPr>
        <p:grpSpPr>
          <a:xfrm>
            <a:off x="9692447" y="3878662"/>
            <a:ext cx="501120" cy="305640"/>
            <a:chOff x="9692447" y="3878662"/>
            <a:chExt cx="50112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0741076-E21E-7B2D-EA0E-F310A764D676}"/>
                    </a:ext>
                  </a:extLst>
                </p14:cNvPr>
                <p14:cNvContentPartPr/>
                <p14:nvPr/>
              </p14:nvContentPartPr>
              <p14:xfrm>
                <a:off x="9692447" y="3878662"/>
                <a:ext cx="187200" cy="262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0741076-E21E-7B2D-EA0E-F310A764D67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674807" y="3861022"/>
                  <a:ext cx="2228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D12F81F-178A-9B58-954E-8E46EAFDC94D}"/>
                    </a:ext>
                  </a:extLst>
                </p14:cNvPr>
                <p14:cNvContentPartPr/>
                <p14:nvPr/>
              </p14:nvContentPartPr>
              <p14:xfrm>
                <a:off x="9982607" y="4023382"/>
                <a:ext cx="210960" cy="160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D12F81F-178A-9B58-954E-8E46EAFDC94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64607" y="4005382"/>
                  <a:ext cx="2466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34BC400-2122-9F4B-216C-EF9B74D0FD99}"/>
              </a:ext>
            </a:extLst>
          </p:cNvPr>
          <p:cNvGrpSpPr/>
          <p:nvPr/>
        </p:nvGrpSpPr>
        <p:grpSpPr>
          <a:xfrm>
            <a:off x="10521167" y="3773902"/>
            <a:ext cx="2070720" cy="654480"/>
            <a:chOff x="10521167" y="3773902"/>
            <a:chExt cx="2070720" cy="65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3923EFC-A1C1-62FF-A519-57A1F8431A46}"/>
                    </a:ext>
                  </a:extLst>
                </p14:cNvPr>
                <p14:cNvContentPartPr/>
                <p14:nvPr/>
              </p14:nvContentPartPr>
              <p14:xfrm>
                <a:off x="10521167" y="3953542"/>
                <a:ext cx="167040" cy="165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3923EFC-A1C1-62FF-A519-57A1F8431A4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503167" y="3935902"/>
                  <a:ext cx="202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C1CFF6B-A646-74F6-3097-F337913A8C4C}"/>
                    </a:ext>
                  </a:extLst>
                </p14:cNvPr>
                <p14:cNvContentPartPr/>
                <p14:nvPr/>
              </p14:nvContentPartPr>
              <p14:xfrm>
                <a:off x="10776767" y="3803062"/>
                <a:ext cx="360720" cy="625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C1CFF6B-A646-74F6-3097-F337913A8C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759127" y="3785422"/>
                  <a:ext cx="39636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4D677B6-FC91-549B-56E3-20E75A42F336}"/>
                    </a:ext>
                  </a:extLst>
                </p14:cNvPr>
                <p14:cNvContentPartPr/>
                <p14:nvPr/>
              </p14:nvContentPartPr>
              <p14:xfrm>
                <a:off x="11056847" y="3962542"/>
                <a:ext cx="178920" cy="1238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4D677B6-FC91-549B-56E3-20E75A42F33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039207" y="3944902"/>
                  <a:ext cx="214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42EF129-3F99-1C89-82DD-238B2B751A25}"/>
                    </a:ext>
                  </a:extLst>
                </p14:cNvPr>
                <p14:cNvContentPartPr/>
                <p14:nvPr/>
              </p14:nvContentPartPr>
              <p14:xfrm>
                <a:off x="11313167" y="3897382"/>
                <a:ext cx="441360" cy="189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42EF129-3F99-1C89-82DD-238B2B751A2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295527" y="3879382"/>
                  <a:ext cx="477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520B848-0D56-E9FD-B347-F77CB17008E9}"/>
                    </a:ext>
                  </a:extLst>
                </p14:cNvPr>
                <p14:cNvContentPartPr/>
                <p14:nvPr/>
              </p14:nvContentPartPr>
              <p14:xfrm>
                <a:off x="11879807" y="3886222"/>
                <a:ext cx="120960" cy="189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520B848-0D56-E9FD-B347-F77CB17008E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861807" y="3868582"/>
                  <a:ext cx="156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C3B643C-B588-2C8E-0786-4E7870A20EEE}"/>
                    </a:ext>
                  </a:extLst>
                </p14:cNvPr>
                <p14:cNvContentPartPr/>
                <p14:nvPr/>
              </p14:nvContentPartPr>
              <p14:xfrm>
                <a:off x="12061607" y="3942022"/>
                <a:ext cx="153360" cy="1404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C3B643C-B588-2C8E-0786-4E7870A20EE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043607" y="3924022"/>
                  <a:ext cx="189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BC6A7EC-DE20-8F31-1C63-1380E279D1CF}"/>
                    </a:ext>
                  </a:extLst>
                </p14:cNvPr>
                <p14:cNvContentPartPr/>
                <p14:nvPr/>
              </p14:nvContentPartPr>
              <p14:xfrm>
                <a:off x="12302087" y="3773902"/>
                <a:ext cx="289800" cy="376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BC6A7EC-DE20-8F31-1C63-1380E279D1C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2284447" y="3755902"/>
                  <a:ext cx="325440" cy="41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FE0A98F-1222-F2B4-5D6D-F1911159E080}"/>
              </a:ext>
            </a:extLst>
          </p:cNvPr>
          <p:cNvGrpSpPr/>
          <p:nvPr/>
        </p:nvGrpSpPr>
        <p:grpSpPr>
          <a:xfrm>
            <a:off x="268599" y="4653382"/>
            <a:ext cx="1258560" cy="216360"/>
            <a:chOff x="268599" y="4653382"/>
            <a:chExt cx="125856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DD25B5-4A1C-5E46-1851-FF655537E7E1}"/>
                    </a:ext>
                  </a:extLst>
                </p14:cNvPr>
                <p14:cNvContentPartPr/>
                <p14:nvPr/>
              </p14:nvContentPartPr>
              <p14:xfrm>
                <a:off x="268599" y="4663462"/>
                <a:ext cx="343080" cy="206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DD25B5-4A1C-5E46-1851-FF655537E7E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0959" y="4645462"/>
                  <a:ext cx="378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4A819CF-9FA1-66B3-5749-6D6E607AAAC2}"/>
                    </a:ext>
                  </a:extLst>
                </p14:cNvPr>
                <p14:cNvContentPartPr/>
                <p14:nvPr/>
              </p14:nvContentPartPr>
              <p14:xfrm>
                <a:off x="623199" y="4653382"/>
                <a:ext cx="181800" cy="198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4A819CF-9FA1-66B3-5749-6D6E607AAAC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5199" y="4635742"/>
                  <a:ext cx="217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3F0CA18-65C6-2589-7767-F4CF71915BDB}"/>
                    </a:ext>
                  </a:extLst>
                </p14:cNvPr>
                <p14:cNvContentPartPr/>
                <p14:nvPr/>
              </p14:nvContentPartPr>
              <p14:xfrm>
                <a:off x="1180839" y="4680742"/>
                <a:ext cx="346320" cy="1857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3F0CA18-65C6-2589-7767-F4CF71915BD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62839" y="4662742"/>
                  <a:ext cx="38196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E66168E-EE12-8CDC-7820-B1D25A895F78}"/>
              </a:ext>
            </a:extLst>
          </p:cNvPr>
          <p:cNvGrpSpPr/>
          <p:nvPr/>
        </p:nvGrpSpPr>
        <p:grpSpPr>
          <a:xfrm>
            <a:off x="1936119" y="4706662"/>
            <a:ext cx="1357560" cy="199080"/>
            <a:chOff x="1936119" y="4706662"/>
            <a:chExt cx="13575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DCD1358-4347-7813-F0ED-33D8DC0DC5D3}"/>
                    </a:ext>
                  </a:extLst>
                </p14:cNvPr>
                <p14:cNvContentPartPr/>
                <p14:nvPr/>
              </p14:nvContentPartPr>
              <p14:xfrm>
                <a:off x="1936119" y="4706662"/>
                <a:ext cx="554040" cy="199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DCD1358-4347-7813-F0ED-33D8DC0DC5D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918479" y="4688662"/>
                  <a:ext cx="589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68E31DC-8872-51A5-AE18-1FCB7455963A}"/>
                    </a:ext>
                  </a:extLst>
                </p14:cNvPr>
                <p14:cNvContentPartPr/>
                <p14:nvPr/>
              </p14:nvContentPartPr>
              <p14:xfrm>
                <a:off x="2566479" y="4763902"/>
                <a:ext cx="365400" cy="138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68E31DC-8872-51A5-AE18-1FCB7455963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548479" y="4745902"/>
                  <a:ext cx="401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1EBB40B-B1B1-D99E-6104-A1A982323C67}"/>
                    </a:ext>
                  </a:extLst>
                </p14:cNvPr>
                <p14:cNvContentPartPr/>
                <p14:nvPr/>
              </p14:nvContentPartPr>
              <p14:xfrm>
                <a:off x="3016119" y="4719622"/>
                <a:ext cx="277560" cy="180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1EBB40B-B1B1-D99E-6104-A1A982323C6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998119" y="4701622"/>
                  <a:ext cx="3132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F30CA7D-CF12-8FF1-1D2A-E6E11D2C597E}"/>
              </a:ext>
            </a:extLst>
          </p:cNvPr>
          <p:cNvGrpSpPr/>
          <p:nvPr/>
        </p:nvGrpSpPr>
        <p:grpSpPr>
          <a:xfrm>
            <a:off x="3776079" y="4617742"/>
            <a:ext cx="2254320" cy="377640"/>
            <a:chOff x="3776079" y="4617742"/>
            <a:chExt cx="225432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02DED93-6888-5070-BC62-2BE3CBC43229}"/>
                    </a:ext>
                  </a:extLst>
                </p14:cNvPr>
                <p14:cNvContentPartPr/>
                <p14:nvPr/>
              </p14:nvContentPartPr>
              <p14:xfrm>
                <a:off x="3776079" y="4804222"/>
                <a:ext cx="332280" cy="187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02DED93-6888-5070-BC62-2BE3CBC4322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58439" y="4786582"/>
                  <a:ext cx="367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81C058C-1B71-A187-D1C1-9FDDA80626D9}"/>
                    </a:ext>
                  </a:extLst>
                </p14:cNvPr>
                <p14:cNvContentPartPr/>
                <p14:nvPr/>
              </p14:nvContentPartPr>
              <p14:xfrm>
                <a:off x="4218879" y="4820782"/>
                <a:ext cx="254520" cy="122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81C058C-1B71-A187-D1C1-9FDDA80626D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01239" y="4802782"/>
                  <a:ext cx="290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45F0F28-7CC7-6C6F-79D2-139AD07937F2}"/>
                    </a:ext>
                  </a:extLst>
                </p14:cNvPr>
                <p14:cNvContentPartPr/>
                <p14:nvPr/>
              </p14:nvContentPartPr>
              <p14:xfrm>
                <a:off x="4559799" y="4712422"/>
                <a:ext cx="169560" cy="230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45F0F28-7CC7-6C6F-79D2-139AD07937F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542159" y="4694422"/>
                  <a:ext cx="205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FABBC7-947D-0EB3-BF68-AD77FF80FA3C}"/>
                    </a:ext>
                  </a:extLst>
                </p14:cNvPr>
                <p14:cNvContentPartPr/>
                <p14:nvPr/>
              </p14:nvContentPartPr>
              <p14:xfrm>
                <a:off x="4812879" y="4835182"/>
                <a:ext cx="41400" cy="110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FABBC7-947D-0EB3-BF68-AD77FF80FA3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795239" y="4817182"/>
                  <a:ext cx="77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FAFEA8A-399E-118F-1C2E-70514A886758}"/>
                    </a:ext>
                  </a:extLst>
                </p14:cNvPr>
                <p14:cNvContentPartPr/>
                <p14:nvPr/>
              </p14:nvContentPartPr>
              <p14:xfrm>
                <a:off x="4815399" y="4679302"/>
                <a:ext cx="67680" cy="43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FAFEA8A-399E-118F-1C2E-70514A88675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797399" y="4661662"/>
                  <a:ext cx="103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2C9FB7D-FB29-6C14-663C-DB15BD6CA25E}"/>
                    </a:ext>
                  </a:extLst>
                </p14:cNvPr>
                <p14:cNvContentPartPr/>
                <p14:nvPr/>
              </p14:nvContentPartPr>
              <p14:xfrm>
                <a:off x="4867959" y="4830142"/>
                <a:ext cx="224280" cy="138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2C9FB7D-FB29-6C14-663C-DB15BD6CA25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849959" y="4812502"/>
                  <a:ext cx="259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A036F24-1E20-FAED-B9F4-C6E744CAB359}"/>
                    </a:ext>
                  </a:extLst>
                </p14:cNvPr>
                <p14:cNvContentPartPr/>
                <p14:nvPr/>
              </p14:nvContentPartPr>
              <p14:xfrm>
                <a:off x="5132559" y="4617742"/>
                <a:ext cx="479880" cy="357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A036F24-1E20-FAED-B9F4-C6E744CAB35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114559" y="4600102"/>
                  <a:ext cx="5155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300ECB5-C34C-8838-F7E3-21CB47F5144E}"/>
                    </a:ext>
                  </a:extLst>
                </p14:cNvPr>
                <p14:cNvContentPartPr/>
                <p14:nvPr/>
              </p14:nvContentPartPr>
              <p14:xfrm>
                <a:off x="5673639" y="4870822"/>
                <a:ext cx="113400" cy="124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300ECB5-C34C-8838-F7E3-21CB47F5144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655999" y="4853182"/>
                  <a:ext cx="149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9EEE33D-3A6B-9CF6-B9C5-1F382E2A79E7}"/>
                    </a:ext>
                  </a:extLst>
                </p14:cNvPr>
                <p14:cNvContentPartPr/>
                <p14:nvPr/>
              </p14:nvContentPartPr>
              <p14:xfrm>
                <a:off x="5850759" y="4871542"/>
                <a:ext cx="179640" cy="123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9EEE33D-3A6B-9CF6-B9C5-1F382E2A79E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832759" y="4853542"/>
                  <a:ext cx="215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AD247AC-C562-F6FD-1060-96FAA3AA4307}"/>
                    </a:ext>
                  </a:extLst>
                </p14:cNvPr>
                <p14:cNvContentPartPr/>
                <p14:nvPr/>
              </p14:nvContentPartPr>
              <p14:xfrm>
                <a:off x="5595879" y="4654102"/>
                <a:ext cx="141480" cy="34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AD247AC-C562-F6FD-1060-96FAA3AA430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577879" y="4636102"/>
                  <a:ext cx="177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C01DB14-2C55-7C07-54FE-8DEF84064FAA}"/>
                    </a:ext>
                  </a:extLst>
                </p14:cNvPr>
                <p14:cNvContentPartPr/>
                <p14:nvPr/>
              </p14:nvContentPartPr>
              <p14:xfrm>
                <a:off x="5363319" y="4706662"/>
                <a:ext cx="256320" cy="30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C01DB14-2C55-7C07-54FE-8DEF84064FA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345319" y="4688662"/>
                  <a:ext cx="2919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B89E917-96AB-B35A-9B94-D8555D535E65}"/>
                  </a:ext>
                </a:extLst>
              </p14:cNvPr>
              <p14:cNvContentPartPr/>
              <p14:nvPr/>
            </p14:nvContentPartPr>
            <p14:xfrm>
              <a:off x="6522159" y="4545382"/>
              <a:ext cx="510120" cy="7632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B89E917-96AB-B35A-9B94-D8555D535E65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504519" y="4527742"/>
                <a:ext cx="545760" cy="79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BF9724EE-D42C-9DCA-C5C0-DE4AC28FF6F1}"/>
              </a:ext>
            </a:extLst>
          </p:cNvPr>
          <p:cNvGrpSpPr/>
          <p:nvPr/>
        </p:nvGrpSpPr>
        <p:grpSpPr>
          <a:xfrm>
            <a:off x="7441239" y="4596502"/>
            <a:ext cx="811440" cy="365760"/>
            <a:chOff x="7441239" y="4596502"/>
            <a:chExt cx="81144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192F570-E63C-449C-BFAC-0BBADAEFD9B4}"/>
                    </a:ext>
                  </a:extLst>
                </p14:cNvPr>
                <p14:cNvContentPartPr/>
                <p14:nvPr/>
              </p14:nvContentPartPr>
              <p14:xfrm>
                <a:off x="7441239" y="4596502"/>
                <a:ext cx="636480" cy="365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192F570-E63C-449C-BFAC-0BBADAEFD9B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423239" y="4578502"/>
                  <a:ext cx="6721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44F64AB-8DE6-EC68-16AD-357E618C17E9}"/>
                    </a:ext>
                  </a:extLst>
                </p14:cNvPr>
                <p14:cNvContentPartPr/>
                <p14:nvPr/>
              </p14:nvContentPartPr>
              <p14:xfrm>
                <a:off x="7981239" y="4803142"/>
                <a:ext cx="271440" cy="156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44F64AB-8DE6-EC68-16AD-357E618C17E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963599" y="4785142"/>
                  <a:ext cx="307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72D988D-C13E-1621-34C6-5256A40DBE4C}"/>
                    </a:ext>
                  </a:extLst>
                </p14:cNvPr>
                <p14:cNvContentPartPr/>
                <p14:nvPr/>
              </p14:nvContentPartPr>
              <p14:xfrm>
                <a:off x="7521879" y="4701982"/>
                <a:ext cx="268920" cy="30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72D988D-C13E-1621-34C6-5256A40DBE4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503879" y="4684342"/>
                  <a:ext cx="3045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C92A8C7-5683-DA26-9545-594CC55ECB4B}"/>
              </a:ext>
            </a:extLst>
          </p:cNvPr>
          <p:cNvGrpSpPr/>
          <p:nvPr/>
        </p:nvGrpSpPr>
        <p:grpSpPr>
          <a:xfrm>
            <a:off x="11896959" y="4820422"/>
            <a:ext cx="249120" cy="142920"/>
            <a:chOff x="11896959" y="4820422"/>
            <a:chExt cx="24912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5490B95-59E9-2DAE-5BE1-BF45FF666E65}"/>
                    </a:ext>
                  </a:extLst>
                </p14:cNvPr>
                <p14:cNvContentPartPr/>
                <p14:nvPr/>
              </p14:nvContentPartPr>
              <p14:xfrm>
                <a:off x="11896959" y="4832302"/>
                <a:ext cx="3960" cy="131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5490B95-59E9-2DAE-5BE1-BF45FF666E6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879319" y="4814302"/>
                  <a:ext cx="39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242179F-3C91-03B4-DBFA-C7CDD39D6494}"/>
                    </a:ext>
                  </a:extLst>
                </p14:cNvPr>
                <p14:cNvContentPartPr/>
                <p14:nvPr/>
              </p14:nvContentPartPr>
              <p14:xfrm>
                <a:off x="11994879" y="4820422"/>
                <a:ext cx="151200" cy="135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242179F-3C91-03B4-DBFA-C7CDD39D649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976879" y="4802422"/>
                  <a:ext cx="18684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E1052715-281E-1773-346B-F85B94109D3A}"/>
                  </a:ext>
                </a:extLst>
              </p14:cNvPr>
              <p14:cNvContentPartPr/>
              <p14:nvPr/>
            </p14:nvContentPartPr>
            <p14:xfrm>
              <a:off x="11930079" y="4569502"/>
              <a:ext cx="77400" cy="63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E1052715-281E-1773-346B-F85B94109D3A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1912079" y="4551862"/>
                <a:ext cx="1130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93781A0-E019-1F14-587F-187744F0FF4D}"/>
                  </a:ext>
                </a:extLst>
              </p14:cNvPr>
              <p14:cNvContentPartPr/>
              <p14:nvPr/>
            </p14:nvContentPartPr>
            <p14:xfrm>
              <a:off x="480639" y="5317582"/>
              <a:ext cx="173160" cy="2826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93781A0-E019-1F14-587F-187744F0FF4D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62639" y="5299942"/>
                <a:ext cx="2088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A9CCF881-003A-8B47-BA55-9E8A734477B6}"/>
                  </a:ext>
                </a:extLst>
              </p14:cNvPr>
              <p14:cNvContentPartPr/>
              <p14:nvPr/>
            </p14:nvContentPartPr>
            <p14:xfrm>
              <a:off x="1136919" y="5612062"/>
              <a:ext cx="75960" cy="10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A9CCF881-003A-8B47-BA55-9E8A734477B6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119279" y="5594062"/>
                <a:ext cx="1116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7982F1CF-D758-15C0-FC75-BBFA8904577C}"/>
                  </a:ext>
                </a:extLst>
              </p14:cNvPr>
              <p14:cNvContentPartPr/>
              <p14:nvPr/>
            </p14:nvContentPartPr>
            <p14:xfrm>
              <a:off x="6312639" y="3495622"/>
              <a:ext cx="7200" cy="190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7982F1CF-D758-15C0-FC75-BBFA8904577C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6294999" y="3477622"/>
                <a:ext cx="428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5F03A7A4-C867-CFA3-348F-E81341D67CBE}"/>
                  </a:ext>
                </a:extLst>
              </p14:cNvPr>
              <p14:cNvContentPartPr/>
              <p14:nvPr/>
            </p14:nvContentPartPr>
            <p14:xfrm>
              <a:off x="5872719" y="5173582"/>
              <a:ext cx="360" cy="3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5F03A7A4-C867-CFA3-348F-E81341D67CBE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5855079" y="515558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F0D1314-24D6-DA17-602C-3AC32576D07D}"/>
              </a:ext>
            </a:extLst>
          </p:cNvPr>
          <p:cNvGrpSpPr/>
          <p:nvPr/>
        </p:nvGrpSpPr>
        <p:grpSpPr>
          <a:xfrm>
            <a:off x="8679999" y="4566622"/>
            <a:ext cx="2966400" cy="799200"/>
            <a:chOff x="8679999" y="4566622"/>
            <a:chExt cx="2966400" cy="79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2D0B8AB-9F1E-0DE4-1487-2C59791B7C3F}"/>
                    </a:ext>
                  </a:extLst>
                </p14:cNvPr>
                <p14:cNvContentPartPr/>
                <p14:nvPr/>
              </p14:nvContentPartPr>
              <p14:xfrm>
                <a:off x="8679999" y="4614502"/>
                <a:ext cx="329040" cy="316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2D0B8AB-9F1E-0DE4-1487-2C59791B7C3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661999" y="4596502"/>
                  <a:ext cx="3646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222E01B-20BE-8145-66EC-143B99546B92}"/>
                    </a:ext>
                  </a:extLst>
                </p14:cNvPr>
                <p14:cNvContentPartPr/>
                <p14:nvPr/>
              </p14:nvContentPartPr>
              <p14:xfrm>
                <a:off x="9016239" y="4615582"/>
                <a:ext cx="45000" cy="32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222E01B-20BE-8145-66EC-143B99546B9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98239" y="4597942"/>
                  <a:ext cx="806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54D9426-5A8C-99AD-2628-9C7714419B79}"/>
                    </a:ext>
                  </a:extLst>
                </p14:cNvPr>
                <p14:cNvContentPartPr/>
                <p14:nvPr/>
              </p14:nvContentPartPr>
              <p14:xfrm>
                <a:off x="9062319" y="4812502"/>
                <a:ext cx="107280" cy="1141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54D9426-5A8C-99AD-2628-9C7714419B7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044319" y="4794862"/>
                  <a:ext cx="142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FAB5A34-C832-7B2C-F801-2B1E6A66FB9C}"/>
                    </a:ext>
                  </a:extLst>
                </p14:cNvPr>
                <p14:cNvContentPartPr/>
                <p14:nvPr/>
              </p14:nvContentPartPr>
              <p14:xfrm>
                <a:off x="9308919" y="4566622"/>
                <a:ext cx="18000" cy="360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FAB5A34-C832-7B2C-F801-2B1E6A66FB9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290919" y="4548982"/>
                  <a:ext cx="5364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516075C-EEAF-26D6-3629-2ED949A36497}"/>
                    </a:ext>
                  </a:extLst>
                </p14:cNvPr>
                <p14:cNvContentPartPr/>
                <p14:nvPr/>
              </p14:nvContentPartPr>
              <p14:xfrm>
                <a:off x="9422319" y="4812862"/>
                <a:ext cx="28440" cy="120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516075C-EEAF-26D6-3629-2ED949A3649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404679" y="4795222"/>
                  <a:ext cx="64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ED0142E-006C-F65C-3AD8-234602023118}"/>
                    </a:ext>
                  </a:extLst>
                </p14:cNvPr>
                <p14:cNvContentPartPr/>
                <p14:nvPr/>
              </p14:nvContentPartPr>
              <p14:xfrm>
                <a:off x="9569199" y="4833022"/>
                <a:ext cx="155520" cy="126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ED0142E-006C-F65C-3AD8-23460202311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551199" y="4815022"/>
                  <a:ext cx="191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5AB444A-8920-D226-8544-D8A8AE8836AE}"/>
                    </a:ext>
                  </a:extLst>
                </p14:cNvPr>
                <p14:cNvContentPartPr/>
                <p14:nvPr/>
              </p14:nvContentPartPr>
              <p14:xfrm>
                <a:off x="9819759" y="4823302"/>
                <a:ext cx="185760" cy="148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5AB444A-8920-D226-8544-D8A8AE8836A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801759" y="4805302"/>
                  <a:ext cx="221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AB8D300-9252-AE93-DEEF-FE63EF35C397}"/>
                    </a:ext>
                  </a:extLst>
                </p14:cNvPr>
                <p14:cNvContentPartPr/>
                <p14:nvPr/>
              </p14:nvContentPartPr>
              <p14:xfrm>
                <a:off x="10006959" y="4678582"/>
                <a:ext cx="160920" cy="306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AB8D300-9252-AE93-DEEF-FE63EF35C39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989319" y="4660942"/>
                  <a:ext cx="196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B9A5B89-5CC2-B809-30A1-D2C61E7958B7}"/>
                    </a:ext>
                  </a:extLst>
                </p14:cNvPr>
                <p14:cNvContentPartPr/>
                <p14:nvPr/>
              </p14:nvContentPartPr>
              <p14:xfrm>
                <a:off x="9976719" y="4751302"/>
                <a:ext cx="223560" cy="396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B9A5B89-5CC2-B809-30A1-D2C61E7958B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958719" y="4733662"/>
                  <a:ext cx="259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AF53A5B-26D2-D5E1-D3B1-CB1DAD5D88FD}"/>
                    </a:ext>
                  </a:extLst>
                </p14:cNvPr>
                <p14:cNvContentPartPr/>
                <p14:nvPr/>
              </p14:nvContentPartPr>
              <p14:xfrm>
                <a:off x="9400719" y="4615942"/>
                <a:ext cx="125280" cy="44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AF53A5B-26D2-D5E1-D3B1-CB1DAD5D88F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83079" y="4597942"/>
                  <a:ext cx="160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4F4653A-B663-971B-61A5-7469BA875060}"/>
                    </a:ext>
                  </a:extLst>
                </p14:cNvPr>
                <p14:cNvContentPartPr/>
                <p14:nvPr/>
              </p14:nvContentPartPr>
              <p14:xfrm>
                <a:off x="9218199" y="4614862"/>
                <a:ext cx="151920" cy="45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4F4653A-B663-971B-61A5-7469BA87506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200559" y="4597222"/>
                  <a:ext cx="187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81FE914-72BE-8340-1F69-C75046BA06EF}"/>
                    </a:ext>
                  </a:extLst>
                </p14:cNvPr>
                <p14:cNvContentPartPr/>
                <p14:nvPr/>
              </p14:nvContentPartPr>
              <p14:xfrm>
                <a:off x="10387119" y="4657702"/>
                <a:ext cx="343440" cy="708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81FE914-72BE-8340-1F69-C75046BA06E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369479" y="4640062"/>
                  <a:ext cx="37908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DA1C27A-862B-4970-2C74-D45EAAE6A330}"/>
                    </a:ext>
                  </a:extLst>
                </p14:cNvPr>
                <p14:cNvContentPartPr/>
                <p14:nvPr/>
              </p14:nvContentPartPr>
              <p14:xfrm>
                <a:off x="10744959" y="4797022"/>
                <a:ext cx="146880" cy="140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DA1C27A-862B-4970-2C74-D45EAAE6A33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726959" y="4779382"/>
                  <a:ext cx="182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7EF35B5-BE94-CCB6-D12F-54163E13641E}"/>
                    </a:ext>
                  </a:extLst>
                </p14:cNvPr>
                <p14:cNvContentPartPr/>
                <p14:nvPr/>
              </p14:nvContentPartPr>
              <p14:xfrm>
                <a:off x="11011359" y="4825822"/>
                <a:ext cx="30240" cy="129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7EF35B5-BE94-CCB6-D12F-54163E13641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993719" y="4808182"/>
                  <a:ext cx="65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2457991-FF9C-DB83-CC02-ACB777F8F066}"/>
                    </a:ext>
                  </a:extLst>
                </p14:cNvPr>
                <p14:cNvContentPartPr/>
                <p14:nvPr/>
              </p14:nvContentPartPr>
              <p14:xfrm>
                <a:off x="11075799" y="4702342"/>
                <a:ext cx="10800" cy="36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2457991-FF9C-DB83-CC02-ACB777F8F06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057799" y="4684342"/>
                  <a:ext cx="46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7EAF345-0570-ACB7-30D4-E88B4CD30F64}"/>
                    </a:ext>
                  </a:extLst>
                </p14:cNvPr>
                <p14:cNvContentPartPr/>
                <p14:nvPr/>
              </p14:nvContentPartPr>
              <p14:xfrm>
                <a:off x="11154639" y="4822942"/>
                <a:ext cx="181080" cy="121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7EAF345-0570-ACB7-30D4-E88B4CD30F6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136639" y="4804942"/>
                  <a:ext cx="216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C28659B-2016-574B-1752-1818AAF9809D}"/>
                    </a:ext>
                  </a:extLst>
                </p14:cNvPr>
                <p14:cNvContentPartPr/>
                <p14:nvPr/>
              </p14:nvContentPartPr>
              <p14:xfrm>
                <a:off x="11445519" y="4667782"/>
                <a:ext cx="54360" cy="261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C28659B-2016-574B-1752-1818AAF9809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427879" y="4649782"/>
                  <a:ext cx="90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292CC72-5CCC-8F82-935D-19462715F975}"/>
                    </a:ext>
                  </a:extLst>
                </p14:cNvPr>
                <p14:cNvContentPartPr/>
                <p14:nvPr/>
              </p14:nvContentPartPr>
              <p14:xfrm>
                <a:off x="11517879" y="4844902"/>
                <a:ext cx="128520" cy="1134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292CC72-5CCC-8F82-935D-19462715F97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500239" y="4826902"/>
                  <a:ext cx="164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E73E729-B7BE-3CCD-1CA7-F704E1727FB9}"/>
                    </a:ext>
                  </a:extLst>
                </p14:cNvPr>
                <p14:cNvContentPartPr/>
                <p14:nvPr/>
              </p14:nvContentPartPr>
              <p14:xfrm>
                <a:off x="11230959" y="4715662"/>
                <a:ext cx="330120" cy="55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E73E729-B7BE-3CCD-1CA7-F704E1727FB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212959" y="4697662"/>
                  <a:ext cx="365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EB0D885-EB8E-F3E0-FF26-42CEFD243A8D}"/>
                    </a:ext>
                  </a:extLst>
                </p14:cNvPr>
                <p14:cNvContentPartPr/>
                <p14:nvPr/>
              </p14:nvContentPartPr>
              <p14:xfrm>
                <a:off x="9475599" y="4600822"/>
                <a:ext cx="360" cy="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EB0D885-EB8E-F3E0-FF26-42CEFD243A8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457959" y="45831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895C182-34C6-8BF3-B859-F90D91DD0EC0}"/>
              </a:ext>
            </a:extLst>
          </p:cNvPr>
          <p:cNvGrpSpPr/>
          <p:nvPr/>
        </p:nvGrpSpPr>
        <p:grpSpPr>
          <a:xfrm>
            <a:off x="333759" y="5879542"/>
            <a:ext cx="286200" cy="303120"/>
            <a:chOff x="333759" y="5879542"/>
            <a:chExt cx="28620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A1EE0DD-E4F4-BF51-14E6-378669EB795B}"/>
                    </a:ext>
                  </a:extLst>
                </p14:cNvPr>
                <p14:cNvContentPartPr/>
                <p14:nvPr/>
              </p14:nvContentPartPr>
              <p14:xfrm>
                <a:off x="333759" y="5900422"/>
                <a:ext cx="137160" cy="2602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A1EE0DD-E4F4-BF51-14E6-378669EB795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15759" y="5882782"/>
                  <a:ext cx="172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00E9FD0-A5E0-BC6A-51D8-F887F0D0DEE4}"/>
                    </a:ext>
                  </a:extLst>
                </p14:cNvPr>
                <p14:cNvContentPartPr/>
                <p14:nvPr/>
              </p14:nvContentPartPr>
              <p14:xfrm>
                <a:off x="439239" y="5879542"/>
                <a:ext cx="180720" cy="303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00E9FD0-A5E0-BC6A-51D8-F887F0D0DEE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21239" y="5861542"/>
                  <a:ext cx="2163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96888E0-48C1-5CD2-6AE3-8514B6A08A28}"/>
                    </a:ext>
                  </a:extLst>
                </p14:cNvPr>
                <p14:cNvContentPartPr/>
                <p14:nvPr/>
              </p14:nvContentPartPr>
              <p14:xfrm>
                <a:off x="417279" y="6030742"/>
                <a:ext cx="169920" cy="14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96888E0-48C1-5CD2-6AE3-8514B6A08A2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99279" y="6013102"/>
                  <a:ext cx="2055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07A63890-22E2-21AB-F93D-E5B06CC111B0}"/>
              </a:ext>
            </a:extLst>
          </p:cNvPr>
          <p:cNvGrpSpPr/>
          <p:nvPr/>
        </p:nvGrpSpPr>
        <p:grpSpPr>
          <a:xfrm>
            <a:off x="1026399" y="5912662"/>
            <a:ext cx="1477440" cy="515520"/>
            <a:chOff x="1026399" y="5912662"/>
            <a:chExt cx="147744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BC74DB9-8F7D-C24B-CB16-E0BCA68F19A2}"/>
                    </a:ext>
                  </a:extLst>
                </p14:cNvPr>
                <p14:cNvContentPartPr/>
                <p14:nvPr/>
              </p14:nvContentPartPr>
              <p14:xfrm>
                <a:off x="1029279" y="6059902"/>
                <a:ext cx="58680" cy="3682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BC74DB9-8F7D-C24B-CB16-E0BCA68F19A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11639" y="6041902"/>
                  <a:ext cx="943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44C0238-30AD-777E-C477-1F0AD908CD46}"/>
                    </a:ext>
                  </a:extLst>
                </p14:cNvPr>
                <p14:cNvContentPartPr/>
                <p14:nvPr/>
              </p14:nvContentPartPr>
              <p14:xfrm>
                <a:off x="1026399" y="6023902"/>
                <a:ext cx="224280" cy="132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44C0238-30AD-777E-C477-1F0AD908CD46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08399" y="6006262"/>
                  <a:ext cx="259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124659A-5253-9A4A-374B-FE3046F32962}"/>
                    </a:ext>
                  </a:extLst>
                </p14:cNvPr>
                <p14:cNvContentPartPr/>
                <p14:nvPr/>
              </p14:nvContentPartPr>
              <p14:xfrm>
                <a:off x="1313319" y="6017422"/>
                <a:ext cx="114120" cy="127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124659A-5253-9A4A-374B-FE3046F3296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295679" y="5999782"/>
                  <a:ext cx="149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2155728-9BF2-5263-FB9E-B86DCF4CC1C1}"/>
                    </a:ext>
                  </a:extLst>
                </p14:cNvPr>
                <p14:cNvContentPartPr/>
                <p14:nvPr/>
              </p14:nvContentPartPr>
              <p14:xfrm>
                <a:off x="1491519" y="6014542"/>
                <a:ext cx="19440" cy="113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2155728-9BF2-5263-FB9E-B86DCF4CC1C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473879" y="5996902"/>
                  <a:ext cx="55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F04A959-63E9-7E42-4115-C40311548BC7}"/>
                    </a:ext>
                  </a:extLst>
                </p14:cNvPr>
                <p14:cNvContentPartPr/>
                <p14:nvPr/>
              </p14:nvContentPartPr>
              <p14:xfrm>
                <a:off x="1553799" y="5912662"/>
                <a:ext cx="10800" cy="20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F04A959-63E9-7E42-4115-C40311548BC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536159" y="5894662"/>
                  <a:ext cx="46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0438660-5CA0-100D-31BA-888A06F73C85}"/>
                    </a:ext>
                  </a:extLst>
                </p14:cNvPr>
                <p14:cNvContentPartPr/>
                <p14:nvPr/>
              </p14:nvContentPartPr>
              <p14:xfrm>
                <a:off x="1608879" y="6001222"/>
                <a:ext cx="159480" cy="118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0438660-5CA0-100D-31BA-888A06F73C8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591239" y="5983222"/>
                  <a:ext cx="195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B08B355-1FC4-D5E0-4663-FBDB56EC7053}"/>
                    </a:ext>
                  </a:extLst>
                </p14:cNvPr>
                <p14:cNvContentPartPr/>
                <p14:nvPr/>
              </p14:nvContentPartPr>
              <p14:xfrm>
                <a:off x="1861959" y="5913382"/>
                <a:ext cx="107640" cy="224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B08B355-1FC4-D5E0-4663-FBDB56EC705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844319" y="5895382"/>
                  <a:ext cx="143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9B60578-13B0-8D79-BA3D-4EAAFADD8079}"/>
                    </a:ext>
                  </a:extLst>
                </p14:cNvPr>
                <p14:cNvContentPartPr/>
                <p14:nvPr/>
              </p14:nvContentPartPr>
              <p14:xfrm>
                <a:off x="1828839" y="5962342"/>
                <a:ext cx="167040" cy="352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9B60578-13B0-8D79-BA3D-4EAAFADD807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811199" y="5944702"/>
                  <a:ext cx="202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A6E2FE0-EA86-CCB6-0290-86CFC88CC382}"/>
                    </a:ext>
                  </a:extLst>
                </p14:cNvPr>
                <p14:cNvContentPartPr/>
                <p14:nvPr/>
              </p14:nvContentPartPr>
              <p14:xfrm>
                <a:off x="2263719" y="6013462"/>
                <a:ext cx="240120" cy="149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A6E2FE0-EA86-CCB6-0290-86CFC88CC38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245719" y="5995822"/>
                  <a:ext cx="27576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81E748A4-C9D0-3627-487A-B0FC118DFBAC}"/>
              </a:ext>
            </a:extLst>
          </p:cNvPr>
          <p:cNvGrpSpPr/>
          <p:nvPr/>
        </p:nvGrpSpPr>
        <p:grpSpPr>
          <a:xfrm>
            <a:off x="2891919" y="5860102"/>
            <a:ext cx="442800" cy="271440"/>
            <a:chOff x="2891919" y="5860102"/>
            <a:chExt cx="44280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1AE91ED-4DDC-4DF1-2192-430A04E35F7A}"/>
                    </a:ext>
                  </a:extLst>
                </p14:cNvPr>
                <p14:cNvContentPartPr/>
                <p14:nvPr/>
              </p14:nvContentPartPr>
              <p14:xfrm>
                <a:off x="2891919" y="5986822"/>
                <a:ext cx="442800" cy="144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1AE91ED-4DDC-4DF1-2192-430A04E35F7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874279" y="5968822"/>
                  <a:ext cx="478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5812778-BC2C-5BD7-6E5D-1334BBE99340}"/>
                    </a:ext>
                  </a:extLst>
                </p14:cNvPr>
                <p14:cNvContentPartPr/>
                <p14:nvPr/>
              </p14:nvContentPartPr>
              <p14:xfrm>
                <a:off x="3115119" y="5860102"/>
                <a:ext cx="65160" cy="19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5812778-BC2C-5BD7-6E5D-1334BBE9934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097119" y="5842102"/>
                  <a:ext cx="10080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23DEC7B0-C15D-D6E5-9C5D-24C84DD83154}"/>
                  </a:ext>
                </a:extLst>
              </p14:cNvPr>
              <p14:cNvContentPartPr/>
              <p14:nvPr/>
            </p14:nvContentPartPr>
            <p14:xfrm>
              <a:off x="3702999" y="5990062"/>
              <a:ext cx="243000" cy="1627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23DEC7B0-C15D-D6E5-9C5D-24C84DD83154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3684999" y="5972422"/>
                <a:ext cx="27864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781C8F0-E2FF-B8B6-E089-51D7A028DB47}"/>
              </a:ext>
            </a:extLst>
          </p:cNvPr>
          <p:cNvGrpSpPr/>
          <p:nvPr/>
        </p:nvGrpSpPr>
        <p:grpSpPr>
          <a:xfrm>
            <a:off x="4427679" y="5845342"/>
            <a:ext cx="2325600" cy="327240"/>
            <a:chOff x="4427679" y="5845342"/>
            <a:chExt cx="232560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13B5564-2D94-1A91-634F-C6BFEC5770CD}"/>
                    </a:ext>
                  </a:extLst>
                </p14:cNvPr>
                <p14:cNvContentPartPr/>
                <p14:nvPr/>
              </p14:nvContentPartPr>
              <p14:xfrm>
                <a:off x="4427679" y="5978542"/>
                <a:ext cx="498240" cy="1911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13B5564-2D94-1A91-634F-C6BFEC5770C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409679" y="5960542"/>
                  <a:ext cx="533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59F6D50-7D9C-28F8-0DC3-662BFA5BA863}"/>
                    </a:ext>
                  </a:extLst>
                </p14:cNvPr>
                <p14:cNvContentPartPr/>
                <p14:nvPr/>
              </p14:nvContentPartPr>
              <p14:xfrm>
                <a:off x="4968039" y="6017422"/>
                <a:ext cx="350640" cy="155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59F6D50-7D9C-28F8-0DC3-662BFA5BA86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950039" y="5999422"/>
                  <a:ext cx="386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78B0A26-45A4-263D-6CC7-0F9AE9926E77}"/>
                    </a:ext>
                  </a:extLst>
                </p14:cNvPr>
                <p14:cNvContentPartPr/>
                <p14:nvPr/>
              </p14:nvContentPartPr>
              <p14:xfrm>
                <a:off x="5374479" y="5983942"/>
                <a:ext cx="245880" cy="169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78B0A26-45A4-263D-6CC7-0F9AE9926E7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356479" y="5965942"/>
                  <a:ext cx="281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E0AF7CF-6B22-22F2-039E-970B48FDD162}"/>
                    </a:ext>
                  </a:extLst>
                </p14:cNvPr>
                <p14:cNvContentPartPr/>
                <p14:nvPr/>
              </p14:nvContentPartPr>
              <p14:xfrm>
                <a:off x="5763279" y="5845342"/>
                <a:ext cx="780840" cy="297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E0AF7CF-6B22-22F2-039E-970B48FDD16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745639" y="5827702"/>
                  <a:ext cx="8164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63BAB9E-F1B5-C09C-59B4-F292FD966454}"/>
                    </a:ext>
                  </a:extLst>
                </p14:cNvPr>
                <p14:cNvContentPartPr/>
                <p14:nvPr/>
              </p14:nvContentPartPr>
              <p14:xfrm>
                <a:off x="6415239" y="5886022"/>
                <a:ext cx="338040" cy="367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63BAB9E-F1B5-C09C-59B4-F292FD96645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397239" y="5868382"/>
                  <a:ext cx="3736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5FF402A1-FD96-DE03-EF11-B23BCBC1ADE8}"/>
              </a:ext>
            </a:extLst>
          </p:cNvPr>
          <p:cNvGrpSpPr/>
          <p:nvPr/>
        </p:nvGrpSpPr>
        <p:grpSpPr>
          <a:xfrm>
            <a:off x="7174839" y="5986462"/>
            <a:ext cx="239040" cy="167400"/>
            <a:chOff x="7174839" y="5986462"/>
            <a:chExt cx="239040" cy="1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33589FC-7A00-47B1-6EF0-BF7E83214E55}"/>
                    </a:ext>
                  </a:extLst>
                </p14:cNvPr>
                <p14:cNvContentPartPr/>
                <p14:nvPr/>
              </p14:nvContentPartPr>
              <p14:xfrm>
                <a:off x="7174839" y="5986462"/>
                <a:ext cx="62640" cy="1674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33589FC-7A00-47B1-6EF0-BF7E83214E5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157199" y="5968822"/>
                  <a:ext cx="98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0FD8099-01BC-0334-74C5-2F6498510CBD}"/>
                    </a:ext>
                  </a:extLst>
                </p14:cNvPr>
                <p14:cNvContentPartPr/>
                <p14:nvPr/>
              </p14:nvContentPartPr>
              <p14:xfrm>
                <a:off x="7289319" y="6004822"/>
                <a:ext cx="124560" cy="1267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0FD8099-01BC-0334-74C5-2F6498510CB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271319" y="5986822"/>
                  <a:ext cx="16020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28FBD784-4A7F-CD59-AD0C-F99D058DF1D9}"/>
                  </a:ext>
                </a:extLst>
              </p14:cNvPr>
              <p14:cNvContentPartPr/>
              <p14:nvPr/>
            </p14:nvContentPartPr>
            <p14:xfrm>
              <a:off x="7307319" y="5811862"/>
              <a:ext cx="5760" cy="424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28FBD784-4A7F-CD59-AD0C-F99D058DF1D9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7289319" y="5793862"/>
                <a:ext cx="4140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89A2F02A-38CC-E9FB-5EDD-E986B7737B04}"/>
              </a:ext>
            </a:extLst>
          </p:cNvPr>
          <p:cNvGrpSpPr/>
          <p:nvPr/>
        </p:nvGrpSpPr>
        <p:grpSpPr>
          <a:xfrm>
            <a:off x="7803399" y="5720062"/>
            <a:ext cx="2221920" cy="422640"/>
            <a:chOff x="7803399" y="5720062"/>
            <a:chExt cx="222192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BA3A6FC-9633-1755-4BFB-3454AB157770}"/>
                    </a:ext>
                  </a:extLst>
                </p14:cNvPr>
                <p14:cNvContentPartPr/>
                <p14:nvPr/>
              </p14:nvContentPartPr>
              <p14:xfrm>
                <a:off x="7803399" y="5811502"/>
                <a:ext cx="1067040" cy="3312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BA3A6FC-9633-1755-4BFB-3454AB15777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785759" y="5793862"/>
                  <a:ext cx="11026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397BCAF-6458-1871-6159-21CC17218E31}"/>
                    </a:ext>
                  </a:extLst>
                </p14:cNvPr>
                <p14:cNvContentPartPr/>
                <p14:nvPr/>
              </p14:nvContentPartPr>
              <p14:xfrm>
                <a:off x="8938479" y="5720062"/>
                <a:ext cx="301320" cy="409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397BCAF-6458-1871-6159-21CC17218E3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920479" y="5702422"/>
                  <a:ext cx="3369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841A23F-D64A-6D2B-27F9-DFCD39F1B69C}"/>
                    </a:ext>
                  </a:extLst>
                </p14:cNvPr>
                <p14:cNvContentPartPr/>
                <p14:nvPr/>
              </p14:nvContentPartPr>
              <p14:xfrm>
                <a:off x="9473079" y="5912302"/>
                <a:ext cx="552240" cy="155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841A23F-D64A-6D2B-27F9-DFCD39F1B69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455439" y="5894302"/>
                  <a:ext cx="58788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205F5F3B-59A7-446C-B860-70353172C250}"/>
              </a:ext>
            </a:extLst>
          </p:cNvPr>
          <p:cNvGrpSpPr/>
          <p:nvPr/>
        </p:nvGrpSpPr>
        <p:grpSpPr>
          <a:xfrm>
            <a:off x="10307559" y="5693422"/>
            <a:ext cx="1765440" cy="405720"/>
            <a:chOff x="10307559" y="5693422"/>
            <a:chExt cx="176544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917ABBE-3E71-7480-BD85-A124EEE87EC8}"/>
                    </a:ext>
                  </a:extLst>
                </p14:cNvPr>
                <p14:cNvContentPartPr/>
                <p14:nvPr/>
              </p14:nvContentPartPr>
              <p14:xfrm>
                <a:off x="10307559" y="5693422"/>
                <a:ext cx="627120" cy="363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917ABBE-3E71-7480-BD85-A124EEE87EC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289559" y="5675782"/>
                  <a:ext cx="6627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A619A19-009B-7329-6B39-ED4AF1839A11}"/>
                    </a:ext>
                  </a:extLst>
                </p14:cNvPr>
                <p14:cNvContentPartPr/>
                <p14:nvPr/>
              </p14:nvContentPartPr>
              <p14:xfrm>
                <a:off x="10821999" y="5788822"/>
                <a:ext cx="241200" cy="849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A619A19-009B-7329-6B39-ED4AF1839A11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803999" y="5771182"/>
                  <a:ext cx="276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A5FD89F-FF9E-C7A4-AC34-C024422992B2}"/>
                    </a:ext>
                  </a:extLst>
                </p14:cNvPr>
                <p14:cNvContentPartPr/>
                <p14:nvPr/>
              </p14:nvContentPartPr>
              <p14:xfrm>
                <a:off x="11030439" y="5878462"/>
                <a:ext cx="1042560" cy="220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A5FD89F-FF9E-C7A4-AC34-C024422992B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012799" y="5860822"/>
                  <a:ext cx="107820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6704F899-BBD3-8EC6-94E3-050A17B08637}"/>
              </a:ext>
            </a:extLst>
          </p:cNvPr>
          <p:cNvGrpSpPr/>
          <p:nvPr/>
        </p:nvGrpSpPr>
        <p:grpSpPr>
          <a:xfrm>
            <a:off x="246999" y="6441277"/>
            <a:ext cx="1119240" cy="503505"/>
            <a:chOff x="246999" y="6441277"/>
            <a:chExt cx="1119240" cy="5035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221E2EA-C82D-E199-C13C-E173E8214EFF}"/>
                    </a:ext>
                  </a:extLst>
                </p14:cNvPr>
                <p14:cNvContentPartPr/>
                <p14:nvPr/>
              </p14:nvContentPartPr>
              <p14:xfrm>
                <a:off x="246999" y="6469582"/>
                <a:ext cx="308160" cy="475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221E2EA-C82D-E199-C13C-E173E8214EF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229359" y="6451582"/>
                  <a:ext cx="34380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50E58EA-63E6-95E7-580A-E45E0E647A3F}"/>
                    </a:ext>
                  </a:extLst>
                </p14:cNvPr>
                <p14:cNvContentPartPr/>
                <p14:nvPr/>
              </p14:nvContentPartPr>
              <p14:xfrm>
                <a:off x="576039" y="6545317"/>
                <a:ext cx="281880" cy="142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50E58EA-63E6-95E7-580A-E45E0E647A3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558039" y="6527317"/>
                  <a:ext cx="317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36D076A-A5D4-2E1A-6569-AF65636F5693}"/>
                    </a:ext>
                  </a:extLst>
                </p14:cNvPr>
                <p14:cNvContentPartPr/>
                <p14:nvPr/>
              </p14:nvContentPartPr>
              <p14:xfrm>
                <a:off x="820839" y="6465037"/>
                <a:ext cx="43200" cy="147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36D076A-A5D4-2E1A-6569-AF65636F569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03199" y="6447397"/>
                  <a:ext cx="78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E8B6634-49AB-81A7-BE6D-0A10D1CEB504}"/>
                    </a:ext>
                  </a:extLst>
                </p14:cNvPr>
                <p14:cNvContentPartPr/>
                <p14:nvPr/>
              </p14:nvContentPartPr>
              <p14:xfrm>
                <a:off x="918039" y="6514717"/>
                <a:ext cx="212760" cy="149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E8B6634-49AB-81A7-BE6D-0A10D1CEB50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00399" y="6496717"/>
                  <a:ext cx="248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40D025F-6D1C-296C-F924-5BC8C84CCFB7}"/>
                    </a:ext>
                  </a:extLst>
                </p14:cNvPr>
                <p14:cNvContentPartPr/>
                <p14:nvPr/>
              </p14:nvContentPartPr>
              <p14:xfrm>
                <a:off x="1297119" y="6441277"/>
                <a:ext cx="54720" cy="241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40D025F-6D1C-296C-F924-5BC8C84CCFB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279479" y="6423277"/>
                  <a:ext cx="90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E22B033-ADAF-6715-29EE-993469F184D8}"/>
                    </a:ext>
                  </a:extLst>
                </p14:cNvPr>
                <p14:cNvContentPartPr/>
                <p14:nvPr/>
              </p14:nvContentPartPr>
              <p14:xfrm>
                <a:off x="1261479" y="6531277"/>
                <a:ext cx="104760" cy="45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E22B033-ADAF-6715-29EE-993469F184D8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243839" y="6513637"/>
                  <a:ext cx="14040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67E2C840-7FB6-DDFE-FA61-5DBCEBB883EE}"/>
              </a:ext>
            </a:extLst>
          </p:cNvPr>
          <p:cNvGrpSpPr/>
          <p:nvPr/>
        </p:nvGrpSpPr>
        <p:grpSpPr>
          <a:xfrm>
            <a:off x="1902639" y="6470077"/>
            <a:ext cx="419400" cy="402120"/>
            <a:chOff x="1902639" y="6470077"/>
            <a:chExt cx="41940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17A67E8-A4E3-C0AF-2F9D-259C0650FF7F}"/>
                    </a:ext>
                  </a:extLst>
                </p14:cNvPr>
                <p14:cNvContentPartPr/>
                <p14:nvPr/>
              </p14:nvContentPartPr>
              <p14:xfrm>
                <a:off x="1902639" y="6570157"/>
                <a:ext cx="39600" cy="1328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17A67E8-A4E3-C0AF-2F9D-259C0650FF7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884639" y="6552517"/>
                  <a:ext cx="75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86FC0AA-BD86-F309-579A-3EA89CD057B0}"/>
                    </a:ext>
                  </a:extLst>
                </p14:cNvPr>
                <p14:cNvContentPartPr/>
                <p14:nvPr/>
              </p14:nvContentPartPr>
              <p14:xfrm>
                <a:off x="1994439" y="6478717"/>
                <a:ext cx="12240" cy="37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86FC0AA-BD86-F309-579A-3EA89CD057B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976439" y="6461077"/>
                  <a:ext cx="47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3597D03-5583-A457-DAD1-FF7519D477BD}"/>
                    </a:ext>
                  </a:extLst>
                </p14:cNvPr>
                <p14:cNvContentPartPr/>
                <p14:nvPr/>
              </p14:nvContentPartPr>
              <p14:xfrm>
                <a:off x="2014239" y="6470077"/>
                <a:ext cx="226800" cy="402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3597D03-5583-A457-DAD1-FF7519D477B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996239" y="6452437"/>
                  <a:ext cx="2624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1C6C4EE-4277-ECB0-A5B9-E8A8DB7AC752}"/>
                    </a:ext>
                  </a:extLst>
                </p14:cNvPr>
                <p14:cNvContentPartPr/>
                <p14:nvPr/>
              </p14:nvContentPartPr>
              <p14:xfrm>
                <a:off x="2059239" y="6609757"/>
                <a:ext cx="262800" cy="82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1C6C4EE-4277-ECB0-A5B9-E8A8DB7AC75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041239" y="6592117"/>
                  <a:ext cx="29844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A2B461CA-52C3-BBD0-D2EC-B7F8E5B775C8}"/>
              </a:ext>
            </a:extLst>
          </p:cNvPr>
          <p:cNvGrpSpPr/>
          <p:nvPr/>
        </p:nvGrpSpPr>
        <p:grpSpPr>
          <a:xfrm>
            <a:off x="2738919" y="6381877"/>
            <a:ext cx="1520640" cy="323640"/>
            <a:chOff x="2738919" y="6381877"/>
            <a:chExt cx="152064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831D82D-3A54-421B-87D9-275A626B4989}"/>
                    </a:ext>
                  </a:extLst>
                </p14:cNvPr>
                <p14:cNvContentPartPr/>
                <p14:nvPr/>
              </p14:nvContentPartPr>
              <p14:xfrm>
                <a:off x="2738919" y="6510397"/>
                <a:ext cx="62640" cy="1951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831D82D-3A54-421B-87D9-275A626B4989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721279" y="6492397"/>
                  <a:ext cx="98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D3C3088-1FA0-9C54-CDE8-27A12DA428D1}"/>
                    </a:ext>
                  </a:extLst>
                </p14:cNvPr>
                <p14:cNvContentPartPr/>
                <p14:nvPr/>
              </p14:nvContentPartPr>
              <p14:xfrm>
                <a:off x="2869959" y="6413197"/>
                <a:ext cx="29880" cy="36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D3C3088-1FA0-9C54-CDE8-27A12DA428D1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852319" y="6395557"/>
                  <a:ext cx="65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6CFC77D-F14E-ABD7-E48A-4D8D86A361DF}"/>
                    </a:ext>
                  </a:extLst>
                </p14:cNvPr>
                <p14:cNvContentPartPr/>
                <p14:nvPr/>
              </p14:nvContentPartPr>
              <p14:xfrm>
                <a:off x="2977959" y="6434437"/>
                <a:ext cx="21960" cy="2386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6CFC77D-F14E-ABD7-E48A-4D8D86A361DF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959959" y="6416797"/>
                  <a:ext cx="57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5E341ED-8A9D-FA8A-E27E-68E5FC687246}"/>
                    </a:ext>
                  </a:extLst>
                </p14:cNvPr>
                <p14:cNvContentPartPr/>
                <p14:nvPr/>
              </p14:nvContentPartPr>
              <p14:xfrm>
                <a:off x="2917839" y="6518317"/>
                <a:ext cx="171000" cy="486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5E341ED-8A9D-FA8A-E27E-68E5FC687246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900199" y="6500677"/>
                  <a:ext cx="206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1370E6C7-0C85-6BB2-8E1B-E0EE5EFBC4F5}"/>
                    </a:ext>
                  </a:extLst>
                </p14:cNvPr>
                <p14:cNvContentPartPr/>
                <p14:nvPr/>
              </p14:nvContentPartPr>
              <p14:xfrm>
                <a:off x="3361719" y="6381877"/>
                <a:ext cx="271080" cy="2880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1370E6C7-0C85-6BB2-8E1B-E0EE5EFBC4F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344079" y="6363877"/>
                  <a:ext cx="306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127F259-1157-1900-2D90-8FEE0F345B68}"/>
                    </a:ext>
                  </a:extLst>
                </p14:cNvPr>
                <p14:cNvContentPartPr/>
                <p14:nvPr/>
              </p14:nvContentPartPr>
              <p14:xfrm>
                <a:off x="3711279" y="6506437"/>
                <a:ext cx="153360" cy="1368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127F259-1157-1900-2D90-8FEE0F345B6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693639" y="6488437"/>
                  <a:ext cx="189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818B704-FDF8-99B4-CCE2-226C492BEEB8}"/>
                    </a:ext>
                  </a:extLst>
                </p14:cNvPr>
                <p14:cNvContentPartPr/>
                <p14:nvPr/>
              </p14:nvContentPartPr>
              <p14:xfrm>
                <a:off x="3919719" y="6507517"/>
                <a:ext cx="339840" cy="164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818B704-FDF8-99B4-CCE2-226C492BEEB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901719" y="6489877"/>
                  <a:ext cx="37548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365ADAC7-E3C7-710C-17B6-C25BEA1253B0}"/>
              </a:ext>
            </a:extLst>
          </p:cNvPr>
          <p:cNvGrpSpPr/>
          <p:nvPr/>
        </p:nvGrpSpPr>
        <p:grpSpPr>
          <a:xfrm>
            <a:off x="4631079" y="6390517"/>
            <a:ext cx="702360" cy="240480"/>
            <a:chOff x="4631079" y="6390517"/>
            <a:chExt cx="70236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504B1E6-5141-2413-2E85-B32EDB14FF14}"/>
                    </a:ext>
                  </a:extLst>
                </p14:cNvPr>
                <p14:cNvContentPartPr/>
                <p14:nvPr/>
              </p14:nvContentPartPr>
              <p14:xfrm>
                <a:off x="4631079" y="6475477"/>
                <a:ext cx="297720" cy="1555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504B1E6-5141-2413-2E85-B32EDB14FF14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613079" y="6457837"/>
                  <a:ext cx="333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442A9C8-C50A-C0F2-EC3E-690335F06201}"/>
                    </a:ext>
                  </a:extLst>
                </p14:cNvPr>
                <p14:cNvContentPartPr/>
                <p14:nvPr/>
              </p14:nvContentPartPr>
              <p14:xfrm>
                <a:off x="4978119" y="6460717"/>
                <a:ext cx="142560" cy="162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442A9C8-C50A-C0F2-EC3E-690335F0620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960119" y="6442717"/>
                  <a:ext cx="178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32DFF9E-0550-7B86-C6C6-46C838D9D66F}"/>
                    </a:ext>
                  </a:extLst>
                </p14:cNvPr>
                <p14:cNvContentPartPr/>
                <p14:nvPr/>
              </p14:nvContentPartPr>
              <p14:xfrm>
                <a:off x="5202399" y="6390517"/>
                <a:ext cx="77040" cy="235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32DFF9E-0550-7B86-C6C6-46C838D9D66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184759" y="6372517"/>
                  <a:ext cx="112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156802E-565D-D038-D8DC-7901AB0193C9}"/>
                    </a:ext>
                  </a:extLst>
                </p14:cNvPr>
                <p14:cNvContentPartPr/>
                <p14:nvPr/>
              </p14:nvContentPartPr>
              <p14:xfrm>
                <a:off x="5154879" y="6423637"/>
                <a:ext cx="178560" cy="36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156802E-565D-D038-D8DC-7901AB0193C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136879" y="6405997"/>
                  <a:ext cx="2142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39F2B2F8-3AD1-850E-8F56-4521E8A1C425}"/>
              </a:ext>
            </a:extLst>
          </p:cNvPr>
          <p:cNvGrpSpPr/>
          <p:nvPr/>
        </p:nvGrpSpPr>
        <p:grpSpPr>
          <a:xfrm>
            <a:off x="5931759" y="6268477"/>
            <a:ext cx="657360" cy="327960"/>
            <a:chOff x="5931759" y="6268477"/>
            <a:chExt cx="65736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889E6EE-DC17-23F0-0754-BD89F1FD2644}"/>
                    </a:ext>
                  </a:extLst>
                </p14:cNvPr>
                <p14:cNvContentPartPr/>
                <p14:nvPr/>
              </p14:nvContentPartPr>
              <p14:xfrm>
                <a:off x="5931759" y="6268477"/>
                <a:ext cx="482040" cy="327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889E6EE-DC17-23F0-0754-BD89F1FD2644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913759" y="6250837"/>
                  <a:ext cx="5176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C26CF17-6FBC-B88F-680E-879FF469FF6A}"/>
                    </a:ext>
                  </a:extLst>
                </p14:cNvPr>
                <p14:cNvContentPartPr/>
                <p14:nvPr/>
              </p14:nvContentPartPr>
              <p14:xfrm>
                <a:off x="6398679" y="6296197"/>
                <a:ext cx="64800" cy="212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C26CF17-6FBC-B88F-680E-879FF469FF6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380679" y="6278557"/>
                  <a:ext cx="100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4F2DCCE-B8EF-FF82-C5C4-B1B14B818F10}"/>
                    </a:ext>
                  </a:extLst>
                </p14:cNvPr>
                <p14:cNvContentPartPr/>
                <p14:nvPr/>
              </p14:nvContentPartPr>
              <p14:xfrm>
                <a:off x="6434319" y="6431197"/>
                <a:ext cx="154800" cy="141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4F2DCCE-B8EF-FF82-C5C4-B1B14B818F1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416679" y="6413197"/>
                  <a:ext cx="19044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691763AA-E950-2361-0574-357F3D18F517}"/>
                  </a:ext>
                </a:extLst>
              </p14:cNvPr>
              <p14:cNvContentPartPr/>
              <p14:nvPr/>
            </p14:nvContentPartPr>
            <p14:xfrm>
              <a:off x="7269159" y="6421837"/>
              <a:ext cx="612360" cy="1782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691763AA-E950-2361-0574-357F3D18F517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7251519" y="6404197"/>
                <a:ext cx="6480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82AF6402-A074-AFE8-DEFE-678436122737}"/>
                  </a:ext>
                </a:extLst>
              </p14:cNvPr>
              <p14:cNvContentPartPr/>
              <p14:nvPr/>
            </p14:nvContentPartPr>
            <p14:xfrm>
              <a:off x="8305599" y="6444157"/>
              <a:ext cx="918000" cy="4503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82AF6402-A074-AFE8-DEFE-678436122737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8287959" y="6426157"/>
                <a:ext cx="953640" cy="48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11F1787E-1103-F79E-B78B-2A53737C1675}"/>
              </a:ext>
            </a:extLst>
          </p:cNvPr>
          <p:cNvGrpSpPr/>
          <p:nvPr/>
        </p:nvGrpSpPr>
        <p:grpSpPr>
          <a:xfrm>
            <a:off x="9644799" y="6241117"/>
            <a:ext cx="2009520" cy="688320"/>
            <a:chOff x="9644799" y="6241117"/>
            <a:chExt cx="2009520" cy="6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FE17F74E-4EDB-ED04-C117-878CE92A0096}"/>
                    </a:ext>
                  </a:extLst>
                </p14:cNvPr>
                <p14:cNvContentPartPr/>
                <p14:nvPr/>
              </p14:nvContentPartPr>
              <p14:xfrm>
                <a:off x="9644799" y="6431197"/>
                <a:ext cx="274320" cy="1710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FE17F74E-4EDB-ED04-C117-878CE92A0096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9627159" y="6413197"/>
                  <a:ext cx="309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9B990E7-A211-C11E-2339-48955971571D}"/>
                    </a:ext>
                  </a:extLst>
                </p14:cNvPr>
                <p14:cNvContentPartPr/>
                <p14:nvPr/>
              </p14:nvContentPartPr>
              <p14:xfrm>
                <a:off x="9905079" y="6470077"/>
                <a:ext cx="393120" cy="459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9B990E7-A211-C11E-2339-48955971571D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9887079" y="6452437"/>
                  <a:ext cx="42876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1E3B54B-F6CC-9773-AAD4-1EBF278CF326}"/>
                    </a:ext>
                  </a:extLst>
                </p14:cNvPr>
                <p14:cNvContentPartPr/>
                <p14:nvPr/>
              </p14:nvContentPartPr>
              <p14:xfrm>
                <a:off x="10392159" y="6462157"/>
                <a:ext cx="304200" cy="1342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1E3B54B-F6CC-9773-AAD4-1EBF278CF326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0374519" y="6444517"/>
                  <a:ext cx="3398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BC9005-DFCE-1130-4180-B9909E8B90DC}"/>
                    </a:ext>
                  </a:extLst>
                </p14:cNvPr>
                <p14:cNvContentPartPr/>
                <p14:nvPr/>
              </p14:nvContentPartPr>
              <p14:xfrm>
                <a:off x="10800399" y="6454237"/>
                <a:ext cx="122760" cy="130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BC9005-DFCE-1130-4180-B9909E8B90DC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0782759" y="6436597"/>
                  <a:ext cx="1584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059DC2B-6A96-6867-03C0-F4EC56339014}"/>
                    </a:ext>
                  </a:extLst>
                </p14:cNvPr>
                <p14:cNvContentPartPr/>
                <p14:nvPr/>
              </p14:nvContentPartPr>
              <p14:xfrm>
                <a:off x="11040879" y="6435517"/>
                <a:ext cx="162720" cy="145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059DC2B-6A96-6867-03C0-F4EC56339014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1022879" y="6417517"/>
                  <a:ext cx="198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87824FB-107E-6417-8522-D603022648AB}"/>
                    </a:ext>
                  </a:extLst>
                </p14:cNvPr>
                <p14:cNvContentPartPr/>
                <p14:nvPr/>
              </p14:nvContentPartPr>
              <p14:xfrm>
                <a:off x="11324199" y="6241117"/>
                <a:ext cx="193320" cy="3470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87824FB-107E-6417-8522-D603022648A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306559" y="6223477"/>
                  <a:ext cx="2289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69A146E-AE17-7876-7688-CBDD61CE01A7}"/>
                    </a:ext>
                  </a:extLst>
                </p14:cNvPr>
                <p14:cNvContentPartPr/>
                <p14:nvPr/>
              </p14:nvContentPartPr>
              <p14:xfrm>
                <a:off x="11267679" y="6274957"/>
                <a:ext cx="386640" cy="824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69A146E-AE17-7876-7688-CBDD61CE01A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1250039" y="6256957"/>
                  <a:ext cx="422280" cy="11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0852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2177B42E-9909-A183-0888-D725C850FD0A}"/>
              </a:ext>
            </a:extLst>
          </p:cNvPr>
          <p:cNvGrpSpPr/>
          <p:nvPr/>
        </p:nvGrpSpPr>
        <p:grpSpPr>
          <a:xfrm>
            <a:off x="223727" y="167422"/>
            <a:ext cx="1543320" cy="853200"/>
            <a:chOff x="223727" y="167422"/>
            <a:chExt cx="1543320" cy="85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F6D82A1-1783-DC58-B7C9-3F385EC29809}"/>
                    </a:ext>
                  </a:extLst>
                </p14:cNvPr>
                <p14:cNvContentPartPr/>
                <p14:nvPr/>
              </p14:nvContentPartPr>
              <p14:xfrm>
                <a:off x="223727" y="277942"/>
                <a:ext cx="240120" cy="435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F6D82A1-1783-DC58-B7C9-3F385EC298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5727" y="259942"/>
                  <a:ext cx="27576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D100404-9001-171D-E3B8-3ADA8F146687}"/>
                    </a:ext>
                  </a:extLst>
                </p14:cNvPr>
                <p14:cNvContentPartPr/>
                <p14:nvPr/>
              </p14:nvContentPartPr>
              <p14:xfrm>
                <a:off x="485447" y="167422"/>
                <a:ext cx="9000" cy="26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D100404-9001-171D-E3B8-3ADA8F1466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7807" y="149782"/>
                  <a:ext cx="44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3F254EB-A4E8-3696-82B1-272A37DA7ED7}"/>
                    </a:ext>
                  </a:extLst>
                </p14:cNvPr>
                <p14:cNvContentPartPr/>
                <p14:nvPr/>
              </p14:nvContentPartPr>
              <p14:xfrm>
                <a:off x="538367" y="352102"/>
                <a:ext cx="103680" cy="150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3F254EB-A4E8-3696-82B1-272A37DA7E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0727" y="334102"/>
                  <a:ext cx="139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8479055-C4F8-42FA-FFA6-015B1C788462}"/>
                    </a:ext>
                  </a:extLst>
                </p14:cNvPr>
                <p14:cNvContentPartPr/>
                <p14:nvPr/>
              </p14:nvContentPartPr>
              <p14:xfrm>
                <a:off x="738887" y="367942"/>
                <a:ext cx="66240" cy="14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8479055-C4F8-42FA-FFA6-015B1C7884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1247" y="349942"/>
                  <a:ext cx="101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E8C8025-4288-3DB5-DF32-DC17D31ABCBF}"/>
                    </a:ext>
                  </a:extLst>
                </p14:cNvPr>
                <p14:cNvContentPartPr/>
                <p14:nvPr/>
              </p14:nvContentPartPr>
              <p14:xfrm>
                <a:off x="803327" y="264622"/>
                <a:ext cx="43200" cy="27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E8C8025-4288-3DB5-DF32-DC17D31ABC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5327" y="246622"/>
                  <a:ext cx="78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F931ED-BB94-1AF9-D15C-E6A600A6AFFE}"/>
                    </a:ext>
                  </a:extLst>
                </p14:cNvPr>
                <p14:cNvContentPartPr/>
                <p14:nvPr/>
              </p14:nvContentPartPr>
              <p14:xfrm>
                <a:off x="895127" y="380902"/>
                <a:ext cx="172080" cy="140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F931ED-BB94-1AF9-D15C-E6A600A6AF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7127" y="363262"/>
                  <a:ext cx="207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C3DC8B-283A-E926-338A-D4491C26B9C8}"/>
                    </a:ext>
                  </a:extLst>
                </p14:cNvPr>
                <p14:cNvContentPartPr/>
                <p14:nvPr/>
              </p14:nvContentPartPr>
              <p14:xfrm>
                <a:off x="1178807" y="416182"/>
                <a:ext cx="74520" cy="134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C3DC8B-283A-E926-338A-D4491C26B9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61167" y="398182"/>
                  <a:ext cx="110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5A3F19-83A4-0839-894C-7A87D277E0DC}"/>
                    </a:ext>
                  </a:extLst>
                </p14:cNvPr>
                <p14:cNvContentPartPr/>
                <p14:nvPr/>
              </p14:nvContentPartPr>
              <p14:xfrm>
                <a:off x="1222367" y="313582"/>
                <a:ext cx="39960" cy="2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5A3F19-83A4-0839-894C-7A87D277E0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04367" y="295582"/>
                  <a:ext cx="75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AA4CCF-92F5-76AD-9D34-231F2E420D13}"/>
                    </a:ext>
                  </a:extLst>
                </p14:cNvPr>
                <p14:cNvContentPartPr/>
                <p14:nvPr/>
              </p14:nvContentPartPr>
              <p14:xfrm>
                <a:off x="1305887" y="424462"/>
                <a:ext cx="211680" cy="130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AA4CCF-92F5-76AD-9D34-231F2E420D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87887" y="406822"/>
                  <a:ext cx="247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DC014E-F742-8ED7-BC2E-62C7BDDDACDD}"/>
                    </a:ext>
                  </a:extLst>
                </p14:cNvPr>
                <p14:cNvContentPartPr/>
                <p14:nvPr/>
              </p14:nvContentPartPr>
              <p14:xfrm>
                <a:off x="1378967" y="436342"/>
                <a:ext cx="388080" cy="584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DC014E-F742-8ED7-BC2E-62C7BDDDAC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60967" y="418702"/>
                  <a:ext cx="423720" cy="61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2427AF4-0075-13CD-F015-4547DAD92A65}"/>
              </a:ext>
            </a:extLst>
          </p:cNvPr>
          <p:cNvGrpSpPr/>
          <p:nvPr/>
        </p:nvGrpSpPr>
        <p:grpSpPr>
          <a:xfrm>
            <a:off x="2317127" y="352462"/>
            <a:ext cx="903960" cy="356040"/>
            <a:chOff x="2317127" y="352462"/>
            <a:chExt cx="903960" cy="35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6CDFAD4-5E12-B463-32DB-EC33BFA40B71}"/>
                    </a:ext>
                  </a:extLst>
                </p14:cNvPr>
                <p14:cNvContentPartPr/>
                <p14:nvPr/>
              </p14:nvContentPartPr>
              <p14:xfrm>
                <a:off x="2317127" y="352462"/>
                <a:ext cx="663120" cy="335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6CDFAD4-5E12-B463-32DB-EC33BFA40B7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99127" y="334462"/>
                  <a:ext cx="698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1FE8F5-C093-29EE-D5D2-674C37B59CA2}"/>
                    </a:ext>
                  </a:extLst>
                </p14:cNvPr>
                <p14:cNvContentPartPr/>
                <p14:nvPr/>
              </p14:nvContentPartPr>
              <p14:xfrm>
                <a:off x="3070247" y="518062"/>
                <a:ext cx="150840" cy="190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1FE8F5-C093-29EE-D5D2-674C37B59C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2607" y="500422"/>
                  <a:ext cx="186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013C6E-13CD-91D0-8750-5CE171995BD3}"/>
                    </a:ext>
                  </a:extLst>
                </p14:cNvPr>
                <p14:cNvContentPartPr/>
                <p14:nvPr/>
              </p14:nvContentPartPr>
              <p14:xfrm>
                <a:off x="2546447" y="440302"/>
                <a:ext cx="324360" cy="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013C6E-13CD-91D0-8750-5CE171995BD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8447" y="422302"/>
                  <a:ext cx="3600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E731A75-2561-9C3A-9ED5-D0C039059E0A}"/>
              </a:ext>
            </a:extLst>
          </p:cNvPr>
          <p:cNvGrpSpPr/>
          <p:nvPr/>
        </p:nvGrpSpPr>
        <p:grpSpPr>
          <a:xfrm>
            <a:off x="4047287" y="516622"/>
            <a:ext cx="989640" cy="338760"/>
            <a:chOff x="4047287" y="516622"/>
            <a:chExt cx="98964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0B58CC-CA31-F86E-A8A7-098D0758D003}"/>
                    </a:ext>
                  </a:extLst>
                </p14:cNvPr>
                <p14:cNvContentPartPr/>
                <p14:nvPr/>
              </p14:nvContentPartPr>
              <p14:xfrm>
                <a:off x="4047287" y="613462"/>
                <a:ext cx="140040" cy="181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0B58CC-CA31-F86E-A8A7-098D0758D0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29287" y="595462"/>
                  <a:ext cx="1756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E449938-5427-B92D-978F-DFA39B7997D2}"/>
                    </a:ext>
                  </a:extLst>
                </p14:cNvPr>
                <p14:cNvContentPartPr/>
                <p14:nvPr/>
              </p14:nvContentPartPr>
              <p14:xfrm>
                <a:off x="4288127" y="516622"/>
                <a:ext cx="111240" cy="32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E449938-5427-B92D-978F-DFA39B7997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70127" y="498622"/>
                  <a:ext cx="1468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9FE6E54-1620-9E99-E741-9B918F8D64C1}"/>
                    </a:ext>
                  </a:extLst>
                </p14:cNvPr>
                <p14:cNvContentPartPr/>
                <p14:nvPr/>
              </p14:nvContentPartPr>
              <p14:xfrm>
                <a:off x="4212167" y="554062"/>
                <a:ext cx="610200" cy="284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9FE6E54-1620-9E99-E741-9B918F8D64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94167" y="536062"/>
                  <a:ext cx="6458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F39DD37-E5D8-2C33-DC9A-B63AB0D1D997}"/>
                    </a:ext>
                  </a:extLst>
                </p14:cNvPr>
                <p14:cNvContentPartPr/>
                <p14:nvPr/>
              </p14:nvContentPartPr>
              <p14:xfrm>
                <a:off x="4855487" y="678622"/>
                <a:ext cx="181440" cy="176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F39DD37-E5D8-2C33-DC9A-B63AB0D1D99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7487" y="660982"/>
                  <a:ext cx="21708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8542B39-0B1B-23A0-1825-4A81603B3A03}"/>
              </a:ext>
            </a:extLst>
          </p:cNvPr>
          <p:cNvGrpSpPr/>
          <p:nvPr/>
        </p:nvGrpSpPr>
        <p:grpSpPr>
          <a:xfrm>
            <a:off x="5359847" y="518062"/>
            <a:ext cx="1374120" cy="617760"/>
            <a:chOff x="5359847" y="518062"/>
            <a:chExt cx="1374120" cy="61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AE4592-3986-EB62-15C7-23A8711D41AA}"/>
                    </a:ext>
                  </a:extLst>
                </p14:cNvPr>
                <p14:cNvContentPartPr/>
                <p14:nvPr/>
              </p14:nvContentPartPr>
              <p14:xfrm>
                <a:off x="5359847" y="527422"/>
                <a:ext cx="375120" cy="60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AE4592-3986-EB62-15C7-23A8711D41A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41847" y="509782"/>
                  <a:ext cx="41076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3CD7AB-9A94-4CB5-6A1A-326FD9C40BC9}"/>
                    </a:ext>
                  </a:extLst>
                </p14:cNvPr>
                <p14:cNvContentPartPr/>
                <p14:nvPr/>
              </p14:nvContentPartPr>
              <p14:xfrm>
                <a:off x="5815967" y="673942"/>
                <a:ext cx="140400" cy="142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3CD7AB-9A94-4CB5-6A1A-326FD9C40B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98327" y="656302"/>
                  <a:ext cx="176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44C92A-0B89-BCE9-740A-21C3DF552672}"/>
                    </a:ext>
                  </a:extLst>
                </p14:cNvPr>
                <p14:cNvContentPartPr/>
                <p14:nvPr/>
              </p14:nvContentPartPr>
              <p14:xfrm>
                <a:off x="6015767" y="713542"/>
                <a:ext cx="46080" cy="155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44C92A-0B89-BCE9-740A-21C3DF5526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97767" y="695902"/>
                  <a:ext cx="81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871E64-085D-2638-BE43-9B64B89BC790}"/>
                    </a:ext>
                  </a:extLst>
                </p14:cNvPr>
                <p14:cNvContentPartPr/>
                <p14:nvPr/>
              </p14:nvContentPartPr>
              <p14:xfrm>
                <a:off x="6102887" y="583942"/>
                <a:ext cx="23760" cy="60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871E64-085D-2638-BE43-9B64B89BC79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84887" y="565942"/>
                  <a:ext cx="594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23C637-CB52-02EE-4F64-52F257C19D7B}"/>
                    </a:ext>
                  </a:extLst>
                </p14:cNvPr>
                <p14:cNvContentPartPr/>
                <p14:nvPr/>
              </p14:nvContentPartPr>
              <p14:xfrm>
                <a:off x="6130607" y="726142"/>
                <a:ext cx="149400" cy="122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23C637-CB52-02EE-4F64-52F257C19D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12607" y="708142"/>
                  <a:ext cx="185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B294B8-979B-8503-B31C-66FD2B08494E}"/>
                    </a:ext>
                  </a:extLst>
                </p14:cNvPr>
                <p14:cNvContentPartPr/>
                <p14:nvPr/>
              </p14:nvContentPartPr>
              <p14:xfrm>
                <a:off x="6461807" y="518062"/>
                <a:ext cx="161280" cy="30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B294B8-979B-8503-B31C-66FD2B08494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44167" y="500422"/>
                  <a:ext cx="1969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344D996-CF95-92CD-FEB1-1EC53BAC4892}"/>
                    </a:ext>
                  </a:extLst>
                </p14:cNvPr>
                <p14:cNvContentPartPr/>
                <p14:nvPr/>
              </p14:nvContentPartPr>
              <p14:xfrm>
                <a:off x="6578447" y="689422"/>
                <a:ext cx="114480" cy="140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344D996-CF95-92CD-FEB1-1EC53BAC48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60447" y="671782"/>
                  <a:ext cx="150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95E9EC-EE17-35C9-0F4A-32B7FAEB9E29}"/>
                    </a:ext>
                  </a:extLst>
                </p14:cNvPr>
                <p14:cNvContentPartPr/>
                <p14:nvPr/>
              </p14:nvContentPartPr>
              <p14:xfrm>
                <a:off x="6501767" y="557302"/>
                <a:ext cx="232200" cy="49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95E9EC-EE17-35C9-0F4A-32B7FAEB9E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83767" y="539302"/>
                  <a:ext cx="26784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80687ED-7CFB-17F0-9D81-51CF22C3297C}"/>
                  </a:ext>
                </a:extLst>
              </p14:cNvPr>
              <p14:cNvContentPartPr/>
              <p14:nvPr/>
            </p14:nvContentPartPr>
            <p14:xfrm>
              <a:off x="7203767" y="567742"/>
              <a:ext cx="386280" cy="544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80687ED-7CFB-17F0-9D81-51CF22C3297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85767" y="549742"/>
                <a:ext cx="421920" cy="57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AACC5B8-541E-25F3-CB0F-844DFE1CAD3B}"/>
              </a:ext>
            </a:extLst>
          </p:cNvPr>
          <p:cNvGrpSpPr/>
          <p:nvPr/>
        </p:nvGrpSpPr>
        <p:grpSpPr>
          <a:xfrm>
            <a:off x="8059487" y="362182"/>
            <a:ext cx="795240" cy="496440"/>
            <a:chOff x="8059487" y="362182"/>
            <a:chExt cx="79524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679134-EC71-6DA4-3D01-99A6BEC43676}"/>
                    </a:ext>
                  </a:extLst>
                </p14:cNvPr>
                <p14:cNvContentPartPr/>
                <p14:nvPr/>
              </p14:nvContentPartPr>
              <p14:xfrm>
                <a:off x="8059487" y="565942"/>
                <a:ext cx="795240" cy="29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679134-EC71-6DA4-3D01-99A6BEC436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41847" y="548302"/>
                  <a:ext cx="8308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AFCF68-5FE5-E1E3-3F8E-2A800AD98DBF}"/>
                    </a:ext>
                  </a:extLst>
                </p14:cNvPr>
                <p14:cNvContentPartPr/>
                <p14:nvPr/>
              </p14:nvContentPartPr>
              <p14:xfrm>
                <a:off x="8227247" y="479182"/>
                <a:ext cx="195120" cy="49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AFCF68-5FE5-E1E3-3F8E-2A800AD98D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09247" y="461542"/>
                  <a:ext cx="230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BC5D6E-FFB3-16EC-4E87-48F720321FFB}"/>
                    </a:ext>
                  </a:extLst>
                </p14:cNvPr>
                <p14:cNvContentPartPr/>
                <p14:nvPr/>
              </p14:nvContentPartPr>
              <p14:xfrm>
                <a:off x="8292407" y="362182"/>
                <a:ext cx="156960" cy="289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BC5D6E-FFB3-16EC-4E87-48F720321F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74407" y="344542"/>
                  <a:ext cx="19260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CC6B94C-248B-5014-73FF-DA50B343A803}"/>
              </a:ext>
            </a:extLst>
          </p:cNvPr>
          <p:cNvGrpSpPr/>
          <p:nvPr/>
        </p:nvGrpSpPr>
        <p:grpSpPr>
          <a:xfrm>
            <a:off x="9244607" y="495022"/>
            <a:ext cx="753120" cy="336600"/>
            <a:chOff x="9244607" y="495022"/>
            <a:chExt cx="75312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EE995B-7EB3-FEE0-F3C7-636A43D4AE01}"/>
                    </a:ext>
                  </a:extLst>
                </p14:cNvPr>
                <p14:cNvContentPartPr/>
                <p14:nvPr/>
              </p14:nvContentPartPr>
              <p14:xfrm>
                <a:off x="9244607" y="495022"/>
                <a:ext cx="753120" cy="336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EE995B-7EB3-FEE0-F3C7-636A43D4AE0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26607" y="477022"/>
                  <a:ext cx="7887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01E82E-65B4-87C2-E525-CAC27E9B6FBF}"/>
                    </a:ext>
                  </a:extLst>
                </p14:cNvPr>
                <p14:cNvContentPartPr/>
                <p14:nvPr/>
              </p14:nvContentPartPr>
              <p14:xfrm>
                <a:off x="9795407" y="588262"/>
                <a:ext cx="45000" cy="16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01E82E-65B4-87C2-E525-CAC27E9B6F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77407" y="570262"/>
                  <a:ext cx="8064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8F18E8B-0EAD-5879-8627-194F0366DC9E}"/>
                  </a:ext>
                </a:extLst>
              </p14:cNvPr>
              <p14:cNvContentPartPr/>
              <p14:nvPr/>
            </p14:nvContentPartPr>
            <p14:xfrm>
              <a:off x="10984487" y="889222"/>
              <a:ext cx="53640" cy="44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8F18E8B-0EAD-5879-8627-194F0366DC9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966847" y="871582"/>
                <a:ext cx="8928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AF8B4E6-402C-E31E-BD1C-12EB0BE36547}"/>
              </a:ext>
            </a:extLst>
          </p:cNvPr>
          <p:cNvGrpSpPr/>
          <p:nvPr/>
        </p:nvGrpSpPr>
        <p:grpSpPr>
          <a:xfrm>
            <a:off x="138407" y="1591582"/>
            <a:ext cx="646920" cy="702000"/>
            <a:chOff x="138407" y="1591582"/>
            <a:chExt cx="646920" cy="70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283924F-68D2-6A5F-D660-742BFB7A1552}"/>
                    </a:ext>
                  </a:extLst>
                </p14:cNvPr>
                <p14:cNvContentPartPr/>
                <p14:nvPr/>
              </p14:nvContentPartPr>
              <p14:xfrm>
                <a:off x="138407" y="1591582"/>
                <a:ext cx="243000" cy="259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283924F-68D2-6A5F-D660-742BFB7A15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0407" y="1573942"/>
                  <a:ext cx="278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8EA777-2E6B-6273-8E71-9D2C51107028}"/>
                    </a:ext>
                  </a:extLst>
                </p14:cNvPr>
                <p14:cNvContentPartPr/>
                <p14:nvPr/>
              </p14:nvContentPartPr>
              <p14:xfrm>
                <a:off x="463847" y="1772302"/>
                <a:ext cx="2880" cy="8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8EA777-2E6B-6273-8E71-9D2C511070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6207" y="1754662"/>
                  <a:ext cx="38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2D465C4-9AC5-F519-C590-A47A2993A78F}"/>
                    </a:ext>
                  </a:extLst>
                </p14:cNvPr>
                <p14:cNvContentPartPr/>
                <p14:nvPr/>
              </p14:nvContentPartPr>
              <p14:xfrm>
                <a:off x="440087" y="1678342"/>
                <a:ext cx="345240" cy="615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2D465C4-9AC5-F519-C590-A47A2993A78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2087" y="1660342"/>
                  <a:ext cx="380880" cy="65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A311B80-95D5-C435-E87B-E1ED366A1665}"/>
                  </a:ext>
                </a:extLst>
              </p14:cNvPr>
              <p14:cNvContentPartPr/>
              <p14:nvPr/>
            </p14:nvContentPartPr>
            <p14:xfrm>
              <a:off x="1140287" y="1865182"/>
              <a:ext cx="15480" cy="3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A311B80-95D5-C435-E87B-E1ED366A166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22287" y="1847542"/>
                <a:ext cx="51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6F97D08-B619-DA2B-3A49-FF5EB98E967A}"/>
                  </a:ext>
                </a:extLst>
              </p14:cNvPr>
              <p14:cNvContentPartPr/>
              <p14:nvPr/>
            </p14:nvContentPartPr>
            <p14:xfrm>
              <a:off x="1354467" y="1875242"/>
              <a:ext cx="1556680" cy="1556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6F97D08-B619-DA2B-3A49-FF5EB98E967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336467" y="1857602"/>
                <a:ext cx="1592321" cy="15923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38F3A2C-6442-AB20-B6D6-D950EBEB5B16}"/>
                  </a:ext>
                </a:extLst>
              </p14:cNvPr>
              <p14:cNvContentPartPr/>
              <p14:nvPr/>
            </p14:nvContentPartPr>
            <p14:xfrm>
              <a:off x="3599447" y="1854382"/>
              <a:ext cx="949320" cy="5990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38F3A2C-6442-AB20-B6D6-D950EBEB5B1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581447" y="1836382"/>
                <a:ext cx="98496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33E414E-3687-BF34-9D51-09F04DC13113}"/>
                  </a:ext>
                </a:extLst>
              </p14:cNvPr>
              <p14:cNvContentPartPr/>
              <p14:nvPr/>
            </p14:nvContentPartPr>
            <p14:xfrm>
              <a:off x="2502887" y="1967782"/>
              <a:ext cx="1440" cy="28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33E414E-3687-BF34-9D51-09F04DC1311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84887" y="1950142"/>
                <a:ext cx="37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3136A5A-AD9E-D7A9-10F4-2CDFF8330319}"/>
                  </a:ext>
                </a:extLst>
              </p14:cNvPr>
              <p14:cNvContentPartPr/>
              <p14:nvPr/>
            </p14:nvContentPartPr>
            <p14:xfrm>
              <a:off x="2737607" y="2160382"/>
              <a:ext cx="2160" cy="2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3136A5A-AD9E-D7A9-10F4-2CDFF833031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719607" y="2142382"/>
                <a:ext cx="3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7548812-2704-C34B-6008-9909E7A0A32F}"/>
                  </a:ext>
                </a:extLst>
              </p14:cNvPr>
              <p14:cNvContentPartPr/>
              <p14:nvPr/>
            </p14:nvContentPartPr>
            <p14:xfrm>
              <a:off x="2914727" y="2687782"/>
              <a:ext cx="1080" cy="11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7548812-2704-C34B-6008-9909E7A0A32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897087" y="2670142"/>
                <a:ext cx="36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1C18162-A2CA-2EE6-A000-4E0F0122AE25}"/>
                  </a:ext>
                </a:extLst>
              </p14:cNvPr>
              <p14:cNvContentPartPr/>
              <p14:nvPr/>
            </p14:nvContentPartPr>
            <p14:xfrm>
              <a:off x="2707727" y="3253702"/>
              <a:ext cx="9000" cy="1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1C18162-A2CA-2EE6-A000-4E0F0122AE2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90087" y="3236062"/>
                <a:ext cx="446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72120F92-DB8C-FFF2-4035-415EF9DADDF9}"/>
              </a:ext>
            </a:extLst>
          </p:cNvPr>
          <p:cNvGrpSpPr/>
          <p:nvPr/>
        </p:nvGrpSpPr>
        <p:grpSpPr>
          <a:xfrm>
            <a:off x="4968887" y="1664662"/>
            <a:ext cx="1134360" cy="797760"/>
            <a:chOff x="4968887" y="1664662"/>
            <a:chExt cx="1134360" cy="79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FA9B39-4E13-2581-080D-4AD6C0004B0A}"/>
                    </a:ext>
                  </a:extLst>
                </p14:cNvPr>
                <p14:cNvContentPartPr/>
                <p14:nvPr/>
              </p14:nvContentPartPr>
              <p14:xfrm>
                <a:off x="4968887" y="1893982"/>
                <a:ext cx="104400" cy="568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FA9B39-4E13-2581-080D-4AD6C0004B0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50887" y="1875982"/>
                  <a:ext cx="14004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3D36396-03AB-9915-EB6E-2C38C0E65CD7}"/>
                    </a:ext>
                  </a:extLst>
                </p14:cNvPr>
                <p14:cNvContentPartPr/>
                <p14:nvPr/>
              </p14:nvContentPartPr>
              <p14:xfrm>
                <a:off x="5020367" y="1875262"/>
                <a:ext cx="211680" cy="167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3D36396-03AB-9915-EB6E-2C38C0E65CD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02727" y="1857622"/>
                  <a:ext cx="247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3B31275-7060-42FF-E6A1-FC469AB57160}"/>
                    </a:ext>
                  </a:extLst>
                </p14:cNvPr>
                <p14:cNvContentPartPr/>
                <p14:nvPr/>
              </p14:nvContentPartPr>
              <p14:xfrm>
                <a:off x="5322767" y="1901902"/>
                <a:ext cx="117360" cy="160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3B31275-7060-42FF-E6A1-FC469AB571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05127" y="1883902"/>
                  <a:ext cx="153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65E432-5BAD-54B4-C2E3-F34ACA9CA9A1}"/>
                    </a:ext>
                  </a:extLst>
                </p14:cNvPr>
                <p14:cNvContentPartPr/>
                <p14:nvPr/>
              </p14:nvContentPartPr>
              <p14:xfrm>
                <a:off x="5542367" y="1893262"/>
                <a:ext cx="31680" cy="162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65E432-5BAD-54B4-C2E3-F34ACA9CA9A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24727" y="1875262"/>
                  <a:ext cx="67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3F0765-EBFB-F634-CE56-301CA68A7BD0}"/>
                    </a:ext>
                  </a:extLst>
                </p14:cNvPr>
                <p14:cNvContentPartPr/>
                <p14:nvPr/>
              </p14:nvContentPartPr>
              <p14:xfrm>
                <a:off x="5609687" y="1778062"/>
                <a:ext cx="39240" cy="20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3F0765-EBFB-F634-CE56-301CA68A7BD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92047" y="1760422"/>
                  <a:ext cx="74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29CFF8B-A8C3-D077-465E-58BB79D6253A}"/>
                    </a:ext>
                  </a:extLst>
                </p14:cNvPr>
                <p14:cNvContentPartPr/>
                <p14:nvPr/>
              </p14:nvContentPartPr>
              <p14:xfrm>
                <a:off x="5642807" y="1888942"/>
                <a:ext cx="173880" cy="156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29CFF8B-A8C3-D077-465E-58BB79D6253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25167" y="1871302"/>
                  <a:ext cx="209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D4F59C-0975-9CC2-9BE8-45027D5E9AC9}"/>
                    </a:ext>
                  </a:extLst>
                </p14:cNvPr>
                <p14:cNvContentPartPr/>
                <p14:nvPr/>
              </p14:nvContentPartPr>
              <p14:xfrm>
                <a:off x="5940887" y="1664662"/>
                <a:ext cx="117720" cy="386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D4F59C-0975-9CC2-9BE8-45027D5E9AC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3247" y="1647022"/>
                  <a:ext cx="1533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C23A2EC-9C54-B860-1083-515A11EA9385}"/>
                    </a:ext>
                  </a:extLst>
                </p14:cNvPr>
                <p14:cNvContentPartPr/>
                <p14:nvPr/>
              </p14:nvContentPartPr>
              <p14:xfrm>
                <a:off x="5914607" y="1745302"/>
                <a:ext cx="188640" cy="35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C23A2EC-9C54-B860-1083-515A11EA938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96607" y="1727302"/>
                  <a:ext cx="22428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5CB5BA5-4A0E-3B5D-2AEB-CBA08FA090B4}"/>
                  </a:ext>
                </a:extLst>
              </p14:cNvPr>
              <p14:cNvContentPartPr/>
              <p14:nvPr/>
            </p14:nvContentPartPr>
            <p14:xfrm>
              <a:off x="6490607" y="1878862"/>
              <a:ext cx="549000" cy="1879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5CB5BA5-4A0E-3B5D-2AEB-CBA08FA090B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72607" y="1860862"/>
                <a:ext cx="58464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83BD2AEB-046F-D824-2613-A5D0251885F6}"/>
              </a:ext>
            </a:extLst>
          </p:cNvPr>
          <p:cNvGrpSpPr/>
          <p:nvPr/>
        </p:nvGrpSpPr>
        <p:grpSpPr>
          <a:xfrm>
            <a:off x="7412207" y="1761142"/>
            <a:ext cx="740880" cy="321480"/>
            <a:chOff x="7412207" y="1761142"/>
            <a:chExt cx="74088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88F12A-2F2D-1AEC-B215-5A5996C5BC73}"/>
                    </a:ext>
                  </a:extLst>
                </p14:cNvPr>
                <p14:cNvContentPartPr/>
                <p14:nvPr/>
              </p14:nvContentPartPr>
              <p14:xfrm>
                <a:off x="7412207" y="1761142"/>
                <a:ext cx="740880" cy="32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88F12A-2F2D-1AEC-B215-5A5996C5BC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94207" y="1743142"/>
                  <a:ext cx="7765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AFA96B2-19D4-D62E-1FDA-2D59C33A7E4C}"/>
                    </a:ext>
                  </a:extLst>
                </p14:cNvPr>
                <p14:cNvContentPartPr/>
                <p14:nvPr/>
              </p14:nvContentPartPr>
              <p14:xfrm>
                <a:off x="7489607" y="1839262"/>
                <a:ext cx="214200" cy="23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AFA96B2-19D4-D62E-1FDA-2D59C33A7E4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71967" y="1821622"/>
                  <a:ext cx="2498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8DA171E-C822-1C32-9A0E-242E66A420A5}"/>
              </a:ext>
            </a:extLst>
          </p:cNvPr>
          <p:cNvGrpSpPr/>
          <p:nvPr/>
        </p:nvGrpSpPr>
        <p:grpSpPr>
          <a:xfrm>
            <a:off x="3603407" y="2558902"/>
            <a:ext cx="1598760" cy="336960"/>
            <a:chOff x="3603407" y="2558902"/>
            <a:chExt cx="159876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BFF953C-3A1B-A734-CAAE-CF4561AB3804}"/>
                    </a:ext>
                  </a:extLst>
                </p14:cNvPr>
                <p14:cNvContentPartPr/>
                <p14:nvPr/>
              </p14:nvContentPartPr>
              <p14:xfrm>
                <a:off x="3603407" y="2642062"/>
                <a:ext cx="198360" cy="236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BFF953C-3A1B-A734-CAAE-CF4561AB380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85407" y="2624062"/>
                  <a:ext cx="234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436A88E-E245-EFA3-E18A-CB580F5F4951}"/>
                    </a:ext>
                  </a:extLst>
                </p14:cNvPr>
                <p14:cNvContentPartPr/>
                <p14:nvPr/>
              </p14:nvContentPartPr>
              <p14:xfrm>
                <a:off x="4054847" y="2694982"/>
                <a:ext cx="314640" cy="200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436A88E-E245-EFA3-E18A-CB580F5F495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37207" y="2677342"/>
                  <a:ext cx="350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6D3520-35AF-2786-C2DC-9AF6F572CBC1}"/>
                    </a:ext>
                  </a:extLst>
                </p14:cNvPr>
                <p14:cNvContentPartPr/>
                <p14:nvPr/>
              </p14:nvContentPartPr>
              <p14:xfrm>
                <a:off x="4356887" y="2582662"/>
                <a:ext cx="51120" cy="33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6D3520-35AF-2786-C2DC-9AF6F572CB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38887" y="2565022"/>
                  <a:ext cx="86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30A51D2-C2E2-2E5B-171F-442D9A39F2C3}"/>
                    </a:ext>
                  </a:extLst>
                </p14:cNvPr>
                <p14:cNvContentPartPr/>
                <p14:nvPr/>
              </p14:nvContentPartPr>
              <p14:xfrm>
                <a:off x="4424927" y="2698222"/>
                <a:ext cx="152640" cy="142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30A51D2-C2E2-2E5B-171F-442D9A39F2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06927" y="2680582"/>
                  <a:ext cx="188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085EE4-2C07-378C-CB42-37E8720AB531}"/>
                    </a:ext>
                  </a:extLst>
                </p14:cNvPr>
                <p14:cNvContentPartPr/>
                <p14:nvPr/>
              </p14:nvContentPartPr>
              <p14:xfrm>
                <a:off x="4643807" y="2558902"/>
                <a:ext cx="558360" cy="305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085EE4-2C07-378C-CB42-37E8720AB53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25807" y="2540902"/>
                  <a:ext cx="59400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4616CF9-FBD7-1E30-493A-BC68495D4BF7}"/>
              </a:ext>
            </a:extLst>
          </p:cNvPr>
          <p:cNvGrpSpPr/>
          <p:nvPr/>
        </p:nvGrpSpPr>
        <p:grpSpPr>
          <a:xfrm>
            <a:off x="5718767" y="2486902"/>
            <a:ext cx="1194480" cy="358200"/>
            <a:chOff x="5718767" y="2486902"/>
            <a:chExt cx="119448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E154226-A37F-1726-DA1A-7E2515FFEBCF}"/>
                    </a:ext>
                  </a:extLst>
                </p14:cNvPr>
                <p14:cNvContentPartPr/>
                <p14:nvPr/>
              </p14:nvContentPartPr>
              <p14:xfrm>
                <a:off x="5718767" y="2616142"/>
                <a:ext cx="64800" cy="186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E154226-A37F-1726-DA1A-7E2515FFEBC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01127" y="2598142"/>
                  <a:ext cx="100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655107-17EF-9C1A-3F0F-66E6584E037D}"/>
                    </a:ext>
                  </a:extLst>
                </p14:cNvPr>
                <p14:cNvContentPartPr/>
                <p14:nvPr/>
              </p14:nvContentPartPr>
              <p14:xfrm>
                <a:off x="5820647" y="2620462"/>
                <a:ext cx="104040" cy="166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655107-17EF-9C1A-3F0F-66E6584E03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03007" y="2602462"/>
                  <a:ext cx="139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6F5D6BA-B462-77A7-450C-FB6D9FC42873}"/>
                    </a:ext>
                  </a:extLst>
                </p14:cNvPr>
                <p14:cNvContentPartPr/>
                <p14:nvPr/>
              </p14:nvContentPartPr>
              <p14:xfrm>
                <a:off x="5799767" y="2486902"/>
                <a:ext cx="2880" cy="22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6F5D6BA-B462-77A7-450C-FB6D9FC428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81767" y="2468902"/>
                  <a:ext cx="38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06D104E-3BD1-C873-B74E-B200EA0B0746}"/>
                    </a:ext>
                  </a:extLst>
                </p14:cNvPr>
                <p14:cNvContentPartPr/>
                <p14:nvPr/>
              </p14:nvContentPartPr>
              <p14:xfrm>
                <a:off x="6171287" y="2614702"/>
                <a:ext cx="741960" cy="230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06D104E-3BD1-C873-B74E-B200EA0B074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53647" y="2596702"/>
                  <a:ext cx="77760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A3DEE98-F211-2530-EC9B-F726DE39B159}"/>
              </a:ext>
            </a:extLst>
          </p:cNvPr>
          <p:cNvGrpSpPr/>
          <p:nvPr/>
        </p:nvGrpSpPr>
        <p:grpSpPr>
          <a:xfrm>
            <a:off x="7250567" y="2558182"/>
            <a:ext cx="1887480" cy="372600"/>
            <a:chOff x="7250567" y="2558182"/>
            <a:chExt cx="188748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CE31F77-5341-7129-0C10-62452E4B9024}"/>
                    </a:ext>
                  </a:extLst>
                </p14:cNvPr>
                <p14:cNvContentPartPr/>
                <p14:nvPr/>
              </p14:nvContentPartPr>
              <p14:xfrm>
                <a:off x="7250567" y="2664742"/>
                <a:ext cx="173160" cy="209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CE31F77-5341-7129-0C10-62452E4B90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32567" y="2647102"/>
                  <a:ext cx="208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9E67F8-6937-85C5-B8CF-0703989A5427}"/>
                    </a:ext>
                  </a:extLst>
                </p14:cNvPr>
                <p14:cNvContentPartPr/>
                <p14:nvPr/>
              </p14:nvContentPartPr>
              <p14:xfrm>
                <a:off x="7503287" y="2558182"/>
                <a:ext cx="1634760" cy="372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9E67F8-6937-85C5-B8CF-0703989A542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85647" y="2540182"/>
                  <a:ext cx="16704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B499FD4-3885-8983-F8A4-DD0426B3AE61}"/>
                    </a:ext>
                  </a:extLst>
                </p14:cNvPr>
                <p14:cNvContentPartPr/>
                <p14:nvPr/>
              </p14:nvContentPartPr>
              <p14:xfrm>
                <a:off x="7781207" y="2624062"/>
                <a:ext cx="355680" cy="16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B499FD4-3885-8983-F8A4-DD0426B3AE6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63207" y="2606422"/>
                  <a:ext cx="3913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98B81B5-D9C2-4974-EDEB-C49D5A2FF7C8}"/>
              </a:ext>
            </a:extLst>
          </p:cNvPr>
          <p:cNvGrpSpPr/>
          <p:nvPr/>
        </p:nvGrpSpPr>
        <p:grpSpPr>
          <a:xfrm>
            <a:off x="8613527" y="1773382"/>
            <a:ext cx="2822400" cy="1503720"/>
            <a:chOff x="8613527" y="1773382"/>
            <a:chExt cx="2822400" cy="150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B1A7B4B-AC89-307A-A954-7A4C1B55A147}"/>
                    </a:ext>
                  </a:extLst>
                </p14:cNvPr>
                <p14:cNvContentPartPr/>
                <p14:nvPr/>
              </p14:nvContentPartPr>
              <p14:xfrm>
                <a:off x="8613527" y="1810102"/>
                <a:ext cx="192600" cy="270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B1A7B4B-AC89-307A-A954-7A4C1B55A1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95527" y="1792462"/>
                  <a:ext cx="2282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4FB154F-1310-14F0-BE1D-C8CA2E87AF01}"/>
                    </a:ext>
                  </a:extLst>
                </p14:cNvPr>
                <p14:cNvContentPartPr/>
                <p14:nvPr/>
              </p14:nvContentPartPr>
              <p14:xfrm>
                <a:off x="8860847" y="1924582"/>
                <a:ext cx="111960" cy="164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4FB154F-1310-14F0-BE1D-C8CA2E87AF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43207" y="1906942"/>
                  <a:ext cx="147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0D64710-5F91-D2EE-583E-16A15FC49B9E}"/>
                    </a:ext>
                  </a:extLst>
                </p14:cNvPr>
                <p14:cNvContentPartPr/>
                <p14:nvPr/>
              </p14:nvContentPartPr>
              <p14:xfrm>
                <a:off x="9092327" y="1946902"/>
                <a:ext cx="129960" cy="147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0D64710-5F91-D2EE-583E-16A15FC49B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74327" y="1929262"/>
                  <a:ext cx="165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1B0988-2E92-29FF-7A09-5A9204023932}"/>
                    </a:ext>
                  </a:extLst>
                </p14:cNvPr>
                <p14:cNvContentPartPr/>
                <p14:nvPr/>
              </p14:nvContentPartPr>
              <p14:xfrm>
                <a:off x="9276287" y="1962382"/>
                <a:ext cx="153720" cy="138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1B0988-2E92-29FF-7A09-5A920402393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58287" y="1944382"/>
                  <a:ext cx="189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D70BE1F-6559-1C04-5A81-594784247CC7}"/>
                    </a:ext>
                  </a:extLst>
                </p14:cNvPr>
                <p14:cNvContentPartPr/>
                <p14:nvPr/>
              </p14:nvContentPartPr>
              <p14:xfrm>
                <a:off x="9514967" y="1773382"/>
                <a:ext cx="241560" cy="343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D70BE1F-6559-1C04-5A81-594784247CC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497327" y="1755382"/>
                  <a:ext cx="2772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170CDDD-A158-47E5-8253-C49B9F6D8782}"/>
                    </a:ext>
                  </a:extLst>
                </p14:cNvPr>
                <p14:cNvContentPartPr/>
                <p14:nvPr/>
              </p14:nvContentPartPr>
              <p14:xfrm>
                <a:off x="9818447" y="1924582"/>
                <a:ext cx="712080" cy="533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170CDDD-A158-47E5-8253-C49B9F6D87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00807" y="1906942"/>
                  <a:ext cx="7477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5C0F66-9A27-DA6F-2CD6-500CB2A83E43}"/>
                    </a:ext>
                  </a:extLst>
                </p14:cNvPr>
                <p14:cNvContentPartPr/>
                <p14:nvPr/>
              </p14:nvContentPartPr>
              <p14:xfrm>
                <a:off x="10834007" y="1827742"/>
                <a:ext cx="548640" cy="764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5C0F66-9A27-DA6F-2CD6-500CB2A83E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16367" y="1810102"/>
                  <a:ext cx="58428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6E652E-3EA7-60E9-8521-CA6964E8F8A7}"/>
                    </a:ext>
                  </a:extLst>
                </p14:cNvPr>
                <p14:cNvContentPartPr/>
                <p14:nvPr/>
              </p14:nvContentPartPr>
              <p14:xfrm>
                <a:off x="8723327" y="2766262"/>
                <a:ext cx="485280" cy="172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6E652E-3EA7-60E9-8521-CA6964E8F8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05687" y="2748262"/>
                  <a:ext cx="520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0561C3-3CBF-5785-E139-58DA4EC29524}"/>
                    </a:ext>
                  </a:extLst>
                </p14:cNvPr>
                <p14:cNvContentPartPr/>
                <p14:nvPr/>
              </p14:nvContentPartPr>
              <p14:xfrm>
                <a:off x="9516407" y="2741062"/>
                <a:ext cx="296640" cy="536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0561C3-3CBF-5785-E139-58DA4EC2952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98407" y="2723062"/>
                  <a:ext cx="3322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6FDE5CE-FB48-C52D-A6FD-0DCA6D9AA7C1}"/>
                    </a:ext>
                  </a:extLst>
                </p14:cNvPr>
                <p14:cNvContentPartPr/>
                <p14:nvPr/>
              </p14:nvContentPartPr>
              <p14:xfrm>
                <a:off x="9873887" y="2796142"/>
                <a:ext cx="344160" cy="138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6FDE5CE-FB48-C52D-A6FD-0DCA6D9AA7C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55887" y="2778142"/>
                  <a:ext cx="379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5D8A0E0-9A1E-2807-223C-BBE123813B9F}"/>
                    </a:ext>
                  </a:extLst>
                </p14:cNvPr>
                <p14:cNvContentPartPr/>
                <p14:nvPr/>
              </p14:nvContentPartPr>
              <p14:xfrm>
                <a:off x="10178087" y="2693542"/>
                <a:ext cx="57960" cy="31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5D8A0E0-9A1E-2807-223C-BBE123813B9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60447" y="2675542"/>
                  <a:ext cx="93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6474179-6D61-4E88-D071-85B154E756AB}"/>
                    </a:ext>
                  </a:extLst>
                </p14:cNvPr>
                <p14:cNvContentPartPr/>
                <p14:nvPr/>
              </p14:nvContentPartPr>
              <p14:xfrm>
                <a:off x="10269527" y="2762662"/>
                <a:ext cx="230400" cy="139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6474179-6D61-4E88-D071-85B154E756A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51887" y="2745022"/>
                  <a:ext cx="266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1F0E7E-66AF-C474-0C4A-DEDA6E224428}"/>
                    </a:ext>
                  </a:extLst>
                </p14:cNvPr>
                <p14:cNvContentPartPr/>
                <p14:nvPr/>
              </p14:nvContentPartPr>
              <p14:xfrm>
                <a:off x="10596047" y="2676262"/>
                <a:ext cx="69840" cy="250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1F0E7E-66AF-C474-0C4A-DEDA6E2244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78407" y="2658262"/>
                  <a:ext cx="105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0A323E1-5D41-8D92-DEE7-A0A2C76EF6AA}"/>
                    </a:ext>
                  </a:extLst>
                </p14:cNvPr>
                <p14:cNvContentPartPr/>
                <p14:nvPr/>
              </p14:nvContentPartPr>
              <p14:xfrm>
                <a:off x="10491647" y="2725222"/>
                <a:ext cx="147600" cy="30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0A323E1-5D41-8D92-DEE7-A0A2C76EF6A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474007" y="2707582"/>
                  <a:ext cx="183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E19E54-C105-C3D6-987D-97CFDFA4E338}"/>
                    </a:ext>
                  </a:extLst>
                </p14:cNvPr>
                <p14:cNvContentPartPr/>
                <p14:nvPr/>
              </p14:nvContentPartPr>
              <p14:xfrm>
                <a:off x="10902767" y="2611822"/>
                <a:ext cx="533160" cy="582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E19E54-C105-C3D6-987D-97CFDFA4E33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85127" y="2593822"/>
                  <a:ext cx="56880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B995D38-F4FF-02DD-CB8E-D9B2DF17DB15}"/>
                    </a:ext>
                  </a:extLst>
                </p14:cNvPr>
                <p14:cNvContentPartPr/>
                <p14:nvPr/>
              </p14:nvContentPartPr>
              <p14:xfrm>
                <a:off x="11219927" y="2573662"/>
                <a:ext cx="93960" cy="28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B995D38-F4FF-02DD-CB8E-D9B2DF17DB1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02287" y="2555662"/>
                  <a:ext cx="129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02A2ED7-FB87-BEE9-C9C3-5B9DF0C9DD01}"/>
                    </a:ext>
                  </a:extLst>
                </p14:cNvPr>
                <p14:cNvContentPartPr/>
                <p14:nvPr/>
              </p14:nvContentPartPr>
              <p14:xfrm>
                <a:off x="10931207" y="2689222"/>
                <a:ext cx="199080" cy="209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02A2ED7-FB87-BEE9-C9C3-5B9DF0C9DD0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913567" y="2671582"/>
                  <a:ext cx="23472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25892C1-3407-7B14-23E8-03DF0C36DFFB}"/>
              </a:ext>
            </a:extLst>
          </p:cNvPr>
          <p:cNvGrpSpPr/>
          <p:nvPr/>
        </p:nvGrpSpPr>
        <p:grpSpPr>
          <a:xfrm>
            <a:off x="3605927" y="3353422"/>
            <a:ext cx="597960" cy="368640"/>
            <a:chOff x="3605927" y="3353422"/>
            <a:chExt cx="59796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0858AC3-3C6F-B36E-C520-D0A0D8D906CC}"/>
                    </a:ext>
                  </a:extLst>
                </p14:cNvPr>
                <p14:cNvContentPartPr/>
                <p14:nvPr/>
              </p14:nvContentPartPr>
              <p14:xfrm>
                <a:off x="3605927" y="3353422"/>
                <a:ext cx="96840" cy="368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0858AC3-3C6F-B36E-C520-D0A0D8D906C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87927" y="3335422"/>
                  <a:ext cx="1324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72ACCD4-9CE4-05EF-921B-E7F8599D3D1E}"/>
                    </a:ext>
                  </a:extLst>
                </p14:cNvPr>
                <p14:cNvContentPartPr/>
                <p14:nvPr/>
              </p14:nvContentPartPr>
              <p14:xfrm>
                <a:off x="3610607" y="3376462"/>
                <a:ext cx="593280" cy="315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72ACCD4-9CE4-05EF-921B-E7F8599D3D1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92967" y="3358462"/>
                  <a:ext cx="62892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CD0EBDD-D641-0B02-4D91-2AD39D7F8809}"/>
              </a:ext>
            </a:extLst>
          </p:cNvPr>
          <p:cNvGrpSpPr/>
          <p:nvPr/>
        </p:nvGrpSpPr>
        <p:grpSpPr>
          <a:xfrm>
            <a:off x="4549847" y="3415702"/>
            <a:ext cx="2455200" cy="365760"/>
            <a:chOff x="4549847" y="3415702"/>
            <a:chExt cx="245520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5733908-24D4-F150-1FF2-37FB68F2295F}"/>
                    </a:ext>
                  </a:extLst>
                </p14:cNvPr>
                <p14:cNvContentPartPr/>
                <p14:nvPr/>
              </p14:nvContentPartPr>
              <p14:xfrm>
                <a:off x="4549847" y="3537022"/>
                <a:ext cx="601560" cy="199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5733908-24D4-F150-1FF2-37FB68F2295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31847" y="3519382"/>
                  <a:ext cx="637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0515684-7785-26B7-EFDE-546BDF6382D9}"/>
                    </a:ext>
                  </a:extLst>
                </p14:cNvPr>
                <p14:cNvContentPartPr/>
                <p14:nvPr/>
              </p14:nvContentPartPr>
              <p14:xfrm>
                <a:off x="5195327" y="3589942"/>
                <a:ext cx="774720" cy="160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0515684-7785-26B7-EFDE-546BDF6382D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77687" y="3571942"/>
                  <a:ext cx="810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8E289F9-6D60-61A3-8288-1C16FDC6C65B}"/>
                    </a:ext>
                  </a:extLst>
                </p14:cNvPr>
                <p14:cNvContentPartPr/>
                <p14:nvPr/>
              </p14:nvContentPartPr>
              <p14:xfrm>
                <a:off x="6230687" y="3585622"/>
                <a:ext cx="558720" cy="195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8E289F9-6D60-61A3-8288-1C16FDC6C65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13047" y="3567982"/>
                  <a:ext cx="594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25E0FE8-2CE4-4839-BDA6-4C8FAD548FB7}"/>
                    </a:ext>
                  </a:extLst>
                </p14:cNvPr>
                <p14:cNvContentPartPr/>
                <p14:nvPr/>
              </p14:nvContentPartPr>
              <p14:xfrm>
                <a:off x="6870767" y="3415702"/>
                <a:ext cx="131040" cy="333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25E0FE8-2CE4-4839-BDA6-4C8FAD548FB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53127" y="3398062"/>
                  <a:ext cx="1666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9931B35-4741-67EB-0041-67444BB93082}"/>
                    </a:ext>
                  </a:extLst>
                </p14:cNvPr>
                <p14:cNvContentPartPr/>
                <p14:nvPr/>
              </p14:nvContentPartPr>
              <p14:xfrm>
                <a:off x="6681767" y="3485542"/>
                <a:ext cx="323280" cy="51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9931B35-4741-67EB-0041-67444BB930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663767" y="3467902"/>
                  <a:ext cx="3589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F09D492-02A1-BD31-4438-1B5115F7B3E4}"/>
              </a:ext>
            </a:extLst>
          </p:cNvPr>
          <p:cNvGrpSpPr/>
          <p:nvPr/>
        </p:nvGrpSpPr>
        <p:grpSpPr>
          <a:xfrm>
            <a:off x="7432007" y="3391222"/>
            <a:ext cx="3236040" cy="469080"/>
            <a:chOff x="7432007" y="3391222"/>
            <a:chExt cx="323604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43A67D9-2F62-C407-44E8-C2839E35B57B}"/>
                    </a:ext>
                  </a:extLst>
                </p14:cNvPr>
                <p14:cNvContentPartPr/>
                <p14:nvPr/>
              </p14:nvContentPartPr>
              <p14:xfrm>
                <a:off x="7432007" y="3391222"/>
                <a:ext cx="687960" cy="344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43A67D9-2F62-C407-44E8-C2839E35B57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14367" y="3373222"/>
                  <a:ext cx="723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D76D4D2-9D51-169E-07F4-FC4EEC07D70C}"/>
                    </a:ext>
                  </a:extLst>
                </p14:cNvPr>
                <p14:cNvContentPartPr/>
                <p14:nvPr/>
              </p14:nvContentPartPr>
              <p14:xfrm>
                <a:off x="8086847" y="3426502"/>
                <a:ext cx="63360" cy="27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D76D4D2-9D51-169E-07F4-FC4EEC07D70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69207" y="3408502"/>
                  <a:ext cx="99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77573E1-1766-C729-FC62-600BE13DCC3D}"/>
                    </a:ext>
                  </a:extLst>
                </p14:cNvPr>
                <p14:cNvContentPartPr/>
                <p14:nvPr/>
              </p14:nvContentPartPr>
              <p14:xfrm>
                <a:off x="8152727" y="3427942"/>
                <a:ext cx="452160" cy="324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77573E1-1766-C729-FC62-600BE13DCC3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35087" y="3410302"/>
                  <a:ext cx="4878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76DB6D0-64E7-76D8-07A3-CDA462450D72}"/>
                    </a:ext>
                  </a:extLst>
                </p14:cNvPr>
                <p14:cNvContentPartPr/>
                <p14:nvPr/>
              </p14:nvContentPartPr>
              <p14:xfrm>
                <a:off x="8824847" y="3652942"/>
                <a:ext cx="41760" cy="122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76DB6D0-64E7-76D8-07A3-CDA462450D7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807207" y="3635302"/>
                  <a:ext cx="77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244A3A3-3B08-50FE-CD17-55F696541ADD}"/>
                    </a:ext>
                  </a:extLst>
                </p14:cNvPr>
                <p14:cNvContentPartPr/>
                <p14:nvPr/>
              </p14:nvContentPartPr>
              <p14:xfrm>
                <a:off x="8852927" y="3529822"/>
                <a:ext cx="28440" cy="29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244A3A3-3B08-50FE-CD17-55F696541A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34927" y="3511822"/>
                  <a:ext cx="64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BF72CB4-8423-A128-1E1A-E2DE3DCB1799}"/>
                    </a:ext>
                  </a:extLst>
                </p14:cNvPr>
                <p14:cNvContentPartPr/>
                <p14:nvPr/>
              </p14:nvContentPartPr>
              <p14:xfrm>
                <a:off x="8955167" y="3639262"/>
                <a:ext cx="157320" cy="122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BF72CB4-8423-A128-1E1A-E2DE3DCB179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37527" y="3621262"/>
                  <a:ext cx="192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7B52346-F25B-EFB7-023F-7D0727D951BB}"/>
                    </a:ext>
                  </a:extLst>
                </p14:cNvPr>
                <p14:cNvContentPartPr/>
                <p14:nvPr/>
              </p14:nvContentPartPr>
              <p14:xfrm>
                <a:off x="9224447" y="3633142"/>
                <a:ext cx="214920" cy="168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7B52346-F25B-EFB7-023F-7D0727D951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06447" y="3615142"/>
                  <a:ext cx="250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DCBF8E0-F0D3-E712-6204-EC6D2014984B}"/>
                    </a:ext>
                  </a:extLst>
                </p14:cNvPr>
                <p14:cNvContentPartPr/>
                <p14:nvPr/>
              </p14:nvContentPartPr>
              <p14:xfrm>
                <a:off x="9471047" y="3447382"/>
                <a:ext cx="284400" cy="326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DCBF8E0-F0D3-E712-6204-EC6D201498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53407" y="3429742"/>
                  <a:ext cx="3200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3513164-8948-89DC-6605-EC186464FD65}"/>
                    </a:ext>
                  </a:extLst>
                </p14:cNvPr>
                <p14:cNvContentPartPr/>
                <p14:nvPr/>
              </p14:nvContentPartPr>
              <p14:xfrm>
                <a:off x="9822047" y="3533422"/>
                <a:ext cx="260640" cy="27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3513164-8948-89DC-6605-EC186464FD6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04047" y="3515422"/>
                  <a:ext cx="296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4794B96-8D4F-8101-AF7C-754E16F66C6B}"/>
                    </a:ext>
                  </a:extLst>
                </p14:cNvPr>
                <p14:cNvContentPartPr/>
                <p14:nvPr/>
              </p14:nvContentPartPr>
              <p14:xfrm>
                <a:off x="10211207" y="3657622"/>
                <a:ext cx="208440" cy="150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4794B96-8D4F-8101-AF7C-754E16F66C6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193207" y="3639622"/>
                  <a:ext cx="244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BB8121C-E2A1-C0CD-641C-BC7F02256212}"/>
                    </a:ext>
                  </a:extLst>
                </p14:cNvPr>
                <p14:cNvContentPartPr/>
                <p14:nvPr/>
              </p14:nvContentPartPr>
              <p14:xfrm>
                <a:off x="10435487" y="3700462"/>
                <a:ext cx="232560" cy="159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BB8121C-E2A1-C0CD-641C-BC7F0225621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17487" y="3682822"/>
                  <a:ext cx="2682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34E9863-78B4-D1E3-DF00-4FFF6A404B62}"/>
              </a:ext>
            </a:extLst>
          </p:cNvPr>
          <p:cNvGrpSpPr/>
          <p:nvPr/>
        </p:nvGrpSpPr>
        <p:grpSpPr>
          <a:xfrm>
            <a:off x="11156567" y="3580942"/>
            <a:ext cx="693000" cy="419760"/>
            <a:chOff x="11156567" y="3580942"/>
            <a:chExt cx="69300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AA13AC2-C526-B7E2-7427-2ACBA5E68860}"/>
                    </a:ext>
                  </a:extLst>
                </p14:cNvPr>
                <p14:cNvContentPartPr/>
                <p14:nvPr/>
              </p14:nvContentPartPr>
              <p14:xfrm>
                <a:off x="11156567" y="3580942"/>
                <a:ext cx="192600" cy="298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AA13AC2-C526-B7E2-7427-2ACBA5E6886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138567" y="3562942"/>
                  <a:ext cx="2282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25297B3-98D1-7EB3-2321-A3650105DA6D}"/>
                    </a:ext>
                  </a:extLst>
                </p14:cNvPr>
                <p14:cNvContentPartPr/>
                <p14:nvPr/>
              </p14:nvContentPartPr>
              <p14:xfrm>
                <a:off x="11241887" y="3615502"/>
                <a:ext cx="387000" cy="278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25297B3-98D1-7EB3-2321-A3650105DA6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224247" y="3597862"/>
                  <a:ext cx="4226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8D6D3C4-F2F1-BE7A-972A-A52F9533C7A2}"/>
                    </a:ext>
                  </a:extLst>
                </p14:cNvPr>
                <p14:cNvContentPartPr/>
                <p14:nvPr/>
              </p14:nvContentPartPr>
              <p14:xfrm>
                <a:off x="11676407" y="3792262"/>
                <a:ext cx="173160" cy="208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8D6D3C4-F2F1-BE7A-972A-A52F9533C7A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658407" y="3774262"/>
                  <a:ext cx="20880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69D4C7C4-CA07-48A7-4120-80CAE5BF4E38}"/>
                  </a:ext>
                </a:extLst>
              </p14:cNvPr>
              <p14:cNvContentPartPr/>
              <p14:nvPr/>
            </p14:nvContentPartPr>
            <p14:xfrm>
              <a:off x="12304967" y="4089262"/>
              <a:ext cx="89280" cy="604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69D4C7C4-CA07-48A7-4120-80CAE5BF4E3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2287327" y="4071622"/>
                <a:ext cx="12492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D55F09C-1527-429E-972E-8C68248F1F66}"/>
              </a:ext>
            </a:extLst>
          </p:cNvPr>
          <p:cNvGrpSpPr/>
          <p:nvPr/>
        </p:nvGrpSpPr>
        <p:grpSpPr>
          <a:xfrm>
            <a:off x="3542617" y="4236862"/>
            <a:ext cx="2500200" cy="1002960"/>
            <a:chOff x="3542617" y="4236862"/>
            <a:chExt cx="2500200" cy="10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E19F7DE-8CFA-EE28-B907-556AF7BCCB16}"/>
                    </a:ext>
                  </a:extLst>
                </p14:cNvPr>
                <p14:cNvContentPartPr/>
                <p14:nvPr/>
              </p14:nvContentPartPr>
              <p14:xfrm>
                <a:off x="3701737" y="4293382"/>
                <a:ext cx="11160" cy="4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E19F7DE-8CFA-EE28-B907-556AF7BCCB1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84097" y="4275742"/>
                  <a:ext cx="46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651080A-2A4F-3ADC-C3B4-39D8B76DE692}"/>
                    </a:ext>
                  </a:extLst>
                </p14:cNvPr>
                <p14:cNvContentPartPr/>
                <p14:nvPr/>
              </p14:nvContentPartPr>
              <p14:xfrm>
                <a:off x="3542617" y="4236862"/>
                <a:ext cx="235440" cy="470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651080A-2A4F-3ADC-C3B4-39D8B76DE69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24977" y="4219222"/>
                  <a:ext cx="27108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8517CA7-2F3C-CF42-EE1E-772B3C6149F2}"/>
                    </a:ext>
                  </a:extLst>
                </p14:cNvPr>
                <p14:cNvContentPartPr/>
                <p14:nvPr/>
              </p14:nvContentPartPr>
              <p14:xfrm>
                <a:off x="3811537" y="4551142"/>
                <a:ext cx="127080" cy="161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8517CA7-2F3C-CF42-EE1E-772B3C6149F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93537" y="4533502"/>
                  <a:ext cx="162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4F4A837-D513-6E7B-9D5E-8FE498F9E3FC}"/>
                    </a:ext>
                  </a:extLst>
                </p14:cNvPr>
                <p14:cNvContentPartPr/>
                <p14:nvPr/>
              </p14:nvContentPartPr>
              <p14:xfrm>
                <a:off x="4093777" y="4536022"/>
                <a:ext cx="113400" cy="231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4F4A837-D513-6E7B-9D5E-8FE498F9E3F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76137" y="4518382"/>
                  <a:ext cx="149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AA331FC-1AB6-39ED-2801-C87502A19490}"/>
                    </a:ext>
                  </a:extLst>
                </p14:cNvPr>
                <p14:cNvContentPartPr/>
                <p14:nvPr/>
              </p14:nvContentPartPr>
              <p14:xfrm>
                <a:off x="4297897" y="4612342"/>
                <a:ext cx="179640" cy="188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AA331FC-1AB6-39ED-2801-C87502A1949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279897" y="4594342"/>
                  <a:ext cx="215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17B3A13-64E6-3F92-5F9C-7EC60940B559}"/>
                    </a:ext>
                  </a:extLst>
                </p14:cNvPr>
                <p14:cNvContentPartPr/>
                <p14:nvPr/>
              </p14:nvContentPartPr>
              <p14:xfrm>
                <a:off x="4554217" y="4477702"/>
                <a:ext cx="197640" cy="315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17B3A13-64E6-3F92-5F9C-7EC60940B55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36217" y="4460062"/>
                  <a:ext cx="2332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E59E005-960F-4494-C552-7AC2058B1B19}"/>
                    </a:ext>
                  </a:extLst>
                </p14:cNvPr>
                <p14:cNvContentPartPr/>
                <p14:nvPr/>
              </p14:nvContentPartPr>
              <p14:xfrm>
                <a:off x="4794697" y="4605862"/>
                <a:ext cx="683280" cy="633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E59E005-960F-4494-C552-7AC2058B1B1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76697" y="4588222"/>
                  <a:ext cx="71892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BF86796-45FB-0396-2094-57FCEFF976F7}"/>
                    </a:ext>
                  </a:extLst>
                </p14:cNvPr>
                <p14:cNvContentPartPr/>
                <p14:nvPr/>
              </p14:nvContentPartPr>
              <p14:xfrm>
                <a:off x="5752657" y="4427302"/>
                <a:ext cx="290160" cy="349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BF86796-45FB-0396-2094-57FCEFF976F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34657" y="4409662"/>
                  <a:ext cx="32580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204BED1-DB40-0F2F-1981-991A73BD5E70}"/>
              </a:ext>
            </a:extLst>
          </p:cNvPr>
          <p:cNvGrpSpPr/>
          <p:nvPr/>
        </p:nvGrpSpPr>
        <p:grpSpPr>
          <a:xfrm>
            <a:off x="6470137" y="4460062"/>
            <a:ext cx="2395080" cy="869760"/>
            <a:chOff x="6470137" y="4460062"/>
            <a:chExt cx="2395080" cy="86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57E2570-5C4D-03BE-BD8D-903C759FA2CC}"/>
                    </a:ext>
                  </a:extLst>
                </p14:cNvPr>
                <p14:cNvContentPartPr/>
                <p14:nvPr/>
              </p14:nvContentPartPr>
              <p14:xfrm>
                <a:off x="6470137" y="4599022"/>
                <a:ext cx="69480" cy="171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57E2570-5C4D-03BE-BD8D-903C759FA2C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452137" y="4581022"/>
                  <a:ext cx="105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FCE3D73-D2A9-E84C-55CF-45E8DA18400C}"/>
                    </a:ext>
                  </a:extLst>
                </p14:cNvPr>
                <p14:cNvContentPartPr/>
                <p14:nvPr/>
              </p14:nvContentPartPr>
              <p14:xfrm>
                <a:off x="6537457" y="4460062"/>
                <a:ext cx="75240" cy="43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FCE3D73-D2A9-E84C-55CF-45E8DA18400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19817" y="4442422"/>
                  <a:ext cx="110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CD3DBA8-CE17-6C2D-D2F9-64A8F6B88E8A}"/>
                    </a:ext>
                  </a:extLst>
                </p14:cNvPr>
                <p14:cNvContentPartPr/>
                <p14:nvPr/>
              </p14:nvContentPartPr>
              <p14:xfrm>
                <a:off x="6557977" y="4623862"/>
                <a:ext cx="228600" cy="163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CD3DBA8-CE17-6C2D-D2F9-64A8F6B88E8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539977" y="4605862"/>
                  <a:ext cx="264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0EDB20B-F4AA-EA0C-99BC-9B5F135D3757}"/>
                    </a:ext>
                  </a:extLst>
                </p14:cNvPr>
                <p14:cNvContentPartPr/>
                <p14:nvPr/>
              </p14:nvContentPartPr>
              <p14:xfrm>
                <a:off x="6916537" y="4494622"/>
                <a:ext cx="77400" cy="334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0EDB20B-F4AA-EA0C-99BC-9B5F135D375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898537" y="4476622"/>
                  <a:ext cx="1130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9F77CE1-B6FC-2A10-F22E-F99E55C96464}"/>
                    </a:ext>
                  </a:extLst>
                </p14:cNvPr>
                <p14:cNvContentPartPr/>
                <p14:nvPr/>
              </p14:nvContentPartPr>
              <p14:xfrm>
                <a:off x="6824017" y="4573102"/>
                <a:ext cx="212400" cy="37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9F77CE1-B6FC-2A10-F22E-F99E55C9646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06017" y="4555102"/>
                  <a:ext cx="248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2B3F938-D5F5-F063-5B0C-4D6DAFF724D2}"/>
                    </a:ext>
                  </a:extLst>
                </p14:cNvPr>
                <p14:cNvContentPartPr/>
                <p14:nvPr/>
              </p14:nvContentPartPr>
              <p14:xfrm>
                <a:off x="7069537" y="4651222"/>
                <a:ext cx="206280" cy="204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2B3F938-D5F5-F063-5B0C-4D6DAFF724D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51897" y="4633222"/>
                  <a:ext cx="241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C9D7012-5639-F733-34A5-2DDD79F46323}"/>
                    </a:ext>
                  </a:extLst>
                </p14:cNvPr>
                <p14:cNvContentPartPr/>
                <p14:nvPr/>
              </p14:nvContentPartPr>
              <p14:xfrm>
                <a:off x="7379497" y="4597222"/>
                <a:ext cx="216000" cy="258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C9D7012-5639-F733-34A5-2DDD79F4632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361857" y="4579222"/>
                  <a:ext cx="2516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977EE2-3B2E-CD37-CE7A-5E24B38266F0}"/>
                    </a:ext>
                  </a:extLst>
                </p14:cNvPr>
                <p14:cNvContentPartPr/>
                <p14:nvPr/>
              </p14:nvContentPartPr>
              <p14:xfrm>
                <a:off x="7803577" y="4827622"/>
                <a:ext cx="12960" cy="11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977EE2-3B2E-CD37-CE7A-5E24B38266F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85577" y="4809622"/>
                  <a:ext cx="48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7C80364-5769-17F5-04D4-09C7198F4A7D}"/>
                    </a:ext>
                  </a:extLst>
                </p14:cNvPr>
                <p14:cNvContentPartPr/>
                <p14:nvPr/>
              </p14:nvContentPartPr>
              <p14:xfrm>
                <a:off x="7601257" y="4690462"/>
                <a:ext cx="99360" cy="181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7C80364-5769-17F5-04D4-09C7198F4A7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83617" y="4672462"/>
                  <a:ext cx="135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878B499-BE71-6310-A568-AFC2964D8AC6}"/>
                    </a:ext>
                  </a:extLst>
                </p14:cNvPr>
                <p14:cNvContentPartPr/>
                <p14:nvPr/>
              </p14:nvContentPartPr>
              <p14:xfrm>
                <a:off x="7660657" y="4543222"/>
                <a:ext cx="45720" cy="38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878B499-BE71-6310-A568-AFC2964D8A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42657" y="4525582"/>
                  <a:ext cx="81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70D443D-C9FF-06E4-9CA3-2176D686FC1B}"/>
                    </a:ext>
                  </a:extLst>
                </p14:cNvPr>
                <p14:cNvContentPartPr/>
                <p14:nvPr/>
              </p14:nvContentPartPr>
              <p14:xfrm>
                <a:off x="7695937" y="4700902"/>
                <a:ext cx="432720" cy="190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70D443D-C9FF-06E4-9CA3-2176D686FC1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677937" y="4683262"/>
                  <a:ext cx="468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7FC4628-D454-6559-D0D7-217770C435B6}"/>
                    </a:ext>
                  </a:extLst>
                </p14:cNvPr>
                <p14:cNvContentPartPr/>
                <p14:nvPr/>
              </p14:nvContentPartPr>
              <p14:xfrm>
                <a:off x="8385337" y="4518022"/>
                <a:ext cx="479880" cy="811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7FC4628-D454-6559-D0D7-217770C435B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367337" y="4500022"/>
                  <a:ext cx="515520" cy="84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95F8A1F-BC40-44DC-2C87-FFDFC8ABA9AA}"/>
              </a:ext>
            </a:extLst>
          </p:cNvPr>
          <p:cNvGrpSpPr/>
          <p:nvPr/>
        </p:nvGrpSpPr>
        <p:grpSpPr>
          <a:xfrm>
            <a:off x="9239257" y="4632862"/>
            <a:ext cx="1590480" cy="333720"/>
            <a:chOff x="9239257" y="4632862"/>
            <a:chExt cx="159048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5026DB3-EE8A-D10B-9BF1-CF41714014B0}"/>
                    </a:ext>
                  </a:extLst>
                </p14:cNvPr>
                <p14:cNvContentPartPr/>
                <p14:nvPr/>
              </p14:nvContentPartPr>
              <p14:xfrm>
                <a:off x="9239257" y="4765702"/>
                <a:ext cx="222120" cy="1620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5026DB3-EE8A-D10B-9BF1-CF41714014B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221617" y="4748062"/>
                  <a:ext cx="257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14A280F-0F2E-D87D-A089-AF52A02CE5E2}"/>
                    </a:ext>
                  </a:extLst>
                </p14:cNvPr>
                <p14:cNvContentPartPr/>
                <p14:nvPr/>
              </p14:nvContentPartPr>
              <p14:xfrm>
                <a:off x="9693217" y="4805662"/>
                <a:ext cx="257040" cy="1555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14A280F-0F2E-D87D-A089-AF52A02CE5E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675577" y="4787662"/>
                  <a:ext cx="292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37B340A-14B3-1796-DD9B-31C11D3F575A}"/>
                    </a:ext>
                  </a:extLst>
                </p14:cNvPr>
                <p14:cNvContentPartPr/>
                <p14:nvPr/>
              </p14:nvContentPartPr>
              <p14:xfrm>
                <a:off x="9930097" y="4632862"/>
                <a:ext cx="49680" cy="36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37B340A-14B3-1796-DD9B-31C11D3F575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912097" y="4615222"/>
                  <a:ext cx="85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0CD5AE1-552B-FDA6-DA9F-39D1F78FEC28}"/>
                    </a:ext>
                  </a:extLst>
                </p14:cNvPr>
                <p14:cNvContentPartPr/>
                <p14:nvPr/>
              </p14:nvContentPartPr>
              <p14:xfrm>
                <a:off x="10011097" y="4773262"/>
                <a:ext cx="245880" cy="1771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0CD5AE1-552B-FDA6-DA9F-39D1F78FEC2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993097" y="4755622"/>
                  <a:ext cx="281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C091CBE-F722-FEE7-62DD-AAA9FEBF4EB9}"/>
                    </a:ext>
                  </a:extLst>
                </p14:cNvPr>
                <p14:cNvContentPartPr/>
                <p14:nvPr/>
              </p14:nvContentPartPr>
              <p14:xfrm>
                <a:off x="10269577" y="4668142"/>
                <a:ext cx="560160" cy="298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C091CBE-F722-FEE7-62DD-AAA9FEBF4EB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51577" y="4650502"/>
                  <a:ext cx="595800" cy="33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0844E739-C403-DCD4-9F57-66B34223CD89}"/>
                  </a:ext>
                </a:extLst>
              </p14:cNvPr>
              <p14:cNvContentPartPr/>
              <p14:nvPr/>
            </p14:nvContentPartPr>
            <p14:xfrm>
              <a:off x="12167497" y="5211742"/>
              <a:ext cx="9000" cy="28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0844E739-C403-DCD4-9F57-66B34223CD8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149857" y="5194102"/>
                <a:ext cx="446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E97856C-11AF-105B-1632-5805C9170384}"/>
                  </a:ext>
                </a:extLst>
              </p14:cNvPr>
              <p14:cNvContentPartPr/>
              <p14:nvPr/>
            </p14:nvContentPartPr>
            <p14:xfrm>
              <a:off x="1609777" y="1958422"/>
              <a:ext cx="1192680" cy="106920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E97856C-11AF-105B-1632-5805C9170384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573777" y="1886422"/>
                <a:ext cx="1264320" cy="12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D1E45D63-8073-67B8-E7F0-5A31F62E3572}"/>
                  </a:ext>
                </a:extLst>
              </p14:cNvPr>
              <p14:cNvContentPartPr/>
              <p14:nvPr/>
            </p14:nvContentPartPr>
            <p14:xfrm>
              <a:off x="1437697" y="2052382"/>
              <a:ext cx="1089360" cy="11203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D1E45D63-8073-67B8-E7F0-5A31F62E3572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401697" y="1980382"/>
                <a:ext cx="1161000" cy="12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56F3056-2939-751D-7EAA-FAEE887F938F}"/>
                  </a:ext>
                </a:extLst>
              </p14:cNvPr>
              <p14:cNvContentPartPr/>
              <p14:nvPr/>
            </p14:nvContentPartPr>
            <p14:xfrm>
              <a:off x="1406737" y="2237062"/>
              <a:ext cx="824400" cy="99036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56F3056-2939-751D-7EAA-FAEE887F938F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371097" y="2165422"/>
                <a:ext cx="896040" cy="11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F6A8638-6667-3F43-6A12-124AE306E424}"/>
                  </a:ext>
                </a:extLst>
              </p14:cNvPr>
              <p14:cNvContentPartPr/>
              <p14:nvPr/>
            </p14:nvContentPartPr>
            <p14:xfrm>
              <a:off x="1465057" y="2538742"/>
              <a:ext cx="834840" cy="26244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F6A8638-6667-3F43-6A12-124AE306E424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429417" y="2467102"/>
                <a:ext cx="90648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061AECCC-91E5-DA74-B706-54D07B4BF656}"/>
                  </a:ext>
                </a:extLst>
              </p14:cNvPr>
              <p14:cNvContentPartPr/>
              <p14:nvPr/>
            </p14:nvContentPartPr>
            <p14:xfrm>
              <a:off x="1472257" y="2271622"/>
              <a:ext cx="900000" cy="3060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061AECCC-91E5-DA74-B706-54D07B4BF656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436257" y="2199982"/>
                <a:ext cx="97164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DEA0F9F3-56B1-865D-6620-BEF5F2E077CC}"/>
                  </a:ext>
                </a:extLst>
              </p14:cNvPr>
              <p14:cNvContentPartPr/>
              <p14:nvPr/>
            </p14:nvContentPartPr>
            <p14:xfrm>
              <a:off x="2108737" y="2140942"/>
              <a:ext cx="448920" cy="49284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DEA0F9F3-56B1-865D-6620-BEF5F2E077CC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2073097" y="2068942"/>
                <a:ext cx="520560" cy="6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DC4337E-FF4F-2A90-C93C-CEAB570415E8}"/>
                  </a:ext>
                </a:extLst>
              </p14:cNvPr>
              <p14:cNvContentPartPr/>
              <p14:nvPr/>
            </p14:nvContentPartPr>
            <p14:xfrm>
              <a:off x="2312857" y="2373142"/>
              <a:ext cx="321840" cy="367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DC4337E-FF4F-2A90-C93C-CEAB570415E8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2277217" y="2301142"/>
                <a:ext cx="393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5C494B8-5667-1B0F-44E3-5492EA0BD4DF}"/>
                  </a:ext>
                </a:extLst>
              </p14:cNvPr>
              <p14:cNvContentPartPr/>
              <p14:nvPr/>
            </p14:nvContentPartPr>
            <p14:xfrm>
              <a:off x="2293417" y="2388622"/>
              <a:ext cx="88200" cy="176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5C494B8-5667-1B0F-44E3-5492EA0BD4DF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2257417" y="2316622"/>
                <a:ext cx="1598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7C832A1-B3FA-508E-BF6D-893C9344FE39}"/>
                  </a:ext>
                </a:extLst>
              </p14:cNvPr>
              <p14:cNvContentPartPr/>
              <p14:nvPr/>
            </p14:nvContentPartPr>
            <p14:xfrm>
              <a:off x="2369017" y="2337142"/>
              <a:ext cx="264240" cy="2052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7C832A1-B3FA-508E-BF6D-893C9344FE39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2333377" y="2265142"/>
                <a:ext cx="3358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AEC96C6F-70DC-3F8D-E52A-986DE397012C}"/>
                  </a:ext>
                </a:extLst>
              </p14:cNvPr>
              <p14:cNvContentPartPr/>
              <p14:nvPr/>
            </p14:nvContentPartPr>
            <p14:xfrm>
              <a:off x="2506177" y="2312662"/>
              <a:ext cx="180360" cy="22464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AEC96C6F-70DC-3F8D-E52A-986DE397012C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470537" y="2241022"/>
                <a:ext cx="2520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6E7B0B4-B4D2-B000-A5D4-F38337610A6E}"/>
                  </a:ext>
                </a:extLst>
              </p14:cNvPr>
              <p14:cNvContentPartPr/>
              <p14:nvPr/>
            </p14:nvContentPartPr>
            <p14:xfrm>
              <a:off x="2344177" y="2245702"/>
              <a:ext cx="261000" cy="3045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6E7B0B4-B4D2-B000-A5D4-F38337610A6E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308177" y="2174062"/>
                <a:ext cx="33264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2BAE0D9-D8CF-741C-1F71-9A90145A7DE1}"/>
                  </a:ext>
                </a:extLst>
              </p14:cNvPr>
              <p14:cNvContentPartPr/>
              <p14:nvPr/>
            </p14:nvContentPartPr>
            <p14:xfrm>
              <a:off x="2546137" y="2233822"/>
              <a:ext cx="171000" cy="47412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2BAE0D9-D8CF-741C-1F71-9A90145A7DE1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2510497" y="2161822"/>
                <a:ext cx="242640" cy="6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1A98CA1F-A93D-F555-4035-756DC587678D}"/>
                  </a:ext>
                </a:extLst>
              </p14:cNvPr>
              <p14:cNvContentPartPr/>
              <p14:nvPr/>
            </p14:nvContentPartPr>
            <p14:xfrm>
              <a:off x="2528857" y="2243902"/>
              <a:ext cx="204480" cy="4406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1A98CA1F-A93D-F555-4035-756DC587678D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2493217" y="2171902"/>
                <a:ext cx="27612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CE811A51-89C0-8B30-8A00-93944470BBE4}"/>
                  </a:ext>
                </a:extLst>
              </p14:cNvPr>
              <p14:cNvContentPartPr/>
              <p14:nvPr/>
            </p14:nvContentPartPr>
            <p14:xfrm>
              <a:off x="2414377" y="2196022"/>
              <a:ext cx="346680" cy="6966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CE811A51-89C0-8B30-8A00-93944470BBE4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2378737" y="2124382"/>
                <a:ext cx="418320" cy="84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3EEAC91C-8E1C-E8F6-A4FA-A28ACFD3108D}"/>
                  </a:ext>
                </a:extLst>
              </p14:cNvPr>
              <p14:cNvContentPartPr/>
              <p14:nvPr/>
            </p14:nvContentPartPr>
            <p14:xfrm>
              <a:off x="2221417" y="2373502"/>
              <a:ext cx="368280" cy="36252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3EEAC91C-8E1C-E8F6-A4FA-A28ACFD3108D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2185777" y="2301862"/>
                <a:ext cx="43992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2E6DDAE-474B-95F4-C6ED-DB1EC20CAF19}"/>
                  </a:ext>
                </a:extLst>
              </p14:cNvPr>
              <p14:cNvContentPartPr/>
              <p14:nvPr/>
            </p14:nvContentPartPr>
            <p14:xfrm>
              <a:off x="2540377" y="2399422"/>
              <a:ext cx="266760" cy="55008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2E6DDAE-474B-95F4-C6ED-DB1EC20CAF19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2504737" y="2327782"/>
                <a:ext cx="338400" cy="6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62E121BA-FE68-6683-EB8C-6B79425D5E32}"/>
                  </a:ext>
                </a:extLst>
              </p14:cNvPr>
              <p14:cNvContentPartPr/>
              <p14:nvPr/>
            </p14:nvContentPartPr>
            <p14:xfrm>
              <a:off x="2419417" y="2679862"/>
              <a:ext cx="192240" cy="2332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62E121BA-FE68-6683-EB8C-6B79425D5E3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2383417" y="2607862"/>
                <a:ext cx="26388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44DBD78-6F79-0C37-4DB2-D92B1DDF03D6}"/>
                  </a:ext>
                </a:extLst>
              </p14:cNvPr>
              <p14:cNvContentPartPr/>
              <p14:nvPr/>
            </p14:nvContentPartPr>
            <p14:xfrm>
              <a:off x="2594017" y="2602462"/>
              <a:ext cx="47520" cy="385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44DBD78-6F79-0C37-4DB2-D92B1DDF03D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558017" y="2530822"/>
                <a:ext cx="1191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4484FF07-A483-944C-5F6B-B2B812EBF88E}"/>
                  </a:ext>
                </a:extLst>
              </p14:cNvPr>
              <p14:cNvContentPartPr/>
              <p14:nvPr/>
            </p14:nvContentPartPr>
            <p14:xfrm>
              <a:off x="2571697" y="2334262"/>
              <a:ext cx="159840" cy="756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4484FF07-A483-944C-5F6B-B2B812EBF88E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2535697" y="2262622"/>
                <a:ext cx="2314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536DFFC7-3D75-78DD-3690-B1D2EA243EC8}"/>
                  </a:ext>
                </a:extLst>
              </p14:cNvPr>
              <p14:cNvContentPartPr/>
              <p14:nvPr/>
            </p14:nvContentPartPr>
            <p14:xfrm>
              <a:off x="2605177" y="2399062"/>
              <a:ext cx="209880" cy="3096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536DFFC7-3D75-78DD-3690-B1D2EA243EC8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569177" y="2327062"/>
                <a:ext cx="28152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9F092303-DC49-3B1A-C573-4E05B9A9F87F}"/>
                  </a:ext>
                </a:extLst>
              </p14:cNvPr>
              <p14:cNvContentPartPr/>
              <p14:nvPr/>
            </p14:nvContentPartPr>
            <p14:xfrm>
              <a:off x="1457857" y="2725582"/>
              <a:ext cx="111240" cy="1612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9F092303-DC49-3B1A-C573-4E05B9A9F87F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421857" y="2653582"/>
                <a:ext cx="1828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FD1DBFB4-6633-0564-D0DA-E9DEED32C6BE}"/>
                  </a:ext>
                </a:extLst>
              </p14:cNvPr>
              <p14:cNvContentPartPr/>
              <p14:nvPr/>
            </p14:nvContentPartPr>
            <p14:xfrm>
              <a:off x="1478017" y="2760862"/>
              <a:ext cx="151560" cy="18648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FD1DBFB4-6633-0564-D0DA-E9DEED32C6BE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442377" y="2688862"/>
                <a:ext cx="2232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055881F9-7EC6-3B71-BCA2-EC7F0C2B4B5A}"/>
                  </a:ext>
                </a:extLst>
              </p14:cNvPr>
              <p14:cNvContentPartPr/>
              <p14:nvPr/>
            </p14:nvContentPartPr>
            <p14:xfrm>
              <a:off x="1513657" y="2585182"/>
              <a:ext cx="1278720" cy="73728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055881F9-7EC6-3B71-BCA2-EC7F0C2B4B5A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477657" y="2513182"/>
                <a:ext cx="1350360" cy="88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10CC9206-6EC2-AB0A-CDD4-BE26205EC3A4}"/>
                  </a:ext>
                </a:extLst>
              </p14:cNvPr>
              <p14:cNvContentPartPr/>
              <p14:nvPr/>
            </p14:nvContentPartPr>
            <p14:xfrm>
              <a:off x="2392777" y="2585902"/>
              <a:ext cx="426960" cy="6170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10CC9206-6EC2-AB0A-CDD4-BE26205EC3A4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2357137" y="2513902"/>
                <a:ext cx="498600" cy="7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3C4E2A6-38B4-FCBB-5F29-037472C5B91E}"/>
                  </a:ext>
                </a:extLst>
              </p14:cNvPr>
              <p14:cNvContentPartPr/>
              <p14:nvPr/>
            </p14:nvContentPartPr>
            <p14:xfrm>
              <a:off x="1832977" y="2969302"/>
              <a:ext cx="733680" cy="1803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3C4E2A6-38B4-FCBB-5F29-037472C5B91E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796977" y="2897302"/>
                <a:ext cx="8053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1109D52E-99F1-9204-095D-838BB98D5981}"/>
                  </a:ext>
                </a:extLst>
              </p14:cNvPr>
              <p14:cNvContentPartPr/>
              <p14:nvPr/>
            </p14:nvContentPartPr>
            <p14:xfrm>
              <a:off x="1499617" y="2949862"/>
              <a:ext cx="339840" cy="344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1109D52E-99F1-9204-095D-838BB98D598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463977" y="2877862"/>
                <a:ext cx="411480" cy="48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3843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DA6FBFF-4819-262C-EBE8-D048D1842EC8}"/>
              </a:ext>
            </a:extLst>
          </p:cNvPr>
          <p:cNvGrpSpPr/>
          <p:nvPr/>
        </p:nvGrpSpPr>
        <p:grpSpPr>
          <a:xfrm>
            <a:off x="222647" y="242302"/>
            <a:ext cx="3643200" cy="758520"/>
            <a:chOff x="222647" y="242302"/>
            <a:chExt cx="3643200" cy="75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7A12A23-511B-F0AB-3253-59B9B1705D49}"/>
                    </a:ext>
                  </a:extLst>
                </p14:cNvPr>
                <p14:cNvContentPartPr/>
                <p14:nvPr/>
              </p14:nvContentPartPr>
              <p14:xfrm>
                <a:off x="222647" y="242302"/>
                <a:ext cx="442080" cy="360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7A12A23-511B-F0AB-3253-59B9B1705D4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5007" y="224662"/>
                  <a:ext cx="4777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6047BA8-D3ED-0DAD-0256-97390B6499CC}"/>
                    </a:ext>
                  </a:extLst>
                </p14:cNvPr>
                <p14:cNvContentPartPr/>
                <p14:nvPr/>
              </p14:nvContentPartPr>
              <p14:xfrm>
                <a:off x="647087" y="442102"/>
                <a:ext cx="280440" cy="177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6047BA8-D3ED-0DAD-0256-97390B6499C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9087" y="424462"/>
                  <a:ext cx="316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946F37-C587-6C3E-37D8-DBE11840B86F}"/>
                    </a:ext>
                  </a:extLst>
                </p14:cNvPr>
                <p14:cNvContentPartPr/>
                <p14:nvPr/>
              </p14:nvContentPartPr>
              <p14:xfrm>
                <a:off x="977207" y="298462"/>
                <a:ext cx="123480" cy="342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946F37-C587-6C3E-37D8-DBE11840B8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9207" y="280822"/>
                  <a:ext cx="1591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391D178-D190-0C3A-783B-445A10BAA6E9}"/>
                    </a:ext>
                  </a:extLst>
                </p14:cNvPr>
                <p14:cNvContentPartPr/>
                <p14:nvPr/>
              </p14:nvContentPartPr>
              <p14:xfrm>
                <a:off x="913487" y="322582"/>
                <a:ext cx="324360" cy="338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391D178-D190-0C3A-783B-445A10BAA6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5847" y="304942"/>
                  <a:ext cx="3600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921019E-A8C9-9578-E1AE-F400B4742151}"/>
                    </a:ext>
                  </a:extLst>
                </p14:cNvPr>
                <p14:cNvContentPartPr/>
                <p14:nvPr/>
              </p14:nvContentPartPr>
              <p14:xfrm>
                <a:off x="1296527" y="498622"/>
                <a:ext cx="158760" cy="178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921019E-A8C9-9578-E1AE-F400B47421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78887" y="480622"/>
                  <a:ext cx="1944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3A42B26-8969-4BEB-3F97-5AFC74386D4F}"/>
                    </a:ext>
                  </a:extLst>
                </p14:cNvPr>
                <p14:cNvContentPartPr/>
                <p14:nvPr/>
              </p14:nvContentPartPr>
              <p14:xfrm>
                <a:off x="1551767" y="513382"/>
                <a:ext cx="262800" cy="164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3A42B26-8969-4BEB-3F97-5AFC74386D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33767" y="495382"/>
                  <a:ext cx="298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389D8C-A2A6-04E2-CD1B-09CDE9C737CD}"/>
                    </a:ext>
                  </a:extLst>
                </p14:cNvPr>
                <p14:cNvContentPartPr/>
                <p14:nvPr/>
              </p14:nvContentPartPr>
              <p14:xfrm>
                <a:off x="1885487" y="551542"/>
                <a:ext cx="298440" cy="160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389D8C-A2A6-04E2-CD1B-09CDE9C737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67487" y="533542"/>
                  <a:ext cx="334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449653-5460-01C4-6333-A7960B43BC81}"/>
                    </a:ext>
                  </a:extLst>
                </p14:cNvPr>
                <p14:cNvContentPartPr/>
                <p14:nvPr/>
              </p14:nvContentPartPr>
              <p14:xfrm>
                <a:off x="2169527" y="366862"/>
                <a:ext cx="145440" cy="357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449653-5460-01C4-6333-A7960B43BC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51887" y="348862"/>
                  <a:ext cx="1810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8C634C-2AF0-DD13-73C2-164415A6786B}"/>
                    </a:ext>
                  </a:extLst>
                </p14:cNvPr>
                <p14:cNvContentPartPr/>
                <p14:nvPr/>
              </p14:nvContentPartPr>
              <p14:xfrm>
                <a:off x="2344127" y="583942"/>
                <a:ext cx="61560" cy="150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8C634C-2AF0-DD13-73C2-164415A6786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26127" y="565942"/>
                  <a:ext cx="97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49735E-FBB9-7040-C7AC-752C9B7F7E3B}"/>
                    </a:ext>
                  </a:extLst>
                </p14:cNvPr>
                <p14:cNvContentPartPr/>
                <p14:nvPr/>
              </p14:nvContentPartPr>
              <p14:xfrm>
                <a:off x="2442407" y="419422"/>
                <a:ext cx="62280" cy="4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49735E-FBB9-7040-C7AC-752C9B7F7E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24767" y="401422"/>
                  <a:ext cx="97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F752663-BC77-5B31-C051-D0C2D3052E52}"/>
                    </a:ext>
                  </a:extLst>
                </p14:cNvPr>
                <p14:cNvContentPartPr/>
                <p14:nvPr/>
              </p14:nvContentPartPr>
              <p14:xfrm>
                <a:off x="2089607" y="462622"/>
                <a:ext cx="203040" cy="42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F752663-BC77-5B31-C051-D0C2D3052E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71607" y="444622"/>
                  <a:ext cx="238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2FDFCDB-0A58-593A-1830-119DAC9A6285}"/>
                    </a:ext>
                  </a:extLst>
                </p14:cNvPr>
                <p14:cNvContentPartPr/>
                <p14:nvPr/>
              </p14:nvContentPartPr>
              <p14:xfrm>
                <a:off x="2473727" y="626422"/>
                <a:ext cx="187200" cy="149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2FDFCDB-0A58-593A-1830-119DAC9A628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56087" y="608782"/>
                  <a:ext cx="222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EE9FF8-1E90-AB43-44D0-7DD890B82079}"/>
                    </a:ext>
                  </a:extLst>
                </p14:cNvPr>
                <p14:cNvContentPartPr/>
                <p14:nvPr/>
              </p14:nvContentPartPr>
              <p14:xfrm>
                <a:off x="2695127" y="445702"/>
                <a:ext cx="771120" cy="334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EE9FF8-1E90-AB43-44D0-7DD890B820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77127" y="427702"/>
                  <a:ext cx="806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6BD964-5260-2459-A302-4442F1E89505}"/>
                    </a:ext>
                  </a:extLst>
                </p14:cNvPr>
                <p14:cNvContentPartPr/>
                <p14:nvPr/>
              </p14:nvContentPartPr>
              <p14:xfrm>
                <a:off x="3204527" y="658102"/>
                <a:ext cx="442080" cy="342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6BD964-5260-2459-A302-4442F1E895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86887" y="640462"/>
                  <a:ext cx="4777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686CABF-396D-44F9-EF5A-74193F8E23B2}"/>
                    </a:ext>
                  </a:extLst>
                </p14:cNvPr>
                <p14:cNvContentPartPr/>
                <p14:nvPr/>
              </p14:nvContentPartPr>
              <p14:xfrm>
                <a:off x="3745607" y="795622"/>
                <a:ext cx="120240" cy="96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686CABF-396D-44F9-EF5A-74193F8E23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27967" y="777982"/>
                  <a:ext cx="1558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EA5F997-7E89-6D7D-C324-9D8E115274E1}"/>
              </a:ext>
            </a:extLst>
          </p:cNvPr>
          <p:cNvGrpSpPr/>
          <p:nvPr/>
        </p:nvGrpSpPr>
        <p:grpSpPr>
          <a:xfrm>
            <a:off x="4514567" y="351382"/>
            <a:ext cx="1197720" cy="749880"/>
            <a:chOff x="4514567" y="351382"/>
            <a:chExt cx="1197720" cy="74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B4CB18E-6BCD-3BF6-24EF-9C2EF7004769}"/>
                    </a:ext>
                  </a:extLst>
                </p14:cNvPr>
                <p14:cNvContentPartPr/>
                <p14:nvPr/>
              </p14:nvContentPartPr>
              <p14:xfrm>
                <a:off x="4530047" y="509062"/>
                <a:ext cx="129960" cy="592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B4CB18E-6BCD-3BF6-24EF-9C2EF70047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12047" y="491062"/>
                  <a:ext cx="16560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0B953E-7251-8120-6D12-B8616CC5C25B}"/>
                    </a:ext>
                  </a:extLst>
                </p14:cNvPr>
                <p14:cNvContentPartPr/>
                <p14:nvPr/>
              </p14:nvContentPartPr>
              <p14:xfrm>
                <a:off x="4514567" y="470182"/>
                <a:ext cx="282240" cy="232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0B953E-7251-8120-6D12-B8616CC5C2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96567" y="452542"/>
                  <a:ext cx="3178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C69597-D59F-21C8-1C28-94D2211C0C5D}"/>
                    </a:ext>
                  </a:extLst>
                </p14:cNvPr>
                <p14:cNvContentPartPr/>
                <p14:nvPr/>
              </p14:nvContentPartPr>
              <p14:xfrm>
                <a:off x="4786727" y="502942"/>
                <a:ext cx="163080" cy="168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C69597-D59F-21C8-1C28-94D2211C0C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68727" y="485302"/>
                  <a:ext cx="198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BD9E6D-B1B4-C198-E600-05B3F2ED18AE}"/>
                    </a:ext>
                  </a:extLst>
                </p14:cNvPr>
                <p14:cNvContentPartPr/>
                <p14:nvPr/>
              </p14:nvContentPartPr>
              <p14:xfrm>
                <a:off x="5051327" y="506902"/>
                <a:ext cx="73440" cy="165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BD9E6D-B1B4-C198-E600-05B3F2ED18A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33327" y="489262"/>
                  <a:ext cx="109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D374A4-D7F4-1B9C-A66B-7658208BB630}"/>
                    </a:ext>
                  </a:extLst>
                </p14:cNvPr>
                <p14:cNvContentPartPr/>
                <p14:nvPr/>
              </p14:nvContentPartPr>
              <p14:xfrm>
                <a:off x="5062487" y="351382"/>
                <a:ext cx="54720" cy="5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D374A4-D7F4-1B9C-A66B-7658208BB6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44487" y="333382"/>
                  <a:ext cx="90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5B0E2A-B539-F13F-F1DC-3F97717D8255}"/>
                    </a:ext>
                  </a:extLst>
                </p14:cNvPr>
                <p14:cNvContentPartPr/>
                <p14:nvPr/>
              </p14:nvContentPartPr>
              <p14:xfrm>
                <a:off x="5160767" y="485662"/>
                <a:ext cx="251640" cy="159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5B0E2A-B539-F13F-F1DC-3F97717D82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3127" y="467662"/>
                  <a:ext cx="287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E3C36E-BEBC-A0AC-8668-73E46EB24612}"/>
                    </a:ext>
                  </a:extLst>
                </p14:cNvPr>
                <p14:cNvContentPartPr/>
                <p14:nvPr/>
              </p14:nvContentPartPr>
              <p14:xfrm>
                <a:off x="5479367" y="371902"/>
                <a:ext cx="73800" cy="27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E3C36E-BEBC-A0AC-8668-73E46EB246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61367" y="354262"/>
                  <a:ext cx="1094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E4104F3-591A-9B21-7E84-F06B7F1930D2}"/>
                    </a:ext>
                  </a:extLst>
                </p14:cNvPr>
                <p14:cNvContentPartPr/>
                <p14:nvPr/>
              </p14:nvContentPartPr>
              <p14:xfrm>
                <a:off x="5471807" y="411142"/>
                <a:ext cx="240480" cy="39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E4104F3-591A-9B21-7E84-F06B7F1930D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54167" y="393502"/>
                  <a:ext cx="27612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FB76B1-D469-87E6-C3D4-1F50104AEE2D}"/>
                  </a:ext>
                </a:extLst>
              </p14:cNvPr>
              <p14:cNvContentPartPr/>
              <p14:nvPr/>
            </p14:nvContentPartPr>
            <p14:xfrm>
              <a:off x="6227447" y="484222"/>
              <a:ext cx="342000" cy="166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FB76B1-D469-87E6-C3D4-1F50104AEE2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209447" y="466222"/>
                <a:ext cx="37764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F51D3D2C-0A93-8179-2C01-C2E486D9F3B2}"/>
              </a:ext>
            </a:extLst>
          </p:cNvPr>
          <p:cNvGrpSpPr/>
          <p:nvPr/>
        </p:nvGrpSpPr>
        <p:grpSpPr>
          <a:xfrm>
            <a:off x="7025927" y="323302"/>
            <a:ext cx="3077640" cy="744840"/>
            <a:chOff x="7025927" y="323302"/>
            <a:chExt cx="3077640" cy="74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19D633-65F5-BD1C-03DF-1548D440A624}"/>
                    </a:ext>
                  </a:extLst>
                </p14:cNvPr>
                <p14:cNvContentPartPr/>
                <p14:nvPr/>
              </p14:nvContentPartPr>
              <p14:xfrm>
                <a:off x="7025927" y="323302"/>
                <a:ext cx="450720" cy="74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19D633-65F5-BD1C-03DF-1548D440A6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08287" y="305662"/>
                  <a:ext cx="486360" cy="7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EACD362-AE2F-B58A-6D8E-34A1DEF0F47A}"/>
                    </a:ext>
                  </a:extLst>
                </p14:cNvPr>
                <p14:cNvContentPartPr/>
                <p14:nvPr/>
              </p14:nvContentPartPr>
              <p14:xfrm>
                <a:off x="7709567" y="522742"/>
                <a:ext cx="250920" cy="160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EACD362-AE2F-B58A-6D8E-34A1DEF0F47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91567" y="504742"/>
                  <a:ext cx="286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171616-A7C1-3559-13A6-DFAF14E528E4}"/>
                    </a:ext>
                  </a:extLst>
                </p14:cNvPr>
                <p14:cNvContentPartPr/>
                <p14:nvPr/>
              </p14:nvContentPartPr>
              <p14:xfrm>
                <a:off x="8271167" y="565582"/>
                <a:ext cx="56196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171616-A7C1-3559-13A6-DFAF14E528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53167" y="547942"/>
                  <a:ext cx="597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E46AAA-870A-1BAF-34D1-C3FE7B45474D}"/>
                    </a:ext>
                  </a:extLst>
                </p14:cNvPr>
                <p14:cNvContentPartPr/>
                <p14:nvPr/>
              </p14:nvContentPartPr>
              <p14:xfrm>
                <a:off x="8957327" y="601222"/>
                <a:ext cx="751320" cy="18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E46AAA-870A-1BAF-34D1-C3FE7B4547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39327" y="583222"/>
                  <a:ext cx="786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ABCDEB1-9751-5237-14AC-D7E51F4CA8BB}"/>
                    </a:ext>
                  </a:extLst>
                </p14:cNvPr>
                <p14:cNvContentPartPr/>
                <p14:nvPr/>
              </p14:nvContentPartPr>
              <p14:xfrm>
                <a:off x="9959567" y="537502"/>
                <a:ext cx="14400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ABCDEB1-9751-5237-14AC-D7E51F4CA8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41567" y="519502"/>
                  <a:ext cx="17964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83D4358-4CA8-01D0-EEC8-155BC2D6D2F3}"/>
              </a:ext>
            </a:extLst>
          </p:cNvPr>
          <p:cNvGrpSpPr/>
          <p:nvPr/>
        </p:nvGrpSpPr>
        <p:grpSpPr>
          <a:xfrm>
            <a:off x="11023727" y="693382"/>
            <a:ext cx="209160" cy="212400"/>
            <a:chOff x="11023727" y="693382"/>
            <a:chExt cx="2091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7D8C531-A362-E0B3-2731-3E7E13C95542}"/>
                    </a:ext>
                  </a:extLst>
                </p14:cNvPr>
                <p14:cNvContentPartPr/>
                <p14:nvPr/>
              </p14:nvContentPartPr>
              <p14:xfrm>
                <a:off x="11023727" y="693382"/>
                <a:ext cx="70200" cy="21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7D8C531-A362-E0B3-2731-3E7E13C955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05727" y="675382"/>
                  <a:ext cx="1058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97E1A3-1C8E-936B-BB07-FA9F99D20D3B}"/>
                    </a:ext>
                  </a:extLst>
                </p14:cNvPr>
                <p14:cNvContentPartPr/>
                <p14:nvPr/>
              </p14:nvContentPartPr>
              <p14:xfrm>
                <a:off x="11111567" y="755662"/>
                <a:ext cx="121320" cy="14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97E1A3-1C8E-936B-BB07-FA9F99D20D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93567" y="737662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6B0EDD5-3CCC-1275-861E-987ADBB27864}"/>
                  </a:ext>
                </a:extLst>
              </p14:cNvPr>
              <p14:cNvContentPartPr/>
              <p14:nvPr/>
            </p14:nvContentPartPr>
            <p14:xfrm>
              <a:off x="11063327" y="522022"/>
              <a:ext cx="35640" cy="54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6B0EDD5-3CCC-1275-861E-987ADBB2786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045327" y="504382"/>
                <a:ext cx="712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424AF9A-10BF-DBA2-A127-2758F75C90E7}"/>
                  </a:ext>
                </a:extLst>
              </p14:cNvPr>
              <p14:cNvContentPartPr/>
              <p14:nvPr/>
            </p14:nvContentPartPr>
            <p14:xfrm>
              <a:off x="296087" y="1293142"/>
              <a:ext cx="396000" cy="220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424AF9A-10BF-DBA2-A127-2758F75C90E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78087" y="1275502"/>
                <a:ext cx="43164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0A8CB369-84F1-02AF-82E5-57B9A3A4A4DC}"/>
              </a:ext>
            </a:extLst>
          </p:cNvPr>
          <p:cNvGrpSpPr/>
          <p:nvPr/>
        </p:nvGrpSpPr>
        <p:grpSpPr>
          <a:xfrm>
            <a:off x="999167" y="1104502"/>
            <a:ext cx="2874960" cy="825480"/>
            <a:chOff x="999167" y="1104502"/>
            <a:chExt cx="2874960" cy="82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D3DFB5-9D12-FD8B-8B33-F41604791119}"/>
                    </a:ext>
                  </a:extLst>
                </p14:cNvPr>
                <p14:cNvContentPartPr/>
                <p14:nvPr/>
              </p14:nvContentPartPr>
              <p14:xfrm>
                <a:off x="999167" y="1306462"/>
                <a:ext cx="156600" cy="16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D3DFB5-9D12-FD8B-8B33-F4160479111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1167" y="1288462"/>
                  <a:ext cx="192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D3E8E89-B369-0E3E-F8FE-FFD8F4D38934}"/>
                    </a:ext>
                  </a:extLst>
                </p14:cNvPr>
                <p14:cNvContentPartPr/>
                <p14:nvPr/>
              </p14:nvContentPartPr>
              <p14:xfrm>
                <a:off x="1254407" y="1117462"/>
                <a:ext cx="328320" cy="342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D3E8E89-B369-0E3E-F8FE-FFD8F4D389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36407" y="1099822"/>
                  <a:ext cx="363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6E9042-D0F0-7D69-29AC-16C68788969E}"/>
                    </a:ext>
                  </a:extLst>
                </p14:cNvPr>
                <p14:cNvContentPartPr/>
                <p14:nvPr/>
              </p14:nvContentPartPr>
              <p14:xfrm>
                <a:off x="1470407" y="1243822"/>
                <a:ext cx="172800" cy="33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6E9042-D0F0-7D69-29AC-16C68788969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52767" y="1225822"/>
                  <a:ext cx="2084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A7D89A-11D3-0D3F-E9C6-93D604D213B8}"/>
                    </a:ext>
                  </a:extLst>
                </p14:cNvPr>
                <p14:cNvContentPartPr/>
                <p14:nvPr/>
              </p14:nvContentPartPr>
              <p14:xfrm>
                <a:off x="1673087" y="1243102"/>
                <a:ext cx="280080" cy="216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A7D89A-11D3-0D3F-E9C6-93D604D213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55087" y="1225102"/>
                  <a:ext cx="315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E9F533-52EE-CB69-F302-9F26C7324630}"/>
                    </a:ext>
                  </a:extLst>
                </p14:cNvPr>
                <p14:cNvContentPartPr/>
                <p14:nvPr/>
              </p14:nvContentPartPr>
              <p14:xfrm>
                <a:off x="2051807" y="1324102"/>
                <a:ext cx="510840" cy="174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E9F533-52EE-CB69-F302-9F26C73246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34167" y="1306102"/>
                  <a:ext cx="546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5D7A9AC-E830-A6C9-5E62-08C3E4923F21}"/>
                    </a:ext>
                  </a:extLst>
                </p14:cNvPr>
                <p14:cNvContentPartPr/>
                <p14:nvPr/>
              </p14:nvContentPartPr>
              <p14:xfrm>
                <a:off x="2653367" y="1104502"/>
                <a:ext cx="389880" cy="82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5D7A9AC-E830-A6C9-5E62-08C3E4923F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35367" y="1086862"/>
                  <a:ext cx="42552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C61B403-092C-8801-50E2-C543F8375D67}"/>
                    </a:ext>
                  </a:extLst>
                </p14:cNvPr>
                <p14:cNvContentPartPr/>
                <p14:nvPr/>
              </p14:nvContentPartPr>
              <p14:xfrm>
                <a:off x="3096167" y="1374502"/>
                <a:ext cx="258120" cy="189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C61B403-092C-8801-50E2-C543F8375D6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78527" y="1356862"/>
                  <a:ext cx="293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D70679-05DB-EFE2-D10D-0B86C79E26F2}"/>
                    </a:ext>
                  </a:extLst>
                </p14:cNvPr>
                <p14:cNvContentPartPr/>
                <p14:nvPr/>
              </p14:nvContentPartPr>
              <p14:xfrm>
                <a:off x="3365087" y="1318342"/>
                <a:ext cx="38520" cy="40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D70679-05DB-EFE2-D10D-0B86C79E26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47087" y="1300342"/>
                  <a:ext cx="74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D560AF8-B1FA-C54D-E78E-D4582BA1B2D6}"/>
                    </a:ext>
                  </a:extLst>
                </p14:cNvPr>
                <p14:cNvContentPartPr/>
                <p14:nvPr/>
              </p14:nvContentPartPr>
              <p14:xfrm>
                <a:off x="3437447" y="1415182"/>
                <a:ext cx="159840" cy="134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D560AF8-B1FA-C54D-E78E-D4582BA1B2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19447" y="1397182"/>
                  <a:ext cx="195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E6EB0C6-6508-2834-9289-8D1296C12363}"/>
                    </a:ext>
                  </a:extLst>
                </p14:cNvPr>
                <p14:cNvContentPartPr/>
                <p14:nvPr/>
              </p14:nvContentPartPr>
              <p14:xfrm>
                <a:off x="3729767" y="1284502"/>
                <a:ext cx="49680" cy="273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E6EB0C6-6508-2834-9289-8D1296C123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12127" y="1266862"/>
                  <a:ext cx="853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8A41CD0-8DC0-54B3-258D-5D8BEA217D18}"/>
                    </a:ext>
                  </a:extLst>
                </p14:cNvPr>
                <p14:cNvContentPartPr/>
                <p14:nvPr/>
              </p14:nvContentPartPr>
              <p14:xfrm>
                <a:off x="3676487" y="1347502"/>
                <a:ext cx="197640" cy="57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8A41CD0-8DC0-54B3-258D-5D8BEA217D1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58487" y="1329862"/>
                  <a:ext cx="2332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0D80F2A-52DC-36C1-624E-EB9B47EF163A}"/>
                  </a:ext>
                </a:extLst>
              </p14:cNvPr>
              <p14:cNvContentPartPr/>
              <p14:nvPr/>
            </p14:nvContentPartPr>
            <p14:xfrm>
              <a:off x="4197767" y="1329142"/>
              <a:ext cx="316440" cy="697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0D80F2A-52DC-36C1-624E-EB9B47EF163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80127" y="1311142"/>
                <a:ext cx="352080" cy="73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33CFA123-B475-C4FB-A8DC-ADA4C3A18008}"/>
              </a:ext>
            </a:extLst>
          </p:cNvPr>
          <p:cNvGrpSpPr/>
          <p:nvPr/>
        </p:nvGrpSpPr>
        <p:grpSpPr>
          <a:xfrm>
            <a:off x="4853327" y="1329502"/>
            <a:ext cx="805680" cy="346680"/>
            <a:chOff x="4853327" y="1329502"/>
            <a:chExt cx="8056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12DA15B-3F2B-DF4B-2B6E-D9C5195F28F1}"/>
                    </a:ext>
                  </a:extLst>
                </p14:cNvPr>
                <p14:cNvContentPartPr/>
                <p14:nvPr/>
              </p14:nvContentPartPr>
              <p14:xfrm>
                <a:off x="4853327" y="1329502"/>
                <a:ext cx="805680" cy="346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12DA15B-3F2B-DF4B-2B6E-D9C5195F28F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35687" y="1311502"/>
                  <a:ext cx="8413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F13347-3F85-E647-64FB-10C8398586A0}"/>
                    </a:ext>
                  </a:extLst>
                </p14:cNvPr>
                <p14:cNvContentPartPr/>
                <p14:nvPr/>
              </p14:nvContentPartPr>
              <p14:xfrm>
                <a:off x="5179127" y="1489702"/>
                <a:ext cx="263520" cy="21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F13347-3F85-E647-64FB-10C8398586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61127" y="1472062"/>
                  <a:ext cx="29916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B7785E1-EA4C-436D-3697-0D8C3CEC0F5F}"/>
              </a:ext>
            </a:extLst>
          </p:cNvPr>
          <p:cNvGrpSpPr/>
          <p:nvPr/>
        </p:nvGrpSpPr>
        <p:grpSpPr>
          <a:xfrm>
            <a:off x="6232127" y="1447582"/>
            <a:ext cx="1165680" cy="504360"/>
            <a:chOff x="6232127" y="1447582"/>
            <a:chExt cx="116568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8AE87C-C100-33A5-D997-ABD0EF5C9A23}"/>
                    </a:ext>
                  </a:extLst>
                </p14:cNvPr>
                <p14:cNvContentPartPr/>
                <p14:nvPr/>
              </p14:nvContentPartPr>
              <p14:xfrm>
                <a:off x="6232127" y="1546942"/>
                <a:ext cx="675000" cy="172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8AE87C-C100-33A5-D997-ABD0EF5C9A2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14127" y="1529302"/>
                  <a:ext cx="7106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E87F0FE-E3EE-95CE-B7EF-97E8619E6612}"/>
                    </a:ext>
                  </a:extLst>
                </p14:cNvPr>
                <p14:cNvContentPartPr/>
                <p14:nvPr/>
              </p14:nvContentPartPr>
              <p14:xfrm>
                <a:off x="7030607" y="1447582"/>
                <a:ext cx="89280" cy="258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E87F0FE-E3EE-95CE-B7EF-97E8619E66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12967" y="1429582"/>
                  <a:ext cx="124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7E76E40-3F4C-A105-05CE-5A64C6A27067}"/>
                    </a:ext>
                  </a:extLst>
                </p14:cNvPr>
                <p14:cNvContentPartPr/>
                <p14:nvPr/>
              </p14:nvContentPartPr>
              <p14:xfrm>
                <a:off x="6948167" y="1501222"/>
                <a:ext cx="132840" cy="45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7E76E40-3F4C-A105-05CE-5A64C6A270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30527" y="1483582"/>
                  <a:ext cx="168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680EA8-BCAE-B070-E409-FBE0E4FB7079}"/>
                    </a:ext>
                  </a:extLst>
                </p14:cNvPr>
                <p14:cNvContentPartPr/>
                <p14:nvPr/>
              </p14:nvContentPartPr>
              <p14:xfrm>
                <a:off x="7208807" y="1772662"/>
                <a:ext cx="189000" cy="179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680EA8-BCAE-B070-E409-FBE0E4FB70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90807" y="1754662"/>
                  <a:ext cx="224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3EC62D7-4D8C-E18A-8895-073F5DBD6CA7}"/>
                    </a:ext>
                  </a:extLst>
                </p14:cNvPr>
                <p14:cNvContentPartPr/>
                <p14:nvPr/>
              </p14:nvContentPartPr>
              <p14:xfrm>
                <a:off x="6996767" y="1502302"/>
                <a:ext cx="314280" cy="38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3EC62D7-4D8C-E18A-8895-073F5DBD6C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79127" y="1484302"/>
                  <a:ext cx="34992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6EA8D45-EC2D-1B00-32FB-8DDDE7DA2B73}"/>
              </a:ext>
            </a:extLst>
          </p:cNvPr>
          <p:cNvGrpSpPr/>
          <p:nvPr/>
        </p:nvGrpSpPr>
        <p:grpSpPr>
          <a:xfrm>
            <a:off x="8191247" y="1405822"/>
            <a:ext cx="532800" cy="660960"/>
            <a:chOff x="8191247" y="1405822"/>
            <a:chExt cx="53280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766CDA3-38AB-CE6A-A093-C6422EDB3EC3}"/>
                    </a:ext>
                  </a:extLst>
                </p14:cNvPr>
                <p14:cNvContentPartPr/>
                <p14:nvPr/>
              </p14:nvContentPartPr>
              <p14:xfrm>
                <a:off x="8191247" y="1551622"/>
                <a:ext cx="252720" cy="212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766CDA3-38AB-CE6A-A093-C6422EDB3EC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3607" y="1533982"/>
                  <a:ext cx="288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40B7A5-EB45-D0E2-CA6B-AC6FB9E2CE65}"/>
                    </a:ext>
                  </a:extLst>
                </p14:cNvPr>
                <p14:cNvContentPartPr/>
                <p14:nvPr/>
              </p14:nvContentPartPr>
              <p14:xfrm>
                <a:off x="8393207" y="1405822"/>
                <a:ext cx="64800" cy="31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40B7A5-EB45-D0E2-CA6B-AC6FB9E2CE6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75207" y="1388182"/>
                  <a:ext cx="100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CCDF832-0CF0-0C8C-5E68-1621A9084E15}"/>
                    </a:ext>
                  </a:extLst>
                </p14:cNvPr>
                <p14:cNvContentPartPr/>
                <p14:nvPr/>
              </p14:nvContentPartPr>
              <p14:xfrm>
                <a:off x="8350367" y="1465222"/>
                <a:ext cx="304920" cy="60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CCDF832-0CF0-0C8C-5E68-1621A9084E1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32727" y="1447582"/>
                  <a:ext cx="34056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B535A3E-083D-69B0-B164-4E6D89C0ED99}"/>
                    </a:ext>
                  </a:extLst>
                </p14:cNvPr>
                <p14:cNvContentPartPr/>
                <p14:nvPr/>
              </p14:nvContentPartPr>
              <p14:xfrm>
                <a:off x="8329847" y="1717222"/>
                <a:ext cx="394200" cy="163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B535A3E-083D-69B0-B164-4E6D89C0ED9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12207" y="1699222"/>
                  <a:ext cx="42984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F49FDC-A582-F99A-4F45-02CC53A7A6A6}"/>
              </a:ext>
            </a:extLst>
          </p:cNvPr>
          <p:cNvGrpSpPr/>
          <p:nvPr/>
        </p:nvGrpSpPr>
        <p:grpSpPr>
          <a:xfrm>
            <a:off x="9124727" y="1474222"/>
            <a:ext cx="1535040" cy="463680"/>
            <a:chOff x="9124727" y="1474222"/>
            <a:chExt cx="1535040" cy="46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5CD2A7-DC43-ED40-D34E-5103E690D7DA}"/>
                    </a:ext>
                  </a:extLst>
                </p14:cNvPr>
                <p14:cNvContentPartPr/>
                <p14:nvPr/>
              </p14:nvContentPartPr>
              <p14:xfrm>
                <a:off x="9163247" y="1474222"/>
                <a:ext cx="1496520" cy="463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5CD2A7-DC43-ED40-D34E-5103E690D7D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45247" y="1456582"/>
                  <a:ext cx="153216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A40E92F-531C-821D-E696-9C66E2CF612E}"/>
                    </a:ext>
                  </a:extLst>
                </p14:cNvPr>
                <p14:cNvContentPartPr/>
                <p14:nvPr/>
              </p14:nvContentPartPr>
              <p14:xfrm>
                <a:off x="9124727" y="1553062"/>
                <a:ext cx="219960" cy="16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A40E92F-531C-821D-E696-9C66E2CF61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07087" y="1535062"/>
                  <a:ext cx="2556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4D48271-EAAA-7E28-56B3-C53517C25572}"/>
              </a:ext>
            </a:extLst>
          </p:cNvPr>
          <p:cNvGrpSpPr/>
          <p:nvPr/>
        </p:nvGrpSpPr>
        <p:grpSpPr>
          <a:xfrm>
            <a:off x="573647" y="2073262"/>
            <a:ext cx="1058040" cy="424080"/>
            <a:chOff x="573647" y="2073262"/>
            <a:chExt cx="105804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BB9BCB1-939A-4B4A-3300-429E94AFD038}"/>
                    </a:ext>
                  </a:extLst>
                </p14:cNvPr>
                <p14:cNvContentPartPr/>
                <p14:nvPr/>
              </p14:nvContentPartPr>
              <p14:xfrm>
                <a:off x="573647" y="2073262"/>
                <a:ext cx="361080" cy="424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BB9BCB1-939A-4B4A-3300-429E94AFD03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5647" y="2055262"/>
                  <a:ext cx="3967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6F2B9F2-BA49-EE90-B6E9-2E79245F8F23}"/>
                    </a:ext>
                  </a:extLst>
                </p14:cNvPr>
                <p14:cNvContentPartPr/>
                <p14:nvPr/>
              </p14:nvContentPartPr>
              <p14:xfrm>
                <a:off x="982967" y="2285662"/>
                <a:ext cx="144720" cy="137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6F2B9F2-BA49-EE90-B6E9-2E79245F8F2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4967" y="2267662"/>
                  <a:ext cx="180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196754-6E73-4F15-D131-5BB9FCDCA8F1}"/>
                    </a:ext>
                  </a:extLst>
                </p14:cNvPr>
                <p14:cNvContentPartPr/>
                <p14:nvPr/>
              </p14:nvContentPartPr>
              <p14:xfrm>
                <a:off x="1231727" y="2301502"/>
                <a:ext cx="399960" cy="19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196754-6E73-4F15-D131-5BB9FCDCA8F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14087" y="2283502"/>
                  <a:ext cx="4356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E6BB6CD-6F36-13B4-B01C-E7F3B4C6838B}"/>
              </a:ext>
            </a:extLst>
          </p:cNvPr>
          <p:cNvGrpSpPr/>
          <p:nvPr/>
        </p:nvGrpSpPr>
        <p:grpSpPr>
          <a:xfrm>
            <a:off x="2044247" y="2116102"/>
            <a:ext cx="1140120" cy="372960"/>
            <a:chOff x="2044247" y="2116102"/>
            <a:chExt cx="114012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94B58DF-3197-4D78-772D-32608E91C05D}"/>
                    </a:ext>
                  </a:extLst>
                </p14:cNvPr>
                <p14:cNvContentPartPr/>
                <p14:nvPr/>
              </p14:nvContentPartPr>
              <p14:xfrm>
                <a:off x="2044247" y="2316622"/>
                <a:ext cx="571680" cy="172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94B58DF-3197-4D78-772D-32608E91C0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26607" y="2298982"/>
                  <a:ext cx="607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F75552-B160-1AEB-38D9-AA840A1B844A}"/>
                    </a:ext>
                  </a:extLst>
                </p14:cNvPr>
                <p14:cNvContentPartPr/>
                <p14:nvPr/>
              </p14:nvContentPartPr>
              <p14:xfrm>
                <a:off x="2809247" y="2116102"/>
                <a:ext cx="157680" cy="329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F75552-B160-1AEB-38D9-AA840A1B844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91247" y="2098462"/>
                  <a:ext cx="1933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701792E-0094-3691-A4F6-E3BDEEBFDAF2}"/>
                    </a:ext>
                  </a:extLst>
                </p14:cNvPr>
                <p14:cNvContentPartPr/>
                <p14:nvPr/>
              </p14:nvContentPartPr>
              <p14:xfrm>
                <a:off x="2751647" y="2166862"/>
                <a:ext cx="432720" cy="59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701792E-0094-3691-A4F6-E3BDEEBFDAF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33647" y="2149222"/>
                  <a:ext cx="46836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28E916B-489A-FB7A-D459-08CE7866253F}"/>
              </a:ext>
            </a:extLst>
          </p:cNvPr>
          <p:cNvGrpSpPr/>
          <p:nvPr/>
        </p:nvGrpSpPr>
        <p:grpSpPr>
          <a:xfrm>
            <a:off x="3587207" y="2093422"/>
            <a:ext cx="1204560" cy="416880"/>
            <a:chOff x="3587207" y="2093422"/>
            <a:chExt cx="120456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CBAC867-1E41-5FB3-78CF-21C743A9D8D5}"/>
                    </a:ext>
                  </a:extLst>
                </p14:cNvPr>
                <p14:cNvContentPartPr/>
                <p14:nvPr/>
              </p14:nvContentPartPr>
              <p14:xfrm>
                <a:off x="3587207" y="2318062"/>
                <a:ext cx="119520" cy="18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CBAC867-1E41-5FB3-78CF-21C743A9D8D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69207" y="2300062"/>
                  <a:ext cx="155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6923A5B-9AB3-15AB-8745-54928A197E6B}"/>
                    </a:ext>
                  </a:extLst>
                </p14:cNvPr>
                <p14:cNvContentPartPr/>
                <p14:nvPr/>
              </p14:nvContentPartPr>
              <p14:xfrm>
                <a:off x="3799247" y="2343262"/>
                <a:ext cx="396360" cy="162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6923A5B-9AB3-15AB-8745-54928A197E6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781247" y="2325622"/>
                  <a:ext cx="432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E7CBAFB-A1BC-8EFB-A4CD-48BFFB5BDCF6}"/>
                    </a:ext>
                  </a:extLst>
                </p14:cNvPr>
                <p14:cNvContentPartPr/>
                <p14:nvPr/>
              </p14:nvContentPartPr>
              <p14:xfrm>
                <a:off x="4279487" y="2353342"/>
                <a:ext cx="117000" cy="155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E7CBAFB-A1BC-8EFB-A4CD-48BFFB5BDC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61847" y="2335342"/>
                  <a:ext cx="1526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4EF93A3-7C8D-357B-ADB5-39D570DD4F20}"/>
                    </a:ext>
                  </a:extLst>
                </p14:cNvPr>
                <p14:cNvContentPartPr/>
                <p14:nvPr/>
              </p14:nvContentPartPr>
              <p14:xfrm>
                <a:off x="4575047" y="2184862"/>
                <a:ext cx="93240" cy="325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4EF93A3-7C8D-357B-ADB5-39D570DD4F2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57047" y="2167222"/>
                  <a:ext cx="1288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D8CB30-6778-0B4E-3C91-D3E35A440021}"/>
                    </a:ext>
                  </a:extLst>
                </p14:cNvPr>
                <p14:cNvContentPartPr/>
                <p14:nvPr/>
              </p14:nvContentPartPr>
              <p14:xfrm>
                <a:off x="4555967" y="2267302"/>
                <a:ext cx="235800" cy="5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D8CB30-6778-0B4E-3C91-D3E35A4400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38327" y="2249302"/>
                  <a:ext cx="271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0F3D00-2FF6-6D72-236A-7F68C26C7C64}"/>
                    </a:ext>
                  </a:extLst>
                </p14:cNvPr>
                <p14:cNvContentPartPr/>
                <p14:nvPr/>
              </p14:nvContentPartPr>
              <p14:xfrm>
                <a:off x="4060967" y="2093422"/>
                <a:ext cx="178560" cy="38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0F3D00-2FF6-6D72-236A-7F68C26C7C6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43327" y="2075782"/>
                  <a:ext cx="2142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2188391-771A-6C31-A8C1-8935398811D0}"/>
                  </a:ext>
                </a:extLst>
              </p14:cNvPr>
              <p14:cNvContentPartPr/>
              <p14:nvPr/>
            </p14:nvContentPartPr>
            <p14:xfrm>
              <a:off x="5364887" y="2330302"/>
              <a:ext cx="723600" cy="7095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2188391-771A-6C31-A8C1-8935398811D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46887" y="2312302"/>
                <a:ext cx="759240" cy="74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4076EC7-071B-D490-7B6B-02A51556A512}"/>
              </a:ext>
            </a:extLst>
          </p:cNvPr>
          <p:cNvGrpSpPr/>
          <p:nvPr/>
        </p:nvGrpSpPr>
        <p:grpSpPr>
          <a:xfrm>
            <a:off x="6551447" y="2248582"/>
            <a:ext cx="955080" cy="882000"/>
            <a:chOff x="6551447" y="2248582"/>
            <a:chExt cx="955080" cy="88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70C7837-3B25-C35C-F1A5-7D59950C7E37}"/>
                    </a:ext>
                  </a:extLst>
                </p14:cNvPr>
                <p14:cNvContentPartPr/>
                <p14:nvPr/>
              </p14:nvContentPartPr>
              <p14:xfrm>
                <a:off x="6551447" y="2248582"/>
                <a:ext cx="407520" cy="882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70C7837-3B25-C35C-F1A5-7D59950C7E3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33447" y="2230942"/>
                  <a:ext cx="44316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986D4B-69BA-5392-99B2-29C77EA2CA94}"/>
                    </a:ext>
                  </a:extLst>
                </p14:cNvPr>
                <p14:cNvContentPartPr/>
                <p14:nvPr/>
              </p14:nvContentPartPr>
              <p14:xfrm>
                <a:off x="6968687" y="2531182"/>
                <a:ext cx="189000" cy="19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986D4B-69BA-5392-99B2-29C77EA2CA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50687" y="2513542"/>
                  <a:ext cx="224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798465F-6593-9E44-A44E-C80436EDEFC4}"/>
                    </a:ext>
                  </a:extLst>
                </p14:cNvPr>
                <p14:cNvContentPartPr/>
                <p14:nvPr/>
              </p14:nvContentPartPr>
              <p14:xfrm>
                <a:off x="7245887" y="2574022"/>
                <a:ext cx="21960" cy="132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798465F-6593-9E44-A44E-C80436EDEFC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27887" y="2556382"/>
                  <a:ext cx="57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0CFE672-69F3-7BB6-24A3-366CB620857C}"/>
                    </a:ext>
                  </a:extLst>
                </p14:cNvPr>
                <p14:cNvContentPartPr/>
                <p14:nvPr/>
              </p14:nvContentPartPr>
              <p14:xfrm>
                <a:off x="7363967" y="2599942"/>
                <a:ext cx="142560" cy="135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0CFE672-69F3-7BB6-24A3-366CB620857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45967" y="2582302"/>
                  <a:ext cx="178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C2861E4-23B8-2985-472B-02C8E738F5E7}"/>
                    </a:ext>
                  </a:extLst>
                </p14:cNvPr>
                <p14:cNvContentPartPr/>
                <p14:nvPr/>
              </p14:nvContentPartPr>
              <p14:xfrm>
                <a:off x="7227887" y="2421742"/>
                <a:ext cx="125280" cy="7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C2861E4-23B8-2985-472B-02C8E738F5E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09887" y="2404102"/>
                  <a:ext cx="16092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47DC813-AA4D-362A-5789-DA5BD1C36431}"/>
                  </a:ext>
                </a:extLst>
              </p14:cNvPr>
              <p14:cNvContentPartPr/>
              <p14:nvPr/>
            </p14:nvContentPartPr>
            <p14:xfrm>
              <a:off x="8122847" y="2457742"/>
              <a:ext cx="392760" cy="737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47DC813-AA4D-362A-5789-DA5BD1C3643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105207" y="2440102"/>
                <a:ext cx="428400" cy="77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FEC6ED1-9499-31C8-6A03-BE2A8D606AAB}"/>
              </a:ext>
            </a:extLst>
          </p:cNvPr>
          <p:cNvGrpSpPr/>
          <p:nvPr/>
        </p:nvGrpSpPr>
        <p:grpSpPr>
          <a:xfrm>
            <a:off x="8886047" y="2458462"/>
            <a:ext cx="1212840" cy="789480"/>
            <a:chOff x="8886047" y="2458462"/>
            <a:chExt cx="1212840" cy="78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9FB1BEB-417A-03B6-EA6E-162BAC268143}"/>
                    </a:ext>
                  </a:extLst>
                </p14:cNvPr>
                <p14:cNvContentPartPr/>
                <p14:nvPr/>
              </p14:nvContentPartPr>
              <p14:xfrm>
                <a:off x="8886047" y="2580142"/>
                <a:ext cx="200880" cy="667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9FB1BEB-417A-03B6-EA6E-162BAC26814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868407" y="2562142"/>
                  <a:ext cx="23652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81AF5C0-446D-4080-2BFC-4E3AFEFB2D58}"/>
                    </a:ext>
                  </a:extLst>
                </p14:cNvPr>
                <p14:cNvContentPartPr/>
                <p14:nvPr/>
              </p14:nvContentPartPr>
              <p14:xfrm>
                <a:off x="8970647" y="2586622"/>
                <a:ext cx="234000" cy="162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81AF5C0-446D-4080-2BFC-4E3AFEFB2D5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53007" y="2568622"/>
                  <a:ext cx="269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24FA111-D6A2-4FB5-ABA2-D274DBC0E4D7}"/>
                    </a:ext>
                  </a:extLst>
                </p14:cNvPr>
                <p14:cNvContentPartPr/>
                <p14:nvPr/>
              </p14:nvContentPartPr>
              <p14:xfrm>
                <a:off x="9238127" y="2585902"/>
                <a:ext cx="95760" cy="123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24FA111-D6A2-4FB5-ABA2-D274DBC0E4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220127" y="2567902"/>
                  <a:ext cx="1314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C104253-A792-8047-4423-4AE5F5E33BD6}"/>
                    </a:ext>
                  </a:extLst>
                </p14:cNvPr>
                <p14:cNvContentPartPr/>
                <p14:nvPr/>
              </p14:nvContentPartPr>
              <p14:xfrm>
                <a:off x="9424607" y="2592742"/>
                <a:ext cx="18360" cy="147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C104253-A792-8047-4423-4AE5F5E33BD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406967" y="2574742"/>
                  <a:ext cx="54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277259C-1EF1-3395-B6B6-B7D92ADC6448}"/>
                    </a:ext>
                  </a:extLst>
                </p14:cNvPr>
                <p14:cNvContentPartPr/>
                <p14:nvPr/>
              </p14:nvContentPartPr>
              <p14:xfrm>
                <a:off x="9445847" y="2495542"/>
                <a:ext cx="21240" cy="39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277259C-1EF1-3395-B6B6-B7D92ADC64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27847" y="2477542"/>
                  <a:ext cx="56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D83CB98-06D8-0DB7-38D3-429F54AC2C09}"/>
                    </a:ext>
                  </a:extLst>
                </p14:cNvPr>
                <p14:cNvContentPartPr/>
                <p14:nvPr/>
              </p14:nvContentPartPr>
              <p14:xfrm>
                <a:off x="9529727" y="2586262"/>
                <a:ext cx="140400" cy="13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D83CB98-06D8-0DB7-38D3-429F54AC2C0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512087" y="2568622"/>
                  <a:ext cx="176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73A07CA-0888-B67E-1B90-8A98C59BC12B}"/>
                    </a:ext>
                  </a:extLst>
                </p14:cNvPr>
                <p14:cNvContentPartPr/>
                <p14:nvPr/>
              </p14:nvContentPartPr>
              <p14:xfrm>
                <a:off x="9844727" y="2458462"/>
                <a:ext cx="59400" cy="261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73A07CA-0888-B67E-1B90-8A98C59BC12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26727" y="2440462"/>
                  <a:ext cx="95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E0AF31A-110A-E434-86EF-4D8E40F06827}"/>
                    </a:ext>
                  </a:extLst>
                </p14:cNvPr>
                <p14:cNvContentPartPr/>
                <p14:nvPr/>
              </p14:nvContentPartPr>
              <p14:xfrm>
                <a:off x="9961727" y="2581582"/>
                <a:ext cx="137160" cy="151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E0AF31A-110A-E434-86EF-4D8E40F0682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43727" y="2563582"/>
                  <a:ext cx="172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744FF01-345C-70E4-996B-ED7CBCBFC219}"/>
                    </a:ext>
                  </a:extLst>
                </p14:cNvPr>
                <p14:cNvContentPartPr/>
                <p14:nvPr/>
              </p14:nvContentPartPr>
              <p14:xfrm>
                <a:off x="9775247" y="2485822"/>
                <a:ext cx="239400" cy="70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744FF01-345C-70E4-996B-ED7CBCBFC2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57607" y="2467822"/>
                  <a:ext cx="27504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DAC924E-7832-9965-65DA-F5BDC95A84C0}"/>
              </a:ext>
            </a:extLst>
          </p:cNvPr>
          <p:cNvGrpSpPr/>
          <p:nvPr/>
        </p:nvGrpSpPr>
        <p:grpSpPr>
          <a:xfrm>
            <a:off x="10579487" y="2540182"/>
            <a:ext cx="391320" cy="359640"/>
            <a:chOff x="10579487" y="2540182"/>
            <a:chExt cx="3913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8D05AD8-C253-4BAD-6E55-8AE580D39DDA}"/>
                    </a:ext>
                  </a:extLst>
                </p14:cNvPr>
                <p14:cNvContentPartPr/>
                <p14:nvPr/>
              </p14:nvContentPartPr>
              <p14:xfrm>
                <a:off x="10579487" y="2540182"/>
                <a:ext cx="223920" cy="21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8D05AD8-C253-4BAD-6E55-8AE580D39DD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61847" y="2522542"/>
                  <a:ext cx="2595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44D9480-4A3B-BFC9-62A2-84CAE297E034}"/>
                    </a:ext>
                  </a:extLst>
                </p14:cNvPr>
                <p14:cNvContentPartPr/>
                <p14:nvPr/>
              </p14:nvContentPartPr>
              <p14:xfrm>
                <a:off x="10891247" y="2709022"/>
                <a:ext cx="79560" cy="190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44D9480-4A3B-BFC9-62A2-84CAE297E03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73247" y="2691022"/>
                  <a:ext cx="11520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F84337B-6064-E7BF-3009-78526A7867D8}"/>
              </a:ext>
            </a:extLst>
          </p:cNvPr>
          <p:cNvGrpSpPr/>
          <p:nvPr/>
        </p:nvGrpSpPr>
        <p:grpSpPr>
          <a:xfrm>
            <a:off x="395807" y="3000982"/>
            <a:ext cx="1335960" cy="521280"/>
            <a:chOff x="395807" y="3000982"/>
            <a:chExt cx="133596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58CAB15-120D-3478-F2A2-FFF0D0DBF92F}"/>
                    </a:ext>
                  </a:extLst>
                </p14:cNvPr>
                <p14:cNvContentPartPr/>
                <p14:nvPr/>
              </p14:nvContentPartPr>
              <p14:xfrm>
                <a:off x="395807" y="3171622"/>
                <a:ext cx="181800" cy="201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58CAB15-120D-3478-F2A2-FFF0D0DBF9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8167" y="3153622"/>
                  <a:ext cx="217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0A42DC1-0BB1-0CFF-C95B-7DBC14B9F7E7}"/>
                    </a:ext>
                  </a:extLst>
                </p14:cNvPr>
                <p14:cNvContentPartPr/>
                <p14:nvPr/>
              </p14:nvContentPartPr>
              <p14:xfrm>
                <a:off x="641327" y="3220222"/>
                <a:ext cx="142560" cy="141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0A42DC1-0BB1-0CFF-C95B-7DBC14B9F7E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3687" y="3202222"/>
                  <a:ext cx="178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70E981-72DA-EA4F-DCDE-AD466AEE9F9E}"/>
                    </a:ext>
                  </a:extLst>
                </p14:cNvPr>
                <p14:cNvContentPartPr/>
                <p14:nvPr/>
              </p14:nvContentPartPr>
              <p14:xfrm>
                <a:off x="835367" y="3000982"/>
                <a:ext cx="198000" cy="388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70E981-72DA-EA4F-DCDE-AD466AEE9F9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7367" y="2982982"/>
                  <a:ext cx="2336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361F95C-8CC7-0F37-1863-DFE8E916E4ED}"/>
                    </a:ext>
                  </a:extLst>
                </p14:cNvPr>
                <p14:cNvContentPartPr/>
                <p14:nvPr/>
              </p14:nvContentPartPr>
              <p14:xfrm>
                <a:off x="1306967" y="3234262"/>
                <a:ext cx="198360" cy="172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361F95C-8CC7-0F37-1863-DFE8E916E4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88967" y="3216262"/>
                  <a:ext cx="234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EA84866-F111-5466-8A17-23DCE7CF7E2D}"/>
                    </a:ext>
                  </a:extLst>
                </p14:cNvPr>
                <p14:cNvContentPartPr/>
                <p14:nvPr/>
              </p14:nvContentPartPr>
              <p14:xfrm>
                <a:off x="1528727" y="3370702"/>
                <a:ext cx="203040" cy="151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EA84866-F111-5466-8A17-23DCE7CF7E2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10727" y="3353062"/>
                  <a:ext cx="23868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AD52702-671A-6333-0B49-AB55FE5BC979}"/>
              </a:ext>
            </a:extLst>
          </p:cNvPr>
          <p:cNvGrpSpPr/>
          <p:nvPr/>
        </p:nvGrpSpPr>
        <p:grpSpPr>
          <a:xfrm>
            <a:off x="2153327" y="3238582"/>
            <a:ext cx="499320" cy="187920"/>
            <a:chOff x="2153327" y="3238582"/>
            <a:chExt cx="49932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6C1DCFD-7B53-A15B-1EBA-DC77C4F4F7B6}"/>
                    </a:ext>
                  </a:extLst>
                </p14:cNvPr>
                <p14:cNvContentPartPr/>
                <p14:nvPr/>
              </p14:nvContentPartPr>
              <p14:xfrm>
                <a:off x="2153327" y="3245062"/>
                <a:ext cx="33480" cy="181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6C1DCFD-7B53-A15B-1EBA-DC77C4F4F7B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35327" y="3227422"/>
                  <a:ext cx="69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5E45692-7AE3-4D4F-0F19-C3430658FD51}"/>
                    </a:ext>
                  </a:extLst>
                </p14:cNvPr>
                <p14:cNvContentPartPr/>
                <p14:nvPr/>
              </p14:nvContentPartPr>
              <p14:xfrm>
                <a:off x="2447447" y="3238582"/>
                <a:ext cx="205200" cy="132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5E45692-7AE3-4D4F-0F19-C3430658FD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29807" y="3220942"/>
                  <a:ext cx="24084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8F2CD4A-C7F1-7772-B8BE-478DF661D583}"/>
                  </a:ext>
                </a:extLst>
              </p14:cNvPr>
              <p14:cNvContentPartPr/>
              <p14:nvPr/>
            </p14:nvContentPartPr>
            <p14:xfrm>
              <a:off x="2289767" y="3020062"/>
              <a:ext cx="164880" cy="277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8F2CD4A-C7F1-7772-B8BE-478DF661D58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271767" y="3002062"/>
                <a:ext cx="2005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24206D2-E0E4-3011-6B5E-D415C388C902}"/>
                  </a:ext>
                </a:extLst>
              </p14:cNvPr>
              <p14:cNvContentPartPr/>
              <p14:nvPr/>
            </p14:nvContentPartPr>
            <p14:xfrm>
              <a:off x="3026327" y="3085222"/>
              <a:ext cx="324000" cy="3301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24206D2-E0E4-3011-6B5E-D415C388C90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008687" y="3067222"/>
                <a:ext cx="35964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48A54D6-A54B-8AC7-9FF4-B58435C4DC61}"/>
              </a:ext>
            </a:extLst>
          </p:cNvPr>
          <p:cNvGrpSpPr/>
          <p:nvPr/>
        </p:nvGrpSpPr>
        <p:grpSpPr>
          <a:xfrm>
            <a:off x="3946847" y="3252622"/>
            <a:ext cx="864720" cy="268200"/>
            <a:chOff x="3946847" y="3252622"/>
            <a:chExt cx="86472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D331894-317B-30F8-91F7-DDF15CE0A9B8}"/>
                    </a:ext>
                  </a:extLst>
                </p14:cNvPr>
                <p14:cNvContentPartPr/>
                <p14:nvPr/>
              </p14:nvContentPartPr>
              <p14:xfrm>
                <a:off x="3946847" y="3299782"/>
                <a:ext cx="196200" cy="194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D331894-317B-30F8-91F7-DDF15CE0A9B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29207" y="3281782"/>
                  <a:ext cx="231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5016E01-F280-746A-BD18-C965CA2E67A0}"/>
                    </a:ext>
                  </a:extLst>
                </p14:cNvPr>
                <p14:cNvContentPartPr/>
                <p14:nvPr/>
              </p14:nvContentPartPr>
              <p14:xfrm>
                <a:off x="4260047" y="3333262"/>
                <a:ext cx="141840" cy="186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5016E01-F280-746A-BD18-C965CA2E67A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42047" y="3315262"/>
                  <a:ext cx="177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340DA61-2042-2424-2601-174F26D5D608}"/>
                    </a:ext>
                  </a:extLst>
                </p14:cNvPr>
                <p14:cNvContentPartPr/>
                <p14:nvPr/>
              </p14:nvContentPartPr>
              <p14:xfrm>
                <a:off x="4457327" y="3252622"/>
                <a:ext cx="354240" cy="268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340DA61-2042-2424-2601-174F26D5D60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39327" y="3234622"/>
                  <a:ext cx="38988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086EB4D-E5F9-670D-97A8-4E1269F919F9}"/>
              </a:ext>
            </a:extLst>
          </p:cNvPr>
          <p:cNvGrpSpPr/>
          <p:nvPr/>
        </p:nvGrpSpPr>
        <p:grpSpPr>
          <a:xfrm>
            <a:off x="5111087" y="3301942"/>
            <a:ext cx="1161360" cy="345240"/>
            <a:chOff x="5111087" y="3301942"/>
            <a:chExt cx="116136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7B940AC-69E4-2301-E849-F3115EB8CE1D}"/>
                    </a:ext>
                  </a:extLst>
                </p14:cNvPr>
                <p14:cNvContentPartPr/>
                <p14:nvPr/>
              </p14:nvContentPartPr>
              <p14:xfrm>
                <a:off x="5130527" y="3301942"/>
                <a:ext cx="292320" cy="320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7B940AC-69E4-2301-E849-F3115EB8CE1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12527" y="3284302"/>
                  <a:ext cx="3279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BC3AFA5-E2BF-E687-9CAC-B854D9A66A0C}"/>
                    </a:ext>
                  </a:extLst>
                </p14:cNvPr>
                <p14:cNvContentPartPr/>
                <p14:nvPr/>
              </p14:nvContentPartPr>
              <p14:xfrm>
                <a:off x="5526167" y="3311302"/>
                <a:ext cx="169920" cy="326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BC3AFA5-E2BF-E687-9CAC-B854D9A66A0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08167" y="3293302"/>
                  <a:ext cx="2055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6839810-88F5-B707-A40A-6BDE5D3B4CD0}"/>
                    </a:ext>
                  </a:extLst>
                </p14:cNvPr>
                <p14:cNvContentPartPr/>
                <p14:nvPr/>
              </p14:nvContentPartPr>
              <p14:xfrm>
                <a:off x="5813807" y="3319582"/>
                <a:ext cx="362880" cy="327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6839810-88F5-B707-A40A-6BDE5D3B4CD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96167" y="3301582"/>
                  <a:ext cx="3985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DB4CA68-EE95-E0A6-4030-0D22FEA80009}"/>
                    </a:ext>
                  </a:extLst>
                </p14:cNvPr>
                <p14:cNvContentPartPr/>
                <p14:nvPr/>
              </p14:nvContentPartPr>
              <p14:xfrm>
                <a:off x="6013607" y="3394102"/>
                <a:ext cx="258840" cy="38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DB4CA68-EE95-E0A6-4030-0D22FEA800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95967" y="3376462"/>
                  <a:ext cx="294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65930FC-0DF9-0E71-650D-9BA0DB620138}"/>
                    </a:ext>
                  </a:extLst>
                </p14:cNvPr>
                <p14:cNvContentPartPr/>
                <p14:nvPr/>
              </p14:nvContentPartPr>
              <p14:xfrm>
                <a:off x="5111087" y="3327142"/>
                <a:ext cx="163800" cy="8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65930FC-0DF9-0E71-650D-9BA0DB62013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93447" y="3309502"/>
                  <a:ext cx="1994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C8839DA-FF9C-C334-7A2E-C35BE88014DD}"/>
              </a:ext>
            </a:extLst>
          </p:cNvPr>
          <p:cNvGrpSpPr/>
          <p:nvPr/>
        </p:nvGrpSpPr>
        <p:grpSpPr>
          <a:xfrm>
            <a:off x="3204527" y="4007182"/>
            <a:ext cx="4203360" cy="578520"/>
            <a:chOff x="3204527" y="4007182"/>
            <a:chExt cx="4203360" cy="5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51B35F5-658A-3D30-2C5A-21865E84805E}"/>
                    </a:ext>
                  </a:extLst>
                </p14:cNvPr>
                <p14:cNvContentPartPr/>
                <p14:nvPr/>
              </p14:nvContentPartPr>
              <p14:xfrm>
                <a:off x="3204527" y="4150462"/>
                <a:ext cx="345240" cy="228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51B35F5-658A-3D30-2C5A-21865E84805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86887" y="4132822"/>
                  <a:ext cx="380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A06A3B6-0AD1-B244-D67A-11ED0EC78451}"/>
                    </a:ext>
                  </a:extLst>
                </p14:cNvPr>
                <p14:cNvContentPartPr/>
                <p14:nvPr/>
              </p14:nvContentPartPr>
              <p14:xfrm>
                <a:off x="3701687" y="4204462"/>
                <a:ext cx="135360" cy="9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A06A3B6-0AD1-B244-D67A-11ED0EC7845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684047" y="4186822"/>
                  <a:ext cx="171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17F7D2C-8FAE-14B8-0CF1-E0D33F373565}"/>
                    </a:ext>
                  </a:extLst>
                </p14:cNvPr>
                <p14:cNvContentPartPr/>
                <p14:nvPr/>
              </p14:nvContentPartPr>
              <p14:xfrm>
                <a:off x="3725807" y="4264942"/>
                <a:ext cx="202680" cy="19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17F7D2C-8FAE-14B8-0CF1-E0D33F37356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08167" y="4247302"/>
                  <a:ext cx="238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25FB9B1-BA94-DC7D-715A-67D96A1DBFBD}"/>
                    </a:ext>
                  </a:extLst>
                </p14:cNvPr>
                <p14:cNvContentPartPr/>
                <p14:nvPr/>
              </p14:nvContentPartPr>
              <p14:xfrm>
                <a:off x="4024607" y="4007182"/>
                <a:ext cx="355680" cy="425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25FB9B1-BA94-DC7D-715A-67D96A1DBFB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06967" y="3989182"/>
                  <a:ext cx="39132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F0E3F3F-CDC6-95A9-F530-F9CF08CA03DC}"/>
                    </a:ext>
                  </a:extLst>
                </p14:cNvPr>
                <p14:cNvContentPartPr/>
                <p14:nvPr/>
              </p14:nvContentPartPr>
              <p14:xfrm>
                <a:off x="4464887" y="4208062"/>
                <a:ext cx="203400" cy="17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F0E3F3F-CDC6-95A9-F530-F9CF08CA03D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46887" y="4190422"/>
                  <a:ext cx="239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9DB4BAA-3226-AD88-823F-A238E93CEBC0}"/>
                    </a:ext>
                  </a:extLst>
                </p14:cNvPr>
                <p14:cNvContentPartPr/>
                <p14:nvPr/>
              </p14:nvContentPartPr>
              <p14:xfrm>
                <a:off x="4798967" y="4331182"/>
                <a:ext cx="86400" cy="183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9DB4BAA-3226-AD88-823F-A238E93CEBC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80967" y="4313182"/>
                  <a:ext cx="122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14C2463-97E5-A5A8-452B-FE82E6CFDADE}"/>
                    </a:ext>
                  </a:extLst>
                </p14:cNvPr>
                <p14:cNvContentPartPr/>
                <p14:nvPr/>
              </p14:nvContentPartPr>
              <p14:xfrm>
                <a:off x="5074367" y="4280062"/>
                <a:ext cx="232560" cy="37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14C2463-97E5-A5A8-452B-FE82E6CFDAD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56367" y="4262422"/>
                  <a:ext cx="268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016943-EB07-AF58-55A7-26257F4698C3}"/>
                    </a:ext>
                  </a:extLst>
                </p14:cNvPr>
                <p14:cNvContentPartPr/>
                <p14:nvPr/>
              </p14:nvContentPartPr>
              <p14:xfrm>
                <a:off x="5172287" y="4174222"/>
                <a:ext cx="64080" cy="269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016943-EB07-AF58-55A7-26257F4698C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154647" y="4156222"/>
                  <a:ext cx="997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870856B-389B-776C-A61C-7173969E0620}"/>
                    </a:ext>
                  </a:extLst>
                </p14:cNvPr>
                <p14:cNvContentPartPr/>
                <p14:nvPr/>
              </p14:nvContentPartPr>
              <p14:xfrm>
                <a:off x="5488367" y="4025542"/>
                <a:ext cx="209160" cy="560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870856B-389B-776C-A61C-7173969E062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70367" y="4007542"/>
                  <a:ext cx="24480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5BEAAE6-3103-C4D8-00FB-7913CE91E954}"/>
                    </a:ext>
                  </a:extLst>
                </p14:cNvPr>
                <p14:cNvContentPartPr/>
                <p14:nvPr/>
              </p14:nvContentPartPr>
              <p14:xfrm>
                <a:off x="5796527" y="4157302"/>
                <a:ext cx="90720" cy="266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5BEAAE6-3103-C4D8-00FB-7913CE91E95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778887" y="4139662"/>
                  <a:ext cx="1263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4F6C565-1F64-FEAB-1791-7DDF45C9F7A5}"/>
                    </a:ext>
                  </a:extLst>
                </p14:cNvPr>
                <p14:cNvContentPartPr/>
                <p14:nvPr/>
              </p14:nvContentPartPr>
              <p14:xfrm>
                <a:off x="5964287" y="4266742"/>
                <a:ext cx="137160" cy="43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4F6C565-1F64-FEAB-1791-7DDF45C9F7A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46287" y="4249102"/>
                  <a:ext cx="172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351DC3B-CAFF-02B7-47BA-C93CB5F7CC2A}"/>
                    </a:ext>
                  </a:extLst>
                </p14:cNvPr>
                <p14:cNvContentPartPr/>
                <p14:nvPr/>
              </p14:nvContentPartPr>
              <p14:xfrm>
                <a:off x="6184247" y="4127062"/>
                <a:ext cx="282600" cy="278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351DC3B-CAFF-02B7-47BA-C93CB5F7CC2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166607" y="4109422"/>
                  <a:ext cx="318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A69E205-C933-BA1F-297A-309387B7E9FE}"/>
                    </a:ext>
                  </a:extLst>
                </p14:cNvPr>
                <p14:cNvContentPartPr/>
                <p14:nvPr/>
              </p14:nvContentPartPr>
              <p14:xfrm>
                <a:off x="6522287" y="4010782"/>
                <a:ext cx="155160" cy="483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A69E205-C933-BA1F-297A-309387B7E9F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04287" y="3993142"/>
                  <a:ext cx="1908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723DE72-C055-4F79-1EA8-49F81D14F4DD}"/>
                    </a:ext>
                  </a:extLst>
                </p14:cNvPr>
                <p14:cNvContentPartPr/>
                <p14:nvPr/>
              </p14:nvContentPartPr>
              <p14:xfrm>
                <a:off x="6822167" y="4221022"/>
                <a:ext cx="271800" cy="191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723DE72-C055-4F79-1EA8-49F81D14F4D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04167" y="4203022"/>
                  <a:ext cx="307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E7E390A-AB13-91E0-344E-D87B7AEBBDF4}"/>
                    </a:ext>
                  </a:extLst>
                </p14:cNvPr>
                <p14:cNvContentPartPr/>
                <p14:nvPr/>
              </p14:nvContentPartPr>
              <p14:xfrm>
                <a:off x="7200167" y="4350262"/>
                <a:ext cx="207720" cy="152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E7E390A-AB13-91E0-344E-D87B7AEBBDF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82167" y="4332622"/>
                  <a:ext cx="243360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2D576CD7-D563-BED5-5CC8-4A1404642DD4}"/>
                  </a:ext>
                </a:extLst>
              </p14:cNvPr>
              <p14:cNvContentPartPr/>
              <p14:nvPr/>
            </p14:nvContentPartPr>
            <p14:xfrm>
              <a:off x="8278007" y="4329022"/>
              <a:ext cx="32040" cy="662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2D576CD7-D563-BED5-5CC8-4A1404642DD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260367" y="4311022"/>
                <a:ext cx="67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A210055-8D30-CD1D-66E2-B5B9550833CF}"/>
                  </a:ext>
                </a:extLst>
              </p14:cNvPr>
              <p14:cNvContentPartPr/>
              <p14:nvPr/>
            </p14:nvContentPartPr>
            <p14:xfrm>
              <a:off x="8110247" y="4550782"/>
              <a:ext cx="183240" cy="2970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A210055-8D30-CD1D-66E2-B5B9550833CF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092247" y="4532782"/>
                <a:ext cx="218880" cy="33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EC3D1B1-A184-8312-7104-3403836AED75}"/>
              </a:ext>
            </a:extLst>
          </p:cNvPr>
          <p:cNvGrpSpPr/>
          <p:nvPr/>
        </p:nvGrpSpPr>
        <p:grpSpPr>
          <a:xfrm>
            <a:off x="8659607" y="4257022"/>
            <a:ext cx="1582200" cy="294480"/>
            <a:chOff x="8659607" y="4257022"/>
            <a:chExt cx="15822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604C2E2-0A89-22D9-A9DD-7AC31296DA0C}"/>
                    </a:ext>
                  </a:extLst>
                </p14:cNvPr>
                <p14:cNvContentPartPr/>
                <p14:nvPr/>
              </p14:nvContentPartPr>
              <p14:xfrm>
                <a:off x="8659607" y="4305622"/>
                <a:ext cx="23472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604C2E2-0A89-22D9-A9DD-7AC31296DA0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41607" y="4287982"/>
                  <a:ext cx="270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BB8E8C5-CB4E-A963-0F91-891ECDF8FF6E}"/>
                    </a:ext>
                  </a:extLst>
                </p14:cNvPr>
                <p14:cNvContentPartPr/>
                <p14:nvPr/>
              </p14:nvContentPartPr>
              <p14:xfrm>
                <a:off x="9049127" y="4338022"/>
                <a:ext cx="225720" cy="213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BB8E8C5-CB4E-A963-0F91-891ECDF8FF6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31127" y="4320022"/>
                  <a:ext cx="261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5F0C3D0-9F52-11D0-4C80-3F4C9F3AE12C}"/>
                    </a:ext>
                  </a:extLst>
                </p14:cNvPr>
                <p14:cNvContentPartPr/>
                <p14:nvPr/>
              </p14:nvContentPartPr>
              <p14:xfrm>
                <a:off x="9408047" y="4257022"/>
                <a:ext cx="316440" cy="293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5F0C3D0-9F52-11D0-4C80-3F4C9F3AE1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90407" y="4239022"/>
                  <a:ext cx="352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F78F201-BE02-8EDC-0731-33693FD00B0D}"/>
                    </a:ext>
                  </a:extLst>
                </p14:cNvPr>
                <p14:cNvContentPartPr/>
                <p14:nvPr/>
              </p14:nvContentPartPr>
              <p14:xfrm>
                <a:off x="9972527" y="4331542"/>
                <a:ext cx="269280" cy="205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F78F201-BE02-8EDC-0731-33693FD00B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54527" y="4313542"/>
                  <a:ext cx="30492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9CE7674-98C3-1A3E-A4F4-66B78867B0C9}"/>
                  </a:ext>
                </a:extLst>
              </p14:cNvPr>
              <p14:cNvContentPartPr/>
              <p14:nvPr/>
            </p14:nvContentPartPr>
            <p14:xfrm>
              <a:off x="10664087" y="4200142"/>
              <a:ext cx="47160" cy="444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9CE7674-98C3-1A3E-A4F4-66B78867B0C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646447" y="4182502"/>
                <a:ext cx="82800" cy="47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E794EFC3-7D3D-0F7A-C49B-88223B449ECB}"/>
              </a:ext>
            </a:extLst>
          </p:cNvPr>
          <p:cNvGrpSpPr/>
          <p:nvPr/>
        </p:nvGrpSpPr>
        <p:grpSpPr>
          <a:xfrm>
            <a:off x="346487" y="5104822"/>
            <a:ext cx="959040" cy="429480"/>
            <a:chOff x="346487" y="5104822"/>
            <a:chExt cx="95904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F9DC3D1-CEBB-749D-D0A3-6BD07C931397}"/>
                    </a:ext>
                  </a:extLst>
                </p14:cNvPr>
                <p14:cNvContentPartPr/>
                <p14:nvPr/>
              </p14:nvContentPartPr>
              <p14:xfrm>
                <a:off x="346487" y="5169982"/>
                <a:ext cx="47880" cy="364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F9DC3D1-CEBB-749D-D0A3-6BD07C93139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28847" y="5151982"/>
                  <a:ext cx="835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627A02A-97E5-96BB-AEE2-8DE76E3E2BB6}"/>
                    </a:ext>
                  </a:extLst>
                </p14:cNvPr>
                <p14:cNvContentPartPr/>
                <p14:nvPr/>
              </p14:nvContentPartPr>
              <p14:xfrm>
                <a:off x="392927" y="5155222"/>
                <a:ext cx="112320" cy="275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627A02A-97E5-96BB-AEE2-8DE76E3E2BB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74927" y="5137582"/>
                  <a:ext cx="147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DAFF951-04EB-96CF-B49D-D8486E61B97E}"/>
                    </a:ext>
                  </a:extLst>
                </p14:cNvPr>
                <p14:cNvContentPartPr/>
                <p14:nvPr/>
              </p14:nvContentPartPr>
              <p14:xfrm>
                <a:off x="566087" y="5104822"/>
                <a:ext cx="47880" cy="238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DAFF951-04EB-96CF-B49D-D8486E61B97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8447" y="5087182"/>
                  <a:ext cx="83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089EB45-5276-4B82-78C0-F02FA540FE3B}"/>
                    </a:ext>
                  </a:extLst>
                </p14:cNvPr>
                <p14:cNvContentPartPr/>
                <p14:nvPr/>
              </p14:nvContentPartPr>
              <p14:xfrm>
                <a:off x="658607" y="5252782"/>
                <a:ext cx="109080" cy="155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089EB45-5276-4B82-78C0-F02FA540FE3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40967" y="5234782"/>
                  <a:ext cx="144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D726A40-5C8A-3E45-447B-AD4EE9A381A3}"/>
                    </a:ext>
                  </a:extLst>
                </p14:cNvPr>
                <p14:cNvContentPartPr/>
                <p14:nvPr/>
              </p14:nvContentPartPr>
              <p14:xfrm>
                <a:off x="971807" y="5152342"/>
                <a:ext cx="333720" cy="366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D726A40-5C8A-3E45-447B-AD4EE9A381A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53807" y="5134702"/>
                  <a:ext cx="3693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378D877-2B70-B1D3-7D01-88C5F12F2EFB}"/>
                    </a:ext>
                  </a:extLst>
                </p14:cNvPr>
                <p14:cNvContentPartPr/>
                <p14:nvPr/>
              </p14:nvContentPartPr>
              <p14:xfrm>
                <a:off x="895127" y="5213182"/>
                <a:ext cx="264960" cy="52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378D877-2B70-B1D3-7D01-88C5F12F2EF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7127" y="5195182"/>
                  <a:ext cx="300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3FB5ADA-029D-3693-5E38-E0C9C1067143}"/>
                    </a:ext>
                  </a:extLst>
                </p14:cNvPr>
                <p14:cNvContentPartPr/>
                <p14:nvPr/>
              </p14:nvContentPartPr>
              <p14:xfrm>
                <a:off x="504527" y="5109502"/>
                <a:ext cx="93960" cy="4057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3FB5ADA-029D-3693-5E38-E0C9C106714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86887" y="5091502"/>
                  <a:ext cx="129600" cy="44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C9FB04A-C728-D519-2606-B7284AEF7CF0}"/>
                  </a:ext>
                </a:extLst>
              </p14:cNvPr>
              <p14:cNvContentPartPr/>
              <p14:nvPr/>
            </p14:nvContentPartPr>
            <p14:xfrm>
              <a:off x="1645727" y="5180782"/>
              <a:ext cx="9360" cy="169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C9FB04A-C728-D519-2606-B7284AEF7CF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628087" y="5162782"/>
                <a:ext cx="450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9C91619-17DA-01EB-23E6-75DD5CD531CF}"/>
                  </a:ext>
                </a:extLst>
              </p14:cNvPr>
              <p14:cNvContentPartPr/>
              <p14:nvPr/>
            </p14:nvContentPartPr>
            <p14:xfrm>
              <a:off x="1597127" y="5456182"/>
              <a:ext cx="1440" cy="255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9C91619-17DA-01EB-23E6-75DD5CD531C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579127" y="5438542"/>
                <a:ext cx="370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43D36B1-C76A-3A7A-8AA8-3F16EF31FB87}"/>
                  </a:ext>
                </a:extLst>
              </p14:cNvPr>
              <p14:cNvContentPartPr/>
              <p14:nvPr/>
            </p14:nvContentPartPr>
            <p14:xfrm>
              <a:off x="2577767" y="5229022"/>
              <a:ext cx="1124280" cy="8402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43D36B1-C76A-3A7A-8AA8-3F16EF31FB87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2560127" y="5211382"/>
                <a:ext cx="1159920" cy="87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B3C7F02-7CFD-8514-6D25-C92E561D7D64}"/>
              </a:ext>
            </a:extLst>
          </p:cNvPr>
          <p:cNvGrpSpPr/>
          <p:nvPr/>
        </p:nvGrpSpPr>
        <p:grpSpPr>
          <a:xfrm>
            <a:off x="4138367" y="5282302"/>
            <a:ext cx="2752200" cy="830160"/>
            <a:chOff x="4138367" y="5282302"/>
            <a:chExt cx="2752200" cy="83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AB0115C-0905-D6A5-53B8-AA353684B9C3}"/>
                    </a:ext>
                  </a:extLst>
                </p14:cNvPr>
                <p14:cNvContentPartPr/>
                <p14:nvPr/>
              </p14:nvContentPartPr>
              <p14:xfrm>
                <a:off x="4138367" y="5452942"/>
                <a:ext cx="158760" cy="189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AB0115C-0905-D6A5-53B8-AA353684B9C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120727" y="5435302"/>
                  <a:ext cx="194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5AE22D9-4A20-481F-F413-407DD67CEE09}"/>
                    </a:ext>
                  </a:extLst>
                </p14:cNvPr>
                <p14:cNvContentPartPr/>
                <p14:nvPr/>
              </p14:nvContentPartPr>
              <p14:xfrm>
                <a:off x="4377047" y="5282302"/>
                <a:ext cx="338400" cy="401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5AE22D9-4A20-481F-F413-407DD67CEE0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59407" y="5264662"/>
                  <a:ext cx="3740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048E4DE-1939-C3CB-A90E-3478B86D537A}"/>
                    </a:ext>
                  </a:extLst>
                </p14:cNvPr>
                <p14:cNvContentPartPr/>
                <p14:nvPr/>
              </p14:nvContentPartPr>
              <p14:xfrm>
                <a:off x="4549487" y="5375542"/>
                <a:ext cx="277920" cy="46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048E4DE-1939-C3CB-A90E-3478B86D537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31847" y="5357902"/>
                  <a:ext cx="313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E7BEFEA-DD94-949D-35D6-DAD5EFFD1C82}"/>
                    </a:ext>
                  </a:extLst>
                </p14:cNvPr>
                <p14:cNvContentPartPr/>
                <p14:nvPr/>
              </p14:nvContentPartPr>
              <p14:xfrm>
                <a:off x="4768727" y="5471662"/>
                <a:ext cx="307440" cy="207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E7BEFEA-DD94-949D-35D6-DAD5EFFD1C8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51087" y="5453662"/>
                  <a:ext cx="343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07FDD05-9EAD-825A-EAAB-3EE0E9F10098}"/>
                    </a:ext>
                  </a:extLst>
                </p14:cNvPr>
                <p14:cNvContentPartPr/>
                <p14:nvPr/>
              </p14:nvContentPartPr>
              <p14:xfrm>
                <a:off x="5144927" y="5490742"/>
                <a:ext cx="586080" cy="182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07FDD05-9EAD-825A-EAAB-3EE0E9F1009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126927" y="5472742"/>
                  <a:ext cx="621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F629EB7-C6F4-E390-72EC-5F4EA2C9D4D7}"/>
                    </a:ext>
                  </a:extLst>
                </p14:cNvPr>
                <p14:cNvContentPartPr/>
                <p14:nvPr/>
              </p14:nvContentPartPr>
              <p14:xfrm>
                <a:off x="5950607" y="5312542"/>
                <a:ext cx="36720" cy="799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F629EB7-C6F4-E390-72EC-5F4EA2C9D4D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932967" y="5294542"/>
                  <a:ext cx="7236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B8D1BAD-4960-2C3F-5A08-0C24D459D65B}"/>
                    </a:ext>
                  </a:extLst>
                </p14:cNvPr>
                <p14:cNvContentPartPr/>
                <p14:nvPr/>
              </p14:nvContentPartPr>
              <p14:xfrm>
                <a:off x="5932247" y="5507662"/>
                <a:ext cx="237600" cy="180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B8D1BAD-4960-2C3F-5A08-0C24D459D65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14247" y="5490022"/>
                  <a:ext cx="273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109F253-8029-3D0B-1625-6950281EED7E}"/>
                    </a:ext>
                  </a:extLst>
                </p14:cNvPr>
                <p14:cNvContentPartPr/>
                <p14:nvPr/>
              </p14:nvContentPartPr>
              <p14:xfrm>
                <a:off x="6198647" y="5537542"/>
                <a:ext cx="100080" cy="143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109F253-8029-3D0B-1625-6950281EED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81007" y="5519542"/>
                  <a:ext cx="135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E546ADE-428D-62AB-E86E-82CCFD5573C3}"/>
                    </a:ext>
                  </a:extLst>
                </p14:cNvPr>
                <p14:cNvContentPartPr/>
                <p14:nvPr/>
              </p14:nvContentPartPr>
              <p14:xfrm>
                <a:off x="6340847" y="5568142"/>
                <a:ext cx="23760" cy="143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E546ADE-428D-62AB-E86E-82CCFD5573C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23207" y="5550142"/>
                  <a:ext cx="59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4F7E53-3C71-DFD3-285C-795348D32476}"/>
                    </a:ext>
                  </a:extLst>
                </p14:cNvPr>
                <p14:cNvContentPartPr/>
                <p14:nvPr/>
              </p14:nvContentPartPr>
              <p14:xfrm>
                <a:off x="6340847" y="5430982"/>
                <a:ext cx="7920" cy="42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4F7E53-3C71-DFD3-285C-795348D3247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323207" y="5412982"/>
                  <a:ext cx="43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7051387-2DE9-31F7-E821-C052E9D29385}"/>
                    </a:ext>
                  </a:extLst>
                </p14:cNvPr>
                <p14:cNvContentPartPr/>
                <p14:nvPr/>
              </p14:nvContentPartPr>
              <p14:xfrm>
                <a:off x="6405287" y="5529622"/>
                <a:ext cx="240840" cy="179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7051387-2DE9-31F7-E821-C052E9D2938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387287" y="5511982"/>
                  <a:ext cx="276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178CEF8-DE83-29B9-CB46-1264BBF55BCC}"/>
                    </a:ext>
                  </a:extLst>
                </p14:cNvPr>
                <p14:cNvContentPartPr/>
                <p14:nvPr/>
              </p14:nvContentPartPr>
              <p14:xfrm>
                <a:off x="6766367" y="5367622"/>
                <a:ext cx="34200" cy="3693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178CEF8-DE83-29B9-CB46-1264BBF55BC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748727" y="5349982"/>
                  <a:ext cx="698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5547A2D-10E1-006E-535B-5733259378A1}"/>
                    </a:ext>
                  </a:extLst>
                </p14:cNvPr>
                <p14:cNvContentPartPr/>
                <p14:nvPr/>
              </p14:nvContentPartPr>
              <p14:xfrm>
                <a:off x="6695447" y="5498302"/>
                <a:ext cx="195120" cy="72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547A2D-10E1-006E-535B-5733259378A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677447" y="5480662"/>
                  <a:ext cx="23076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E451DFD-9357-3793-B2FC-D48D9280259E}"/>
              </a:ext>
            </a:extLst>
          </p:cNvPr>
          <p:cNvGrpSpPr/>
          <p:nvPr/>
        </p:nvGrpSpPr>
        <p:grpSpPr>
          <a:xfrm>
            <a:off x="7297007" y="5524582"/>
            <a:ext cx="228960" cy="194760"/>
            <a:chOff x="7297007" y="5524582"/>
            <a:chExt cx="22896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480090A-76F8-C594-C57C-19E9674F2DA5}"/>
                    </a:ext>
                  </a:extLst>
                </p14:cNvPr>
                <p14:cNvContentPartPr/>
                <p14:nvPr/>
              </p14:nvContentPartPr>
              <p14:xfrm>
                <a:off x="7297007" y="5528542"/>
                <a:ext cx="47520" cy="190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480090A-76F8-C594-C57C-19E9674F2DA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279367" y="5510542"/>
                  <a:ext cx="83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E29983E-2F72-5629-C743-C6CE7590316B}"/>
                    </a:ext>
                  </a:extLst>
                </p14:cNvPr>
                <p14:cNvContentPartPr/>
                <p14:nvPr/>
              </p14:nvContentPartPr>
              <p14:xfrm>
                <a:off x="7407887" y="5524582"/>
                <a:ext cx="118080" cy="183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E29983E-2F72-5629-C743-C6CE7590316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389887" y="5506942"/>
                  <a:ext cx="15372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822123C1-7E2E-C8A9-F3D6-30326BFC601C}"/>
                  </a:ext>
                </a:extLst>
              </p14:cNvPr>
              <p14:cNvContentPartPr/>
              <p14:nvPr/>
            </p14:nvContentPartPr>
            <p14:xfrm>
              <a:off x="7462247" y="5258902"/>
              <a:ext cx="2160" cy="432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822123C1-7E2E-C8A9-F3D6-30326BFC601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444607" y="5240902"/>
                <a:ext cx="378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52F174B4-E071-5E68-8CE3-8B8BCB14983F}"/>
                  </a:ext>
                </a:extLst>
              </p14:cNvPr>
              <p14:cNvContentPartPr/>
              <p14:nvPr/>
            </p14:nvContentPartPr>
            <p14:xfrm>
              <a:off x="7966247" y="5635462"/>
              <a:ext cx="244800" cy="1612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52F174B4-E071-5E68-8CE3-8B8BCB14983F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7948247" y="5617462"/>
                <a:ext cx="28044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4210888-0E84-26D9-16A5-517986E9B65E}"/>
              </a:ext>
            </a:extLst>
          </p:cNvPr>
          <p:cNvGrpSpPr/>
          <p:nvPr/>
        </p:nvGrpSpPr>
        <p:grpSpPr>
          <a:xfrm>
            <a:off x="8463767" y="5364022"/>
            <a:ext cx="3522600" cy="800280"/>
            <a:chOff x="8463767" y="5364022"/>
            <a:chExt cx="3522600" cy="80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9A97B43-389A-D3AB-E607-879A709F03D5}"/>
                    </a:ext>
                  </a:extLst>
                </p14:cNvPr>
                <p14:cNvContentPartPr/>
                <p14:nvPr/>
              </p14:nvContentPartPr>
              <p14:xfrm>
                <a:off x="8463767" y="5453662"/>
                <a:ext cx="200160" cy="369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9A97B43-389A-D3AB-E607-879A709F03D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445767" y="5436022"/>
                  <a:ext cx="2358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96700EC-A5EF-AE75-479C-2F114EC9C96F}"/>
                    </a:ext>
                  </a:extLst>
                </p14:cNvPr>
                <p14:cNvContentPartPr/>
                <p14:nvPr/>
              </p14:nvContentPartPr>
              <p14:xfrm>
                <a:off x="8727647" y="5625022"/>
                <a:ext cx="428040" cy="179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96700EC-A5EF-AE75-479C-2F114EC9C96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09647" y="5607022"/>
                  <a:ext cx="463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74B0FE-D48F-CB82-87D8-904D3CF58ED4}"/>
                    </a:ext>
                  </a:extLst>
                </p14:cNvPr>
                <p14:cNvContentPartPr/>
                <p14:nvPr/>
              </p14:nvContentPartPr>
              <p14:xfrm>
                <a:off x="9225527" y="5629342"/>
                <a:ext cx="200160" cy="139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74B0FE-D48F-CB82-87D8-904D3CF58ED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207887" y="5611702"/>
                  <a:ext cx="235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F60D385-BCDF-C62C-1882-6C5EA9690353}"/>
                    </a:ext>
                  </a:extLst>
                </p14:cNvPr>
                <p14:cNvContentPartPr/>
                <p14:nvPr/>
              </p14:nvContentPartPr>
              <p14:xfrm>
                <a:off x="9530087" y="5459782"/>
                <a:ext cx="177120" cy="347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F60D385-BCDF-C62C-1882-6C5EA969035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512087" y="5442142"/>
                  <a:ext cx="2127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9C034AE-AFC6-082F-C3BC-CAB8CB5CAEA7}"/>
                    </a:ext>
                  </a:extLst>
                </p14:cNvPr>
                <p14:cNvContentPartPr/>
                <p14:nvPr/>
              </p14:nvContentPartPr>
              <p14:xfrm>
                <a:off x="9747527" y="5609902"/>
                <a:ext cx="795600" cy="554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9C034AE-AFC6-082F-C3BC-CAB8CB5CAEA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729527" y="5591902"/>
                  <a:ext cx="83124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0F82DFB-9E9A-4FED-73E0-52AC1ADF213D}"/>
                    </a:ext>
                  </a:extLst>
                </p14:cNvPr>
                <p14:cNvContentPartPr/>
                <p14:nvPr/>
              </p14:nvContentPartPr>
              <p14:xfrm>
                <a:off x="10771007" y="5364022"/>
                <a:ext cx="230400" cy="659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0F82DFB-9E9A-4FED-73E0-52AC1ADF213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53367" y="5346382"/>
                  <a:ext cx="26604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409A676-1601-D48D-009B-56D2CD3D3B38}"/>
                    </a:ext>
                  </a:extLst>
                </p14:cNvPr>
                <p14:cNvContentPartPr/>
                <p14:nvPr/>
              </p14:nvContentPartPr>
              <p14:xfrm>
                <a:off x="10910327" y="5560582"/>
                <a:ext cx="198000" cy="141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409A676-1601-D48D-009B-56D2CD3D3B3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92687" y="5542582"/>
                  <a:ext cx="2336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06CBC8A-916B-25D0-002E-D8C6B0A78F75}"/>
                    </a:ext>
                  </a:extLst>
                </p14:cNvPr>
                <p14:cNvContentPartPr/>
                <p14:nvPr/>
              </p14:nvContentPartPr>
              <p14:xfrm>
                <a:off x="11178167" y="5532502"/>
                <a:ext cx="126000" cy="160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06CBC8A-916B-25D0-002E-D8C6B0A78F7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60527" y="5514502"/>
                  <a:ext cx="161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28B536B-99FB-BDFA-EEA5-FF725E41C1AC}"/>
                    </a:ext>
                  </a:extLst>
                </p14:cNvPr>
                <p14:cNvContentPartPr/>
                <p14:nvPr/>
              </p14:nvContentPartPr>
              <p14:xfrm>
                <a:off x="11426927" y="5581822"/>
                <a:ext cx="20520" cy="126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28B536B-99FB-BDFA-EEA5-FF725E41C1A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408927" y="5563822"/>
                  <a:ext cx="56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448DBA1-1D6A-4E74-1FB3-7A5FC53A149E}"/>
                    </a:ext>
                  </a:extLst>
                </p14:cNvPr>
                <p14:cNvContentPartPr/>
                <p14:nvPr/>
              </p14:nvContentPartPr>
              <p14:xfrm>
                <a:off x="11502167" y="5485342"/>
                <a:ext cx="11880" cy="79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448DBA1-1D6A-4E74-1FB3-7A5FC53A149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84527" y="5467342"/>
                  <a:ext cx="47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78019E9-18D0-B121-C740-957C8B5D8D05}"/>
                    </a:ext>
                  </a:extLst>
                </p14:cNvPr>
                <p14:cNvContentPartPr/>
                <p14:nvPr/>
              </p14:nvContentPartPr>
              <p14:xfrm>
                <a:off x="11560487" y="5594062"/>
                <a:ext cx="166320" cy="137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78019E9-18D0-B121-C740-957C8B5D8D0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542487" y="5576422"/>
                  <a:ext cx="201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3EECBAB-4486-A82B-C94D-E0A09C307D88}"/>
                    </a:ext>
                  </a:extLst>
                </p14:cNvPr>
                <p14:cNvContentPartPr/>
                <p14:nvPr/>
              </p14:nvContentPartPr>
              <p14:xfrm>
                <a:off x="11826887" y="5468062"/>
                <a:ext cx="69480" cy="282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3EECBAB-4486-A82B-C94D-E0A09C307D8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809247" y="5450062"/>
                  <a:ext cx="105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E2513D-D2C8-6E32-8557-C09BD0175139}"/>
                    </a:ext>
                  </a:extLst>
                </p14:cNvPr>
                <p14:cNvContentPartPr/>
                <p14:nvPr/>
              </p14:nvContentPartPr>
              <p14:xfrm>
                <a:off x="11716007" y="5574622"/>
                <a:ext cx="270360" cy="53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E2513D-D2C8-6E32-8557-C09BD017513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698007" y="5556622"/>
                  <a:ext cx="3060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DCBDD1E3-BE26-B4F7-1B41-72DDC923CFF6}"/>
              </a:ext>
            </a:extLst>
          </p:cNvPr>
          <p:cNvGrpSpPr/>
          <p:nvPr/>
        </p:nvGrpSpPr>
        <p:grpSpPr>
          <a:xfrm>
            <a:off x="213647" y="5960902"/>
            <a:ext cx="1964880" cy="720720"/>
            <a:chOff x="213647" y="5960902"/>
            <a:chExt cx="1964880" cy="72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ECC713D-4725-F52B-5667-9A93F86F68FF}"/>
                    </a:ext>
                  </a:extLst>
                </p14:cNvPr>
                <p14:cNvContentPartPr/>
                <p14:nvPr/>
              </p14:nvContentPartPr>
              <p14:xfrm>
                <a:off x="213647" y="5960902"/>
                <a:ext cx="207000" cy="395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ECC713D-4725-F52B-5667-9A93F86F68F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95647" y="5942902"/>
                  <a:ext cx="2426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097EDC5-2D7D-7305-714A-4896A6705A6E}"/>
                    </a:ext>
                  </a:extLst>
                </p14:cNvPr>
                <p14:cNvContentPartPr/>
                <p14:nvPr/>
              </p14:nvContentPartPr>
              <p14:xfrm>
                <a:off x="445127" y="6060622"/>
                <a:ext cx="334080" cy="341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097EDC5-2D7D-7305-714A-4896A6705A6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27487" y="6042622"/>
                  <a:ext cx="3697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4DE8E69-85FE-B226-9E14-AD7B9688562E}"/>
                    </a:ext>
                  </a:extLst>
                </p14:cNvPr>
                <p14:cNvContentPartPr/>
                <p14:nvPr/>
              </p14:nvContentPartPr>
              <p14:xfrm>
                <a:off x="684167" y="6126502"/>
                <a:ext cx="225360" cy="65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4DE8E69-85FE-B226-9E14-AD7B9688562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66527" y="6108862"/>
                  <a:ext cx="2610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1D8967D-EF90-3041-33DA-77B17900453B}"/>
                    </a:ext>
                  </a:extLst>
                </p14:cNvPr>
                <p14:cNvContentPartPr/>
                <p14:nvPr/>
              </p14:nvContentPartPr>
              <p14:xfrm>
                <a:off x="1107167" y="6260782"/>
                <a:ext cx="1071360" cy="420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1D8967D-EF90-3041-33DA-77B17900453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89167" y="6243142"/>
                  <a:ext cx="1107000" cy="45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0B8D49D-CFAA-4B97-ADF6-457B01622A66}"/>
              </a:ext>
            </a:extLst>
          </p:cNvPr>
          <p:cNvGrpSpPr/>
          <p:nvPr/>
        </p:nvGrpSpPr>
        <p:grpSpPr>
          <a:xfrm>
            <a:off x="2686487" y="6092662"/>
            <a:ext cx="2376360" cy="702360"/>
            <a:chOff x="2686487" y="6092662"/>
            <a:chExt cx="2376360" cy="70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3DDD4E0-13F4-065C-99B9-CA92FC439D6E}"/>
                    </a:ext>
                  </a:extLst>
                </p14:cNvPr>
                <p14:cNvContentPartPr/>
                <p14:nvPr/>
              </p14:nvContentPartPr>
              <p14:xfrm>
                <a:off x="2686487" y="6092662"/>
                <a:ext cx="270360" cy="393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3DDD4E0-13F4-065C-99B9-CA92FC439D6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668847" y="6074662"/>
                  <a:ext cx="3060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B4C8257-DA2D-B99F-B4A4-F4E92341C0D5}"/>
                    </a:ext>
                  </a:extLst>
                </p14:cNvPr>
                <p14:cNvContentPartPr/>
                <p14:nvPr/>
              </p14:nvContentPartPr>
              <p14:xfrm>
                <a:off x="3112007" y="6282022"/>
                <a:ext cx="453240" cy="195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B4C8257-DA2D-B99F-B4A4-F4E92341C0D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094367" y="6264382"/>
                  <a:ext cx="488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3260CB0-ABE0-539A-0314-599913281C4B}"/>
                    </a:ext>
                  </a:extLst>
                </p14:cNvPr>
                <p14:cNvContentPartPr/>
                <p14:nvPr/>
              </p14:nvContentPartPr>
              <p14:xfrm>
                <a:off x="3686567" y="6321262"/>
                <a:ext cx="204840" cy="129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3260CB0-ABE0-539A-0314-599913281C4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668927" y="6303262"/>
                  <a:ext cx="240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EEDE7B8-2293-7CE8-DB17-140342941D30}"/>
                    </a:ext>
                  </a:extLst>
                </p14:cNvPr>
                <p14:cNvContentPartPr/>
                <p14:nvPr/>
              </p14:nvContentPartPr>
              <p14:xfrm>
                <a:off x="3922007" y="6148102"/>
                <a:ext cx="214920" cy="334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EEDE7B8-2293-7CE8-DB17-140342941D3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904367" y="6130102"/>
                  <a:ext cx="2505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224DE79-7120-9936-AC00-36823D119E1C}"/>
                    </a:ext>
                  </a:extLst>
                </p14:cNvPr>
                <p14:cNvContentPartPr/>
                <p14:nvPr/>
              </p14:nvContentPartPr>
              <p14:xfrm>
                <a:off x="4205687" y="6342502"/>
                <a:ext cx="857160" cy="452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224DE79-7120-9936-AC00-36823D119E1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188047" y="6324502"/>
                  <a:ext cx="892800" cy="48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3AC4F49-7F17-F640-1623-44456453F752}"/>
              </a:ext>
            </a:extLst>
          </p:cNvPr>
          <p:cNvGrpSpPr/>
          <p:nvPr/>
        </p:nvGrpSpPr>
        <p:grpSpPr>
          <a:xfrm>
            <a:off x="5380007" y="6248542"/>
            <a:ext cx="1116000" cy="648720"/>
            <a:chOff x="5380007" y="6248542"/>
            <a:chExt cx="1116000" cy="64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82B026B-D2D0-CAA3-2021-93A4A4FCCFBD}"/>
                    </a:ext>
                  </a:extLst>
                </p14:cNvPr>
                <p14:cNvContentPartPr/>
                <p14:nvPr/>
              </p14:nvContentPartPr>
              <p14:xfrm>
                <a:off x="5463167" y="6411622"/>
                <a:ext cx="71640" cy="174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82B026B-D2D0-CAA3-2021-93A4A4FCCF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445167" y="6393982"/>
                  <a:ext cx="107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CAC05CF-4EDB-A377-1388-98E299039536}"/>
                    </a:ext>
                  </a:extLst>
                </p14:cNvPr>
                <p14:cNvContentPartPr/>
                <p14:nvPr/>
              </p14:nvContentPartPr>
              <p14:xfrm>
                <a:off x="5538767" y="6424582"/>
                <a:ext cx="152640" cy="169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CAC05CF-4EDB-A377-1388-98E29903953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520767" y="6406582"/>
                  <a:ext cx="188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985B10D-6F09-34E6-9C91-36496DE29D2D}"/>
                    </a:ext>
                  </a:extLst>
                </p14:cNvPr>
                <p14:cNvContentPartPr/>
                <p14:nvPr/>
              </p14:nvContentPartPr>
              <p14:xfrm>
                <a:off x="5550647" y="6248542"/>
                <a:ext cx="4680" cy="44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985B10D-6F09-34E6-9C91-36496DE29D2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532647" y="6230542"/>
                  <a:ext cx="403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05A496A-64A1-2DF0-6CF8-5762F66D7C81}"/>
                    </a:ext>
                  </a:extLst>
                </p14:cNvPr>
                <p14:cNvContentPartPr/>
                <p14:nvPr/>
              </p14:nvContentPartPr>
              <p14:xfrm>
                <a:off x="5380007" y="6414862"/>
                <a:ext cx="174960" cy="482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05A496A-64A1-2DF0-6CF8-5762F66D7C8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362367" y="6396862"/>
                  <a:ext cx="21060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77061CE-BF3E-3731-D913-F874ABBB7422}"/>
                    </a:ext>
                  </a:extLst>
                </p14:cNvPr>
                <p14:cNvContentPartPr/>
                <p14:nvPr/>
              </p14:nvContentPartPr>
              <p14:xfrm>
                <a:off x="5503487" y="6474757"/>
                <a:ext cx="122040" cy="188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77061CE-BF3E-3731-D913-F874ABBB742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485487" y="6457117"/>
                  <a:ext cx="157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AF983E6-A84E-684B-1D4F-B1763019E026}"/>
                    </a:ext>
                  </a:extLst>
                </p14:cNvPr>
                <p14:cNvContentPartPr/>
                <p14:nvPr/>
              </p14:nvContentPartPr>
              <p14:xfrm>
                <a:off x="5705087" y="6459277"/>
                <a:ext cx="141840" cy="140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AF983E6-A84E-684B-1D4F-B1763019E02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87447" y="6441277"/>
                  <a:ext cx="177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8016343-03B2-51BF-D2A3-CBFB70A2CC90}"/>
                    </a:ext>
                  </a:extLst>
                </p14:cNvPr>
                <p14:cNvContentPartPr/>
                <p14:nvPr/>
              </p14:nvContentPartPr>
              <p14:xfrm>
                <a:off x="5925767" y="6458917"/>
                <a:ext cx="34200" cy="153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8016343-03B2-51BF-D2A3-CBFB70A2CC9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08127" y="6441277"/>
                  <a:ext cx="69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CE706FA-8258-0528-3653-C39FA90CCC81}"/>
                    </a:ext>
                  </a:extLst>
                </p14:cNvPr>
                <p14:cNvContentPartPr/>
                <p14:nvPr/>
              </p14:nvContentPartPr>
              <p14:xfrm>
                <a:off x="6033407" y="6391597"/>
                <a:ext cx="6480" cy="22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CE706FA-8258-0528-3653-C39FA90CCC8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015767" y="6373597"/>
                  <a:ext cx="42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92888D8-249C-824B-F0F7-58717B283343}"/>
                    </a:ext>
                  </a:extLst>
                </p14:cNvPr>
                <p14:cNvContentPartPr/>
                <p14:nvPr/>
              </p14:nvContentPartPr>
              <p14:xfrm>
                <a:off x="6127367" y="6462157"/>
                <a:ext cx="179640" cy="1213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92888D8-249C-824B-F0F7-58717B28334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109727" y="6444157"/>
                  <a:ext cx="2152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B2FAF6F-277C-7437-CC8F-EC9FF31607BA}"/>
                    </a:ext>
                  </a:extLst>
                </p14:cNvPr>
                <p14:cNvContentPartPr/>
                <p14:nvPr/>
              </p14:nvContentPartPr>
              <p14:xfrm>
                <a:off x="6392327" y="6327157"/>
                <a:ext cx="88560" cy="283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B2FAF6F-277C-7437-CC8F-EC9FF31607B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374687" y="6309517"/>
                  <a:ext cx="124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3A0BFC2-350D-5D5E-7FBF-FFD49803C63D}"/>
                    </a:ext>
                  </a:extLst>
                </p14:cNvPr>
                <p14:cNvContentPartPr/>
                <p14:nvPr/>
              </p14:nvContentPartPr>
              <p14:xfrm>
                <a:off x="6307007" y="6405277"/>
                <a:ext cx="189000" cy="47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3A0BFC2-350D-5D5E-7FBF-FFD49803C63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289007" y="6387277"/>
                  <a:ext cx="2246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DEFEC3CE-44DE-CB89-783A-B01953B6E4A4}"/>
              </a:ext>
            </a:extLst>
          </p:cNvPr>
          <p:cNvGrpSpPr/>
          <p:nvPr/>
        </p:nvGrpSpPr>
        <p:grpSpPr>
          <a:xfrm>
            <a:off x="7194407" y="6212317"/>
            <a:ext cx="211320" cy="328680"/>
            <a:chOff x="7194407" y="6212317"/>
            <a:chExt cx="2113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C527B45-734D-5472-88D7-1E1A85001A83}"/>
                    </a:ext>
                  </a:extLst>
                </p14:cNvPr>
                <p14:cNvContentPartPr/>
                <p14:nvPr/>
              </p14:nvContentPartPr>
              <p14:xfrm>
                <a:off x="7194407" y="6371077"/>
                <a:ext cx="44280" cy="159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C527B45-734D-5472-88D7-1E1A85001A8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176407" y="6353437"/>
                  <a:ext cx="799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6A74EF0-76DE-1CC1-BB61-0803F2433D1A}"/>
                    </a:ext>
                  </a:extLst>
                </p14:cNvPr>
                <p14:cNvContentPartPr/>
                <p14:nvPr/>
              </p14:nvContentPartPr>
              <p14:xfrm>
                <a:off x="7307807" y="6390517"/>
                <a:ext cx="97920" cy="150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6A74EF0-76DE-1CC1-BB61-0803F2433D1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289807" y="6372517"/>
                  <a:ext cx="133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7ED2FCF-382C-8CCB-0691-148D84370D04}"/>
                    </a:ext>
                  </a:extLst>
                </p14:cNvPr>
                <p14:cNvContentPartPr/>
                <p14:nvPr/>
              </p14:nvContentPartPr>
              <p14:xfrm>
                <a:off x="7248407" y="6212317"/>
                <a:ext cx="22680" cy="56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7ED2FCF-382C-8CCB-0691-148D84370D0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230407" y="6194317"/>
                  <a:ext cx="583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A450307-A06F-52C3-7C8E-616948E762CB}"/>
              </a:ext>
            </a:extLst>
          </p:cNvPr>
          <p:cNvGrpSpPr/>
          <p:nvPr/>
        </p:nvGrpSpPr>
        <p:grpSpPr>
          <a:xfrm>
            <a:off x="7949327" y="6160837"/>
            <a:ext cx="703800" cy="323280"/>
            <a:chOff x="7949327" y="6160837"/>
            <a:chExt cx="70380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38CB5BA-88D3-EF8B-2F02-EA3FBFA99C78}"/>
                    </a:ext>
                  </a:extLst>
                </p14:cNvPr>
                <p14:cNvContentPartPr/>
                <p14:nvPr/>
              </p14:nvContentPartPr>
              <p14:xfrm>
                <a:off x="7949327" y="6329317"/>
                <a:ext cx="196200" cy="154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38CB5BA-88D3-EF8B-2F02-EA3FBFA99C7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931327" y="6311317"/>
                  <a:ext cx="231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09799B3-5213-8784-71DC-77938FCD500D}"/>
                    </a:ext>
                  </a:extLst>
                </p14:cNvPr>
                <p14:cNvContentPartPr/>
                <p14:nvPr/>
              </p14:nvContentPartPr>
              <p14:xfrm>
                <a:off x="8193767" y="6314917"/>
                <a:ext cx="151560" cy="148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09799B3-5213-8784-71DC-77938FCD500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176127" y="6296917"/>
                  <a:ext cx="1872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C9007C3-42BE-72CF-C769-996A44CEA53C}"/>
                    </a:ext>
                  </a:extLst>
                </p14:cNvPr>
                <p14:cNvContentPartPr/>
                <p14:nvPr/>
              </p14:nvContentPartPr>
              <p14:xfrm>
                <a:off x="8446847" y="6160837"/>
                <a:ext cx="89280" cy="2779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C9007C3-42BE-72CF-C769-996A44CEA53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428847" y="6143197"/>
                  <a:ext cx="1249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EF1BF6D-53C7-7F55-A49F-3530F324E603}"/>
                    </a:ext>
                  </a:extLst>
                </p14:cNvPr>
                <p14:cNvContentPartPr/>
                <p14:nvPr/>
              </p14:nvContentPartPr>
              <p14:xfrm>
                <a:off x="8391407" y="6246517"/>
                <a:ext cx="261720" cy="813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EF1BF6D-53C7-7F55-A49F-3530F324E60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373767" y="6228517"/>
                  <a:ext cx="29736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21B82468-9200-D665-972C-EB03F53A3B75}"/>
              </a:ext>
            </a:extLst>
          </p:cNvPr>
          <p:cNvGrpSpPr/>
          <p:nvPr/>
        </p:nvGrpSpPr>
        <p:grpSpPr>
          <a:xfrm>
            <a:off x="8888927" y="6318157"/>
            <a:ext cx="532440" cy="131760"/>
            <a:chOff x="8888927" y="6318157"/>
            <a:chExt cx="53244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DD57FF3-7D16-79D0-0854-0A2477DD9F8D}"/>
                    </a:ext>
                  </a:extLst>
                </p14:cNvPr>
                <p14:cNvContentPartPr/>
                <p14:nvPr/>
              </p14:nvContentPartPr>
              <p14:xfrm>
                <a:off x="8888927" y="6323557"/>
                <a:ext cx="178920" cy="126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DD57FF3-7D16-79D0-0854-0A2477DD9F8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870927" y="6305917"/>
                  <a:ext cx="214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2DEF6C7-ACEA-2F71-DA24-306D5D4D3EAF}"/>
                    </a:ext>
                  </a:extLst>
                </p14:cNvPr>
                <p14:cNvContentPartPr/>
                <p14:nvPr/>
              </p14:nvContentPartPr>
              <p14:xfrm>
                <a:off x="9115007" y="6318157"/>
                <a:ext cx="306360" cy="128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2DEF6C7-ACEA-2F71-DA24-306D5D4D3EA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97007" y="6300157"/>
                  <a:ext cx="3420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8C15FE6-625D-7430-82B5-071203440E61}"/>
              </a:ext>
            </a:extLst>
          </p:cNvPr>
          <p:cNvGrpSpPr/>
          <p:nvPr/>
        </p:nvGrpSpPr>
        <p:grpSpPr>
          <a:xfrm>
            <a:off x="9793247" y="6177397"/>
            <a:ext cx="2577240" cy="634320"/>
            <a:chOff x="9793247" y="6177397"/>
            <a:chExt cx="2577240" cy="63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2104048-29DD-11AC-0C81-CA4DA981EA3E}"/>
                    </a:ext>
                  </a:extLst>
                </p14:cNvPr>
                <p14:cNvContentPartPr/>
                <p14:nvPr/>
              </p14:nvContentPartPr>
              <p14:xfrm>
                <a:off x="9793247" y="6331837"/>
                <a:ext cx="124560" cy="140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2104048-29DD-11AC-0C81-CA4DA981EA3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775247" y="6313837"/>
                  <a:ext cx="160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8D12F56-9E64-408A-AC4F-B54F09EECE6A}"/>
                    </a:ext>
                  </a:extLst>
                </p14:cNvPr>
                <p14:cNvContentPartPr/>
                <p14:nvPr/>
              </p14:nvContentPartPr>
              <p14:xfrm>
                <a:off x="10002407" y="6355237"/>
                <a:ext cx="324360" cy="163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8D12F56-9E64-408A-AC4F-B54F09EECE6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984407" y="6337237"/>
                  <a:ext cx="360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7BF92BF-E7AE-96FD-0BEA-0CE3D6F1C04D}"/>
                    </a:ext>
                  </a:extLst>
                </p14:cNvPr>
                <p14:cNvContentPartPr/>
                <p14:nvPr/>
              </p14:nvContentPartPr>
              <p14:xfrm>
                <a:off x="10354487" y="6213037"/>
                <a:ext cx="42840" cy="3056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7BF92BF-E7AE-96FD-0BEA-0CE3D6F1C04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336487" y="6195037"/>
                  <a:ext cx="78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BD67F46-237F-B72F-A96B-A74E197BD143}"/>
                    </a:ext>
                  </a:extLst>
                </p14:cNvPr>
                <p14:cNvContentPartPr/>
                <p14:nvPr/>
              </p14:nvContentPartPr>
              <p14:xfrm>
                <a:off x="10297247" y="6314197"/>
                <a:ext cx="1108440" cy="208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BD67F46-237F-B72F-A96B-A74E197BD14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279247" y="6296197"/>
                  <a:ext cx="1144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581E1F8-D8B7-2986-1A17-C150A8CD6D05}"/>
                    </a:ext>
                  </a:extLst>
                </p14:cNvPr>
                <p14:cNvContentPartPr/>
                <p14:nvPr/>
              </p14:nvContentPartPr>
              <p14:xfrm>
                <a:off x="11488127" y="6177397"/>
                <a:ext cx="152280" cy="634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581E1F8-D8B7-2986-1A17-C150A8CD6D0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470127" y="6159757"/>
                  <a:ext cx="18792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ADF54EB-6B79-AA75-133A-4B4572FDA87A}"/>
                    </a:ext>
                  </a:extLst>
                </p14:cNvPr>
                <p14:cNvContentPartPr/>
                <p14:nvPr/>
              </p14:nvContentPartPr>
              <p14:xfrm>
                <a:off x="11541407" y="6322117"/>
                <a:ext cx="165240" cy="110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ADF54EB-6B79-AA75-133A-4B4572FDA87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523407" y="6304117"/>
                  <a:ext cx="200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E311B6E-7D5C-6426-737D-CED91AED788D}"/>
                    </a:ext>
                  </a:extLst>
                </p14:cNvPr>
                <p14:cNvContentPartPr/>
                <p14:nvPr/>
              </p14:nvContentPartPr>
              <p14:xfrm>
                <a:off x="11708807" y="6326077"/>
                <a:ext cx="100080" cy="135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E311B6E-7D5C-6426-737D-CED91AED788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691167" y="6308077"/>
                  <a:ext cx="135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40CC485-4C1D-BBC1-4229-8A64B145DBFA}"/>
                    </a:ext>
                  </a:extLst>
                </p14:cNvPr>
                <p14:cNvContentPartPr/>
                <p14:nvPr/>
              </p14:nvContentPartPr>
              <p14:xfrm>
                <a:off x="11839127" y="6351997"/>
                <a:ext cx="50400" cy="1324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40CC485-4C1D-BBC1-4229-8A64B145DBF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821487" y="6333997"/>
                  <a:ext cx="86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06FE510-F542-1688-88DC-B72A02330AC2}"/>
                    </a:ext>
                  </a:extLst>
                </p14:cNvPr>
                <p14:cNvContentPartPr/>
                <p14:nvPr/>
              </p14:nvContentPartPr>
              <p14:xfrm>
                <a:off x="11899967" y="6258757"/>
                <a:ext cx="4680" cy="30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06FE510-F542-1688-88DC-B72A02330AC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882327" y="6240757"/>
                  <a:ext cx="40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2667D3B-995E-3DAA-29E5-FF89A125B777}"/>
                    </a:ext>
                  </a:extLst>
                </p14:cNvPr>
                <p14:cNvContentPartPr/>
                <p14:nvPr/>
              </p14:nvContentPartPr>
              <p14:xfrm>
                <a:off x="11882687" y="6334717"/>
                <a:ext cx="150840" cy="1544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2667D3B-995E-3DAA-29E5-FF89A125B77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864687" y="6316717"/>
                  <a:ext cx="186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6160122-46D6-F777-C1DA-A3CCA230F675}"/>
                    </a:ext>
                  </a:extLst>
                </p14:cNvPr>
                <p14:cNvContentPartPr/>
                <p14:nvPr/>
              </p14:nvContentPartPr>
              <p14:xfrm>
                <a:off x="12109487" y="6179917"/>
                <a:ext cx="65520" cy="365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6160122-46D6-F777-C1DA-A3CCA230F67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2091847" y="6162277"/>
                  <a:ext cx="101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65DBF57-CEC6-C6CB-6A83-D0458AC318B0}"/>
                    </a:ext>
                  </a:extLst>
                </p14:cNvPr>
                <p14:cNvContentPartPr/>
                <p14:nvPr/>
              </p14:nvContentPartPr>
              <p14:xfrm>
                <a:off x="12120647" y="6333637"/>
                <a:ext cx="137520" cy="38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65DBF57-CEC6-C6CB-6A83-D0458AC318B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2103007" y="6315637"/>
                  <a:ext cx="1731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9F7700A-B24E-2E4E-B6B0-86E7E8FF4576}"/>
                    </a:ext>
                  </a:extLst>
                </p14:cNvPr>
                <p14:cNvContentPartPr/>
                <p14:nvPr/>
              </p14:nvContentPartPr>
              <p14:xfrm>
                <a:off x="12358967" y="6477637"/>
                <a:ext cx="11520" cy="147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9F7700A-B24E-2E4E-B6B0-86E7E8FF457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2340967" y="6459637"/>
                  <a:ext cx="47160" cy="50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067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18A2F6-1321-46EE-F0EB-6C9D2D62C30E}"/>
                  </a:ext>
                </a:extLst>
              </p14:cNvPr>
              <p14:cNvContentPartPr/>
              <p14:nvPr/>
            </p14:nvContentPartPr>
            <p14:xfrm>
              <a:off x="922487" y="487822"/>
              <a:ext cx="1682640" cy="1545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18A2F6-1321-46EE-F0EB-6C9D2D62C3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6487" y="416182"/>
                <a:ext cx="1754280" cy="168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080E11-1FEB-A719-30C2-FAAA46B29D11}"/>
                  </a:ext>
                </a:extLst>
              </p14:cNvPr>
              <p14:cNvContentPartPr/>
              <p14:nvPr/>
            </p14:nvContentPartPr>
            <p14:xfrm>
              <a:off x="2003567" y="538582"/>
              <a:ext cx="641880" cy="1380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080E11-1FEB-A719-30C2-FAAA46B29D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567" y="466582"/>
                <a:ext cx="713520" cy="15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B8CF60-B157-16D0-014A-5665463580E5}"/>
                  </a:ext>
                </a:extLst>
              </p14:cNvPr>
              <p14:cNvContentPartPr/>
              <p14:nvPr/>
            </p14:nvContentPartPr>
            <p14:xfrm>
              <a:off x="1975487" y="461182"/>
              <a:ext cx="20880" cy="42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B8CF60-B157-16D0-014A-5665463580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9847" y="389542"/>
                <a:ext cx="925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3959967-1F29-5936-FC9A-01D45F570555}"/>
                  </a:ext>
                </a:extLst>
              </p14:cNvPr>
              <p14:cNvContentPartPr/>
              <p14:nvPr/>
            </p14:nvContentPartPr>
            <p14:xfrm>
              <a:off x="1049207" y="671422"/>
              <a:ext cx="1467000" cy="1260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3959967-1F29-5936-FC9A-01D45F5705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3567" y="599782"/>
                <a:ext cx="1538640" cy="14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1D7CB3E-602B-DFA1-7908-5DDD4ABE078B}"/>
                  </a:ext>
                </a:extLst>
              </p14:cNvPr>
              <p14:cNvContentPartPr/>
              <p14:nvPr/>
            </p14:nvContentPartPr>
            <p14:xfrm>
              <a:off x="1281407" y="590422"/>
              <a:ext cx="667080" cy="853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1D7CB3E-602B-DFA1-7908-5DDD4ABE07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5767" y="518782"/>
                <a:ext cx="738720" cy="9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4F4C5CD-93AC-E92B-34AA-2B3D4BAC9787}"/>
                  </a:ext>
                </a:extLst>
              </p14:cNvPr>
              <p14:cNvContentPartPr/>
              <p14:nvPr/>
            </p14:nvContentPartPr>
            <p14:xfrm>
              <a:off x="982607" y="1430302"/>
              <a:ext cx="351360" cy="384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4F4C5CD-93AC-E92B-34AA-2B3D4BAC97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967" y="1358662"/>
                <a:ext cx="423000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28EAF0-0F93-20D5-047F-F1392E3EE666}"/>
                  </a:ext>
                </a:extLst>
              </p14:cNvPr>
              <p14:cNvContentPartPr/>
              <p14:nvPr/>
            </p14:nvContentPartPr>
            <p14:xfrm>
              <a:off x="1051007" y="1725502"/>
              <a:ext cx="416160" cy="136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28EAF0-0F93-20D5-047F-F1392E3EE6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5007" y="1653502"/>
                <a:ext cx="4878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1AE6DC-3BD6-58B3-ABEE-C0196C6C13B0}"/>
                  </a:ext>
                </a:extLst>
              </p14:cNvPr>
              <p14:cNvContentPartPr/>
              <p14:nvPr/>
            </p14:nvContentPartPr>
            <p14:xfrm>
              <a:off x="1664807" y="1003702"/>
              <a:ext cx="527400" cy="447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1AE6DC-3BD6-58B3-ABEE-C0196C6C13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28807" y="931702"/>
                <a:ext cx="59904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9F4FF14-E797-E859-8B76-DD29E32A20C0}"/>
                  </a:ext>
                </a:extLst>
              </p14:cNvPr>
              <p14:cNvContentPartPr/>
              <p14:nvPr/>
            </p14:nvContentPartPr>
            <p14:xfrm>
              <a:off x="2016887" y="1074262"/>
              <a:ext cx="185040" cy="375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9F4FF14-E797-E859-8B76-DD29E32A20C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81247" y="1002262"/>
                <a:ext cx="25668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AB0695-5C55-D2B1-C136-A2B1B4A2D50C}"/>
                  </a:ext>
                </a:extLst>
              </p14:cNvPr>
              <p14:cNvContentPartPr/>
              <p14:nvPr/>
            </p14:nvContentPartPr>
            <p14:xfrm>
              <a:off x="2040287" y="1001542"/>
              <a:ext cx="436320" cy="9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AB0695-5C55-D2B1-C136-A2B1B4A2D5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04287" y="929902"/>
                <a:ext cx="507960" cy="10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C75DE75-CA5A-7BA3-BBEA-4438FE71601C}"/>
                  </a:ext>
                </a:extLst>
              </p14:cNvPr>
              <p14:cNvContentPartPr/>
              <p14:nvPr/>
            </p14:nvContentPartPr>
            <p14:xfrm>
              <a:off x="2548967" y="1850782"/>
              <a:ext cx="161640" cy="187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C75DE75-CA5A-7BA3-BBEA-4438FE71601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12967" y="1779142"/>
                <a:ext cx="2332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1942C57-E247-EA61-DAE5-F0E4634DD877}"/>
                  </a:ext>
                </a:extLst>
              </p14:cNvPr>
              <p14:cNvContentPartPr/>
              <p14:nvPr/>
            </p14:nvContentPartPr>
            <p14:xfrm>
              <a:off x="2587487" y="1819822"/>
              <a:ext cx="135360" cy="22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1942C57-E247-EA61-DAE5-F0E4634DD87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51847" y="1748182"/>
                <a:ext cx="20700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7DE7AB2-0942-47FB-D183-4BE18CB4ED31}"/>
                  </a:ext>
                </a:extLst>
              </p14:cNvPr>
              <p14:cNvContentPartPr/>
              <p14:nvPr/>
            </p14:nvContentPartPr>
            <p14:xfrm>
              <a:off x="1997087" y="416182"/>
              <a:ext cx="756000" cy="1727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7DE7AB2-0942-47FB-D183-4BE18CB4ED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79447" y="398182"/>
                <a:ext cx="791640" cy="176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5D0E22-465C-1C7B-E318-00E63A9C2900}"/>
                  </a:ext>
                </a:extLst>
              </p14:cNvPr>
              <p14:cNvContentPartPr/>
              <p14:nvPr/>
            </p14:nvContentPartPr>
            <p14:xfrm>
              <a:off x="2653727" y="2119342"/>
              <a:ext cx="110160" cy="18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5D0E22-465C-1C7B-E318-00E63A9C290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36087" y="2101702"/>
                <a:ext cx="145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7A9983A-71DE-1A76-E373-BEFDF6753CAD}"/>
                  </a:ext>
                </a:extLst>
              </p14:cNvPr>
              <p14:cNvContentPartPr/>
              <p14:nvPr/>
            </p14:nvContentPartPr>
            <p14:xfrm>
              <a:off x="2039927" y="429142"/>
              <a:ext cx="360" cy="3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7A9983A-71DE-1A76-E373-BEFDF6753CA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21927" y="411502"/>
                <a:ext cx="360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E9587439-FAAC-8073-51AB-14E700FB8D7B}"/>
              </a:ext>
            </a:extLst>
          </p:cNvPr>
          <p:cNvGrpSpPr/>
          <p:nvPr/>
        </p:nvGrpSpPr>
        <p:grpSpPr>
          <a:xfrm>
            <a:off x="4317647" y="407542"/>
            <a:ext cx="448200" cy="482040"/>
            <a:chOff x="4317647" y="407542"/>
            <a:chExt cx="44820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655B3B-39C4-C8E9-1EB1-18D83CD2E6D6}"/>
                    </a:ext>
                  </a:extLst>
                </p14:cNvPr>
                <p14:cNvContentPartPr/>
                <p14:nvPr/>
              </p14:nvContentPartPr>
              <p14:xfrm>
                <a:off x="4317647" y="407542"/>
                <a:ext cx="354240" cy="382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655B3B-39C4-C8E9-1EB1-18D83CD2E6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00007" y="389542"/>
                  <a:ext cx="3898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FEE4F17-A495-D5DD-DA0D-399F765ACAD8}"/>
                    </a:ext>
                  </a:extLst>
                </p14:cNvPr>
                <p14:cNvContentPartPr/>
                <p14:nvPr/>
              </p14:nvContentPartPr>
              <p14:xfrm>
                <a:off x="4425287" y="634342"/>
                <a:ext cx="149040" cy="33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FEE4F17-A495-D5DD-DA0D-399F765ACA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07647" y="616702"/>
                  <a:ext cx="184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06EE10B-5B33-D18B-4ED8-897684472674}"/>
                    </a:ext>
                  </a:extLst>
                </p14:cNvPr>
                <p14:cNvContentPartPr/>
                <p14:nvPr/>
              </p14:nvContentPartPr>
              <p14:xfrm>
                <a:off x="4702487" y="727222"/>
                <a:ext cx="63360" cy="162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06EE10B-5B33-D18B-4ED8-8976844726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84847" y="709582"/>
                  <a:ext cx="990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C5B8A8-B18C-7B5B-02F2-02F94584D043}"/>
              </a:ext>
            </a:extLst>
          </p:cNvPr>
          <p:cNvGrpSpPr/>
          <p:nvPr/>
        </p:nvGrpSpPr>
        <p:grpSpPr>
          <a:xfrm>
            <a:off x="5021807" y="503302"/>
            <a:ext cx="221040" cy="304920"/>
            <a:chOff x="5021807" y="503302"/>
            <a:chExt cx="22104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82B219F-1053-60BD-7DA4-267616D33EB7}"/>
                    </a:ext>
                  </a:extLst>
                </p14:cNvPr>
                <p14:cNvContentPartPr/>
                <p14:nvPr/>
              </p14:nvContentPartPr>
              <p14:xfrm>
                <a:off x="5021807" y="550822"/>
                <a:ext cx="109800" cy="228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82B219F-1053-60BD-7DA4-267616D33E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03807" y="532822"/>
                  <a:ext cx="145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12187B-9FB1-3DF5-4090-35771E635FF0}"/>
                    </a:ext>
                  </a:extLst>
                </p14:cNvPr>
                <p14:cNvContentPartPr/>
                <p14:nvPr/>
              </p14:nvContentPartPr>
              <p14:xfrm>
                <a:off x="5077607" y="503302"/>
                <a:ext cx="165240" cy="304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12187B-9FB1-3DF5-4090-35771E635F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59607" y="485302"/>
                  <a:ext cx="20088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D74271C-2462-9612-97B8-501EAF3B0B3E}"/>
              </a:ext>
            </a:extLst>
          </p:cNvPr>
          <p:cNvGrpSpPr/>
          <p:nvPr/>
        </p:nvGrpSpPr>
        <p:grpSpPr>
          <a:xfrm>
            <a:off x="5646407" y="540382"/>
            <a:ext cx="1342080" cy="308520"/>
            <a:chOff x="5646407" y="540382"/>
            <a:chExt cx="134208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8981F1-BC0D-1E8A-9AB1-6878F07B1CA3}"/>
                    </a:ext>
                  </a:extLst>
                </p14:cNvPr>
                <p14:cNvContentPartPr/>
                <p14:nvPr/>
              </p14:nvContentPartPr>
              <p14:xfrm>
                <a:off x="5646407" y="633982"/>
                <a:ext cx="512640" cy="214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8981F1-BC0D-1E8A-9AB1-6878F07B1C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28407" y="616342"/>
                  <a:ext cx="548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8167E9D-89BA-652E-E45C-B98351AEB405}"/>
                    </a:ext>
                  </a:extLst>
                </p14:cNvPr>
                <p14:cNvContentPartPr/>
                <p14:nvPr/>
              </p14:nvContentPartPr>
              <p14:xfrm>
                <a:off x="6305567" y="554782"/>
                <a:ext cx="247320" cy="270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8167E9D-89BA-652E-E45C-B98351AEB40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87927" y="536782"/>
                  <a:ext cx="2829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789EB75-911E-A9B3-DF21-3AB1B78A8C85}"/>
                    </a:ext>
                  </a:extLst>
                </p14:cNvPr>
                <p14:cNvContentPartPr/>
                <p14:nvPr/>
              </p14:nvContentPartPr>
              <p14:xfrm>
                <a:off x="6765287" y="540382"/>
                <a:ext cx="223200" cy="286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789EB75-911E-A9B3-DF21-3AB1B78A8C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47287" y="522382"/>
                  <a:ext cx="25884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2E9BF4F-1474-0BDE-B49D-DF26DA961D80}"/>
                  </a:ext>
                </a:extLst>
              </p14:cNvPr>
              <p14:cNvContentPartPr/>
              <p14:nvPr/>
            </p14:nvContentPartPr>
            <p14:xfrm>
              <a:off x="7512287" y="624622"/>
              <a:ext cx="622800" cy="236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2E9BF4F-1474-0BDE-B49D-DF26DA961D8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94647" y="606982"/>
                <a:ext cx="658440" cy="2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F240483-CED4-16C6-2C7E-70DBD7F97249}"/>
              </a:ext>
            </a:extLst>
          </p:cNvPr>
          <p:cNvGrpSpPr/>
          <p:nvPr/>
        </p:nvGrpSpPr>
        <p:grpSpPr>
          <a:xfrm>
            <a:off x="8557367" y="427702"/>
            <a:ext cx="2764080" cy="876960"/>
            <a:chOff x="8557367" y="427702"/>
            <a:chExt cx="2764080" cy="87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A595CE6-2B20-F3B1-1DC7-7AC829C7CE14}"/>
                    </a:ext>
                  </a:extLst>
                </p14:cNvPr>
                <p14:cNvContentPartPr/>
                <p14:nvPr/>
              </p14:nvContentPartPr>
              <p14:xfrm>
                <a:off x="8557367" y="622102"/>
                <a:ext cx="201600" cy="204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A595CE6-2B20-F3B1-1DC7-7AC829C7CE1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39367" y="604462"/>
                  <a:ext cx="237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72257C8-3B49-7908-AD19-2F49D96C5661}"/>
                    </a:ext>
                  </a:extLst>
                </p14:cNvPr>
                <p14:cNvContentPartPr/>
                <p14:nvPr/>
              </p14:nvContentPartPr>
              <p14:xfrm>
                <a:off x="8788127" y="473782"/>
                <a:ext cx="396720" cy="350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72257C8-3B49-7908-AD19-2F49D96C56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70487" y="455782"/>
                  <a:ext cx="4323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C20185-CB51-E8F1-6792-1F7441162693}"/>
                    </a:ext>
                  </a:extLst>
                </p14:cNvPr>
                <p14:cNvContentPartPr/>
                <p14:nvPr/>
              </p14:nvContentPartPr>
              <p14:xfrm>
                <a:off x="9054167" y="573862"/>
                <a:ext cx="186480" cy="4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C20185-CB51-E8F1-6792-1F744116269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36527" y="556222"/>
                  <a:ext cx="222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203FC4F-61D6-670C-0E7D-EDD70D26CBBD}"/>
                    </a:ext>
                  </a:extLst>
                </p14:cNvPr>
                <p14:cNvContentPartPr/>
                <p14:nvPr/>
              </p14:nvContentPartPr>
              <p14:xfrm>
                <a:off x="9225527" y="603022"/>
                <a:ext cx="173880" cy="167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203FC4F-61D6-670C-0E7D-EDD70D26CB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07887" y="585022"/>
                  <a:ext cx="209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D3A59A-FB28-4ADC-B491-A06DA6CE1DBB}"/>
                    </a:ext>
                  </a:extLst>
                </p14:cNvPr>
                <p14:cNvContentPartPr/>
                <p14:nvPr/>
              </p14:nvContentPartPr>
              <p14:xfrm>
                <a:off x="9373487" y="650902"/>
                <a:ext cx="110520" cy="142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D3A59A-FB28-4ADC-B491-A06DA6CE1D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55847" y="633262"/>
                  <a:ext cx="146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CEF6CB-E4E9-8C54-FA3F-4693AB05D300}"/>
                    </a:ext>
                  </a:extLst>
                </p14:cNvPr>
                <p14:cNvContentPartPr/>
                <p14:nvPr/>
              </p14:nvContentPartPr>
              <p14:xfrm>
                <a:off x="9493727" y="623902"/>
                <a:ext cx="516960" cy="189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CEF6CB-E4E9-8C54-FA3F-4693AB05D30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76087" y="605902"/>
                  <a:ext cx="552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B4E91A2-928E-37B9-A091-FCA859E2AA70}"/>
                    </a:ext>
                  </a:extLst>
                </p14:cNvPr>
                <p14:cNvContentPartPr/>
                <p14:nvPr/>
              </p14:nvContentPartPr>
              <p14:xfrm>
                <a:off x="9883607" y="598702"/>
                <a:ext cx="345240" cy="705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B4E91A2-928E-37B9-A091-FCA859E2AA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65967" y="580702"/>
                  <a:ext cx="38088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0D5908F-F7DE-DB73-C1C5-20C09DBDB78B}"/>
                    </a:ext>
                  </a:extLst>
                </p14:cNvPr>
                <p14:cNvContentPartPr/>
                <p14:nvPr/>
              </p14:nvContentPartPr>
              <p14:xfrm>
                <a:off x="10098167" y="630742"/>
                <a:ext cx="219600" cy="203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0D5908F-F7DE-DB73-C1C5-20C09DBDB7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80527" y="612742"/>
                  <a:ext cx="255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954B56-726F-4A00-FB08-FA757F48514A}"/>
                    </a:ext>
                  </a:extLst>
                </p14:cNvPr>
                <p14:cNvContentPartPr/>
                <p14:nvPr/>
              </p14:nvContentPartPr>
              <p14:xfrm>
                <a:off x="10354127" y="648742"/>
                <a:ext cx="140040" cy="191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954B56-726F-4A00-FB08-FA757F4851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36127" y="631102"/>
                  <a:ext cx="175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7EB9C5-A6AC-1D5A-A2EC-660E7AC896B9}"/>
                    </a:ext>
                  </a:extLst>
                </p14:cNvPr>
                <p14:cNvContentPartPr/>
                <p14:nvPr/>
              </p14:nvContentPartPr>
              <p14:xfrm>
                <a:off x="10609007" y="647302"/>
                <a:ext cx="52200" cy="146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7EB9C5-A6AC-1D5A-A2EC-660E7AC896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91367" y="629662"/>
                  <a:ext cx="87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87BA97-916C-933B-57C3-3916BAD68BE0}"/>
                    </a:ext>
                  </a:extLst>
                </p14:cNvPr>
                <p14:cNvContentPartPr/>
                <p14:nvPr/>
              </p14:nvContentPartPr>
              <p14:xfrm>
                <a:off x="10648247" y="523102"/>
                <a:ext cx="39960" cy="23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87BA97-916C-933B-57C3-3916BAD68B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30247" y="505462"/>
                  <a:ext cx="75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102B905-176E-A8BF-F674-9EDFF6325FFD}"/>
                    </a:ext>
                  </a:extLst>
                </p14:cNvPr>
                <p14:cNvContentPartPr/>
                <p14:nvPr/>
              </p14:nvContentPartPr>
              <p14:xfrm>
                <a:off x="10681727" y="646582"/>
                <a:ext cx="239400" cy="168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102B905-176E-A8BF-F674-9EDFF6325F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63727" y="628942"/>
                  <a:ext cx="275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3CD256-20BC-AF85-BFFA-D17BFEA46675}"/>
                    </a:ext>
                  </a:extLst>
                </p14:cNvPr>
                <p14:cNvContentPartPr/>
                <p14:nvPr/>
              </p14:nvContentPartPr>
              <p14:xfrm>
                <a:off x="11154767" y="445342"/>
                <a:ext cx="15120" cy="60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3CD256-20BC-AF85-BFFA-D17BFEA466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36767" y="427342"/>
                  <a:ext cx="50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6E1EC00-D0BB-7813-847D-FD9F4E4175E4}"/>
                    </a:ext>
                  </a:extLst>
                </p14:cNvPr>
                <p14:cNvContentPartPr/>
                <p14:nvPr/>
              </p14:nvContentPartPr>
              <p14:xfrm>
                <a:off x="11057567" y="427702"/>
                <a:ext cx="263880" cy="363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6E1EC00-D0BB-7813-847D-FD9F4E4175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39567" y="410062"/>
                  <a:ext cx="2995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FD36F94-4F4A-4847-F104-25DE3D4683EE}"/>
                    </a:ext>
                  </a:extLst>
                </p14:cNvPr>
                <p14:cNvContentPartPr/>
                <p14:nvPr/>
              </p14:nvContentPartPr>
              <p14:xfrm>
                <a:off x="11025167" y="534262"/>
                <a:ext cx="230040" cy="52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FD36F94-4F4A-4847-F104-25DE3D4683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07167" y="516262"/>
                  <a:ext cx="26568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FFDD811-EA5A-3C55-1ADA-79CB89C9DADB}"/>
                  </a:ext>
                </a:extLst>
              </p14:cNvPr>
              <p14:cNvContentPartPr/>
              <p14:nvPr/>
            </p14:nvContentPartPr>
            <p14:xfrm>
              <a:off x="11900327" y="951142"/>
              <a:ext cx="6120" cy="43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FFDD811-EA5A-3C55-1ADA-79CB89C9DAD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882327" y="933142"/>
                <a:ext cx="4176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677B325-D3E8-05AB-24FF-A49696409A34}"/>
              </a:ext>
            </a:extLst>
          </p:cNvPr>
          <p:cNvGrpSpPr/>
          <p:nvPr/>
        </p:nvGrpSpPr>
        <p:grpSpPr>
          <a:xfrm>
            <a:off x="4150967" y="1406182"/>
            <a:ext cx="373320" cy="399960"/>
            <a:chOff x="4150967" y="1406182"/>
            <a:chExt cx="37332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688DACF-F5AD-4457-FE90-1B6EA8320D89}"/>
                    </a:ext>
                  </a:extLst>
                </p14:cNvPr>
                <p14:cNvContentPartPr/>
                <p14:nvPr/>
              </p14:nvContentPartPr>
              <p14:xfrm>
                <a:off x="4150967" y="1442902"/>
                <a:ext cx="150840" cy="363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688DACF-F5AD-4457-FE90-1B6EA8320D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32967" y="1424902"/>
                  <a:ext cx="1864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8C7D6E9-71AA-BCF6-B9A8-CA94CD5724D1}"/>
                    </a:ext>
                  </a:extLst>
                </p14:cNvPr>
                <p14:cNvContentPartPr/>
                <p14:nvPr/>
              </p14:nvContentPartPr>
              <p14:xfrm>
                <a:off x="4251767" y="1437142"/>
                <a:ext cx="160560" cy="28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8C7D6E9-71AA-BCF6-B9A8-CA94CD5724D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33767" y="1419502"/>
                  <a:ext cx="196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E0B195-76F9-ECBD-B5C3-01C9C81FFE75}"/>
                    </a:ext>
                  </a:extLst>
                </p14:cNvPr>
                <p14:cNvContentPartPr/>
                <p14:nvPr/>
              </p14:nvContentPartPr>
              <p14:xfrm>
                <a:off x="4404767" y="1406182"/>
                <a:ext cx="119520" cy="325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E0B195-76F9-ECBD-B5C3-01C9C81FFE7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86767" y="1388542"/>
                  <a:ext cx="155160" cy="36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74C9E95-8489-7EE0-8C7F-F84E0A9B1420}"/>
                  </a:ext>
                </a:extLst>
              </p14:cNvPr>
              <p14:cNvContentPartPr/>
              <p14:nvPr/>
            </p14:nvContentPartPr>
            <p14:xfrm>
              <a:off x="5080487" y="1421302"/>
              <a:ext cx="18360" cy="572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74C9E95-8489-7EE0-8C7F-F84E0A9B142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062487" y="1403302"/>
                <a:ext cx="5400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3B1EFFB-7E12-FC01-94D7-9C6B4E181A45}"/>
              </a:ext>
            </a:extLst>
          </p:cNvPr>
          <p:cNvGrpSpPr/>
          <p:nvPr/>
        </p:nvGrpSpPr>
        <p:grpSpPr>
          <a:xfrm>
            <a:off x="4863767" y="1588702"/>
            <a:ext cx="357120" cy="212760"/>
            <a:chOff x="4863767" y="1588702"/>
            <a:chExt cx="35712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3F02C9F-9BE7-8357-FA59-9B58C10CD801}"/>
                    </a:ext>
                  </a:extLst>
                </p14:cNvPr>
                <p14:cNvContentPartPr/>
                <p14:nvPr/>
              </p14:nvContentPartPr>
              <p14:xfrm>
                <a:off x="4863767" y="1588702"/>
                <a:ext cx="62640" cy="168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3F02C9F-9BE7-8357-FA59-9B58C10CD80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46127" y="1571062"/>
                  <a:ext cx="98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920955C-7186-9FCE-7F92-7D0EA3600C2A}"/>
                    </a:ext>
                  </a:extLst>
                </p14:cNvPr>
                <p14:cNvContentPartPr/>
                <p14:nvPr/>
              </p14:nvContentPartPr>
              <p14:xfrm>
                <a:off x="5065727" y="1646302"/>
                <a:ext cx="155160" cy="155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920955C-7186-9FCE-7F92-7D0EA3600C2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47727" y="1628662"/>
                  <a:ext cx="1908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8A62692-16E9-688B-47AA-6937D76B53BF}"/>
              </a:ext>
            </a:extLst>
          </p:cNvPr>
          <p:cNvGrpSpPr/>
          <p:nvPr/>
        </p:nvGrpSpPr>
        <p:grpSpPr>
          <a:xfrm>
            <a:off x="5890487" y="1549822"/>
            <a:ext cx="1479240" cy="372960"/>
            <a:chOff x="5890487" y="1549822"/>
            <a:chExt cx="147924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54DC88C-3D1A-FB4F-4028-37AAB373E0F3}"/>
                    </a:ext>
                  </a:extLst>
                </p14:cNvPr>
                <p14:cNvContentPartPr/>
                <p14:nvPr/>
              </p14:nvContentPartPr>
              <p14:xfrm>
                <a:off x="5890487" y="1725502"/>
                <a:ext cx="216720" cy="192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54DC88C-3D1A-FB4F-4028-37AAB373E0F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72847" y="1707502"/>
                  <a:ext cx="252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28E0368-B07E-A2F6-9B7A-93F0FD917B5D}"/>
                    </a:ext>
                  </a:extLst>
                </p14:cNvPr>
                <p14:cNvContentPartPr/>
                <p14:nvPr/>
              </p14:nvContentPartPr>
              <p14:xfrm>
                <a:off x="6200807" y="1742782"/>
                <a:ext cx="170640" cy="180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28E0368-B07E-A2F6-9B7A-93F0FD917B5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82807" y="1724782"/>
                  <a:ext cx="206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86AA2FC-C69D-7CDB-D383-AE11BBE9E895}"/>
                    </a:ext>
                  </a:extLst>
                </p14:cNvPr>
                <p14:cNvContentPartPr/>
                <p14:nvPr/>
              </p14:nvContentPartPr>
              <p14:xfrm>
                <a:off x="6431927" y="1549822"/>
                <a:ext cx="104040" cy="356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86AA2FC-C69D-7CDB-D383-AE11BBE9E89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14287" y="1532182"/>
                  <a:ext cx="1396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FD6E2F9-9EC2-5B1A-47D6-23C19AA09D43}"/>
                    </a:ext>
                  </a:extLst>
                </p14:cNvPr>
                <p14:cNvContentPartPr/>
                <p14:nvPr/>
              </p14:nvContentPartPr>
              <p14:xfrm>
                <a:off x="6428687" y="1649902"/>
                <a:ext cx="229680" cy="28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FD6E2F9-9EC2-5B1A-47D6-23C19AA09D4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11047" y="1632262"/>
                  <a:ext cx="2653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5634B7B-E90B-1FBE-C87F-391F19C909F6}"/>
                    </a:ext>
                  </a:extLst>
                </p14:cNvPr>
                <p14:cNvContentPartPr/>
                <p14:nvPr/>
              </p14:nvContentPartPr>
              <p14:xfrm>
                <a:off x="6890207" y="1686982"/>
                <a:ext cx="207000" cy="198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5634B7B-E90B-1FBE-C87F-391F19C909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72567" y="1669342"/>
                  <a:ext cx="242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88164C4-3DCC-19B8-9F0E-2B47690807A6}"/>
                    </a:ext>
                  </a:extLst>
                </p14:cNvPr>
                <p14:cNvContentPartPr/>
                <p14:nvPr/>
              </p14:nvContentPartPr>
              <p14:xfrm>
                <a:off x="7189367" y="1721182"/>
                <a:ext cx="180360" cy="176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88164C4-3DCC-19B8-9F0E-2B47690807A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71727" y="1703542"/>
                  <a:ext cx="21600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F90869D-1949-0C9B-4FFB-6E133100488F}"/>
              </a:ext>
            </a:extLst>
          </p:cNvPr>
          <p:cNvGrpSpPr/>
          <p:nvPr/>
        </p:nvGrpSpPr>
        <p:grpSpPr>
          <a:xfrm>
            <a:off x="7736207" y="1543342"/>
            <a:ext cx="3097440" cy="842040"/>
            <a:chOff x="7736207" y="1543342"/>
            <a:chExt cx="3097440" cy="84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068B1CC-D653-D528-29EA-BE3CC3FAE6DE}"/>
                    </a:ext>
                  </a:extLst>
                </p14:cNvPr>
                <p14:cNvContentPartPr/>
                <p14:nvPr/>
              </p14:nvContentPartPr>
              <p14:xfrm>
                <a:off x="7736207" y="1710382"/>
                <a:ext cx="559440" cy="231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068B1CC-D653-D528-29EA-BE3CC3FAE6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18567" y="1692382"/>
                  <a:ext cx="5950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53AAE72-C4C5-5DC7-CC64-C2066840D8D6}"/>
                    </a:ext>
                  </a:extLst>
                </p14:cNvPr>
                <p14:cNvContentPartPr/>
                <p14:nvPr/>
              </p14:nvContentPartPr>
              <p14:xfrm>
                <a:off x="8310047" y="1543342"/>
                <a:ext cx="73800" cy="377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53AAE72-C4C5-5DC7-CC64-C2066840D8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92407" y="1525702"/>
                  <a:ext cx="1094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EF516F9-AE16-3C59-E356-514464360A8F}"/>
                    </a:ext>
                  </a:extLst>
                </p14:cNvPr>
                <p14:cNvContentPartPr/>
                <p14:nvPr/>
              </p14:nvContentPartPr>
              <p14:xfrm>
                <a:off x="8242727" y="1668262"/>
                <a:ext cx="297360" cy="73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EF516F9-AE16-3C59-E356-514464360A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24727" y="1650622"/>
                  <a:ext cx="333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F2FB528-DDB8-129D-2688-447348143976}"/>
                    </a:ext>
                  </a:extLst>
                </p14:cNvPr>
                <p14:cNvContentPartPr/>
                <p14:nvPr/>
              </p14:nvContentPartPr>
              <p14:xfrm>
                <a:off x="8508767" y="1698142"/>
                <a:ext cx="1013400" cy="29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F2FB528-DDB8-129D-2688-4473481439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90767" y="1680502"/>
                  <a:ext cx="10490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5191E68-AE37-78BF-9DF5-828B150BD4A5}"/>
                    </a:ext>
                  </a:extLst>
                </p14:cNvPr>
                <p14:cNvContentPartPr/>
                <p14:nvPr/>
              </p14:nvContentPartPr>
              <p14:xfrm>
                <a:off x="9709367" y="1749622"/>
                <a:ext cx="159480" cy="635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5191E68-AE37-78BF-9DF5-828B150BD4A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91367" y="1731622"/>
                  <a:ext cx="19512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9EB4B5A-2C9B-C049-E816-F43FF92B3553}"/>
                    </a:ext>
                  </a:extLst>
                </p14:cNvPr>
                <p14:cNvContentPartPr/>
                <p14:nvPr/>
              </p14:nvContentPartPr>
              <p14:xfrm>
                <a:off x="9789647" y="1792462"/>
                <a:ext cx="241560" cy="172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9EB4B5A-2C9B-C049-E816-F43FF92B355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72007" y="1774462"/>
                  <a:ext cx="277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CC2439-E6ED-FE33-7A18-8F757ADB61FC}"/>
                    </a:ext>
                  </a:extLst>
                </p14:cNvPr>
                <p14:cNvContentPartPr/>
                <p14:nvPr/>
              </p14:nvContentPartPr>
              <p14:xfrm>
                <a:off x="10045967" y="1793182"/>
                <a:ext cx="158760" cy="213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CC2439-E6ED-FE33-7A18-8F757ADB61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28327" y="1775182"/>
                  <a:ext cx="194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FDEAD92-9431-2255-17F4-EB1EA1D43C92}"/>
                    </a:ext>
                  </a:extLst>
                </p14:cNvPr>
                <p14:cNvContentPartPr/>
                <p14:nvPr/>
              </p14:nvContentPartPr>
              <p14:xfrm>
                <a:off x="10252247" y="1797142"/>
                <a:ext cx="54000" cy="186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FDEAD92-9431-2255-17F4-EB1EA1D43C9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34607" y="1779502"/>
                  <a:ext cx="89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06AAFE5-156C-1685-E1F6-3C84E70FE282}"/>
                    </a:ext>
                  </a:extLst>
                </p14:cNvPr>
                <p14:cNvContentPartPr/>
                <p14:nvPr/>
              </p14:nvContentPartPr>
              <p14:xfrm>
                <a:off x="10372847" y="1806862"/>
                <a:ext cx="168120" cy="173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06AAFE5-156C-1685-E1F6-3C84E70FE28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55207" y="1789222"/>
                  <a:ext cx="203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62E2FAF-B6EA-964E-0D7B-479EEBF889C3}"/>
                    </a:ext>
                  </a:extLst>
                </p14:cNvPr>
                <p14:cNvContentPartPr/>
                <p14:nvPr/>
              </p14:nvContentPartPr>
              <p14:xfrm>
                <a:off x="10683167" y="1579702"/>
                <a:ext cx="94320" cy="420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62E2FAF-B6EA-964E-0D7B-479EEBF889C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65527" y="1561702"/>
                  <a:ext cx="12996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41341C6-C3B2-9659-8E28-7D7920F2C8DA}"/>
                    </a:ext>
                  </a:extLst>
                </p14:cNvPr>
                <p14:cNvContentPartPr/>
                <p14:nvPr/>
              </p14:nvContentPartPr>
              <p14:xfrm>
                <a:off x="10611527" y="1722622"/>
                <a:ext cx="222120" cy="52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41341C6-C3B2-9659-8E28-7D7920F2C8D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93527" y="1704622"/>
                  <a:ext cx="257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668DAB5-310F-B166-D261-EAE0525C7B0C}"/>
                    </a:ext>
                  </a:extLst>
                </p14:cNvPr>
                <p14:cNvContentPartPr/>
                <p14:nvPr/>
              </p14:nvContentPartPr>
              <p14:xfrm>
                <a:off x="10224527" y="1607422"/>
                <a:ext cx="115920" cy="32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668DAB5-310F-B166-D261-EAE0525C7B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6527" y="1589422"/>
                  <a:ext cx="15156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0C9CAC9-DABD-37EF-2F7B-50D128228DB4}"/>
                  </a:ext>
                </a:extLst>
              </p14:cNvPr>
              <p14:cNvContentPartPr/>
              <p14:nvPr/>
            </p14:nvContentPartPr>
            <p14:xfrm>
              <a:off x="837527" y="415102"/>
              <a:ext cx="1164600" cy="1616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0C9CAC9-DABD-37EF-2F7B-50D128228DB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19527" y="397102"/>
                <a:ext cx="1200240" cy="16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A22FC3C-73AC-B5BF-0972-306AD55EF5C8}"/>
                  </a:ext>
                </a:extLst>
              </p14:cNvPr>
              <p14:cNvContentPartPr/>
              <p14:nvPr/>
            </p14:nvContentPartPr>
            <p14:xfrm>
              <a:off x="795407" y="2052742"/>
              <a:ext cx="1901880" cy="120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A22FC3C-73AC-B5BF-0972-306AD55EF5C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7767" y="2034742"/>
                <a:ext cx="19375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80EA6EE-261E-017F-6BB6-11DFE315C124}"/>
                  </a:ext>
                </a:extLst>
              </p14:cNvPr>
              <p14:cNvContentPartPr/>
              <p14:nvPr/>
            </p14:nvContentPartPr>
            <p14:xfrm>
              <a:off x="497327" y="2018182"/>
              <a:ext cx="63000" cy="279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80EA6EE-261E-017F-6BB6-11DFE315C12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79687" y="2000182"/>
                <a:ext cx="9864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6FEF0BC-BF11-0461-F28E-D041E80E5452}"/>
                  </a:ext>
                </a:extLst>
              </p14:cNvPr>
              <p14:cNvContentPartPr/>
              <p14:nvPr/>
            </p14:nvContentPartPr>
            <p14:xfrm>
              <a:off x="499847" y="1991542"/>
              <a:ext cx="209160" cy="287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6FEF0BC-BF11-0461-F28E-D041E80E545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82207" y="1973902"/>
                <a:ext cx="24480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720CFCD-C109-5218-34D2-650E48DFAF47}"/>
                  </a:ext>
                </a:extLst>
              </p14:cNvPr>
              <p14:cNvContentPartPr/>
              <p14:nvPr/>
            </p14:nvContentPartPr>
            <p14:xfrm>
              <a:off x="2915807" y="2151022"/>
              <a:ext cx="248040" cy="302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720CFCD-C109-5218-34D2-650E48DFAF4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98167" y="2133382"/>
                <a:ext cx="28368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7B4061D-3FD3-5250-1F6B-E01C7CB62E70}"/>
                  </a:ext>
                </a:extLst>
              </p14:cNvPr>
              <p14:cNvContentPartPr/>
              <p14:nvPr/>
            </p14:nvContentPartPr>
            <p14:xfrm>
              <a:off x="794687" y="2085502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7B4061D-3FD3-5250-1F6B-E01C7CB62E7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77047" y="20675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93A1C92-4894-6E62-D2CE-8031E5C6941C}"/>
                  </a:ext>
                </a:extLst>
              </p14:cNvPr>
              <p14:cNvContentPartPr/>
              <p14:nvPr/>
            </p14:nvContentPartPr>
            <p14:xfrm>
              <a:off x="2581007" y="2211502"/>
              <a:ext cx="59040" cy="3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93A1C92-4894-6E62-D2CE-8031E5C6941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563367" y="2193862"/>
                <a:ext cx="94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01FF6FC-F58B-3EA2-34DD-7E3676F4CBFA}"/>
                  </a:ext>
                </a:extLst>
              </p14:cNvPr>
              <p14:cNvContentPartPr/>
              <p14:nvPr/>
            </p14:nvContentPartPr>
            <p14:xfrm>
              <a:off x="755807" y="2106022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01FF6FC-F58B-3EA2-34DD-7E3676F4CBF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38167" y="20880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C93D6D6-5FA1-6199-43BC-F7B3424826AB}"/>
                  </a:ext>
                </a:extLst>
              </p14:cNvPr>
              <p14:cNvContentPartPr/>
              <p14:nvPr/>
            </p14:nvContentPartPr>
            <p14:xfrm>
              <a:off x="2495687" y="2138062"/>
              <a:ext cx="15840" cy="3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C93D6D6-5FA1-6199-43BC-F7B3424826A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478047" y="2120062"/>
                <a:ext cx="514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6CF0E82-399C-C200-BA45-FB62C4323C33}"/>
                  </a:ext>
                </a:extLst>
              </p14:cNvPr>
              <p14:cNvContentPartPr/>
              <p14:nvPr/>
            </p14:nvContentPartPr>
            <p14:xfrm>
              <a:off x="1679927" y="2104222"/>
              <a:ext cx="56160" cy="738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6CF0E82-399C-C200-BA45-FB62C4323C33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661927" y="2086222"/>
                <a:ext cx="9180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261B69B-6C43-8536-7755-2AF80BAF43CB}"/>
                  </a:ext>
                </a:extLst>
              </p14:cNvPr>
              <p14:cNvContentPartPr/>
              <p14:nvPr/>
            </p14:nvContentPartPr>
            <p14:xfrm>
              <a:off x="1533767" y="2400502"/>
              <a:ext cx="89280" cy="228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261B69B-6C43-8536-7755-2AF80BAF43C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515767" y="2382502"/>
                <a:ext cx="1249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9AE7134-6901-07B8-A9AF-B5C7874CEB1A}"/>
                  </a:ext>
                </a:extLst>
              </p14:cNvPr>
              <p14:cNvContentPartPr/>
              <p14:nvPr/>
            </p14:nvContentPartPr>
            <p14:xfrm>
              <a:off x="1588487" y="2392222"/>
              <a:ext cx="185760" cy="224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9AE7134-6901-07B8-A9AF-B5C7874CEB1A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570487" y="2374222"/>
                <a:ext cx="2214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C858A74-3A2D-88C5-AAA3-DC10DA471DC4}"/>
                  </a:ext>
                </a:extLst>
              </p14:cNvPr>
              <p14:cNvContentPartPr/>
              <p14:nvPr/>
            </p14:nvContentPartPr>
            <p14:xfrm>
              <a:off x="1728887" y="2406262"/>
              <a:ext cx="117360" cy="280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C858A74-3A2D-88C5-AAA3-DC10DA471DC4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710887" y="2388262"/>
                <a:ext cx="1530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46BADD3-4696-DCD9-260B-B86E8002B112}"/>
                  </a:ext>
                </a:extLst>
              </p14:cNvPr>
              <p14:cNvContentPartPr/>
              <p14:nvPr/>
            </p14:nvContentPartPr>
            <p14:xfrm>
              <a:off x="1705847" y="2126902"/>
              <a:ext cx="36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46BADD3-4696-DCD9-260B-B86E8002B11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688207" y="21089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637A84D-87E0-54F4-C131-F2587C6DF54D}"/>
                  </a:ext>
                </a:extLst>
              </p14:cNvPr>
              <p14:cNvContentPartPr/>
              <p14:nvPr/>
            </p14:nvContentPartPr>
            <p14:xfrm>
              <a:off x="803327" y="2066782"/>
              <a:ext cx="36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637A84D-87E0-54F4-C131-F2587C6DF54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85687" y="20491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35B40B7-A6EF-3492-52B9-BA2E46AC1E2F}"/>
                  </a:ext>
                </a:extLst>
              </p14:cNvPr>
              <p14:cNvContentPartPr/>
              <p14:nvPr/>
            </p14:nvContentPartPr>
            <p14:xfrm>
              <a:off x="2715287" y="2120062"/>
              <a:ext cx="360" cy="3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35B40B7-A6EF-3492-52B9-BA2E46AC1E2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697287" y="21024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D07AD1B-91A0-C06A-A2B8-8ABFA439DDFA}"/>
                  </a:ext>
                </a:extLst>
              </p14:cNvPr>
              <p14:cNvContentPartPr/>
              <p14:nvPr/>
            </p14:nvContentPartPr>
            <p14:xfrm>
              <a:off x="2738687" y="2217262"/>
              <a:ext cx="2880" cy="2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D07AD1B-91A0-C06A-A2B8-8ABFA439DDF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721047" y="2199262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7CADAF7-D025-1D2F-D98A-E32B11AFF3DE}"/>
                  </a:ext>
                </a:extLst>
              </p14:cNvPr>
              <p14:cNvContentPartPr/>
              <p14:nvPr/>
            </p14:nvContentPartPr>
            <p14:xfrm>
              <a:off x="1702967" y="2162902"/>
              <a:ext cx="360" cy="3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7CADAF7-D025-1D2F-D98A-E32B11AFF3D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684967" y="21449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54A14E6-6250-C2BE-382F-A87D3F45895F}"/>
                  </a:ext>
                </a:extLst>
              </p14:cNvPr>
              <p14:cNvContentPartPr/>
              <p14:nvPr/>
            </p14:nvContentPartPr>
            <p14:xfrm>
              <a:off x="1718087" y="2122582"/>
              <a:ext cx="5760" cy="1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54A14E6-6250-C2BE-382F-A87D3F45895F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700447" y="2104582"/>
                <a:ext cx="41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405E932-33FD-B43A-787C-E2A312989C46}"/>
                  </a:ext>
                </a:extLst>
              </p14:cNvPr>
              <p14:cNvContentPartPr/>
              <p14:nvPr/>
            </p14:nvContentPartPr>
            <p14:xfrm>
              <a:off x="2754167" y="2149222"/>
              <a:ext cx="360" cy="32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405E932-33FD-B43A-787C-E2A312989C46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736527" y="2131582"/>
                <a:ext cx="36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73B6465-D02A-7688-72E0-8832E621BA2A}"/>
                  </a:ext>
                </a:extLst>
              </p14:cNvPr>
              <p14:cNvContentPartPr/>
              <p14:nvPr/>
            </p14:nvContentPartPr>
            <p14:xfrm>
              <a:off x="1182047" y="2052742"/>
              <a:ext cx="1440" cy="28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73B6465-D02A-7688-72E0-8832E621BA2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164047" y="2034742"/>
                <a:ext cx="37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35E16B7-94E7-B91D-ECC5-4240BD689535}"/>
                  </a:ext>
                </a:extLst>
              </p14:cNvPr>
              <p14:cNvContentPartPr/>
              <p14:nvPr/>
            </p14:nvContentPartPr>
            <p14:xfrm>
              <a:off x="2190047" y="2152822"/>
              <a:ext cx="2160" cy="93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35E16B7-94E7-B91D-ECC5-4240BD689535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172407" y="2135182"/>
                <a:ext cx="37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47279E2-3A61-2DF0-BDEC-7F19A66EEF7B}"/>
                  </a:ext>
                </a:extLst>
              </p14:cNvPr>
              <p14:cNvContentPartPr/>
              <p14:nvPr/>
            </p14:nvContentPartPr>
            <p14:xfrm>
              <a:off x="1138847" y="1499062"/>
              <a:ext cx="3600" cy="140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47279E2-3A61-2DF0-BDEC-7F19A66EEF7B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120847" y="1481422"/>
                <a:ext cx="392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AF0A3D6-0882-C244-B24D-846ECCB90555}"/>
                  </a:ext>
                </a:extLst>
              </p14:cNvPr>
              <p14:cNvContentPartPr/>
              <p14:nvPr/>
            </p14:nvContentPartPr>
            <p14:xfrm>
              <a:off x="1332167" y="1168942"/>
              <a:ext cx="21600" cy="187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AF0A3D6-0882-C244-B24D-846ECCB9055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314527" y="1151302"/>
                <a:ext cx="57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4141FCF-DCFA-C5BF-F5E2-4C59D35C9707}"/>
                  </a:ext>
                </a:extLst>
              </p14:cNvPr>
              <p14:cNvContentPartPr/>
              <p14:nvPr/>
            </p14:nvContentPartPr>
            <p14:xfrm>
              <a:off x="1649687" y="840982"/>
              <a:ext cx="3960" cy="14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4141FCF-DCFA-C5BF-F5E2-4C59D35C9707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631687" y="823342"/>
                <a:ext cx="39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D62AB5C-A6CF-68BA-9A44-3FF77C40C5BE}"/>
                  </a:ext>
                </a:extLst>
              </p14:cNvPr>
              <p14:cNvContentPartPr/>
              <p14:nvPr/>
            </p14:nvContentPartPr>
            <p14:xfrm>
              <a:off x="2125247" y="803182"/>
              <a:ext cx="11160" cy="54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D62AB5C-A6CF-68BA-9A44-3FF77C40C5B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107247" y="785542"/>
                <a:ext cx="468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D6D6B72-7B90-5CD2-AF1C-C69D6D6252BA}"/>
                  </a:ext>
                </a:extLst>
              </p14:cNvPr>
              <p14:cNvContentPartPr/>
              <p14:nvPr/>
            </p14:nvContentPartPr>
            <p14:xfrm>
              <a:off x="2286527" y="1366222"/>
              <a:ext cx="11160" cy="46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D6D6B72-7B90-5CD2-AF1C-C69D6D6252B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268887" y="1348222"/>
                <a:ext cx="468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073F5BA-952C-D2E8-6351-AFFE61069310}"/>
                  </a:ext>
                </a:extLst>
              </p14:cNvPr>
              <p14:cNvContentPartPr/>
              <p14:nvPr/>
            </p14:nvContentPartPr>
            <p14:xfrm>
              <a:off x="1839047" y="68422"/>
              <a:ext cx="154800" cy="290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073F5BA-952C-D2E8-6351-AFFE6106931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821047" y="50422"/>
                <a:ext cx="19044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935F777-C778-ABEC-6D47-53ADEA8C1AD8}"/>
                  </a:ext>
                </a:extLst>
              </p14:cNvPr>
              <p14:cNvContentPartPr/>
              <p14:nvPr/>
            </p14:nvContentPartPr>
            <p14:xfrm>
              <a:off x="1883327" y="193342"/>
              <a:ext cx="86400" cy="23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935F777-C778-ABEC-6D47-53ADEA8C1AD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865687" y="175702"/>
                <a:ext cx="122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DB20F54-C25B-98AD-D962-915008E36F88}"/>
                  </a:ext>
                </a:extLst>
              </p14:cNvPr>
              <p14:cNvContentPartPr/>
              <p14:nvPr/>
            </p14:nvContentPartPr>
            <p14:xfrm>
              <a:off x="1968287" y="404302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DB20F54-C25B-98AD-D962-915008E36F8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950287" y="3866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FA561DA-8E53-4F7D-5AEB-DA4735151ED8}"/>
                  </a:ext>
                </a:extLst>
              </p14:cNvPr>
              <p14:cNvContentPartPr/>
              <p14:nvPr/>
            </p14:nvContentPartPr>
            <p14:xfrm>
              <a:off x="1968287" y="404302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FA561DA-8E53-4F7D-5AEB-DA4735151ED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950287" y="3866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23EF8C7-3D66-8D6D-2479-829AD38E80D9}"/>
                  </a:ext>
                </a:extLst>
              </p14:cNvPr>
              <p14:cNvContentPartPr/>
              <p14:nvPr/>
            </p14:nvContentPartPr>
            <p14:xfrm>
              <a:off x="1985927" y="480982"/>
              <a:ext cx="1080" cy="3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23EF8C7-3D66-8D6D-2479-829AD38E80D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968287" y="463342"/>
                <a:ext cx="3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C6A9F66-9FC8-638A-84D2-791A4BFA8A35}"/>
                  </a:ext>
                </a:extLst>
              </p14:cNvPr>
              <p14:cNvContentPartPr/>
              <p14:nvPr/>
            </p14:nvContentPartPr>
            <p14:xfrm>
              <a:off x="1994207" y="416902"/>
              <a:ext cx="10800" cy="7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C6A9F66-9FC8-638A-84D2-791A4BFA8A35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976207" y="398902"/>
                <a:ext cx="464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2EAE11A4-A755-CCE1-0A9D-52D033E12DED}"/>
                  </a:ext>
                </a:extLst>
              </p14:cNvPr>
              <p14:cNvContentPartPr/>
              <p14:nvPr/>
            </p14:nvContentPartPr>
            <p14:xfrm>
              <a:off x="2014367" y="181822"/>
              <a:ext cx="15120" cy="79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2EAE11A4-A755-CCE1-0A9D-52D033E12DE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996727" y="163822"/>
                <a:ext cx="507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3C1DCCF-905D-BE62-AF9E-FACAF77CD6AD}"/>
                  </a:ext>
                </a:extLst>
              </p14:cNvPr>
              <p14:cNvContentPartPr/>
              <p14:nvPr/>
            </p14:nvContentPartPr>
            <p14:xfrm>
              <a:off x="2079527" y="143302"/>
              <a:ext cx="7200" cy="54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3C1DCCF-905D-BE62-AF9E-FACAF77CD6A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061527" y="125662"/>
                <a:ext cx="428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292EE70-0704-5989-481E-9677F217E35C}"/>
                  </a:ext>
                </a:extLst>
              </p14:cNvPr>
              <p14:cNvContentPartPr/>
              <p14:nvPr/>
            </p14:nvContentPartPr>
            <p14:xfrm>
              <a:off x="3259607" y="2303302"/>
              <a:ext cx="3600" cy="21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292EE70-0704-5989-481E-9677F217E35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41607" y="2285302"/>
                <a:ext cx="392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A18C8E7-6366-F86D-E8B3-E0EB08120EF0}"/>
              </a:ext>
            </a:extLst>
          </p:cNvPr>
          <p:cNvGrpSpPr/>
          <p:nvPr/>
        </p:nvGrpSpPr>
        <p:grpSpPr>
          <a:xfrm>
            <a:off x="1682447" y="2117542"/>
            <a:ext cx="75600" cy="67320"/>
            <a:chOff x="1682447" y="2117542"/>
            <a:chExt cx="75600" cy="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FB02A6-2850-75DB-D0EE-E43FE8EFA8BE}"/>
                    </a:ext>
                  </a:extLst>
                </p14:cNvPr>
                <p14:cNvContentPartPr/>
                <p14:nvPr/>
              </p14:nvContentPartPr>
              <p14:xfrm>
                <a:off x="1730687" y="2129422"/>
                <a:ext cx="2880" cy="2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FB02A6-2850-75DB-D0EE-E43FE8EFA8B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712687" y="2111422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33D21F-E3A0-D30E-274A-91D37167E7AC}"/>
                    </a:ext>
                  </a:extLst>
                </p14:cNvPr>
                <p14:cNvContentPartPr/>
                <p14:nvPr/>
              </p14:nvContentPartPr>
              <p14:xfrm>
                <a:off x="1724927" y="2136262"/>
                <a:ext cx="4680" cy="2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33D21F-E3A0-D30E-274A-91D37167E7A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707287" y="2118262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631E98-B1CE-A674-2629-3BB96E83D18A}"/>
                    </a:ext>
                  </a:extLst>
                </p14:cNvPr>
                <p14:cNvContentPartPr/>
                <p14:nvPr/>
              </p14:nvContentPartPr>
              <p14:xfrm>
                <a:off x="1751207" y="2133742"/>
                <a:ext cx="3960" cy="5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631E98-B1CE-A674-2629-3BB96E83D18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733207" y="2115742"/>
                  <a:ext cx="39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952BDAF-034D-E59B-DA8D-027F5AD249DE}"/>
                    </a:ext>
                  </a:extLst>
                </p14:cNvPr>
                <p14:cNvContentPartPr/>
                <p14:nvPr/>
              </p14:nvContentPartPr>
              <p14:xfrm>
                <a:off x="1751567" y="2117542"/>
                <a:ext cx="6480" cy="12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952BDAF-034D-E59B-DA8D-027F5AD249D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733927" y="2099902"/>
                  <a:ext cx="42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489DA13-F5CC-1D5A-3A9F-5630C587172E}"/>
                    </a:ext>
                  </a:extLst>
                </p14:cNvPr>
                <p14:cNvContentPartPr/>
                <p14:nvPr/>
              </p14:nvContentPartPr>
              <p14:xfrm>
                <a:off x="1710887" y="2184502"/>
                <a:ext cx="360" cy="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489DA13-F5CC-1D5A-3A9F-5630C587172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92887" y="2166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43DA7B5-1F5B-9BAD-E2B8-3577525B20B5}"/>
                    </a:ext>
                  </a:extLst>
                </p14:cNvPr>
                <p14:cNvContentPartPr/>
                <p14:nvPr/>
              </p14:nvContentPartPr>
              <p14:xfrm>
                <a:off x="1710167" y="2174422"/>
                <a:ext cx="9000" cy="1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43DA7B5-1F5B-9BAD-E2B8-3577525B20B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692527" y="2156782"/>
                  <a:ext cx="44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A3F79C1-B157-0065-FD1D-1C1F13DB98A3}"/>
                    </a:ext>
                  </a:extLst>
                </p14:cNvPr>
                <p14:cNvContentPartPr/>
                <p14:nvPr/>
              </p14:nvContentPartPr>
              <p14:xfrm>
                <a:off x="1718087" y="2178382"/>
                <a:ext cx="360" cy="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A3F79C1-B157-0065-FD1D-1C1F13DB98A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00447" y="21603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6010C86-66D2-99A6-F87E-6B506B175403}"/>
                    </a:ext>
                  </a:extLst>
                </p14:cNvPr>
                <p14:cNvContentPartPr/>
                <p14:nvPr/>
              </p14:nvContentPartPr>
              <p14:xfrm>
                <a:off x="1722767" y="2140942"/>
                <a:ext cx="9000" cy="6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6010C86-66D2-99A6-F87E-6B506B17540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704767" y="2123302"/>
                  <a:ext cx="44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6FD1290-6C05-4961-BA5D-6B6C9047F3E9}"/>
                    </a:ext>
                  </a:extLst>
                </p14:cNvPr>
                <p14:cNvContentPartPr/>
                <p14:nvPr/>
              </p14:nvContentPartPr>
              <p14:xfrm>
                <a:off x="1716287" y="2152822"/>
                <a:ext cx="4680" cy="1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6FD1290-6C05-4961-BA5D-6B6C9047F3E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698647" y="2135182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6673B98-41DF-BCC3-F778-C7C60D2E140A}"/>
                    </a:ext>
                  </a:extLst>
                </p14:cNvPr>
                <p14:cNvContentPartPr/>
                <p14:nvPr/>
              </p14:nvContentPartPr>
              <p14:xfrm>
                <a:off x="1682447" y="2150302"/>
                <a:ext cx="5400" cy="5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6673B98-41DF-BCC3-F778-C7C60D2E140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64447" y="2132662"/>
                  <a:ext cx="41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75E63AE-FCF4-C51A-CDCA-3A9E0D174DD3}"/>
                    </a:ext>
                  </a:extLst>
                </p14:cNvPr>
                <p14:cNvContentPartPr/>
                <p14:nvPr/>
              </p14:nvContentPartPr>
              <p14:xfrm>
                <a:off x="1719527" y="2170822"/>
                <a:ext cx="360" cy="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75E63AE-FCF4-C51A-CDCA-3A9E0D174D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01527" y="21528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8DCE689-305F-652D-E37A-13198CB55BFC}"/>
                    </a:ext>
                  </a:extLst>
                </p14:cNvPr>
                <p14:cNvContentPartPr/>
                <p14:nvPr/>
              </p14:nvContentPartPr>
              <p14:xfrm>
                <a:off x="1711967" y="2171542"/>
                <a:ext cx="360" cy="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8DCE689-305F-652D-E37A-13198CB55BF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94327" y="21535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BC2C101-26CF-CEC0-1B4B-B3B2F34A55BD}"/>
                  </a:ext>
                </a:extLst>
              </p14:cNvPr>
              <p14:cNvContentPartPr/>
              <p14:nvPr/>
            </p14:nvContentPartPr>
            <p14:xfrm>
              <a:off x="2795567" y="2211502"/>
              <a:ext cx="7920" cy="39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BC2C101-26CF-CEC0-1B4B-B3B2F34A55B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777927" y="2193862"/>
                <a:ext cx="435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6DA0076-27A4-5BB4-F804-F2BFAAF82B3A}"/>
              </a:ext>
            </a:extLst>
          </p:cNvPr>
          <p:cNvGrpSpPr/>
          <p:nvPr/>
        </p:nvGrpSpPr>
        <p:grpSpPr>
          <a:xfrm>
            <a:off x="88367" y="3167302"/>
            <a:ext cx="2796840" cy="2565000"/>
            <a:chOff x="88367" y="3167302"/>
            <a:chExt cx="2796840" cy="256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854A821-2E22-9FD2-A4ED-06EFE9C9E68A}"/>
                    </a:ext>
                  </a:extLst>
                </p14:cNvPr>
                <p14:cNvContentPartPr/>
                <p14:nvPr/>
              </p14:nvContentPartPr>
              <p14:xfrm>
                <a:off x="406967" y="3535222"/>
                <a:ext cx="1187640" cy="707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854A821-2E22-9FD2-A4ED-06EFE9C9E68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89327" y="3517582"/>
                  <a:ext cx="122328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612C6CA-6744-CB48-9351-38671F1E57E5}"/>
                    </a:ext>
                  </a:extLst>
                </p14:cNvPr>
                <p14:cNvContentPartPr/>
                <p14:nvPr/>
              </p14:nvContentPartPr>
              <p14:xfrm>
                <a:off x="1609367" y="3558262"/>
                <a:ext cx="837000" cy="1008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612C6CA-6744-CB48-9351-38671F1E57E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91727" y="3540262"/>
                  <a:ext cx="872640" cy="10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61A694-3CAC-B4C8-29E2-F141E9CB8DF3}"/>
                    </a:ext>
                  </a:extLst>
                </p14:cNvPr>
                <p14:cNvContentPartPr/>
                <p14:nvPr/>
              </p14:nvContentPartPr>
              <p14:xfrm>
                <a:off x="358007" y="4224262"/>
                <a:ext cx="1965240" cy="1022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61A694-3CAC-B4C8-29E2-F141E9CB8DF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40367" y="4206262"/>
                  <a:ext cx="2000880" cy="10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1DD4119-5383-54CA-A81D-AFBA52807540}"/>
                    </a:ext>
                  </a:extLst>
                </p14:cNvPr>
                <p14:cNvContentPartPr/>
                <p14:nvPr/>
              </p14:nvContentPartPr>
              <p14:xfrm>
                <a:off x="2340527" y="4581742"/>
                <a:ext cx="126000" cy="622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1DD4119-5383-54CA-A81D-AFBA5280754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322527" y="4563742"/>
                  <a:ext cx="16164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DB9A0E6-3EFD-92E3-4357-D3777948B4CD}"/>
                    </a:ext>
                  </a:extLst>
                </p14:cNvPr>
                <p14:cNvContentPartPr/>
                <p14:nvPr/>
              </p14:nvContentPartPr>
              <p14:xfrm>
                <a:off x="1437647" y="3167302"/>
                <a:ext cx="175320" cy="273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DB9A0E6-3EFD-92E3-4357-D3777948B4C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420007" y="3149302"/>
                  <a:ext cx="210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1C303F1-771F-B020-C88F-3BBC79F3BF09}"/>
                    </a:ext>
                  </a:extLst>
                </p14:cNvPr>
                <p14:cNvContentPartPr/>
                <p14:nvPr/>
              </p14:nvContentPartPr>
              <p14:xfrm>
                <a:off x="1443407" y="3299062"/>
                <a:ext cx="165600" cy="10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1C303F1-771F-B020-C88F-3BBC79F3BF0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425767" y="3281062"/>
                  <a:ext cx="201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2093249-03E4-3D98-42C0-62771A6E9B4E}"/>
                    </a:ext>
                  </a:extLst>
                </p14:cNvPr>
                <p14:cNvContentPartPr/>
                <p14:nvPr/>
              </p14:nvContentPartPr>
              <p14:xfrm>
                <a:off x="102407" y="3984862"/>
                <a:ext cx="44640" cy="253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2093249-03E4-3D98-42C0-62771A6E9B4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4407" y="3966862"/>
                  <a:ext cx="80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6ED8085-D809-1935-1D04-B7DD78833CA3}"/>
                    </a:ext>
                  </a:extLst>
                </p14:cNvPr>
                <p14:cNvContentPartPr/>
                <p14:nvPr/>
              </p14:nvContentPartPr>
              <p14:xfrm>
                <a:off x="112487" y="3916822"/>
                <a:ext cx="189720" cy="236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6ED8085-D809-1935-1D04-B7DD78833CA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4847" y="3899182"/>
                  <a:ext cx="2253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3A1EA18-2B5D-71C1-D52D-19CECF169285}"/>
                    </a:ext>
                  </a:extLst>
                </p14:cNvPr>
                <p14:cNvContentPartPr/>
                <p14:nvPr/>
              </p14:nvContentPartPr>
              <p14:xfrm>
                <a:off x="88367" y="5158462"/>
                <a:ext cx="221040" cy="280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3A1EA18-2B5D-71C1-D52D-19CECF16928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0727" y="5140462"/>
                  <a:ext cx="256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41C860C-62A0-0AEB-886D-417DD5341EB9}"/>
                    </a:ext>
                  </a:extLst>
                </p14:cNvPr>
                <p14:cNvContentPartPr/>
                <p14:nvPr/>
              </p14:nvContentPartPr>
              <p14:xfrm>
                <a:off x="2339447" y="5531062"/>
                <a:ext cx="66960" cy="201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41C860C-62A0-0AEB-886D-417DD5341EB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321447" y="5513422"/>
                  <a:ext cx="102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A10A76D-5D7A-DCD4-D8AB-54BA8131C9A6}"/>
                    </a:ext>
                  </a:extLst>
                </p14:cNvPr>
                <p14:cNvContentPartPr/>
                <p14:nvPr/>
              </p14:nvContentPartPr>
              <p14:xfrm>
                <a:off x="2340527" y="5487142"/>
                <a:ext cx="264600" cy="192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A10A76D-5D7A-DCD4-D8AB-54BA8131C9A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322527" y="5469502"/>
                  <a:ext cx="300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2979F73-BE1D-F547-80A3-BE774B111FBF}"/>
                    </a:ext>
                  </a:extLst>
                </p14:cNvPr>
                <p14:cNvContentPartPr/>
                <p14:nvPr/>
              </p14:nvContentPartPr>
              <p14:xfrm>
                <a:off x="2728247" y="4443142"/>
                <a:ext cx="140400" cy="41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2979F73-BE1D-F547-80A3-BE774B111FB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10247" y="4425502"/>
                  <a:ext cx="176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DCC0871-7FBE-1C40-7991-0CA8D7CC52FD}"/>
                    </a:ext>
                  </a:extLst>
                </p14:cNvPr>
                <p14:cNvContentPartPr/>
                <p14:nvPr/>
              </p14:nvContentPartPr>
              <p14:xfrm>
                <a:off x="2645087" y="4442422"/>
                <a:ext cx="155880" cy="259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DCC0871-7FBE-1C40-7991-0CA8D7CC52F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27087" y="4424782"/>
                  <a:ext cx="1915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AA3220D-CA0D-70E9-34A4-B5CA0685BFC6}"/>
                    </a:ext>
                  </a:extLst>
                </p14:cNvPr>
                <p14:cNvContentPartPr/>
                <p14:nvPr/>
              </p14:nvContentPartPr>
              <p14:xfrm>
                <a:off x="2656607" y="4545382"/>
                <a:ext cx="228600" cy="32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AA3220D-CA0D-70E9-34A4-B5CA0685BFC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638607" y="4527382"/>
                  <a:ext cx="2642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C3F4A5CE-FFA1-403C-EFE9-75C8C4FFB428}"/>
              </a:ext>
            </a:extLst>
          </p:cNvPr>
          <p:cNvGrpSpPr/>
          <p:nvPr/>
        </p:nvGrpSpPr>
        <p:grpSpPr>
          <a:xfrm>
            <a:off x="3990047" y="3518662"/>
            <a:ext cx="3448440" cy="619200"/>
            <a:chOff x="3990047" y="3518662"/>
            <a:chExt cx="344844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C2512ED-7E93-3FB1-1525-F483C8D0BC80}"/>
                    </a:ext>
                  </a:extLst>
                </p14:cNvPr>
                <p14:cNvContentPartPr/>
                <p14:nvPr/>
              </p14:nvContentPartPr>
              <p14:xfrm>
                <a:off x="3990047" y="3518662"/>
                <a:ext cx="227880" cy="345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C2512ED-7E93-3FB1-1525-F483C8D0BC8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972407" y="3500662"/>
                  <a:ext cx="2635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0336CF-E6DA-A22A-C593-E61F379A0A32}"/>
                    </a:ext>
                  </a:extLst>
                </p14:cNvPr>
                <p14:cNvContentPartPr/>
                <p14:nvPr/>
              </p14:nvContentPartPr>
              <p14:xfrm>
                <a:off x="4032527" y="3703702"/>
                <a:ext cx="194040" cy="25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0336CF-E6DA-A22A-C593-E61F379A0A3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14887" y="3686062"/>
                  <a:ext cx="229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4DAB833-2C03-E445-8F91-A313D7B50BCB}"/>
                    </a:ext>
                  </a:extLst>
                </p14:cNvPr>
                <p14:cNvContentPartPr/>
                <p14:nvPr/>
              </p14:nvContentPartPr>
              <p14:xfrm>
                <a:off x="4297487" y="3775702"/>
                <a:ext cx="75240" cy="180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4DAB833-2C03-E445-8F91-A313D7B50BC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279847" y="3758062"/>
                  <a:ext cx="1108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DD07336-9262-BD02-0C67-93B4622B7E67}"/>
                    </a:ext>
                  </a:extLst>
                </p14:cNvPr>
                <p14:cNvContentPartPr/>
                <p14:nvPr/>
              </p14:nvContentPartPr>
              <p14:xfrm>
                <a:off x="4604927" y="3650782"/>
                <a:ext cx="111960" cy="234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DD07336-9262-BD02-0C67-93B4622B7E6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587287" y="3633142"/>
                  <a:ext cx="147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8449734-3F67-1470-77C0-FEAA144FB97B}"/>
                    </a:ext>
                  </a:extLst>
                </p14:cNvPr>
                <p14:cNvContentPartPr/>
                <p14:nvPr/>
              </p14:nvContentPartPr>
              <p14:xfrm>
                <a:off x="4667927" y="3602542"/>
                <a:ext cx="171000" cy="304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8449734-3F67-1470-77C0-FEAA144FB97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49927" y="3584902"/>
                  <a:ext cx="2066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DE84779-7556-6EBA-015F-2A0C9DBEEBA8}"/>
                    </a:ext>
                  </a:extLst>
                </p14:cNvPr>
                <p14:cNvContentPartPr/>
                <p14:nvPr/>
              </p14:nvContentPartPr>
              <p14:xfrm>
                <a:off x="4917047" y="3887662"/>
                <a:ext cx="100440" cy="1537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DE84779-7556-6EBA-015F-2A0C9DBEEBA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899407" y="3870022"/>
                  <a:ext cx="136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6FD68E3-15DD-3C54-17F0-99835DA483E9}"/>
                    </a:ext>
                  </a:extLst>
                </p14:cNvPr>
                <p14:cNvContentPartPr/>
                <p14:nvPr/>
              </p14:nvContentPartPr>
              <p14:xfrm>
                <a:off x="5240687" y="3674542"/>
                <a:ext cx="231120" cy="307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6FD68E3-15DD-3C54-17F0-99835DA483E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222687" y="3656542"/>
                  <a:ext cx="2667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2F61EB9-C67E-B44B-CCA9-F706F99EFC59}"/>
                    </a:ext>
                  </a:extLst>
                </p14:cNvPr>
                <p14:cNvContentPartPr/>
                <p14:nvPr/>
              </p14:nvContentPartPr>
              <p14:xfrm>
                <a:off x="5531567" y="3970462"/>
                <a:ext cx="104400" cy="167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2F61EB9-C67E-B44B-CCA9-F706F99EFC5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513567" y="3952822"/>
                  <a:ext cx="140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B721F39-79EB-B0CF-C384-290FE16AB360}"/>
                    </a:ext>
                  </a:extLst>
                </p14:cNvPr>
                <p14:cNvContentPartPr/>
                <p14:nvPr/>
              </p14:nvContentPartPr>
              <p14:xfrm>
                <a:off x="5814887" y="3783262"/>
                <a:ext cx="87840" cy="249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B721F39-79EB-B0CF-C384-290FE16AB36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797247" y="3765622"/>
                  <a:ext cx="123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9F49466-4D1C-FC36-5E01-6B8F82533917}"/>
                    </a:ext>
                  </a:extLst>
                </p14:cNvPr>
                <p14:cNvContentPartPr/>
                <p14:nvPr/>
              </p14:nvContentPartPr>
              <p14:xfrm>
                <a:off x="5836487" y="3703702"/>
                <a:ext cx="243360" cy="3369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9F49466-4D1C-FC36-5E01-6B8F8253391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818487" y="3685702"/>
                  <a:ext cx="2790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14F7F9A-013B-58C2-92D1-6B4338BBD370}"/>
                    </a:ext>
                  </a:extLst>
                </p14:cNvPr>
                <p14:cNvContentPartPr/>
                <p14:nvPr/>
              </p14:nvContentPartPr>
              <p14:xfrm>
                <a:off x="6157967" y="3846622"/>
                <a:ext cx="226440" cy="195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14F7F9A-013B-58C2-92D1-6B4338BBD37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140327" y="3828982"/>
                  <a:ext cx="262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2E25DEB-B027-F3EA-6501-9190DE9C54EA}"/>
                    </a:ext>
                  </a:extLst>
                </p14:cNvPr>
                <p14:cNvContentPartPr/>
                <p14:nvPr/>
              </p14:nvContentPartPr>
              <p14:xfrm>
                <a:off x="6484487" y="3857782"/>
                <a:ext cx="204120" cy="198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2E25DEB-B027-F3EA-6501-9190DE9C54E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466487" y="3839782"/>
                  <a:ext cx="239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4AD63DD-0D8B-DE71-361E-6EC7D0D9CD9A}"/>
                    </a:ext>
                  </a:extLst>
                </p14:cNvPr>
                <p14:cNvContentPartPr/>
                <p14:nvPr/>
              </p14:nvContentPartPr>
              <p14:xfrm>
                <a:off x="6766367" y="3688222"/>
                <a:ext cx="288000" cy="3726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4AD63DD-0D8B-DE71-361E-6EC7D0D9CD9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748367" y="3670222"/>
                  <a:ext cx="32364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7708660-22BA-0EC0-319D-5A6AF8A07CE5}"/>
                    </a:ext>
                  </a:extLst>
                </p14:cNvPr>
                <p14:cNvContentPartPr/>
                <p14:nvPr/>
              </p14:nvContentPartPr>
              <p14:xfrm>
                <a:off x="7195127" y="3762742"/>
                <a:ext cx="243360" cy="356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7708660-22BA-0EC0-319D-5A6AF8A07CE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177127" y="3744742"/>
                  <a:ext cx="279000" cy="39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2C35682-E636-895F-EEB3-4B61CBC3BEA6}"/>
                  </a:ext>
                </a:extLst>
              </p14:cNvPr>
              <p14:cNvContentPartPr/>
              <p14:nvPr/>
            </p14:nvContentPartPr>
            <p14:xfrm>
              <a:off x="8033207" y="3924742"/>
              <a:ext cx="876600" cy="2444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2C35682-E636-895F-EEB3-4B61CBC3BEA6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015207" y="3907102"/>
                <a:ext cx="9122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9B2EAB3D-4B8F-EF84-B915-DCAC76B17D03}"/>
              </a:ext>
            </a:extLst>
          </p:cNvPr>
          <p:cNvGrpSpPr/>
          <p:nvPr/>
        </p:nvGrpSpPr>
        <p:grpSpPr>
          <a:xfrm>
            <a:off x="9306527" y="3723502"/>
            <a:ext cx="3107520" cy="723600"/>
            <a:chOff x="9306527" y="3723502"/>
            <a:chExt cx="3107520" cy="7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5BE44A5-8894-5BCA-77C4-D3FD2D648AD0}"/>
                    </a:ext>
                  </a:extLst>
                </p14:cNvPr>
                <p14:cNvContentPartPr/>
                <p14:nvPr/>
              </p14:nvContentPartPr>
              <p14:xfrm>
                <a:off x="9306527" y="3898822"/>
                <a:ext cx="138600" cy="201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5BE44A5-8894-5BCA-77C4-D3FD2D648AD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288887" y="3880822"/>
                  <a:ext cx="174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771A1D7-0C3C-08BA-70D0-3BF51131FAD8}"/>
                    </a:ext>
                  </a:extLst>
                </p14:cNvPr>
                <p14:cNvContentPartPr/>
                <p14:nvPr/>
              </p14:nvContentPartPr>
              <p14:xfrm>
                <a:off x="9596687" y="3957142"/>
                <a:ext cx="204480" cy="154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771A1D7-0C3C-08BA-70D0-3BF51131FAD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579047" y="3939502"/>
                  <a:ext cx="240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A738354-F3CE-8BA0-50A0-E296DEC78F3E}"/>
                    </a:ext>
                  </a:extLst>
                </p14:cNvPr>
                <p14:cNvContentPartPr/>
                <p14:nvPr/>
              </p14:nvContentPartPr>
              <p14:xfrm>
                <a:off x="9966407" y="3723502"/>
                <a:ext cx="66960" cy="409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A738354-F3CE-8BA0-50A0-E296DEC78F3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948407" y="3705862"/>
                  <a:ext cx="102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0A59C47-6498-2128-4626-5BB9272B9B3C}"/>
                    </a:ext>
                  </a:extLst>
                </p14:cNvPr>
                <p14:cNvContentPartPr/>
                <p14:nvPr/>
              </p14:nvContentPartPr>
              <p14:xfrm>
                <a:off x="9930767" y="3871822"/>
                <a:ext cx="526680" cy="261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0A59C47-6498-2128-4626-5BB9272B9B3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912767" y="3853822"/>
                  <a:ext cx="562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103AA3C-9BA5-2CB9-04CE-ADD7C64E44AE}"/>
                    </a:ext>
                  </a:extLst>
                </p14:cNvPr>
                <p14:cNvContentPartPr/>
                <p14:nvPr/>
              </p14:nvContentPartPr>
              <p14:xfrm>
                <a:off x="10556087" y="4007542"/>
                <a:ext cx="264240" cy="182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103AA3C-9BA5-2CB9-04CE-ADD7C64E44A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538087" y="3989902"/>
                  <a:ext cx="299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254F2DC-015C-0F1E-39FE-6E5EBCCAEE8E}"/>
                    </a:ext>
                  </a:extLst>
                </p14:cNvPr>
                <p14:cNvContentPartPr/>
                <p14:nvPr/>
              </p14:nvContentPartPr>
              <p14:xfrm>
                <a:off x="11073047" y="4182862"/>
                <a:ext cx="7920" cy="13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254F2DC-015C-0F1E-39FE-6E5EBCCAEE8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055407" y="4164862"/>
                  <a:ext cx="43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2D4D24E-1899-AD4F-E75F-563900DEF7A7}"/>
                    </a:ext>
                  </a:extLst>
                </p14:cNvPr>
                <p14:cNvContentPartPr/>
                <p14:nvPr/>
              </p14:nvContentPartPr>
              <p14:xfrm>
                <a:off x="10917527" y="4019422"/>
                <a:ext cx="234000" cy="182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2D4D24E-1899-AD4F-E75F-563900DEF7A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899527" y="4001782"/>
                  <a:ext cx="269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9C0804B-2B83-5C56-0285-573604A472BA}"/>
                    </a:ext>
                  </a:extLst>
                </p14:cNvPr>
                <p14:cNvContentPartPr/>
                <p14:nvPr/>
              </p14:nvContentPartPr>
              <p14:xfrm>
                <a:off x="11297687" y="4015822"/>
                <a:ext cx="175320" cy="431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9C0804B-2B83-5C56-0285-573604A472B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79687" y="3998182"/>
                  <a:ext cx="21096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BFE27FE-F523-8AB8-13B2-CC2B176F4148}"/>
                    </a:ext>
                  </a:extLst>
                </p14:cNvPr>
                <p14:cNvContentPartPr/>
                <p14:nvPr/>
              </p14:nvContentPartPr>
              <p14:xfrm>
                <a:off x="11462567" y="3952102"/>
                <a:ext cx="116280" cy="178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BFE27FE-F523-8AB8-13B2-CC2B176F414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444927" y="3934462"/>
                  <a:ext cx="151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7A55B19-C60D-61D8-ECF4-0ADBEEDAA578}"/>
                    </a:ext>
                  </a:extLst>
                </p14:cNvPr>
                <p14:cNvContentPartPr/>
                <p14:nvPr/>
              </p14:nvContentPartPr>
              <p14:xfrm>
                <a:off x="11623487" y="4002142"/>
                <a:ext cx="97560" cy="162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7A55B19-C60D-61D8-ECF4-0ADBEEDAA57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605847" y="3984502"/>
                  <a:ext cx="133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57A8BA7-570E-6D8D-D016-A65276D8C232}"/>
                    </a:ext>
                  </a:extLst>
                </p14:cNvPr>
                <p14:cNvContentPartPr/>
                <p14:nvPr/>
              </p14:nvContentPartPr>
              <p14:xfrm>
                <a:off x="11741207" y="4034542"/>
                <a:ext cx="52920" cy="128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57A8BA7-570E-6D8D-D016-A65276D8C23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723567" y="4016902"/>
                  <a:ext cx="88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30E2BDC-06C6-3ECB-8AAD-DACBD14D4B37}"/>
                    </a:ext>
                  </a:extLst>
                </p14:cNvPr>
                <p14:cNvContentPartPr/>
                <p14:nvPr/>
              </p14:nvContentPartPr>
              <p14:xfrm>
                <a:off x="11815727" y="3899902"/>
                <a:ext cx="20160" cy="54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30E2BDC-06C6-3ECB-8AAD-DACBD14D4B3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798087" y="3881902"/>
                  <a:ext cx="55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7E32C78-DCC8-2352-B8DE-4BA792EE8F82}"/>
                    </a:ext>
                  </a:extLst>
                </p14:cNvPr>
                <p14:cNvContentPartPr/>
                <p14:nvPr/>
              </p14:nvContentPartPr>
              <p14:xfrm>
                <a:off x="11829407" y="4006462"/>
                <a:ext cx="206640" cy="21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7E32C78-DCC8-2352-B8DE-4BA792EE8F8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811407" y="3988822"/>
                  <a:ext cx="242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0C33DC5-1B1A-3850-35A0-A29B95F5D921}"/>
                    </a:ext>
                  </a:extLst>
                </p14:cNvPr>
                <p14:cNvContentPartPr/>
                <p14:nvPr/>
              </p14:nvContentPartPr>
              <p14:xfrm>
                <a:off x="12127847" y="3860662"/>
                <a:ext cx="78840" cy="325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0C33DC5-1B1A-3850-35A0-A29B95F5D92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2109847" y="3842662"/>
                  <a:ext cx="114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5900282-D0C2-3A22-4D51-72D53355213E}"/>
                    </a:ext>
                  </a:extLst>
                </p14:cNvPr>
                <p14:cNvContentPartPr/>
                <p14:nvPr/>
              </p14:nvContentPartPr>
              <p14:xfrm>
                <a:off x="12144407" y="4084942"/>
                <a:ext cx="137520" cy="156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5900282-D0C2-3A22-4D51-72D53355213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2126407" y="4066942"/>
                  <a:ext cx="173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DF1099A-F5AD-EBC3-6F6E-EE8491DD80EF}"/>
                    </a:ext>
                  </a:extLst>
                </p14:cNvPr>
                <p14:cNvContentPartPr/>
                <p14:nvPr/>
              </p14:nvContentPartPr>
              <p14:xfrm>
                <a:off x="12063047" y="3925822"/>
                <a:ext cx="351000" cy="76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DF1099A-F5AD-EBC3-6F6E-EE8491DD80E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2045407" y="3908182"/>
                  <a:ext cx="38664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6D7C7B0-72D8-734E-5857-C9580CB08B78}"/>
              </a:ext>
            </a:extLst>
          </p:cNvPr>
          <p:cNvGrpSpPr/>
          <p:nvPr/>
        </p:nvGrpSpPr>
        <p:grpSpPr>
          <a:xfrm>
            <a:off x="106108" y="4550062"/>
            <a:ext cx="324000" cy="275400"/>
            <a:chOff x="106108" y="4550062"/>
            <a:chExt cx="32400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46673C0-0251-491D-49C3-9991A409B92C}"/>
                    </a:ext>
                  </a:extLst>
                </p14:cNvPr>
                <p14:cNvContentPartPr/>
                <p14:nvPr/>
              </p14:nvContentPartPr>
              <p14:xfrm>
                <a:off x="400228" y="4663822"/>
                <a:ext cx="29880" cy="14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46673C0-0251-491D-49C3-9991A409B92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82588" y="4646182"/>
                  <a:ext cx="65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5EAAD17-5F9A-1A09-7DE2-BD9D128A90D2}"/>
                    </a:ext>
                  </a:extLst>
                </p14:cNvPr>
                <p14:cNvContentPartPr/>
                <p14:nvPr/>
              </p14:nvContentPartPr>
              <p14:xfrm>
                <a:off x="106108" y="4550062"/>
                <a:ext cx="154440" cy="2754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5EAAD17-5F9A-1A09-7DE2-BD9D128A90D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8468" y="4532062"/>
                  <a:ext cx="190080" cy="31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98C0F00-990A-FE02-1F67-1C2306E9A426}"/>
                  </a:ext>
                </a:extLst>
              </p14:cNvPr>
              <p14:cNvContentPartPr/>
              <p14:nvPr/>
            </p14:nvContentPartPr>
            <p14:xfrm>
              <a:off x="365668" y="3677422"/>
              <a:ext cx="1836720" cy="14745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98C0F00-990A-FE02-1F67-1C2306E9A426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329668" y="3605422"/>
                <a:ext cx="1908360" cy="16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63CE2EEA-BCBE-7FDF-CCA8-E78B4A95BF4C}"/>
                  </a:ext>
                </a:extLst>
              </p14:cNvPr>
              <p14:cNvContentPartPr/>
              <p14:nvPr/>
            </p14:nvContentPartPr>
            <p14:xfrm>
              <a:off x="1079908" y="3687502"/>
              <a:ext cx="1288440" cy="8686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63CE2EEA-BCBE-7FDF-CCA8-E78B4A95BF4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44268" y="3615862"/>
                <a:ext cx="1360080" cy="10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AB83F823-E6FF-8D02-4C42-54762793EE12}"/>
                  </a:ext>
                </a:extLst>
              </p14:cNvPr>
              <p14:cNvContentPartPr/>
              <p14:nvPr/>
            </p14:nvContentPartPr>
            <p14:xfrm>
              <a:off x="1558348" y="3656542"/>
              <a:ext cx="45360" cy="871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AB83F823-E6FF-8D02-4C42-54762793EE1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522708" y="3584542"/>
                <a:ext cx="1170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50A595D-560C-041F-FBA2-36C83DD8FE5B}"/>
                  </a:ext>
                </a:extLst>
              </p14:cNvPr>
              <p14:cNvContentPartPr/>
              <p14:nvPr/>
            </p14:nvContentPartPr>
            <p14:xfrm>
              <a:off x="1635388" y="3706942"/>
              <a:ext cx="796320" cy="14623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50A595D-560C-041F-FBA2-36C83DD8FE5B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599748" y="3635302"/>
                <a:ext cx="867960" cy="16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BEF72816-925A-7862-D439-012609CCC2CB}"/>
                  </a:ext>
                </a:extLst>
              </p14:cNvPr>
              <p14:cNvContentPartPr/>
              <p14:nvPr/>
            </p14:nvContentPartPr>
            <p14:xfrm>
              <a:off x="567268" y="4352782"/>
              <a:ext cx="309240" cy="5263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BEF72816-925A-7862-D439-012609CCC2CB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531268" y="4281142"/>
                <a:ext cx="38088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71A8DBAB-9DA7-B014-09BF-BB78CCF865EB}"/>
                  </a:ext>
                </a:extLst>
              </p14:cNvPr>
              <p14:cNvContentPartPr/>
              <p14:nvPr/>
            </p14:nvContentPartPr>
            <p14:xfrm>
              <a:off x="880468" y="5190142"/>
              <a:ext cx="14040" cy="424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71A8DBAB-9DA7-B014-09BF-BB78CCF865EB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862828" y="5172502"/>
                <a:ext cx="496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B57C668-C794-DA5D-C59D-428993104E98}"/>
                  </a:ext>
                </a:extLst>
              </p14:cNvPr>
              <p14:cNvContentPartPr/>
              <p14:nvPr/>
            </p14:nvContentPartPr>
            <p14:xfrm>
              <a:off x="1504708" y="5219302"/>
              <a:ext cx="33480" cy="3744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B57C668-C794-DA5D-C59D-428993104E98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486708" y="5201662"/>
                <a:ext cx="691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FD1E2FE-3705-73DD-54F9-B2C188DED6F1}"/>
                  </a:ext>
                </a:extLst>
              </p14:cNvPr>
              <p14:cNvContentPartPr/>
              <p14:nvPr/>
            </p14:nvContentPartPr>
            <p14:xfrm>
              <a:off x="762748" y="5340622"/>
              <a:ext cx="338400" cy="3027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FD1E2FE-3705-73DD-54F9-B2C188DED6F1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44748" y="5322622"/>
                <a:ext cx="37404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3D12CEE-7DBD-8877-4178-C408E008432D}"/>
                  </a:ext>
                </a:extLst>
              </p14:cNvPr>
              <p14:cNvContentPartPr/>
              <p14:nvPr/>
            </p14:nvContentPartPr>
            <p14:xfrm>
              <a:off x="1408588" y="5445022"/>
              <a:ext cx="413640" cy="3423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3D12CEE-7DBD-8877-4178-C408E008432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390948" y="5427022"/>
                <a:ext cx="449280" cy="37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753FB42-49D8-0A8F-61F3-C13B542347DA}"/>
              </a:ext>
            </a:extLst>
          </p:cNvPr>
          <p:cNvGrpSpPr/>
          <p:nvPr/>
        </p:nvGrpSpPr>
        <p:grpSpPr>
          <a:xfrm>
            <a:off x="4203628" y="4862542"/>
            <a:ext cx="2727720" cy="579600"/>
            <a:chOff x="4203628" y="4862542"/>
            <a:chExt cx="2727720" cy="57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F3454AF-16D0-C89C-BE98-0FA64396D40B}"/>
                    </a:ext>
                  </a:extLst>
                </p14:cNvPr>
                <p14:cNvContentPartPr/>
                <p14:nvPr/>
              </p14:nvContentPartPr>
              <p14:xfrm>
                <a:off x="4211188" y="4872982"/>
                <a:ext cx="75240" cy="338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F3454AF-16D0-C89C-BE98-0FA64396D40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193188" y="4854982"/>
                  <a:ext cx="1108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87620CD-8ECC-DFB5-D7E1-E80371A244F4}"/>
                    </a:ext>
                  </a:extLst>
                </p14:cNvPr>
                <p14:cNvContentPartPr/>
                <p14:nvPr/>
              </p14:nvContentPartPr>
              <p14:xfrm>
                <a:off x="4203628" y="4862542"/>
                <a:ext cx="285480" cy="1890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87620CD-8ECC-DFB5-D7E1-E80371A244F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185988" y="4844542"/>
                  <a:ext cx="321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94553D3-910D-0686-C40F-569F02C36CB8}"/>
                    </a:ext>
                  </a:extLst>
                </p14:cNvPr>
                <p14:cNvContentPartPr/>
                <p14:nvPr/>
              </p14:nvContentPartPr>
              <p14:xfrm>
                <a:off x="4294348" y="5227942"/>
                <a:ext cx="124200" cy="158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94553D3-910D-0686-C40F-569F02C36CB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276348" y="5210302"/>
                  <a:ext cx="159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0ABBF7A-3AE9-3F24-CB5B-0B2AFD4CA8DC}"/>
                    </a:ext>
                  </a:extLst>
                </p14:cNvPr>
                <p14:cNvContentPartPr/>
                <p14:nvPr/>
              </p14:nvContentPartPr>
              <p14:xfrm>
                <a:off x="4770628" y="4961902"/>
                <a:ext cx="273600" cy="370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0ABBF7A-3AE9-3F24-CB5B-0B2AFD4CA8D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752628" y="4943902"/>
                  <a:ext cx="3092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2844650-EF70-3D08-0D53-91BD288BB689}"/>
                    </a:ext>
                  </a:extLst>
                </p14:cNvPr>
                <p14:cNvContentPartPr/>
                <p14:nvPr/>
              </p14:nvContentPartPr>
              <p14:xfrm>
                <a:off x="5148628" y="5288422"/>
                <a:ext cx="72000" cy="126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2844650-EF70-3D08-0D53-91BD288BB68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30628" y="5270782"/>
                  <a:ext cx="107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D09DC49-7474-DA43-4ED0-F40D5DA2332F}"/>
                    </a:ext>
                  </a:extLst>
                </p14:cNvPr>
                <p14:cNvContentPartPr/>
                <p14:nvPr/>
              </p14:nvContentPartPr>
              <p14:xfrm>
                <a:off x="5487748" y="5066302"/>
                <a:ext cx="116280" cy="283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D09DC49-7474-DA43-4ED0-F40D5DA2332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469748" y="5048302"/>
                  <a:ext cx="1519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1E38684-6EAC-F2F7-24D7-C618EA5CC7DB}"/>
                    </a:ext>
                  </a:extLst>
                </p14:cNvPr>
                <p14:cNvContentPartPr/>
                <p14:nvPr/>
              </p14:nvContentPartPr>
              <p14:xfrm>
                <a:off x="5499988" y="5036422"/>
                <a:ext cx="338760" cy="340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1E38684-6EAC-F2F7-24D7-C618EA5CC7D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482348" y="5018422"/>
                  <a:ext cx="3744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701138F-85F8-F660-3962-2F5E615F66ED}"/>
                    </a:ext>
                  </a:extLst>
                </p14:cNvPr>
                <p14:cNvContentPartPr/>
                <p14:nvPr/>
              </p14:nvContentPartPr>
              <p14:xfrm>
                <a:off x="6105148" y="5114542"/>
                <a:ext cx="826200" cy="327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701138F-85F8-F660-3962-2F5E615F66E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87508" y="5096542"/>
                  <a:ext cx="86184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86CEDCC-D9ED-2B0E-F133-03D6BFF2590A}"/>
              </a:ext>
            </a:extLst>
          </p:cNvPr>
          <p:cNvGrpSpPr/>
          <p:nvPr/>
        </p:nvGrpSpPr>
        <p:grpSpPr>
          <a:xfrm>
            <a:off x="7510588" y="4951822"/>
            <a:ext cx="2236680" cy="828360"/>
            <a:chOff x="7510588" y="4951822"/>
            <a:chExt cx="2236680" cy="8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9C07362-5FC7-C3FD-C7E7-E90F793FE6D9}"/>
                    </a:ext>
                  </a:extLst>
                </p14:cNvPr>
                <p14:cNvContentPartPr/>
                <p14:nvPr/>
              </p14:nvContentPartPr>
              <p14:xfrm>
                <a:off x="7510588" y="5024182"/>
                <a:ext cx="263520" cy="3754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9C07362-5FC7-C3FD-C7E7-E90F793FE6D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492948" y="5006182"/>
                  <a:ext cx="2991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21DBFDD-9A54-3248-E28E-DB247061565D}"/>
                    </a:ext>
                  </a:extLst>
                </p14:cNvPr>
                <p14:cNvContentPartPr/>
                <p14:nvPr/>
              </p14:nvContentPartPr>
              <p14:xfrm>
                <a:off x="7820188" y="5280142"/>
                <a:ext cx="399240" cy="1656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21DBFDD-9A54-3248-E28E-DB247061565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802188" y="5262502"/>
                  <a:ext cx="434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DE67AE4-4D42-101B-3299-06CF86938126}"/>
                    </a:ext>
                  </a:extLst>
                </p14:cNvPr>
                <p14:cNvContentPartPr/>
                <p14:nvPr/>
              </p14:nvContentPartPr>
              <p14:xfrm>
                <a:off x="8348308" y="5242342"/>
                <a:ext cx="176400" cy="1702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DE67AE4-4D42-101B-3299-06CF8693812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330308" y="5224342"/>
                  <a:ext cx="212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6DE24E2-2114-233C-B184-6050B2D12C6E}"/>
                    </a:ext>
                  </a:extLst>
                </p14:cNvPr>
                <p14:cNvContentPartPr/>
                <p14:nvPr/>
              </p14:nvContentPartPr>
              <p14:xfrm>
                <a:off x="8547028" y="4951822"/>
                <a:ext cx="322920" cy="451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6DE24E2-2114-233C-B184-6050B2D12C6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529388" y="4933822"/>
                  <a:ext cx="3585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4AD5C59-323A-CCB4-3F05-C61ED5F3F83E}"/>
                    </a:ext>
                  </a:extLst>
                </p14:cNvPr>
                <p14:cNvContentPartPr/>
                <p14:nvPr/>
              </p14:nvContentPartPr>
              <p14:xfrm>
                <a:off x="8825668" y="5188342"/>
                <a:ext cx="921600" cy="591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4AD5C59-323A-CCB4-3F05-C61ED5F3F83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07668" y="5170342"/>
                  <a:ext cx="957240" cy="62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6B43904-0A92-9CA5-6D1B-6E6D7298AD1F}"/>
              </a:ext>
            </a:extLst>
          </p:cNvPr>
          <p:cNvGrpSpPr/>
          <p:nvPr/>
        </p:nvGrpSpPr>
        <p:grpSpPr>
          <a:xfrm>
            <a:off x="10074868" y="4966222"/>
            <a:ext cx="1144800" cy="475920"/>
            <a:chOff x="10074868" y="4966222"/>
            <a:chExt cx="114480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86B4BF9-F8D3-E890-677C-C122EAF8388A}"/>
                    </a:ext>
                  </a:extLst>
                </p14:cNvPr>
                <p14:cNvContentPartPr/>
                <p14:nvPr/>
              </p14:nvContentPartPr>
              <p14:xfrm>
                <a:off x="10074868" y="4966222"/>
                <a:ext cx="279000" cy="4759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86B4BF9-F8D3-E890-677C-C122EAF8388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057228" y="4948582"/>
                  <a:ext cx="3146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E7E6EF7-2F16-8B05-5AAC-9B1E07053491}"/>
                    </a:ext>
                  </a:extLst>
                </p14:cNvPr>
                <p14:cNvContentPartPr/>
                <p14:nvPr/>
              </p14:nvContentPartPr>
              <p14:xfrm>
                <a:off x="10425508" y="5073862"/>
                <a:ext cx="518400" cy="368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E7E6EF7-2F16-8B05-5AAC-9B1E0705349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407508" y="5055862"/>
                  <a:ext cx="5540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B3362B5-8FD4-6E75-A7BB-55A4B6014012}"/>
                    </a:ext>
                  </a:extLst>
                </p14:cNvPr>
                <p14:cNvContentPartPr/>
                <p14:nvPr/>
              </p14:nvContentPartPr>
              <p14:xfrm>
                <a:off x="10808188" y="5155222"/>
                <a:ext cx="411480" cy="81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B3362B5-8FD4-6E75-A7BB-55A4B601401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790548" y="5137222"/>
                  <a:ext cx="44712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2087B21D-9A26-8880-1FA2-D3EE81FC4F89}"/>
              </a:ext>
            </a:extLst>
          </p:cNvPr>
          <p:cNvGrpSpPr/>
          <p:nvPr/>
        </p:nvGrpSpPr>
        <p:grpSpPr>
          <a:xfrm>
            <a:off x="4107148" y="5771542"/>
            <a:ext cx="822960" cy="359280"/>
            <a:chOff x="4107148" y="5771542"/>
            <a:chExt cx="82296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3239A62-97D9-D69B-CEE5-891C4940BCAE}"/>
                    </a:ext>
                  </a:extLst>
                </p14:cNvPr>
                <p14:cNvContentPartPr/>
                <p14:nvPr/>
              </p14:nvContentPartPr>
              <p14:xfrm>
                <a:off x="4107148" y="5850382"/>
                <a:ext cx="252000" cy="248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3239A62-97D9-D69B-CEE5-891C4940BCA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089508" y="5832382"/>
                  <a:ext cx="2876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6C7312E-F4A2-E69D-8099-4C733AC2ED08}"/>
                    </a:ext>
                  </a:extLst>
                </p14:cNvPr>
                <p14:cNvContentPartPr/>
                <p14:nvPr/>
              </p14:nvContentPartPr>
              <p14:xfrm>
                <a:off x="4370668" y="5771542"/>
                <a:ext cx="473040" cy="359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6C7312E-F4A2-E69D-8099-4C733AC2ED0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352668" y="5753902"/>
                  <a:ext cx="5086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7904062-4AF0-FC8F-C093-BAA346263E5D}"/>
                    </a:ext>
                  </a:extLst>
                </p14:cNvPr>
                <p14:cNvContentPartPr/>
                <p14:nvPr/>
              </p14:nvContentPartPr>
              <p14:xfrm>
                <a:off x="4661908" y="5861182"/>
                <a:ext cx="268200" cy="478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7904062-4AF0-FC8F-C093-BAA346263E5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644268" y="5843542"/>
                  <a:ext cx="3038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705D95FD-CCA1-E2F3-622E-53BCE1F2678F}"/>
              </a:ext>
            </a:extLst>
          </p:cNvPr>
          <p:cNvGrpSpPr/>
          <p:nvPr/>
        </p:nvGrpSpPr>
        <p:grpSpPr>
          <a:xfrm>
            <a:off x="5447068" y="5898982"/>
            <a:ext cx="1772280" cy="476640"/>
            <a:chOff x="5447068" y="5898982"/>
            <a:chExt cx="1772280" cy="4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93B99B2-D713-1AF1-CB81-60B1CBB58D77}"/>
                    </a:ext>
                  </a:extLst>
                </p14:cNvPr>
                <p14:cNvContentPartPr/>
                <p14:nvPr/>
              </p14:nvContentPartPr>
              <p14:xfrm>
                <a:off x="5447068" y="5957662"/>
                <a:ext cx="183240" cy="2044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93B99B2-D713-1AF1-CB81-60B1CBB58D7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429428" y="5940022"/>
                  <a:ext cx="2188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C951EBA-CB8F-276F-7183-E4E59186012D}"/>
                    </a:ext>
                  </a:extLst>
                </p14:cNvPr>
                <p14:cNvContentPartPr/>
                <p14:nvPr/>
              </p14:nvContentPartPr>
              <p14:xfrm>
                <a:off x="5681428" y="5898982"/>
                <a:ext cx="464760" cy="379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C951EBA-CB8F-276F-7183-E4E59186012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663428" y="5880982"/>
                  <a:ext cx="5004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6665B0C-04ED-8EDA-A9DE-F206363CB207}"/>
                    </a:ext>
                  </a:extLst>
                </p14:cNvPr>
                <p14:cNvContentPartPr/>
                <p14:nvPr/>
              </p14:nvContentPartPr>
              <p14:xfrm>
                <a:off x="6029188" y="6004462"/>
                <a:ext cx="522720" cy="2721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6665B0C-04ED-8EDA-A9DE-F206363CB20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011548" y="5986822"/>
                  <a:ext cx="5583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112BCA1-9406-0635-C444-DB6D6340A326}"/>
                    </a:ext>
                  </a:extLst>
                </p14:cNvPr>
                <p14:cNvContentPartPr/>
                <p14:nvPr/>
              </p14:nvContentPartPr>
              <p14:xfrm>
                <a:off x="6633628" y="6116062"/>
                <a:ext cx="82440" cy="186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112BCA1-9406-0635-C444-DB6D6340A32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615628" y="6098422"/>
                  <a:ext cx="118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6E0779F-391F-AEDD-5CCE-FFF4845C8F89}"/>
                    </a:ext>
                  </a:extLst>
                </p14:cNvPr>
                <p14:cNvContentPartPr/>
                <p14:nvPr/>
              </p14:nvContentPartPr>
              <p14:xfrm>
                <a:off x="6569188" y="6082582"/>
                <a:ext cx="650160" cy="293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6E0779F-391F-AEDD-5CCE-FFF4845C8F8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51188" y="6064942"/>
                  <a:ext cx="68580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AA041085-A5ED-08D4-FA16-788765AC59AF}"/>
              </a:ext>
            </a:extLst>
          </p:cNvPr>
          <p:cNvGrpSpPr/>
          <p:nvPr/>
        </p:nvGrpSpPr>
        <p:grpSpPr>
          <a:xfrm>
            <a:off x="7624348" y="6039022"/>
            <a:ext cx="1319400" cy="596160"/>
            <a:chOff x="7624348" y="6039022"/>
            <a:chExt cx="131940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5E5D9CC-5799-53B6-D18E-181486D2621F}"/>
                    </a:ext>
                  </a:extLst>
                </p14:cNvPr>
                <p14:cNvContentPartPr/>
                <p14:nvPr/>
              </p14:nvContentPartPr>
              <p14:xfrm>
                <a:off x="7624348" y="6111022"/>
                <a:ext cx="212040" cy="524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5E5D9CC-5799-53B6-D18E-181486D2621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606348" y="6093382"/>
                  <a:ext cx="24768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46645E2-E3AB-2486-A912-33A4BE1B791E}"/>
                    </a:ext>
                  </a:extLst>
                </p14:cNvPr>
                <p14:cNvContentPartPr/>
                <p14:nvPr/>
              </p14:nvContentPartPr>
              <p14:xfrm>
                <a:off x="7803268" y="6148822"/>
                <a:ext cx="158400" cy="132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46645E2-E3AB-2486-A912-33A4BE1B791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785628" y="6131182"/>
                  <a:ext cx="194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AC3EFA4-7C22-EF7E-7A97-81D77B4BC66A}"/>
                    </a:ext>
                  </a:extLst>
                </p14:cNvPr>
                <p14:cNvContentPartPr/>
                <p14:nvPr/>
              </p14:nvContentPartPr>
              <p14:xfrm>
                <a:off x="8041948" y="6163222"/>
                <a:ext cx="114840" cy="157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AC3EFA4-7C22-EF7E-7A97-81D77B4BC66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024308" y="6145222"/>
                  <a:ext cx="150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A0192E9-214C-D17D-8939-F4434E1CE3EF}"/>
                    </a:ext>
                  </a:extLst>
                </p14:cNvPr>
                <p14:cNvContentPartPr/>
                <p14:nvPr/>
              </p14:nvContentPartPr>
              <p14:xfrm>
                <a:off x="8231308" y="6184822"/>
                <a:ext cx="68040" cy="147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A0192E9-214C-D17D-8939-F4434E1CE3E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13308" y="6166822"/>
                  <a:ext cx="103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F1B056F-1F30-43D7-427E-74A28038AC4E}"/>
                    </a:ext>
                  </a:extLst>
                </p14:cNvPr>
                <p14:cNvContentPartPr/>
                <p14:nvPr/>
              </p14:nvContentPartPr>
              <p14:xfrm>
                <a:off x="8239948" y="6096982"/>
                <a:ext cx="24480" cy="72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F1B056F-1F30-43D7-427E-74A28038AC4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222308" y="6078982"/>
                  <a:ext cx="60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17F5582-0B58-6C74-0EDD-8D617C56C54B}"/>
                    </a:ext>
                  </a:extLst>
                </p14:cNvPr>
                <p14:cNvContentPartPr/>
                <p14:nvPr/>
              </p14:nvContentPartPr>
              <p14:xfrm>
                <a:off x="8344708" y="6202822"/>
                <a:ext cx="211320" cy="1742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17F5582-0B58-6C74-0EDD-8D617C56C54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326708" y="6184822"/>
                  <a:ext cx="246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E58522F-070A-22EC-7A5F-9249BEC79619}"/>
                    </a:ext>
                  </a:extLst>
                </p14:cNvPr>
                <p14:cNvContentPartPr/>
                <p14:nvPr/>
              </p14:nvContentPartPr>
              <p14:xfrm>
                <a:off x="8688508" y="6044422"/>
                <a:ext cx="119160" cy="319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E58522F-070A-22EC-7A5F-9249BEC7961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670508" y="6026422"/>
                  <a:ext cx="1548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082712C-3716-1D83-5E83-EF64D0A80142}"/>
                    </a:ext>
                  </a:extLst>
                </p14:cNvPr>
                <p14:cNvContentPartPr/>
                <p14:nvPr/>
              </p14:nvContentPartPr>
              <p14:xfrm>
                <a:off x="8774548" y="6214342"/>
                <a:ext cx="169200" cy="163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082712C-3716-1D83-5E83-EF64D0A8014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756548" y="6196342"/>
                  <a:ext cx="204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3D0E277-8928-2006-B4CF-B9B594E298CD}"/>
                    </a:ext>
                  </a:extLst>
                </p14:cNvPr>
                <p14:cNvContentPartPr/>
                <p14:nvPr/>
              </p14:nvContentPartPr>
              <p14:xfrm>
                <a:off x="8713708" y="6039022"/>
                <a:ext cx="197280" cy="554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3D0E277-8928-2006-B4CF-B9B594E298C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95708" y="6021022"/>
                  <a:ext cx="23292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29AFE68D-EC85-3320-E6B0-9E79C0CB011C}"/>
                  </a:ext>
                </a:extLst>
              </p14:cNvPr>
              <p14:cNvContentPartPr/>
              <p14:nvPr/>
            </p14:nvContentPartPr>
            <p14:xfrm>
              <a:off x="9553228" y="6339262"/>
              <a:ext cx="51480" cy="3744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29AFE68D-EC85-3320-E6B0-9E79C0CB011C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9535228" y="6321622"/>
                <a:ext cx="87120" cy="7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916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84CEDA-E1BD-08C5-C47F-A202BB2F20FA}"/>
              </a:ext>
            </a:extLst>
          </p:cNvPr>
          <p:cNvGrpSpPr/>
          <p:nvPr/>
        </p:nvGrpSpPr>
        <p:grpSpPr>
          <a:xfrm>
            <a:off x="234527" y="59782"/>
            <a:ext cx="1061280" cy="1044720"/>
            <a:chOff x="234527" y="59782"/>
            <a:chExt cx="1061280" cy="10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2CEF423-7FC4-7293-7BEA-E983ADBCE076}"/>
                    </a:ext>
                  </a:extLst>
                </p14:cNvPr>
                <p14:cNvContentPartPr/>
                <p14:nvPr/>
              </p14:nvContentPartPr>
              <p14:xfrm>
                <a:off x="234527" y="59782"/>
                <a:ext cx="354960" cy="619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2CEF423-7FC4-7293-7BEA-E983ADBCE0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6527" y="42142"/>
                  <a:ext cx="39060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DF63F69-B6EB-0005-3349-51710810B111}"/>
                    </a:ext>
                  </a:extLst>
                </p14:cNvPr>
                <p14:cNvContentPartPr/>
                <p14:nvPr/>
              </p14:nvContentPartPr>
              <p14:xfrm>
                <a:off x="502367" y="412582"/>
                <a:ext cx="186480" cy="691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DF63F69-B6EB-0005-3349-51710810B1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4367" y="394582"/>
                  <a:ext cx="22212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C74F03F-F14E-760D-944C-4ACCC858E8CC}"/>
                    </a:ext>
                  </a:extLst>
                </p14:cNvPr>
                <p14:cNvContentPartPr/>
                <p14:nvPr/>
              </p14:nvContentPartPr>
              <p14:xfrm>
                <a:off x="583367" y="444262"/>
                <a:ext cx="240120" cy="178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C74F03F-F14E-760D-944C-4ACCC858E8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5367" y="426262"/>
                  <a:ext cx="275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0CD31D-38B9-7AE4-FB0A-713279368E75}"/>
                    </a:ext>
                  </a:extLst>
                </p14:cNvPr>
                <p14:cNvContentPartPr/>
                <p14:nvPr/>
              </p14:nvContentPartPr>
              <p14:xfrm>
                <a:off x="838247" y="500782"/>
                <a:ext cx="168480" cy="131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0CD31D-38B9-7AE4-FB0A-713279368E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0247" y="483142"/>
                  <a:ext cx="204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81BA8A4-F716-F440-02C9-DC5F5E2B94DD}"/>
                    </a:ext>
                  </a:extLst>
                </p14:cNvPr>
                <p14:cNvContentPartPr/>
                <p14:nvPr/>
              </p14:nvContentPartPr>
              <p14:xfrm>
                <a:off x="1036607" y="487462"/>
                <a:ext cx="259200" cy="185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81BA8A4-F716-F440-02C9-DC5F5E2B94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8607" y="469822"/>
                  <a:ext cx="29484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B127AC-009A-6C6E-CEBD-935CF6A3AB9B}"/>
              </a:ext>
            </a:extLst>
          </p:cNvPr>
          <p:cNvGrpSpPr/>
          <p:nvPr/>
        </p:nvGrpSpPr>
        <p:grpSpPr>
          <a:xfrm>
            <a:off x="1649687" y="370462"/>
            <a:ext cx="759960" cy="301320"/>
            <a:chOff x="1649687" y="370462"/>
            <a:chExt cx="75996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47E2A6-C5E3-0469-6EFF-CCB7556B52AC}"/>
                    </a:ext>
                  </a:extLst>
                </p14:cNvPr>
                <p14:cNvContentPartPr/>
                <p14:nvPr/>
              </p14:nvContentPartPr>
              <p14:xfrm>
                <a:off x="1649687" y="423022"/>
                <a:ext cx="194760" cy="206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47E2A6-C5E3-0469-6EFF-CCB7556B52A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31687" y="405382"/>
                  <a:ext cx="230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EBA482B-997E-E749-F438-C22CDE798C93}"/>
                    </a:ext>
                  </a:extLst>
                </p14:cNvPr>
                <p14:cNvContentPartPr/>
                <p14:nvPr/>
              </p14:nvContentPartPr>
              <p14:xfrm>
                <a:off x="1922207" y="460102"/>
                <a:ext cx="221400" cy="211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EBA482B-997E-E749-F438-C22CDE798C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04207" y="442102"/>
                  <a:ext cx="257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38B6059-3B0B-BA4E-6CA9-2302A6135CAE}"/>
                    </a:ext>
                  </a:extLst>
                </p14:cNvPr>
                <p14:cNvContentPartPr/>
                <p14:nvPr/>
              </p14:nvContentPartPr>
              <p14:xfrm>
                <a:off x="2244047" y="370462"/>
                <a:ext cx="119880" cy="301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38B6059-3B0B-BA4E-6CA9-2302A6135C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26047" y="352462"/>
                  <a:ext cx="1555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A59EED-A9E0-FC2D-F510-B31E47ECDE1C}"/>
                    </a:ext>
                  </a:extLst>
                </p14:cNvPr>
                <p14:cNvContentPartPr/>
                <p14:nvPr/>
              </p14:nvContentPartPr>
              <p14:xfrm>
                <a:off x="2194007" y="478102"/>
                <a:ext cx="215640" cy="21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A59EED-A9E0-FC2D-F510-B31E47ECDE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76007" y="460102"/>
                  <a:ext cx="2512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C9F2C0-123D-35ED-76E4-C43C7C0B1D03}"/>
              </a:ext>
            </a:extLst>
          </p:cNvPr>
          <p:cNvGrpSpPr/>
          <p:nvPr/>
        </p:nvGrpSpPr>
        <p:grpSpPr>
          <a:xfrm>
            <a:off x="2759207" y="481702"/>
            <a:ext cx="271440" cy="390240"/>
            <a:chOff x="2759207" y="481702"/>
            <a:chExt cx="27144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EFAB7E1-88DA-8A95-14BF-1BBD4C2AF9D2}"/>
                    </a:ext>
                  </a:extLst>
                </p14:cNvPr>
                <p14:cNvContentPartPr/>
                <p14:nvPr/>
              </p14:nvContentPartPr>
              <p14:xfrm>
                <a:off x="2759207" y="481702"/>
                <a:ext cx="271440" cy="259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EFAB7E1-88DA-8A95-14BF-1BBD4C2AF9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41207" y="464062"/>
                  <a:ext cx="3070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7E74248-EE68-756F-4EF5-3987E5416CE4}"/>
                    </a:ext>
                  </a:extLst>
                </p14:cNvPr>
                <p14:cNvContentPartPr/>
                <p14:nvPr/>
              </p14:nvContentPartPr>
              <p14:xfrm>
                <a:off x="2987447" y="864742"/>
                <a:ext cx="36360" cy="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7E74248-EE68-756F-4EF5-3987E5416C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69447" y="846742"/>
                  <a:ext cx="720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5A8842-BED3-C47A-7813-2C3FE03D15D3}"/>
              </a:ext>
            </a:extLst>
          </p:cNvPr>
          <p:cNvGrpSpPr/>
          <p:nvPr/>
        </p:nvGrpSpPr>
        <p:grpSpPr>
          <a:xfrm>
            <a:off x="3936767" y="250222"/>
            <a:ext cx="422280" cy="358200"/>
            <a:chOff x="3936767" y="250222"/>
            <a:chExt cx="42228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EE1D6D-9AC3-38D7-A614-FA8608CBA67C}"/>
                    </a:ext>
                  </a:extLst>
                </p14:cNvPr>
                <p14:cNvContentPartPr/>
                <p14:nvPr/>
              </p14:nvContentPartPr>
              <p14:xfrm>
                <a:off x="3936767" y="250222"/>
                <a:ext cx="348120" cy="358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EE1D6D-9AC3-38D7-A614-FA8608CBA67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19127" y="232222"/>
                  <a:ext cx="3837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5786E5-FCBE-40BD-2BE6-15E8B6CF26B8}"/>
                    </a:ext>
                  </a:extLst>
                </p14:cNvPr>
                <p14:cNvContentPartPr/>
                <p14:nvPr/>
              </p14:nvContentPartPr>
              <p14:xfrm>
                <a:off x="4067447" y="416182"/>
                <a:ext cx="291600" cy="47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5786E5-FCBE-40BD-2BE6-15E8B6CF26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49447" y="398542"/>
                  <a:ext cx="3272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A27FAB4-7102-F0DD-592A-EE77CE9E2206}"/>
              </a:ext>
            </a:extLst>
          </p:cNvPr>
          <p:cNvGrpSpPr/>
          <p:nvPr/>
        </p:nvGrpSpPr>
        <p:grpSpPr>
          <a:xfrm>
            <a:off x="4638047" y="304942"/>
            <a:ext cx="1265040" cy="470520"/>
            <a:chOff x="4638047" y="304942"/>
            <a:chExt cx="126504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52A2AA-492A-C60E-D9FB-8C91FF6544F7}"/>
                    </a:ext>
                  </a:extLst>
                </p14:cNvPr>
                <p14:cNvContentPartPr/>
                <p14:nvPr/>
              </p14:nvContentPartPr>
              <p14:xfrm>
                <a:off x="4638047" y="475582"/>
                <a:ext cx="219600" cy="19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52A2AA-492A-C60E-D9FB-8C91FF6544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20047" y="457582"/>
                  <a:ext cx="255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CF869F-D5B7-D423-886F-8AEE32031216}"/>
                    </a:ext>
                  </a:extLst>
                </p14:cNvPr>
                <p14:cNvContentPartPr/>
                <p14:nvPr/>
              </p14:nvContentPartPr>
              <p14:xfrm>
                <a:off x="4950887" y="501142"/>
                <a:ext cx="150840" cy="150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CF869F-D5B7-D423-886F-8AEE320312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33247" y="483502"/>
                  <a:ext cx="186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B388AA-B0C4-7168-6B76-8FDF1FB7166E}"/>
                    </a:ext>
                  </a:extLst>
                </p14:cNvPr>
                <p14:cNvContentPartPr/>
                <p14:nvPr/>
              </p14:nvContentPartPr>
              <p14:xfrm>
                <a:off x="5201807" y="304942"/>
                <a:ext cx="111600" cy="357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B388AA-B0C4-7168-6B76-8FDF1FB716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83807" y="286942"/>
                  <a:ext cx="1472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0737CE-6D24-1867-CD89-EE13F18DEA05}"/>
                    </a:ext>
                  </a:extLst>
                </p14:cNvPr>
                <p14:cNvContentPartPr/>
                <p14:nvPr/>
              </p14:nvContentPartPr>
              <p14:xfrm>
                <a:off x="5188127" y="448222"/>
                <a:ext cx="252000" cy="4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0737CE-6D24-1867-CD89-EE13F18DEA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70127" y="430582"/>
                  <a:ext cx="287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7C15BB-55F4-E4E9-9833-77C78B7D88C0}"/>
                    </a:ext>
                  </a:extLst>
                </p14:cNvPr>
                <p14:cNvContentPartPr/>
                <p14:nvPr/>
              </p14:nvContentPartPr>
              <p14:xfrm>
                <a:off x="5605727" y="486382"/>
                <a:ext cx="297360" cy="289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7C15BB-55F4-E4E9-9833-77C78B7D88C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87727" y="468382"/>
                  <a:ext cx="33300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8C96AED-DA0B-A8F4-78D4-78D0A113A1B5}"/>
              </a:ext>
            </a:extLst>
          </p:cNvPr>
          <p:cNvGrpSpPr/>
          <p:nvPr/>
        </p:nvGrpSpPr>
        <p:grpSpPr>
          <a:xfrm>
            <a:off x="6511487" y="552622"/>
            <a:ext cx="261720" cy="317520"/>
            <a:chOff x="6511487" y="552622"/>
            <a:chExt cx="2617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E178AE-3CC8-2E90-DD0C-2F9F84F4E888}"/>
                    </a:ext>
                  </a:extLst>
                </p14:cNvPr>
                <p14:cNvContentPartPr/>
                <p14:nvPr/>
              </p14:nvContentPartPr>
              <p14:xfrm>
                <a:off x="6511487" y="635062"/>
                <a:ext cx="92520" cy="207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E178AE-3CC8-2E90-DD0C-2F9F84F4E8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93847" y="617422"/>
                  <a:ext cx="128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1625A2-31FA-814D-0C5D-B3F45D793D13}"/>
                    </a:ext>
                  </a:extLst>
                </p14:cNvPr>
                <p14:cNvContentPartPr/>
                <p14:nvPr/>
              </p14:nvContentPartPr>
              <p14:xfrm>
                <a:off x="6658367" y="648742"/>
                <a:ext cx="114840" cy="221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1625A2-31FA-814D-0C5D-B3F45D793D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40367" y="630742"/>
                  <a:ext cx="150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810EB29-62DC-1F84-C562-8658647327F5}"/>
                    </a:ext>
                  </a:extLst>
                </p14:cNvPr>
                <p14:cNvContentPartPr/>
                <p14:nvPr/>
              </p14:nvContentPartPr>
              <p14:xfrm>
                <a:off x="6610487" y="552622"/>
                <a:ext cx="29160" cy="33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810EB29-62DC-1F84-C562-8658647327F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92847" y="534622"/>
                  <a:ext cx="648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5EB560C-A1C2-2F43-E5E8-03C8A4475C5A}"/>
              </a:ext>
            </a:extLst>
          </p:cNvPr>
          <p:cNvGrpSpPr/>
          <p:nvPr/>
        </p:nvGrpSpPr>
        <p:grpSpPr>
          <a:xfrm>
            <a:off x="7378007" y="439582"/>
            <a:ext cx="1488960" cy="413640"/>
            <a:chOff x="7378007" y="439582"/>
            <a:chExt cx="148896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4F2AF7-B3EF-F0B6-1730-9AED945C601A}"/>
                    </a:ext>
                  </a:extLst>
                </p14:cNvPr>
                <p14:cNvContentPartPr/>
                <p14:nvPr/>
              </p14:nvContentPartPr>
              <p14:xfrm>
                <a:off x="7378007" y="439582"/>
                <a:ext cx="880920" cy="349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4F2AF7-B3EF-F0B6-1730-9AED945C60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60007" y="421942"/>
                  <a:ext cx="9165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1F0243A-6F77-2159-AC90-18525EDA8701}"/>
                    </a:ext>
                  </a:extLst>
                </p14:cNvPr>
                <p14:cNvContentPartPr/>
                <p14:nvPr/>
              </p14:nvContentPartPr>
              <p14:xfrm>
                <a:off x="8250287" y="635062"/>
                <a:ext cx="186480" cy="204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1F0243A-6F77-2159-AC90-18525EDA87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32647" y="617422"/>
                  <a:ext cx="222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1B9177-0069-EB7B-5973-9C47B2808C73}"/>
                    </a:ext>
                  </a:extLst>
                </p14:cNvPr>
                <p14:cNvContentPartPr/>
                <p14:nvPr/>
              </p14:nvContentPartPr>
              <p14:xfrm>
                <a:off x="8523887" y="469102"/>
                <a:ext cx="343080" cy="384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1B9177-0069-EB7B-5973-9C47B2808C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06247" y="451102"/>
                  <a:ext cx="378720" cy="41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2AC4707-14CD-361B-8905-192268A42C6C}"/>
              </a:ext>
            </a:extLst>
          </p:cNvPr>
          <p:cNvGrpSpPr/>
          <p:nvPr/>
        </p:nvGrpSpPr>
        <p:grpSpPr>
          <a:xfrm>
            <a:off x="9262607" y="592222"/>
            <a:ext cx="482400" cy="179280"/>
            <a:chOff x="9262607" y="592222"/>
            <a:chExt cx="482400" cy="17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900F29-1AC4-50F4-6788-B4FD23F7E06E}"/>
                    </a:ext>
                  </a:extLst>
                </p14:cNvPr>
                <p14:cNvContentPartPr/>
                <p14:nvPr/>
              </p14:nvContentPartPr>
              <p14:xfrm>
                <a:off x="9262607" y="608782"/>
                <a:ext cx="190080" cy="151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900F29-1AC4-50F4-6788-B4FD23F7E06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44967" y="591142"/>
                  <a:ext cx="225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8799DA5-EC7A-93B0-C300-916B20A12AE6}"/>
                    </a:ext>
                  </a:extLst>
                </p14:cNvPr>
                <p14:cNvContentPartPr/>
                <p14:nvPr/>
              </p14:nvContentPartPr>
              <p14:xfrm>
                <a:off x="9558887" y="592222"/>
                <a:ext cx="186120" cy="179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8799DA5-EC7A-93B0-C300-916B20A12A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41247" y="574582"/>
                  <a:ext cx="22176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790017-6F4E-DAB6-D6C8-385651FEE34E}"/>
              </a:ext>
            </a:extLst>
          </p:cNvPr>
          <p:cNvGrpSpPr/>
          <p:nvPr/>
        </p:nvGrpSpPr>
        <p:grpSpPr>
          <a:xfrm>
            <a:off x="10159727" y="534982"/>
            <a:ext cx="1821600" cy="699840"/>
            <a:chOff x="10159727" y="534982"/>
            <a:chExt cx="1821600" cy="6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5EE15D-93A1-31AB-9B20-73579540FD77}"/>
                    </a:ext>
                  </a:extLst>
                </p14:cNvPr>
                <p14:cNvContentPartPr/>
                <p14:nvPr/>
              </p14:nvContentPartPr>
              <p14:xfrm>
                <a:off x="10159727" y="568822"/>
                <a:ext cx="435960" cy="666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5EE15D-93A1-31AB-9B20-73579540FD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41727" y="550822"/>
                  <a:ext cx="47160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D30BB9A-48F4-EB23-2314-E9B28DF96F9A}"/>
                    </a:ext>
                  </a:extLst>
                </p14:cNvPr>
                <p14:cNvContentPartPr/>
                <p14:nvPr/>
              </p14:nvContentPartPr>
              <p14:xfrm>
                <a:off x="10606487" y="676462"/>
                <a:ext cx="433080" cy="170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30BB9A-48F4-EB23-2314-E9B28DF96F9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88487" y="658822"/>
                  <a:ext cx="468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DA7902-6080-F751-7FFF-97CB981D2D31}"/>
                    </a:ext>
                  </a:extLst>
                </p14:cNvPr>
                <p14:cNvContentPartPr/>
                <p14:nvPr/>
              </p14:nvContentPartPr>
              <p14:xfrm>
                <a:off x="11271407" y="667822"/>
                <a:ext cx="144000" cy="203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DA7902-6080-F751-7FFF-97CB981D2D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53767" y="650182"/>
                  <a:ext cx="179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BC03BA1-4689-D001-F4D5-ABA2B901EBA0}"/>
                    </a:ext>
                  </a:extLst>
                </p14:cNvPr>
                <p14:cNvContentPartPr/>
                <p14:nvPr/>
              </p14:nvContentPartPr>
              <p14:xfrm>
                <a:off x="11501807" y="546502"/>
                <a:ext cx="474840" cy="337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BC03BA1-4689-D001-F4D5-ABA2B901EB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483807" y="528862"/>
                  <a:ext cx="5104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0D27EE-80C5-82E0-AF6E-C35A58C93370}"/>
                    </a:ext>
                  </a:extLst>
                </p14:cNvPr>
                <p14:cNvContentPartPr/>
                <p14:nvPr/>
              </p14:nvContentPartPr>
              <p14:xfrm>
                <a:off x="11670647" y="534982"/>
                <a:ext cx="310680" cy="83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0D27EE-80C5-82E0-AF6E-C35A58C933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53007" y="516982"/>
                  <a:ext cx="3463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B698495-3436-4A22-C11A-3B75B5B07F2A}"/>
              </a:ext>
            </a:extLst>
          </p:cNvPr>
          <p:cNvGrpSpPr/>
          <p:nvPr/>
        </p:nvGrpSpPr>
        <p:grpSpPr>
          <a:xfrm>
            <a:off x="229847" y="1152742"/>
            <a:ext cx="275400" cy="741240"/>
            <a:chOff x="229847" y="1152742"/>
            <a:chExt cx="275400" cy="74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EBF036-B7B0-912B-8FA3-08C1F3869FCC}"/>
                    </a:ext>
                  </a:extLst>
                </p14:cNvPr>
                <p14:cNvContentPartPr/>
                <p14:nvPr/>
              </p14:nvContentPartPr>
              <p14:xfrm>
                <a:off x="229847" y="1327342"/>
                <a:ext cx="83160" cy="150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EBF036-B7B0-912B-8FA3-08C1F3869FC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1847" y="1309342"/>
                  <a:ext cx="118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D40D258-E5E9-5D35-B01B-8F6C0C79B1BD}"/>
                    </a:ext>
                  </a:extLst>
                </p14:cNvPr>
                <p14:cNvContentPartPr/>
                <p14:nvPr/>
              </p14:nvContentPartPr>
              <p14:xfrm>
                <a:off x="334607" y="1152742"/>
                <a:ext cx="45000" cy="44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D40D258-E5E9-5D35-B01B-8F6C0C79B1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6607" y="1135102"/>
                  <a:ext cx="80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B92E794-6D05-C7F3-51C5-2AF11BC0F203}"/>
                    </a:ext>
                  </a:extLst>
                </p14:cNvPr>
                <p14:cNvContentPartPr/>
                <p14:nvPr/>
              </p14:nvContentPartPr>
              <p14:xfrm>
                <a:off x="296447" y="1176862"/>
                <a:ext cx="208800" cy="717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B92E794-6D05-C7F3-51C5-2AF11BC0F20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8807" y="1159222"/>
                  <a:ext cx="244440" cy="75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6CF9A7C-1540-8D97-0775-0BA91E3C5FDD}"/>
                  </a:ext>
                </a:extLst>
              </p14:cNvPr>
              <p14:cNvContentPartPr/>
              <p14:nvPr/>
            </p14:nvContentPartPr>
            <p14:xfrm>
              <a:off x="1022927" y="1357222"/>
              <a:ext cx="1051200" cy="718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6CF9A7C-1540-8D97-0775-0BA91E3C5FD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05287" y="1339582"/>
                <a:ext cx="1086840" cy="75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2FC9E1B1-22A9-A72D-B2B8-5368931BEBFB}"/>
              </a:ext>
            </a:extLst>
          </p:cNvPr>
          <p:cNvGrpSpPr/>
          <p:nvPr/>
        </p:nvGrpSpPr>
        <p:grpSpPr>
          <a:xfrm>
            <a:off x="2411447" y="1283782"/>
            <a:ext cx="1208520" cy="679320"/>
            <a:chOff x="2411447" y="1283782"/>
            <a:chExt cx="1208520" cy="6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4C02F3B-C002-C52E-1C40-116454379631}"/>
                    </a:ext>
                  </a:extLst>
                </p14:cNvPr>
                <p14:cNvContentPartPr/>
                <p14:nvPr/>
              </p14:nvContentPartPr>
              <p14:xfrm>
                <a:off x="2411447" y="1283782"/>
                <a:ext cx="370440" cy="679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4C02F3B-C002-C52E-1C40-1164543796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93807" y="1266142"/>
                  <a:ext cx="406080" cy="71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1DEAC3-86AD-0EFB-B627-045A9B40EF57}"/>
                    </a:ext>
                  </a:extLst>
                </p14:cNvPr>
                <p14:cNvContentPartPr/>
                <p14:nvPr/>
              </p14:nvContentPartPr>
              <p14:xfrm>
                <a:off x="2794127" y="1493662"/>
                <a:ext cx="150480" cy="181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1DEAC3-86AD-0EFB-B627-045A9B40EF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76487" y="1476022"/>
                  <a:ext cx="186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B0AB2AD-ADFF-5053-317A-F8EED2DBF0D2}"/>
                    </a:ext>
                  </a:extLst>
                </p14:cNvPr>
                <p14:cNvContentPartPr/>
                <p14:nvPr/>
              </p14:nvContentPartPr>
              <p14:xfrm>
                <a:off x="3059447" y="1500862"/>
                <a:ext cx="31320" cy="146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B0AB2AD-ADFF-5053-317A-F8EED2DBF0D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41447" y="1483222"/>
                  <a:ext cx="66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AEC5A03-9215-AD46-A75D-BEA91B3ECE81}"/>
                    </a:ext>
                  </a:extLst>
                </p14:cNvPr>
                <p14:cNvContentPartPr/>
                <p14:nvPr/>
              </p14:nvContentPartPr>
              <p14:xfrm>
                <a:off x="3055487" y="1347142"/>
                <a:ext cx="77040" cy="22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AEC5A03-9215-AD46-A75D-BEA91B3ECE8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37487" y="1329142"/>
                  <a:ext cx="112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43A299-9C0B-A701-7C03-77717F868705}"/>
                    </a:ext>
                  </a:extLst>
                </p14:cNvPr>
                <p14:cNvContentPartPr/>
                <p14:nvPr/>
              </p14:nvContentPartPr>
              <p14:xfrm>
                <a:off x="3188687" y="1463422"/>
                <a:ext cx="170280" cy="152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43A299-9C0B-A701-7C03-77717F8687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70687" y="1445422"/>
                  <a:ext cx="205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0F8B04-3539-8B4E-CC16-2B3B7A208F55}"/>
                    </a:ext>
                  </a:extLst>
                </p14:cNvPr>
                <p14:cNvContentPartPr/>
                <p14:nvPr/>
              </p14:nvContentPartPr>
              <p14:xfrm>
                <a:off x="3492527" y="1351462"/>
                <a:ext cx="123480" cy="290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0F8B04-3539-8B4E-CC16-2B3B7A208F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74887" y="1333462"/>
                  <a:ext cx="1591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21B36E5-D721-D96D-9D92-B48A347614C9}"/>
                    </a:ext>
                  </a:extLst>
                </p14:cNvPr>
                <p14:cNvContentPartPr/>
                <p14:nvPr/>
              </p14:nvContentPartPr>
              <p14:xfrm>
                <a:off x="3539687" y="1454062"/>
                <a:ext cx="80280" cy="23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21B36E5-D721-D96D-9D92-B48A347614C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22047" y="1436062"/>
                  <a:ext cx="11592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55704AD-8708-F57D-D690-36FD568A1335}"/>
                  </a:ext>
                </a:extLst>
              </p14:cNvPr>
              <p14:cNvContentPartPr/>
              <p14:nvPr/>
            </p14:nvContentPartPr>
            <p14:xfrm>
              <a:off x="3888887" y="1364782"/>
              <a:ext cx="527400" cy="684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55704AD-8708-F57D-D690-36FD568A133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71247" y="1347142"/>
                <a:ext cx="56304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44CC1E7-63AD-CEAB-35A6-6240178C4199}"/>
                  </a:ext>
                </a:extLst>
              </p14:cNvPr>
              <p14:cNvContentPartPr/>
              <p14:nvPr/>
            </p14:nvContentPartPr>
            <p14:xfrm>
              <a:off x="4723367" y="1403662"/>
              <a:ext cx="252720" cy="3751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44CC1E7-63AD-CEAB-35A6-6240178C419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705727" y="1386022"/>
                <a:ext cx="288360" cy="41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EC31056-5A64-E9A8-C529-CF687C33FC9C}"/>
              </a:ext>
            </a:extLst>
          </p:cNvPr>
          <p:cNvGrpSpPr/>
          <p:nvPr/>
        </p:nvGrpSpPr>
        <p:grpSpPr>
          <a:xfrm>
            <a:off x="5307287" y="1631182"/>
            <a:ext cx="239400" cy="159480"/>
            <a:chOff x="5307287" y="1631182"/>
            <a:chExt cx="23940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DB7F982-A710-8F44-7CE2-DCB707F78554}"/>
                    </a:ext>
                  </a:extLst>
                </p14:cNvPr>
                <p14:cNvContentPartPr/>
                <p14:nvPr/>
              </p14:nvContentPartPr>
              <p14:xfrm>
                <a:off x="5307287" y="1631182"/>
                <a:ext cx="67680" cy="145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DB7F982-A710-8F44-7CE2-DCB707F7855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89647" y="1613182"/>
                  <a:ext cx="103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60FAC22-B518-0925-7DAC-D64873E6B7EC}"/>
                    </a:ext>
                  </a:extLst>
                </p14:cNvPr>
                <p14:cNvContentPartPr/>
                <p14:nvPr/>
              </p14:nvContentPartPr>
              <p14:xfrm>
                <a:off x="5453447" y="1640182"/>
                <a:ext cx="93240" cy="150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60FAC22-B518-0925-7DAC-D64873E6B7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35447" y="1622182"/>
                  <a:ext cx="12888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7BB5574-18E5-E9A2-F210-206B707D388E}"/>
                  </a:ext>
                </a:extLst>
              </p14:cNvPr>
              <p14:cNvContentPartPr/>
              <p14:nvPr/>
            </p14:nvContentPartPr>
            <p14:xfrm>
              <a:off x="5495567" y="1402582"/>
              <a:ext cx="3960" cy="33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7BB5574-18E5-E9A2-F210-206B707D388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77567" y="1384942"/>
                <a:ext cx="3960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FC0E6B78-5BF0-A577-7107-B1726A9F038E}"/>
              </a:ext>
            </a:extLst>
          </p:cNvPr>
          <p:cNvGrpSpPr/>
          <p:nvPr/>
        </p:nvGrpSpPr>
        <p:grpSpPr>
          <a:xfrm>
            <a:off x="6024407" y="1588342"/>
            <a:ext cx="531360" cy="209160"/>
            <a:chOff x="6024407" y="1588342"/>
            <a:chExt cx="53136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12ABE6-F893-2C7A-7EE2-018D12FF010A}"/>
                    </a:ext>
                  </a:extLst>
                </p14:cNvPr>
                <p14:cNvContentPartPr/>
                <p14:nvPr/>
              </p14:nvContentPartPr>
              <p14:xfrm>
                <a:off x="6024407" y="1588342"/>
                <a:ext cx="210600" cy="209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12ABE6-F893-2C7A-7EE2-018D12FF010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06407" y="1570702"/>
                  <a:ext cx="246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D263144-FFC6-16BF-2169-222D1412D322}"/>
                    </a:ext>
                  </a:extLst>
                </p14:cNvPr>
                <p14:cNvContentPartPr/>
                <p14:nvPr/>
              </p14:nvContentPartPr>
              <p14:xfrm>
                <a:off x="6287567" y="1665382"/>
                <a:ext cx="268200" cy="129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D263144-FFC6-16BF-2169-222D1412D3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9927" y="1647382"/>
                  <a:ext cx="30384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5B64FF9-5605-0464-F691-25A0CEDB3750}"/>
              </a:ext>
            </a:extLst>
          </p:cNvPr>
          <p:cNvGrpSpPr/>
          <p:nvPr/>
        </p:nvGrpSpPr>
        <p:grpSpPr>
          <a:xfrm>
            <a:off x="6982007" y="1459822"/>
            <a:ext cx="2949480" cy="818640"/>
            <a:chOff x="6982007" y="1459822"/>
            <a:chExt cx="2949480" cy="81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24035F7-818F-7E82-4CD7-B460989B7DCA}"/>
                    </a:ext>
                  </a:extLst>
                </p14:cNvPr>
                <p14:cNvContentPartPr/>
                <p14:nvPr/>
              </p14:nvContentPartPr>
              <p14:xfrm>
                <a:off x="6982007" y="1661062"/>
                <a:ext cx="72360" cy="161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24035F7-818F-7E82-4CD7-B460989B7DC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64007" y="1643422"/>
                  <a:ext cx="108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B969482-169A-B5DB-BB19-DB00869A36FE}"/>
                    </a:ext>
                  </a:extLst>
                </p14:cNvPr>
                <p14:cNvContentPartPr/>
                <p14:nvPr/>
              </p14:nvContentPartPr>
              <p14:xfrm>
                <a:off x="7105487" y="1586902"/>
                <a:ext cx="21240" cy="43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B969482-169A-B5DB-BB19-DB00869A36F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87487" y="1569262"/>
                  <a:ext cx="56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2316670-7118-A9E7-F420-1AA3472514DF}"/>
                    </a:ext>
                  </a:extLst>
                </p14:cNvPr>
                <p14:cNvContentPartPr/>
                <p14:nvPr/>
              </p14:nvContentPartPr>
              <p14:xfrm>
                <a:off x="7133207" y="1666102"/>
                <a:ext cx="155880" cy="19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2316670-7118-A9E7-F420-1AA3472514D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15207" y="1648462"/>
                  <a:ext cx="191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F13FAD-F69E-ACCF-686D-5E302E249742}"/>
                    </a:ext>
                  </a:extLst>
                </p14:cNvPr>
                <p14:cNvContentPartPr/>
                <p14:nvPr/>
              </p14:nvContentPartPr>
              <p14:xfrm>
                <a:off x="7402487" y="1465582"/>
                <a:ext cx="127080" cy="399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F13FAD-F69E-ACCF-686D-5E302E2497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84847" y="1447582"/>
                  <a:ext cx="1627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80B0D8-7346-886E-589F-7D26D164F07B}"/>
                    </a:ext>
                  </a:extLst>
                </p14:cNvPr>
                <p14:cNvContentPartPr/>
                <p14:nvPr/>
              </p14:nvContentPartPr>
              <p14:xfrm>
                <a:off x="7454687" y="1589422"/>
                <a:ext cx="111960" cy="35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80B0D8-7346-886E-589F-7D26D164F07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36687" y="1571782"/>
                  <a:ext cx="147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72D078-B776-F9AE-B04E-A15CF0BF539C}"/>
                    </a:ext>
                  </a:extLst>
                </p14:cNvPr>
                <p14:cNvContentPartPr/>
                <p14:nvPr/>
              </p14:nvContentPartPr>
              <p14:xfrm>
                <a:off x="7546847" y="1679062"/>
                <a:ext cx="507600" cy="197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72D078-B776-F9AE-B04E-A15CF0BF539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29207" y="1661062"/>
                  <a:ext cx="543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D7C03A7-BAA0-9CEB-6837-8B97B160995D}"/>
                    </a:ext>
                  </a:extLst>
                </p14:cNvPr>
                <p14:cNvContentPartPr/>
                <p14:nvPr/>
              </p14:nvContentPartPr>
              <p14:xfrm>
                <a:off x="8132207" y="1725862"/>
                <a:ext cx="145080" cy="167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D7C03A7-BAA0-9CEB-6837-8B97B16099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14567" y="1707862"/>
                  <a:ext cx="180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33C8419-AAC1-8121-3F9F-02E831FB4EEF}"/>
                    </a:ext>
                  </a:extLst>
                </p14:cNvPr>
                <p14:cNvContentPartPr/>
                <p14:nvPr/>
              </p14:nvContentPartPr>
              <p14:xfrm>
                <a:off x="8347487" y="1716862"/>
                <a:ext cx="180360" cy="164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33C8419-AAC1-8121-3F9F-02E831FB4EE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29487" y="1698862"/>
                  <a:ext cx="216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116332-D236-E9F6-D41D-A4A3EB364ED4}"/>
                    </a:ext>
                  </a:extLst>
                </p14:cNvPr>
                <p14:cNvContentPartPr/>
                <p14:nvPr/>
              </p14:nvContentPartPr>
              <p14:xfrm>
                <a:off x="8023127" y="1512742"/>
                <a:ext cx="103680" cy="28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116332-D236-E9F6-D41D-A4A3EB364E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05487" y="1494742"/>
                  <a:ext cx="139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F0FCD1A-70A3-548C-2E07-83375099231E}"/>
                    </a:ext>
                  </a:extLst>
                </p14:cNvPr>
                <p14:cNvContentPartPr/>
                <p14:nvPr/>
              </p14:nvContentPartPr>
              <p14:xfrm>
                <a:off x="8710727" y="1492942"/>
                <a:ext cx="395640" cy="785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F0FCD1A-70A3-548C-2E07-83375099231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92727" y="1475302"/>
                  <a:ext cx="43128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7C1EB6-8482-04D4-7D7B-EF187678D13C}"/>
                    </a:ext>
                  </a:extLst>
                </p14:cNvPr>
                <p14:cNvContentPartPr/>
                <p14:nvPr/>
              </p14:nvContentPartPr>
              <p14:xfrm>
                <a:off x="9180887" y="1726942"/>
                <a:ext cx="268920" cy="173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7C1EB6-8482-04D4-7D7B-EF187678D13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63247" y="1708942"/>
                  <a:ext cx="304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AEC97A9-B055-AFF9-28A2-B69F1AAAA271}"/>
                    </a:ext>
                  </a:extLst>
                </p14:cNvPr>
                <p14:cNvContentPartPr/>
                <p14:nvPr/>
              </p14:nvContentPartPr>
              <p14:xfrm>
                <a:off x="9476807" y="1623622"/>
                <a:ext cx="33120" cy="45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AEC97A9-B055-AFF9-28A2-B69F1AAAA2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58807" y="1605622"/>
                  <a:ext cx="68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2019C2C-D165-A78E-7117-E8392F054C9C}"/>
                    </a:ext>
                  </a:extLst>
                </p14:cNvPr>
                <p14:cNvContentPartPr/>
                <p14:nvPr/>
              </p14:nvContentPartPr>
              <p14:xfrm>
                <a:off x="9504167" y="1725502"/>
                <a:ext cx="173160" cy="151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2019C2C-D165-A78E-7117-E8392F054C9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86167" y="1707502"/>
                  <a:ext cx="208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158BE10-BB64-0FEC-2970-5FAC2FB29D49}"/>
                    </a:ext>
                  </a:extLst>
                </p14:cNvPr>
                <p14:cNvContentPartPr/>
                <p14:nvPr/>
              </p14:nvContentPartPr>
              <p14:xfrm>
                <a:off x="9836807" y="1459822"/>
                <a:ext cx="94680" cy="432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158BE10-BB64-0FEC-2970-5FAC2FB29D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819167" y="1441822"/>
                  <a:ext cx="13032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3DE105-7438-BBF7-F52D-B8D46F617DCA}"/>
                    </a:ext>
                  </a:extLst>
                </p14:cNvPr>
                <p14:cNvContentPartPr/>
                <p14:nvPr/>
              </p14:nvContentPartPr>
              <p14:xfrm>
                <a:off x="9749687" y="1601662"/>
                <a:ext cx="123120" cy="27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3DE105-7438-BBF7-F52D-B8D46F617DC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32047" y="1584022"/>
                  <a:ext cx="15876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B82CBB2-9921-EA36-0CF2-556528EC000F}"/>
                  </a:ext>
                </a:extLst>
              </p14:cNvPr>
              <p14:cNvContentPartPr/>
              <p14:nvPr/>
            </p14:nvContentPartPr>
            <p14:xfrm>
              <a:off x="10334687" y="1870222"/>
              <a:ext cx="36360" cy="158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B82CBB2-9921-EA36-0CF2-556528EC000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316687" y="1852222"/>
                <a:ext cx="720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1CCCF4F7-BC24-CE44-9577-1D2A5EA75B71}"/>
              </a:ext>
            </a:extLst>
          </p:cNvPr>
          <p:cNvGrpSpPr/>
          <p:nvPr/>
        </p:nvGrpSpPr>
        <p:grpSpPr>
          <a:xfrm>
            <a:off x="125087" y="2292502"/>
            <a:ext cx="2748960" cy="502560"/>
            <a:chOff x="125087" y="2292502"/>
            <a:chExt cx="274896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FAE78A-09A4-9416-394F-227FDEAA6647}"/>
                    </a:ext>
                  </a:extLst>
                </p14:cNvPr>
                <p14:cNvContentPartPr/>
                <p14:nvPr/>
              </p14:nvContentPartPr>
              <p14:xfrm>
                <a:off x="125087" y="2292502"/>
                <a:ext cx="94680" cy="367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FAE78A-09A4-9416-394F-227FDEAA66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447" y="2274502"/>
                  <a:ext cx="1303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74D1FC6-1833-5E04-FF71-55C9E1CE3D74}"/>
                    </a:ext>
                  </a:extLst>
                </p14:cNvPr>
                <p14:cNvContentPartPr/>
                <p14:nvPr/>
              </p14:nvContentPartPr>
              <p14:xfrm>
                <a:off x="192407" y="2488702"/>
                <a:ext cx="212040" cy="182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74D1FC6-1833-5E04-FF71-55C9E1CE3D7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74767" y="2470702"/>
                  <a:ext cx="247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01E97D5-21CA-E070-5BB1-6B11645F0327}"/>
                    </a:ext>
                  </a:extLst>
                </p14:cNvPr>
                <p14:cNvContentPartPr/>
                <p14:nvPr/>
              </p14:nvContentPartPr>
              <p14:xfrm>
                <a:off x="626567" y="2494822"/>
                <a:ext cx="111240" cy="167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01E97D5-21CA-E070-5BB1-6B11645F032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8927" y="2476822"/>
                  <a:ext cx="146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004E53-CD5D-AB2E-2987-9694632727E2}"/>
                    </a:ext>
                  </a:extLst>
                </p14:cNvPr>
                <p14:cNvContentPartPr/>
                <p14:nvPr/>
              </p14:nvContentPartPr>
              <p14:xfrm>
                <a:off x="839327" y="2353342"/>
                <a:ext cx="108720" cy="343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004E53-CD5D-AB2E-2987-9694632727E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1327" y="2335342"/>
                  <a:ext cx="1443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208C82-F22B-8DEF-DB28-CF4353771744}"/>
                    </a:ext>
                  </a:extLst>
                </p14:cNvPr>
                <p14:cNvContentPartPr/>
                <p14:nvPr/>
              </p14:nvContentPartPr>
              <p14:xfrm>
                <a:off x="740327" y="2407702"/>
                <a:ext cx="771120" cy="326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208C82-F22B-8DEF-DB28-CF435377174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2687" y="2390062"/>
                  <a:ext cx="8067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3CD9D53-5EFE-CCA9-9B67-ADABFF4DE1CF}"/>
                    </a:ext>
                  </a:extLst>
                </p14:cNvPr>
                <p14:cNvContentPartPr/>
                <p14:nvPr/>
              </p14:nvContentPartPr>
              <p14:xfrm>
                <a:off x="1648247" y="2567542"/>
                <a:ext cx="545040" cy="177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3CD9D53-5EFE-CCA9-9B67-ADABFF4DE1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30607" y="2549542"/>
                  <a:ext cx="580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1BE105A-E9DA-9468-A844-D83E7BC24AF9}"/>
                    </a:ext>
                  </a:extLst>
                </p14:cNvPr>
                <p14:cNvContentPartPr/>
                <p14:nvPr/>
              </p14:nvContentPartPr>
              <p14:xfrm>
                <a:off x="2270327" y="2568622"/>
                <a:ext cx="250560" cy="175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1BE105A-E9DA-9468-A844-D83E7BC24AF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52327" y="2550622"/>
                  <a:ext cx="286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3F01A8A-296F-7820-8B56-B5C6F3F0A369}"/>
                    </a:ext>
                  </a:extLst>
                </p14:cNvPr>
                <p14:cNvContentPartPr/>
                <p14:nvPr/>
              </p14:nvContentPartPr>
              <p14:xfrm>
                <a:off x="2442047" y="2419582"/>
                <a:ext cx="296280" cy="375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3F01A8A-296F-7820-8B56-B5C6F3F0A36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424047" y="2401582"/>
                  <a:ext cx="3319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FD10A9A-78C5-378C-D438-0EBEB27E641A}"/>
                    </a:ext>
                  </a:extLst>
                </p14:cNvPr>
                <p14:cNvContentPartPr/>
                <p14:nvPr/>
              </p14:nvContentPartPr>
              <p14:xfrm>
                <a:off x="2662007" y="2616502"/>
                <a:ext cx="212040" cy="156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FD10A9A-78C5-378C-D438-0EBEB27E641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44367" y="2598862"/>
                  <a:ext cx="247680" cy="19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D1ADE40-94E8-DBE0-E5D3-573B601D1153}"/>
                  </a:ext>
                </a:extLst>
              </p14:cNvPr>
              <p14:cNvContentPartPr/>
              <p14:nvPr/>
            </p14:nvContentPartPr>
            <p14:xfrm>
              <a:off x="3358607" y="2724142"/>
              <a:ext cx="226440" cy="180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D1ADE40-94E8-DBE0-E5D3-573B601D115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340607" y="2706142"/>
                <a:ext cx="262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C2857A4-2E70-91F9-733A-7FF97E76BD3F}"/>
                  </a:ext>
                </a:extLst>
              </p14:cNvPr>
              <p14:cNvContentPartPr/>
              <p14:nvPr/>
            </p14:nvContentPartPr>
            <p14:xfrm>
              <a:off x="4226207" y="2615422"/>
              <a:ext cx="436320" cy="2199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C2857A4-2E70-91F9-733A-7FF97E76BD3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208567" y="2597782"/>
                <a:ext cx="471960" cy="2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F49F37F-8EB5-34FB-2C2F-99DEA41CE703}"/>
              </a:ext>
            </a:extLst>
          </p:cNvPr>
          <p:cNvGrpSpPr/>
          <p:nvPr/>
        </p:nvGrpSpPr>
        <p:grpSpPr>
          <a:xfrm>
            <a:off x="5020727" y="2495542"/>
            <a:ext cx="802080" cy="393120"/>
            <a:chOff x="5020727" y="2495542"/>
            <a:chExt cx="80208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4FA9147-C41F-05E0-5733-7FE416ECD224}"/>
                    </a:ext>
                  </a:extLst>
                </p14:cNvPr>
                <p14:cNvContentPartPr/>
                <p14:nvPr/>
              </p14:nvContentPartPr>
              <p14:xfrm>
                <a:off x="5020727" y="2495542"/>
                <a:ext cx="738360" cy="393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4FA9147-C41F-05E0-5733-7FE416ECD22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03087" y="2477542"/>
                  <a:ext cx="7740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76F4F0-DA3A-A394-2A94-A7D8A6A25E51}"/>
                    </a:ext>
                  </a:extLst>
                </p14:cNvPr>
                <p14:cNvContentPartPr/>
                <p14:nvPr/>
              </p14:nvContentPartPr>
              <p14:xfrm>
                <a:off x="5620847" y="2629102"/>
                <a:ext cx="201960" cy="44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76F4F0-DA3A-A394-2A94-A7D8A6A25E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03207" y="2611102"/>
                  <a:ext cx="23760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DFC5A81-B37B-C5A0-091D-292B61F0B152}"/>
                  </a:ext>
                </a:extLst>
              </p14:cNvPr>
              <p14:cNvContentPartPr/>
              <p14:nvPr/>
            </p14:nvContentPartPr>
            <p14:xfrm>
              <a:off x="6105407" y="2620462"/>
              <a:ext cx="307080" cy="3560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DFC5A81-B37B-C5A0-091D-292B61F0B15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087407" y="2602822"/>
                <a:ext cx="342720" cy="39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C5CABDB-B97F-3E05-587B-953D068AE3B2}"/>
              </a:ext>
            </a:extLst>
          </p:cNvPr>
          <p:cNvGrpSpPr/>
          <p:nvPr/>
        </p:nvGrpSpPr>
        <p:grpSpPr>
          <a:xfrm>
            <a:off x="6732527" y="2783182"/>
            <a:ext cx="270720" cy="150840"/>
            <a:chOff x="6732527" y="2783182"/>
            <a:chExt cx="27072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FA5571A-EB2A-3602-DC97-5FB9D2BF74EB}"/>
                    </a:ext>
                  </a:extLst>
                </p14:cNvPr>
                <p14:cNvContentPartPr/>
                <p14:nvPr/>
              </p14:nvContentPartPr>
              <p14:xfrm>
                <a:off x="6732527" y="2783182"/>
                <a:ext cx="51840" cy="117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FA5571A-EB2A-3602-DC97-5FB9D2BF74E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14527" y="2765542"/>
                  <a:ext cx="87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FB3AF2D-5862-0D6D-7937-5B4A3D1DEE9B}"/>
                    </a:ext>
                  </a:extLst>
                </p14:cNvPr>
                <p14:cNvContentPartPr/>
                <p14:nvPr/>
              </p14:nvContentPartPr>
              <p14:xfrm>
                <a:off x="6893087" y="2786782"/>
                <a:ext cx="110160" cy="147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FB3AF2D-5862-0D6D-7937-5B4A3D1DEE9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75447" y="2768782"/>
                  <a:ext cx="14580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C4DE2E9-0C2D-D447-55DA-7494254C8BA2}"/>
                  </a:ext>
                </a:extLst>
              </p14:cNvPr>
              <p14:cNvContentPartPr/>
              <p14:nvPr/>
            </p14:nvContentPartPr>
            <p14:xfrm>
              <a:off x="6946367" y="2572942"/>
              <a:ext cx="28800" cy="34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C4DE2E9-0C2D-D447-55DA-7494254C8BA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928727" y="2554942"/>
                <a:ext cx="6444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F84CD0A-A9E1-F3A7-1DC0-F0FBF0C28C5F}"/>
              </a:ext>
            </a:extLst>
          </p:cNvPr>
          <p:cNvGrpSpPr/>
          <p:nvPr/>
        </p:nvGrpSpPr>
        <p:grpSpPr>
          <a:xfrm>
            <a:off x="7783007" y="2896222"/>
            <a:ext cx="564120" cy="171720"/>
            <a:chOff x="7783007" y="2896222"/>
            <a:chExt cx="56412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00FA4EE-2640-B1E3-460D-45BD9E190CE9}"/>
                    </a:ext>
                  </a:extLst>
                </p14:cNvPr>
                <p14:cNvContentPartPr/>
                <p14:nvPr/>
              </p14:nvContentPartPr>
              <p14:xfrm>
                <a:off x="7783007" y="2896222"/>
                <a:ext cx="192600" cy="171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00FA4EE-2640-B1E3-460D-45BD9E190CE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65367" y="2878582"/>
                  <a:ext cx="228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3D0F28-29E0-411B-6B3D-BA82E5BC61D4}"/>
                    </a:ext>
                  </a:extLst>
                </p14:cNvPr>
                <p14:cNvContentPartPr/>
                <p14:nvPr/>
              </p14:nvContentPartPr>
              <p14:xfrm>
                <a:off x="8089367" y="2908102"/>
                <a:ext cx="257760" cy="142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3D0F28-29E0-411B-6B3D-BA82E5BC61D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71727" y="2890102"/>
                  <a:ext cx="29340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ECBD82D-89F4-857D-AD63-C8150D27B8D3}"/>
              </a:ext>
            </a:extLst>
          </p:cNvPr>
          <p:cNvGrpSpPr/>
          <p:nvPr/>
        </p:nvGrpSpPr>
        <p:grpSpPr>
          <a:xfrm>
            <a:off x="8632967" y="2726662"/>
            <a:ext cx="1058760" cy="395280"/>
            <a:chOff x="8632967" y="2726662"/>
            <a:chExt cx="105876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590972F-5983-58C4-4F30-138508515A1B}"/>
                    </a:ext>
                  </a:extLst>
                </p14:cNvPr>
                <p14:cNvContentPartPr/>
                <p14:nvPr/>
              </p14:nvContentPartPr>
              <p14:xfrm>
                <a:off x="8632967" y="2726662"/>
                <a:ext cx="984600" cy="395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590972F-5983-58C4-4F30-138508515A1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14967" y="2708662"/>
                  <a:ext cx="10202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DD77D21-1917-D2D4-31C0-E400B0B060A0}"/>
                    </a:ext>
                  </a:extLst>
                </p14:cNvPr>
                <p14:cNvContentPartPr/>
                <p14:nvPr/>
              </p14:nvContentPartPr>
              <p14:xfrm>
                <a:off x="9430367" y="2858062"/>
                <a:ext cx="261360" cy="18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DD77D21-1917-D2D4-31C0-E400B0B060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412367" y="2840062"/>
                  <a:ext cx="29700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45B447D-F4B1-8A0A-446A-A7C57922082E}"/>
              </a:ext>
            </a:extLst>
          </p:cNvPr>
          <p:cNvGrpSpPr/>
          <p:nvPr/>
        </p:nvGrpSpPr>
        <p:grpSpPr>
          <a:xfrm>
            <a:off x="10497767" y="2870302"/>
            <a:ext cx="365760" cy="676440"/>
            <a:chOff x="10497767" y="2870302"/>
            <a:chExt cx="365760" cy="67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7698A61-2042-8325-23F2-B68D298EA09F}"/>
                    </a:ext>
                  </a:extLst>
                </p14:cNvPr>
                <p14:cNvContentPartPr/>
                <p14:nvPr/>
              </p14:nvContentPartPr>
              <p14:xfrm>
                <a:off x="10497767" y="2989102"/>
                <a:ext cx="27000" cy="153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7698A61-2042-8325-23F2-B68D298EA0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80127" y="2971462"/>
                  <a:ext cx="62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1E64B3D-D2D8-04DF-4DAC-2ED2B60DEE71}"/>
                    </a:ext>
                  </a:extLst>
                </p14:cNvPr>
                <p14:cNvContentPartPr/>
                <p14:nvPr/>
              </p14:nvContentPartPr>
              <p14:xfrm>
                <a:off x="10568327" y="2870302"/>
                <a:ext cx="9720" cy="90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1E64B3D-D2D8-04DF-4DAC-2ED2B60DEE7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50687" y="2852662"/>
                  <a:ext cx="45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E126327-273D-6D87-F288-0F8FB4676AC3}"/>
                    </a:ext>
                  </a:extLst>
                </p14:cNvPr>
                <p14:cNvContentPartPr/>
                <p14:nvPr/>
              </p14:nvContentPartPr>
              <p14:xfrm>
                <a:off x="10521527" y="2873902"/>
                <a:ext cx="300960" cy="672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E126327-273D-6D87-F288-0F8FB4676A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503527" y="2856262"/>
                  <a:ext cx="33660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29463B6-F084-8F2D-15F5-2D895D397CA6}"/>
                    </a:ext>
                  </a:extLst>
                </p14:cNvPr>
                <p14:cNvContentPartPr/>
                <p14:nvPr/>
              </p14:nvContentPartPr>
              <p14:xfrm>
                <a:off x="10670927" y="3084142"/>
                <a:ext cx="192600" cy="78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29463B6-F084-8F2D-15F5-2D895D397C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653287" y="3066502"/>
                  <a:ext cx="2282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65B6CCA-A6D7-01DE-324B-8F91C5ED0619}"/>
              </a:ext>
            </a:extLst>
          </p:cNvPr>
          <p:cNvGrpSpPr/>
          <p:nvPr/>
        </p:nvGrpSpPr>
        <p:grpSpPr>
          <a:xfrm>
            <a:off x="11198327" y="2747182"/>
            <a:ext cx="449280" cy="417240"/>
            <a:chOff x="11198327" y="2747182"/>
            <a:chExt cx="44928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E478DFD-04B1-BB32-E7B0-7284BBA8DA38}"/>
                    </a:ext>
                  </a:extLst>
                </p14:cNvPr>
                <p14:cNvContentPartPr/>
                <p14:nvPr/>
              </p14:nvContentPartPr>
              <p14:xfrm>
                <a:off x="11227847" y="2747182"/>
                <a:ext cx="419760" cy="417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E478DFD-04B1-BB32-E7B0-7284BBA8DA3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209847" y="2729182"/>
                  <a:ext cx="4554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BB45CEE-AF94-5BED-D0FB-0D8F54326F7C}"/>
                    </a:ext>
                  </a:extLst>
                </p14:cNvPr>
                <p14:cNvContentPartPr/>
                <p14:nvPr/>
              </p14:nvContentPartPr>
              <p14:xfrm>
                <a:off x="11198327" y="2844382"/>
                <a:ext cx="306720" cy="53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BB45CEE-AF94-5BED-D0FB-0D8F54326F7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180687" y="2826742"/>
                  <a:ext cx="34236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8A92D89-FA1B-7F71-5C78-433B8D99CF79}"/>
              </a:ext>
            </a:extLst>
          </p:cNvPr>
          <p:cNvGrpSpPr/>
          <p:nvPr/>
        </p:nvGrpSpPr>
        <p:grpSpPr>
          <a:xfrm>
            <a:off x="178367" y="3161542"/>
            <a:ext cx="943200" cy="330120"/>
            <a:chOff x="178367" y="3161542"/>
            <a:chExt cx="94320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6F7B90-194A-020C-4A22-434EA3A421E9}"/>
                    </a:ext>
                  </a:extLst>
                </p14:cNvPr>
                <p14:cNvContentPartPr/>
                <p14:nvPr/>
              </p14:nvContentPartPr>
              <p14:xfrm>
                <a:off x="178367" y="3245782"/>
                <a:ext cx="236880" cy="245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6F7B90-194A-020C-4A22-434EA3A421E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60727" y="3228142"/>
                  <a:ext cx="272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6AE5790-BD55-EDD0-1798-D7F8BFF3CD51}"/>
                    </a:ext>
                  </a:extLst>
                </p14:cNvPr>
                <p14:cNvContentPartPr/>
                <p14:nvPr/>
              </p14:nvContentPartPr>
              <p14:xfrm>
                <a:off x="419207" y="3306622"/>
                <a:ext cx="210240" cy="173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6AE5790-BD55-EDD0-1798-D7F8BFF3CD5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01207" y="3288622"/>
                  <a:ext cx="245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0AB889D-6454-C5B8-AAB6-E14B116BF415}"/>
                    </a:ext>
                  </a:extLst>
                </p14:cNvPr>
                <p14:cNvContentPartPr/>
                <p14:nvPr/>
              </p14:nvContentPartPr>
              <p14:xfrm>
                <a:off x="693527" y="3327142"/>
                <a:ext cx="212040" cy="145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0AB889D-6454-C5B8-AAB6-E14B116BF41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5527" y="3309502"/>
                  <a:ext cx="247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3A08AC2-F300-E6A0-226C-EE47A63177E5}"/>
                    </a:ext>
                  </a:extLst>
                </p14:cNvPr>
                <p14:cNvContentPartPr/>
                <p14:nvPr/>
              </p14:nvContentPartPr>
              <p14:xfrm>
                <a:off x="948767" y="3161542"/>
                <a:ext cx="172800" cy="321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3A08AC2-F300-E6A0-226C-EE47A63177E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31127" y="3143902"/>
                  <a:ext cx="20844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F5C5E83-2156-5446-C313-4960A5E8B319}"/>
              </a:ext>
            </a:extLst>
          </p:cNvPr>
          <p:cNvGrpSpPr/>
          <p:nvPr/>
        </p:nvGrpSpPr>
        <p:grpSpPr>
          <a:xfrm>
            <a:off x="1583447" y="3222382"/>
            <a:ext cx="1533600" cy="549360"/>
            <a:chOff x="1583447" y="3222382"/>
            <a:chExt cx="153360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E98A59C-FC6C-53FC-BBC5-06C66974FB26}"/>
                    </a:ext>
                  </a:extLst>
                </p14:cNvPr>
                <p14:cNvContentPartPr/>
                <p14:nvPr/>
              </p14:nvContentPartPr>
              <p14:xfrm>
                <a:off x="1583447" y="3301582"/>
                <a:ext cx="231120" cy="235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E98A59C-FC6C-53FC-BBC5-06C66974FB2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565447" y="3283582"/>
                  <a:ext cx="266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0F71537-9188-973C-5453-32C900F4DE14}"/>
                    </a:ext>
                  </a:extLst>
                </p14:cNvPr>
                <p14:cNvContentPartPr/>
                <p14:nvPr/>
              </p14:nvContentPartPr>
              <p14:xfrm>
                <a:off x="2087087" y="3300142"/>
                <a:ext cx="235800" cy="276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0F71537-9188-973C-5453-32C900F4DE1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69447" y="3282502"/>
                  <a:ext cx="2714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05B7ABC-67CC-AAE6-9FC8-8A85A868866F}"/>
                    </a:ext>
                  </a:extLst>
                </p14:cNvPr>
                <p14:cNvContentPartPr/>
                <p14:nvPr/>
              </p14:nvContentPartPr>
              <p14:xfrm>
                <a:off x="2162327" y="3425062"/>
                <a:ext cx="188640" cy="33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05B7ABC-67CC-AAE6-9FC8-8A85A868866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44327" y="3407422"/>
                  <a:ext cx="2242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7043367-588C-10CC-FA4F-5E41A489263B}"/>
                    </a:ext>
                  </a:extLst>
                </p14:cNvPr>
                <p14:cNvContentPartPr/>
                <p14:nvPr/>
              </p14:nvContentPartPr>
              <p14:xfrm>
                <a:off x="2537807" y="3222382"/>
                <a:ext cx="289440" cy="374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7043367-588C-10CC-FA4F-5E41A489263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519807" y="3204382"/>
                  <a:ext cx="325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FD3154F-9441-6271-0DDD-DF3C01B4B6F5}"/>
                    </a:ext>
                  </a:extLst>
                </p14:cNvPr>
                <p14:cNvContentPartPr/>
                <p14:nvPr/>
              </p14:nvContentPartPr>
              <p14:xfrm>
                <a:off x="2961887" y="3633502"/>
                <a:ext cx="155160" cy="138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FD3154F-9441-6271-0DDD-DF3C01B4B6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43887" y="3615862"/>
                  <a:ext cx="19080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3C92C6F-691E-8837-B0DA-1D71172FA15B}"/>
              </a:ext>
            </a:extLst>
          </p:cNvPr>
          <p:cNvGrpSpPr/>
          <p:nvPr/>
        </p:nvGrpSpPr>
        <p:grpSpPr>
          <a:xfrm>
            <a:off x="3513407" y="3250822"/>
            <a:ext cx="1189440" cy="472320"/>
            <a:chOff x="3513407" y="3250822"/>
            <a:chExt cx="118944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A7E0B91-4F78-7384-A692-A9F29AA310E3}"/>
                    </a:ext>
                  </a:extLst>
                </p14:cNvPr>
                <p14:cNvContentPartPr/>
                <p14:nvPr/>
              </p14:nvContentPartPr>
              <p14:xfrm>
                <a:off x="3513407" y="3250822"/>
                <a:ext cx="245160" cy="378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A7E0B91-4F78-7384-A692-A9F29AA310E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495407" y="3232822"/>
                  <a:ext cx="2808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1880F08-F915-77CC-FB77-0C5BCFB92412}"/>
                    </a:ext>
                  </a:extLst>
                </p14:cNvPr>
                <p14:cNvContentPartPr/>
                <p14:nvPr/>
              </p14:nvContentPartPr>
              <p14:xfrm>
                <a:off x="3599807" y="3308422"/>
                <a:ext cx="1103040" cy="414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1880F08-F915-77CC-FB77-0C5BCFB9241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582167" y="3290782"/>
                  <a:ext cx="1138680" cy="4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C20B953-F522-FA5F-92A5-7F47ABDB60C1}"/>
              </a:ext>
            </a:extLst>
          </p:cNvPr>
          <p:cNvGrpSpPr/>
          <p:nvPr/>
        </p:nvGrpSpPr>
        <p:grpSpPr>
          <a:xfrm>
            <a:off x="5154287" y="3394822"/>
            <a:ext cx="1139760" cy="320400"/>
            <a:chOff x="5154287" y="3394822"/>
            <a:chExt cx="113976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68B74B1-81E0-95F2-B3C4-6E92486DBE8E}"/>
                    </a:ext>
                  </a:extLst>
                </p14:cNvPr>
                <p14:cNvContentPartPr/>
                <p14:nvPr/>
              </p14:nvContentPartPr>
              <p14:xfrm>
                <a:off x="5154287" y="3451702"/>
                <a:ext cx="196200" cy="226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68B74B1-81E0-95F2-B3C4-6E92486DBE8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36647" y="3434062"/>
                  <a:ext cx="231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D5C0308-E627-3051-8B92-5FEE2E11A59A}"/>
                    </a:ext>
                  </a:extLst>
                </p14:cNvPr>
                <p14:cNvContentPartPr/>
                <p14:nvPr/>
              </p14:nvContentPartPr>
              <p14:xfrm>
                <a:off x="5440487" y="3486262"/>
                <a:ext cx="327960" cy="213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D5C0308-E627-3051-8B92-5FEE2E11A59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22847" y="3468622"/>
                  <a:ext cx="363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EBC5D81-8984-15E9-A351-DA198D3B2D0D}"/>
                    </a:ext>
                  </a:extLst>
                </p14:cNvPr>
                <p14:cNvContentPartPr/>
                <p14:nvPr/>
              </p14:nvContentPartPr>
              <p14:xfrm>
                <a:off x="5869607" y="3402022"/>
                <a:ext cx="25560" cy="51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EBC5D81-8984-15E9-A351-DA198D3B2D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51967" y="3384022"/>
                  <a:ext cx="61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917492-48F7-0448-B99C-BFE5ADE3D9A1}"/>
                    </a:ext>
                  </a:extLst>
                </p14:cNvPr>
                <p14:cNvContentPartPr/>
                <p14:nvPr/>
              </p14:nvContentPartPr>
              <p14:xfrm>
                <a:off x="5901287" y="3490942"/>
                <a:ext cx="135720" cy="18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917492-48F7-0448-B99C-BFE5ADE3D9A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83647" y="3473302"/>
                  <a:ext cx="171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16AF55A-E0EA-57A9-6DEA-76B7D58009D6}"/>
                    </a:ext>
                  </a:extLst>
                </p14:cNvPr>
                <p14:cNvContentPartPr/>
                <p14:nvPr/>
              </p14:nvContentPartPr>
              <p14:xfrm>
                <a:off x="6154007" y="3394822"/>
                <a:ext cx="134280" cy="320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16AF55A-E0EA-57A9-6DEA-76B7D58009D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36367" y="3376822"/>
                  <a:ext cx="1699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EDB5C0-DCD6-1AE3-AF79-37A932DD8EC7}"/>
                    </a:ext>
                  </a:extLst>
                </p14:cNvPr>
                <p14:cNvContentPartPr/>
                <p14:nvPr/>
              </p14:nvContentPartPr>
              <p14:xfrm>
                <a:off x="6094967" y="3511102"/>
                <a:ext cx="199080" cy="46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EDB5C0-DCD6-1AE3-AF79-37A932DD8EC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76967" y="3493462"/>
                  <a:ext cx="23472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A6B0E9E-9BC9-028F-58FA-3C6F7829A4C0}"/>
              </a:ext>
            </a:extLst>
          </p:cNvPr>
          <p:cNvGrpSpPr/>
          <p:nvPr/>
        </p:nvGrpSpPr>
        <p:grpSpPr>
          <a:xfrm>
            <a:off x="7267487" y="3516502"/>
            <a:ext cx="925200" cy="374760"/>
            <a:chOff x="7267487" y="3516502"/>
            <a:chExt cx="92520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1DB90B6-AECB-75A5-7347-1913EC09348D}"/>
                    </a:ext>
                  </a:extLst>
                </p14:cNvPr>
                <p14:cNvContentPartPr/>
                <p14:nvPr/>
              </p14:nvContentPartPr>
              <p14:xfrm>
                <a:off x="7267487" y="3516502"/>
                <a:ext cx="310680" cy="336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1DB90B6-AECB-75A5-7347-1913EC09348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249487" y="3498862"/>
                  <a:ext cx="3463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3953F21-FA0F-4CF5-7471-B0E9933BA6F5}"/>
                    </a:ext>
                  </a:extLst>
                </p14:cNvPr>
                <p14:cNvContentPartPr/>
                <p14:nvPr/>
              </p14:nvContentPartPr>
              <p14:xfrm>
                <a:off x="7673207" y="3551782"/>
                <a:ext cx="200520" cy="324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3953F21-FA0F-4CF5-7471-B0E9933BA6F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55567" y="3534142"/>
                  <a:ext cx="2361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80F2813-B44B-E50A-D8FE-463062A584F3}"/>
                    </a:ext>
                  </a:extLst>
                </p14:cNvPr>
                <p14:cNvContentPartPr/>
                <p14:nvPr/>
              </p14:nvContentPartPr>
              <p14:xfrm>
                <a:off x="7975967" y="3663382"/>
                <a:ext cx="216720" cy="227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80F2813-B44B-E50A-D8FE-463062A584F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58327" y="3645382"/>
                  <a:ext cx="2523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A23668E-46EF-3D60-81AC-5754DD940E09}"/>
              </a:ext>
            </a:extLst>
          </p:cNvPr>
          <p:cNvGrpSpPr/>
          <p:nvPr/>
        </p:nvGrpSpPr>
        <p:grpSpPr>
          <a:xfrm>
            <a:off x="8606327" y="3563302"/>
            <a:ext cx="1082880" cy="341280"/>
            <a:chOff x="8606327" y="3563302"/>
            <a:chExt cx="108288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212054-FC9D-47DE-F2A7-461C038E07ED}"/>
                    </a:ext>
                  </a:extLst>
                </p14:cNvPr>
                <p14:cNvContentPartPr/>
                <p14:nvPr/>
              </p14:nvContentPartPr>
              <p14:xfrm>
                <a:off x="8606327" y="3593182"/>
                <a:ext cx="296280" cy="217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212054-FC9D-47DE-F2A7-461C038E07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88687" y="3575182"/>
                  <a:ext cx="3319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4DFA68B-814B-0B77-A5A2-0CCF463FB26D}"/>
                    </a:ext>
                  </a:extLst>
                </p14:cNvPr>
                <p14:cNvContentPartPr/>
                <p14:nvPr/>
              </p14:nvContentPartPr>
              <p14:xfrm>
                <a:off x="9036887" y="3634222"/>
                <a:ext cx="176760" cy="253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4DFA68B-814B-0B77-A5A2-0CCF463FB26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018887" y="3616222"/>
                  <a:ext cx="212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A30BE20-D504-1773-1C46-DB1441BE2FE2}"/>
                    </a:ext>
                  </a:extLst>
                </p14:cNvPr>
                <p14:cNvContentPartPr/>
                <p14:nvPr/>
              </p14:nvContentPartPr>
              <p14:xfrm>
                <a:off x="9278807" y="3563302"/>
                <a:ext cx="410400" cy="341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A30BE20-D504-1773-1C46-DB1441BE2FE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60807" y="3545662"/>
                  <a:ext cx="44604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37E0EB2-9B5B-3EAE-C3B1-01D88C48DEAC}"/>
              </a:ext>
            </a:extLst>
          </p:cNvPr>
          <p:cNvGrpSpPr/>
          <p:nvPr/>
        </p:nvGrpSpPr>
        <p:grpSpPr>
          <a:xfrm>
            <a:off x="9977567" y="3668782"/>
            <a:ext cx="1108800" cy="356760"/>
            <a:chOff x="9977567" y="3668782"/>
            <a:chExt cx="110880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E9D73C8-DED1-D610-F921-3CE6C170BC7B}"/>
                    </a:ext>
                  </a:extLst>
                </p14:cNvPr>
                <p14:cNvContentPartPr/>
                <p14:nvPr/>
              </p14:nvContentPartPr>
              <p14:xfrm>
                <a:off x="10037687" y="3673102"/>
                <a:ext cx="299880" cy="317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E9D73C8-DED1-D610-F921-3CE6C170BC7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20047" y="3655102"/>
                  <a:ext cx="3355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1F222EA-3EB3-B5B5-E712-2A39E1E746D3}"/>
                    </a:ext>
                  </a:extLst>
                </p14:cNvPr>
                <p14:cNvContentPartPr/>
                <p14:nvPr/>
              </p14:nvContentPartPr>
              <p14:xfrm>
                <a:off x="10342247" y="3688942"/>
                <a:ext cx="224640" cy="336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1F222EA-3EB3-B5B5-E712-2A39E1E746D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24607" y="3670942"/>
                  <a:ext cx="2602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F72A1FC-239F-B649-9F46-E89D2C269FAD}"/>
                    </a:ext>
                  </a:extLst>
                </p14:cNvPr>
                <p14:cNvContentPartPr/>
                <p14:nvPr/>
              </p14:nvContentPartPr>
              <p14:xfrm>
                <a:off x="10582727" y="3668782"/>
                <a:ext cx="442080" cy="348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F72A1FC-239F-B649-9F46-E89D2C269FA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64727" y="3650782"/>
                  <a:ext cx="477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E187AA3-359E-4AB2-82CA-7FEF58B8BBF2}"/>
                    </a:ext>
                  </a:extLst>
                </p14:cNvPr>
                <p14:cNvContentPartPr/>
                <p14:nvPr/>
              </p14:nvContentPartPr>
              <p14:xfrm>
                <a:off x="10835087" y="3729622"/>
                <a:ext cx="251280" cy="53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E187AA3-359E-4AB2-82CA-7FEF58B8BBF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817447" y="3711982"/>
                  <a:ext cx="286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35CAE44-F4EE-A35B-3163-EFF18C74E1FD}"/>
                    </a:ext>
                  </a:extLst>
                </p14:cNvPr>
                <p14:cNvContentPartPr/>
                <p14:nvPr/>
              </p14:nvContentPartPr>
              <p14:xfrm>
                <a:off x="9977567" y="3799102"/>
                <a:ext cx="257040" cy="12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35CAE44-F4EE-A35B-3163-EFF18C74E1F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959927" y="3781462"/>
                  <a:ext cx="2926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430E89A-4F6B-41DF-0034-8784227ECD26}"/>
              </a:ext>
            </a:extLst>
          </p:cNvPr>
          <p:cNvGrpSpPr/>
          <p:nvPr/>
        </p:nvGrpSpPr>
        <p:grpSpPr>
          <a:xfrm>
            <a:off x="317327" y="3947062"/>
            <a:ext cx="254160" cy="406080"/>
            <a:chOff x="317327" y="3947062"/>
            <a:chExt cx="25416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2469EF0-0B7F-1F63-EC38-8885C56EDD0D}"/>
                    </a:ext>
                  </a:extLst>
                </p14:cNvPr>
                <p14:cNvContentPartPr/>
                <p14:nvPr/>
              </p14:nvContentPartPr>
              <p14:xfrm>
                <a:off x="335327" y="4072702"/>
                <a:ext cx="16560" cy="5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2469EF0-0B7F-1F63-EC38-8885C56EDD0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17327" y="4054702"/>
                  <a:ext cx="52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0D2C22-1114-3015-5F10-0FAF73959989}"/>
                    </a:ext>
                  </a:extLst>
                </p14:cNvPr>
                <p14:cNvContentPartPr/>
                <p14:nvPr/>
              </p14:nvContentPartPr>
              <p14:xfrm>
                <a:off x="317327" y="3986302"/>
                <a:ext cx="88200" cy="366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0D2C22-1114-3015-5F10-0FAF739599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9687" y="3968662"/>
                  <a:ext cx="1238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ABA4D19-9E0E-7E46-760C-BBE8DE7DA244}"/>
                    </a:ext>
                  </a:extLst>
                </p14:cNvPr>
                <p14:cNvContentPartPr/>
                <p14:nvPr/>
              </p14:nvContentPartPr>
              <p14:xfrm>
                <a:off x="340727" y="4016182"/>
                <a:ext cx="213840" cy="242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ABA4D19-9E0E-7E46-760C-BBE8DE7DA24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3087" y="3998182"/>
                  <a:ext cx="2494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CD58F5E-8522-A878-292C-99A4DAAE3D42}"/>
                    </a:ext>
                  </a:extLst>
                </p14:cNvPr>
                <p14:cNvContentPartPr/>
                <p14:nvPr/>
              </p14:nvContentPartPr>
              <p14:xfrm>
                <a:off x="547367" y="3947062"/>
                <a:ext cx="24120" cy="351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CD58F5E-8522-A878-292C-99A4DAAE3D4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29727" y="3929422"/>
                  <a:ext cx="59760" cy="38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C7B27A27-D305-6A6F-9A32-002CBA8D359F}"/>
              </a:ext>
            </a:extLst>
          </p:cNvPr>
          <p:cNvGrpSpPr/>
          <p:nvPr/>
        </p:nvGrpSpPr>
        <p:grpSpPr>
          <a:xfrm>
            <a:off x="889727" y="4004302"/>
            <a:ext cx="631080" cy="341640"/>
            <a:chOff x="889727" y="4004302"/>
            <a:chExt cx="63108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520870F-B4B6-2C22-D814-D9F782861A38}"/>
                    </a:ext>
                  </a:extLst>
                </p14:cNvPr>
                <p14:cNvContentPartPr/>
                <p14:nvPr/>
              </p14:nvContentPartPr>
              <p14:xfrm>
                <a:off x="889727" y="4005022"/>
                <a:ext cx="255960" cy="294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520870F-B4B6-2C22-D814-D9F782861A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72087" y="3987382"/>
                  <a:ext cx="291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F18642A-929E-B05F-AA6A-27B8C5C75319}"/>
                    </a:ext>
                  </a:extLst>
                </p14:cNvPr>
                <p14:cNvContentPartPr/>
                <p14:nvPr/>
              </p14:nvContentPartPr>
              <p14:xfrm>
                <a:off x="1230287" y="4004302"/>
                <a:ext cx="290520" cy="341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F18642A-929E-B05F-AA6A-27B8C5C7531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12287" y="3986662"/>
                  <a:ext cx="326160" cy="37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8FC0B47-84E0-C7AE-DABF-221B0B26BFCF}"/>
                  </a:ext>
                </a:extLst>
              </p14:cNvPr>
              <p14:cNvContentPartPr/>
              <p14:nvPr/>
            </p14:nvContentPartPr>
            <p14:xfrm>
              <a:off x="2359607" y="4109422"/>
              <a:ext cx="1305360" cy="4726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8FC0B47-84E0-C7AE-DABF-221B0B26BFC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341967" y="4091782"/>
                <a:ext cx="1341000" cy="50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D794BD3-6390-BA84-568A-5E441E457F93}"/>
              </a:ext>
            </a:extLst>
          </p:cNvPr>
          <p:cNvGrpSpPr/>
          <p:nvPr/>
        </p:nvGrpSpPr>
        <p:grpSpPr>
          <a:xfrm>
            <a:off x="4378487" y="4148662"/>
            <a:ext cx="727920" cy="379440"/>
            <a:chOff x="4378487" y="4148662"/>
            <a:chExt cx="727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0FF753A-8855-4CA3-6F3B-06E4B10A472B}"/>
                    </a:ext>
                  </a:extLst>
                </p14:cNvPr>
                <p14:cNvContentPartPr/>
                <p14:nvPr/>
              </p14:nvContentPartPr>
              <p14:xfrm>
                <a:off x="4378487" y="4148662"/>
                <a:ext cx="123480" cy="379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0FF753A-8855-4CA3-6F3B-06E4B10A472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360487" y="4131022"/>
                  <a:ext cx="1591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B7C300F-778F-688C-B8B6-097E7B68FADA}"/>
                    </a:ext>
                  </a:extLst>
                </p14:cNvPr>
                <p14:cNvContentPartPr/>
                <p14:nvPr/>
              </p14:nvContentPartPr>
              <p14:xfrm>
                <a:off x="4477847" y="4157302"/>
                <a:ext cx="177840" cy="322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B7C300F-778F-688C-B8B6-097E7B68FAD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60207" y="4139302"/>
                  <a:ext cx="213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CC6C03A-935C-C04C-ED0E-8487A93FE7EF}"/>
                    </a:ext>
                  </a:extLst>
                </p14:cNvPr>
                <p14:cNvContentPartPr/>
                <p14:nvPr/>
              </p14:nvContentPartPr>
              <p14:xfrm>
                <a:off x="4617527" y="4163422"/>
                <a:ext cx="136800" cy="290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CC6C03A-935C-C04C-ED0E-8487A93FE7E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99527" y="4145782"/>
                  <a:ext cx="1724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632AB32-0A8C-790E-13A7-90A905E464DC}"/>
                    </a:ext>
                  </a:extLst>
                </p14:cNvPr>
                <p14:cNvContentPartPr/>
                <p14:nvPr/>
              </p14:nvContentPartPr>
              <p14:xfrm>
                <a:off x="4986167" y="4378702"/>
                <a:ext cx="112320" cy="6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632AB32-0A8C-790E-13A7-90A905E464D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68527" y="4361062"/>
                  <a:ext cx="147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7F4420C-4365-34A8-5D20-04458575F3DF}"/>
                    </a:ext>
                  </a:extLst>
                </p14:cNvPr>
                <p14:cNvContentPartPr/>
                <p14:nvPr/>
              </p14:nvContentPartPr>
              <p14:xfrm>
                <a:off x="4966727" y="4449262"/>
                <a:ext cx="139680" cy="18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7F4420C-4365-34A8-5D20-04458575F3D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48727" y="4431622"/>
                  <a:ext cx="175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7F31649-C7BC-1255-29C7-1AFC686DCAFD}"/>
              </a:ext>
            </a:extLst>
          </p:cNvPr>
          <p:cNvGrpSpPr/>
          <p:nvPr/>
        </p:nvGrpSpPr>
        <p:grpSpPr>
          <a:xfrm>
            <a:off x="5810927" y="4169542"/>
            <a:ext cx="3905280" cy="938520"/>
            <a:chOff x="5810927" y="4169542"/>
            <a:chExt cx="3905280" cy="9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16AB442-4CEF-024F-FA01-E79002CCA08F}"/>
                    </a:ext>
                  </a:extLst>
                </p14:cNvPr>
                <p14:cNvContentPartPr/>
                <p14:nvPr/>
              </p14:nvContentPartPr>
              <p14:xfrm>
                <a:off x="5810927" y="4169542"/>
                <a:ext cx="234360" cy="6721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16AB442-4CEF-024F-FA01-E79002CCA08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793287" y="4151542"/>
                  <a:ext cx="27000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7DA1159-EF84-3BDB-A3C5-60234172C538}"/>
                    </a:ext>
                  </a:extLst>
                </p14:cNvPr>
                <p14:cNvContentPartPr/>
                <p14:nvPr/>
              </p14:nvContentPartPr>
              <p14:xfrm>
                <a:off x="6202967" y="4481662"/>
                <a:ext cx="148680" cy="189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7DA1159-EF84-3BDB-A3C5-60234172C53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185327" y="4463662"/>
                  <a:ext cx="184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617D909-6198-079F-C384-A12A55317454}"/>
                    </a:ext>
                  </a:extLst>
                </p14:cNvPr>
                <p14:cNvContentPartPr/>
                <p14:nvPr/>
              </p14:nvContentPartPr>
              <p14:xfrm>
                <a:off x="6577007" y="4369342"/>
                <a:ext cx="6480" cy="64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617D909-6198-079F-C384-A12A5531745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59367" y="4351702"/>
                  <a:ext cx="42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8DC9E52-9562-7E2A-C363-1BAAB2233AF8}"/>
                    </a:ext>
                  </a:extLst>
                </p14:cNvPr>
                <p14:cNvContentPartPr/>
                <p14:nvPr/>
              </p14:nvContentPartPr>
              <p14:xfrm>
                <a:off x="6493127" y="4667782"/>
                <a:ext cx="18360" cy="37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8DC9E52-9562-7E2A-C363-1BAAB2233A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475127" y="4649782"/>
                  <a:ext cx="54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0FF8D17-3296-0420-AD27-C3C1BB02ABD5}"/>
                    </a:ext>
                  </a:extLst>
                </p14:cNvPr>
                <p14:cNvContentPartPr/>
                <p14:nvPr/>
              </p14:nvContentPartPr>
              <p14:xfrm>
                <a:off x="6755567" y="4371502"/>
                <a:ext cx="145080" cy="416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0FF8D17-3296-0420-AD27-C3C1BB02ABD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737567" y="4353502"/>
                  <a:ext cx="1807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DF1DEA8-25D0-9CCA-FC66-A4A0689D3F50}"/>
                    </a:ext>
                  </a:extLst>
                </p14:cNvPr>
                <p14:cNvContentPartPr/>
                <p14:nvPr/>
              </p14:nvContentPartPr>
              <p14:xfrm>
                <a:off x="7002167" y="4576342"/>
                <a:ext cx="290520" cy="168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DF1DEA8-25D0-9CCA-FC66-A4A0689D3F5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84167" y="4558342"/>
                  <a:ext cx="326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879C39D-BD5E-07C8-0184-3E6C03FF0869}"/>
                    </a:ext>
                  </a:extLst>
                </p14:cNvPr>
                <p14:cNvContentPartPr/>
                <p14:nvPr/>
              </p14:nvContentPartPr>
              <p14:xfrm>
                <a:off x="7391687" y="4639342"/>
                <a:ext cx="144360" cy="27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879C39D-BD5E-07C8-0184-3E6C03FF086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74047" y="4621342"/>
                  <a:ext cx="180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667FBF4-27DF-46CB-019D-1D2A53C3A93B}"/>
                    </a:ext>
                  </a:extLst>
                </p14:cNvPr>
                <p14:cNvContentPartPr/>
                <p14:nvPr/>
              </p14:nvContentPartPr>
              <p14:xfrm>
                <a:off x="7652687" y="4578502"/>
                <a:ext cx="293400" cy="203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667FBF4-27DF-46CB-019D-1D2A53C3A93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34687" y="4560862"/>
                  <a:ext cx="329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79DECDE-E239-20ED-8620-CC2D20715E60}"/>
                    </a:ext>
                  </a:extLst>
                </p14:cNvPr>
                <p14:cNvContentPartPr/>
                <p14:nvPr/>
              </p14:nvContentPartPr>
              <p14:xfrm>
                <a:off x="8024207" y="4407862"/>
                <a:ext cx="133920" cy="4921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79DECDE-E239-20ED-8620-CC2D20715E6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006207" y="4389862"/>
                  <a:ext cx="1695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5403005-45EC-A9AB-8EDA-F7810E9473CD}"/>
                    </a:ext>
                  </a:extLst>
                </p14:cNvPr>
                <p14:cNvContentPartPr/>
                <p14:nvPr/>
              </p14:nvContentPartPr>
              <p14:xfrm>
                <a:off x="8395367" y="4510102"/>
                <a:ext cx="277200" cy="252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5403005-45EC-A9AB-8EDA-F7810E9473C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77367" y="4492462"/>
                  <a:ext cx="312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2356FD1-49E1-2D90-9A95-A616BD11A887}"/>
                    </a:ext>
                  </a:extLst>
                </p14:cNvPr>
                <p14:cNvContentPartPr/>
                <p14:nvPr/>
              </p14:nvContentPartPr>
              <p14:xfrm>
                <a:off x="8915567" y="4407502"/>
                <a:ext cx="266760" cy="439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2356FD1-49E1-2D90-9A95-A616BD11A88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97567" y="4389502"/>
                  <a:ext cx="3024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AC85B1E-DA72-2673-FA5C-B51336DFE433}"/>
                    </a:ext>
                  </a:extLst>
                </p14:cNvPr>
                <p14:cNvContentPartPr/>
                <p14:nvPr/>
              </p14:nvContentPartPr>
              <p14:xfrm>
                <a:off x="9407327" y="4290142"/>
                <a:ext cx="308880" cy="817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AC85B1E-DA72-2673-FA5C-B51336DFE43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389687" y="4272502"/>
                  <a:ext cx="344520" cy="85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5C42FC1-D4E9-88A1-5A8E-C13CDC56F98D}"/>
              </a:ext>
            </a:extLst>
          </p:cNvPr>
          <p:cNvGrpSpPr/>
          <p:nvPr/>
        </p:nvGrpSpPr>
        <p:grpSpPr>
          <a:xfrm>
            <a:off x="198167" y="4893502"/>
            <a:ext cx="862920" cy="1006560"/>
            <a:chOff x="198167" y="4893502"/>
            <a:chExt cx="862920" cy="100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8ECC8F3-D7C6-45E9-0C56-BB1C611AE033}"/>
                    </a:ext>
                  </a:extLst>
                </p14:cNvPr>
                <p14:cNvContentPartPr/>
                <p14:nvPr/>
              </p14:nvContentPartPr>
              <p14:xfrm>
                <a:off x="198167" y="5252062"/>
                <a:ext cx="183960" cy="334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8ECC8F3-D7C6-45E9-0C56-BB1C611AE03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0167" y="5234062"/>
                  <a:ext cx="2196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2F9A98C-C44A-00A8-A8EF-B68C12F8765A}"/>
                    </a:ext>
                  </a:extLst>
                </p14:cNvPr>
                <p14:cNvContentPartPr/>
                <p14:nvPr/>
              </p14:nvContentPartPr>
              <p14:xfrm>
                <a:off x="369167" y="5279062"/>
                <a:ext cx="156960" cy="621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2F9A98C-C44A-00A8-A8EF-B68C12F8765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1527" y="5261422"/>
                  <a:ext cx="19260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E8CDDB8-E61C-3B0C-D43C-F1129D11DC2F}"/>
                    </a:ext>
                  </a:extLst>
                </p14:cNvPr>
                <p14:cNvContentPartPr/>
                <p14:nvPr/>
              </p14:nvContentPartPr>
              <p14:xfrm>
                <a:off x="374207" y="5328742"/>
                <a:ext cx="220320" cy="214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E8CDDB8-E61C-3B0C-D43C-F1129D11DC2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6567" y="5310742"/>
                  <a:ext cx="255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D6EEDE6-85BD-5DE8-BB21-D42E7A913FCE}"/>
                    </a:ext>
                  </a:extLst>
                </p14:cNvPr>
                <p14:cNvContentPartPr/>
                <p14:nvPr/>
              </p14:nvContentPartPr>
              <p14:xfrm>
                <a:off x="598127" y="5404342"/>
                <a:ext cx="462960" cy="164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D6EEDE6-85BD-5DE8-BB21-D42E7A913FC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0487" y="5386342"/>
                  <a:ext cx="498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32E99A0-11C3-E6D9-BC09-F66303E889A8}"/>
                    </a:ext>
                  </a:extLst>
                </p14:cNvPr>
                <p14:cNvContentPartPr/>
                <p14:nvPr/>
              </p14:nvContentPartPr>
              <p14:xfrm>
                <a:off x="209327" y="4906462"/>
                <a:ext cx="186120" cy="142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32E99A0-11C3-E6D9-BC09-F66303E889A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91687" y="4888462"/>
                  <a:ext cx="221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314ADC2-586A-0A9B-5DC6-BC0598C7EE13}"/>
                    </a:ext>
                  </a:extLst>
                </p14:cNvPr>
                <p14:cNvContentPartPr/>
                <p14:nvPr/>
              </p14:nvContentPartPr>
              <p14:xfrm>
                <a:off x="422087" y="4973422"/>
                <a:ext cx="9000" cy="22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314ADC2-586A-0A9B-5DC6-BC0598C7EE1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04087" y="4955782"/>
                  <a:ext cx="44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0841CA1-03D0-DA03-5951-06D1D8DF2BC6}"/>
                    </a:ext>
                  </a:extLst>
                </p14:cNvPr>
                <p14:cNvContentPartPr/>
                <p14:nvPr/>
              </p14:nvContentPartPr>
              <p14:xfrm>
                <a:off x="495527" y="4893502"/>
                <a:ext cx="119880" cy="319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0841CA1-03D0-DA03-5951-06D1D8DF2BC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77527" y="4875862"/>
                  <a:ext cx="1555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29C7EDF-C18D-93C8-D420-F36D471258B4}"/>
                    </a:ext>
                  </a:extLst>
                </p14:cNvPr>
                <p14:cNvContentPartPr/>
                <p14:nvPr/>
              </p14:nvContentPartPr>
              <p14:xfrm>
                <a:off x="835007" y="4911862"/>
                <a:ext cx="2880" cy="25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29C7EDF-C18D-93C8-D420-F36D471258B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17367" y="4894222"/>
                  <a:ext cx="3852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0B6792CB-8C63-1E16-3C29-A7610A82340E}"/>
              </a:ext>
            </a:extLst>
          </p:cNvPr>
          <p:cNvGrpSpPr/>
          <p:nvPr/>
        </p:nvGrpSpPr>
        <p:grpSpPr>
          <a:xfrm>
            <a:off x="1385447" y="5255302"/>
            <a:ext cx="1674360" cy="354600"/>
            <a:chOff x="1385447" y="5255302"/>
            <a:chExt cx="167436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B841AE7-33A6-1B81-4399-C3422276F4C8}"/>
                    </a:ext>
                  </a:extLst>
                </p14:cNvPr>
                <p14:cNvContentPartPr/>
                <p14:nvPr/>
              </p14:nvContentPartPr>
              <p14:xfrm>
                <a:off x="1385447" y="5402182"/>
                <a:ext cx="9360" cy="181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B841AE7-33A6-1B81-4399-C3422276F4C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367807" y="5384542"/>
                  <a:ext cx="45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905C399-BC56-1707-390F-A2D79C156454}"/>
                    </a:ext>
                  </a:extLst>
                </p14:cNvPr>
                <p14:cNvContentPartPr/>
                <p14:nvPr/>
              </p14:nvContentPartPr>
              <p14:xfrm>
                <a:off x="1439807" y="5255302"/>
                <a:ext cx="11520" cy="46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905C399-BC56-1707-390F-A2D79C15645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422167" y="5237302"/>
                  <a:ext cx="47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759D3F2-9156-F94E-9E70-429CCCEA5C22}"/>
                    </a:ext>
                  </a:extLst>
                </p14:cNvPr>
                <p14:cNvContentPartPr/>
                <p14:nvPr/>
              </p14:nvContentPartPr>
              <p14:xfrm>
                <a:off x="1511087" y="5436022"/>
                <a:ext cx="142560" cy="142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759D3F2-9156-F94E-9E70-429CCCEA5C2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493087" y="5418022"/>
                  <a:ext cx="178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D888433-1DEA-795E-6F33-73BCCFAFD857}"/>
                    </a:ext>
                  </a:extLst>
                </p14:cNvPr>
                <p14:cNvContentPartPr/>
                <p14:nvPr/>
              </p14:nvContentPartPr>
              <p14:xfrm>
                <a:off x="1725647" y="5276542"/>
                <a:ext cx="56880" cy="3009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D888433-1DEA-795E-6F33-73BCCFAFD85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708007" y="5258902"/>
                  <a:ext cx="925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5B1A2B1-9997-EA7E-AE88-31D177491686}"/>
                    </a:ext>
                  </a:extLst>
                </p14:cNvPr>
                <p14:cNvContentPartPr/>
                <p14:nvPr/>
              </p14:nvContentPartPr>
              <p14:xfrm>
                <a:off x="1686767" y="5398222"/>
                <a:ext cx="181800" cy="47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5B1A2B1-9997-EA7E-AE88-31D17749168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668767" y="5380222"/>
                  <a:ext cx="217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596A472-F95A-4741-38A7-7F7A195C2FE6}"/>
                    </a:ext>
                  </a:extLst>
                </p14:cNvPr>
                <p14:cNvContentPartPr/>
                <p14:nvPr/>
              </p14:nvContentPartPr>
              <p14:xfrm>
                <a:off x="1861727" y="5430262"/>
                <a:ext cx="603000" cy="179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596A472-F95A-4741-38A7-7F7A195C2FE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843727" y="5412262"/>
                  <a:ext cx="638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73C5DA8-5373-1F74-7316-B4FB023D9ED6}"/>
                    </a:ext>
                  </a:extLst>
                </p14:cNvPr>
                <p14:cNvContentPartPr/>
                <p14:nvPr/>
              </p14:nvContentPartPr>
              <p14:xfrm>
                <a:off x="2634647" y="5325142"/>
                <a:ext cx="425160" cy="28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73C5DA8-5373-1F74-7316-B4FB023D9ED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616647" y="5307142"/>
                  <a:ext cx="4608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D24D0511-F735-8F39-FC68-16784E9C2841}"/>
                  </a:ext>
                </a:extLst>
              </p14:cNvPr>
              <p14:cNvContentPartPr/>
              <p14:nvPr/>
            </p14:nvContentPartPr>
            <p14:xfrm>
              <a:off x="5458487" y="5499022"/>
              <a:ext cx="75600" cy="3085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D24D0511-F735-8F39-FC68-16784E9C2841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5440847" y="5481022"/>
                <a:ext cx="11124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268FBE6-51B2-D4DF-6459-9C9EF02C0B90}"/>
                  </a:ext>
                </a:extLst>
              </p14:cNvPr>
              <p14:cNvContentPartPr/>
              <p14:nvPr/>
            </p14:nvContentPartPr>
            <p14:xfrm>
              <a:off x="5862047" y="5320822"/>
              <a:ext cx="183600" cy="7941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268FBE6-51B2-D4DF-6459-9C9EF02C0B90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5844047" y="5303182"/>
                <a:ext cx="219240" cy="82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E1BB0FB8-6DA9-772F-23D9-CCB8E0DE8438}"/>
                  </a:ext>
                </a:extLst>
              </p14:cNvPr>
              <p14:cNvContentPartPr/>
              <p14:nvPr/>
            </p14:nvContentPartPr>
            <p14:xfrm>
              <a:off x="5457767" y="5499382"/>
              <a:ext cx="206280" cy="3610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E1BB0FB8-6DA9-772F-23D9-CCB8E0DE8438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5439767" y="5481382"/>
                <a:ext cx="24192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F97991B-CB28-4222-CA0C-F7A25E4A23AF}"/>
                  </a:ext>
                </a:extLst>
              </p14:cNvPr>
              <p14:cNvContentPartPr/>
              <p14:nvPr/>
            </p14:nvContentPartPr>
            <p14:xfrm>
              <a:off x="6264527" y="5662102"/>
              <a:ext cx="42840" cy="1692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F97991B-CB28-4222-CA0C-F7A25E4A23A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6246887" y="5644462"/>
                <a:ext cx="784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57CF604F-0316-717F-2CF4-4AD16D831A86}"/>
                  </a:ext>
                </a:extLst>
              </p14:cNvPr>
              <p14:cNvContentPartPr/>
              <p14:nvPr/>
            </p14:nvContentPartPr>
            <p14:xfrm>
              <a:off x="6436247" y="5682982"/>
              <a:ext cx="157320" cy="1620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57CF604F-0316-717F-2CF4-4AD16D831A86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6418247" y="5664982"/>
                <a:ext cx="1929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7D601E13-48D2-1376-6E76-BE673321F83C}"/>
                  </a:ext>
                </a:extLst>
              </p14:cNvPr>
              <p14:cNvContentPartPr/>
              <p14:nvPr/>
            </p14:nvContentPartPr>
            <p14:xfrm>
              <a:off x="6431927" y="5523142"/>
              <a:ext cx="64080" cy="482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7D601E13-48D2-1376-6E76-BE673321F83C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6413927" y="5505502"/>
                <a:ext cx="9972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5F7132A-741B-2C32-7703-45ACCC4EA463}"/>
              </a:ext>
            </a:extLst>
          </p:cNvPr>
          <p:cNvGrpSpPr/>
          <p:nvPr/>
        </p:nvGrpSpPr>
        <p:grpSpPr>
          <a:xfrm>
            <a:off x="7030607" y="5517742"/>
            <a:ext cx="326160" cy="376200"/>
            <a:chOff x="7030607" y="5517742"/>
            <a:chExt cx="32616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A8C1EEA-83D4-A38F-8875-B2A283623C1B}"/>
                    </a:ext>
                  </a:extLst>
                </p14:cNvPr>
                <p14:cNvContentPartPr/>
                <p14:nvPr/>
              </p14:nvContentPartPr>
              <p14:xfrm>
                <a:off x="7030607" y="5597662"/>
                <a:ext cx="70200" cy="296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A8C1EEA-83D4-A38F-8875-B2A283623C1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012607" y="5579662"/>
                  <a:ext cx="105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75E448D-46CD-F996-3B53-71486F2FE5CB}"/>
                    </a:ext>
                  </a:extLst>
                </p14:cNvPr>
                <p14:cNvContentPartPr/>
                <p14:nvPr/>
              </p14:nvContentPartPr>
              <p14:xfrm>
                <a:off x="7042127" y="5517742"/>
                <a:ext cx="314640" cy="327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75E448D-46CD-F996-3B53-71486F2FE5C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024127" y="5499742"/>
                  <a:ext cx="35028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8FDC006-854E-44EA-DDCC-29251ED8E704}"/>
              </a:ext>
            </a:extLst>
          </p:cNvPr>
          <p:cNvGrpSpPr/>
          <p:nvPr/>
        </p:nvGrpSpPr>
        <p:grpSpPr>
          <a:xfrm>
            <a:off x="7840967" y="5456182"/>
            <a:ext cx="204840" cy="360360"/>
            <a:chOff x="7840967" y="5456182"/>
            <a:chExt cx="20484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7EF4022-24FB-D585-EA60-9A78092BECC0}"/>
                    </a:ext>
                  </a:extLst>
                </p14:cNvPr>
                <p14:cNvContentPartPr/>
                <p14:nvPr/>
              </p14:nvContentPartPr>
              <p14:xfrm>
                <a:off x="7840967" y="5641222"/>
                <a:ext cx="54000" cy="175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7EF4022-24FB-D585-EA60-9A78092BECC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823327" y="5623222"/>
                  <a:ext cx="89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EA8E34-24D4-8053-EEB8-3552451BCC88}"/>
                    </a:ext>
                  </a:extLst>
                </p14:cNvPr>
                <p14:cNvContentPartPr/>
                <p14:nvPr/>
              </p14:nvContentPartPr>
              <p14:xfrm>
                <a:off x="7953287" y="5644822"/>
                <a:ext cx="92520" cy="1706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EA8E34-24D4-8053-EEB8-3552451BCC8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935647" y="5627182"/>
                  <a:ext cx="128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A85C88F-563B-2A12-CBC0-297F09414723}"/>
                    </a:ext>
                  </a:extLst>
                </p14:cNvPr>
                <p14:cNvContentPartPr/>
                <p14:nvPr/>
              </p14:nvContentPartPr>
              <p14:xfrm>
                <a:off x="7924127" y="5456182"/>
                <a:ext cx="15120" cy="43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A85C88F-563B-2A12-CBC0-297F0941472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906487" y="5438542"/>
                  <a:ext cx="5076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FC526ED-C46F-1B96-34A4-8F11C75D98C9}"/>
                  </a:ext>
                </a:extLst>
              </p14:cNvPr>
              <p14:cNvContentPartPr/>
              <p14:nvPr/>
            </p14:nvContentPartPr>
            <p14:xfrm>
              <a:off x="8525327" y="5628982"/>
              <a:ext cx="474480" cy="1796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FC526ED-C46F-1B96-34A4-8F11C75D98C9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8507327" y="5610982"/>
                <a:ext cx="51012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953A2A7-54D9-631C-2874-565FF100A441}"/>
              </a:ext>
            </a:extLst>
          </p:cNvPr>
          <p:cNvGrpSpPr/>
          <p:nvPr/>
        </p:nvGrpSpPr>
        <p:grpSpPr>
          <a:xfrm>
            <a:off x="9530807" y="5599822"/>
            <a:ext cx="1033560" cy="617400"/>
            <a:chOff x="9530807" y="5599822"/>
            <a:chExt cx="103356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98C48C4-22E4-C8C7-DE58-28174366B279}"/>
                    </a:ext>
                  </a:extLst>
                </p14:cNvPr>
                <p14:cNvContentPartPr/>
                <p14:nvPr/>
              </p14:nvContentPartPr>
              <p14:xfrm>
                <a:off x="9530807" y="5599822"/>
                <a:ext cx="332640" cy="6174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98C48C4-22E4-C8C7-DE58-28174366B27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512807" y="5582182"/>
                  <a:ext cx="36828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229ABCC-6F59-BAFD-4834-18FFA0AAA538}"/>
                    </a:ext>
                  </a:extLst>
                </p14:cNvPr>
                <p14:cNvContentPartPr/>
                <p14:nvPr/>
              </p14:nvContentPartPr>
              <p14:xfrm>
                <a:off x="9865967" y="5639062"/>
                <a:ext cx="138600" cy="147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229ABCC-6F59-BAFD-4834-18FFA0AAA53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847967" y="5621062"/>
                  <a:ext cx="174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8A4A38D-A057-A422-5212-DBB7DEEC1BEC}"/>
                    </a:ext>
                  </a:extLst>
                </p14:cNvPr>
                <p14:cNvContentPartPr/>
                <p14:nvPr/>
              </p14:nvContentPartPr>
              <p14:xfrm>
                <a:off x="10072247" y="5655982"/>
                <a:ext cx="492120" cy="160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8A4A38D-A057-A422-5212-DBB7DEEC1BE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54607" y="5637982"/>
                  <a:ext cx="5277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693C4DCA-B124-FC76-936C-4D77F5AB2C99}"/>
              </a:ext>
            </a:extLst>
          </p:cNvPr>
          <p:cNvGrpSpPr/>
          <p:nvPr/>
        </p:nvGrpSpPr>
        <p:grpSpPr>
          <a:xfrm>
            <a:off x="10894847" y="5540782"/>
            <a:ext cx="635760" cy="307800"/>
            <a:chOff x="10894847" y="5540782"/>
            <a:chExt cx="63576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365A4B1-7A89-41A2-F731-7C7346840971}"/>
                    </a:ext>
                  </a:extLst>
                </p14:cNvPr>
                <p14:cNvContentPartPr/>
                <p14:nvPr/>
              </p14:nvContentPartPr>
              <p14:xfrm>
                <a:off x="10894847" y="5616742"/>
                <a:ext cx="135000" cy="18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365A4B1-7A89-41A2-F731-7C734684097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877207" y="5599102"/>
                  <a:ext cx="170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186AE91-4188-4633-349F-10310CBD1A36}"/>
                    </a:ext>
                  </a:extLst>
                </p14:cNvPr>
                <p14:cNvContentPartPr/>
                <p14:nvPr/>
              </p14:nvContentPartPr>
              <p14:xfrm>
                <a:off x="11070167" y="5647702"/>
                <a:ext cx="187560" cy="1692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186AE91-4188-4633-349F-10310CBD1A3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052167" y="5630062"/>
                  <a:ext cx="223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1899416-7E16-D51F-1FE8-A29A1DB7AF8D}"/>
                    </a:ext>
                  </a:extLst>
                </p14:cNvPr>
                <p14:cNvContentPartPr/>
                <p14:nvPr/>
              </p14:nvContentPartPr>
              <p14:xfrm>
                <a:off x="11420447" y="5557342"/>
                <a:ext cx="96480" cy="291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1899416-7E16-D51F-1FE8-A29A1DB7AF8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402447" y="5539702"/>
                  <a:ext cx="132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1E2C98F-DC0B-541D-C429-27F6CBA3CFC0}"/>
                    </a:ext>
                  </a:extLst>
                </p14:cNvPr>
                <p14:cNvContentPartPr/>
                <p14:nvPr/>
              </p14:nvContentPartPr>
              <p14:xfrm>
                <a:off x="11368247" y="5540782"/>
                <a:ext cx="162360" cy="496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1E2C98F-DC0B-541D-C429-27F6CBA3CFC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350247" y="5523142"/>
                  <a:ext cx="19800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EFEA5217-DC39-D46A-2B02-207AE9E7BB98}"/>
                  </a:ext>
                </a:extLst>
              </p14:cNvPr>
              <p14:cNvContentPartPr/>
              <p14:nvPr/>
            </p14:nvContentPartPr>
            <p14:xfrm>
              <a:off x="11949647" y="5919502"/>
              <a:ext cx="16560" cy="21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EFEA5217-DC39-D46A-2B02-207AE9E7BB98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1931647" y="5901502"/>
                <a:ext cx="5220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3406D14-C163-CC6F-DE36-2819634F1900}"/>
              </a:ext>
            </a:extLst>
          </p:cNvPr>
          <p:cNvGrpSpPr/>
          <p:nvPr/>
        </p:nvGrpSpPr>
        <p:grpSpPr>
          <a:xfrm>
            <a:off x="3523487" y="5247742"/>
            <a:ext cx="1718280" cy="759600"/>
            <a:chOff x="3523487" y="5247742"/>
            <a:chExt cx="1718280" cy="75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822BCF6-5EA2-470D-D749-D79DFBCD6E83}"/>
                    </a:ext>
                  </a:extLst>
                </p14:cNvPr>
                <p14:cNvContentPartPr/>
                <p14:nvPr/>
              </p14:nvContentPartPr>
              <p14:xfrm>
                <a:off x="3560927" y="5452942"/>
                <a:ext cx="239040" cy="358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822BCF6-5EA2-470D-D749-D79DFBCD6E8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542927" y="5435302"/>
                  <a:ext cx="27468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6CF2DBA-7B07-2188-B86E-501E5A2B50DF}"/>
                    </a:ext>
                  </a:extLst>
                </p14:cNvPr>
                <p14:cNvContentPartPr/>
                <p14:nvPr/>
              </p14:nvContentPartPr>
              <p14:xfrm>
                <a:off x="3631847" y="5608822"/>
                <a:ext cx="152640" cy="24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6CF2DBA-7B07-2188-B86E-501E5A2B50D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614207" y="5591182"/>
                  <a:ext cx="188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8464F5A-ABC3-BAE6-E056-EDFDE807035B}"/>
                    </a:ext>
                  </a:extLst>
                </p14:cNvPr>
                <p14:cNvContentPartPr/>
                <p14:nvPr/>
              </p14:nvContentPartPr>
              <p14:xfrm>
                <a:off x="4045127" y="5590822"/>
                <a:ext cx="118440" cy="15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8464F5A-ABC3-BAE6-E056-EDFDE807035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027127" y="5572822"/>
                  <a:ext cx="154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F9A2A74-084D-C045-B42A-63BA3AAEF4CC}"/>
                    </a:ext>
                  </a:extLst>
                </p14:cNvPr>
                <p14:cNvContentPartPr/>
                <p14:nvPr/>
              </p14:nvContentPartPr>
              <p14:xfrm>
                <a:off x="4081487" y="5671462"/>
                <a:ext cx="154440" cy="12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F9A2A74-084D-C045-B42A-63BA3AAEF4C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063847" y="5653462"/>
                  <a:ext cx="1900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4E53315-1E97-735B-3CE7-A23846FA44D2}"/>
                    </a:ext>
                  </a:extLst>
                </p14:cNvPr>
                <p14:cNvContentPartPr/>
                <p14:nvPr/>
              </p14:nvContentPartPr>
              <p14:xfrm>
                <a:off x="4487207" y="5247742"/>
                <a:ext cx="362880" cy="759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4E53315-1E97-735B-3CE7-A23846FA44D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469567" y="5230102"/>
                  <a:ext cx="39852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414A9A2-D84A-DEEA-8EB3-190186DCE376}"/>
                    </a:ext>
                  </a:extLst>
                </p14:cNvPr>
                <p14:cNvContentPartPr/>
                <p14:nvPr/>
              </p14:nvContentPartPr>
              <p14:xfrm>
                <a:off x="4936127" y="5662102"/>
                <a:ext cx="152280" cy="150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414A9A2-D84A-DEEA-8EB3-190186DCE37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918127" y="5644462"/>
                  <a:ext cx="187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622E6CE-4B22-5127-7C0D-E9CF9832D0EC}"/>
                    </a:ext>
                  </a:extLst>
                </p14:cNvPr>
                <p14:cNvContentPartPr/>
                <p14:nvPr/>
              </p14:nvContentPartPr>
              <p14:xfrm>
                <a:off x="5195327" y="5790262"/>
                <a:ext cx="46440" cy="137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622E6CE-4B22-5127-7C0D-E9CF9832D0E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177687" y="5772262"/>
                  <a:ext cx="82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E5F81FB-F02B-7304-EBEE-453E5E3753B7}"/>
                    </a:ext>
                  </a:extLst>
                </p14:cNvPr>
                <p14:cNvContentPartPr/>
                <p14:nvPr/>
              </p14:nvContentPartPr>
              <p14:xfrm>
                <a:off x="3523487" y="5513062"/>
                <a:ext cx="200880" cy="55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E5F81FB-F02B-7304-EBEE-453E5E3753B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505847" y="5495422"/>
                  <a:ext cx="236520" cy="91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800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464E247-973D-2763-DB93-ADC181BDD319}"/>
                  </a:ext>
                </a:extLst>
              </p14:cNvPr>
              <p14:cNvContentPartPr/>
              <p14:nvPr/>
            </p14:nvContentPartPr>
            <p14:xfrm>
              <a:off x="3517007" y="325462"/>
              <a:ext cx="375840" cy="483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464E247-973D-2763-DB93-ADC181BDD3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9007" y="307462"/>
                <a:ext cx="411480" cy="51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C98EC8F6-399B-A2BA-1289-D22989B08042}"/>
              </a:ext>
            </a:extLst>
          </p:cNvPr>
          <p:cNvGrpSpPr/>
          <p:nvPr/>
        </p:nvGrpSpPr>
        <p:grpSpPr>
          <a:xfrm>
            <a:off x="4427807" y="549742"/>
            <a:ext cx="482760" cy="211320"/>
            <a:chOff x="4427807" y="549742"/>
            <a:chExt cx="48276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5ECE7D-2B93-36AC-3D82-BBC0B6453991}"/>
                    </a:ext>
                  </a:extLst>
                </p14:cNvPr>
                <p14:cNvContentPartPr/>
                <p14:nvPr/>
              </p14:nvContentPartPr>
              <p14:xfrm>
                <a:off x="4427807" y="549742"/>
                <a:ext cx="201600" cy="211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5ECE7D-2B93-36AC-3D82-BBC0B64539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0167" y="531742"/>
                  <a:ext cx="2372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5351C0-F7DD-A4FA-A3CA-CE10FC1A5F92}"/>
                    </a:ext>
                  </a:extLst>
                </p14:cNvPr>
                <p14:cNvContentPartPr/>
                <p14:nvPr/>
              </p14:nvContentPartPr>
              <p14:xfrm>
                <a:off x="4779527" y="550822"/>
                <a:ext cx="131040" cy="182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5351C0-F7DD-A4FA-A3CA-CE10FC1A5F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61887" y="533182"/>
                  <a:ext cx="16668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6B559B-9927-86C1-2A4B-95CF80307C3E}"/>
              </a:ext>
            </a:extLst>
          </p:cNvPr>
          <p:cNvGrpSpPr/>
          <p:nvPr/>
        </p:nvGrpSpPr>
        <p:grpSpPr>
          <a:xfrm>
            <a:off x="5124407" y="434182"/>
            <a:ext cx="252720" cy="286560"/>
            <a:chOff x="5124407" y="434182"/>
            <a:chExt cx="25272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AD89D8-C1D1-0D0D-B8BF-BF11F221AA8B}"/>
                    </a:ext>
                  </a:extLst>
                </p14:cNvPr>
                <p14:cNvContentPartPr/>
                <p14:nvPr/>
              </p14:nvContentPartPr>
              <p14:xfrm>
                <a:off x="5124407" y="434182"/>
                <a:ext cx="104760" cy="286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AD89D8-C1D1-0D0D-B8BF-BF11F221AA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06767" y="416182"/>
                  <a:ext cx="140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52D6E8-2B7F-4DDF-CA20-14BFEA80A054}"/>
                    </a:ext>
                  </a:extLst>
                </p14:cNvPr>
                <p14:cNvContentPartPr/>
                <p14:nvPr/>
              </p14:nvContentPartPr>
              <p14:xfrm>
                <a:off x="5173367" y="503302"/>
                <a:ext cx="20376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52D6E8-2B7F-4DDF-CA20-14BFEA80A0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55367" y="485662"/>
                  <a:ext cx="2394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87F5DC-D267-7678-2CB4-EE938C166550}"/>
              </a:ext>
            </a:extLst>
          </p:cNvPr>
          <p:cNvGrpSpPr/>
          <p:nvPr/>
        </p:nvGrpSpPr>
        <p:grpSpPr>
          <a:xfrm>
            <a:off x="6070127" y="519502"/>
            <a:ext cx="275760" cy="191520"/>
            <a:chOff x="6070127" y="519502"/>
            <a:chExt cx="27576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523879B-2432-D0D6-F2C7-B78E709D39D9}"/>
                    </a:ext>
                  </a:extLst>
                </p14:cNvPr>
                <p14:cNvContentPartPr/>
                <p14:nvPr/>
              </p14:nvContentPartPr>
              <p14:xfrm>
                <a:off x="6070127" y="519502"/>
                <a:ext cx="89640" cy="19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523879B-2432-D0D6-F2C7-B78E709D39D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52487" y="501502"/>
                  <a:ext cx="1252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6E7456-B5CB-4206-B2E5-7F025A2FF765}"/>
                    </a:ext>
                  </a:extLst>
                </p14:cNvPr>
                <p14:cNvContentPartPr/>
                <p14:nvPr/>
              </p14:nvContentPartPr>
              <p14:xfrm>
                <a:off x="6253007" y="524542"/>
                <a:ext cx="92880" cy="175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6E7456-B5CB-4206-B2E5-7F025A2FF7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35367" y="506542"/>
                  <a:ext cx="128520" cy="21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92E62C9-3672-9122-461C-468B796797A1}"/>
                  </a:ext>
                </a:extLst>
              </p14:cNvPr>
              <p14:cNvContentPartPr/>
              <p14:nvPr/>
            </p14:nvContentPartPr>
            <p14:xfrm>
              <a:off x="6217367" y="332662"/>
              <a:ext cx="14040" cy="37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92E62C9-3672-9122-461C-468B796797A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99367" y="315022"/>
                <a:ext cx="4968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D788562-F00D-04AA-E6F2-6B54FE289E44}"/>
              </a:ext>
            </a:extLst>
          </p:cNvPr>
          <p:cNvGrpSpPr/>
          <p:nvPr/>
        </p:nvGrpSpPr>
        <p:grpSpPr>
          <a:xfrm>
            <a:off x="6926927" y="404302"/>
            <a:ext cx="1730160" cy="411120"/>
            <a:chOff x="6926927" y="404302"/>
            <a:chExt cx="173016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54DD90-02D9-8CA2-E7A8-5C7BA5D1A112}"/>
                    </a:ext>
                  </a:extLst>
                </p14:cNvPr>
                <p14:cNvContentPartPr/>
                <p14:nvPr/>
              </p14:nvContentPartPr>
              <p14:xfrm>
                <a:off x="6926927" y="528142"/>
                <a:ext cx="174600" cy="267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54DD90-02D9-8CA2-E7A8-5C7BA5D1A1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09287" y="510142"/>
                  <a:ext cx="210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C5AAD51-BA70-DD84-16FB-0EB98311ABD8}"/>
                    </a:ext>
                  </a:extLst>
                </p14:cNvPr>
                <p14:cNvContentPartPr/>
                <p14:nvPr/>
              </p14:nvContentPartPr>
              <p14:xfrm>
                <a:off x="7244807" y="404302"/>
                <a:ext cx="286200" cy="37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C5AAD51-BA70-DD84-16FB-0EB98311ABD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26807" y="386662"/>
                  <a:ext cx="3218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6176AA-608B-0284-A381-826298DF9D60}"/>
                    </a:ext>
                  </a:extLst>
                </p14:cNvPr>
                <p14:cNvContentPartPr/>
                <p14:nvPr/>
              </p14:nvContentPartPr>
              <p14:xfrm>
                <a:off x="7657727" y="568102"/>
                <a:ext cx="164880" cy="19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6176AA-608B-0284-A381-826298DF9D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9727" y="550102"/>
                  <a:ext cx="200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7A5A8C-F037-D90C-F90B-8503FB30452B}"/>
                    </a:ext>
                  </a:extLst>
                </p14:cNvPr>
                <p14:cNvContentPartPr/>
                <p14:nvPr/>
              </p14:nvContentPartPr>
              <p14:xfrm>
                <a:off x="7919087" y="590062"/>
                <a:ext cx="154800" cy="18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7A5A8C-F037-D90C-F90B-8503FB3045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01087" y="572062"/>
                  <a:ext cx="190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A29236-18DD-1A1D-4142-21A873E7A869}"/>
                    </a:ext>
                  </a:extLst>
                </p14:cNvPr>
                <p14:cNvContentPartPr/>
                <p14:nvPr/>
              </p14:nvContentPartPr>
              <p14:xfrm>
                <a:off x="8226167" y="444982"/>
                <a:ext cx="318240" cy="336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A29236-18DD-1A1D-4142-21A873E7A8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08167" y="427342"/>
                  <a:ext cx="353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8EACA1-2339-4442-FF7C-81FC27ABF055}"/>
                    </a:ext>
                  </a:extLst>
                </p14:cNvPr>
                <p14:cNvContentPartPr/>
                <p14:nvPr/>
              </p14:nvContentPartPr>
              <p14:xfrm>
                <a:off x="8653127" y="804262"/>
                <a:ext cx="3960" cy="11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8EACA1-2339-4442-FF7C-81FC27ABF0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35127" y="786262"/>
                  <a:ext cx="396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DFD1FC6-32A6-DC67-C312-E52155B879FA}"/>
              </a:ext>
            </a:extLst>
          </p:cNvPr>
          <p:cNvGrpSpPr/>
          <p:nvPr/>
        </p:nvGrpSpPr>
        <p:grpSpPr>
          <a:xfrm>
            <a:off x="9190967" y="390982"/>
            <a:ext cx="338760" cy="560160"/>
            <a:chOff x="9190967" y="390982"/>
            <a:chExt cx="33876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5F63DC-A9DA-4FD1-0B65-86202EB7C387}"/>
                    </a:ext>
                  </a:extLst>
                </p14:cNvPr>
                <p14:cNvContentPartPr/>
                <p14:nvPr/>
              </p14:nvContentPartPr>
              <p14:xfrm>
                <a:off x="9190967" y="535342"/>
                <a:ext cx="31320" cy="155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5F63DC-A9DA-4FD1-0B65-86202EB7C38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72967" y="517342"/>
                  <a:ext cx="66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5A67794-FFFA-8334-F18C-4433B1071C02}"/>
                    </a:ext>
                  </a:extLst>
                </p14:cNvPr>
                <p14:cNvContentPartPr/>
                <p14:nvPr/>
              </p14:nvContentPartPr>
              <p14:xfrm>
                <a:off x="9245327" y="390982"/>
                <a:ext cx="4680" cy="47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5A67794-FFFA-8334-F18C-4433B1071C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27687" y="372982"/>
                  <a:ext cx="40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29F0DE-B3E4-558E-9CCD-999D67E24B5C}"/>
                    </a:ext>
                  </a:extLst>
                </p14:cNvPr>
                <p14:cNvContentPartPr/>
                <p14:nvPr/>
              </p14:nvContentPartPr>
              <p14:xfrm>
                <a:off x="9257927" y="411862"/>
                <a:ext cx="227880" cy="53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29F0DE-B3E4-558E-9CCD-999D67E24B5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39927" y="393862"/>
                  <a:ext cx="26352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0B74C7-CF8E-AA50-6706-F79801799162}"/>
                    </a:ext>
                  </a:extLst>
                </p14:cNvPr>
                <p14:cNvContentPartPr/>
                <p14:nvPr/>
              </p14:nvContentPartPr>
              <p14:xfrm>
                <a:off x="9321647" y="599062"/>
                <a:ext cx="208080" cy="69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0B74C7-CF8E-AA50-6706-F798017991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03647" y="581422"/>
                  <a:ext cx="24372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D0C257-0BD0-F0AD-E155-AD3F62D64D9B}"/>
              </a:ext>
            </a:extLst>
          </p:cNvPr>
          <p:cNvGrpSpPr/>
          <p:nvPr/>
        </p:nvGrpSpPr>
        <p:grpSpPr>
          <a:xfrm>
            <a:off x="9885047" y="420862"/>
            <a:ext cx="711360" cy="327960"/>
            <a:chOff x="9885047" y="420862"/>
            <a:chExt cx="71136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3A801D-FC5F-FC33-B2D1-AF054955D728}"/>
                    </a:ext>
                  </a:extLst>
                </p14:cNvPr>
                <p14:cNvContentPartPr/>
                <p14:nvPr/>
              </p14:nvContentPartPr>
              <p14:xfrm>
                <a:off x="9885047" y="552262"/>
                <a:ext cx="255240" cy="176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3A801D-FC5F-FC33-B2D1-AF054955D7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67047" y="534622"/>
                  <a:ext cx="290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580597F-1333-6F3C-2941-A7228104AC9F}"/>
                    </a:ext>
                  </a:extLst>
                </p14:cNvPr>
                <p14:cNvContentPartPr/>
                <p14:nvPr/>
              </p14:nvContentPartPr>
              <p14:xfrm>
                <a:off x="10143887" y="420862"/>
                <a:ext cx="53640" cy="37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580597F-1333-6F3C-2941-A7228104AC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25887" y="402862"/>
                  <a:ext cx="89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A67D28-E026-C4CE-2E85-015366688CF7}"/>
                    </a:ext>
                  </a:extLst>
                </p14:cNvPr>
                <p14:cNvContentPartPr/>
                <p14:nvPr/>
              </p14:nvContentPartPr>
              <p14:xfrm>
                <a:off x="10281407" y="448222"/>
                <a:ext cx="82440" cy="300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A67D28-E026-C4CE-2E85-015366688C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63767" y="430582"/>
                  <a:ext cx="1180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99F5F94-4E18-857A-233C-5FC53D2AB277}"/>
                    </a:ext>
                  </a:extLst>
                </p14:cNvPr>
                <p14:cNvContentPartPr/>
                <p14:nvPr/>
              </p14:nvContentPartPr>
              <p14:xfrm>
                <a:off x="10229567" y="566302"/>
                <a:ext cx="229680" cy="69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99F5F94-4E18-857A-233C-5FC53D2AB2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11567" y="548662"/>
                  <a:ext cx="265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EE6FAA-4A20-CE6D-19F4-5E134CE0BA30}"/>
                    </a:ext>
                  </a:extLst>
                </p14:cNvPr>
                <p14:cNvContentPartPr/>
                <p14:nvPr/>
              </p14:nvContentPartPr>
              <p14:xfrm>
                <a:off x="10335767" y="549022"/>
                <a:ext cx="260640" cy="180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EE6FAA-4A20-CE6D-19F4-5E134CE0BA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18127" y="531022"/>
                  <a:ext cx="29628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8FC7852-AA1B-0A91-08A7-48C48DD69A46}"/>
              </a:ext>
            </a:extLst>
          </p:cNvPr>
          <p:cNvGrpSpPr/>
          <p:nvPr/>
        </p:nvGrpSpPr>
        <p:grpSpPr>
          <a:xfrm>
            <a:off x="320207" y="294142"/>
            <a:ext cx="2996640" cy="1102680"/>
            <a:chOff x="320207" y="294142"/>
            <a:chExt cx="2996640" cy="11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E843720-983C-6C13-96D5-7B5259700754}"/>
                    </a:ext>
                  </a:extLst>
                </p14:cNvPr>
                <p14:cNvContentPartPr/>
                <p14:nvPr/>
              </p14:nvContentPartPr>
              <p14:xfrm>
                <a:off x="320207" y="294142"/>
                <a:ext cx="304920" cy="388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E843720-983C-6C13-96D5-7B52597007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2567" y="276142"/>
                  <a:ext cx="34056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BD0EB5-4405-6C42-2D8B-A5867D1CB703}"/>
                    </a:ext>
                  </a:extLst>
                </p14:cNvPr>
                <p14:cNvContentPartPr/>
                <p14:nvPr/>
              </p14:nvContentPartPr>
              <p14:xfrm>
                <a:off x="632327" y="333022"/>
                <a:ext cx="109440" cy="357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BD0EB5-4405-6C42-2D8B-A5867D1CB70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4687" y="315382"/>
                  <a:ext cx="1450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B748BA-A467-757B-F3C4-C095081279DD}"/>
                    </a:ext>
                  </a:extLst>
                </p14:cNvPr>
                <p14:cNvContentPartPr/>
                <p14:nvPr/>
              </p14:nvContentPartPr>
              <p14:xfrm>
                <a:off x="759767" y="510502"/>
                <a:ext cx="138240" cy="178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B748BA-A467-757B-F3C4-C095081279D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2127" y="492862"/>
                  <a:ext cx="173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73CD21-8396-7999-6083-AC2FC9F97091}"/>
                    </a:ext>
                  </a:extLst>
                </p14:cNvPr>
                <p14:cNvContentPartPr/>
                <p14:nvPr/>
              </p14:nvContentPartPr>
              <p14:xfrm>
                <a:off x="957407" y="485662"/>
                <a:ext cx="106200" cy="188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73CD21-8396-7999-6083-AC2FC9F9709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9407" y="467662"/>
                  <a:ext cx="141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1CD891-F0D2-656F-CF58-A862782948C9}"/>
                    </a:ext>
                  </a:extLst>
                </p14:cNvPr>
                <p14:cNvContentPartPr/>
                <p14:nvPr/>
              </p14:nvContentPartPr>
              <p14:xfrm>
                <a:off x="1146767" y="524182"/>
                <a:ext cx="125280" cy="14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1CD891-F0D2-656F-CF58-A862782948C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8767" y="506182"/>
                  <a:ext cx="160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00EC81C-30DF-0BA8-6838-CFE1B029988A}"/>
                    </a:ext>
                  </a:extLst>
                </p14:cNvPr>
                <p14:cNvContentPartPr/>
                <p14:nvPr/>
              </p14:nvContentPartPr>
              <p14:xfrm>
                <a:off x="1350887" y="308902"/>
                <a:ext cx="299160" cy="370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00EC81C-30DF-0BA8-6838-CFE1B029988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33247" y="290902"/>
                  <a:ext cx="3348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E5037A1-6928-EAB9-64A8-40710F2E530F}"/>
                    </a:ext>
                  </a:extLst>
                </p14:cNvPr>
                <p14:cNvContentPartPr/>
                <p14:nvPr/>
              </p14:nvContentPartPr>
              <p14:xfrm>
                <a:off x="1828967" y="524542"/>
                <a:ext cx="198720" cy="19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E5037A1-6928-EAB9-64A8-40710F2E53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11327" y="506542"/>
                  <a:ext cx="234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015863A-8F9B-2F18-0679-E65CC15BEB74}"/>
                    </a:ext>
                  </a:extLst>
                </p14:cNvPr>
                <p14:cNvContentPartPr/>
                <p14:nvPr/>
              </p14:nvContentPartPr>
              <p14:xfrm>
                <a:off x="2109407" y="504742"/>
                <a:ext cx="148320" cy="163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015863A-8F9B-2F18-0679-E65CC15BEB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91407" y="487102"/>
                  <a:ext cx="183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7F456C-5E48-6AEB-677F-0F441FD8B1DB}"/>
                    </a:ext>
                  </a:extLst>
                </p14:cNvPr>
                <p14:cNvContentPartPr/>
                <p14:nvPr/>
              </p14:nvContentPartPr>
              <p14:xfrm>
                <a:off x="2445647" y="347422"/>
                <a:ext cx="134640" cy="297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7F456C-5E48-6AEB-677F-0F441FD8B1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27647" y="329782"/>
                  <a:ext cx="170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0646EF0-A1EF-63BF-69BA-FE8654A59A84}"/>
                    </a:ext>
                  </a:extLst>
                </p14:cNvPr>
                <p14:cNvContentPartPr/>
                <p14:nvPr/>
              </p14:nvContentPartPr>
              <p14:xfrm>
                <a:off x="2420087" y="419422"/>
                <a:ext cx="171000" cy="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0646EF0-A1EF-63BF-69BA-FE8654A59A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02447" y="401422"/>
                  <a:ext cx="206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6B60B4-100C-2B90-336D-23DB240633B8}"/>
                    </a:ext>
                  </a:extLst>
                </p14:cNvPr>
                <p14:cNvContentPartPr/>
                <p14:nvPr/>
              </p14:nvContentPartPr>
              <p14:xfrm>
                <a:off x="2977367" y="510142"/>
                <a:ext cx="109080" cy="1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6B60B4-100C-2B90-336D-23DB240633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59727" y="492502"/>
                  <a:ext cx="144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B8B52A4-3616-F08B-E9CD-0A6817FF0FFC}"/>
                    </a:ext>
                  </a:extLst>
                </p14:cNvPr>
                <p14:cNvContentPartPr/>
                <p14:nvPr/>
              </p14:nvContentPartPr>
              <p14:xfrm>
                <a:off x="828167" y="782302"/>
                <a:ext cx="121680" cy="270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B8B52A4-3616-F08B-E9CD-0A6817FF0FF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0167" y="764662"/>
                  <a:ext cx="1573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7BA76AD-4E1E-AC28-51DE-4ED9B820376B}"/>
                    </a:ext>
                  </a:extLst>
                </p14:cNvPr>
                <p14:cNvContentPartPr/>
                <p14:nvPr/>
              </p14:nvContentPartPr>
              <p14:xfrm>
                <a:off x="1057127" y="900382"/>
                <a:ext cx="131400" cy="166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7BA76AD-4E1E-AC28-51DE-4ED9B82037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9487" y="882742"/>
                  <a:ext cx="167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644B468-C23C-9A62-7FA5-8E856B6425F5}"/>
                    </a:ext>
                  </a:extLst>
                </p14:cNvPr>
                <p14:cNvContentPartPr/>
                <p14:nvPr/>
              </p14:nvContentPartPr>
              <p14:xfrm>
                <a:off x="1245047" y="922702"/>
                <a:ext cx="250920" cy="145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644B468-C23C-9A62-7FA5-8E856B6425F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27047" y="904702"/>
                  <a:ext cx="286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9D1D2D-F900-CFAB-6029-4DBA67EE7111}"/>
                    </a:ext>
                  </a:extLst>
                </p14:cNvPr>
                <p14:cNvContentPartPr/>
                <p14:nvPr/>
              </p14:nvContentPartPr>
              <p14:xfrm>
                <a:off x="1472207" y="946102"/>
                <a:ext cx="158760" cy="450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9D1D2D-F900-CFAB-6029-4DBA67EE71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54207" y="928462"/>
                  <a:ext cx="19440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2DC0DDD-CB04-0B44-563B-75A8F3474E84}"/>
                    </a:ext>
                  </a:extLst>
                </p14:cNvPr>
                <p14:cNvContentPartPr/>
                <p14:nvPr/>
              </p14:nvContentPartPr>
              <p14:xfrm>
                <a:off x="1507487" y="951502"/>
                <a:ext cx="166680" cy="142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2DC0DDD-CB04-0B44-563B-75A8F3474E8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89487" y="933502"/>
                  <a:ext cx="202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28B84A-4D94-4EAD-D3FC-BAF507981AF4}"/>
                    </a:ext>
                  </a:extLst>
                </p14:cNvPr>
                <p14:cNvContentPartPr/>
                <p14:nvPr/>
              </p14:nvContentPartPr>
              <p14:xfrm>
                <a:off x="1733567" y="853582"/>
                <a:ext cx="60840" cy="231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28B84A-4D94-4EAD-D3FC-BAF507981A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15927" y="835582"/>
                  <a:ext cx="964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35B64B-9DFE-37B1-0269-43C2FB432810}"/>
                    </a:ext>
                  </a:extLst>
                </p14:cNvPr>
                <p14:cNvContentPartPr/>
                <p14:nvPr/>
              </p14:nvContentPartPr>
              <p14:xfrm>
                <a:off x="1859567" y="952222"/>
                <a:ext cx="160920" cy="155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35B64B-9DFE-37B1-0269-43C2FB43281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41567" y="934222"/>
                  <a:ext cx="19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A59D8B-ADE8-4412-9D4B-8EAE9428045A}"/>
                    </a:ext>
                  </a:extLst>
                </p14:cNvPr>
                <p14:cNvContentPartPr/>
                <p14:nvPr/>
              </p14:nvContentPartPr>
              <p14:xfrm>
                <a:off x="2119127" y="973462"/>
                <a:ext cx="322560" cy="144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A59D8B-ADE8-4412-9D4B-8EAE942804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01127" y="955462"/>
                  <a:ext cx="358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DBD21FC-5B68-F730-87D2-F3906CC4B0F6}"/>
                    </a:ext>
                  </a:extLst>
                </p14:cNvPr>
                <p14:cNvContentPartPr/>
                <p14:nvPr/>
              </p14:nvContentPartPr>
              <p14:xfrm>
                <a:off x="2530247" y="971302"/>
                <a:ext cx="404280" cy="209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DBD21FC-5B68-F730-87D2-F3906CC4B0F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12247" y="953302"/>
                  <a:ext cx="439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F02138B-C03A-1FE6-DC2B-D6E5539AAAB8}"/>
                    </a:ext>
                  </a:extLst>
                </p14:cNvPr>
                <p14:cNvContentPartPr/>
                <p14:nvPr/>
              </p14:nvContentPartPr>
              <p14:xfrm>
                <a:off x="3138287" y="951862"/>
                <a:ext cx="41760" cy="222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F02138B-C03A-1FE6-DC2B-D6E5539AAAB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20647" y="933862"/>
                  <a:ext cx="77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48FDFF-08CA-5DFA-7B8E-AB9447E143A2}"/>
                    </a:ext>
                  </a:extLst>
                </p14:cNvPr>
                <p14:cNvContentPartPr/>
                <p14:nvPr/>
              </p14:nvContentPartPr>
              <p14:xfrm>
                <a:off x="3097607" y="990742"/>
                <a:ext cx="219240" cy="16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48FDFF-08CA-5DFA-7B8E-AB9447E143A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79607" y="972742"/>
                  <a:ext cx="2548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8691480-0EE5-4B56-D7D0-53564A34954C}"/>
              </a:ext>
            </a:extLst>
          </p:cNvPr>
          <p:cNvGrpSpPr/>
          <p:nvPr/>
        </p:nvGrpSpPr>
        <p:grpSpPr>
          <a:xfrm>
            <a:off x="3708887" y="901822"/>
            <a:ext cx="325080" cy="320760"/>
            <a:chOff x="3708887" y="901822"/>
            <a:chExt cx="32508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C8FB14-3606-2A10-8634-C10F93985AEB}"/>
                    </a:ext>
                  </a:extLst>
                </p14:cNvPr>
                <p14:cNvContentPartPr/>
                <p14:nvPr/>
              </p14:nvContentPartPr>
              <p14:xfrm>
                <a:off x="3708887" y="987502"/>
                <a:ext cx="49320" cy="164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C8FB14-3606-2A10-8634-C10F93985AE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91247" y="969502"/>
                  <a:ext cx="84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FD7CBA5-F9C4-C80C-CA34-59E81C2A43D7}"/>
                    </a:ext>
                  </a:extLst>
                </p14:cNvPr>
                <p14:cNvContentPartPr/>
                <p14:nvPr/>
              </p14:nvContentPartPr>
              <p14:xfrm>
                <a:off x="3780887" y="901822"/>
                <a:ext cx="14040" cy="39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FD7CBA5-F9C4-C80C-CA34-59E81C2A43D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63247" y="883822"/>
                  <a:ext cx="49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F7A9B0-33D4-1E77-D33F-7F88FD75CC91}"/>
                    </a:ext>
                  </a:extLst>
                </p14:cNvPr>
                <p14:cNvContentPartPr/>
                <p14:nvPr/>
              </p14:nvContentPartPr>
              <p14:xfrm>
                <a:off x="3840287" y="1024582"/>
                <a:ext cx="193680" cy="198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F7A9B0-33D4-1E77-D33F-7F88FD75CC9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22647" y="1006582"/>
                  <a:ext cx="22932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E01CC96-CB85-6291-4110-9A712B60AE5A}"/>
              </a:ext>
            </a:extLst>
          </p:cNvPr>
          <p:cNvGrpSpPr/>
          <p:nvPr/>
        </p:nvGrpSpPr>
        <p:grpSpPr>
          <a:xfrm>
            <a:off x="4725527" y="1042222"/>
            <a:ext cx="1040760" cy="494280"/>
            <a:chOff x="4725527" y="1042222"/>
            <a:chExt cx="104076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99C8ED-2C2E-0B7F-8CAE-556ABBF55B36}"/>
                    </a:ext>
                  </a:extLst>
                </p14:cNvPr>
                <p14:cNvContentPartPr/>
                <p14:nvPr/>
              </p14:nvContentPartPr>
              <p14:xfrm>
                <a:off x="4725527" y="1042222"/>
                <a:ext cx="150480" cy="23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99C8ED-2C2E-0B7F-8CAE-556ABBF55B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07527" y="1024222"/>
                  <a:ext cx="186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1443318-07AA-059A-B31B-28E206776B81}"/>
                    </a:ext>
                  </a:extLst>
                </p14:cNvPr>
                <p14:cNvContentPartPr/>
                <p14:nvPr/>
              </p14:nvContentPartPr>
              <p14:xfrm>
                <a:off x="4945487" y="1068142"/>
                <a:ext cx="127800" cy="46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1443318-07AA-059A-B31B-28E206776B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27847" y="1050502"/>
                  <a:ext cx="16344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C6B539-DBED-CE1A-13AB-1E3F26DF441B}"/>
                    </a:ext>
                  </a:extLst>
                </p14:cNvPr>
                <p14:cNvContentPartPr/>
                <p14:nvPr/>
              </p14:nvContentPartPr>
              <p14:xfrm>
                <a:off x="5023607" y="1089022"/>
                <a:ext cx="180000" cy="144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C6B539-DBED-CE1A-13AB-1E3F26DF44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05607" y="1071022"/>
                  <a:ext cx="215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B7594F-E8BA-C315-7CFB-C1C69327BCF6}"/>
                    </a:ext>
                  </a:extLst>
                </p14:cNvPr>
                <p14:cNvContentPartPr/>
                <p14:nvPr/>
              </p14:nvContentPartPr>
              <p14:xfrm>
                <a:off x="5335367" y="1046182"/>
                <a:ext cx="164520" cy="19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B7594F-E8BA-C315-7CFB-C1C69327BCF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17727" y="1028542"/>
                  <a:ext cx="200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5CE204-963A-2CD1-C268-8FB051D7D33E}"/>
                    </a:ext>
                  </a:extLst>
                </p14:cNvPr>
                <p14:cNvContentPartPr/>
                <p14:nvPr/>
              </p14:nvContentPartPr>
              <p14:xfrm>
                <a:off x="5583047" y="1086502"/>
                <a:ext cx="183240" cy="145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5CE204-963A-2CD1-C268-8FB051D7D33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65407" y="1068862"/>
                  <a:ext cx="21888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1837B70-3CAB-5339-B232-2832C2D19899}"/>
                  </a:ext>
                </a:extLst>
              </p14:cNvPr>
              <p14:cNvContentPartPr/>
              <p14:nvPr/>
            </p14:nvContentPartPr>
            <p14:xfrm>
              <a:off x="6109007" y="1192702"/>
              <a:ext cx="11880" cy="18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1837B70-3CAB-5339-B232-2832C2D1989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091367" y="1175062"/>
                <a:ext cx="4752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7B840B5-34EF-2B2C-1A1A-2475FB153B94}"/>
              </a:ext>
            </a:extLst>
          </p:cNvPr>
          <p:cNvGrpSpPr/>
          <p:nvPr/>
        </p:nvGrpSpPr>
        <p:grpSpPr>
          <a:xfrm>
            <a:off x="6345527" y="1137982"/>
            <a:ext cx="589680" cy="254160"/>
            <a:chOff x="6345527" y="1137982"/>
            <a:chExt cx="58968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27CB4CC-C06B-3AE6-53AF-45B7711903E4}"/>
                    </a:ext>
                  </a:extLst>
                </p14:cNvPr>
                <p14:cNvContentPartPr/>
                <p14:nvPr/>
              </p14:nvContentPartPr>
              <p14:xfrm>
                <a:off x="6345527" y="1137982"/>
                <a:ext cx="222480" cy="254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27CB4CC-C06B-3AE6-53AF-45B7711903E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27887" y="1119982"/>
                  <a:ext cx="2581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E0DE41D-EE9F-F552-8DDC-01A93C4AA8D9}"/>
                    </a:ext>
                  </a:extLst>
                </p14:cNvPr>
                <p14:cNvContentPartPr/>
                <p14:nvPr/>
              </p14:nvContentPartPr>
              <p14:xfrm>
                <a:off x="6710927" y="1189102"/>
                <a:ext cx="224280" cy="202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E0DE41D-EE9F-F552-8DDC-01A93C4AA8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92927" y="1171462"/>
                  <a:ext cx="25992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CEE8F73-1668-189F-1DCB-7A95AC89271F}"/>
              </a:ext>
            </a:extLst>
          </p:cNvPr>
          <p:cNvGrpSpPr/>
          <p:nvPr/>
        </p:nvGrpSpPr>
        <p:grpSpPr>
          <a:xfrm>
            <a:off x="7318967" y="1148422"/>
            <a:ext cx="531000" cy="669240"/>
            <a:chOff x="7318967" y="1148422"/>
            <a:chExt cx="531000" cy="66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8FA5FE-5E85-71CA-64DD-7BB638634020}"/>
                    </a:ext>
                  </a:extLst>
                </p14:cNvPr>
                <p14:cNvContentPartPr/>
                <p14:nvPr/>
              </p14:nvContentPartPr>
              <p14:xfrm>
                <a:off x="7318967" y="1299262"/>
                <a:ext cx="259200" cy="244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8FA5FE-5E85-71CA-64DD-7BB63863402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01327" y="1281622"/>
                  <a:ext cx="2948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4D373D-A2E6-E1C9-BE1E-0469F04AEF4D}"/>
                    </a:ext>
                  </a:extLst>
                </p14:cNvPr>
                <p14:cNvContentPartPr/>
                <p14:nvPr/>
              </p14:nvContentPartPr>
              <p14:xfrm>
                <a:off x="7639727" y="1148422"/>
                <a:ext cx="54720" cy="29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4D373D-A2E6-E1C9-BE1E-0469F04AEF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22087" y="1130782"/>
                  <a:ext cx="90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1C9630-21AC-8766-FFBF-30B3AA72F024}"/>
                    </a:ext>
                  </a:extLst>
                </p14:cNvPr>
                <p14:cNvContentPartPr/>
                <p14:nvPr/>
              </p14:nvContentPartPr>
              <p14:xfrm>
                <a:off x="7540367" y="1241662"/>
                <a:ext cx="309600" cy="57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1C9630-21AC-8766-FFBF-30B3AA72F02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22367" y="1224022"/>
                  <a:ext cx="34524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17B5AD1-7E64-DC82-5CEA-5B0D30CEEAA7}"/>
                    </a:ext>
                  </a:extLst>
                </p14:cNvPr>
                <p14:cNvContentPartPr/>
                <p14:nvPr/>
              </p14:nvContentPartPr>
              <p14:xfrm>
                <a:off x="7529567" y="1400062"/>
                <a:ext cx="244080" cy="122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17B5AD1-7E64-DC82-5CEA-5B0D30CEEA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11927" y="1382422"/>
                  <a:ext cx="27972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B5034A9-8AF0-1816-296E-05322D407CAF}"/>
              </a:ext>
            </a:extLst>
          </p:cNvPr>
          <p:cNvGrpSpPr/>
          <p:nvPr/>
        </p:nvGrpSpPr>
        <p:grpSpPr>
          <a:xfrm>
            <a:off x="8527487" y="1198102"/>
            <a:ext cx="629280" cy="376560"/>
            <a:chOff x="8527487" y="1198102"/>
            <a:chExt cx="62928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CCAFA3-AB9B-8ED8-33D7-D1226FFE2873}"/>
                    </a:ext>
                  </a:extLst>
                </p14:cNvPr>
                <p14:cNvContentPartPr/>
                <p14:nvPr/>
              </p14:nvContentPartPr>
              <p14:xfrm>
                <a:off x="8527487" y="1297462"/>
                <a:ext cx="225000" cy="269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CCAFA3-AB9B-8ED8-33D7-D1226FFE28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09487" y="1279462"/>
                  <a:ext cx="260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A2AAB2-0566-5E64-7AD3-359BDD17C36D}"/>
                    </a:ext>
                  </a:extLst>
                </p14:cNvPr>
                <p14:cNvContentPartPr/>
                <p14:nvPr/>
              </p14:nvContentPartPr>
              <p14:xfrm>
                <a:off x="8751047" y="1198102"/>
                <a:ext cx="66240" cy="21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A2AAB2-0566-5E64-7AD3-359BDD17C3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33047" y="1180102"/>
                  <a:ext cx="101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A7E6A8-6F58-3BF9-DBBC-96B05ADDF3C4}"/>
                    </a:ext>
                  </a:extLst>
                </p14:cNvPr>
                <p14:cNvContentPartPr/>
                <p14:nvPr/>
              </p14:nvContentPartPr>
              <p14:xfrm>
                <a:off x="8864087" y="1231942"/>
                <a:ext cx="96840" cy="342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A7E6A8-6F58-3BF9-DBBC-96B05ADDF3C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46447" y="1214302"/>
                  <a:ext cx="1324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9F244E-AEB6-2900-D13E-21ABAA5EA142}"/>
                    </a:ext>
                  </a:extLst>
                </p14:cNvPr>
                <p14:cNvContentPartPr/>
                <p14:nvPr/>
              </p14:nvContentPartPr>
              <p14:xfrm>
                <a:off x="8868767" y="1357582"/>
                <a:ext cx="288000" cy="52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9F244E-AEB6-2900-D13E-21ABAA5EA14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50767" y="1339582"/>
                  <a:ext cx="32364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A542188-4E27-6F25-28B4-4D16C1EFA215}"/>
              </a:ext>
            </a:extLst>
          </p:cNvPr>
          <p:cNvGrpSpPr/>
          <p:nvPr/>
        </p:nvGrpSpPr>
        <p:grpSpPr>
          <a:xfrm>
            <a:off x="9788927" y="1068502"/>
            <a:ext cx="1586160" cy="452520"/>
            <a:chOff x="9788927" y="1068502"/>
            <a:chExt cx="158616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F843B2-BF03-DDBA-BAAD-F7C887741EAE}"/>
                    </a:ext>
                  </a:extLst>
                </p14:cNvPr>
                <p14:cNvContentPartPr/>
                <p14:nvPr/>
              </p14:nvContentPartPr>
              <p14:xfrm>
                <a:off x="9788927" y="1242382"/>
                <a:ext cx="372960" cy="277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F843B2-BF03-DDBA-BAAD-F7C887741EA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770927" y="1224742"/>
                  <a:ext cx="4086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675326-C722-6439-6E09-8185D7C3385B}"/>
                    </a:ext>
                  </a:extLst>
                </p14:cNvPr>
                <p14:cNvContentPartPr/>
                <p14:nvPr/>
              </p14:nvContentPartPr>
              <p14:xfrm>
                <a:off x="10214807" y="1327702"/>
                <a:ext cx="163440" cy="171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675326-C722-6439-6E09-8185D7C3385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96807" y="1310062"/>
                  <a:ext cx="199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A04362B-BE82-3F78-812D-565E23A1BEED}"/>
                    </a:ext>
                  </a:extLst>
                </p14:cNvPr>
                <p14:cNvContentPartPr/>
                <p14:nvPr/>
              </p14:nvContentPartPr>
              <p14:xfrm>
                <a:off x="10499207" y="1153462"/>
                <a:ext cx="88920" cy="361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A04362B-BE82-3F78-812D-565E23A1BEE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81207" y="1135822"/>
                  <a:ext cx="1245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59E1960-6592-E14E-EBE2-24916A849D93}"/>
                    </a:ext>
                  </a:extLst>
                </p14:cNvPr>
                <p14:cNvContentPartPr/>
                <p14:nvPr/>
              </p14:nvContentPartPr>
              <p14:xfrm>
                <a:off x="10430087" y="1272262"/>
                <a:ext cx="262440" cy="61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59E1960-6592-E14E-EBE2-24916A849D9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12447" y="1254622"/>
                  <a:ext cx="298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A3AE97E-4E7C-DFDF-1FC5-4ECF6FE23328}"/>
                    </a:ext>
                  </a:extLst>
                </p14:cNvPr>
                <p14:cNvContentPartPr/>
                <p14:nvPr/>
              </p14:nvContentPartPr>
              <p14:xfrm>
                <a:off x="10647887" y="1337062"/>
                <a:ext cx="152640" cy="162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A3AE97E-4E7C-DFDF-1FC5-4ECF6FE233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29887" y="1319422"/>
                  <a:ext cx="188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5725ABD-68F8-4B0F-F4BE-C59F84023841}"/>
                    </a:ext>
                  </a:extLst>
                </p14:cNvPr>
                <p14:cNvContentPartPr/>
                <p14:nvPr/>
              </p14:nvContentPartPr>
              <p14:xfrm>
                <a:off x="10900607" y="1309342"/>
                <a:ext cx="65160" cy="189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5725ABD-68F8-4B0F-F4BE-C59F8402384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82967" y="1291342"/>
                  <a:ext cx="100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4FEACF-395A-FBDC-9915-FC4701270580}"/>
                    </a:ext>
                  </a:extLst>
                </p14:cNvPr>
                <p14:cNvContentPartPr/>
                <p14:nvPr/>
              </p14:nvContentPartPr>
              <p14:xfrm>
                <a:off x="11056127" y="1321222"/>
                <a:ext cx="318960" cy="199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4FEACF-395A-FBDC-9915-FC47012705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038487" y="1303222"/>
                  <a:ext cx="354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57010A5-232D-D03A-73A8-3DD267A623B8}"/>
                    </a:ext>
                  </a:extLst>
                </p14:cNvPr>
                <p14:cNvContentPartPr/>
                <p14:nvPr/>
              </p14:nvContentPartPr>
              <p14:xfrm>
                <a:off x="11078447" y="1068502"/>
                <a:ext cx="21240" cy="54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7010A5-232D-D03A-73A8-3DD267A623B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060807" y="1050862"/>
                  <a:ext cx="5688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816992C-DD90-9FAF-7444-434205B41C0F}"/>
                  </a:ext>
                </a:extLst>
              </p14:cNvPr>
              <p14:cNvContentPartPr/>
              <p14:nvPr/>
            </p14:nvContentPartPr>
            <p14:xfrm>
              <a:off x="527207" y="1607422"/>
              <a:ext cx="672840" cy="4060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816992C-DD90-9FAF-7444-434205B41C0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09567" y="1589422"/>
                <a:ext cx="708480" cy="4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502B574-77D0-C459-52C3-3A982CEB6951}"/>
              </a:ext>
            </a:extLst>
          </p:cNvPr>
          <p:cNvGrpSpPr/>
          <p:nvPr/>
        </p:nvGrpSpPr>
        <p:grpSpPr>
          <a:xfrm>
            <a:off x="1660847" y="1612822"/>
            <a:ext cx="2230560" cy="990360"/>
            <a:chOff x="1660847" y="1612822"/>
            <a:chExt cx="2230560" cy="9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7EBAF6-5AD2-2491-F30A-CA5FE33E9D57}"/>
                    </a:ext>
                  </a:extLst>
                </p14:cNvPr>
                <p14:cNvContentPartPr/>
                <p14:nvPr/>
              </p14:nvContentPartPr>
              <p14:xfrm>
                <a:off x="1660847" y="1612822"/>
                <a:ext cx="204120" cy="475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7EBAF6-5AD2-2491-F30A-CA5FE33E9D5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42847" y="1595182"/>
                  <a:ext cx="2397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C9DBB5F-5161-9E9C-7FC8-28F37999550A}"/>
                    </a:ext>
                  </a:extLst>
                </p14:cNvPr>
                <p14:cNvContentPartPr/>
                <p14:nvPr/>
              </p14:nvContentPartPr>
              <p14:xfrm>
                <a:off x="1953887" y="1926382"/>
                <a:ext cx="102240" cy="160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C9DBB5F-5161-9E9C-7FC8-28F37999550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35887" y="1908742"/>
                  <a:ext cx="137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E07AB72-39D3-B941-E360-BBE959484EE4}"/>
                    </a:ext>
                  </a:extLst>
                </p14:cNvPr>
                <p14:cNvContentPartPr/>
                <p14:nvPr/>
              </p14:nvContentPartPr>
              <p14:xfrm>
                <a:off x="2201927" y="1923502"/>
                <a:ext cx="199440" cy="19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E07AB72-39D3-B941-E360-BBE959484EE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83927" y="1905862"/>
                  <a:ext cx="235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E2718CD-D9C5-CC50-078F-C72D2809D5D6}"/>
                    </a:ext>
                  </a:extLst>
                </p14:cNvPr>
                <p14:cNvContentPartPr/>
                <p14:nvPr/>
              </p14:nvContentPartPr>
              <p14:xfrm>
                <a:off x="2530607" y="1953742"/>
                <a:ext cx="205200" cy="165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E2718CD-D9C5-CC50-078F-C72D2809D5D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12607" y="1936102"/>
                  <a:ext cx="240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C5D60D2-5B59-3B97-7333-9CC405D9C35D}"/>
                    </a:ext>
                  </a:extLst>
                </p14:cNvPr>
                <p14:cNvContentPartPr/>
                <p14:nvPr/>
              </p14:nvContentPartPr>
              <p14:xfrm>
                <a:off x="2829767" y="1823782"/>
                <a:ext cx="305280" cy="282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C5D60D2-5B59-3B97-7333-9CC405D9C35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12127" y="1806142"/>
                  <a:ext cx="340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D8B8441-016A-A06F-FA1C-57AE07AEEB91}"/>
                    </a:ext>
                  </a:extLst>
                </p14:cNvPr>
                <p14:cNvContentPartPr/>
                <p14:nvPr/>
              </p14:nvContentPartPr>
              <p14:xfrm>
                <a:off x="3156287" y="1989022"/>
                <a:ext cx="173880" cy="152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D8B8441-016A-A06F-FA1C-57AE07AEEB9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38647" y="1971382"/>
                  <a:ext cx="209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289D532-1935-3318-E938-ED5F9E286F32}"/>
                    </a:ext>
                  </a:extLst>
                </p14:cNvPr>
                <p14:cNvContentPartPr/>
                <p14:nvPr/>
              </p14:nvContentPartPr>
              <p14:xfrm>
                <a:off x="3394967" y="2006662"/>
                <a:ext cx="187920" cy="134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289D532-1935-3318-E938-ED5F9E286F3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77327" y="1988662"/>
                  <a:ext cx="223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952683C-2A58-5EA3-FDC3-661C43938F3E}"/>
                    </a:ext>
                  </a:extLst>
                </p14:cNvPr>
                <p14:cNvContentPartPr/>
                <p14:nvPr/>
              </p14:nvContentPartPr>
              <p14:xfrm>
                <a:off x="3446807" y="2039422"/>
                <a:ext cx="444600" cy="563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952683C-2A58-5EA3-FDC3-661C43938F3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429167" y="2021422"/>
                  <a:ext cx="480240" cy="59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598721B-4382-54DF-1157-487FC304BC3C}"/>
                  </a:ext>
                </a:extLst>
              </p14:cNvPr>
              <p14:cNvContentPartPr/>
              <p14:nvPr/>
            </p14:nvContentPartPr>
            <p14:xfrm>
              <a:off x="6676727" y="2256862"/>
              <a:ext cx="33840" cy="90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598721B-4382-54DF-1157-487FC304BC3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659087" y="2238862"/>
                <a:ext cx="6948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A690006-E0E4-891B-C873-A6C0C68127E2}"/>
              </a:ext>
            </a:extLst>
          </p:cNvPr>
          <p:cNvGrpSpPr/>
          <p:nvPr/>
        </p:nvGrpSpPr>
        <p:grpSpPr>
          <a:xfrm>
            <a:off x="351527" y="2642062"/>
            <a:ext cx="812520" cy="594000"/>
            <a:chOff x="351527" y="2642062"/>
            <a:chExt cx="812520" cy="59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D16A5B5-447E-175F-1CA9-C1C7C5FA1FD3}"/>
                    </a:ext>
                  </a:extLst>
                </p14:cNvPr>
                <p14:cNvContentPartPr/>
                <p14:nvPr/>
              </p14:nvContentPartPr>
              <p14:xfrm>
                <a:off x="351527" y="2642062"/>
                <a:ext cx="222480" cy="252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D16A5B5-447E-175F-1CA9-C1C7C5FA1FD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3527" y="2624422"/>
                  <a:ext cx="2581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E7A3451-13E3-81B7-C454-0BA46DECF7B7}"/>
                    </a:ext>
                  </a:extLst>
                </p14:cNvPr>
                <p14:cNvContentPartPr/>
                <p14:nvPr/>
              </p14:nvContentPartPr>
              <p14:xfrm>
                <a:off x="594887" y="2748982"/>
                <a:ext cx="29520" cy="1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E7A3451-13E3-81B7-C454-0BA46DECF7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6887" y="2731342"/>
                  <a:ext cx="65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7E292F-3CD9-2FA0-388C-BBE6BD281043}"/>
                    </a:ext>
                  </a:extLst>
                </p14:cNvPr>
                <p14:cNvContentPartPr/>
                <p14:nvPr/>
              </p14:nvContentPartPr>
              <p14:xfrm>
                <a:off x="704687" y="2684182"/>
                <a:ext cx="227160" cy="551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7E292F-3CD9-2FA0-388C-BBE6BD28104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7047" y="2666182"/>
                  <a:ext cx="2628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1E19A2-50B7-1DA1-AF58-9142FE27C5D7}"/>
                    </a:ext>
                  </a:extLst>
                </p14:cNvPr>
                <p14:cNvContentPartPr/>
                <p14:nvPr/>
              </p14:nvContentPartPr>
              <p14:xfrm>
                <a:off x="1142447" y="2807302"/>
                <a:ext cx="21600" cy="29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1E19A2-50B7-1DA1-AF58-9142FE27C5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4447" y="2789662"/>
                  <a:ext cx="572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7EDFA17-5BF6-B989-BAF1-133F3D880BE3}"/>
              </a:ext>
            </a:extLst>
          </p:cNvPr>
          <p:cNvGrpSpPr/>
          <p:nvPr/>
        </p:nvGrpSpPr>
        <p:grpSpPr>
          <a:xfrm>
            <a:off x="1672727" y="2642782"/>
            <a:ext cx="1533240" cy="472680"/>
            <a:chOff x="1672727" y="2642782"/>
            <a:chExt cx="153324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69B0E5-E8EF-C3E8-B2EC-916BE47EF83A}"/>
                    </a:ext>
                  </a:extLst>
                </p14:cNvPr>
                <p14:cNvContentPartPr/>
                <p14:nvPr/>
              </p14:nvContentPartPr>
              <p14:xfrm>
                <a:off x="1672727" y="2738542"/>
                <a:ext cx="234000" cy="254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69B0E5-E8EF-C3E8-B2EC-916BE47EF83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55087" y="2720902"/>
                  <a:ext cx="2696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47680C-0450-F56C-6E92-A72DCBE2FF98}"/>
                    </a:ext>
                  </a:extLst>
                </p14:cNvPr>
                <p14:cNvContentPartPr/>
                <p14:nvPr/>
              </p14:nvContentPartPr>
              <p14:xfrm>
                <a:off x="2008247" y="2642782"/>
                <a:ext cx="433800" cy="403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47680C-0450-F56C-6E92-A72DCBE2FF9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90607" y="2625142"/>
                  <a:ext cx="4694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BA90F22-B2E0-1593-3E1F-04F503E21629}"/>
                    </a:ext>
                  </a:extLst>
                </p14:cNvPr>
                <p14:cNvContentPartPr/>
                <p14:nvPr/>
              </p14:nvContentPartPr>
              <p14:xfrm>
                <a:off x="2576327" y="2925382"/>
                <a:ext cx="161640" cy="19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BA90F22-B2E0-1593-3E1F-04F503E2162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58687" y="2907742"/>
                  <a:ext cx="197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7B7289D-A024-2470-BBF3-1F97574E3EC4}"/>
                    </a:ext>
                  </a:extLst>
                </p14:cNvPr>
                <p14:cNvContentPartPr/>
                <p14:nvPr/>
              </p14:nvContentPartPr>
              <p14:xfrm>
                <a:off x="2911487" y="2670142"/>
                <a:ext cx="294480" cy="444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7B7289D-A024-2470-BBF3-1F97574E3E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93847" y="2652142"/>
                  <a:ext cx="330120" cy="47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991BCAD-73B0-7910-558A-C042DB24D76C}"/>
              </a:ext>
            </a:extLst>
          </p:cNvPr>
          <p:cNvGrpSpPr/>
          <p:nvPr/>
        </p:nvGrpSpPr>
        <p:grpSpPr>
          <a:xfrm>
            <a:off x="4675487" y="1905862"/>
            <a:ext cx="1650960" cy="627120"/>
            <a:chOff x="4675487" y="1905862"/>
            <a:chExt cx="1650960" cy="62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887C692-8BD2-5E25-F22A-0E38636CE415}"/>
                    </a:ext>
                  </a:extLst>
                </p14:cNvPr>
                <p14:cNvContentPartPr/>
                <p14:nvPr/>
              </p14:nvContentPartPr>
              <p14:xfrm>
                <a:off x="4675487" y="2115022"/>
                <a:ext cx="119880" cy="417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887C692-8BD2-5E25-F22A-0E38636CE41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657847" y="2097382"/>
                  <a:ext cx="1555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7A66661-6F55-9F7C-3235-9705B4BCA76B}"/>
                    </a:ext>
                  </a:extLst>
                </p14:cNvPr>
                <p14:cNvContentPartPr/>
                <p14:nvPr/>
              </p14:nvContentPartPr>
              <p14:xfrm>
                <a:off x="4779167" y="2057062"/>
                <a:ext cx="179280" cy="152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7A66661-6F55-9F7C-3235-9705B4BCA76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61527" y="2039422"/>
                  <a:ext cx="214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CBE7F2F-590A-2A55-BBC5-FE566A4B724B}"/>
                    </a:ext>
                  </a:extLst>
                </p14:cNvPr>
                <p14:cNvContentPartPr/>
                <p14:nvPr/>
              </p14:nvContentPartPr>
              <p14:xfrm>
                <a:off x="5104247" y="2065702"/>
                <a:ext cx="101160" cy="150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CBE7F2F-590A-2A55-BBC5-FE566A4B724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86607" y="2047702"/>
                  <a:ext cx="136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ACCD53E-B2D2-902F-1204-1D47F0E8576E}"/>
                    </a:ext>
                  </a:extLst>
                </p14:cNvPr>
                <p14:cNvContentPartPr/>
                <p14:nvPr/>
              </p14:nvContentPartPr>
              <p14:xfrm>
                <a:off x="5342207" y="2065702"/>
                <a:ext cx="31320" cy="114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ACCD53E-B2D2-902F-1204-1D47F0E857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24567" y="2047702"/>
                  <a:ext cx="66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060DA8-3107-4310-5818-9E3FA1EF2024}"/>
                    </a:ext>
                  </a:extLst>
                </p14:cNvPr>
                <p14:cNvContentPartPr/>
                <p14:nvPr/>
              </p14:nvContentPartPr>
              <p14:xfrm>
                <a:off x="5401247" y="1931422"/>
                <a:ext cx="9000" cy="5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060DA8-3107-4310-5818-9E3FA1EF202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383607" y="1913782"/>
                  <a:ext cx="44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46E3D58-C65C-8BFF-B49C-D91D207DC4AE}"/>
                    </a:ext>
                  </a:extLst>
                </p14:cNvPr>
                <p14:cNvContentPartPr/>
                <p14:nvPr/>
              </p14:nvContentPartPr>
              <p14:xfrm>
                <a:off x="5504207" y="2057422"/>
                <a:ext cx="181440" cy="132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46E3D58-C65C-8BFF-B49C-D91D207DC4A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86567" y="2039782"/>
                  <a:ext cx="217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A43B602-4001-9901-8788-6C33009880EE}"/>
                    </a:ext>
                  </a:extLst>
                </p14:cNvPr>
                <p14:cNvContentPartPr/>
                <p14:nvPr/>
              </p14:nvContentPartPr>
              <p14:xfrm>
                <a:off x="5886527" y="1905862"/>
                <a:ext cx="118800" cy="274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A43B602-4001-9901-8788-6C33009880E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68887" y="1888222"/>
                  <a:ext cx="1544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A8F747F-7687-A7F7-E2CF-4EA35B260F20}"/>
                    </a:ext>
                  </a:extLst>
                </p14:cNvPr>
                <p14:cNvContentPartPr/>
                <p14:nvPr/>
              </p14:nvContentPartPr>
              <p14:xfrm>
                <a:off x="5810207" y="1991902"/>
                <a:ext cx="150120" cy="16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A8F747F-7687-A7F7-E2CF-4EA35B260F2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92567" y="1973902"/>
                  <a:ext cx="185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F6951B7-E6AC-383C-EACF-218AAB049E8A}"/>
                    </a:ext>
                  </a:extLst>
                </p14:cNvPr>
                <p14:cNvContentPartPr/>
                <p14:nvPr/>
              </p14:nvContentPartPr>
              <p14:xfrm>
                <a:off x="6097127" y="2035822"/>
                <a:ext cx="229320" cy="211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F6951B7-E6AC-383C-EACF-218AAB049E8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79487" y="2018182"/>
                  <a:ext cx="2649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46402DF-0D76-5C5F-B28A-73419D7D3F3D}"/>
              </a:ext>
            </a:extLst>
          </p:cNvPr>
          <p:cNvGrpSpPr/>
          <p:nvPr/>
        </p:nvGrpSpPr>
        <p:grpSpPr>
          <a:xfrm>
            <a:off x="3746327" y="2815222"/>
            <a:ext cx="1787400" cy="460800"/>
            <a:chOff x="3746327" y="2815222"/>
            <a:chExt cx="178740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CB6401C-67C3-598A-598C-CA75AEE1B8A8}"/>
                    </a:ext>
                  </a:extLst>
                </p14:cNvPr>
                <p14:cNvContentPartPr/>
                <p14:nvPr/>
              </p14:nvContentPartPr>
              <p14:xfrm>
                <a:off x="3746327" y="2985862"/>
                <a:ext cx="29880" cy="195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CB6401C-67C3-598A-598C-CA75AEE1B8A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728327" y="2968222"/>
                  <a:ext cx="65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34060E0-EE38-5F78-AFFE-39AD25D51303}"/>
                    </a:ext>
                  </a:extLst>
                </p14:cNvPr>
                <p14:cNvContentPartPr/>
                <p14:nvPr/>
              </p14:nvContentPartPr>
              <p14:xfrm>
                <a:off x="3817967" y="2855542"/>
                <a:ext cx="5400" cy="46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34060E0-EE38-5F78-AFFE-39AD25D5130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00327" y="2837542"/>
                  <a:ext cx="41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DA77916-6B3E-7C51-D708-F2EF25F7984C}"/>
                    </a:ext>
                  </a:extLst>
                </p14:cNvPr>
                <p14:cNvContentPartPr/>
                <p14:nvPr/>
              </p14:nvContentPartPr>
              <p14:xfrm>
                <a:off x="3902207" y="3000622"/>
                <a:ext cx="253080" cy="275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DA77916-6B3E-7C51-D708-F2EF25F7984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84567" y="2982982"/>
                  <a:ext cx="2887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CBF09EF-1BA0-6398-816C-B9E304DB423C}"/>
                    </a:ext>
                  </a:extLst>
                </p14:cNvPr>
                <p14:cNvContentPartPr/>
                <p14:nvPr/>
              </p14:nvContentPartPr>
              <p14:xfrm>
                <a:off x="4231607" y="2815222"/>
                <a:ext cx="108360" cy="429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CBF09EF-1BA0-6398-816C-B9E304DB423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13607" y="2797582"/>
                  <a:ext cx="14400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7A8CD0-D698-0F14-09DA-C2ACBFC3105F}"/>
                    </a:ext>
                  </a:extLst>
                </p14:cNvPr>
                <p14:cNvContentPartPr/>
                <p14:nvPr/>
              </p14:nvContentPartPr>
              <p14:xfrm>
                <a:off x="4213967" y="2966782"/>
                <a:ext cx="143640" cy="54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7A8CD0-D698-0F14-09DA-C2ACBFC3105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96327" y="2949142"/>
                  <a:ext cx="179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FE8388-4939-8730-9828-5440189202F8}"/>
                    </a:ext>
                  </a:extLst>
                </p14:cNvPr>
                <p14:cNvContentPartPr/>
                <p14:nvPr/>
              </p14:nvContentPartPr>
              <p14:xfrm>
                <a:off x="4350047" y="2986582"/>
                <a:ext cx="175320" cy="225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FE8388-4939-8730-9828-5440189202F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32047" y="2968942"/>
                  <a:ext cx="2109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431412C-ADCE-78F4-7E5A-E3A059C79FBC}"/>
                    </a:ext>
                  </a:extLst>
                </p14:cNvPr>
                <p14:cNvContentPartPr/>
                <p14:nvPr/>
              </p14:nvContentPartPr>
              <p14:xfrm>
                <a:off x="4611047" y="3030142"/>
                <a:ext cx="155520" cy="160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431412C-ADCE-78F4-7E5A-E3A059C79FB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93047" y="3012502"/>
                  <a:ext cx="191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DBE8FDE-3F88-24AE-A51B-723C1D65A92A}"/>
                    </a:ext>
                  </a:extLst>
                </p14:cNvPr>
                <p14:cNvContentPartPr/>
                <p14:nvPr/>
              </p14:nvContentPartPr>
              <p14:xfrm>
                <a:off x="4805807" y="3012862"/>
                <a:ext cx="195480" cy="145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DBE8FDE-3F88-24AE-A51B-723C1D65A92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87807" y="2995222"/>
                  <a:ext cx="231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C8CBE2A-BD89-FE5F-9D2F-1F0BEC7514AE}"/>
                    </a:ext>
                  </a:extLst>
                </p14:cNvPr>
                <p14:cNvContentPartPr/>
                <p14:nvPr/>
              </p14:nvContentPartPr>
              <p14:xfrm>
                <a:off x="5082287" y="2891542"/>
                <a:ext cx="451440" cy="334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C8CBE2A-BD89-FE5F-9D2F-1F0BEC7514A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064287" y="2873542"/>
                  <a:ext cx="48708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BCC8603-5B9C-C963-7E31-6F5F459A89E3}"/>
              </a:ext>
            </a:extLst>
          </p:cNvPr>
          <p:cNvGrpSpPr/>
          <p:nvPr/>
        </p:nvGrpSpPr>
        <p:grpSpPr>
          <a:xfrm>
            <a:off x="6835127" y="2949142"/>
            <a:ext cx="303120" cy="368280"/>
            <a:chOff x="6835127" y="2949142"/>
            <a:chExt cx="30312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8FFEF1C-9761-4006-DF21-7EB9B88C66C8}"/>
                    </a:ext>
                  </a:extLst>
                </p14:cNvPr>
                <p14:cNvContentPartPr/>
                <p14:nvPr/>
              </p14:nvContentPartPr>
              <p14:xfrm>
                <a:off x="6835127" y="2972182"/>
                <a:ext cx="61560" cy="314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8FFEF1C-9761-4006-DF21-7EB9B88C66C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17127" y="2954542"/>
                  <a:ext cx="972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FBD2D12-4BD9-3D83-7ED5-96A79B830DB9}"/>
                    </a:ext>
                  </a:extLst>
                </p14:cNvPr>
                <p14:cNvContentPartPr/>
                <p14:nvPr/>
              </p14:nvContentPartPr>
              <p14:xfrm>
                <a:off x="6946007" y="2949142"/>
                <a:ext cx="192240" cy="368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FBD2D12-4BD9-3D83-7ED5-96A79B830DB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28007" y="2931142"/>
                  <a:ext cx="22788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5D61F47-C910-EC62-D830-A57CBEF651B8}"/>
              </a:ext>
            </a:extLst>
          </p:cNvPr>
          <p:cNvGrpSpPr/>
          <p:nvPr/>
        </p:nvGrpSpPr>
        <p:grpSpPr>
          <a:xfrm>
            <a:off x="7416527" y="3097462"/>
            <a:ext cx="177120" cy="163080"/>
            <a:chOff x="7416527" y="3097462"/>
            <a:chExt cx="17712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2CF4E01-006E-A6E2-2492-4444036FECEB}"/>
                    </a:ext>
                  </a:extLst>
                </p14:cNvPr>
                <p14:cNvContentPartPr/>
                <p14:nvPr/>
              </p14:nvContentPartPr>
              <p14:xfrm>
                <a:off x="7448567" y="3097462"/>
                <a:ext cx="145080" cy="26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2CF4E01-006E-A6E2-2492-4444036FECE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430927" y="3079462"/>
                  <a:ext cx="180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333F4A-BE6B-E47A-3EDE-9C68E3134A69}"/>
                    </a:ext>
                  </a:extLst>
                </p14:cNvPr>
                <p14:cNvContentPartPr/>
                <p14:nvPr/>
              </p14:nvContentPartPr>
              <p14:xfrm>
                <a:off x="7416527" y="3218422"/>
                <a:ext cx="154800" cy="42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333F4A-BE6B-E47A-3EDE-9C68E3134A6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398887" y="3200782"/>
                  <a:ext cx="19044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94E2601-252B-C077-C0B7-1EAD4562510B}"/>
              </a:ext>
            </a:extLst>
          </p:cNvPr>
          <p:cNvGrpSpPr/>
          <p:nvPr/>
        </p:nvGrpSpPr>
        <p:grpSpPr>
          <a:xfrm>
            <a:off x="7842047" y="2791462"/>
            <a:ext cx="1617480" cy="902520"/>
            <a:chOff x="7842047" y="2791462"/>
            <a:chExt cx="1617480" cy="90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7C982B4-A2AA-AECB-CA1A-9C9C4F12AE14}"/>
                    </a:ext>
                  </a:extLst>
                </p14:cNvPr>
                <p14:cNvContentPartPr/>
                <p14:nvPr/>
              </p14:nvContentPartPr>
              <p14:xfrm>
                <a:off x="7842047" y="2791462"/>
                <a:ext cx="266760" cy="902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7C982B4-A2AA-AECB-CA1A-9C9C4F12AE1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24407" y="2773462"/>
                  <a:ext cx="302400" cy="9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A23A0EB-5880-927C-FAD1-8D698AA92BA8}"/>
                    </a:ext>
                  </a:extLst>
                </p14:cNvPr>
                <p14:cNvContentPartPr/>
                <p14:nvPr/>
              </p14:nvContentPartPr>
              <p14:xfrm>
                <a:off x="8278367" y="3128422"/>
                <a:ext cx="170640" cy="199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A23A0EB-5880-927C-FAD1-8D698AA92BA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60727" y="3110422"/>
                  <a:ext cx="206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2C18084-F04C-1F52-94BB-E410A0A505A5}"/>
                    </a:ext>
                  </a:extLst>
                </p14:cNvPr>
                <p14:cNvContentPartPr/>
                <p14:nvPr/>
              </p14:nvContentPartPr>
              <p14:xfrm>
                <a:off x="8539367" y="3292222"/>
                <a:ext cx="49680" cy="115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2C18084-F04C-1F52-94BB-E410A0A505A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521367" y="3274222"/>
                  <a:ext cx="85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A380374-B574-AC26-806F-0AD6AD36C5A7}"/>
                    </a:ext>
                  </a:extLst>
                </p14:cNvPr>
                <p14:cNvContentPartPr/>
                <p14:nvPr/>
              </p14:nvContentPartPr>
              <p14:xfrm>
                <a:off x="8784167" y="2997382"/>
                <a:ext cx="149760" cy="369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A380374-B574-AC26-806F-0AD6AD36C5A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766527" y="2979742"/>
                  <a:ext cx="1854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38639D0-9F93-C938-381A-E79EA583184B}"/>
                    </a:ext>
                  </a:extLst>
                </p14:cNvPr>
                <p14:cNvContentPartPr/>
                <p14:nvPr/>
              </p14:nvContentPartPr>
              <p14:xfrm>
                <a:off x="9074687" y="2794702"/>
                <a:ext cx="384840" cy="846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38639D0-9F93-C938-381A-E79EA583184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057047" y="2777062"/>
                  <a:ext cx="42048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AB3BFB9-2507-FA2A-AF58-8B43DF6903DE}"/>
                    </a:ext>
                  </a:extLst>
                </p14:cNvPr>
                <p14:cNvContentPartPr/>
                <p14:nvPr/>
              </p14:nvContentPartPr>
              <p14:xfrm>
                <a:off x="8868767" y="3283582"/>
                <a:ext cx="4680" cy="1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AB3BFB9-2507-FA2A-AF58-8B43DF6903D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50767" y="3265582"/>
                  <a:ext cx="40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F6EBAB5-531B-8FD7-780D-DA93DC633E14}"/>
                    </a:ext>
                  </a:extLst>
                </p14:cNvPr>
                <p14:cNvContentPartPr/>
                <p14:nvPr/>
              </p14:nvContentPartPr>
              <p14:xfrm>
                <a:off x="8109887" y="3314902"/>
                <a:ext cx="64080" cy="3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F6EBAB5-531B-8FD7-780D-DA93DC633E1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91887" y="3297262"/>
                  <a:ext cx="99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1F0ABD2-6CAC-5491-53F2-1EDE27BD4B0C}"/>
                    </a:ext>
                  </a:extLst>
                </p14:cNvPr>
                <p14:cNvContentPartPr/>
                <p14:nvPr/>
              </p14:nvContentPartPr>
              <p14:xfrm>
                <a:off x="8281247" y="3274222"/>
                <a:ext cx="15120" cy="2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1F0ABD2-6CAC-5491-53F2-1EDE27BD4B0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63247" y="3256222"/>
                  <a:ext cx="50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9C230B9-8376-5D7C-815C-EE6CE2778C80}"/>
                    </a:ext>
                  </a:extLst>
                </p14:cNvPr>
                <p14:cNvContentPartPr/>
                <p14:nvPr/>
              </p14:nvContentPartPr>
              <p14:xfrm>
                <a:off x="8830247" y="3331102"/>
                <a:ext cx="13320" cy="3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9C230B9-8376-5D7C-815C-EE6CE2778C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812607" y="3313102"/>
                  <a:ext cx="48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9635E3E-F604-1944-F71B-C9309A6E7202}"/>
                    </a:ext>
                  </a:extLst>
                </p14:cNvPr>
                <p14:cNvContentPartPr/>
                <p14:nvPr/>
              </p14:nvContentPartPr>
              <p14:xfrm>
                <a:off x="8362607" y="3362062"/>
                <a:ext cx="37800" cy="15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9635E3E-F604-1944-F71B-C9309A6E720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344967" y="3344062"/>
                  <a:ext cx="73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D4C48AD-F6CC-54E9-E159-882C57AD4D92}"/>
                    </a:ext>
                  </a:extLst>
                </p14:cNvPr>
                <p14:cNvContentPartPr/>
                <p14:nvPr/>
              </p14:nvContentPartPr>
              <p14:xfrm>
                <a:off x="9030767" y="3424342"/>
                <a:ext cx="4680" cy="4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D4C48AD-F6CC-54E9-E159-882C57AD4D9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013127" y="3406702"/>
                  <a:ext cx="40320" cy="4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223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B1E029B-632F-552E-FBB3-AC93D539079D}"/>
              </a:ext>
            </a:extLst>
          </p:cNvPr>
          <p:cNvGrpSpPr/>
          <p:nvPr/>
        </p:nvGrpSpPr>
        <p:grpSpPr>
          <a:xfrm>
            <a:off x="-171553" y="126022"/>
            <a:ext cx="3982680" cy="666000"/>
            <a:chOff x="-171553" y="126022"/>
            <a:chExt cx="3982680" cy="66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71CDAA1-0ECA-DEAF-8EEA-A94191187DCC}"/>
                    </a:ext>
                  </a:extLst>
                </p14:cNvPr>
                <p14:cNvContentPartPr/>
                <p14:nvPr/>
              </p14:nvContentPartPr>
              <p14:xfrm>
                <a:off x="87287" y="126022"/>
                <a:ext cx="402480" cy="548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71CDAA1-0ECA-DEAF-8EEA-A94191187D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287" y="108022"/>
                  <a:ext cx="43812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40CDFA5-18EF-56A1-0E97-14CA5EA3AA8E}"/>
                    </a:ext>
                  </a:extLst>
                </p14:cNvPr>
                <p14:cNvContentPartPr/>
                <p14:nvPr/>
              </p14:nvContentPartPr>
              <p14:xfrm>
                <a:off x="355127" y="441022"/>
                <a:ext cx="757440" cy="21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40CDFA5-18EF-56A1-0E97-14CA5EA3AA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7487" y="423022"/>
                  <a:ext cx="793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E5F0F4E-6355-566F-D028-B96461EC0F17}"/>
                    </a:ext>
                  </a:extLst>
                </p14:cNvPr>
                <p14:cNvContentPartPr/>
                <p14:nvPr/>
              </p14:nvContentPartPr>
              <p14:xfrm>
                <a:off x="1180607" y="503302"/>
                <a:ext cx="220680" cy="153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5F0F4E-6355-566F-D028-B96461EC0F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2967" y="485302"/>
                  <a:ext cx="256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164FA7-EA84-5CD1-D485-16D753B447E5}"/>
                    </a:ext>
                  </a:extLst>
                </p14:cNvPr>
                <p14:cNvContentPartPr/>
                <p14:nvPr/>
              </p14:nvContentPartPr>
              <p14:xfrm>
                <a:off x="1628447" y="416182"/>
                <a:ext cx="921240" cy="295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164FA7-EA84-5CD1-D485-16D753B447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0807" y="398182"/>
                  <a:ext cx="9568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E31622-45BF-B5ED-3229-02E7BD735749}"/>
                    </a:ext>
                  </a:extLst>
                </p14:cNvPr>
                <p14:cNvContentPartPr/>
                <p14:nvPr/>
              </p14:nvContentPartPr>
              <p14:xfrm>
                <a:off x="2620607" y="670342"/>
                <a:ext cx="25560" cy="31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E31622-45BF-B5ED-3229-02E7BD7357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02967" y="652702"/>
                  <a:ext cx="61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977904-E985-4B83-B95B-3C3FC3967CC6}"/>
                    </a:ext>
                  </a:extLst>
                </p14:cNvPr>
                <p14:cNvContentPartPr/>
                <p14:nvPr/>
              </p14:nvContentPartPr>
              <p14:xfrm>
                <a:off x="-171553" y="685822"/>
                <a:ext cx="2770920" cy="10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977904-E985-4B83-B95B-3C3FC3967C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-189193" y="667822"/>
                  <a:ext cx="2806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B924E8-BB46-FDE2-1A84-DA7D5ED054C8}"/>
                    </a:ext>
                  </a:extLst>
                </p14:cNvPr>
                <p14:cNvContentPartPr/>
                <p14:nvPr/>
              </p14:nvContentPartPr>
              <p14:xfrm>
                <a:off x="3092207" y="637942"/>
                <a:ext cx="45000" cy="2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B924E8-BB46-FDE2-1A84-DA7D5ED054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4207" y="620302"/>
                  <a:ext cx="80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7D07D46-E3C9-169A-949F-8D724ED6DFDF}"/>
                    </a:ext>
                  </a:extLst>
                </p14:cNvPr>
                <p14:cNvContentPartPr/>
                <p14:nvPr/>
              </p14:nvContentPartPr>
              <p14:xfrm>
                <a:off x="3082847" y="406822"/>
                <a:ext cx="27360" cy="22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7D07D46-E3C9-169A-949F-8D724ED6DFD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64847" y="388822"/>
                  <a:ext cx="63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8A564D-5909-3FF9-5BE3-1C92CC04F9DF}"/>
                    </a:ext>
                  </a:extLst>
                </p14:cNvPr>
                <p14:cNvContentPartPr/>
                <p14:nvPr/>
              </p14:nvContentPartPr>
              <p14:xfrm>
                <a:off x="3501527" y="421942"/>
                <a:ext cx="309600" cy="30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8A564D-5909-3FF9-5BE3-1C92CC04F9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83527" y="404302"/>
                  <a:ext cx="34524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FF9AEB-763E-A4C0-EA79-2F4B014E5468}"/>
                  </a:ext>
                </a:extLst>
              </p14:cNvPr>
              <p14:cNvContentPartPr/>
              <p14:nvPr/>
            </p14:nvContentPartPr>
            <p14:xfrm>
              <a:off x="4524647" y="355702"/>
              <a:ext cx="338040" cy="387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FF9AEB-763E-A4C0-EA79-2F4B014E546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07007" y="337702"/>
                <a:ext cx="373680" cy="42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FB5546E-CBC8-21DB-EDB9-14A0B5A54A99}"/>
              </a:ext>
            </a:extLst>
          </p:cNvPr>
          <p:cNvGrpSpPr/>
          <p:nvPr/>
        </p:nvGrpSpPr>
        <p:grpSpPr>
          <a:xfrm>
            <a:off x="5526167" y="408622"/>
            <a:ext cx="2103480" cy="734400"/>
            <a:chOff x="5526167" y="408622"/>
            <a:chExt cx="2103480" cy="7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41FCD02-28E4-2D63-A896-5500A177ABA6}"/>
                    </a:ext>
                  </a:extLst>
                </p14:cNvPr>
                <p14:cNvContentPartPr/>
                <p14:nvPr/>
              </p14:nvContentPartPr>
              <p14:xfrm>
                <a:off x="5526167" y="497902"/>
                <a:ext cx="258840" cy="202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41FCD02-28E4-2D63-A896-5500A177AB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08167" y="480262"/>
                  <a:ext cx="294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EEA3FA-BF5B-45FA-6B05-676B4B86A322}"/>
                    </a:ext>
                  </a:extLst>
                </p14:cNvPr>
                <p14:cNvContentPartPr/>
                <p14:nvPr/>
              </p14:nvContentPartPr>
              <p14:xfrm>
                <a:off x="5872127" y="523462"/>
                <a:ext cx="151560" cy="176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EEA3FA-BF5B-45FA-6B05-676B4B86A3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54127" y="505822"/>
                  <a:ext cx="187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F3962D0-3A4F-6916-ED20-AF7DABB6E7A4}"/>
                    </a:ext>
                  </a:extLst>
                </p14:cNvPr>
                <p14:cNvContentPartPr/>
                <p14:nvPr/>
              </p14:nvContentPartPr>
              <p14:xfrm>
                <a:off x="6082007" y="551542"/>
                <a:ext cx="238680" cy="19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F3962D0-3A4F-6916-ED20-AF7DABB6E7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64367" y="533902"/>
                  <a:ext cx="274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DEF7D1-385A-3807-9D58-EA4C4B36F682}"/>
                    </a:ext>
                  </a:extLst>
                </p14:cNvPr>
                <p14:cNvContentPartPr/>
                <p14:nvPr/>
              </p14:nvContentPartPr>
              <p14:xfrm>
                <a:off x="6538487" y="544342"/>
                <a:ext cx="487440" cy="23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DEF7D1-385A-3807-9D58-EA4C4B36F68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20847" y="526702"/>
                  <a:ext cx="523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B09CFC-E4FC-34EA-37FE-65D637B117D6}"/>
                    </a:ext>
                  </a:extLst>
                </p14:cNvPr>
                <p14:cNvContentPartPr/>
                <p14:nvPr/>
              </p14:nvContentPartPr>
              <p14:xfrm>
                <a:off x="6998207" y="621382"/>
                <a:ext cx="135360" cy="435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B09CFC-E4FC-34EA-37FE-65D637B117D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80567" y="603742"/>
                  <a:ext cx="1710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D93445-EA84-9FF2-F56E-CEB694F89EDA}"/>
                    </a:ext>
                  </a:extLst>
                </p14:cNvPr>
                <p14:cNvContentPartPr/>
                <p14:nvPr/>
              </p14:nvContentPartPr>
              <p14:xfrm>
                <a:off x="7088207" y="561622"/>
                <a:ext cx="177480" cy="167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D93445-EA84-9FF2-F56E-CEB694F89E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70207" y="543622"/>
                  <a:ext cx="213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CB5F9A-E217-D490-F12C-9441BED15CF3}"/>
                    </a:ext>
                  </a:extLst>
                </p14:cNvPr>
                <p14:cNvContentPartPr/>
                <p14:nvPr/>
              </p14:nvContentPartPr>
              <p14:xfrm>
                <a:off x="7218167" y="408622"/>
                <a:ext cx="369720" cy="734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CB5F9A-E217-D490-F12C-9441BED15C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00167" y="390982"/>
                  <a:ext cx="40536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67ACD9E-13E0-6790-C379-571D6CDDCCCA}"/>
                    </a:ext>
                  </a:extLst>
                </p14:cNvPr>
                <p14:cNvContentPartPr/>
                <p14:nvPr/>
              </p14:nvContentPartPr>
              <p14:xfrm>
                <a:off x="7238687" y="523822"/>
                <a:ext cx="390960" cy="50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67ACD9E-13E0-6790-C379-571D6CDDCC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21047" y="505822"/>
                  <a:ext cx="42660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256533-CF6E-3758-9892-4CBE9C78EB1A}"/>
              </a:ext>
            </a:extLst>
          </p:cNvPr>
          <p:cNvGrpSpPr/>
          <p:nvPr/>
        </p:nvGrpSpPr>
        <p:grpSpPr>
          <a:xfrm>
            <a:off x="8153087" y="447142"/>
            <a:ext cx="1604520" cy="347760"/>
            <a:chOff x="8153087" y="447142"/>
            <a:chExt cx="160452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6B48D37-71A7-D342-9490-C3743953C45A}"/>
                    </a:ext>
                  </a:extLst>
                </p14:cNvPr>
                <p14:cNvContentPartPr/>
                <p14:nvPr/>
              </p14:nvContentPartPr>
              <p14:xfrm>
                <a:off x="8153087" y="534262"/>
                <a:ext cx="234360" cy="233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6B48D37-71A7-D342-9490-C3743953C4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35087" y="516622"/>
                  <a:ext cx="2700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87257DB-F248-A1FB-23E6-0D22E63B2BA5}"/>
                    </a:ext>
                  </a:extLst>
                </p14:cNvPr>
                <p14:cNvContentPartPr/>
                <p14:nvPr/>
              </p14:nvContentPartPr>
              <p14:xfrm>
                <a:off x="8431367" y="447142"/>
                <a:ext cx="470160" cy="347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87257DB-F248-A1FB-23E6-0D22E63B2B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13727" y="429142"/>
                  <a:ext cx="5058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9027BC-89B8-83BF-CA24-F949AB20E113}"/>
                    </a:ext>
                  </a:extLst>
                </p14:cNvPr>
                <p14:cNvContentPartPr/>
                <p14:nvPr/>
              </p14:nvContentPartPr>
              <p14:xfrm>
                <a:off x="8943287" y="617782"/>
                <a:ext cx="165960" cy="17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9027BC-89B8-83BF-CA24-F949AB20E1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25287" y="600142"/>
                  <a:ext cx="201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B58D84-8CF8-A5C5-5900-640C2467D51B}"/>
                    </a:ext>
                  </a:extLst>
                </p14:cNvPr>
                <p14:cNvContentPartPr/>
                <p14:nvPr/>
              </p14:nvContentPartPr>
              <p14:xfrm>
                <a:off x="9220487" y="577462"/>
                <a:ext cx="171000" cy="183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B58D84-8CF8-A5C5-5900-640C2467D5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02847" y="559822"/>
                  <a:ext cx="2066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25D1D4-3C8B-E903-E5F4-01820E791944}"/>
                    </a:ext>
                  </a:extLst>
                </p14:cNvPr>
                <p14:cNvContentPartPr/>
                <p14:nvPr/>
              </p14:nvContentPartPr>
              <p14:xfrm>
                <a:off x="9553487" y="464422"/>
                <a:ext cx="84240" cy="293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25D1D4-3C8B-E903-E5F4-01820E7919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35847" y="446422"/>
                  <a:ext cx="119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BE6935-09BD-7F71-45A5-C06612BE5BF8}"/>
                    </a:ext>
                  </a:extLst>
                </p14:cNvPr>
                <p14:cNvContentPartPr/>
                <p14:nvPr/>
              </p14:nvContentPartPr>
              <p14:xfrm>
                <a:off x="9535847" y="543622"/>
                <a:ext cx="221760" cy="45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BE6935-09BD-7F71-45A5-C06612BE5BF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18207" y="525622"/>
                  <a:ext cx="2574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74BD5F7-191C-C513-147A-9979190108EA}"/>
              </a:ext>
            </a:extLst>
          </p:cNvPr>
          <p:cNvGrpSpPr/>
          <p:nvPr/>
        </p:nvGrpSpPr>
        <p:grpSpPr>
          <a:xfrm>
            <a:off x="10182047" y="409342"/>
            <a:ext cx="1367280" cy="460080"/>
            <a:chOff x="10182047" y="409342"/>
            <a:chExt cx="136728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35526B4-5B1C-B17F-7B76-C0DCEF018708}"/>
                    </a:ext>
                  </a:extLst>
                </p14:cNvPr>
                <p14:cNvContentPartPr/>
                <p14:nvPr/>
              </p14:nvContentPartPr>
              <p14:xfrm>
                <a:off x="10182047" y="518422"/>
                <a:ext cx="332640" cy="331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35526B4-5B1C-B17F-7B76-C0DCEF0187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64407" y="500782"/>
                  <a:ext cx="3682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54F823-2A6C-6D63-C079-0746203A7162}"/>
                    </a:ext>
                  </a:extLst>
                </p14:cNvPr>
                <p14:cNvContentPartPr/>
                <p14:nvPr/>
              </p14:nvContentPartPr>
              <p14:xfrm>
                <a:off x="10597847" y="556582"/>
                <a:ext cx="199080" cy="241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54F823-2A6C-6D63-C079-0746203A71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79847" y="538582"/>
                  <a:ext cx="234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3142A90-F2A0-1C42-5C46-244FE8BBD4A5}"/>
                    </a:ext>
                  </a:extLst>
                </p14:cNvPr>
                <p14:cNvContentPartPr/>
                <p14:nvPr/>
              </p14:nvContentPartPr>
              <p14:xfrm>
                <a:off x="10939127" y="572782"/>
                <a:ext cx="82800" cy="259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3142A90-F2A0-1C42-5C46-244FE8BBD4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21127" y="554782"/>
                  <a:ext cx="118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4372B50-3DEC-9265-4220-D10711007A4C}"/>
                    </a:ext>
                  </a:extLst>
                </p14:cNvPr>
                <p14:cNvContentPartPr/>
                <p14:nvPr/>
              </p14:nvContentPartPr>
              <p14:xfrm>
                <a:off x="10994207" y="510502"/>
                <a:ext cx="192600" cy="35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4372B50-3DEC-9265-4220-D10711007A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976207" y="492862"/>
                  <a:ext cx="2282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730DB9-47FA-F9B2-81AB-C5097C910C55}"/>
                    </a:ext>
                  </a:extLst>
                </p14:cNvPr>
                <p14:cNvContentPartPr/>
                <p14:nvPr/>
              </p14:nvContentPartPr>
              <p14:xfrm>
                <a:off x="11394167" y="409342"/>
                <a:ext cx="155160" cy="263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730DB9-47FA-F9B2-81AB-C5097C910C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376167" y="391702"/>
                  <a:ext cx="1908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F393C20-8D1D-DED3-B1D0-1D3E39217DD2}"/>
                    </a:ext>
                  </a:extLst>
                </p14:cNvPr>
                <p14:cNvContentPartPr/>
                <p14:nvPr/>
              </p14:nvContentPartPr>
              <p14:xfrm>
                <a:off x="10638887" y="587902"/>
                <a:ext cx="206280" cy="62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F393C20-8D1D-DED3-B1D0-1D3E39217D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20887" y="569902"/>
                  <a:ext cx="241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6DAE7A8-5D58-1762-2A66-F4CDCC5C3D9C}"/>
                    </a:ext>
                  </a:extLst>
                </p14:cNvPr>
                <p14:cNvContentPartPr/>
                <p14:nvPr/>
              </p14:nvContentPartPr>
              <p14:xfrm>
                <a:off x="10734647" y="584302"/>
                <a:ext cx="125280" cy="21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6DAE7A8-5D58-1762-2A66-F4CDCC5C3D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17007" y="566662"/>
                  <a:ext cx="16092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8AC2D02-5B3D-0C9E-31AC-B3F1CD5182C3}"/>
              </a:ext>
            </a:extLst>
          </p:cNvPr>
          <p:cNvGrpSpPr/>
          <p:nvPr/>
        </p:nvGrpSpPr>
        <p:grpSpPr>
          <a:xfrm>
            <a:off x="253967" y="1159582"/>
            <a:ext cx="244080" cy="268200"/>
            <a:chOff x="253967" y="1159582"/>
            <a:chExt cx="24408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BF8CDB-0ED6-3445-3DE2-A1643B98268D}"/>
                    </a:ext>
                  </a:extLst>
                </p14:cNvPr>
                <p14:cNvContentPartPr/>
                <p14:nvPr/>
              </p14:nvContentPartPr>
              <p14:xfrm>
                <a:off x="253967" y="1159582"/>
                <a:ext cx="99000" cy="268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BF8CDB-0ED6-3445-3DE2-A1643B9826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6327" y="1141582"/>
                  <a:ext cx="134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E723DF-D111-E062-BFCB-CE379A5C0801}"/>
                    </a:ext>
                  </a:extLst>
                </p14:cNvPr>
                <p14:cNvContentPartPr/>
                <p14:nvPr/>
              </p14:nvContentPartPr>
              <p14:xfrm>
                <a:off x="373487" y="1201342"/>
                <a:ext cx="124560" cy="212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E723DF-D111-E062-BFCB-CE379A5C080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5847" y="1183342"/>
                  <a:ext cx="160200" cy="24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AF6CFF7-7119-3778-EF87-DDCA4736BC99}"/>
                  </a:ext>
                </a:extLst>
              </p14:cNvPr>
              <p14:cNvContentPartPr/>
              <p14:nvPr/>
            </p14:nvContentPartPr>
            <p14:xfrm>
              <a:off x="447287" y="999382"/>
              <a:ext cx="8280" cy="34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AF6CFF7-7119-3778-EF87-DDCA4736BC9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29287" y="981742"/>
                <a:ext cx="4392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17A787B8-F7DD-C27F-4CC5-6C0F905E0D51}"/>
              </a:ext>
            </a:extLst>
          </p:cNvPr>
          <p:cNvGrpSpPr/>
          <p:nvPr/>
        </p:nvGrpSpPr>
        <p:grpSpPr>
          <a:xfrm>
            <a:off x="943367" y="1132222"/>
            <a:ext cx="1365120" cy="408600"/>
            <a:chOff x="943367" y="1132222"/>
            <a:chExt cx="136512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8FE737-E7CE-131B-9DFC-9D7E137E856F}"/>
                    </a:ext>
                  </a:extLst>
                </p14:cNvPr>
                <p14:cNvContentPartPr/>
                <p14:nvPr/>
              </p14:nvContentPartPr>
              <p14:xfrm>
                <a:off x="943367" y="1204222"/>
                <a:ext cx="220680" cy="224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8FE737-E7CE-131B-9DFC-9D7E137E85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5367" y="1186222"/>
                  <a:ext cx="256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A7D6C77-1C75-87CF-58BD-35BB72CA382C}"/>
                    </a:ext>
                  </a:extLst>
                </p14:cNvPr>
                <p14:cNvContentPartPr/>
                <p14:nvPr/>
              </p14:nvContentPartPr>
              <p14:xfrm>
                <a:off x="1210127" y="1263622"/>
                <a:ext cx="167760" cy="182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A7D6C77-1C75-87CF-58BD-35BB72CA38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92487" y="1245622"/>
                  <a:ext cx="203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B829159-080E-FDA6-838B-528E591A8913}"/>
                    </a:ext>
                  </a:extLst>
                </p14:cNvPr>
                <p14:cNvContentPartPr/>
                <p14:nvPr/>
              </p14:nvContentPartPr>
              <p14:xfrm>
                <a:off x="1518647" y="1132222"/>
                <a:ext cx="100440" cy="301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B829159-080E-FDA6-838B-528E591A891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01007" y="1114582"/>
                  <a:ext cx="1360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6E9220-8261-E6AC-68DA-D952899045F4}"/>
                    </a:ext>
                  </a:extLst>
                </p14:cNvPr>
                <p14:cNvContentPartPr/>
                <p14:nvPr/>
              </p14:nvContentPartPr>
              <p14:xfrm>
                <a:off x="1639607" y="1175422"/>
                <a:ext cx="92520" cy="21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6E9220-8261-E6AC-68DA-D952899045F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21607" y="1157782"/>
                  <a:ext cx="1281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778DD21-6FDC-FF18-5B0F-67CC694F8046}"/>
                    </a:ext>
                  </a:extLst>
                </p14:cNvPr>
                <p14:cNvContentPartPr/>
                <p14:nvPr/>
              </p14:nvContentPartPr>
              <p14:xfrm>
                <a:off x="1778927" y="1316902"/>
                <a:ext cx="178200" cy="18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778DD21-6FDC-FF18-5B0F-67CC694F804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61287" y="1298902"/>
                  <a:ext cx="213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35E4B9D-7B12-004A-1D00-FCC6D2EBD522}"/>
                    </a:ext>
                  </a:extLst>
                </p14:cNvPr>
                <p14:cNvContentPartPr/>
                <p14:nvPr/>
              </p14:nvContentPartPr>
              <p14:xfrm>
                <a:off x="2035967" y="1201702"/>
                <a:ext cx="272520" cy="339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35E4B9D-7B12-004A-1D00-FCC6D2EBD5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18327" y="1183702"/>
                  <a:ext cx="308160" cy="37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8AF6522-5055-27B6-7319-32637AA581B9}"/>
              </a:ext>
            </a:extLst>
          </p:cNvPr>
          <p:cNvGrpSpPr/>
          <p:nvPr/>
        </p:nvGrpSpPr>
        <p:grpSpPr>
          <a:xfrm>
            <a:off x="2926247" y="1429222"/>
            <a:ext cx="1048320" cy="375120"/>
            <a:chOff x="2926247" y="1429222"/>
            <a:chExt cx="104832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4442AE3-6492-FE8F-9974-333B3CF3C218}"/>
                    </a:ext>
                  </a:extLst>
                </p14:cNvPr>
                <p14:cNvContentPartPr/>
                <p14:nvPr/>
              </p14:nvContentPartPr>
              <p14:xfrm>
                <a:off x="2926247" y="1429222"/>
                <a:ext cx="648000" cy="280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4442AE3-6492-FE8F-9974-333B3CF3C21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08247" y="1411582"/>
                  <a:ext cx="6836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A9E2156-76A3-3185-9B82-5B059791A466}"/>
                    </a:ext>
                  </a:extLst>
                </p14:cNvPr>
                <p14:cNvContentPartPr/>
                <p14:nvPr/>
              </p14:nvContentPartPr>
              <p14:xfrm>
                <a:off x="3580007" y="1584742"/>
                <a:ext cx="208800" cy="208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A9E2156-76A3-3185-9B82-5B059791A4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62367" y="1567102"/>
                  <a:ext cx="244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0A0566F-702E-CBAE-1FCC-873DA4F4CA93}"/>
                    </a:ext>
                  </a:extLst>
                </p14:cNvPr>
                <p14:cNvContentPartPr/>
                <p14:nvPr/>
              </p14:nvContentPartPr>
              <p14:xfrm>
                <a:off x="3955487" y="1797862"/>
                <a:ext cx="19080" cy="6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0A0566F-702E-CBAE-1FCC-873DA4F4CA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37487" y="1779862"/>
                  <a:ext cx="547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0E053E0-23D6-F307-BB3E-DD98AEA9A789}"/>
              </a:ext>
            </a:extLst>
          </p:cNvPr>
          <p:cNvGrpSpPr/>
          <p:nvPr/>
        </p:nvGrpSpPr>
        <p:grpSpPr>
          <a:xfrm>
            <a:off x="4984727" y="1357582"/>
            <a:ext cx="453600" cy="620280"/>
            <a:chOff x="4984727" y="1357582"/>
            <a:chExt cx="45360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D13648-8A55-9C7F-0F18-975AF085F61E}"/>
                    </a:ext>
                  </a:extLst>
                </p14:cNvPr>
                <p14:cNvContentPartPr/>
                <p14:nvPr/>
              </p14:nvContentPartPr>
              <p14:xfrm>
                <a:off x="4984727" y="1508422"/>
                <a:ext cx="72360" cy="182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D13648-8A55-9C7F-0F18-975AF085F61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67087" y="1490422"/>
                  <a:ext cx="108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1111CA-AC28-9DEC-CDE1-F347E0E516FB}"/>
                    </a:ext>
                  </a:extLst>
                </p14:cNvPr>
                <p14:cNvContentPartPr/>
                <p14:nvPr/>
              </p14:nvContentPartPr>
              <p14:xfrm>
                <a:off x="5111447" y="1371622"/>
                <a:ext cx="34200" cy="65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1111CA-AC28-9DEC-CDE1-F347E0E516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93447" y="1353982"/>
                  <a:ext cx="698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848909-76C3-71A3-1732-0A2833EEBBD4}"/>
                    </a:ext>
                  </a:extLst>
                </p14:cNvPr>
                <p14:cNvContentPartPr/>
                <p14:nvPr/>
              </p14:nvContentPartPr>
              <p14:xfrm>
                <a:off x="5061407" y="1357582"/>
                <a:ext cx="295200" cy="620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848909-76C3-71A3-1732-0A2833EEBBD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43407" y="1339942"/>
                  <a:ext cx="33084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6119F6-BD81-C7A7-C648-E266874BF702}"/>
                    </a:ext>
                  </a:extLst>
                </p14:cNvPr>
                <p14:cNvContentPartPr/>
                <p14:nvPr/>
              </p14:nvContentPartPr>
              <p14:xfrm>
                <a:off x="5110727" y="1612462"/>
                <a:ext cx="327600" cy="75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6119F6-BD81-C7A7-C648-E266874BF7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92727" y="1594462"/>
                  <a:ext cx="3632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E1DFF30-2946-03D0-758E-16473B09CD53}"/>
              </a:ext>
            </a:extLst>
          </p:cNvPr>
          <p:cNvGrpSpPr/>
          <p:nvPr/>
        </p:nvGrpSpPr>
        <p:grpSpPr>
          <a:xfrm>
            <a:off x="5898047" y="1400422"/>
            <a:ext cx="899280" cy="663840"/>
            <a:chOff x="5898047" y="1400422"/>
            <a:chExt cx="899280" cy="66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4AD18E4-0B19-E577-D783-E68B940C39ED}"/>
                    </a:ext>
                  </a:extLst>
                </p14:cNvPr>
                <p14:cNvContentPartPr/>
                <p14:nvPr/>
              </p14:nvContentPartPr>
              <p14:xfrm>
                <a:off x="5898047" y="1400422"/>
                <a:ext cx="384840" cy="663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4AD18E4-0B19-E577-D783-E68B940C39E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80407" y="1382422"/>
                  <a:ext cx="42048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75CCF3-4DC1-6FEF-50B0-041DA8AF631E}"/>
                    </a:ext>
                  </a:extLst>
                </p14:cNvPr>
                <p14:cNvContentPartPr/>
                <p14:nvPr/>
              </p14:nvContentPartPr>
              <p14:xfrm>
                <a:off x="5940167" y="1638022"/>
                <a:ext cx="329400" cy="93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75CCF3-4DC1-6FEF-50B0-041DA8AF631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2167" y="1620022"/>
                  <a:ext cx="365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EF9345-8DBA-82C6-D3AF-15A77D3A862C}"/>
                    </a:ext>
                  </a:extLst>
                </p14:cNvPr>
                <p14:cNvContentPartPr/>
                <p14:nvPr/>
              </p14:nvContentPartPr>
              <p14:xfrm>
                <a:off x="6318887" y="1621102"/>
                <a:ext cx="140400" cy="136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EF9345-8DBA-82C6-D3AF-15A77D3A862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00887" y="1603462"/>
                  <a:ext cx="176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39B44F-7331-6AEC-D5F5-EACE3AC11A9F}"/>
                    </a:ext>
                  </a:extLst>
                </p14:cNvPr>
                <p14:cNvContentPartPr/>
                <p14:nvPr/>
              </p14:nvContentPartPr>
              <p14:xfrm>
                <a:off x="6548567" y="1649542"/>
                <a:ext cx="248760" cy="118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39B44F-7331-6AEC-D5F5-EACE3AC11A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30927" y="1631902"/>
                  <a:ext cx="28440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620A986-CE4F-18AC-F112-585B2ED7044F}"/>
              </a:ext>
            </a:extLst>
          </p:cNvPr>
          <p:cNvGrpSpPr/>
          <p:nvPr/>
        </p:nvGrpSpPr>
        <p:grpSpPr>
          <a:xfrm>
            <a:off x="7285847" y="1444342"/>
            <a:ext cx="1128600" cy="367560"/>
            <a:chOff x="7285847" y="1444342"/>
            <a:chExt cx="112860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31102D-4FE7-63BD-6C54-D2D10C9577F8}"/>
                    </a:ext>
                  </a:extLst>
                </p14:cNvPr>
                <p14:cNvContentPartPr/>
                <p14:nvPr/>
              </p14:nvContentPartPr>
              <p14:xfrm>
                <a:off x="7285847" y="1617502"/>
                <a:ext cx="335160" cy="194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31102D-4FE7-63BD-6C54-D2D10C9577F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67847" y="1599502"/>
                  <a:ext cx="370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E20CE57-C724-0233-CE89-DF357F0FE2B0}"/>
                    </a:ext>
                  </a:extLst>
                </p14:cNvPr>
                <p14:cNvContentPartPr/>
                <p14:nvPr/>
              </p14:nvContentPartPr>
              <p14:xfrm>
                <a:off x="7572407" y="1637302"/>
                <a:ext cx="189720" cy="158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E20CE57-C724-0233-CE89-DF357F0FE2B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54767" y="1619302"/>
                  <a:ext cx="225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3E22936-E3AA-6ACA-9505-AEDC179E0F7A}"/>
                    </a:ext>
                  </a:extLst>
                </p14:cNvPr>
                <p14:cNvContentPartPr/>
                <p14:nvPr/>
              </p14:nvContentPartPr>
              <p14:xfrm>
                <a:off x="7807487" y="1598422"/>
                <a:ext cx="214200" cy="206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3E22936-E3AA-6ACA-9505-AEDC179E0F7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9487" y="1580782"/>
                  <a:ext cx="249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53CFB4C-006E-CCC6-7A80-C8F3065C4F47}"/>
                    </a:ext>
                  </a:extLst>
                </p14:cNvPr>
                <p14:cNvContentPartPr/>
                <p14:nvPr/>
              </p14:nvContentPartPr>
              <p14:xfrm>
                <a:off x="8081807" y="1444342"/>
                <a:ext cx="332640" cy="335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53CFB4C-006E-CCC6-7A80-C8F3065C4F4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63807" y="1426342"/>
                  <a:ext cx="368280" cy="37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4844E00-D430-EA0E-AE8B-1559198BBF2F}"/>
                  </a:ext>
                </a:extLst>
              </p14:cNvPr>
              <p14:cNvContentPartPr/>
              <p14:nvPr/>
            </p14:nvContentPartPr>
            <p14:xfrm>
              <a:off x="8970287" y="1603102"/>
              <a:ext cx="281880" cy="1972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4844E00-D430-EA0E-AE8B-1559198BBF2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952287" y="1585102"/>
                <a:ext cx="31752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B71C2D86-327F-B627-F7FC-6AE3F0070F39}"/>
              </a:ext>
            </a:extLst>
          </p:cNvPr>
          <p:cNvGrpSpPr/>
          <p:nvPr/>
        </p:nvGrpSpPr>
        <p:grpSpPr>
          <a:xfrm>
            <a:off x="9572927" y="1572142"/>
            <a:ext cx="370080" cy="192240"/>
            <a:chOff x="9572927" y="1572142"/>
            <a:chExt cx="37008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97D578-C9DD-E6ED-6302-762C8FCB0889}"/>
                    </a:ext>
                  </a:extLst>
                </p14:cNvPr>
                <p14:cNvContentPartPr/>
                <p14:nvPr/>
              </p14:nvContentPartPr>
              <p14:xfrm>
                <a:off x="9572927" y="1572142"/>
                <a:ext cx="80640" cy="192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97D578-C9DD-E6ED-6302-762C8FCB088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55287" y="1554502"/>
                  <a:ext cx="116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6F84C7-82A8-9FD9-231B-190336A85F8C}"/>
                    </a:ext>
                  </a:extLst>
                </p14:cNvPr>
                <p14:cNvContentPartPr/>
                <p14:nvPr/>
              </p14:nvContentPartPr>
              <p14:xfrm>
                <a:off x="9702527" y="1599502"/>
                <a:ext cx="240480" cy="153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6F84C7-82A8-9FD9-231B-190336A85F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84527" y="1581862"/>
                  <a:ext cx="27612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549DD39-0FD9-F9F3-718A-6F5F45366A0F}"/>
                  </a:ext>
                </a:extLst>
              </p14:cNvPr>
              <p14:cNvContentPartPr/>
              <p14:nvPr/>
            </p14:nvContentPartPr>
            <p14:xfrm>
              <a:off x="9854807" y="1329862"/>
              <a:ext cx="57240" cy="36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549DD39-0FD9-F9F3-718A-6F5F45366A0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836807" y="1311862"/>
                <a:ext cx="928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1A432DC-D56A-FD1D-4BFD-1506F18B6C4E}"/>
                  </a:ext>
                </a:extLst>
              </p14:cNvPr>
              <p14:cNvContentPartPr/>
              <p14:nvPr/>
            </p14:nvContentPartPr>
            <p14:xfrm>
              <a:off x="10311647" y="1598062"/>
              <a:ext cx="243720" cy="2008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1A432DC-D56A-FD1D-4BFD-1506F18B6C4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294007" y="1580062"/>
                <a:ext cx="27936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A3B58024-FB84-7B17-81C9-FDCADC477A76}"/>
              </a:ext>
            </a:extLst>
          </p:cNvPr>
          <p:cNvGrpSpPr/>
          <p:nvPr/>
        </p:nvGrpSpPr>
        <p:grpSpPr>
          <a:xfrm>
            <a:off x="10957847" y="1343182"/>
            <a:ext cx="822960" cy="424080"/>
            <a:chOff x="10957847" y="1343182"/>
            <a:chExt cx="82296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23DEBC-040A-3F71-5213-8C4C405FD13C}"/>
                    </a:ext>
                  </a:extLst>
                </p14:cNvPr>
                <p14:cNvContentPartPr/>
                <p14:nvPr/>
              </p14:nvContentPartPr>
              <p14:xfrm>
                <a:off x="10957847" y="1555942"/>
                <a:ext cx="188640" cy="166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23DEBC-040A-3F71-5213-8C4C405FD13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940207" y="1538302"/>
                  <a:ext cx="224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2EDAB2A-64BC-2DDC-58E7-9EAB430DD1ED}"/>
                    </a:ext>
                  </a:extLst>
                </p14:cNvPr>
                <p14:cNvContentPartPr/>
                <p14:nvPr/>
              </p14:nvContentPartPr>
              <p14:xfrm>
                <a:off x="11233967" y="1575022"/>
                <a:ext cx="183240" cy="123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2EDAB2A-64BC-2DDC-58E7-9EAB430DD1E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215967" y="1557382"/>
                  <a:ext cx="218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F8ACFED-1811-3F1B-5E9C-B8C2FFE2A770}"/>
                    </a:ext>
                  </a:extLst>
                </p14:cNvPr>
                <p14:cNvContentPartPr/>
                <p14:nvPr/>
              </p14:nvContentPartPr>
              <p14:xfrm>
                <a:off x="11505407" y="1343182"/>
                <a:ext cx="275400" cy="424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F8ACFED-1811-3F1B-5E9C-B8C2FFE2A7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87407" y="1325542"/>
                  <a:ext cx="311040" cy="45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FCBE28B-78E2-AA9A-5413-CDB6B9CD2A05}"/>
              </a:ext>
            </a:extLst>
          </p:cNvPr>
          <p:cNvGrpSpPr/>
          <p:nvPr/>
        </p:nvGrpSpPr>
        <p:grpSpPr>
          <a:xfrm>
            <a:off x="212567" y="2034022"/>
            <a:ext cx="996840" cy="366120"/>
            <a:chOff x="212567" y="2034022"/>
            <a:chExt cx="99684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C534618-233D-C540-E9E0-55A9926E3B81}"/>
                    </a:ext>
                  </a:extLst>
                </p14:cNvPr>
                <p14:cNvContentPartPr/>
                <p14:nvPr/>
              </p14:nvContentPartPr>
              <p14:xfrm>
                <a:off x="212567" y="2034022"/>
                <a:ext cx="344160" cy="310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C534618-233D-C540-E9E0-55A9926E3B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4927" y="2016382"/>
                  <a:ext cx="3798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5B79FB3-51C3-7E9B-61FE-3BAD49868E74}"/>
                    </a:ext>
                  </a:extLst>
                </p14:cNvPr>
                <p14:cNvContentPartPr/>
                <p14:nvPr/>
              </p14:nvContentPartPr>
              <p14:xfrm>
                <a:off x="595607" y="2072182"/>
                <a:ext cx="248760" cy="226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5B79FB3-51C3-7E9B-61FE-3BAD49868E7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7967" y="2054542"/>
                  <a:ext cx="284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FF5F967-3066-C7D0-F62C-C47A7E12EF58}"/>
                    </a:ext>
                  </a:extLst>
                </p14:cNvPr>
                <p14:cNvContentPartPr/>
                <p14:nvPr/>
              </p14:nvContentPartPr>
              <p14:xfrm>
                <a:off x="691367" y="2317342"/>
                <a:ext cx="160920" cy="8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FF5F967-3066-C7D0-F62C-C47A7E12EF5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3727" y="2299342"/>
                  <a:ext cx="1965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F99234-44B1-06BF-17E1-9ED87E86CABD}"/>
                    </a:ext>
                  </a:extLst>
                </p14:cNvPr>
                <p14:cNvContentPartPr/>
                <p14:nvPr/>
              </p14:nvContentPartPr>
              <p14:xfrm>
                <a:off x="955967" y="2085142"/>
                <a:ext cx="253440" cy="257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F99234-44B1-06BF-17E1-9ED87E86CAB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8327" y="2067142"/>
                  <a:ext cx="289080" cy="29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28E19BE-92BD-EF97-7264-43E4FE52CDE0}"/>
                  </a:ext>
                </a:extLst>
              </p14:cNvPr>
              <p14:cNvContentPartPr/>
              <p14:nvPr/>
            </p14:nvContentPartPr>
            <p14:xfrm>
              <a:off x="1741847" y="2258662"/>
              <a:ext cx="79920" cy="1656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28E19BE-92BD-EF97-7264-43E4FE52CDE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723847" y="2240662"/>
                <a:ext cx="11556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ADBF851F-F634-EC69-5521-8817A77A9611}"/>
              </a:ext>
            </a:extLst>
          </p:cNvPr>
          <p:cNvGrpSpPr/>
          <p:nvPr/>
        </p:nvGrpSpPr>
        <p:grpSpPr>
          <a:xfrm>
            <a:off x="2340527" y="2126542"/>
            <a:ext cx="704520" cy="399960"/>
            <a:chOff x="2340527" y="2126542"/>
            <a:chExt cx="70452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8DAF11-CFB4-AEFD-B15F-3CCB10DADDC1}"/>
                    </a:ext>
                  </a:extLst>
                </p14:cNvPr>
                <p14:cNvContentPartPr/>
                <p14:nvPr/>
              </p14:nvContentPartPr>
              <p14:xfrm>
                <a:off x="2340527" y="2126542"/>
                <a:ext cx="261360" cy="38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8DAF11-CFB4-AEFD-B15F-3CCB10DADD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22527" y="2108902"/>
                  <a:ext cx="2970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C1641D1-863A-4E1D-8C97-2978413882CE}"/>
                    </a:ext>
                  </a:extLst>
                </p14:cNvPr>
                <p14:cNvContentPartPr/>
                <p14:nvPr/>
              </p14:nvContentPartPr>
              <p14:xfrm>
                <a:off x="2415407" y="2173702"/>
                <a:ext cx="629640" cy="352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C1641D1-863A-4E1D-8C97-2978413882C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397767" y="2155702"/>
                  <a:ext cx="66528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19D1078-08C3-B911-2043-AFC08F5C7BDE}"/>
              </a:ext>
            </a:extLst>
          </p:cNvPr>
          <p:cNvGrpSpPr/>
          <p:nvPr/>
        </p:nvGrpSpPr>
        <p:grpSpPr>
          <a:xfrm>
            <a:off x="3550127" y="2213662"/>
            <a:ext cx="1211040" cy="427680"/>
            <a:chOff x="3550127" y="2213662"/>
            <a:chExt cx="121104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F4F207-A21B-A056-1C03-1650DA722C1C}"/>
                    </a:ext>
                  </a:extLst>
                </p14:cNvPr>
                <p14:cNvContentPartPr/>
                <p14:nvPr/>
              </p14:nvContentPartPr>
              <p14:xfrm>
                <a:off x="3550127" y="2417782"/>
                <a:ext cx="426600" cy="197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F4F207-A21B-A056-1C03-1650DA722C1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32487" y="2400142"/>
                  <a:ext cx="462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6BDD49A-4A9F-73A3-D40C-860DE3A3B651}"/>
                    </a:ext>
                  </a:extLst>
                </p14:cNvPr>
                <p14:cNvContentPartPr/>
                <p14:nvPr/>
              </p14:nvContentPartPr>
              <p14:xfrm>
                <a:off x="4110287" y="2213662"/>
                <a:ext cx="141120" cy="427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6BDD49A-4A9F-73A3-D40C-860DE3A3B6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92287" y="2195662"/>
                  <a:ext cx="1767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2E891A3-9570-E489-B2E7-962DE7013DE3}"/>
                    </a:ext>
                  </a:extLst>
                </p14:cNvPr>
                <p14:cNvContentPartPr/>
                <p14:nvPr/>
              </p14:nvContentPartPr>
              <p14:xfrm>
                <a:off x="3966287" y="2439382"/>
                <a:ext cx="98640" cy="159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2E891A3-9570-E489-B2E7-962DE7013DE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48287" y="2421742"/>
                  <a:ext cx="134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89B19CA-14A2-BDA9-F9CC-D4F54528B5D8}"/>
                    </a:ext>
                  </a:extLst>
                </p14:cNvPr>
                <p14:cNvContentPartPr/>
                <p14:nvPr/>
              </p14:nvContentPartPr>
              <p14:xfrm>
                <a:off x="4090127" y="2303302"/>
                <a:ext cx="114120" cy="33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89B19CA-14A2-BDA9-F9CC-D4F54528B5D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72127" y="2285302"/>
                  <a:ext cx="149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01248FE-6A97-84C2-A406-9A3BE811F1B1}"/>
                    </a:ext>
                  </a:extLst>
                </p14:cNvPr>
                <p14:cNvContentPartPr/>
                <p14:nvPr/>
              </p14:nvContentPartPr>
              <p14:xfrm>
                <a:off x="4296767" y="2376022"/>
                <a:ext cx="118800" cy="209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01248FE-6A97-84C2-A406-9A3BE811F1B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78767" y="2358382"/>
                  <a:ext cx="154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0AC2E1B-54FA-6CF4-FA94-AD08009F36D1}"/>
                    </a:ext>
                  </a:extLst>
                </p14:cNvPr>
                <p14:cNvContentPartPr/>
                <p14:nvPr/>
              </p14:nvContentPartPr>
              <p14:xfrm>
                <a:off x="4510247" y="2412382"/>
                <a:ext cx="250920" cy="151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0AC2E1B-54FA-6CF4-FA94-AD08009F36D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92247" y="2394382"/>
                  <a:ext cx="2865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AB98B98-6883-06AA-DDBE-D19D7BBD9E35}"/>
              </a:ext>
            </a:extLst>
          </p:cNvPr>
          <p:cNvGrpSpPr/>
          <p:nvPr/>
        </p:nvGrpSpPr>
        <p:grpSpPr>
          <a:xfrm>
            <a:off x="5420327" y="2381422"/>
            <a:ext cx="742320" cy="379440"/>
            <a:chOff x="5420327" y="2381422"/>
            <a:chExt cx="7423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155F6A1-2C7E-C7E6-412D-43BDCA87BDA0}"/>
                    </a:ext>
                  </a:extLst>
                </p14:cNvPr>
                <p14:cNvContentPartPr/>
                <p14:nvPr/>
              </p14:nvContentPartPr>
              <p14:xfrm>
                <a:off x="5420327" y="2381422"/>
                <a:ext cx="325080" cy="347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155F6A1-2C7E-C7E6-412D-43BDCA87BDA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402327" y="2363422"/>
                  <a:ext cx="3607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DBB0FD5-A9DE-D225-8E63-7CCE0A3DE7A3}"/>
                    </a:ext>
                  </a:extLst>
                </p14:cNvPr>
                <p14:cNvContentPartPr/>
                <p14:nvPr/>
              </p14:nvContentPartPr>
              <p14:xfrm>
                <a:off x="5885087" y="2592382"/>
                <a:ext cx="277560" cy="168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DBB0FD5-A9DE-D225-8E63-7CCE0A3DE7A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67447" y="2574742"/>
                  <a:ext cx="3132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5CB6FBB-A502-2423-CEF7-236F954531D9}"/>
              </a:ext>
            </a:extLst>
          </p:cNvPr>
          <p:cNvGrpSpPr/>
          <p:nvPr/>
        </p:nvGrpSpPr>
        <p:grpSpPr>
          <a:xfrm>
            <a:off x="6708047" y="2336422"/>
            <a:ext cx="221040" cy="387000"/>
            <a:chOff x="6708047" y="2336422"/>
            <a:chExt cx="22104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B22A61-0DB2-C658-6FAB-5C916C9DF703}"/>
                    </a:ext>
                  </a:extLst>
                </p14:cNvPr>
                <p14:cNvContentPartPr/>
                <p14:nvPr/>
              </p14:nvContentPartPr>
              <p14:xfrm>
                <a:off x="6708047" y="2477542"/>
                <a:ext cx="37080" cy="219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B22A61-0DB2-C658-6FAB-5C916C9DF7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90047" y="2459902"/>
                  <a:ext cx="72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E143198-6E52-0B28-ACC0-6DB25EBF9C72}"/>
                    </a:ext>
                  </a:extLst>
                </p14:cNvPr>
                <p14:cNvContentPartPr/>
                <p14:nvPr/>
              </p14:nvContentPartPr>
              <p14:xfrm>
                <a:off x="6798047" y="2536582"/>
                <a:ext cx="131040" cy="186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E143198-6E52-0B28-ACC0-6DB25EBF9C7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80047" y="2518942"/>
                  <a:ext cx="166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F113348-8F65-8359-C5BE-624FFC820732}"/>
                    </a:ext>
                  </a:extLst>
                </p14:cNvPr>
                <p14:cNvContentPartPr/>
                <p14:nvPr/>
              </p14:nvContentPartPr>
              <p14:xfrm>
                <a:off x="6817127" y="2336422"/>
                <a:ext cx="14040" cy="29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F113348-8F65-8359-C5BE-624FFC82073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99487" y="2318782"/>
                  <a:ext cx="4968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535D2BC-CFFD-D9E7-C6F7-F5962A08F27C}"/>
              </a:ext>
            </a:extLst>
          </p:cNvPr>
          <p:cNvGrpSpPr/>
          <p:nvPr/>
        </p:nvGrpSpPr>
        <p:grpSpPr>
          <a:xfrm>
            <a:off x="7694807" y="2429302"/>
            <a:ext cx="1417320" cy="399240"/>
            <a:chOff x="7694807" y="2429302"/>
            <a:chExt cx="141732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B1B7EB3-9B52-ED03-E797-20802B57A364}"/>
                    </a:ext>
                  </a:extLst>
                </p14:cNvPr>
                <p14:cNvContentPartPr/>
                <p14:nvPr/>
              </p14:nvContentPartPr>
              <p14:xfrm>
                <a:off x="7694807" y="2449102"/>
                <a:ext cx="621000" cy="366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B1B7EB3-9B52-ED03-E797-20802B57A36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76807" y="2431462"/>
                  <a:ext cx="6566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E2C1D4E-45AE-8E8A-5858-19DC5183DAEB}"/>
                    </a:ext>
                  </a:extLst>
                </p14:cNvPr>
                <p14:cNvContentPartPr/>
                <p14:nvPr/>
              </p14:nvContentPartPr>
              <p14:xfrm>
                <a:off x="8382407" y="2636662"/>
                <a:ext cx="182880" cy="181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E2C1D4E-45AE-8E8A-5858-19DC5183DA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64407" y="2618662"/>
                  <a:ext cx="218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F25B193-D9D5-9244-7F85-3F1DC3122D41}"/>
                    </a:ext>
                  </a:extLst>
                </p14:cNvPr>
                <p14:cNvContentPartPr/>
                <p14:nvPr/>
              </p14:nvContentPartPr>
              <p14:xfrm>
                <a:off x="8804327" y="2633782"/>
                <a:ext cx="63360" cy="194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F25B193-D9D5-9244-7F85-3F1DC3122D4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86687" y="2616142"/>
                  <a:ext cx="990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CFCFAE8-6E5D-763B-467D-89537DAEE1E5}"/>
                    </a:ext>
                  </a:extLst>
                </p14:cNvPr>
                <p14:cNvContentPartPr/>
                <p14:nvPr/>
              </p14:nvContentPartPr>
              <p14:xfrm>
                <a:off x="8937167" y="2648182"/>
                <a:ext cx="174960" cy="168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CFCFAE8-6E5D-763B-467D-89537DAEE1E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19167" y="2630542"/>
                  <a:ext cx="210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88F8D3D-1317-C07F-A5FC-A04F5AA11748}"/>
                    </a:ext>
                  </a:extLst>
                </p14:cNvPr>
                <p14:cNvContentPartPr/>
                <p14:nvPr/>
              </p14:nvContentPartPr>
              <p14:xfrm>
                <a:off x="8983607" y="2429302"/>
                <a:ext cx="88200" cy="90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88F8D3D-1317-C07F-A5FC-A04F5AA1174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65967" y="2411662"/>
                  <a:ext cx="12384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982ABAE-0BAF-FD9A-3D5B-69E0823F04F8}"/>
                  </a:ext>
                </a:extLst>
              </p14:cNvPr>
              <p14:cNvContentPartPr/>
              <p14:nvPr/>
            </p14:nvContentPartPr>
            <p14:xfrm>
              <a:off x="9694967" y="2583382"/>
              <a:ext cx="282960" cy="2455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982ABAE-0BAF-FD9A-3D5B-69E0823F04F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677327" y="2565742"/>
                <a:ext cx="3186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572FD74-F2E7-378B-1ABC-74022E679C3D}"/>
                  </a:ext>
                </a:extLst>
              </p14:cNvPr>
              <p14:cNvContentPartPr/>
              <p14:nvPr/>
            </p14:nvContentPartPr>
            <p14:xfrm>
              <a:off x="10451327" y="2809822"/>
              <a:ext cx="25560" cy="475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572FD74-F2E7-378B-1ABC-74022E679C3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433687" y="2791822"/>
                <a:ext cx="6120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46BB855-14D2-20AC-507B-66FE481BFAA1}"/>
                  </a:ext>
                </a:extLst>
              </p14:cNvPr>
              <p14:cNvContentPartPr/>
              <p14:nvPr/>
            </p14:nvContentPartPr>
            <p14:xfrm>
              <a:off x="8184047" y="1978582"/>
              <a:ext cx="37440" cy="10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46BB855-14D2-20AC-507B-66FE481BFAA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166407" y="1960582"/>
                <a:ext cx="73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9829FFD-B3A7-A69B-4C72-093C5046F185}"/>
                  </a:ext>
                </a:extLst>
              </p14:cNvPr>
              <p14:cNvContentPartPr/>
              <p14:nvPr/>
            </p14:nvContentPartPr>
            <p14:xfrm>
              <a:off x="9063527" y="1737382"/>
              <a:ext cx="12600" cy="36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9829FFD-B3A7-A69B-4C72-093C5046F18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045887" y="1719382"/>
                <a:ext cx="482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6B9F2E5-7AE2-E4D3-626E-D0B743B5EB3E}"/>
                  </a:ext>
                </a:extLst>
              </p14:cNvPr>
              <p14:cNvContentPartPr/>
              <p14:nvPr/>
            </p14:nvContentPartPr>
            <p14:xfrm>
              <a:off x="1234607" y="2282062"/>
              <a:ext cx="360" cy="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6B9F2E5-7AE2-E4D3-626E-D0B743B5EB3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216607" y="22644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A2E470C-6C31-8D19-3E93-81C363EAB20E}"/>
                  </a:ext>
                </a:extLst>
              </p14:cNvPr>
              <p14:cNvContentPartPr/>
              <p14:nvPr/>
            </p14:nvContentPartPr>
            <p14:xfrm>
              <a:off x="9286727" y="2831422"/>
              <a:ext cx="103680" cy="72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A2E470C-6C31-8D19-3E93-81C363EAB20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269087" y="2813422"/>
                <a:ext cx="13932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9963809-7C00-E5EB-0BB8-A1B8866EEABA}"/>
              </a:ext>
            </a:extLst>
          </p:cNvPr>
          <p:cNvGrpSpPr/>
          <p:nvPr/>
        </p:nvGrpSpPr>
        <p:grpSpPr>
          <a:xfrm>
            <a:off x="401567" y="2963902"/>
            <a:ext cx="474120" cy="232200"/>
            <a:chOff x="401567" y="2963902"/>
            <a:chExt cx="47412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4B4E13F-640A-89DF-3F13-9C53E0829B64}"/>
                    </a:ext>
                  </a:extLst>
                </p14:cNvPr>
                <p14:cNvContentPartPr/>
                <p14:nvPr/>
              </p14:nvContentPartPr>
              <p14:xfrm>
                <a:off x="401567" y="2963902"/>
                <a:ext cx="138240" cy="232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4B4E13F-640A-89DF-3F13-9C53E0829B6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3927" y="2946262"/>
                  <a:ext cx="1738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6FD193C-30DA-02AF-D7C1-281B73F655A6}"/>
                    </a:ext>
                  </a:extLst>
                </p14:cNvPr>
                <p14:cNvContentPartPr/>
                <p14:nvPr/>
              </p14:nvContentPartPr>
              <p14:xfrm>
                <a:off x="660767" y="2984062"/>
                <a:ext cx="214920" cy="197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6FD193C-30DA-02AF-D7C1-281B73F655A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2767" y="2966422"/>
                  <a:ext cx="2505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CA7D82B-4DB1-099C-A159-8A848C01B7A9}"/>
              </a:ext>
            </a:extLst>
          </p:cNvPr>
          <p:cNvGrpSpPr/>
          <p:nvPr/>
        </p:nvGrpSpPr>
        <p:grpSpPr>
          <a:xfrm>
            <a:off x="3254927" y="3099622"/>
            <a:ext cx="213480" cy="309600"/>
            <a:chOff x="3254927" y="3099622"/>
            <a:chExt cx="2134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7D4FB31-19D3-E1DA-104E-EF918E1AFEC6}"/>
                    </a:ext>
                  </a:extLst>
                </p14:cNvPr>
                <p14:cNvContentPartPr/>
                <p14:nvPr/>
              </p14:nvContentPartPr>
              <p14:xfrm>
                <a:off x="3254927" y="3231022"/>
                <a:ext cx="20520" cy="174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7D4FB31-19D3-E1DA-104E-EF918E1AFEC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36927" y="3213022"/>
                  <a:ext cx="56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DDBA223-0B82-950E-A64E-B9BE6B37B92D}"/>
                    </a:ext>
                  </a:extLst>
                </p14:cNvPr>
                <p14:cNvContentPartPr/>
                <p14:nvPr/>
              </p14:nvContentPartPr>
              <p14:xfrm>
                <a:off x="3343847" y="3254782"/>
                <a:ext cx="124560" cy="154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DDBA223-0B82-950E-A64E-B9BE6B37B92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25847" y="3236782"/>
                  <a:ext cx="160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DA420F3-3C28-16DD-A019-30AB5BEB4FA9}"/>
                    </a:ext>
                  </a:extLst>
                </p14:cNvPr>
                <p14:cNvContentPartPr/>
                <p14:nvPr/>
              </p14:nvContentPartPr>
              <p14:xfrm>
                <a:off x="3388127" y="3099622"/>
                <a:ext cx="13320" cy="46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DA420F3-3C28-16DD-A019-30AB5BEB4FA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70487" y="3081982"/>
                  <a:ext cx="4896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63611B3-7E52-1B64-61DC-B4BE6FF48284}"/>
              </a:ext>
            </a:extLst>
          </p:cNvPr>
          <p:cNvGrpSpPr/>
          <p:nvPr/>
        </p:nvGrpSpPr>
        <p:grpSpPr>
          <a:xfrm>
            <a:off x="1450967" y="2952382"/>
            <a:ext cx="1476720" cy="432720"/>
            <a:chOff x="1450967" y="2952382"/>
            <a:chExt cx="1476720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730F2F9-137E-E5BE-631E-D994F32C9DBC}"/>
                    </a:ext>
                  </a:extLst>
                </p14:cNvPr>
                <p14:cNvContentPartPr/>
                <p14:nvPr/>
              </p14:nvContentPartPr>
              <p14:xfrm>
                <a:off x="1450967" y="2952382"/>
                <a:ext cx="309240" cy="357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730F2F9-137E-E5BE-631E-D994F32C9DB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33327" y="2934382"/>
                  <a:ext cx="3448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FAD262D-AE21-5026-968B-A37D8FF32FAD}"/>
                    </a:ext>
                  </a:extLst>
                </p14:cNvPr>
                <p14:cNvContentPartPr/>
                <p14:nvPr/>
              </p14:nvContentPartPr>
              <p14:xfrm>
                <a:off x="1568687" y="3138862"/>
                <a:ext cx="244080" cy="15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FAD262D-AE21-5026-968B-A37D8FF32FA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50687" y="3120862"/>
                  <a:ext cx="279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654E8DA-A2F7-6708-5060-1ACE1AF0A6CD}"/>
                    </a:ext>
                  </a:extLst>
                </p14:cNvPr>
                <p14:cNvContentPartPr/>
                <p14:nvPr/>
              </p14:nvContentPartPr>
              <p14:xfrm>
                <a:off x="2072327" y="3191782"/>
                <a:ext cx="686160" cy="193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654E8DA-A2F7-6708-5060-1ACE1AF0A6C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54327" y="3174142"/>
                  <a:ext cx="721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FDF51FD-F272-E098-AF07-553C39F0DA3D}"/>
                    </a:ext>
                  </a:extLst>
                </p14:cNvPr>
                <p14:cNvContentPartPr/>
                <p14:nvPr/>
              </p14:nvContentPartPr>
              <p14:xfrm>
                <a:off x="2753087" y="3245422"/>
                <a:ext cx="174600" cy="107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FDF51FD-F272-E098-AF07-553C39F0DA3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35447" y="3227782"/>
                  <a:ext cx="2102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79EBE11-9112-8B0D-C9AD-EAD7DC424B96}"/>
              </a:ext>
            </a:extLst>
          </p:cNvPr>
          <p:cNvGrpSpPr/>
          <p:nvPr/>
        </p:nvGrpSpPr>
        <p:grpSpPr>
          <a:xfrm>
            <a:off x="4121087" y="3121222"/>
            <a:ext cx="1276920" cy="329760"/>
            <a:chOff x="4121087" y="3121222"/>
            <a:chExt cx="127692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197B1C8-67BC-78AF-6A52-02E279EE8D18}"/>
                    </a:ext>
                  </a:extLst>
                </p14:cNvPr>
                <p14:cNvContentPartPr/>
                <p14:nvPr/>
              </p14:nvContentPartPr>
              <p14:xfrm>
                <a:off x="4121087" y="3124822"/>
                <a:ext cx="712800" cy="326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197B1C8-67BC-78AF-6A52-02E279EE8D1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103447" y="3106822"/>
                  <a:ext cx="748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CA920DE-3479-1B5D-39F1-4EA604ECCDC6}"/>
                    </a:ext>
                  </a:extLst>
                </p14:cNvPr>
                <p14:cNvContentPartPr/>
                <p14:nvPr/>
              </p14:nvContentPartPr>
              <p14:xfrm>
                <a:off x="4904087" y="3243262"/>
                <a:ext cx="164880" cy="177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CA920DE-3479-1B5D-39F1-4EA604ECCDC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86447" y="3225262"/>
                  <a:ext cx="200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309E8AD-97B8-AA04-06F3-BF39094AF5C0}"/>
                    </a:ext>
                  </a:extLst>
                </p14:cNvPr>
                <p14:cNvContentPartPr/>
                <p14:nvPr/>
              </p14:nvContentPartPr>
              <p14:xfrm>
                <a:off x="5133047" y="3121222"/>
                <a:ext cx="264960" cy="302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309E8AD-97B8-AA04-06F3-BF39094AF5C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15047" y="3103222"/>
                  <a:ext cx="30060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1A2D1BB-6683-F9A7-1030-C53E7F77C1A4}"/>
              </a:ext>
            </a:extLst>
          </p:cNvPr>
          <p:cNvGrpSpPr/>
          <p:nvPr/>
        </p:nvGrpSpPr>
        <p:grpSpPr>
          <a:xfrm>
            <a:off x="5785367" y="3243982"/>
            <a:ext cx="268560" cy="223560"/>
            <a:chOff x="5785367" y="3243982"/>
            <a:chExt cx="26856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2E2E3E2-11F6-21F1-728E-43E76C41E32B}"/>
                    </a:ext>
                  </a:extLst>
                </p14:cNvPr>
                <p14:cNvContentPartPr/>
                <p14:nvPr/>
              </p14:nvContentPartPr>
              <p14:xfrm>
                <a:off x="5785367" y="3243982"/>
                <a:ext cx="118080" cy="193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2E2E3E2-11F6-21F1-728E-43E76C41E32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767367" y="3225982"/>
                  <a:ext cx="153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9EB01FE-8C55-FF00-C268-79960417ADA0}"/>
                    </a:ext>
                  </a:extLst>
                </p14:cNvPr>
                <p14:cNvContentPartPr/>
                <p14:nvPr/>
              </p14:nvContentPartPr>
              <p14:xfrm>
                <a:off x="5912447" y="3283942"/>
                <a:ext cx="141480" cy="183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9EB01FE-8C55-FF00-C268-79960417AD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94447" y="3265942"/>
                  <a:ext cx="1771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EC3F32D-CE01-794B-7E66-F101CB75FD95}"/>
              </a:ext>
            </a:extLst>
          </p:cNvPr>
          <p:cNvGrpSpPr/>
          <p:nvPr/>
        </p:nvGrpSpPr>
        <p:grpSpPr>
          <a:xfrm>
            <a:off x="6442727" y="3338662"/>
            <a:ext cx="1475280" cy="214560"/>
            <a:chOff x="6442727" y="3338662"/>
            <a:chExt cx="147528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732917D-17AA-1D07-41B9-D6B0E3B07BCC}"/>
                    </a:ext>
                  </a:extLst>
                </p14:cNvPr>
                <p14:cNvContentPartPr/>
                <p14:nvPr/>
              </p14:nvContentPartPr>
              <p14:xfrm>
                <a:off x="6442727" y="3338662"/>
                <a:ext cx="330120" cy="214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732917D-17AA-1D07-41B9-D6B0E3B07B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24727" y="3321022"/>
                  <a:ext cx="365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012C8D7-7366-22EE-D12F-51C41461DDDC}"/>
                    </a:ext>
                  </a:extLst>
                </p14:cNvPr>
                <p14:cNvContentPartPr/>
                <p14:nvPr/>
              </p14:nvContentPartPr>
              <p14:xfrm>
                <a:off x="6958967" y="3342982"/>
                <a:ext cx="198000" cy="155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012C8D7-7366-22EE-D12F-51C41461DDD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940967" y="3324982"/>
                  <a:ext cx="233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80042A8-8A7F-6826-8103-B8FA9957EBE8}"/>
                    </a:ext>
                  </a:extLst>
                </p14:cNvPr>
                <p14:cNvContentPartPr/>
                <p14:nvPr/>
              </p14:nvContentPartPr>
              <p14:xfrm>
                <a:off x="7258487" y="3341182"/>
                <a:ext cx="303840" cy="199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80042A8-8A7F-6826-8103-B8FA9957EBE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40487" y="3323542"/>
                  <a:ext cx="339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82E5090-22C2-5A03-1E75-D0A45660E16D}"/>
                    </a:ext>
                  </a:extLst>
                </p14:cNvPr>
                <p14:cNvContentPartPr/>
                <p14:nvPr/>
              </p14:nvContentPartPr>
              <p14:xfrm>
                <a:off x="7653407" y="3378982"/>
                <a:ext cx="264600" cy="169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82E5090-22C2-5A03-1E75-D0A45660E16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635407" y="3361342"/>
                  <a:ext cx="3002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AADE11E-BA0E-778A-DC0C-8A7561AD0024}"/>
              </a:ext>
            </a:extLst>
          </p:cNvPr>
          <p:cNvGrpSpPr/>
          <p:nvPr/>
        </p:nvGrpSpPr>
        <p:grpSpPr>
          <a:xfrm>
            <a:off x="8462327" y="3395902"/>
            <a:ext cx="996840" cy="212760"/>
            <a:chOff x="8462327" y="3395902"/>
            <a:chExt cx="99684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C8960B4-F289-AA59-5B4D-2BE4AAE21EFB}"/>
                    </a:ext>
                  </a:extLst>
                </p14:cNvPr>
                <p14:cNvContentPartPr/>
                <p14:nvPr/>
              </p14:nvContentPartPr>
              <p14:xfrm>
                <a:off x="8462327" y="3395902"/>
                <a:ext cx="729000" cy="197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C8960B4-F289-AA59-5B4D-2BE4AAE21E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444687" y="3377902"/>
                  <a:ext cx="7646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E4049BA-2F7B-A8AA-13D5-94657B0AD8B8}"/>
                    </a:ext>
                  </a:extLst>
                </p14:cNvPr>
                <p14:cNvContentPartPr/>
                <p14:nvPr/>
              </p14:nvContentPartPr>
              <p14:xfrm>
                <a:off x="9276287" y="3424702"/>
                <a:ext cx="182880" cy="183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E4049BA-2F7B-A8AA-13D5-94657B0AD8B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58647" y="3406702"/>
                  <a:ext cx="21852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AFDD85E-76E3-5387-B7DD-44985A108AE0}"/>
              </a:ext>
            </a:extLst>
          </p:cNvPr>
          <p:cNvGrpSpPr/>
          <p:nvPr/>
        </p:nvGrpSpPr>
        <p:grpSpPr>
          <a:xfrm>
            <a:off x="9949847" y="3220222"/>
            <a:ext cx="637560" cy="610200"/>
            <a:chOff x="9949847" y="3220222"/>
            <a:chExt cx="637560" cy="6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C03A2FC-184A-CBB2-A73B-E9100F2CA331}"/>
                    </a:ext>
                  </a:extLst>
                </p14:cNvPr>
                <p14:cNvContentPartPr/>
                <p14:nvPr/>
              </p14:nvContentPartPr>
              <p14:xfrm>
                <a:off x="9949847" y="3374302"/>
                <a:ext cx="189720" cy="207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C03A2FC-184A-CBB2-A73B-E9100F2CA33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32207" y="3356662"/>
                  <a:ext cx="2253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038D965-BFB1-86D5-8F8B-0363CFBF57F0}"/>
                    </a:ext>
                  </a:extLst>
                </p14:cNvPr>
                <p14:cNvContentPartPr/>
                <p14:nvPr/>
              </p14:nvContentPartPr>
              <p14:xfrm>
                <a:off x="10200047" y="3241102"/>
                <a:ext cx="29880" cy="41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038D965-BFB1-86D5-8F8B-0363CFBF57F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82047" y="3223102"/>
                  <a:ext cx="65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BDC3B18-A29E-F05D-D67F-C37B26BBDBD2}"/>
                    </a:ext>
                  </a:extLst>
                </p14:cNvPr>
                <p14:cNvContentPartPr/>
                <p14:nvPr/>
              </p14:nvContentPartPr>
              <p14:xfrm>
                <a:off x="10295447" y="3220222"/>
                <a:ext cx="291960" cy="610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BDC3B18-A29E-F05D-D67F-C37B26BBDBD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77807" y="3202582"/>
                  <a:ext cx="32760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0969C97-3CE9-78F5-3A81-A7DD48DF0393}"/>
                    </a:ext>
                  </a:extLst>
                </p14:cNvPr>
                <p14:cNvContentPartPr/>
                <p14:nvPr/>
              </p14:nvContentPartPr>
              <p14:xfrm>
                <a:off x="10305167" y="3557902"/>
                <a:ext cx="132840" cy="40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0969C97-3CE9-78F5-3A81-A7DD48DF039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287527" y="3539902"/>
                  <a:ext cx="16848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C8B59A3-F86A-FD8A-B23B-8BC3A3424388}"/>
              </a:ext>
            </a:extLst>
          </p:cNvPr>
          <p:cNvGrpSpPr/>
          <p:nvPr/>
        </p:nvGrpSpPr>
        <p:grpSpPr>
          <a:xfrm>
            <a:off x="11019047" y="3276022"/>
            <a:ext cx="515880" cy="343080"/>
            <a:chOff x="11019047" y="3276022"/>
            <a:chExt cx="515880" cy="34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8FF7232-1228-324C-E3D9-C39FBE4835F2}"/>
                    </a:ext>
                  </a:extLst>
                </p14:cNvPr>
                <p14:cNvContentPartPr/>
                <p14:nvPr/>
              </p14:nvContentPartPr>
              <p14:xfrm>
                <a:off x="11019047" y="3440542"/>
                <a:ext cx="175320" cy="178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8FF7232-1228-324C-E3D9-C39FBE4835F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01407" y="3422542"/>
                  <a:ext cx="210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0350D80-B03B-DB44-6216-34AC860B667F}"/>
                    </a:ext>
                  </a:extLst>
                </p14:cNvPr>
                <p14:cNvContentPartPr/>
                <p14:nvPr/>
              </p14:nvContentPartPr>
              <p14:xfrm>
                <a:off x="11237567" y="3276022"/>
                <a:ext cx="22320" cy="53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0350D80-B03B-DB44-6216-34AC860B667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19567" y="3258382"/>
                  <a:ext cx="57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13B681A-B080-719B-E7A6-CD24CD31297F}"/>
                    </a:ext>
                  </a:extLst>
                </p14:cNvPr>
                <p14:cNvContentPartPr/>
                <p14:nvPr/>
              </p14:nvContentPartPr>
              <p14:xfrm>
                <a:off x="11302367" y="3290422"/>
                <a:ext cx="38160" cy="284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13B681A-B080-719B-E7A6-CD24CD31297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84727" y="3272422"/>
                  <a:ext cx="73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8BA0EDD-9583-7401-B8FD-5FA3CFD21F35}"/>
                    </a:ext>
                  </a:extLst>
                </p14:cNvPr>
                <p14:cNvContentPartPr/>
                <p14:nvPr/>
              </p14:nvContentPartPr>
              <p14:xfrm>
                <a:off x="11255207" y="3375022"/>
                <a:ext cx="279720" cy="47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8BA0EDD-9583-7401-B8FD-5FA3CFD21F3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237207" y="3357382"/>
                  <a:ext cx="3153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6357362-12D6-1759-C64E-1A03F17CBA22}"/>
              </a:ext>
            </a:extLst>
          </p:cNvPr>
          <p:cNvGrpSpPr/>
          <p:nvPr/>
        </p:nvGrpSpPr>
        <p:grpSpPr>
          <a:xfrm>
            <a:off x="497687" y="3737542"/>
            <a:ext cx="230760" cy="178920"/>
            <a:chOff x="497687" y="3737542"/>
            <a:chExt cx="23076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62B3041-4518-D50B-C756-EF7A141C4BC7}"/>
                    </a:ext>
                  </a:extLst>
                </p14:cNvPr>
                <p14:cNvContentPartPr/>
                <p14:nvPr/>
              </p14:nvContentPartPr>
              <p14:xfrm>
                <a:off x="497687" y="3737542"/>
                <a:ext cx="58680" cy="178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62B3041-4518-D50B-C756-EF7A141C4B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0047" y="3719902"/>
                  <a:ext cx="94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0CE4BCA-5DC8-8EEE-2EE9-5CBE5DA6D78F}"/>
                    </a:ext>
                  </a:extLst>
                </p14:cNvPr>
                <p14:cNvContentPartPr/>
                <p14:nvPr/>
              </p14:nvContentPartPr>
              <p14:xfrm>
                <a:off x="598847" y="3747262"/>
                <a:ext cx="129600" cy="169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0CE4BCA-5DC8-8EEE-2EE9-5CBE5DA6D78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0847" y="3729262"/>
                  <a:ext cx="16524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9DA66DE-309C-71A6-1312-28296A7B39B1}"/>
                  </a:ext>
                </a:extLst>
              </p14:cNvPr>
              <p14:cNvContentPartPr/>
              <p14:nvPr/>
            </p14:nvContentPartPr>
            <p14:xfrm>
              <a:off x="532607" y="3588862"/>
              <a:ext cx="16560" cy="313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9DA66DE-309C-71A6-1312-28296A7B39B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514607" y="3571222"/>
                <a:ext cx="5220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AD9AA45-3F93-44C7-F78E-E6BDD296A82F}"/>
              </a:ext>
            </a:extLst>
          </p:cNvPr>
          <p:cNvGrpSpPr/>
          <p:nvPr/>
        </p:nvGrpSpPr>
        <p:grpSpPr>
          <a:xfrm>
            <a:off x="1157927" y="3683902"/>
            <a:ext cx="2903400" cy="374760"/>
            <a:chOff x="1157927" y="3683902"/>
            <a:chExt cx="290340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4EA4EC-DB9A-9934-AAF5-9D9DA1DB94C0}"/>
                    </a:ext>
                  </a:extLst>
                </p14:cNvPr>
                <p14:cNvContentPartPr/>
                <p14:nvPr/>
              </p14:nvContentPartPr>
              <p14:xfrm>
                <a:off x="1157927" y="3753382"/>
                <a:ext cx="194040" cy="1882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4EA4EC-DB9A-9934-AAF5-9D9DA1DB94C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9927" y="3735742"/>
                  <a:ext cx="229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4A55A91-FAB5-4068-F78B-114DB7DE5C3C}"/>
                    </a:ext>
                  </a:extLst>
                </p14:cNvPr>
                <p14:cNvContentPartPr/>
                <p14:nvPr/>
              </p14:nvContentPartPr>
              <p14:xfrm>
                <a:off x="1561127" y="3776422"/>
                <a:ext cx="97920" cy="181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4A55A91-FAB5-4068-F78B-114DB7DE5C3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43487" y="3758782"/>
                  <a:ext cx="133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F28373F-0B3B-8790-109E-5C03DCB248DE}"/>
                    </a:ext>
                  </a:extLst>
                </p14:cNvPr>
                <p14:cNvContentPartPr/>
                <p14:nvPr/>
              </p14:nvContentPartPr>
              <p14:xfrm>
                <a:off x="1776407" y="3793702"/>
                <a:ext cx="831600" cy="213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F28373F-0B3B-8790-109E-5C03DCB248D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758767" y="3775702"/>
                  <a:ext cx="867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F2D981B-7ED4-5142-DB0B-DC2BB362E9AD}"/>
                    </a:ext>
                  </a:extLst>
                </p14:cNvPr>
                <p14:cNvContentPartPr/>
                <p14:nvPr/>
              </p14:nvContentPartPr>
              <p14:xfrm>
                <a:off x="2650487" y="3843742"/>
                <a:ext cx="262440" cy="190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F2D981B-7ED4-5142-DB0B-DC2BB362E9A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632487" y="3826102"/>
                  <a:ext cx="29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635AEEE-C20A-91D4-28D3-7D04C10C0AD7}"/>
                    </a:ext>
                  </a:extLst>
                </p14:cNvPr>
                <p14:cNvContentPartPr/>
                <p14:nvPr/>
              </p14:nvContentPartPr>
              <p14:xfrm>
                <a:off x="2109407" y="3728542"/>
                <a:ext cx="172440" cy="192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635AEEE-C20A-91D4-28D3-7D04C10C0AD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91407" y="3710902"/>
                  <a:ext cx="208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D0FE244-3D6D-2FB3-EDA1-090FB0AC9C37}"/>
                    </a:ext>
                  </a:extLst>
                </p14:cNvPr>
                <p14:cNvContentPartPr/>
                <p14:nvPr/>
              </p14:nvContentPartPr>
              <p14:xfrm>
                <a:off x="3133607" y="3683902"/>
                <a:ext cx="860040" cy="374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D0FE244-3D6D-2FB3-EDA1-090FB0AC9C3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115607" y="3665902"/>
                  <a:ext cx="8956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76ADB06-B0FE-15C2-DCD6-875FC59F09C9}"/>
                    </a:ext>
                  </a:extLst>
                </p14:cNvPr>
                <p14:cNvContentPartPr/>
                <p14:nvPr/>
              </p14:nvContentPartPr>
              <p14:xfrm>
                <a:off x="3782687" y="3785782"/>
                <a:ext cx="278640" cy="30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76ADB06-B0FE-15C2-DCD6-875FC59F09C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765047" y="3767782"/>
                  <a:ext cx="3142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C615B30C-6241-29FC-68B3-CA2A4757C1BB}"/>
              </a:ext>
            </a:extLst>
          </p:cNvPr>
          <p:cNvGrpSpPr/>
          <p:nvPr/>
        </p:nvGrpSpPr>
        <p:grpSpPr>
          <a:xfrm>
            <a:off x="81167" y="4597222"/>
            <a:ext cx="649080" cy="222480"/>
            <a:chOff x="81167" y="4597222"/>
            <a:chExt cx="64908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DFDF7E3-1FC1-DEAF-BA25-41628E54D9D2}"/>
                    </a:ext>
                  </a:extLst>
                </p14:cNvPr>
                <p14:cNvContentPartPr/>
                <p14:nvPr/>
              </p14:nvContentPartPr>
              <p14:xfrm>
                <a:off x="81167" y="4597222"/>
                <a:ext cx="193320" cy="204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DFDF7E3-1FC1-DEAF-BA25-41628E54D9D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3167" y="4579222"/>
                  <a:ext cx="228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171F2D6-4A7B-0E30-5406-5BD7CA4B0D50}"/>
                    </a:ext>
                  </a:extLst>
                </p14:cNvPr>
                <p14:cNvContentPartPr/>
                <p14:nvPr/>
              </p14:nvContentPartPr>
              <p14:xfrm>
                <a:off x="355847" y="4679662"/>
                <a:ext cx="206280" cy="140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171F2D6-4A7B-0E30-5406-5BD7CA4B0D5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37847" y="4661662"/>
                  <a:ext cx="241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FD423F6-F923-2D40-8C2E-EB1E898B3F92}"/>
                    </a:ext>
                  </a:extLst>
                </p14:cNvPr>
                <p14:cNvContentPartPr/>
                <p14:nvPr/>
              </p14:nvContentPartPr>
              <p14:xfrm>
                <a:off x="722687" y="4701262"/>
                <a:ext cx="7560" cy="46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FD423F6-F923-2D40-8C2E-EB1E898B3F9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5047" y="4683262"/>
                  <a:ext cx="4320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E7AC248-E431-8611-5CFB-DDF8A0BF92F3}"/>
              </a:ext>
            </a:extLst>
          </p:cNvPr>
          <p:cNvGrpSpPr/>
          <p:nvPr/>
        </p:nvGrpSpPr>
        <p:grpSpPr>
          <a:xfrm>
            <a:off x="1401647" y="4593982"/>
            <a:ext cx="745560" cy="371520"/>
            <a:chOff x="1401647" y="4593982"/>
            <a:chExt cx="745560" cy="37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581353A-1F2A-9F04-3F15-7AB993A33F72}"/>
                    </a:ext>
                  </a:extLst>
                </p14:cNvPr>
                <p14:cNvContentPartPr/>
                <p14:nvPr/>
              </p14:nvContentPartPr>
              <p14:xfrm>
                <a:off x="1401647" y="4593982"/>
                <a:ext cx="696960" cy="371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581353A-1F2A-9F04-3F15-7AB993A33F7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383647" y="4575982"/>
                  <a:ext cx="7326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B6BB68D-1616-6A10-955E-62EA78CEC0B7}"/>
                    </a:ext>
                  </a:extLst>
                </p14:cNvPr>
                <p14:cNvContentPartPr/>
                <p14:nvPr/>
              </p14:nvContentPartPr>
              <p14:xfrm>
                <a:off x="1946687" y="4713502"/>
                <a:ext cx="200520" cy="34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B6BB68D-1616-6A10-955E-62EA78CEC0B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928687" y="4695502"/>
                  <a:ext cx="23616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23B558B-66E5-819E-5202-D8F3ED86A759}"/>
                  </a:ext>
                </a:extLst>
              </p14:cNvPr>
              <p14:cNvContentPartPr/>
              <p14:nvPr/>
            </p14:nvContentPartPr>
            <p14:xfrm>
              <a:off x="2663807" y="4557982"/>
              <a:ext cx="510840" cy="336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23B558B-66E5-819E-5202-D8F3ED86A75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2645807" y="4540342"/>
                <a:ext cx="546480" cy="37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BD7D3BD-1F13-7DC8-11A4-835DCC38A29B}"/>
              </a:ext>
            </a:extLst>
          </p:cNvPr>
          <p:cNvGrpSpPr/>
          <p:nvPr/>
        </p:nvGrpSpPr>
        <p:grpSpPr>
          <a:xfrm>
            <a:off x="3890327" y="4629262"/>
            <a:ext cx="458280" cy="294480"/>
            <a:chOff x="3890327" y="4629262"/>
            <a:chExt cx="45828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EDCF280-AFE7-6B78-DE09-E645F242F75F}"/>
                    </a:ext>
                  </a:extLst>
                </p14:cNvPr>
                <p14:cNvContentPartPr/>
                <p14:nvPr/>
              </p14:nvContentPartPr>
              <p14:xfrm>
                <a:off x="3890327" y="4629262"/>
                <a:ext cx="171360" cy="294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EDCF280-AFE7-6B78-DE09-E645F242F75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872687" y="4611622"/>
                  <a:ext cx="2070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617B89E-33A5-47FE-7B39-36563C74EFD1}"/>
                    </a:ext>
                  </a:extLst>
                </p14:cNvPr>
                <p14:cNvContentPartPr/>
                <p14:nvPr/>
              </p14:nvContentPartPr>
              <p14:xfrm>
                <a:off x="4123247" y="4799542"/>
                <a:ext cx="225360" cy="120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617B89E-33A5-47FE-7B39-36563C74EFD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105607" y="4781542"/>
                  <a:ext cx="26100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CB08B71-A3BC-D911-7608-1F1096AE8DF0}"/>
              </a:ext>
            </a:extLst>
          </p:cNvPr>
          <p:cNvGrpSpPr/>
          <p:nvPr/>
        </p:nvGrpSpPr>
        <p:grpSpPr>
          <a:xfrm>
            <a:off x="4742807" y="4723222"/>
            <a:ext cx="471240" cy="169920"/>
            <a:chOff x="4742807" y="4723222"/>
            <a:chExt cx="47124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07B784B-A4B1-0221-6E8C-5C577B15B1AD}"/>
                    </a:ext>
                  </a:extLst>
                </p14:cNvPr>
                <p14:cNvContentPartPr/>
                <p14:nvPr/>
              </p14:nvContentPartPr>
              <p14:xfrm>
                <a:off x="4742807" y="4723222"/>
                <a:ext cx="178200" cy="151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07B784B-A4B1-0221-6E8C-5C577B15B1A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725167" y="4705222"/>
                  <a:ext cx="213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AA0C95E-FB7E-AC65-4FC9-9E9FF84ED6B4}"/>
                    </a:ext>
                  </a:extLst>
                </p14:cNvPr>
                <p14:cNvContentPartPr/>
                <p14:nvPr/>
              </p14:nvContentPartPr>
              <p14:xfrm>
                <a:off x="4997687" y="4736542"/>
                <a:ext cx="216360" cy="156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AA0C95E-FB7E-AC65-4FC9-9E9FF84ED6B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979687" y="4718542"/>
                  <a:ext cx="2520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C433542A-DAC5-3544-F70A-AC733FF252EC}"/>
              </a:ext>
            </a:extLst>
          </p:cNvPr>
          <p:cNvGrpSpPr/>
          <p:nvPr/>
        </p:nvGrpSpPr>
        <p:grpSpPr>
          <a:xfrm>
            <a:off x="5664407" y="4734382"/>
            <a:ext cx="917280" cy="179640"/>
            <a:chOff x="5664407" y="4734382"/>
            <a:chExt cx="91728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9F63FB7-3D50-A255-F019-9E717B0AA11E}"/>
                    </a:ext>
                  </a:extLst>
                </p14:cNvPr>
                <p14:cNvContentPartPr/>
                <p14:nvPr/>
              </p14:nvContentPartPr>
              <p14:xfrm>
                <a:off x="5664407" y="4734382"/>
                <a:ext cx="350640" cy="156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9F63FB7-3D50-A255-F019-9E717B0AA11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46407" y="4716742"/>
                  <a:ext cx="386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A0E040C-8E61-C019-AAE1-B8AB8833785D}"/>
                    </a:ext>
                  </a:extLst>
                </p14:cNvPr>
                <p14:cNvContentPartPr/>
                <p14:nvPr/>
              </p14:nvContentPartPr>
              <p14:xfrm>
                <a:off x="6159767" y="4777582"/>
                <a:ext cx="151920" cy="98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A0E040C-8E61-C019-AAE1-B8AB8833785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41767" y="4759942"/>
                  <a:ext cx="187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A688CA9-AABF-1EBF-5D37-A716CFF64547}"/>
                    </a:ext>
                  </a:extLst>
                </p14:cNvPr>
                <p14:cNvContentPartPr/>
                <p14:nvPr/>
              </p14:nvContentPartPr>
              <p14:xfrm>
                <a:off x="6136367" y="4775062"/>
                <a:ext cx="200160" cy="138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A688CA9-AABF-1EBF-5D37-A716CFF6454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118367" y="4757422"/>
                  <a:ext cx="235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8DF5CE6-D94F-E899-D6FA-8370C8957A66}"/>
                    </a:ext>
                  </a:extLst>
                </p14:cNvPr>
                <p14:cNvContentPartPr/>
                <p14:nvPr/>
              </p14:nvContentPartPr>
              <p14:xfrm>
                <a:off x="6360647" y="4744462"/>
                <a:ext cx="221040" cy="137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8DF5CE6-D94F-E899-D6FA-8370C8957A6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343007" y="4726462"/>
                  <a:ext cx="25668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CFEF4B29-2F1C-9954-3D10-06737C2B7557}"/>
              </a:ext>
            </a:extLst>
          </p:cNvPr>
          <p:cNvGrpSpPr/>
          <p:nvPr/>
        </p:nvGrpSpPr>
        <p:grpSpPr>
          <a:xfrm>
            <a:off x="6990287" y="4552942"/>
            <a:ext cx="1330920" cy="407160"/>
            <a:chOff x="6990287" y="4552942"/>
            <a:chExt cx="133092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AE5268F-9F4B-E77F-D49A-A85D80A4BD24}"/>
                    </a:ext>
                  </a:extLst>
                </p14:cNvPr>
                <p14:cNvContentPartPr/>
                <p14:nvPr/>
              </p14:nvContentPartPr>
              <p14:xfrm>
                <a:off x="6990287" y="4741222"/>
                <a:ext cx="307800" cy="164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AE5268F-9F4B-E77F-D49A-A85D80A4BD2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972647" y="4723222"/>
                  <a:ext cx="343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75497C8-293B-FE65-2601-77C4DA122217}"/>
                    </a:ext>
                  </a:extLst>
                </p14:cNvPr>
                <p14:cNvContentPartPr/>
                <p14:nvPr/>
              </p14:nvContentPartPr>
              <p14:xfrm>
                <a:off x="7344167" y="4628182"/>
                <a:ext cx="685080" cy="331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75497C8-293B-FE65-2601-77C4DA12221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326527" y="4610182"/>
                  <a:ext cx="7207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42C6021-2013-1139-707E-1F78E63860B0}"/>
                    </a:ext>
                  </a:extLst>
                </p14:cNvPr>
                <p14:cNvContentPartPr/>
                <p14:nvPr/>
              </p14:nvContentPartPr>
              <p14:xfrm>
                <a:off x="8095127" y="4737622"/>
                <a:ext cx="226080" cy="187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42C6021-2013-1139-707E-1F78E63860B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077127" y="4719622"/>
                  <a:ext cx="261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88FEAC7-55D6-46CA-725A-F9211FE05F8E}"/>
                    </a:ext>
                  </a:extLst>
                </p14:cNvPr>
                <p14:cNvContentPartPr/>
                <p14:nvPr/>
              </p14:nvContentPartPr>
              <p14:xfrm>
                <a:off x="8035007" y="4552942"/>
                <a:ext cx="96120" cy="59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88FEAC7-55D6-46CA-725A-F9211FE05F8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017007" y="4534942"/>
                  <a:ext cx="131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C242742-318E-CA2A-8443-FDAED0EFBC11}"/>
                    </a:ext>
                  </a:extLst>
                </p14:cNvPr>
                <p14:cNvContentPartPr/>
                <p14:nvPr/>
              </p14:nvContentPartPr>
              <p14:xfrm>
                <a:off x="7341287" y="4599022"/>
                <a:ext cx="428040" cy="91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C242742-318E-CA2A-8443-FDAED0EFBC1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323647" y="4581022"/>
                  <a:ext cx="46368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F9007CE-E655-9D65-92C6-F1B61961D250}"/>
              </a:ext>
            </a:extLst>
          </p:cNvPr>
          <p:cNvGrpSpPr/>
          <p:nvPr/>
        </p:nvGrpSpPr>
        <p:grpSpPr>
          <a:xfrm>
            <a:off x="138767" y="5258182"/>
            <a:ext cx="908640" cy="394560"/>
            <a:chOff x="138767" y="5258182"/>
            <a:chExt cx="908640" cy="3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F2A4D55-41CF-5375-4C5C-2235F3097D0F}"/>
                    </a:ext>
                  </a:extLst>
                </p14:cNvPr>
                <p14:cNvContentPartPr/>
                <p14:nvPr/>
              </p14:nvContentPartPr>
              <p14:xfrm>
                <a:off x="138767" y="5258182"/>
                <a:ext cx="339840" cy="394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F2A4D55-41CF-5375-4C5C-2235F3097D0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20767" y="5240182"/>
                  <a:ext cx="3754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2A55EEA-7A9B-7FCC-6F03-87475BB3897E}"/>
                    </a:ext>
                  </a:extLst>
                </p14:cNvPr>
                <p14:cNvContentPartPr/>
                <p14:nvPr/>
              </p14:nvContentPartPr>
              <p14:xfrm>
                <a:off x="502727" y="5311462"/>
                <a:ext cx="544680" cy="326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2A55EEA-7A9B-7FCC-6F03-87475BB3897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4727" y="5293822"/>
                  <a:ext cx="58032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667B2C3-A3A3-131F-6AE1-7C24A30FEE7A}"/>
              </a:ext>
            </a:extLst>
          </p:cNvPr>
          <p:cNvGrpSpPr/>
          <p:nvPr/>
        </p:nvGrpSpPr>
        <p:grpSpPr>
          <a:xfrm>
            <a:off x="1054967" y="5291302"/>
            <a:ext cx="1088280" cy="396000"/>
            <a:chOff x="1054967" y="5291302"/>
            <a:chExt cx="10882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8EFEB5F-9076-A7C8-B255-23B5A8A929D9}"/>
                    </a:ext>
                  </a:extLst>
                </p14:cNvPr>
                <p14:cNvContentPartPr/>
                <p14:nvPr/>
              </p14:nvContentPartPr>
              <p14:xfrm>
                <a:off x="1342967" y="5465902"/>
                <a:ext cx="281160" cy="221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8EFEB5F-9076-A7C8-B255-23B5A8A929D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325327" y="5447902"/>
                  <a:ext cx="316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67028E-044E-41DB-347E-1B7FBF77542A}"/>
                    </a:ext>
                  </a:extLst>
                </p14:cNvPr>
                <p14:cNvContentPartPr/>
                <p14:nvPr/>
              </p14:nvContentPartPr>
              <p14:xfrm>
                <a:off x="1738967" y="5540422"/>
                <a:ext cx="61920" cy="50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67028E-044E-41DB-347E-1B7FBF77542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720967" y="5522422"/>
                  <a:ext cx="97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3254589-4263-5B59-9B74-0D87ED9FEF64}"/>
                    </a:ext>
                  </a:extLst>
                </p14:cNvPr>
                <p14:cNvContentPartPr/>
                <p14:nvPr/>
              </p14:nvContentPartPr>
              <p14:xfrm>
                <a:off x="1054967" y="5478502"/>
                <a:ext cx="187200" cy="182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3254589-4263-5B59-9B74-0D87ED9FEF6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37327" y="5460502"/>
                  <a:ext cx="222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1878D4E-9CC2-5D4E-DA27-14F3A7B23889}"/>
                    </a:ext>
                  </a:extLst>
                </p14:cNvPr>
                <p14:cNvContentPartPr/>
                <p14:nvPr/>
              </p14:nvContentPartPr>
              <p14:xfrm>
                <a:off x="1688207" y="5291302"/>
                <a:ext cx="367560" cy="335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1878D4E-9CC2-5D4E-DA27-14F3A7B2388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670567" y="5273662"/>
                  <a:ext cx="403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2007A7E-6F35-8E31-C47E-EDE73324D5D1}"/>
                    </a:ext>
                  </a:extLst>
                </p14:cNvPr>
                <p14:cNvContentPartPr/>
                <p14:nvPr/>
              </p14:nvContentPartPr>
              <p14:xfrm>
                <a:off x="1918607" y="5385262"/>
                <a:ext cx="224640" cy="47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2007A7E-6F35-8E31-C47E-EDE73324D5D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900607" y="5367622"/>
                  <a:ext cx="26028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96C22BD3-EEDB-AEC2-E897-051CFFF5FB3B}"/>
              </a:ext>
            </a:extLst>
          </p:cNvPr>
          <p:cNvGrpSpPr/>
          <p:nvPr/>
        </p:nvGrpSpPr>
        <p:grpSpPr>
          <a:xfrm>
            <a:off x="2524127" y="5279422"/>
            <a:ext cx="2413080" cy="799560"/>
            <a:chOff x="2524127" y="5279422"/>
            <a:chExt cx="2413080" cy="79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CF394F4-169D-C2E1-A107-27C086BDD00C}"/>
                    </a:ext>
                  </a:extLst>
                </p14:cNvPr>
                <p14:cNvContentPartPr/>
                <p14:nvPr/>
              </p14:nvContentPartPr>
              <p14:xfrm>
                <a:off x="2524127" y="5340622"/>
                <a:ext cx="356040" cy="738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CF394F4-169D-C2E1-A107-27C086BDD00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506127" y="5322982"/>
                  <a:ext cx="39168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2BABB0D-4B5B-4F2A-89CF-0775D4792E7D}"/>
                    </a:ext>
                  </a:extLst>
                </p14:cNvPr>
                <p14:cNvContentPartPr/>
                <p14:nvPr/>
              </p14:nvContentPartPr>
              <p14:xfrm>
                <a:off x="3444287" y="5454382"/>
                <a:ext cx="456840" cy="194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2BABB0D-4B5B-4F2A-89CF-0775D4792E7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426647" y="5436742"/>
                  <a:ext cx="492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217569D-6DC8-76E5-A05C-362C75BB8850}"/>
                    </a:ext>
                  </a:extLst>
                </p14:cNvPr>
                <p14:cNvContentPartPr/>
                <p14:nvPr/>
              </p14:nvContentPartPr>
              <p14:xfrm>
                <a:off x="3955847" y="5455102"/>
                <a:ext cx="248040" cy="171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217569D-6DC8-76E5-A05C-362C75BB885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937847" y="5437102"/>
                  <a:ext cx="283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6A39BE3-73FF-31C3-5836-6C5D0435493C}"/>
                    </a:ext>
                  </a:extLst>
                </p14:cNvPr>
                <p14:cNvContentPartPr/>
                <p14:nvPr/>
              </p14:nvContentPartPr>
              <p14:xfrm>
                <a:off x="4203527" y="5279422"/>
                <a:ext cx="64440" cy="3376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6A39BE3-73FF-31C3-5836-6C5D0435493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185527" y="5261422"/>
                  <a:ext cx="100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375D294-6CF3-51A0-B394-3C4B98582674}"/>
                    </a:ext>
                  </a:extLst>
                </p14:cNvPr>
                <p14:cNvContentPartPr/>
                <p14:nvPr/>
              </p14:nvContentPartPr>
              <p14:xfrm>
                <a:off x="4291727" y="5441782"/>
                <a:ext cx="147960" cy="168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375D294-6CF3-51A0-B394-3C4B9858267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73727" y="5423782"/>
                  <a:ext cx="183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07F8CE2-EAC7-8A0D-72A0-BFBBC54654EF}"/>
                    </a:ext>
                  </a:extLst>
                </p14:cNvPr>
                <p14:cNvContentPartPr/>
                <p14:nvPr/>
              </p14:nvContentPartPr>
              <p14:xfrm>
                <a:off x="4505927" y="5445742"/>
                <a:ext cx="252360" cy="170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07F8CE2-EAC7-8A0D-72A0-BFBBC54654E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87927" y="5427742"/>
                  <a:ext cx="288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602C116-12EA-25CA-025E-F6377FF33F42}"/>
                    </a:ext>
                  </a:extLst>
                </p14:cNvPr>
                <p14:cNvContentPartPr/>
                <p14:nvPr/>
              </p14:nvContentPartPr>
              <p14:xfrm>
                <a:off x="4035047" y="5343142"/>
                <a:ext cx="479160" cy="24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602C116-12EA-25CA-025E-F6377FF33F4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017407" y="5325142"/>
                  <a:ext cx="514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ED654CB-6819-B6B0-FB37-F2C9B892D588}"/>
                    </a:ext>
                  </a:extLst>
                </p14:cNvPr>
                <p14:cNvContentPartPr/>
                <p14:nvPr/>
              </p14:nvContentPartPr>
              <p14:xfrm>
                <a:off x="3052607" y="5505862"/>
                <a:ext cx="118080" cy="195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ED654CB-6819-B6B0-FB37-F2C9B892D58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034607" y="5488222"/>
                  <a:ext cx="1537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402DBBD-DCD4-EBE6-05E3-E030D0490EAF}"/>
                    </a:ext>
                  </a:extLst>
                </p14:cNvPr>
                <p14:cNvContentPartPr/>
                <p14:nvPr/>
              </p14:nvContentPartPr>
              <p14:xfrm>
                <a:off x="3228647" y="5625742"/>
                <a:ext cx="123480" cy="46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402DBBD-DCD4-EBE6-05E3-E030D0490EA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210647" y="5607742"/>
                  <a:ext cx="15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4FCF000-E5CB-1F3E-4B30-D1E45D23A5AB}"/>
                    </a:ext>
                  </a:extLst>
                </p14:cNvPr>
                <p14:cNvContentPartPr/>
                <p14:nvPr/>
              </p14:nvContentPartPr>
              <p14:xfrm>
                <a:off x="4737767" y="5461942"/>
                <a:ext cx="199440" cy="228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4FCF000-E5CB-1F3E-4B30-D1E45D23A5A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19767" y="5443942"/>
                  <a:ext cx="23508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8F12D056-87A4-1182-2C40-F0D93945E79B}"/>
                  </a:ext>
                </a:extLst>
              </p14:cNvPr>
              <p14:cNvContentPartPr/>
              <p14:nvPr/>
            </p14:nvContentPartPr>
            <p14:xfrm>
              <a:off x="5516447" y="5461222"/>
              <a:ext cx="290880" cy="2005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8F12D056-87A4-1182-2C40-F0D93945E79B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498807" y="5443582"/>
                <a:ext cx="326520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D0A3486-7B86-2721-D312-1B16A8F5C6E7}"/>
              </a:ext>
            </a:extLst>
          </p:cNvPr>
          <p:cNvGrpSpPr/>
          <p:nvPr/>
        </p:nvGrpSpPr>
        <p:grpSpPr>
          <a:xfrm>
            <a:off x="6397727" y="5321182"/>
            <a:ext cx="2327400" cy="702720"/>
            <a:chOff x="6397727" y="5321182"/>
            <a:chExt cx="2327400" cy="70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2C1D7D8-6CD7-AA4B-F239-9C30CFEF1F5C}"/>
                    </a:ext>
                  </a:extLst>
                </p14:cNvPr>
                <p14:cNvContentPartPr/>
                <p14:nvPr/>
              </p14:nvContentPartPr>
              <p14:xfrm>
                <a:off x="6397727" y="5477782"/>
                <a:ext cx="312480" cy="213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2C1D7D8-6CD7-AA4B-F239-9C30CFEF1F5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379727" y="5459782"/>
                  <a:ext cx="3481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370C2BC-7A6C-4717-E933-7B61BC0E9B5F}"/>
                    </a:ext>
                  </a:extLst>
                </p14:cNvPr>
                <p14:cNvContentPartPr/>
                <p14:nvPr/>
              </p14:nvContentPartPr>
              <p14:xfrm>
                <a:off x="6823607" y="5496142"/>
                <a:ext cx="187560" cy="171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370C2BC-7A6C-4717-E933-7B61BC0E9B5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805607" y="5478142"/>
                  <a:ext cx="2232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B1211ED-0D84-D651-438E-50C737FDEE5E}"/>
                    </a:ext>
                  </a:extLst>
                </p14:cNvPr>
                <p14:cNvContentPartPr/>
                <p14:nvPr/>
              </p14:nvContentPartPr>
              <p14:xfrm>
                <a:off x="7093247" y="5321182"/>
                <a:ext cx="64440" cy="322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B1211ED-0D84-D651-438E-50C737FDEE5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075247" y="5303182"/>
                  <a:ext cx="1000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36A5482-9C10-5263-E1EC-E65A171C782E}"/>
                    </a:ext>
                  </a:extLst>
                </p14:cNvPr>
                <p14:cNvContentPartPr/>
                <p14:nvPr/>
              </p14:nvContentPartPr>
              <p14:xfrm>
                <a:off x="7264967" y="5499022"/>
                <a:ext cx="28440" cy="153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36A5482-9C10-5263-E1EC-E65A171C782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246967" y="5481022"/>
                  <a:ext cx="64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F998E4F-DA46-A097-AC1B-85A90074AD73}"/>
                    </a:ext>
                  </a:extLst>
                </p14:cNvPr>
                <p14:cNvContentPartPr/>
                <p14:nvPr/>
              </p14:nvContentPartPr>
              <p14:xfrm>
                <a:off x="7320767" y="5352502"/>
                <a:ext cx="22680" cy="81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F998E4F-DA46-A097-AC1B-85A90074AD7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302767" y="5334502"/>
                  <a:ext cx="58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3E008F3-AAD8-D316-C270-CF59753E4201}"/>
                    </a:ext>
                  </a:extLst>
                </p14:cNvPr>
                <p14:cNvContentPartPr/>
                <p14:nvPr/>
              </p14:nvContentPartPr>
              <p14:xfrm>
                <a:off x="7014407" y="5408662"/>
                <a:ext cx="249120" cy="25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3E008F3-AAD8-D316-C270-CF59753E420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996767" y="5391022"/>
                  <a:ext cx="284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A73C552-69D5-92B6-C54D-91166B778CA9}"/>
                    </a:ext>
                  </a:extLst>
                </p14:cNvPr>
                <p14:cNvContentPartPr/>
                <p14:nvPr/>
              </p14:nvContentPartPr>
              <p14:xfrm>
                <a:off x="7363967" y="5474542"/>
                <a:ext cx="147600" cy="172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A73C552-69D5-92B6-C54D-91166B778CA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345967" y="5456902"/>
                  <a:ext cx="183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8EFE2AA-D215-30C2-8DBA-374EA533A425}"/>
                    </a:ext>
                  </a:extLst>
                </p14:cNvPr>
                <p14:cNvContentPartPr/>
                <p14:nvPr/>
              </p14:nvContentPartPr>
              <p14:xfrm>
                <a:off x="7450367" y="5334142"/>
                <a:ext cx="243360" cy="689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8EFE2AA-D215-30C2-8DBA-374EA533A42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432727" y="5316142"/>
                  <a:ext cx="27900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E064B6F-040A-8E14-48A7-5F9BD359B921}"/>
                    </a:ext>
                  </a:extLst>
                </p14:cNvPr>
                <p14:cNvContentPartPr/>
                <p14:nvPr/>
              </p14:nvContentPartPr>
              <p14:xfrm>
                <a:off x="7718567" y="5492182"/>
                <a:ext cx="229320" cy="433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E064B6F-040A-8E14-48A7-5F9BD359B92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700927" y="5474182"/>
                  <a:ext cx="2649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DFFE550-07E5-40AF-16C7-71DDEE7B780D}"/>
                    </a:ext>
                  </a:extLst>
                </p14:cNvPr>
                <p14:cNvContentPartPr/>
                <p14:nvPr/>
              </p14:nvContentPartPr>
              <p14:xfrm>
                <a:off x="8058407" y="5461222"/>
                <a:ext cx="8280" cy="142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DFFE550-07E5-40AF-16C7-71DDEE7B780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040767" y="5443222"/>
                  <a:ext cx="43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7221BED-7FBC-2FF0-EBA8-A2B25EFA4F40}"/>
                    </a:ext>
                  </a:extLst>
                </p14:cNvPr>
                <p14:cNvContentPartPr/>
                <p14:nvPr/>
              </p14:nvContentPartPr>
              <p14:xfrm>
                <a:off x="8052287" y="5375182"/>
                <a:ext cx="32040" cy="30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7221BED-7FBC-2FF0-EBA8-A2B25EFA4F4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34647" y="5357182"/>
                  <a:ext cx="67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D34DC20-9965-C825-EA42-580DE1006548}"/>
                    </a:ext>
                  </a:extLst>
                </p14:cNvPr>
                <p14:cNvContentPartPr/>
                <p14:nvPr/>
              </p14:nvContentPartPr>
              <p14:xfrm>
                <a:off x="8106647" y="5482822"/>
                <a:ext cx="262080" cy="176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D34DC20-9965-C825-EA42-580DE100654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089007" y="5464822"/>
                  <a:ext cx="297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AF49A6E-3B01-5DA9-3BE3-88917EA1E98C}"/>
                    </a:ext>
                  </a:extLst>
                </p14:cNvPr>
                <p14:cNvContentPartPr/>
                <p14:nvPr/>
              </p14:nvContentPartPr>
              <p14:xfrm>
                <a:off x="8345687" y="5495782"/>
                <a:ext cx="379440" cy="493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AF49A6E-3B01-5DA9-3BE3-88917EA1E98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328047" y="5477782"/>
                  <a:ext cx="415080" cy="52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DFCC5A8-3C11-0946-76C6-75D413ED4C7A}"/>
              </a:ext>
            </a:extLst>
          </p:cNvPr>
          <p:cNvGrpSpPr/>
          <p:nvPr/>
        </p:nvGrpSpPr>
        <p:grpSpPr>
          <a:xfrm>
            <a:off x="9282407" y="5240542"/>
            <a:ext cx="1897200" cy="405720"/>
            <a:chOff x="9282407" y="5240542"/>
            <a:chExt cx="189720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0BE405A-E4A3-CC0E-B903-F2DA8289F5CB}"/>
                    </a:ext>
                  </a:extLst>
                </p14:cNvPr>
                <p14:cNvContentPartPr/>
                <p14:nvPr/>
              </p14:nvContentPartPr>
              <p14:xfrm>
                <a:off x="9282407" y="5240542"/>
                <a:ext cx="353520" cy="354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0BE405A-E4A3-CC0E-B903-F2DA8289F5C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264767" y="5222902"/>
                  <a:ext cx="3891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7C1577F-7C8E-5DE3-08E7-93D98AFB4A0B}"/>
                    </a:ext>
                  </a:extLst>
                </p14:cNvPr>
                <p14:cNvContentPartPr/>
                <p14:nvPr/>
              </p14:nvContentPartPr>
              <p14:xfrm>
                <a:off x="9818807" y="5406862"/>
                <a:ext cx="344160" cy="190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7C1577F-7C8E-5DE3-08E7-93D98AFB4A0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800807" y="5389222"/>
                  <a:ext cx="379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D1D5835-9469-4462-A729-3C499D8A0514}"/>
                    </a:ext>
                  </a:extLst>
                </p14:cNvPr>
                <p14:cNvContentPartPr/>
                <p14:nvPr/>
              </p14:nvContentPartPr>
              <p14:xfrm>
                <a:off x="10267727" y="5280502"/>
                <a:ext cx="211680" cy="2682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D1D5835-9469-4462-A729-3C499D8A051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250087" y="5262862"/>
                  <a:ext cx="2473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F7334E9-6223-A0CB-99F0-2FEDEA949CE8}"/>
                    </a:ext>
                  </a:extLst>
                </p14:cNvPr>
                <p14:cNvContentPartPr/>
                <p14:nvPr/>
              </p14:nvContentPartPr>
              <p14:xfrm>
                <a:off x="10377887" y="5529262"/>
                <a:ext cx="206280" cy="1170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F7334E9-6223-A0CB-99F0-2FEDEA949CE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359887" y="5511262"/>
                  <a:ext cx="241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FBB0429-1D8A-2254-8279-46F26C321D99}"/>
                    </a:ext>
                  </a:extLst>
                </p14:cNvPr>
                <p14:cNvContentPartPr/>
                <p14:nvPr/>
              </p14:nvContentPartPr>
              <p14:xfrm>
                <a:off x="10817807" y="5294542"/>
                <a:ext cx="361800" cy="309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FBB0429-1D8A-2254-8279-46F26C321D9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799807" y="5276542"/>
                  <a:ext cx="39744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4C9B69B0-7FA6-6584-7689-45CB4A760AA2}"/>
              </a:ext>
            </a:extLst>
          </p:cNvPr>
          <p:cNvGrpSpPr/>
          <p:nvPr/>
        </p:nvGrpSpPr>
        <p:grpSpPr>
          <a:xfrm>
            <a:off x="183047" y="5967742"/>
            <a:ext cx="188280" cy="329760"/>
            <a:chOff x="183047" y="5967742"/>
            <a:chExt cx="1882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9A18B21-53CE-0793-92C9-0DBAAF94217D}"/>
                    </a:ext>
                  </a:extLst>
                </p14:cNvPr>
                <p14:cNvContentPartPr/>
                <p14:nvPr/>
              </p14:nvContentPartPr>
              <p14:xfrm>
                <a:off x="183047" y="6101302"/>
                <a:ext cx="21960" cy="196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9A18B21-53CE-0793-92C9-0DBAAF94217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65407" y="6083662"/>
                  <a:ext cx="57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436F54F-CDAB-A537-F350-8FD927A56BA5}"/>
                    </a:ext>
                  </a:extLst>
                </p14:cNvPr>
                <p14:cNvContentPartPr/>
                <p14:nvPr/>
              </p14:nvContentPartPr>
              <p14:xfrm>
                <a:off x="219767" y="6115342"/>
                <a:ext cx="151560" cy="1706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436F54F-CDAB-A537-F350-8FD927A56BA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01767" y="6097702"/>
                  <a:ext cx="187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74C3A65-CEC3-23CC-8BDB-9A845289C9E4}"/>
                    </a:ext>
                  </a:extLst>
                </p14:cNvPr>
                <p14:cNvContentPartPr/>
                <p14:nvPr/>
              </p14:nvContentPartPr>
              <p14:xfrm>
                <a:off x="211127" y="5967742"/>
                <a:ext cx="21960" cy="38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74C3A65-CEC3-23CC-8BDB-9A845289C9E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93127" y="5949742"/>
                  <a:ext cx="576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5E91E3C4-DACF-8F32-F677-A73B95DD99E0}"/>
                  </a:ext>
                </a:extLst>
              </p14:cNvPr>
              <p14:cNvContentPartPr/>
              <p14:nvPr/>
            </p14:nvContentPartPr>
            <p14:xfrm>
              <a:off x="790007" y="6112462"/>
              <a:ext cx="275400" cy="1933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5E91E3C4-DACF-8F32-F677-A73B95DD99E0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72367" y="6094822"/>
                <a:ext cx="31104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6488B6C-7336-AC58-0E84-4DD19177DC78}"/>
              </a:ext>
            </a:extLst>
          </p:cNvPr>
          <p:cNvGrpSpPr/>
          <p:nvPr/>
        </p:nvGrpSpPr>
        <p:grpSpPr>
          <a:xfrm>
            <a:off x="1475447" y="6113542"/>
            <a:ext cx="1456200" cy="302040"/>
            <a:chOff x="1475447" y="6113542"/>
            <a:chExt cx="145620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94A4F68-DE6A-FECD-4006-2C333060615E}"/>
                    </a:ext>
                  </a:extLst>
                </p14:cNvPr>
                <p14:cNvContentPartPr/>
                <p14:nvPr/>
              </p14:nvContentPartPr>
              <p14:xfrm>
                <a:off x="1475447" y="6113542"/>
                <a:ext cx="1100520" cy="302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94A4F68-DE6A-FECD-4006-2C333060615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457447" y="6095542"/>
                  <a:ext cx="11361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B576595-32AF-D6FB-C85D-287CC91B539C}"/>
                    </a:ext>
                  </a:extLst>
                </p14:cNvPr>
                <p14:cNvContentPartPr/>
                <p14:nvPr/>
              </p14:nvContentPartPr>
              <p14:xfrm>
                <a:off x="2630327" y="6203182"/>
                <a:ext cx="301320" cy="204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B576595-32AF-D6FB-C85D-287CC91B539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612327" y="6185542"/>
                  <a:ext cx="3369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243C423-9083-A31C-EC8E-83C0FAA36018}"/>
                    </a:ext>
                  </a:extLst>
                </p14:cNvPr>
                <p14:cNvContentPartPr/>
                <p14:nvPr/>
              </p14:nvContentPartPr>
              <p14:xfrm>
                <a:off x="2140727" y="6149182"/>
                <a:ext cx="65160" cy="144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243C423-9083-A31C-EC8E-83C0FAA3601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22727" y="6131182"/>
                  <a:ext cx="100800" cy="1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E1C6F7EA-DA4A-CAD1-4AE7-4A8B5C8E517A}"/>
                  </a:ext>
                </a:extLst>
              </p14:cNvPr>
              <p14:cNvContentPartPr/>
              <p14:nvPr/>
            </p14:nvContentPartPr>
            <p14:xfrm>
              <a:off x="3274367" y="6182662"/>
              <a:ext cx="943200" cy="2412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E1C6F7EA-DA4A-CAD1-4AE7-4A8B5C8E517A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3256367" y="6164662"/>
                <a:ext cx="97884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81F44342-2EAC-7569-D518-FB9E0FB85E96}"/>
              </a:ext>
            </a:extLst>
          </p:cNvPr>
          <p:cNvGrpSpPr/>
          <p:nvPr/>
        </p:nvGrpSpPr>
        <p:grpSpPr>
          <a:xfrm>
            <a:off x="4767287" y="6060982"/>
            <a:ext cx="382680" cy="379440"/>
            <a:chOff x="4767287" y="6060982"/>
            <a:chExt cx="38268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B83D062-0510-B8BD-C308-EA4CDC226A3D}"/>
                    </a:ext>
                  </a:extLst>
                </p14:cNvPr>
                <p14:cNvContentPartPr/>
                <p14:nvPr/>
              </p14:nvContentPartPr>
              <p14:xfrm>
                <a:off x="4794647" y="6224422"/>
                <a:ext cx="355320" cy="216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B83D062-0510-B8BD-C308-EA4CDC226A3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777007" y="6206422"/>
                  <a:ext cx="390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075BCDB-64C7-7DDF-A67A-32E25B93881D}"/>
                    </a:ext>
                  </a:extLst>
                </p14:cNvPr>
                <p14:cNvContentPartPr/>
                <p14:nvPr/>
              </p14:nvContentPartPr>
              <p14:xfrm>
                <a:off x="4767287" y="6060982"/>
                <a:ext cx="86400" cy="536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075BCDB-64C7-7DDF-A67A-32E25B93881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749287" y="6042982"/>
                  <a:ext cx="12204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82378238-A45F-69EA-0745-2125B0B50721}"/>
              </a:ext>
            </a:extLst>
          </p:cNvPr>
          <p:cNvGrpSpPr/>
          <p:nvPr/>
        </p:nvGrpSpPr>
        <p:grpSpPr>
          <a:xfrm>
            <a:off x="5607527" y="6135862"/>
            <a:ext cx="689760" cy="423360"/>
            <a:chOff x="5607527" y="6135862"/>
            <a:chExt cx="68976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D818416-5635-5063-A163-CEFD974B7124}"/>
                    </a:ext>
                  </a:extLst>
                </p14:cNvPr>
                <p14:cNvContentPartPr/>
                <p14:nvPr/>
              </p14:nvContentPartPr>
              <p14:xfrm>
                <a:off x="5607527" y="6273742"/>
                <a:ext cx="21600" cy="285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D818416-5635-5063-A163-CEFD974B71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589887" y="6256102"/>
                  <a:ext cx="572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E23E9F1-CB5D-1F84-C746-7EBF03A33FEE}"/>
                    </a:ext>
                  </a:extLst>
                </p14:cNvPr>
                <p14:cNvContentPartPr/>
                <p14:nvPr/>
              </p14:nvContentPartPr>
              <p14:xfrm>
                <a:off x="5634167" y="6226942"/>
                <a:ext cx="258480" cy="297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E23E9F1-CB5D-1F84-C746-7EBF03A33FE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616527" y="6209302"/>
                  <a:ext cx="2941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ADDB3EB-1744-1DAA-549D-32A9B876184B}"/>
                    </a:ext>
                  </a:extLst>
                </p14:cNvPr>
                <p14:cNvContentPartPr/>
                <p14:nvPr/>
              </p14:nvContentPartPr>
              <p14:xfrm>
                <a:off x="6034127" y="6135862"/>
                <a:ext cx="263160" cy="201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ADDB3EB-1744-1DAA-549D-32A9B876184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016487" y="6118222"/>
                  <a:ext cx="29880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7C9D8847-4AD1-8990-E9E0-2C521A4561D7}"/>
                  </a:ext>
                </a:extLst>
              </p14:cNvPr>
              <p14:cNvContentPartPr/>
              <p14:nvPr/>
            </p14:nvContentPartPr>
            <p14:xfrm>
              <a:off x="6644687" y="6411262"/>
              <a:ext cx="75240" cy="478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7C9D8847-4AD1-8990-E9E0-2C521A4561D7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6626687" y="6393262"/>
                <a:ext cx="110880" cy="8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0857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39DF04-595A-DAEF-94DE-64B6435100F3}"/>
              </a:ext>
            </a:extLst>
          </p:cNvPr>
          <p:cNvGrpSpPr/>
          <p:nvPr/>
        </p:nvGrpSpPr>
        <p:grpSpPr>
          <a:xfrm>
            <a:off x="223727" y="999382"/>
            <a:ext cx="2497320" cy="511920"/>
            <a:chOff x="223727" y="999382"/>
            <a:chExt cx="249732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093209-C2B1-7BF6-76BC-8D82CE37DD37}"/>
                    </a:ext>
                  </a:extLst>
                </p14:cNvPr>
                <p14:cNvContentPartPr/>
                <p14:nvPr/>
              </p14:nvContentPartPr>
              <p14:xfrm>
                <a:off x="223727" y="999382"/>
                <a:ext cx="724320" cy="511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093209-C2B1-7BF6-76BC-8D82CE37DD3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087" y="981742"/>
                  <a:ext cx="7599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E6A80C3-C8B8-1815-3BAC-67CB15F7A8F4}"/>
                    </a:ext>
                  </a:extLst>
                </p14:cNvPr>
                <p14:cNvContentPartPr/>
                <p14:nvPr/>
              </p14:nvContentPartPr>
              <p14:xfrm>
                <a:off x="828167" y="1173262"/>
                <a:ext cx="215640" cy="29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E6A80C3-C8B8-1815-3BAC-67CB15F7A8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0527" y="1155262"/>
                  <a:ext cx="251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FEF8D90-ADEF-6F87-DD10-2DEB8462C073}"/>
                    </a:ext>
                  </a:extLst>
                </p14:cNvPr>
                <p14:cNvContentPartPr/>
                <p14:nvPr/>
              </p14:nvContentPartPr>
              <p14:xfrm>
                <a:off x="1359887" y="1155622"/>
                <a:ext cx="347040" cy="31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FEF8D90-ADEF-6F87-DD10-2DEB8462C0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1887" y="1137982"/>
                  <a:ext cx="3826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8B9226-D4A9-54B7-C67B-2FD567F44135}"/>
                    </a:ext>
                  </a:extLst>
                </p14:cNvPr>
                <p14:cNvContentPartPr/>
                <p14:nvPr/>
              </p14:nvContentPartPr>
              <p14:xfrm>
                <a:off x="1898807" y="1230502"/>
                <a:ext cx="147960" cy="180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8B9226-D4A9-54B7-C67B-2FD567F441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81167" y="1212862"/>
                  <a:ext cx="183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7AA1BE-058C-13B9-EE9E-AC93BA83DF85}"/>
                    </a:ext>
                  </a:extLst>
                </p14:cNvPr>
                <p14:cNvContentPartPr/>
                <p14:nvPr/>
              </p14:nvContentPartPr>
              <p14:xfrm>
                <a:off x="2156567" y="1178662"/>
                <a:ext cx="219600" cy="324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37AA1BE-058C-13B9-EE9E-AC93BA83DF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8927" y="1160662"/>
                  <a:ext cx="2552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4280DA-F835-E6D3-C6B6-6384D7C9E423}"/>
                    </a:ext>
                  </a:extLst>
                </p14:cNvPr>
                <p14:cNvContentPartPr/>
                <p14:nvPr/>
              </p14:nvContentPartPr>
              <p14:xfrm>
                <a:off x="2548247" y="1115302"/>
                <a:ext cx="172800" cy="162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4280DA-F835-E6D3-C6B6-6384D7C9E4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0607" y="1097662"/>
                  <a:ext cx="20844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354A3DA-356B-45A9-6E20-FA882C055121}"/>
                  </a:ext>
                </a:extLst>
              </p14:cNvPr>
              <p14:cNvContentPartPr/>
              <p14:nvPr/>
            </p14:nvContentPartPr>
            <p14:xfrm>
              <a:off x="3128567" y="1488622"/>
              <a:ext cx="17280" cy="19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354A3DA-356B-45A9-6E20-FA882C0551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10927" y="1470622"/>
                <a:ext cx="529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3236C70F-E6A5-C76A-EFA5-51A3B8DAFA54}"/>
              </a:ext>
            </a:extLst>
          </p:cNvPr>
          <p:cNvGrpSpPr/>
          <p:nvPr/>
        </p:nvGrpSpPr>
        <p:grpSpPr>
          <a:xfrm>
            <a:off x="3948647" y="1192342"/>
            <a:ext cx="1068480" cy="361440"/>
            <a:chOff x="3948647" y="1192342"/>
            <a:chExt cx="106848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17C8D2B-B835-5433-79CF-BD65D1E56578}"/>
                    </a:ext>
                  </a:extLst>
                </p14:cNvPr>
                <p14:cNvContentPartPr/>
                <p14:nvPr/>
              </p14:nvContentPartPr>
              <p14:xfrm>
                <a:off x="3948647" y="1192342"/>
                <a:ext cx="314280" cy="347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17C8D2B-B835-5433-79CF-BD65D1E565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31007" y="1174702"/>
                  <a:ext cx="3499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0DA6D9F-EA6E-941C-EEFC-A3E0571DFF55}"/>
                    </a:ext>
                  </a:extLst>
                </p14:cNvPr>
                <p14:cNvContentPartPr/>
                <p14:nvPr/>
              </p14:nvContentPartPr>
              <p14:xfrm>
                <a:off x="4306127" y="1194862"/>
                <a:ext cx="711000" cy="358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0DA6D9F-EA6E-941C-EEFC-A3E0571DFF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88127" y="1176862"/>
                  <a:ext cx="74664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B19ED11-1831-779E-5605-04A5B14D02D8}"/>
              </a:ext>
            </a:extLst>
          </p:cNvPr>
          <p:cNvGrpSpPr/>
          <p:nvPr/>
        </p:nvGrpSpPr>
        <p:grpSpPr>
          <a:xfrm>
            <a:off x="5567567" y="1188742"/>
            <a:ext cx="804600" cy="327960"/>
            <a:chOff x="5567567" y="1188742"/>
            <a:chExt cx="80460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30D7DA-12E3-F9BE-20E5-D918595F1D43}"/>
                    </a:ext>
                  </a:extLst>
                </p14:cNvPr>
                <p14:cNvContentPartPr/>
                <p14:nvPr/>
              </p14:nvContentPartPr>
              <p14:xfrm>
                <a:off x="5567567" y="1188742"/>
                <a:ext cx="804600" cy="327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30D7DA-12E3-F9BE-20E5-D918595F1D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49567" y="1170742"/>
                  <a:ext cx="8402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6E8986-C3A9-2706-FCF1-C32978421568}"/>
                    </a:ext>
                  </a:extLst>
                </p14:cNvPr>
                <p14:cNvContentPartPr/>
                <p14:nvPr/>
              </p14:nvContentPartPr>
              <p14:xfrm>
                <a:off x="5749007" y="1234462"/>
                <a:ext cx="262440" cy="32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6E8986-C3A9-2706-FCF1-C329784215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31367" y="1216462"/>
                  <a:ext cx="29808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09D3BA1-B753-4DBD-9644-6C7E7E21F645}"/>
              </a:ext>
            </a:extLst>
          </p:cNvPr>
          <p:cNvGrpSpPr/>
          <p:nvPr/>
        </p:nvGrpSpPr>
        <p:grpSpPr>
          <a:xfrm>
            <a:off x="6987767" y="1098022"/>
            <a:ext cx="3318480" cy="543240"/>
            <a:chOff x="6987767" y="1098022"/>
            <a:chExt cx="3318480" cy="54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C67F23-7027-F3D1-6ED7-780FFB2CAB65}"/>
                    </a:ext>
                  </a:extLst>
                </p14:cNvPr>
                <p14:cNvContentPartPr/>
                <p14:nvPr/>
              </p14:nvContentPartPr>
              <p14:xfrm>
                <a:off x="6987767" y="1298182"/>
                <a:ext cx="327240" cy="176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C67F23-7027-F3D1-6ED7-780FFB2CAB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69767" y="1280182"/>
                  <a:ext cx="362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3E0A8F4-18FD-D011-6EE4-5BDC71CE2C10}"/>
                    </a:ext>
                  </a:extLst>
                </p14:cNvPr>
                <p14:cNvContentPartPr/>
                <p14:nvPr/>
              </p14:nvContentPartPr>
              <p14:xfrm>
                <a:off x="7485287" y="1269742"/>
                <a:ext cx="307080" cy="13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3E0A8F4-18FD-D011-6EE4-5BDC71CE2C1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67287" y="1251742"/>
                  <a:ext cx="342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570CA5-5336-F710-7EA5-5FB4CE691A42}"/>
                    </a:ext>
                  </a:extLst>
                </p14:cNvPr>
                <p14:cNvContentPartPr/>
                <p14:nvPr/>
              </p14:nvContentPartPr>
              <p14:xfrm>
                <a:off x="7876967" y="1098022"/>
                <a:ext cx="574920" cy="364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570CA5-5336-F710-7EA5-5FB4CE691A4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58967" y="1080022"/>
                  <a:ext cx="6105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4FACC6-CC83-CD87-51DD-082C412E2E84}"/>
                    </a:ext>
                  </a:extLst>
                </p14:cNvPr>
                <p14:cNvContentPartPr/>
                <p14:nvPr/>
              </p14:nvContentPartPr>
              <p14:xfrm>
                <a:off x="8495087" y="1288102"/>
                <a:ext cx="323640" cy="170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4FACC6-CC83-CD87-51DD-082C412E2E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77087" y="1270462"/>
                  <a:ext cx="359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F25DB77-84CB-B5B7-1784-61480D8DF4C5}"/>
                    </a:ext>
                  </a:extLst>
                </p14:cNvPr>
                <p14:cNvContentPartPr/>
                <p14:nvPr/>
              </p14:nvContentPartPr>
              <p14:xfrm>
                <a:off x="8945087" y="1120342"/>
                <a:ext cx="169560" cy="331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F25DB77-84CB-B5B7-1784-61480D8DF4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27447" y="1102702"/>
                  <a:ext cx="2052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221620-CA03-35C2-CBDD-FF3328A89AAE}"/>
                    </a:ext>
                  </a:extLst>
                </p14:cNvPr>
                <p14:cNvContentPartPr/>
                <p14:nvPr/>
              </p14:nvContentPartPr>
              <p14:xfrm>
                <a:off x="8978927" y="1228702"/>
                <a:ext cx="252720" cy="37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221620-CA03-35C2-CBDD-FF3328A89A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61287" y="1211062"/>
                  <a:ext cx="288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469AC93-A900-3C62-5146-100A3B6F3202}"/>
                    </a:ext>
                  </a:extLst>
                </p14:cNvPr>
                <p14:cNvContentPartPr/>
                <p14:nvPr/>
              </p14:nvContentPartPr>
              <p14:xfrm>
                <a:off x="9506327" y="1153462"/>
                <a:ext cx="667440" cy="308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469AC93-A900-3C62-5146-100A3B6F32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88687" y="1135822"/>
                  <a:ext cx="7030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42C249-4720-B5E5-A111-EBCDC21FD3B0}"/>
                    </a:ext>
                  </a:extLst>
                </p14:cNvPr>
                <p14:cNvContentPartPr/>
                <p14:nvPr/>
              </p14:nvContentPartPr>
              <p14:xfrm>
                <a:off x="9990527" y="1220782"/>
                <a:ext cx="315720" cy="11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42C249-4720-B5E5-A111-EBCDC21FD3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2887" y="1202782"/>
                  <a:ext cx="351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E843F63-0D6D-E2F6-7374-193A8F1E5694}"/>
                    </a:ext>
                  </a:extLst>
                </p14:cNvPr>
                <p14:cNvContentPartPr/>
                <p14:nvPr/>
              </p14:nvContentPartPr>
              <p14:xfrm>
                <a:off x="9277007" y="1416262"/>
                <a:ext cx="233280" cy="22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E843F63-0D6D-E2F6-7374-193A8F1E56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59367" y="1398262"/>
                  <a:ext cx="26892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5E67AE-80E7-072E-5C7F-5D33BB95D0E6}"/>
              </a:ext>
            </a:extLst>
          </p:cNvPr>
          <p:cNvGrpSpPr/>
          <p:nvPr/>
        </p:nvGrpSpPr>
        <p:grpSpPr>
          <a:xfrm>
            <a:off x="9405527" y="591862"/>
            <a:ext cx="1344240" cy="278280"/>
            <a:chOff x="9405527" y="591862"/>
            <a:chExt cx="134424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8D7484C-BEF1-2828-411B-9C42DCEAC1A8}"/>
                    </a:ext>
                  </a:extLst>
                </p14:cNvPr>
                <p14:cNvContentPartPr/>
                <p14:nvPr/>
              </p14:nvContentPartPr>
              <p14:xfrm>
                <a:off x="9405527" y="679342"/>
                <a:ext cx="551160" cy="19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8D7484C-BEF1-2828-411B-9C42DCEAC1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87527" y="661342"/>
                  <a:ext cx="5868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ABA090-EC00-8195-DBCB-EF6BFFFF4C01}"/>
                    </a:ext>
                  </a:extLst>
                </p14:cNvPr>
                <p14:cNvContentPartPr/>
                <p14:nvPr/>
              </p14:nvContentPartPr>
              <p14:xfrm>
                <a:off x="10001327" y="630742"/>
                <a:ext cx="483480" cy="155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ABA090-EC00-8195-DBCB-EF6BFFFF4C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83327" y="612742"/>
                  <a:ext cx="519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0E379D8-096E-3C59-60CE-9922ADD625AA}"/>
                    </a:ext>
                  </a:extLst>
                </p14:cNvPr>
                <p14:cNvContentPartPr/>
                <p14:nvPr/>
              </p14:nvContentPartPr>
              <p14:xfrm>
                <a:off x="10535567" y="591862"/>
                <a:ext cx="214200" cy="15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0E379D8-096E-3C59-60CE-9922ADD625A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17927" y="573862"/>
                  <a:ext cx="24984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E6EC12C-4C03-5285-EFE3-AF6EFCDC61F6}"/>
              </a:ext>
            </a:extLst>
          </p:cNvPr>
          <p:cNvGrpSpPr/>
          <p:nvPr/>
        </p:nvGrpSpPr>
        <p:grpSpPr>
          <a:xfrm>
            <a:off x="10657607" y="1163542"/>
            <a:ext cx="1620720" cy="633600"/>
            <a:chOff x="10657607" y="1163542"/>
            <a:chExt cx="1620720" cy="63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DF5D31-DFD8-9AAD-69EA-BDAE6380629D}"/>
                    </a:ext>
                  </a:extLst>
                </p14:cNvPr>
                <p14:cNvContentPartPr/>
                <p14:nvPr/>
              </p14:nvContentPartPr>
              <p14:xfrm>
                <a:off x="10657607" y="1220422"/>
                <a:ext cx="528120" cy="231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2DF5D31-DFD8-9AAD-69EA-BDAE638062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39967" y="1202422"/>
                  <a:ext cx="563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1F1D9C-359F-0AAD-9856-44B88A63C049}"/>
                    </a:ext>
                  </a:extLst>
                </p14:cNvPr>
                <p14:cNvContentPartPr/>
                <p14:nvPr/>
              </p14:nvContentPartPr>
              <p14:xfrm>
                <a:off x="11248727" y="1163542"/>
                <a:ext cx="184680" cy="327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1F1D9C-359F-0AAD-9856-44B88A63C0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30727" y="1145902"/>
                  <a:ext cx="2203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449638-F37C-CCED-67C4-5DCD1518C3C7}"/>
                    </a:ext>
                  </a:extLst>
                </p14:cNvPr>
                <p14:cNvContentPartPr/>
                <p14:nvPr/>
              </p14:nvContentPartPr>
              <p14:xfrm>
                <a:off x="11275367" y="1212862"/>
                <a:ext cx="137160" cy="37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449638-F37C-CCED-67C4-5DCD1518C3C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57367" y="1195222"/>
                  <a:ext cx="172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3F7338-27A5-6A26-F7FA-D7141ABAAD07}"/>
                    </a:ext>
                  </a:extLst>
                </p14:cNvPr>
                <p14:cNvContentPartPr/>
                <p14:nvPr/>
              </p14:nvContentPartPr>
              <p14:xfrm>
                <a:off x="11381207" y="1315102"/>
                <a:ext cx="222480" cy="14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3F7338-27A5-6A26-F7FA-D7141ABAAD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63207" y="1297102"/>
                  <a:ext cx="258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17BA04E-D917-88B7-E2CB-D92997ED24AC}"/>
                    </a:ext>
                  </a:extLst>
                </p14:cNvPr>
                <p14:cNvContentPartPr/>
                <p14:nvPr/>
              </p14:nvContentPartPr>
              <p14:xfrm>
                <a:off x="11629247" y="1228702"/>
                <a:ext cx="10800" cy="30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17BA04E-D917-88B7-E2CB-D92997ED24A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611247" y="1211062"/>
                  <a:ext cx="46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FF85CF-AAFB-A4E8-467D-207829FA0E1B}"/>
                    </a:ext>
                  </a:extLst>
                </p14:cNvPr>
                <p14:cNvContentPartPr/>
                <p14:nvPr/>
              </p14:nvContentPartPr>
              <p14:xfrm>
                <a:off x="11687927" y="1330582"/>
                <a:ext cx="136800" cy="13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FF85CF-AAFB-A4E8-467D-207829FA0E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670287" y="1312582"/>
                  <a:ext cx="172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E542FE-AE75-7A56-C95B-AA1801E9D01C}"/>
                    </a:ext>
                  </a:extLst>
                </p14:cNvPr>
                <p14:cNvContentPartPr/>
                <p14:nvPr/>
              </p14:nvContentPartPr>
              <p14:xfrm>
                <a:off x="11926607" y="1342462"/>
                <a:ext cx="10440" cy="117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E542FE-AE75-7A56-C95B-AA1801E9D0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908607" y="1324462"/>
                  <a:ext cx="46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C4A6D8-A978-B2BA-712D-CDAAC55493B7}"/>
                    </a:ext>
                  </a:extLst>
                </p14:cNvPr>
                <p14:cNvContentPartPr/>
                <p14:nvPr/>
              </p14:nvContentPartPr>
              <p14:xfrm>
                <a:off x="11933447" y="1213942"/>
                <a:ext cx="21240" cy="3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C4A6D8-A978-B2BA-712D-CDAAC55493B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915447" y="1196302"/>
                  <a:ext cx="56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2DBDC4-F03D-409C-CC1A-CA9F2C99DFCE}"/>
                    </a:ext>
                  </a:extLst>
                </p14:cNvPr>
                <p14:cNvContentPartPr/>
                <p14:nvPr/>
              </p14:nvContentPartPr>
              <p14:xfrm>
                <a:off x="12015167" y="1313302"/>
                <a:ext cx="142560" cy="144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2DBDC4-F03D-409C-CC1A-CA9F2C99DFC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997527" y="1295662"/>
                  <a:ext cx="178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4EF633-7E7C-EDD8-D355-704C99C8628B}"/>
                    </a:ext>
                  </a:extLst>
                </p14:cNvPr>
                <p14:cNvContentPartPr/>
                <p14:nvPr/>
              </p14:nvContentPartPr>
              <p14:xfrm>
                <a:off x="11798087" y="1370542"/>
                <a:ext cx="480240" cy="426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4EF633-7E7C-EDD8-D355-704C99C862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780087" y="1352902"/>
                  <a:ext cx="515880" cy="46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363C547-FA74-1DB2-456E-A444DF52D703}"/>
                  </a:ext>
                </a:extLst>
              </p14:cNvPr>
              <p14:cNvContentPartPr/>
              <p14:nvPr/>
            </p14:nvContentPartPr>
            <p14:xfrm>
              <a:off x="220127" y="1967422"/>
              <a:ext cx="327960" cy="349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363C547-FA74-1DB2-456E-A444DF52D70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2487" y="1949422"/>
                <a:ext cx="363600" cy="38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5046091C-4A30-44B5-9ED7-90A8CFB23C5F}"/>
              </a:ext>
            </a:extLst>
          </p:cNvPr>
          <p:cNvGrpSpPr/>
          <p:nvPr/>
        </p:nvGrpSpPr>
        <p:grpSpPr>
          <a:xfrm>
            <a:off x="1124447" y="2038342"/>
            <a:ext cx="252720" cy="174960"/>
            <a:chOff x="1124447" y="2038342"/>
            <a:chExt cx="252720" cy="1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3703F8-059D-52F2-D67F-D08E5848D7BD}"/>
                    </a:ext>
                  </a:extLst>
                </p14:cNvPr>
                <p14:cNvContentPartPr/>
                <p14:nvPr/>
              </p14:nvContentPartPr>
              <p14:xfrm>
                <a:off x="1124447" y="2059942"/>
                <a:ext cx="41760" cy="146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3703F8-059D-52F2-D67F-D08E5848D7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6807" y="2042302"/>
                  <a:ext cx="77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69E85F-1DCE-71F2-F1A8-861881532D21}"/>
                    </a:ext>
                  </a:extLst>
                </p14:cNvPr>
                <p14:cNvContentPartPr/>
                <p14:nvPr/>
              </p14:nvContentPartPr>
              <p14:xfrm>
                <a:off x="1269887" y="2038342"/>
                <a:ext cx="107280" cy="174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69E85F-1DCE-71F2-F1A8-861881532D2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51887" y="2020702"/>
                  <a:ext cx="14292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0B8C2DF-1B32-F32F-F48B-FA0E00ADD2C7}"/>
                  </a:ext>
                </a:extLst>
              </p14:cNvPr>
              <p14:cNvContentPartPr/>
              <p14:nvPr/>
            </p14:nvContentPartPr>
            <p14:xfrm>
              <a:off x="1196087" y="1820182"/>
              <a:ext cx="9720" cy="381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0B8C2DF-1B32-F32F-F48B-FA0E00ADD2C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78447" y="1802182"/>
                <a:ext cx="4536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8E36466-517A-B247-3A19-4DCDE2800481}"/>
              </a:ext>
            </a:extLst>
          </p:cNvPr>
          <p:cNvGrpSpPr/>
          <p:nvPr/>
        </p:nvGrpSpPr>
        <p:grpSpPr>
          <a:xfrm>
            <a:off x="1960727" y="1919542"/>
            <a:ext cx="1355040" cy="425520"/>
            <a:chOff x="1960727" y="1919542"/>
            <a:chExt cx="135504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0751343-87D5-4C6F-13F1-EAAAA2513878}"/>
                    </a:ext>
                  </a:extLst>
                </p14:cNvPr>
                <p14:cNvContentPartPr/>
                <p14:nvPr/>
              </p14:nvContentPartPr>
              <p14:xfrm>
                <a:off x="1960727" y="2099182"/>
                <a:ext cx="179640" cy="222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0751343-87D5-4C6F-13F1-EAAAA251387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42727" y="2081182"/>
                  <a:ext cx="215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407A9A8-6FF3-5517-2AAB-EBFD7541B58D}"/>
                    </a:ext>
                  </a:extLst>
                </p14:cNvPr>
                <p14:cNvContentPartPr/>
                <p14:nvPr/>
              </p14:nvContentPartPr>
              <p14:xfrm>
                <a:off x="2196167" y="1991542"/>
                <a:ext cx="909720" cy="334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407A9A8-6FF3-5517-2AAB-EBFD7541B58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78167" y="1973542"/>
                  <a:ext cx="9453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AC33D57-49D0-61AC-0F74-ADC8B7E44A04}"/>
                    </a:ext>
                  </a:extLst>
                </p14:cNvPr>
                <p14:cNvContentPartPr/>
                <p14:nvPr/>
              </p14:nvContentPartPr>
              <p14:xfrm>
                <a:off x="3042167" y="1919542"/>
                <a:ext cx="273600" cy="425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AC33D57-49D0-61AC-0F74-ADC8B7E44A0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24167" y="1901542"/>
                  <a:ext cx="309240" cy="46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89049EF-40E7-BF08-A5EA-B6E14406357D}"/>
              </a:ext>
            </a:extLst>
          </p:cNvPr>
          <p:cNvGrpSpPr/>
          <p:nvPr/>
        </p:nvGrpSpPr>
        <p:grpSpPr>
          <a:xfrm>
            <a:off x="3860447" y="2016382"/>
            <a:ext cx="889920" cy="346680"/>
            <a:chOff x="3860447" y="2016382"/>
            <a:chExt cx="88992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A75B52-364E-E886-075D-132CF31CE2DB}"/>
                    </a:ext>
                  </a:extLst>
                </p14:cNvPr>
                <p14:cNvContentPartPr/>
                <p14:nvPr/>
              </p14:nvContentPartPr>
              <p14:xfrm>
                <a:off x="3860447" y="2016382"/>
                <a:ext cx="889920" cy="346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A75B52-364E-E886-075D-132CF31CE2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42807" y="1998742"/>
                  <a:ext cx="9255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6D9B3B9-6617-B329-DA8D-4A553BE4DD50}"/>
                    </a:ext>
                  </a:extLst>
                </p14:cNvPr>
                <p14:cNvContentPartPr/>
                <p14:nvPr/>
              </p14:nvContentPartPr>
              <p14:xfrm>
                <a:off x="4069247" y="2126902"/>
                <a:ext cx="170280" cy="10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6D9B3B9-6617-B329-DA8D-4A553BE4DD5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51247" y="2108902"/>
                  <a:ext cx="2059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09C7B80-F7F3-45F8-C162-32018A7FA0B7}"/>
              </a:ext>
            </a:extLst>
          </p:cNvPr>
          <p:cNvGrpSpPr/>
          <p:nvPr/>
        </p:nvGrpSpPr>
        <p:grpSpPr>
          <a:xfrm>
            <a:off x="5336807" y="2161102"/>
            <a:ext cx="1517400" cy="294480"/>
            <a:chOff x="5336807" y="2161102"/>
            <a:chExt cx="15174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73894C8-D7E8-B91C-3E9C-4403BAEA4AC6}"/>
                    </a:ext>
                  </a:extLst>
                </p14:cNvPr>
                <p14:cNvContentPartPr/>
                <p14:nvPr/>
              </p14:nvContentPartPr>
              <p14:xfrm>
                <a:off x="5336807" y="2161102"/>
                <a:ext cx="637560" cy="283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73894C8-D7E8-B91C-3E9C-4403BAEA4A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19167" y="2143102"/>
                  <a:ext cx="6732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11D44A4-1DD4-1764-1846-EE176305CDCE}"/>
                    </a:ext>
                  </a:extLst>
                </p14:cNvPr>
                <p14:cNvContentPartPr/>
                <p14:nvPr/>
              </p14:nvContentPartPr>
              <p14:xfrm>
                <a:off x="6034847" y="2265862"/>
                <a:ext cx="418320" cy="189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11D44A4-1DD4-1764-1846-EE176305CDC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16847" y="2247862"/>
                  <a:ext cx="453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FB5751B-8285-0FF8-4E1A-A3263768C92F}"/>
                    </a:ext>
                  </a:extLst>
                </p14:cNvPr>
                <p14:cNvContentPartPr/>
                <p14:nvPr/>
              </p14:nvContentPartPr>
              <p14:xfrm>
                <a:off x="6548207" y="2202502"/>
                <a:ext cx="306000" cy="225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FB5751B-8285-0FF8-4E1A-A3263768C92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30207" y="2184862"/>
                  <a:ext cx="34164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C3E103B-35F8-7BF3-DDF8-B0299F15553D}"/>
                  </a:ext>
                </a:extLst>
              </p14:cNvPr>
              <p14:cNvContentPartPr/>
              <p14:nvPr/>
            </p14:nvContentPartPr>
            <p14:xfrm>
              <a:off x="7381607" y="2113942"/>
              <a:ext cx="1025280" cy="415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C3E103B-35F8-7BF3-DDF8-B0299F15553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363607" y="2095942"/>
                <a:ext cx="1060920" cy="45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5D6826DC-44CD-D6F6-2454-67CA23D210D3}"/>
              </a:ext>
            </a:extLst>
          </p:cNvPr>
          <p:cNvGrpSpPr/>
          <p:nvPr/>
        </p:nvGrpSpPr>
        <p:grpSpPr>
          <a:xfrm>
            <a:off x="8990447" y="1998022"/>
            <a:ext cx="1275480" cy="818280"/>
            <a:chOff x="8990447" y="1998022"/>
            <a:chExt cx="1275480" cy="81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A597F6-DD46-2DB7-DF70-77D1ED219ECD}"/>
                    </a:ext>
                  </a:extLst>
                </p14:cNvPr>
                <p14:cNvContentPartPr/>
                <p14:nvPr/>
              </p14:nvContentPartPr>
              <p14:xfrm>
                <a:off x="8990447" y="1998022"/>
                <a:ext cx="362520" cy="818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A597F6-DD46-2DB7-DF70-77D1ED219E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72807" y="1980382"/>
                  <a:ext cx="39816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ABA5AF8-D693-0AAA-3C8C-87893D809F9A}"/>
                    </a:ext>
                  </a:extLst>
                </p14:cNvPr>
                <p14:cNvContentPartPr/>
                <p14:nvPr/>
              </p14:nvContentPartPr>
              <p14:xfrm>
                <a:off x="9542327" y="2085502"/>
                <a:ext cx="359640" cy="379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ABA5AF8-D693-0AAA-3C8C-87893D809F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24327" y="2067862"/>
                  <a:ext cx="3952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8B61661-C93B-460C-C5D6-AA6FD2842003}"/>
                    </a:ext>
                  </a:extLst>
                </p14:cNvPr>
                <p14:cNvContentPartPr/>
                <p14:nvPr/>
              </p14:nvContentPartPr>
              <p14:xfrm>
                <a:off x="10245047" y="2485462"/>
                <a:ext cx="20880" cy="28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8B61661-C93B-460C-C5D6-AA6FD284200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27047" y="2467822"/>
                  <a:ext cx="565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A81D439-A64E-9D0A-5794-89AC6691AE96}"/>
              </a:ext>
            </a:extLst>
          </p:cNvPr>
          <p:cNvGrpSpPr/>
          <p:nvPr/>
        </p:nvGrpSpPr>
        <p:grpSpPr>
          <a:xfrm>
            <a:off x="71447" y="185062"/>
            <a:ext cx="5401440" cy="571680"/>
            <a:chOff x="71447" y="185062"/>
            <a:chExt cx="540144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ED880B-E326-1A92-973E-D5D0CEB68801}"/>
                    </a:ext>
                  </a:extLst>
                </p14:cNvPr>
                <p14:cNvContentPartPr/>
                <p14:nvPr/>
              </p14:nvContentPartPr>
              <p14:xfrm>
                <a:off x="301487" y="196222"/>
                <a:ext cx="429480" cy="390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ED880B-E326-1A92-973E-D5D0CEB6880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3847" y="178582"/>
                  <a:ext cx="4651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B56D2D4-31CE-67F6-6792-321FC2FF9C7A}"/>
                    </a:ext>
                  </a:extLst>
                </p14:cNvPr>
                <p14:cNvContentPartPr/>
                <p14:nvPr/>
              </p14:nvContentPartPr>
              <p14:xfrm>
                <a:off x="798647" y="419422"/>
                <a:ext cx="280080" cy="132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B56D2D4-31CE-67F6-6792-321FC2FF9C7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0647" y="401782"/>
                  <a:ext cx="315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77BA8EB-9CF6-F5D4-49A7-3CD51478F90B}"/>
                    </a:ext>
                  </a:extLst>
                </p14:cNvPr>
                <p14:cNvContentPartPr/>
                <p14:nvPr/>
              </p14:nvContentPartPr>
              <p14:xfrm>
                <a:off x="1175927" y="378022"/>
                <a:ext cx="136800" cy="173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77BA8EB-9CF6-F5D4-49A7-3CD51478F90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58287" y="360382"/>
                  <a:ext cx="172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5CC50D-FBA0-20A4-E14B-9BED5B9B429A}"/>
                    </a:ext>
                  </a:extLst>
                </p14:cNvPr>
                <p14:cNvContentPartPr/>
                <p14:nvPr/>
              </p14:nvContentPartPr>
              <p14:xfrm>
                <a:off x="1446647" y="377662"/>
                <a:ext cx="153360" cy="147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5CC50D-FBA0-20A4-E14B-9BED5B9B42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29007" y="360022"/>
                  <a:ext cx="189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A8A9D6-08D5-7C00-230A-F99B9698C293}"/>
                    </a:ext>
                  </a:extLst>
                </p14:cNvPr>
                <p14:cNvContentPartPr/>
                <p14:nvPr/>
              </p14:nvContentPartPr>
              <p14:xfrm>
                <a:off x="1681727" y="369742"/>
                <a:ext cx="256320" cy="157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A8A9D6-08D5-7C00-230A-F99B9698C2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64087" y="352102"/>
                  <a:ext cx="291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6C7F888-C013-7579-5E38-EF2146B2E2F6}"/>
                    </a:ext>
                  </a:extLst>
                </p14:cNvPr>
                <p14:cNvContentPartPr/>
                <p14:nvPr/>
              </p14:nvContentPartPr>
              <p14:xfrm>
                <a:off x="2356727" y="185062"/>
                <a:ext cx="1095840" cy="374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6C7F888-C013-7579-5E38-EF2146B2E2F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38727" y="167062"/>
                  <a:ext cx="11314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9FB1C9-D814-BBE4-6372-4EB4D968543B}"/>
                    </a:ext>
                  </a:extLst>
                </p14:cNvPr>
                <p14:cNvContentPartPr/>
                <p14:nvPr/>
              </p14:nvContentPartPr>
              <p14:xfrm>
                <a:off x="3811127" y="596902"/>
                <a:ext cx="64080" cy="42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9FB1C9-D814-BBE4-6372-4EB4D96854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93487" y="578902"/>
                  <a:ext cx="99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6A0E6E-ACA4-64B5-5AB1-D1B845D9779A}"/>
                    </a:ext>
                  </a:extLst>
                </p14:cNvPr>
                <p14:cNvContentPartPr/>
                <p14:nvPr/>
              </p14:nvContentPartPr>
              <p14:xfrm>
                <a:off x="71447" y="675382"/>
                <a:ext cx="3982320" cy="8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6A0E6E-ACA4-64B5-5AB1-D1B845D9779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807" y="657382"/>
                  <a:ext cx="4017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1B6813-2B5A-3560-CC2B-21EF418C14D5}"/>
                    </a:ext>
                  </a:extLst>
                </p14:cNvPr>
                <p14:cNvContentPartPr/>
                <p14:nvPr/>
              </p14:nvContentPartPr>
              <p14:xfrm>
                <a:off x="4078967" y="290542"/>
                <a:ext cx="14760" cy="4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1B6813-2B5A-3560-CC2B-21EF418C14D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61327" y="272902"/>
                  <a:ext cx="50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4F1BA2-DD1A-D7F1-EEE1-F813678ACA75}"/>
                    </a:ext>
                  </a:extLst>
                </p14:cNvPr>
                <p14:cNvContentPartPr/>
                <p14:nvPr/>
              </p14:nvContentPartPr>
              <p14:xfrm>
                <a:off x="4039007" y="592582"/>
                <a:ext cx="12960" cy="2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4F1BA2-DD1A-D7F1-EEE1-F813678ACA7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21007" y="574582"/>
                  <a:ext cx="48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781CF46-FF3F-CF47-B141-766DE9572FF8}"/>
                    </a:ext>
                  </a:extLst>
                </p14:cNvPr>
                <p14:cNvContentPartPr/>
                <p14:nvPr/>
              </p14:nvContentPartPr>
              <p14:xfrm>
                <a:off x="4320887" y="245902"/>
                <a:ext cx="396360" cy="39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781CF46-FF3F-CF47-B141-766DE9572FF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02887" y="228262"/>
                  <a:ext cx="4320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44C39C6-9758-A77B-1979-40011CB37DA6}"/>
                    </a:ext>
                  </a:extLst>
                </p14:cNvPr>
                <p14:cNvContentPartPr/>
                <p14:nvPr/>
              </p14:nvContentPartPr>
              <p14:xfrm>
                <a:off x="4823807" y="373342"/>
                <a:ext cx="57960" cy="27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44C39C6-9758-A77B-1979-40011CB37DA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05807" y="355702"/>
                  <a:ext cx="93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996673-8A72-77FF-8BBF-7C1A459E18B5}"/>
                    </a:ext>
                  </a:extLst>
                </p14:cNvPr>
                <p14:cNvContentPartPr/>
                <p14:nvPr/>
              </p14:nvContentPartPr>
              <p14:xfrm>
                <a:off x="4879967" y="363622"/>
                <a:ext cx="174240" cy="268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996673-8A72-77FF-8BBF-7C1A459E18B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62327" y="345622"/>
                  <a:ext cx="2098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E704348-19DB-C1B9-A3AD-99614EC29050}"/>
                    </a:ext>
                  </a:extLst>
                </p14:cNvPr>
                <p14:cNvContentPartPr/>
                <p14:nvPr/>
              </p14:nvContentPartPr>
              <p14:xfrm>
                <a:off x="5193167" y="234022"/>
                <a:ext cx="279720" cy="439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E704348-19DB-C1B9-A3AD-99614EC2905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75527" y="216382"/>
                  <a:ext cx="315360" cy="47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3E1C3BB-4D8D-3BF6-90B9-E2A19ABF15D5}"/>
              </a:ext>
            </a:extLst>
          </p:cNvPr>
          <p:cNvGrpSpPr/>
          <p:nvPr/>
        </p:nvGrpSpPr>
        <p:grpSpPr>
          <a:xfrm>
            <a:off x="5944847" y="103702"/>
            <a:ext cx="2978640" cy="650880"/>
            <a:chOff x="5944847" y="103702"/>
            <a:chExt cx="2978640" cy="65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22F4BB-A3C2-A8C5-5563-5E9FE6301A0F}"/>
                    </a:ext>
                  </a:extLst>
                </p14:cNvPr>
                <p14:cNvContentPartPr/>
                <p14:nvPr/>
              </p14:nvContentPartPr>
              <p14:xfrm>
                <a:off x="5944847" y="388462"/>
                <a:ext cx="442800" cy="273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22F4BB-A3C2-A8C5-5563-5E9FE6301A0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26847" y="370822"/>
                  <a:ext cx="4784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AD6C61B-D44B-04C8-613A-962AF0F9798C}"/>
                    </a:ext>
                  </a:extLst>
                </p14:cNvPr>
                <p14:cNvContentPartPr/>
                <p14:nvPr/>
              </p14:nvContentPartPr>
              <p14:xfrm>
                <a:off x="6694367" y="357502"/>
                <a:ext cx="234360" cy="336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AD6C61B-D44B-04C8-613A-962AF0F979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76367" y="339502"/>
                  <a:ext cx="2700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36CD08-0BEC-BBF9-34FE-45515A18AFEB}"/>
                    </a:ext>
                  </a:extLst>
                </p14:cNvPr>
                <p14:cNvContentPartPr/>
                <p14:nvPr/>
              </p14:nvContentPartPr>
              <p14:xfrm>
                <a:off x="7059767" y="270382"/>
                <a:ext cx="152280" cy="484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36CD08-0BEC-BBF9-34FE-45515A18AFE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42127" y="252742"/>
                  <a:ext cx="18792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D7518E8-0AEE-F3B6-0002-7BEA215FF30F}"/>
                    </a:ext>
                  </a:extLst>
                </p14:cNvPr>
                <p14:cNvContentPartPr/>
                <p14:nvPr/>
              </p14:nvContentPartPr>
              <p14:xfrm>
                <a:off x="7281887" y="381622"/>
                <a:ext cx="47160" cy="240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D7518E8-0AEE-F3B6-0002-7BEA215FF30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63887" y="363622"/>
                  <a:ext cx="828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25654BF-1104-3611-918C-6C54F335C746}"/>
                    </a:ext>
                  </a:extLst>
                </p14:cNvPr>
                <p14:cNvContentPartPr/>
                <p14:nvPr/>
              </p14:nvContentPartPr>
              <p14:xfrm>
                <a:off x="7268567" y="390982"/>
                <a:ext cx="201960" cy="239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25654BF-1104-3611-918C-6C54F335C74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50927" y="373342"/>
                  <a:ext cx="237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981031B-21F0-0831-0193-8A5BA1FAD496}"/>
                    </a:ext>
                  </a:extLst>
                </p14:cNvPr>
                <p14:cNvContentPartPr/>
                <p14:nvPr/>
              </p14:nvContentPartPr>
              <p14:xfrm>
                <a:off x="7427687" y="244822"/>
                <a:ext cx="117000" cy="506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981031B-21F0-0831-0193-8A5BA1FAD4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09687" y="226822"/>
                  <a:ext cx="1526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0E3C8A-3511-EAF4-2F08-5AB943C4098C}"/>
                    </a:ext>
                  </a:extLst>
                </p14:cNvPr>
                <p14:cNvContentPartPr/>
                <p14:nvPr/>
              </p14:nvContentPartPr>
              <p14:xfrm>
                <a:off x="7698407" y="432022"/>
                <a:ext cx="140760" cy="176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0E3C8A-3511-EAF4-2F08-5AB943C409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80407" y="414382"/>
                  <a:ext cx="176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3AFAFB-3A68-72EC-FB55-0C493704908A}"/>
                    </a:ext>
                  </a:extLst>
                </p14:cNvPr>
                <p14:cNvContentPartPr/>
                <p14:nvPr/>
              </p14:nvContentPartPr>
              <p14:xfrm>
                <a:off x="7931687" y="442102"/>
                <a:ext cx="174240" cy="156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3AFAFB-3A68-72EC-FB55-0C493704908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14047" y="424462"/>
                  <a:ext cx="209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F5B7FF9-ADEF-662A-15AC-89ADC99ECFB3}"/>
                    </a:ext>
                  </a:extLst>
                </p14:cNvPr>
                <p14:cNvContentPartPr/>
                <p14:nvPr/>
              </p14:nvContentPartPr>
              <p14:xfrm>
                <a:off x="8243807" y="347062"/>
                <a:ext cx="39600" cy="297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F5B7FF9-ADEF-662A-15AC-89ADC99ECFB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25807" y="329422"/>
                  <a:ext cx="752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CDDE6D6-3FFC-12B1-4EF2-415043C3DCF2}"/>
                    </a:ext>
                  </a:extLst>
                </p14:cNvPr>
                <p14:cNvContentPartPr/>
                <p14:nvPr/>
              </p14:nvContentPartPr>
              <p14:xfrm>
                <a:off x="8231207" y="371182"/>
                <a:ext cx="199440" cy="263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CDDE6D6-3FFC-12B1-4EF2-415043C3DCF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13207" y="353182"/>
                  <a:ext cx="235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47DF5D5-F37B-F98E-8DBC-1A882EE9F038}"/>
                    </a:ext>
                  </a:extLst>
                </p14:cNvPr>
                <p14:cNvContentPartPr/>
                <p14:nvPr/>
              </p14:nvContentPartPr>
              <p14:xfrm>
                <a:off x="8691287" y="103702"/>
                <a:ext cx="232200" cy="240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47DF5D5-F37B-F98E-8DBC-1A882EE9F03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73287" y="86062"/>
                  <a:ext cx="26784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41E829D-55CC-4808-B453-471539BCE8A7}"/>
                  </a:ext>
                </a:extLst>
              </p14:cNvPr>
              <p14:cNvContentPartPr/>
              <p14:nvPr/>
            </p14:nvContentPartPr>
            <p14:xfrm>
              <a:off x="9264407" y="661702"/>
              <a:ext cx="10800" cy="36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41E829D-55CC-4808-B453-471539BCE8A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246767" y="643702"/>
                <a:ext cx="464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28F6268-5170-BB12-720F-69F60B7CF926}"/>
              </a:ext>
            </a:extLst>
          </p:cNvPr>
          <p:cNvGrpSpPr/>
          <p:nvPr/>
        </p:nvGrpSpPr>
        <p:grpSpPr>
          <a:xfrm>
            <a:off x="4323767" y="3066502"/>
            <a:ext cx="712800" cy="387720"/>
            <a:chOff x="4323767" y="3066502"/>
            <a:chExt cx="71280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84EE655-8D9F-4603-A2E9-1244B5918916}"/>
                    </a:ext>
                  </a:extLst>
                </p14:cNvPr>
                <p14:cNvContentPartPr/>
                <p14:nvPr/>
              </p14:nvContentPartPr>
              <p14:xfrm>
                <a:off x="4323767" y="3202222"/>
                <a:ext cx="248400" cy="174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84EE655-8D9F-4603-A2E9-1244B591891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06127" y="3184582"/>
                  <a:ext cx="284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83D5835-D97C-61EB-A287-2C141F020E9C}"/>
                    </a:ext>
                  </a:extLst>
                </p14:cNvPr>
                <p14:cNvContentPartPr/>
                <p14:nvPr/>
              </p14:nvContentPartPr>
              <p14:xfrm>
                <a:off x="4823807" y="3226702"/>
                <a:ext cx="41040" cy="205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83D5835-D97C-61EB-A287-2C141F020E9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05807" y="3208702"/>
                  <a:ext cx="76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7B93202-BD2C-4471-187E-D328F05C6D77}"/>
                    </a:ext>
                  </a:extLst>
                </p14:cNvPr>
                <p14:cNvContentPartPr/>
                <p14:nvPr/>
              </p14:nvContentPartPr>
              <p14:xfrm>
                <a:off x="4914527" y="3259822"/>
                <a:ext cx="122040" cy="194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7B93202-BD2C-4471-187E-D328F05C6D7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96887" y="3241822"/>
                  <a:ext cx="157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921A30E-B9B7-FBE6-FD3D-4E1C5722842C}"/>
                    </a:ext>
                  </a:extLst>
                </p14:cNvPr>
                <p14:cNvContentPartPr/>
                <p14:nvPr/>
              </p14:nvContentPartPr>
              <p14:xfrm>
                <a:off x="4928927" y="3066502"/>
                <a:ext cx="11520" cy="46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921A30E-B9B7-FBE6-FD3D-4E1C572284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10927" y="3048502"/>
                  <a:ext cx="471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50EA7C3-CF92-DC19-5EAA-4086D0654663}"/>
              </a:ext>
            </a:extLst>
          </p:cNvPr>
          <p:cNvGrpSpPr/>
          <p:nvPr/>
        </p:nvGrpSpPr>
        <p:grpSpPr>
          <a:xfrm>
            <a:off x="5423567" y="3135982"/>
            <a:ext cx="732960" cy="374400"/>
            <a:chOff x="5423567" y="3135982"/>
            <a:chExt cx="73296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772B228-241E-6E2D-C9C0-B538EDB45901}"/>
                    </a:ext>
                  </a:extLst>
                </p14:cNvPr>
                <p14:cNvContentPartPr/>
                <p14:nvPr/>
              </p14:nvContentPartPr>
              <p14:xfrm>
                <a:off x="5423567" y="3135982"/>
                <a:ext cx="732960" cy="374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772B228-241E-6E2D-C9C0-B538EDB4590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05567" y="3118342"/>
                  <a:ext cx="7686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E808686-F096-64E4-0508-BB0FEFD768AC}"/>
                    </a:ext>
                  </a:extLst>
                </p14:cNvPr>
                <p14:cNvContentPartPr/>
                <p14:nvPr/>
              </p14:nvContentPartPr>
              <p14:xfrm>
                <a:off x="5554967" y="3248662"/>
                <a:ext cx="354600" cy="39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E808686-F096-64E4-0508-BB0FEFD768A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36967" y="3231022"/>
                  <a:ext cx="39024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DB3A71F-016D-9CC4-3BFA-E7AC6E0D887B}"/>
              </a:ext>
            </a:extLst>
          </p:cNvPr>
          <p:cNvGrpSpPr/>
          <p:nvPr/>
        </p:nvGrpSpPr>
        <p:grpSpPr>
          <a:xfrm>
            <a:off x="6546047" y="3175942"/>
            <a:ext cx="2093760" cy="842040"/>
            <a:chOff x="6546047" y="3175942"/>
            <a:chExt cx="2093760" cy="84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DD528D1-C0BD-5C15-D587-86DDD8160096}"/>
                    </a:ext>
                  </a:extLst>
                </p14:cNvPr>
                <p14:cNvContentPartPr/>
                <p14:nvPr/>
              </p14:nvContentPartPr>
              <p14:xfrm>
                <a:off x="6546047" y="3175942"/>
                <a:ext cx="181080" cy="358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DD528D1-C0BD-5C15-D587-86DDD81600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28407" y="3157942"/>
                  <a:ext cx="2167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EA0BB58-2055-010C-8B18-D3F959112602}"/>
                    </a:ext>
                  </a:extLst>
                </p14:cNvPr>
                <p14:cNvContentPartPr/>
                <p14:nvPr/>
              </p14:nvContentPartPr>
              <p14:xfrm>
                <a:off x="6817127" y="3353062"/>
                <a:ext cx="151560" cy="180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EA0BB58-2055-010C-8B18-D3F95911260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99487" y="3335422"/>
                  <a:ext cx="187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01DA1B4-7336-AD36-056E-00908B40B033}"/>
                    </a:ext>
                  </a:extLst>
                </p14:cNvPr>
                <p14:cNvContentPartPr/>
                <p14:nvPr/>
              </p14:nvContentPartPr>
              <p14:xfrm>
                <a:off x="7036007" y="3369262"/>
                <a:ext cx="174240" cy="189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01DA1B4-7336-AD36-056E-00908B40B03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18367" y="3351622"/>
                  <a:ext cx="209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74EBD2E-6AB2-81F9-E391-7C59454C6C72}"/>
                    </a:ext>
                  </a:extLst>
                </p14:cNvPr>
                <p14:cNvContentPartPr/>
                <p14:nvPr/>
              </p14:nvContentPartPr>
              <p14:xfrm>
                <a:off x="7318607" y="3398062"/>
                <a:ext cx="202680" cy="174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74EBD2E-6AB2-81F9-E391-7C59454C6C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00967" y="3380422"/>
                  <a:ext cx="238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76FAFE5-6573-B846-409F-3B480B0A7A53}"/>
                    </a:ext>
                  </a:extLst>
                </p14:cNvPr>
                <p14:cNvContentPartPr/>
                <p14:nvPr/>
              </p14:nvContentPartPr>
              <p14:xfrm>
                <a:off x="7598687" y="3207982"/>
                <a:ext cx="271440" cy="345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76FAFE5-6573-B846-409F-3B480B0A7A5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80687" y="3190342"/>
                  <a:ext cx="3070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6A57BEA-77DB-A021-861D-286101D0FA9F}"/>
                    </a:ext>
                  </a:extLst>
                </p14:cNvPr>
                <p14:cNvContentPartPr/>
                <p14:nvPr/>
              </p14:nvContentPartPr>
              <p14:xfrm>
                <a:off x="7907567" y="3388702"/>
                <a:ext cx="732240" cy="629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6A57BEA-77DB-A021-861D-286101D0FA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89927" y="3370702"/>
                  <a:ext cx="767880" cy="66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77CFFC4-E6B8-4872-F5E4-748504553D7E}"/>
                  </a:ext>
                </a:extLst>
              </p14:cNvPr>
              <p14:cNvContentPartPr/>
              <p14:nvPr/>
            </p14:nvContentPartPr>
            <p14:xfrm>
              <a:off x="9086207" y="3326062"/>
              <a:ext cx="401400" cy="659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77CFFC4-E6B8-4872-F5E4-748504553D7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068207" y="3308422"/>
                <a:ext cx="437040" cy="6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A7AC0E0-AA3A-2D67-E7B8-4EC26A41FB3F}"/>
                  </a:ext>
                </a:extLst>
              </p14:cNvPr>
              <p14:cNvContentPartPr/>
              <p14:nvPr/>
            </p14:nvContentPartPr>
            <p14:xfrm>
              <a:off x="12472727" y="3637102"/>
              <a:ext cx="23400" cy="295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A7AC0E0-AA3A-2D67-E7B8-4EC26A41FB3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2454727" y="3619462"/>
                <a:ext cx="5904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59A9DD7-0CFE-EF5D-27D7-7E0B667F5821}"/>
              </a:ext>
            </a:extLst>
          </p:cNvPr>
          <p:cNvGrpSpPr/>
          <p:nvPr/>
        </p:nvGrpSpPr>
        <p:grpSpPr>
          <a:xfrm>
            <a:off x="10009247" y="3266662"/>
            <a:ext cx="2023144" cy="407520"/>
            <a:chOff x="10009247" y="3266662"/>
            <a:chExt cx="2023144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20DB836-5A32-3542-6ED9-42C8BBD4E7FE}"/>
                    </a:ext>
                  </a:extLst>
                </p14:cNvPr>
                <p14:cNvContentPartPr/>
                <p14:nvPr/>
              </p14:nvContentPartPr>
              <p14:xfrm>
                <a:off x="10009247" y="3398422"/>
                <a:ext cx="251640" cy="215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20DB836-5A32-3542-6ED9-42C8BBD4E7F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91247" y="3380782"/>
                  <a:ext cx="287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616A3F-B195-0000-5E8D-EC4948FFAB9C}"/>
                    </a:ext>
                  </a:extLst>
                </p14:cNvPr>
                <p14:cNvContentPartPr/>
                <p14:nvPr/>
              </p14:nvContentPartPr>
              <p14:xfrm>
                <a:off x="10447727" y="3431902"/>
                <a:ext cx="285840" cy="173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616A3F-B195-0000-5E8D-EC4948FFAB9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430087" y="3413902"/>
                  <a:ext cx="321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E3370B5-BCF4-E1BF-286C-7CE146D174F1}"/>
                    </a:ext>
                  </a:extLst>
                </p14:cNvPr>
                <p14:cNvContentPartPr/>
                <p14:nvPr/>
              </p14:nvContentPartPr>
              <p14:xfrm>
                <a:off x="10781807" y="3290782"/>
                <a:ext cx="27720" cy="48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E3370B5-BCF4-E1BF-286C-7CE146D174F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63807" y="3272782"/>
                  <a:ext cx="63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E9ABDD-1C72-66E3-23C4-B4A1CA9DBB24}"/>
                    </a:ext>
                  </a:extLst>
                </p14:cNvPr>
                <p14:cNvContentPartPr/>
                <p14:nvPr/>
              </p14:nvContentPartPr>
              <p14:xfrm>
                <a:off x="10874687" y="3411022"/>
                <a:ext cx="225360" cy="15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E9ABDD-1C72-66E3-23C4-B4A1CA9DBB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56687" y="3393022"/>
                  <a:ext cx="261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1D55C6A-0D71-17D4-DCCB-8C00B6CBBABD}"/>
                    </a:ext>
                  </a:extLst>
                </p14:cNvPr>
                <p14:cNvContentPartPr/>
                <p14:nvPr/>
              </p14:nvContentPartPr>
              <p14:xfrm>
                <a:off x="11212727" y="3266662"/>
                <a:ext cx="647280" cy="295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1D55C6A-0D71-17D4-DCCB-8C00B6CBBAB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195087" y="3249022"/>
                  <a:ext cx="6829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8FB601B-D001-1DDA-4A82-4AB5441DDEDF}"/>
                    </a:ext>
                  </a:extLst>
                </p14:cNvPr>
                <p14:cNvContentPartPr/>
                <p14:nvPr/>
              </p14:nvContentPartPr>
              <p14:xfrm>
                <a:off x="11883711" y="3509302"/>
                <a:ext cx="148680" cy="164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8FB601B-D001-1DDA-4A82-4AB5441DDED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865711" y="3491302"/>
                  <a:ext cx="18432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36063C9-99B6-1ED1-9954-BC1B6C06786E}"/>
              </a:ext>
            </a:extLst>
          </p:cNvPr>
          <p:cNvGrpSpPr/>
          <p:nvPr/>
        </p:nvGrpSpPr>
        <p:grpSpPr>
          <a:xfrm>
            <a:off x="318351" y="3863542"/>
            <a:ext cx="909000" cy="386280"/>
            <a:chOff x="318351" y="3863542"/>
            <a:chExt cx="90900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091B37F-E399-7D85-D11F-2C4E7474DE05}"/>
                    </a:ext>
                  </a:extLst>
                </p14:cNvPr>
                <p14:cNvContentPartPr/>
                <p14:nvPr/>
              </p14:nvContentPartPr>
              <p14:xfrm>
                <a:off x="441111" y="3863542"/>
                <a:ext cx="55440" cy="386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091B37F-E399-7D85-D11F-2C4E7474DE0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3111" y="3845902"/>
                  <a:ext cx="910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A6A624E-7602-6AB4-055D-BA303001491C}"/>
                    </a:ext>
                  </a:extLst>
                </p14:cNvPr>
                <p14:cNvContentPartPr/>
                <p14:nvPr/>
              </p14:nvContentPartPr>
              <p14:xfrm>
                <a:off x="318351" y="3921862"/>
                <a:ext cx="909000" cy="309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A6A624E-7602-6AB4-055D-BA303001491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00351" y="3903862"/>
                  <a:ext cx="9446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002AA1F-0AC7-6870-21D4-E5AF3D2C35E0}"/>
              </a:ext>
            </a:extLst>
          </p:cNvPr>
          <p:cNvGrpSpPr/>
          <p:nvPr/>
        </p:nvGrpSpPr>
        <p:grpSpPr>
          <a:xfrm>
            <a:off x="1649991" y="3963982"/>
            <a:ext cx="2940480" cy="427320"/>
            <a:chOff x="1649991" y="3963982"/>
            <a:chExt cx="294048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2A14AB5-E5AC-861F-F58A-87156A86F479}"/>
                    </a:ext>
                  </a:extLst>
                </p14:cNvPr>
                <p14:cNvContentPartPr/>
                <p14:nvPr/>
              </p14:nvContentPartPr>
              <p14:xfrm>
                <a:off x="1649991" y="3998902"/>
                <a:ext cx="1188000" cy="325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2A14AB5-E5AC-861F-F58A-87156A86F47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31991" y="3981262"/>
                  <a:ext cx="12236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469723B-EBE8-CFF2-F4FD-0E4869195FDE}"/>
                    </a:ext>
                  </a:extLst>
                </p14:cNvPr>
                <p14:cNvContentPartPr/>
                <p14:nvPr/>
              </p14:nvContentPartPr>
              <p14:xfrm>
                <a:off x="2883351" y="4125982"/>
                <a:ext cx="268200" cy="169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469723B-EBE8-CFF2-F4FD-0E4869195FD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65351" y="4107982"/>
                  <a:ext cx="303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EFD6B82-9975-462C-53E6-0F8BB162F2B9}"/>
                    </a:ext>
                  </a:extLst>
                </p14:cNvPr>
                <p14:cNvContentPartPr/>
                <p14:nvPr/>
              </p14:nvContentPartPr>
              <p14:xfrm>
                <a:off x="3455751" y="3963982"/>
                <a:ext cx="1134720" cy="427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EFD6B82-9975-462C-53E6-0F8BB162F2B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38111" y="3946342"/>
                  <a:ext cx="1170360" cy="46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DFF9476-FE88-49E3-D82D-6D10C32D0BC7}"/>
              </a:ext>
            </a:extLst>
          </p:cNvPr>
          <p:cNvGrpSpPr/>
          <p:nvPr/>
        </p:nvGrpSpPr>
        <p:grpSpPr>
          <a:xfrm>
            <a:off x="5251431" y="4015102"/>
            <a:ext cx="918000" cy="518400"/>
            <a:chOff x="5251431" y="4015102"/>
            <a:chExt cx="91800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035D64F-2B09-0575-8D60-FC2DC27DB6C9}"/>
                    </a:ext>
                  </a:extLst>
                </p14:cNvPr>
                <p14:cNvContentPartPr/>
                <p14:nvPr/>
              </p14:nvContentPartPr>
              <p14:xfrm>
                <a:off x="5251431" y="4021942"/>
                <a:ext cx="250200" cy="313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035D64F-2B09-0575-8D60-FC2DC27DB6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33431" y="4003942"/>
                  <a:ext cx="285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D548F9-17B2-976F-D70B-EEBDF19FBDA1}"/>
                    </a:ext>
                  </a:extLst>
                </p14:cNvPr>
                <p14:cNvContentPartPr/>
                <p14:nvPr/>
              </p14:nvContentPartPr>
              <p14:xfrm>
                <a:off x="5539791" y="4015102"/>
                <a:ext cx="219600" cy="518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D548F9-17B2-976F-D70B-EEBDF19FBDA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22151" y="3997462"/>
                  <a:ext cx="25524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FE577D7-498A-3639-D1B0-EA2DDAFC8398}"/>
                    </a:ext>
                  </a:extLst>
                </p14:cNvPr>
                <p14:cNvContentPartPr/>
                <p14:nvPr/>
              </p14:nvContentPartPr>
              <p14:xfrm>
                <a:off x="5828511" y="4177102"/>
                <a:ext cx="222480" cy="185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FE577D7-498A-3639-D1B0-EA2DDAFC839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10511" y="4159462"/>
                  <a:ext cx="258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1D97BA1-A6C8-5403-3392-9F320E3DB915}"/>
                    </a:ext>
                  </a:extLst>
                </p14:cNvPr>
                <p14:cNvContentPartPr/>
                <p14:nvPr/>
              </p14:nvContentPartPr>
              <p14:xfrm>
                <a:off x="6067551" y="4015822"/>
                <a:ext cx="101880" cy="451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1D97BA1-A6C8-5403-3392-9F320E3DB9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49551" y="3997822"/>
                  <a:ext cx="137520" cy="48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99EBD7C-1BCC-38B9-E5AD-EE014E0B7C51}"/>
              </a:ext>
            </a:extLst>
          </p:cNvPr>
          <p:cNvGrpSpPr/>
          <p:nvPr/>
        </p:nvGrpSpPr>
        <p:grpSpPr>
          <a:xfrm>
            <a:off x="6880791" y="4027342"/>
            <a:ext cx="262440" cy="381960"/>
            <a:chOff x="6880791" y="4027342"/>
            <a:chExt cx="26244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99805E7-8DFD-475E-8D65-8FC0A6031FA5}"/>
                    </a:ext>
                  </a:extLst>
                </p14:cNvPr>
                <p14:cNvContentPartPr/>
                <p14:nvPr/>
              </p14:nvContentPartPr>
              <p14:xfrm>
                <a:off x="6880791" y="4210582"/>
                <a:ext cx="18360" cy="198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99805E7-8DFD-475E-8D65-8FC0A6031F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62791" y="4192582"/>
                  <a:ext cx="54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938471C-15A0-5D70-A6D5-E1D1209ED81F}"/>
                    </a:ext>
                  </a:extLst>
                </p14:cNvPr>
                <p14:cNvContentPartPr/>
                <p14:nvPr/>
              </p14:nvContentPartPr>
              <p14:xfrm>
                <a:off x="7022271" y="4191502"/>
                <a:ext cx="120960" cy="192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938471C-15A0-5D70-A6D5-E1D1209ED81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004271" y="4173502"/>
                  <a:ext cx="156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46C0D87-7F8D-6462-6811-FB330EEBF7AD}"/>
                    </a:ext>
                  </a:extLst>
                </p14:cNvPr>
                <p14:cNvContentPartPr/>
                <p14:nvPr/>
              </p14:nvContentPartPr>
              <p14:xfrm>
                <a:off x="6992031" y="4027342"/>
                <a:ext cx="29160" cy="45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46C0D87-7F8D-6462-6811-FB330EEBF7A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74031" y="4009702"/>
                  <a:ext cx="648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CB65C68-A985-3148-160F-1831698881DA}"/>
              </a:ext>
            </a:extLst>
          </p:cNvPr>
          <p:cNvGrpSpPr/>
          <p:nvPr/>
        </p:nvGrpSpPr>
        <p:grpSpPr>
          <a:xfrm>
            <a:off x="7915431" y="4206982"/>
            <a:ext cx="759240" cy="320760"/>
            <a:chOff x="7915431" y="4206982"/>
            <a:chExt cx="75924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F45F229-8141-51F2-C115-D96FDC2EFCB0}"/>
                    </a:ext>
                  </a:extLst>
                </p14:cNvPr>
                <p14:cNvContentPartPr/>
                <p14:nvPr/>
              </p14:nvContentPartPr>
              <p14:xfrm>
                <a:off x="7915431" y="4206982"/>
                <a:ext cx="759240" cy="320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F45F229-8141-51F2-C115-D96FDC2EFCB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97791" y="4189342"/>
                  <a:ext cx="7948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2AD20BB-BE38-3E9A-863A-EC76F6245DE4}"/>
                    </a:ext>
                  </a:extLst>
                </p14:cNvPr>
                <p14:cNvContentPartPr/>
                <p14:nvPr/>
              </p14:nvContentPartPr>
              <p14:xfrm>
                <a:off x="8055111" y="4233982"/>
                <a:ext cx="305640" cy="28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2AD20BB-BE38-3E9A-863A-EC76F6245DE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037111" y="4216342"/>
                  <a:ext cx="34128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50C8513-96C8-4C84-81E5-4808AECE476A}"/>
              </a:ext>
            </a:extLst>
          </p:cNvPr>
          <p:cNvGrpSpPr/>
          <p:nvPr/>
        </p:nvGrpSpPr>
        <p:grpSpPr>
          <a:xfrm>
            <a:off x="9278751" y="4139662"/>
            <a:ext cx="1556280" cy="366120"/>
            <a:chOff x="9278751" y="4139662"/>
            <a:chExt cx="15562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6EB9285-FCBC-05EE-5B79-730926D00D7D}"/>
                    </a:ext>
                  </a:extLst>
                </p14:cNvPr>
                <p14:cNvContentPartPr/>
                <p14:nvPr/>
              </p14:nvContentPartPr>
              <p14:xfrm>
                <a:off x="9278751" y="4165942"/>
                <a:ext cx="752400" cy="339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6EB9285-FCBC-05EE-5B79-730926D00D7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60751" y="4148302"/>
                  <a:ext cx="7880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C3A9C3C-D31C-8406-51E4-AC92FFB9A397}"/>
                    </a:ext>
                  </a:extLst>
                </p14:cNvPr>
                <p14:cNvContentPartPr/>
                <p14:nvPr/>
              </p14:nvContentPartPr>
              <p14:xfrm>
                <a:off x="10079391" y="4139662"/>
                <a:ext cx="755640" cy="365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C3A9C3C-D31C-8406-51E4-AC92FFB9A39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61391" y="4121662"/>
                  <a:ext cx="791280" cy="40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7561B99-C692-4243-958A-49AE6B7C0F7A}"/>
                  </a:ext>
                </a:extLst>
              </p14:cNvPr>
              <p14:cNvContentPartPr/>
              <p14:nvPr/>
            </p14:nvContentPartPr>
            <p14:xfrm>
              <a:off x="11147151" y="4192942"/>
              <a:ext cx="232920" cy="297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7561B99-C692-4243-958A-49AE6B7C0F7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129151" y="4175302"/>
                <a:ext cx="268560" cy="33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670A2E4-253F-869D-ABE6-9890E4053B9D}"/>
              </a:ext>
            </a:extLst>
          </p:cNvPr>
          <p:cNvGrpSpPr/>
          <p:nvPr/>
        </p:nvGrpSpPr>
        <p:grpSpPr>
          <a:xfrm>
            <a:off x="11460351" y="4061542"/>
            <a:ext cx="944280" cy="413640"/>
            <a:chOff x="11460351" y="4061542"/>
            <a:chExt cx="94428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1EBD80C-F483-4CFE-B264-A4B87F522720}"/>
                    </a:ext>
                  </a:extLst>
                </p14:cNvPr>
                <p14:cNvContentPartPr/>
                <p14:nvPr/>
              </p14:nvContentPartPr>
              <p14:xfrm>
                <a:off x="11460351" y="4245862"/>
                <a:ext cx="66600" cy="159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1EBD80C-F483-4CFE-B264-A4B87F52272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442351" y="4227862"/>
                  <a:ext cx="102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E608461-CF98-BA9C-7DBB-F8AE3D6DF2AA}"/>
                    </a:ext>
                  </a:extLst>
                </p14:cNvPr>
                <p14:cNvContentPartPr/>
                <p14:nvPr/>
              </p14:nvContentPartPr>
              <p14:xfrm>
                <a:off x="11585991" y="4061542"/>
                <a:ext cx="6480" cy="27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E608461-CF98-BA9C-7DBB-F8AE3D6DF2A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568351" y="4043542"/>
                  <a:ext cx="42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0E4885C-187F-59E7-CD3A-5F0ADFD4A477}"/>
                    </a:ext>
                  </a:extLst>
                </p14:cNvPr>
                <p14:cNvContentPartPr/>
                <p14:nvPr/>
              </p14:nvContentPartPr>
              <p14:xfrm>
                <a:off x="11638911" y="4198702"/>
                <a:ext cx="154080" cy="196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0E4885C-187F-59E7-CD3A-5F0ADFD4A47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621271" y="4181062"/>
                  <a:ext cx="1897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DFBB04D-FD8C-69E1-8FEF-56FAB093EC3C}"/>
                    </a:ext>
                  </a:extLst>
                </p14:cNvPr>
                <p14:cNvContentPartPr/>
                <p14:nvPr/>
              </p14:nvContentPartPr>
              <p14:xfrm>
                <a:off x="11823951" y="4133902"/>
                <a:ext cx="580680" cy="341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DFBB04D-FD8C-69E1-8FEF-56FAB093EC3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806311" y="4115902"/>
                  <a:ext cx="616320" cy="37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26929ACD-EDE6-4FBF-52B2-1EC20FD3735A}"/>
                  </a:ext>
                </a:extLst>
              </p14:cNvPr>
              <p14:cNvContentPartPr/>
              <p14:nvPr/>
            </p14:nvContentPartPr>
            <p14:xfrm>
              <a:off x="1612191" y="5903302"/>
              <a:ext cx="21240" cy="460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26929ACD-EDE6-4FBF-52B2-1EC20FD3735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594551" y="5885662"/>
                <a:ext cx="5688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C53FBE6E-4548-8AFC-0934-970246D4562B}"/>
              </a:ext>
            </a:extLst>
          </p:cNvPr>
          <p:cNvGrpSpPr/>
          <p:nvPr/>
        </p:nvGrpSpPr>
        <p:grpSpPr>
          <a:xfrm>
            <a:off x="283847" y="2964622"/>
            <a:ext cx="3567240" cy="761040"/>
            <a:chOff x="283847" y="2964622"/>
            <a:chExt cx="3567240" cy="76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278E66-9613-8555-ED1D-617180F57A5C}"/>
                    </a:ext>
                  </a:extLst>
                </p14:cNvPr>
                <p14:cNvContentPartPr/>
                <p14:nvPr/>
              </p14:nvContentPartPr>
              <p14:xfrm>
                <a:off x="359447" y="3045262"/>
                <a:ext cx="169200" cy="231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278E66-9613-8555-ED1D-617180F57A5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1807" y="3027622"/>
                  <a:ext cx="204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856007D-7B37-03A5-8A74-D1307B37BB8C}"/>
                    </a:ext>
                  </a:extLst>
                </p14:cNvPr>
                <p14:cNvContentPartPr/>
                <p14:nvPr/>
              </p14:nvContentPartPr>
              <p14:xfrm>
                <a:off x="590207" y="3096382"/>
                <a:ext cx="695160" cy="221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856007D-7B37-03A5-8A74-D1307B37BB8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72567" y="3078742"/>
                  <a:ext cx="730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D263623-F0E7-EEE8-B06D-D8DED79D0025}"/>
                    </a:ext>
                  </a:extLst>
                </p14:cNvPr>
                <p14:cNvContentPartPr/>
                <p14:nvPr/>
              </p14:nvContentPartPr>
              <p14:xfrm>
                <a:off x="1322447" y="3151822"/>
                <a:ext cx="120240" cy="50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D263623-F0E7-EEE8-B06D-D8DED79D00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304447" y="3133822"/>
                  <a:ext cx="15588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61236AB-F0CE-4119-3F8C-A9704CE9ACD9}"/>
                    </a:ext>
                  </a:extLst>
                </p14:cNvPr>
                <p14:cNvContentPartPr/>
                <p14:nvPr/>
              </p14:nvContentPartPr>
              <p14:xfrm>
                <a:off x="1320647" y="2964622"/>
                <a:ext cx="813240" cy="367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61236AB-F0CE-4119-3F8C-A9704CE9ACD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02647" y="2946622"/>
                  <a:ext cx="8488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A3B709-DABF-29A7-46FC-5D90C2A4DB3C}"/>
                    </a:ext>
                  </a:extLst>
                </p14:cNvPr>
                <p14:cNvContentPartPr/>
                <p14:nvPr/>
              </p14:nvContentPartPr>
              <p14:xfrm>
                <a:off x="283847" y="3399142"/>
                <a:ext cx="2261160" cy="58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A3B709-DABF-29A7-46FC-5D90C2A4DB3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66207" y="3381142"/>
                  <a:ext cx="2296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07C5859-FE5A-30EE-878F-A55805A09160}"/>
                    </a:ext>
                  </a:extLst>
                </p14:cNvPr>
                <p14:cNvContentPartPr/>
                <p14:nvPr/>
              </p14:nvContentPartPr>
              <p14:xfrm>
                <a:off x="2694767" y="3076222"/>
                <a:ext cx="9000" cy="39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07C5859-FE5A-30EE-878F-A55805A0916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677127" y="3058582"/>
                  <a:ext cx="44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152F8A5-6D99-D752-178A-2D6418306262}"/>
                    </a:ext>
                  </a:extLst>
                </p14:cNvPr>
                <p14:cNvContentPartPr/>
                <p14:nvPr/>
              </p14:nvContentPartPr>
              <p14:xfrm>
                <a:off x="2691887" y="3285382"/>
                <a:ext cx="14040" cy="21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152F8A5-6D99-D752-178A-2D641830626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73887" y="3267382"/>
                  <a:ext cx="49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561CBF1-827E-D806-E5C6-E62A9EB44AB2}"/>
                    </a:ext>
                  </a:extLst>
                </p14:cNvPr>
                <p14:cNvContentPartPr/>
                <p14:nvPr/>
              </p14:nvContentPartPr>
              <p14:xfrm>
                <a:off x="3466607" y="3175942"/>
                <a:ext cx="61920" cy="265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561CBF1-827E-D806-E5C6-E62A9EB44AB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448607" y="3158302"/>
                  <a:ext cx="97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EB226D2-4196-C1E3-109C-565BA548EED3}"/>
                    </a:ext>
                  </a:extLst>
                </p14:cNvPr>
                <p14:cNvContentPartPr/>
                <p14:nvPr/>
              </p14:nvContentPartPr>
              <p14:xfrm>
                <a:off x="3587207" y="3103942"/>
                <a:ext cx="161280" cy="621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EB226D2-4196-C1E3-109C-565BA548EED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569567" y="3085942"/>
                  <a:ext cx="19692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1209039-5016-F8A8-8453-706B0D54CCF3}"/>
                    </a:ext>
                  </a:extLst>
                </p14:cNvPr>
                <p14:cNvContentPartPr/>
                <p14:nvPr/>
              </p14:nvContentPartPr>
              <p14:xfrm>
                <a:off x="3573167" y="3326782"/>
                <a:ext cx="277920" cy="108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1209039-5016-F8A8-8453-706B0D54CC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555167" y="3308782"/>
                  <a:ext cx="313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1606DCA-1776-4CF3-9490-578C46F31C38}"/>
                    </a:ext>
                  </a:extLst>
                </p14:cNvPr>
                <p14:cNvContentPartPr/>
                <p14:nvPr/>
              </p14:nvContentPartPr>
              <p14:xfrm>
                <a:off x="2947071" y="3287182"/>
                <a:ext cx="47160" cy="175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1606DCA-1776-4CF3-9490-578C46F31C3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29431" y="3269182"/>
                  <a:ext cx="82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7E2568A-3C97-4F4C-2147-4DCE5DEA3F2D}"/>
                    </a:ext>
                  </a:extLst>
                </p14:cNvPr>
                <p14:cNvContentPartPr/>
                <p14:nvPr/>
              </p14:nvContentPartPr>
              <p14:xfrm>
                <a:off x="2903151" y="3162262"/>
                <a:ext cx="201960" cy="548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7E2568A-3C97-4F4C-2147-4DCE5DEA3F2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885151" y="3144622"/>
                  <a:ext cx="237600" cy="58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AEB0E0C-C521-38F4-A6B4-4FDA798E1FB0}"/>
              </a:ext>
            </a:extLst>
          </p:cNvPr>
          <p:cNvGrpSpPr/>
          <p:nvPr/>
        </p:nvGrpSpPr>
        <p:grpSpPr>
          <a:xfrm>
            <a:off x="348951" y="4793062"/>
            <a:ext cx="374400" cy="558720"/>
            <a:chOff x="348951" y="4793062"/>
            <a:chExt cx="37440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955B371-3455-EB70-9CB2-98D2C74A8A43}"/>
                    </a:ext>
                  </a:extLst>
                </p14:cNvPr>
                <p14:cNvContentPartPr/>
                <p14:nvPr/>
              </p14:nvContentPartPr>
              <p14:xfrm>
                <a:off x="348951" y="4944982"/>
                <a:ext cx="34560" cy="216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955B371-3455-EB70-9CB2-98D2C74A8A4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31311" y="4926982"/>
                  <a:ext cx="70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37FBBA8-D322-EE4A-89B6-45505141C220}"/>
                    </a:ext>
                  </a:extLst>
                </p14:cNvPr>
                <p14:cNvContentPartPr/>
                <p14:nvPr/>
              </p14:nvContentPartPr>
              <p14:xfrm>
                <a:off x="476751" y="5003302"/>
                <a:ext cx="63000" cy="177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37FBBA8-D322-EE4A-89B6-45505141C22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8751" y="4985662"/>
                  <a:ext cx="98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1A6CFF0-338E-0F60-4FC1-ADD71D5DFA11}"/>
                    </a:ext>
                  </a:extLst>
                </p14:cNvPr>
                <p14:cNvContentPartPr/>
                <p14:nvPr/>
              </p14:nvContentPartPr>
              <p14:xfrm>
                <a:off x="544431" y="4793062"/>
                <a:ext cx="178920" cy="558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1A6CFF0-338E-0F60-4FC1-ADD71D5DFA1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26791" y="4775422"/>
                  <a:ext cx="214560" cy="59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4AABB86-C6B4-C8B6-0E1A-7FBF1F73BDE8}"/>
              </a:ext>
            </a:extLst>
          </p:cNvPr>
          <p:cNvGrpSpPr/>
          <p:nvPr/>
        </p:nvGrpSpPr>
        <p:grpSpPr>
          <a:xfrm>
            <a:off x="1435431" y="4885942"/>
            <a:ext cx="365400" cy="654480"/>
            <a:chOff x="1435431" y="4885942"/>
            <a:chExt cx="365400" cy="65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3CA7062-90A0-4811-7EF0-14274CAF5C19}"/>
                    </a:ext>
                  </a:extLst>
                </p14:cNvPr>
                <p14:cNvContentPartPr/>
                <p14:nvPr/>
              </p14:nvContentPartPr>
              <p14:xfrm>
                <a:off x="1435431" y="5028862"/>
                <a:ext cx="27000" cy="1875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3CA7062-90A0-4811-7EF0-14274CAF5C1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17791" y="5010862"/>
                  <a:ext cx="62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9DC3A1F-FA53-520E-F3CE-74FA1A37CB23}"/>
                    </a:ext>
                  </a:extLst>
                </p14:cNvPr>
                <p14:cNvContentPartPr/>
                <p14:nvPr/>
              </p14:nvContentPartPr>
              <p14:xfrm>
                <a:off x="1539831" y="4885942"/>
                <a:ext cx="12240" cy="536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9DC3A1F-FA53-520E-F3CE-74FA1A37CB2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22191" y="4868302"/>
                  <a:ext cx="47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A0D122D-9DD4-F650-1EA2-FE8C022AD331}"/>
                    </a:ext>
                  </a:extLst>
                </p14:cNvPr>
                <p14:cNvContentPartPr/>
                <p14:nvPr/>
              </p14:nvContentPartPr>
              <p14:xfrm>
                <a:off x="1563231" y="4913302"/>
                <a:ext cx="185760" cy="627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A0D122D-9DD4-F650-1EA2-FE8C022AD33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545591" y="4895302"/>
                  <a:ext cx="22140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6E04A9E-DD08-5E9A-D91F-F3EDFA15F021}"/>
                    </a:ext>
                  </a:extLst>
                </p14:cNvPr>
                <p14:cNvContentPartPr/>
                <p14:nvPr/>
              </p14:nvContentPartPr>
              <p14:xfrm>
                <a:off x="1557471" y="5155582"/>
                <a:ext cx="243360" cy="925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6E04A9E-DD08-5E9A-D91F-F3EDFA15F02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539831" y="5137942"/>
                  <a:ext cx="279000" cy="12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C5F94B77-A63D-4D1D-6C19-E79B777BCB5B}"/>
                  </a:ext>
                </a:extLst>
              </p14:cNvPr>
              <p14:cNvContentPartPr/>
              <p14:nvPr/>
            </p14:nvContentPartPr>
            <p14:xfrm>
              <a:off x="2423631" y="5137942"/>
              <a:ext cx="362880" cy="1630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C5F94B77-A63D-4D1D-6C19-E79B777BCB5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2405991" y="5119942"/>
                <a:ext cx="39852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8879851-3268-A2DE-1743-0EE27898F089}"/>
              </a:ext>
            </a:extLst>
          </p:cNvPr>
          <p:cNvGrpSpPr/>
          <p:nvPr/>
        </p:nvGrpSpPr>
        <p:grpSpPr>
          <a:xfrm>
            <a:off x="3521631" y="5082142"/>
            <a:ext cx="273240" cy="312840"/>
            <a:chOff x="3521631" y="5082142"/>
            <a:chExt cx="27324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A307A84-DE09-1AD2-F964-22B06AB52573}"/>
                    </a:ext>
                  </a:extLst>
                </p14:cNvPr>
                <p14:cNvContentPartPr/>
                <p14:nvPr/>
              </p14:nvContentPartPr>
              <p14:xfrm>
                <a:off x="3521631" y="5161702"/>
                <a:ext cx="24480" cy="190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A307A84-DE09-1AD2-F964-22B06AB5257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503631" y="5144062"/>
                  <a:ext cx="60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C19FE1B-88F9-2233-722F-BB5B231FF8A1}"/>
                    </a:ext>
                  </a:extLst>
                </p14:cNvPr>
                <p14:cNvContentPartPr/>
                <p14:nvPr/>
              </p14:nvContentPartPr>
              <p14:xfrm>
                <a:off x="3669231" y="5183662"/>
                <a:ext cx="125640" cy="211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C19FE1B-88F9-2233-722F-BB5B231FF8A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51591" y="5165662"/>
                  <a:ext cx="161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CAFC587-57DC-8A38-9536-2A380C1B4ABA}"/>
                    </a:ext>
                  </a:extLst>
                </p14:cNvPr>
                <p14:cNvContentPartPr/>
                <p14:nvPr/>
              </p14:nvContentPartPr>
              <p14:xfrm>
                <a:off x="3694071" y="5082142"/>
                <a:ext cx="2160" cy="63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CAFC587-57DC-8A38-9536-2A380C1B4AB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76431" y="5064142"/>
                  <a:ext cx="378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16564B6-901A-9183-CD8A-540518AD0A79}"/>
              </a:ext>
            </a:extLst>
          </p:cNvPr>
          <p:cNvGrpSpPr/>
          <p:nvPr/>
        </p:nvGrpSpPr>
        <p:grpSpPr>
          <a:xfrm>
            <a:off x="4397511" y="5022742"/>
            <a:ext cx="1112760" cy="741600"/>
            <a:chOff x="4397511" y="5022742"/>
            <a:chExt cx="1112760" cy="74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4F3E5AB-75C1-972C-D149-935F57DC130D}"/>
                    </a:ext>
                  </a:extLst>
                </p14:cNvPr>
                <p14:cNvContentPartPr/>
                <p14:nvPr/>
              </p14:nvContentPartPr>
              <p14:xfrm>
                <a:off x="4397511" y="5320102"/>
                <a:ext cx="244800" cy="444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4F3E5AB-75C1-972C-D149-935F57DC13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379511" y="5302462"/>
                  <a:ext cx="2804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E8FD241-91AC-E9F6-47C0-280CBB7A5E2F}"/>
                    </a:ext>
                  </a:extLst>
                </p14:cNvPr>
                <p14:cNvContentPartPr/>
                <p14:nvPr/>
              </p14:nvContentPartPr>
              <p14:xfrm>
                <a:off x="4573551" y="5087542"/>
                <a:ext cx="41760" cy="820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E8FD241-91AC-E9F6-47C0-280CBB7A5E2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55911" y="5069902"/>
                  <a:ext cx="77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4A1F0AB-542E-B16E-846D-3D09143B3DED}"/>
                    </a:ext>
                  </a:extLst>
                </p14:cNvPr>
                <p14:cNvContentPartPr/>
                <p14:nvPr/>
              </p14:nvContentPartPr>
              <p14:xfrm>
                <a:off x="4775151" y="5254222"/>
                <a:ext cx="167400" cy="165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4A1F0AB-542E-B16E-846D-3D09143B3DE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757511" y="5236222"/>
                  <a:ext cx="203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E4E9BC6-73EB-97D4-154B-13F112C7A46A}"/>
                    </a:ext>
                  </a:extLst>
                </p14:cNvPr>
                <p14:cNvContentPartPr/>
                <p14:nvPr/>
              </p14:nvContentPartPr>
              <p14:xfrm>
                <a:off x="5060271" y="5252782"/>
                <a:ext cx="134640" cy="152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E4E9BC6-73EB-97D4-154B-13F112C7A46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42271" y="5235142"/>
                  <a:ext cx="17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F446BD8-AF90-9531-4286-39D402650E69}"/>
                    </a:ext>
                  </a:extLst>
                </p14:cNvPr>
                <p14:cNvContentPartPr/>
                <p14:nvPr/>
              </p14:nvContentPartPr>
              <p14:xfrm>
                <a:off x="5353671" y="5022742"/>
                <a:ext cx="51120" cy="343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F446BD8-AF90-9531-4286-39D402650E6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335671" y="5005102"/>
                  <a:ext cx="86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81DC03C-BA42-3E93-5663-935B999A19D5}"/>
                    </a:ext>
                  </a:extLst>
                </p14:cNvPr>
                <p14:cNvContentPartPr/>
                <p14:nvPr/>
              </p14:nvContentPartPr>
              <p14:xfrm>
                <a:off x="5291391" y="5231182"/>
                <a:ext cx="218880" cy="66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81DC03C-BA42-3E93-5663-935B999A19D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273751" y="5213182"/>
                  <a:ext cx="25452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1AE2CEE-5DF5-B23C-B3BF-7BA90018D4BA}"/>
              </a:ext>
            </a:extLst>
          </p:cNvPr>
          <p:cNvGrpSpPr/>
          <p:nvPr/>
        </p:nvGrpSpPr>
        <p:grpSpPr>
          <a:xfrm>
            <a:off x="6067191" y="5176462"/>
            <a:ext cx="839880" cy="295920"/>
            <a:chOff x="6067191" y="5176462"/>
            <a:chExt cx="83988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5978F77-D9DB-0107-2AAA-1DCD0CD00984}"/>
                    </a:ext>
                  </a:extLst>
                </p14:cNvPr>
                <p14:cNvContentPartPr/>
                <p14:nvPr/>
              </p14:nvContentPartPr>
              <p14:xfrm>
                <a:off x="6067191" y="5176462"/>
                <a:ext cx="317880" cy="281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5978F77-D9DB-0107-2AAA-1DCD0CD0098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49191" y="5158462"/>
                  <a:ext cx="3535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0B71C27-D438-F082-2BCB-40FFC2BDE5C0}"/>
                    </a:ext>
                  </a:extLst>
                </p14:cNvPr>
                <p14:cNvContentPartPr/>
                <p14:nvPr/>
              </p14:nvContentPartPr>
              <p14:xfrm>
                <a:off x="6479031" y="5200582"/>
                <a:ext cx="428040" cy="271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0B71C27-D438-F082-2BCB-40FFC2BDE5C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61031" y="5182942"/>
                  <a:ext cx="4636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B21AC86-4313-8106-C981-50C9319CEB5C}"/>
                    </a:ext>
                  </a:extLst>
                </p14:cNvPr>
                <p14:cNvContentPartPr/>
                <p14:nvPr/>
              </p14:nvContentPartPr>
              <p14:xfrm>
                <a:off x="6315591" y="5209582"/>
                <a:ext cx="360720" cy="28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B21AC86-4313-8106-C981-50C9319CEB5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97591" y="5191942"/>
                  <a:ext cx="3963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6948F725-FEC3-AE8A-4567-11E61DF7A30A}"/>
              </a:ext>
            </a:extLst>
          </p:cNvPr>
          <p:cNvGrpSpPr/>
          <p:nvPr/>
        </p:nvGrpSpPr>
        <p:grpSpPr>
          <a:xfrm>
            <a:off x="7420431" y="5110942"/>
            <a:ext cx="1136160" cy="637560"/>
            <a:chOff x="7420431" y="5110942"/>
            <a:chExt cx="1136160" cy="63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6556966-02E3-5E30-E261-62D4B8CED709}"/>
                    </a:ext>
                  </a:extLst>
                </p14:cNvPr>
                <p14:cNvContentPartPr/>
                <p14:nvPr/>
              </p14:nvContentPartPr>
              <p14:xfrm>
                <a:off x="7420431" y="5212102"/>
                <a:ext cx="331200" cy="178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6556966-02E3-5E30-E261-62D4B8CED70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402791" y="5194102"/>
                  <a:ext cx="366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32F049A-932C-8D36-6303-26F36C85E80C}"/>
                    </a:ext>
                  </a:extLst>
                </p14:cNvPr>
                <p14:cNvContentPartPr/>
                <p14:nvPr/>
              </p14:nvContentPartPr>
              <p14:xfrm>
                <a:off x="7763871" y="5133262"/>
                <a:ext cx="32400" cy="28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32F049A-932C-8D36-6303-26F36C85E80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45871" y="5115622"/>
                  <a:ext cx="68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7C64FAB-0F8F-FD97-20EE-D255CE7DAC54}"/>
                    </a:ext>
                  </a:extLst>
                </p14:cNvPr>
                <p14:cNvContentPartPr/>
                <p14:nvPr/>
              </p14:nvContentPartPr>
              <p14:xfrm>
                <a:off x="7616631" y="5110942"/>
                <a:ext cx="875160" cy="6375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7C64FAB-0F8F-FD97-20EE-D255CE7DAC5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598631" y="5092942"/>
                  <a:ext cx="91080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C1508FD-79EB-802F-5CFE-C25588C08E9F}"/>
                    </a:ext>
                  </a:extLst>
                </p14:cNvPr>
                <p14:cNvContentPartPr/>
                <p14:nvPr/>
              </p14:nvContentPartPr>
              <p14:xfrm>
                <a:off x="8384871" y="5164942"/>
                <a:ext cx="171720" cy="39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C1508FD-79EB-802F-5CFE-C25588C08E9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366871" y="5147302"/>
                  <a:ext cx="2073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A2C03B1-CA28-BE2A-CD16-20B4CCD57898}"/>
              </a:ext>
            </a:extLst>
          </p:cNvPr>
          <p:cNvGrpSpPr/>
          <p:nvPr/>
        </p:nvGrpSpPr>
        <p:grpSpPr>
          <a:xfrm>
            <a:off x="8988591" y="5143342"/>
            <a:ext cx="2756880" cy="857880"/>
            <a:chOff x="8988591" y="5143342"/>
            <a:chExt cx="2756880" cy="8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B9CC490-A0F5-A731-C4D6-8635F2BF1AD8}"/>
                    </a:ext>
                  </a:extLst>
                </p14:cNvPr>
                <p14:cNvContentPartPr/>
                <p14:nvPr/>
              </p14:nvContentPartPr>
              <p14:xfrm>
                <a:off x="8988591" y="5143342"/>
                <a:ext cx="895320" cy="340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B9CC490-A0F5-A731-C4D6-8635F2BF1AD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970591" y="5125342"/>
                  <a:ext cx="9309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A5DA28-E467-B929-0B2F-37DA57E05BE3}"/>
                    </a:ext>
                  </a:extLst>
                </p14:cNvPr>
                <p14:cNvContentPartPr/>
                <p14:nvPr/>
              </p14:nvContentPartPr>
              <p14:xfrm>
                <a:off x="9971391" y="5289862"/>
                <a:ext cx="127080" cy="1540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A5DA28-E467-B929-0B2F-37DA57E05BE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953391" y="5271862"/>
                  <a:ext cx="162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E5E8CC4-72DE-806D-6DCD-5FD2DD2A9391}"/>
                    </a:ext>
                  </a:extLst>
                </p14:cNvPr>
                <p14:cNvContentPartPr/>
                <p14:nvPr/>
              </p14:nvContentPartPr>
              <p14:xfrm>
                <a:off x="10136991" y="5185822"/>
                <a:ext cx="48600" cy="57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E5E8CC4-72DE-806D-6DCD-5FD2DD2A939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119351" y="5168182"/>
                  <a:ext cx="84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1F37F97-2F28-CC72-B8B2-FF52E7132B1D}"/>
                    </a:ext>
                  </a:extLst>
                </p14:cNvPr>
                <p14:cNvContentPartPr/>
                <p14:nvPr/>
              </p14:nvContentPartPr>
              <p14:xfrm>
                <a:off x="9671151" y="5214622"/>
                <a:ext cx="207000" cy="23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1F37F97-2F28-CC72-B8B2-FF52E7132B1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653511" y="5196622"/>
                  <a:ext cx="242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4EEAEE3-BF8E-7CCF-4F70-01575D1C6F39}"/>
                    </a:ext>
                  </a:extLst>
                </p14:cNvPr>
                <p14:cNvContentPartPr/>
                <p14:nvPr/>
              </p14:nvContentPartPr>
              <p14:xfrm>
                <a:off x="10257231" y="5320102"/>
                <a:ext cx="177480" cy="1612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4EEAEE3-BF8E-7CCF-4F70-01575D1C6F3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39591" y="5302102"/>
                  <a:ext cx="213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675EE22-F684-5772-05E3-FCA1805315A4}"/>
                    </a:ext>
                  </a:extLst>
                </p14:cNvPr>
                <p14:cNvContentPartPr/>
                <p14:nvPr/>
              </p14:nvContentPartPr>
              <p14:xfrm>
                <a:off x="10703631" y="5499382"/>
                <a:ext cx="1440" cy="115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675EE22-F684-5772-05E3-FCA1805315A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685631" y="5481742"/>
                  <a:ext cx="37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61DCCEA-D6BE-1E38-9C1B-31790F7D2309}"/>
                    </a:ext>
                  </a:extLst>
                </p14:cNvPr>
                <p14:cNvContentPartPr/>
                <p14:nvPr/>
              </p14:nvContentPartPr>
              <p14:xfrm>
                <a:off x="10423551" y="5310022"/>
                <a:ext cx="350280" cy="2019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61DCCEA-D6BE-1E38-9C1B-31790F7D230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405911" y="5292382"/>
                  <a:ext cx="385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014B57E-1F56-F533-DBE7-3DE4026FF66C}"/>
                    </a:ext>
                  </a:extLst>
                </p14:cNvPr>
                <p14:cNvContentPartPr/>
                <p14:nvPr/>
              </p14:nvContentPartPr>
              <p14:xfrm>
                <a:off x="11050671" y="5217502"/>
                <a:ext cx="694800" cy="783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014B57E-1F56-F533-DBE7-3DE4026FF66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033031" y="5199502"/>
                  <a:ext cx="730440" cy="81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007B02A4-E956-EDAB-A283-2E941A397BBB}"/>
                  </a:ext>
                </a:extLst>
              </p14:cNvPr>
              <p14:cNvContentPartPr/>
              <p14:nvPr/>
            </p14:nvContentPartPr>
            <p14:xfrm>
              <a:off x="449751" y="5823022"/>
              <a:ext cx="230760" cy="1947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007B02A4-E956-EDAB-A283-2E941A397BBB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431751" y="5805022"/>
                <a:ext cx="26640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4000B98-06E2-DD1F-5732-43526FEAB322}"/>
              </a:ext>
            </a:extLst>
          </p:cNvPr>
          <p:cNvGrpSpPr/>
          <p:nvPr/>
        </p:nvGrpSpPr>
        <p:grpSpPr>
          <a:xfrm>
            <a:off x="1424271" y="5680102"/>
            <a:ext cx="1654920" cy="551520"/>
            <a:chOff x="1424271" y="5680102"/>
            <a:chExt cx="1654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60BAF96-9992-A348-3D80-876A5084BC8B}"/>
                    </a:ext>
                  </a:extLst>
                </p14:cNvPr>
                <p14:cNvContentPartPr/>
                <p14:nvPr/>
              </p14:nvContentPartPr>
              <p14:xfrm>
                <a:off x="1424271" y="5839942"/>
                <a:ext cx="536400" cy="206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60BAF96-9992-A348-3D80-876A5084BC8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406271" y="5821942"/>
                  <a:ext cx="572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3C1AAA5-6A5D-8FB5-B2A9-678AE8E6C23E}"/>
                    </a:ext>
                  </a:extLst>
                </p14:cNvPr>
                <p14:cNvContentPartPr/>
                <p14:nvPr/>
              </p14:nvContentPartPr>
              <p14:xfrm>
                <a:off x="1996671" y="5680102"/>
                <a:ext cx="230040" cy="384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3C1AAA5-6A5D-8FB5-B2A9-678AE8E6C23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978671" y="5662102"/>
                  <a:ext cx="2656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CFF6885-AEB1-A958-4AFC-6A2F46EC9175}"/>
                    </a:ext>
                  </a:extLst>
                </p14:cNvPr>
                <p14:cNvContentPartPr/>
                <p14:nvPr/>
              </p14:nvContentPartPr>
              <p14:xfrm>
                <a:off x="2328231" y="5877382"/>
                <a:ext cx="311760" cy="221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CFF6885-AEB1-A958-4AFC-6A2F46EC917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310231" y="5859382"/>
                  <a:ext cx="347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54EA7D9-1642-BBFA-49C8-9CB81FCE624F}"/>
                    </a:ext>
                  </a:extLst>
                </p14:cNvPr>
                <p14:cNvContentPartPr/>
                <p14:nvPr/>
              </p14:nvContentPartPr>
              <p14:xfrm>
                <a:off x="3041751" y="5971342"/>
                <a:ext cx="37440" cy="47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54EA7D9-1642-BBFA-49C8-9CB81FCE624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023751" y="5953702"/>
                  <a:ext cx="73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5FC48A4-29EB-BDB6-AFE3-6C402A987C41}"/>
                    </a:ext>
                  </a:extLst>
                </p14:cNvPr>
                <p14:cNvContentPartPr/>
                <p14:nvPr/>
              </p14:nvContentPartPr>
              <p14:xfrm>
                <a:off x="2927271" y="5969542"/>
                <a:ext cx="139680" cy="262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5FC48A4-29EB-BDB6-AFE3-6C402A987C4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909271" y="5951542"/>
                  <a:ext cx="17532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2D906892-2E6D-81DE-4841-37234A814DC6}"/>
              </a:ext>
            </a:extLst>
          </p:cNvPr>
          <p:cNvGrpSpPr/>
          <p:nvPr/>
        </p:nvGrpSpPr>
        <p:grpSpPr>
          <a:xfrm>
            <a:off x="3738711" y="5894302"/>
            <a:ext cx="1119960" cy="366840"/>
            <a:chOff x="3738711" y="5894302"/>
            <a:chExt cx="111996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F091A12-C5D9-1153-B2E1-959A9FCFF098}"/>
                    </a:ext>
                  </a:extLst>
                </p14:cNvPr>
                <p14:cNvContentPartPr/>
                <p14:nvPr/>
              </p14:nvContentPartPr>
              <p14:xfrm>
                <a:off x="3738711" y="5894302"/>
                <a:ext cx="1119960" cy="366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F091A12-C5D9-1153-B2E1-959A9FCFF09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720711" y="5876302"/>
                  <a:ext cx="11556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0CD6DFC-EB14-375A-9011-4A9E9771E9DD}"/>
                    </a:ext>
                  </a:extLst>
                </p14:cNvPr>
                <p14:cNvContentPartPr/>
                <p14:nvPr/>
              </p14:nvContentPartPr>
              <p14:xfrm>
                <a:off x="4000431" y="5981422"/>
                <a:ext cx="277920" cy="28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0CD6DFC-EB14-375A-9011-4A9E9771E9D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982791" y="5963782"/>
                  <a:ext cx="31356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AAF4454D-3C28-0BC4-57F9-587062D19C6F}"/>
              </a:ext>
            </a:extLst>
          </p:cNvPr>
          <p:cNvGrpSpPr/>
          <p:nvPr/>
        </p:nvGrpSpPr>
        <p:grpSpPr>
          <a:xfrm>
            <a:off x="5558151" y="6068182"/>
            <a:ext cx="1020960" cy="478080"/>
            <a:chOff x="5558151" y="6068182"/>
            <a:chExt cx="102096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5B1052C-335B-AA69-6343-BC494C90F7E2}"/>
                    </a:ext>
                  </a:extLst>
                </p14:cNvPr>
                <p14:cNvContentPartPr/>
                <p14:nvPr/>
              </p14:nvContentPartPr>
              <p14:xfrm>
                <a:off x="5558151" y="6068182"/>
                <a:ext cx="252000" cy="434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5B1052C-335B-AA69-6343-BC494C90F7E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540151" y="6050542"/>
                  <a:ext cx="2876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C7E3F08-4F2C-2698-704C-18F34986FEBB}"/>
                    </a:ext>
                  </a:extLst>
                </p14:cNvPr>
                <p14:cNvContentPartPr/>
                <p14:nvPr/>
              </p14:nvContentPartPr>
              <p14:xfrm>
                <a:off x="5937231" y="6080782"/>
                <a:ext cx="148320" cy="352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C7E3F08-4F2C-2698-704C-18F34986FEB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919231" y="6063142"/>
                  <a:ext cx="1839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2FAAD5A-C959-6890-82D3-1951EBADE26D}"/>
                    </a:ext>
                  </a:extLst>
                </p14:cNvPr>
                <p14:cNvContentPartPr/>
                <p14:nvPr/>
              </p14:nvContentPartPr>
              <p14:xfrm>
                <a:off x="6092031" y="6240982"/>
                <a:ext cx="302040" cy="174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2FAAD5A-C959-6890-82D3-1951EBADE26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074391" y="6223342"/>
                  <a:ext cx="337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753CCBE-8AA2-4D64-ECDB-D5963EAFDB35}"/>
                    </a:ext>
                  </a:extLst>
                </p14:cNvPr>
                <p14:cNvContentPartPr/>
                <p14:nvPr/>
              </p14:nvContentPartPr>
              <p14:xfrm>
                <a:off x="6310191" y="6117862"/>
                <a:ext cx="268920" cy="428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753CCBE-8AA2-4D64-ECDB-D5963EAFDB3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292551" y="6100222"/>
                  <a:ext cx="30456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6A79C6F3-1600-6F04-E248-C645C46A9766}"/>
              </a:ext>
            </a:extLst>
          </p:cNvPr>
          <p:cNvGrpSpPr/>
          <p:nvPr/>
        </p:nvGrpSpPr>
        <p:grpSpPr>
          <a:xfrm>
            <a:off x="7227471" y="6072142"/>
            <a:ext cx="267840" cy="349920"/>
            <a:chOff x="7227471" y="6072142"/>
            <a:chExt cx="26784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39307B0-07FD-D5BE-BA2F-0B5FC30A3389}"/>
                    </a:ext>
                  </a:extLst>
                </p14:cNvPr>
                <p14:cNvContentPartPr/>
                <p14:nvPr/>
              </p14:nvContentPartPr>
              <p14:xfrm>
                <a:off x="7227471" y="6186982"/>
                <a:ext cx="15120" cy="2145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39307B0-07FD-D5BE-BA2F-0B5FC30A338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09831" y="6168982"/>
                  <a:ext cx="50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C54FE78-859E-1CF0-1B89-A909DB2FE468}"/>
                    </a:ext>
                  </a:extLst>
                </p14:cNvPr>
                <p14:cNvContentPartPr/>
                <p14:nvPr/>
              </p14:nvContentPartPr>
              <p14:xfrm>
                <a:off x="7308471" y="6220102"/>
                <a:ext cx="186840" cy="201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C54FE78-859E-1CF0-1B89-A909DB2FE46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290831" y="6202462"/>
                  <a:ext cx="222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0453451-86A8-A9A6-FAAF-B53D4EE0E59B}"/>
                    </a:ext>
                  </a:extLst>
                </p14:cNvPr>
                <p14:cNvContentPartPr/>
                <p14:nvPr/>
              </p14:nvContentPartPr>
              <p14:xfrm>
                <a:off x="7313511" y="6072142"/>
                <a:ext cx="16920" cy="234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0453451-86A8-A9A6-FAAF-B53D4EE0E59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295871" y="6054502"/>
                  <a:ext cx="5256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E001212-40B1-73F5-178A-1CDEDEE5D926}"/>
              </a:ext>
            </a:extLst>
          </p:cNvPr>
          <p:cNvGrpSpPr/>
          <p:nvPr/>
        </p:nvGrpSpPr>
        <p:grpSpPr>
          <a:xfrm>
            <a:off x="8025951" y="6071422"/>
            <a:ext cx="791640" cy="380520"/>
            <a:chOff x="8025951" y="6071422"/>
            <a:chExt cx="791640" cy="3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488FFF4-3055-3C86-0F47-9D5745855C9C}"/>
                    </a:ext>
                  </a:extLst>
                </p14:cNvPr>
                <p14:cNvContentPartPr/>
                <p14:nvPr/>
              </p14:nvContentPartPr>
              <p14:xfrm>
                <a:off x="8074551" y="6071422"/>
                <a:ext cx="743040" cy="3805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488FFF4-3055-3C86-0F47-9D5745855C9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056911" y="6053782"/>
                  <a:ext cx="7786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03F964F-C4BA-8D91-41B5-A42949F53AEC}"/>
                    </a:ext>
                  </a:extLst>
                </p14:cNvPr>
                <p14:cNvContentPartPr/>
                <p14:nvPr/>
              </p14:nvContentPartPr>
              <p14:xfrm>
                <a:off x="8025951" y="6167542"/>
                <a:ext cx="370080" cy="270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03F964F-C4BA-8D91-41B5-A42949F53AE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08311" y="6149542"/>
                  <a:ext cx="40572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4CBDD279-AEE4-2A98-2BC9-AAE386F9EB0A}"/>
                  </a:ext>
                </a:extLst>
              </p14:cNvPr>
              <p14:cNvContentPartPr/>
              <p14:nvPr/>
            </p14:nvContentPartPr>
            <p14:xfrm>
              <a:off x="9474231" y="6114982"/>
              <a:ext cx="1474200" cy="29808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4CBDD279-AEE4-2A98-2BC9-AAE386F9EB0A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9456231" y="6096982"/>
                <a:ext cx="1509840" cy="33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BB0886C-C880-39CD-2ABE-2897F8B917E6}"/>
              </a:ext>
            </a:extLst>
          </p:cNvPr>
          <p:cNvGrpSpPr/>
          <p:nvPr/>
        </p:nvGrpSpPr>
        <p:grpSpPr>
          <a:xfrm>
            <a:off x="11157231" y="6121102"/>
            <a:ext cx="1198440" cy="372600"/>
            <a:chOff x="11157231" y="6121102"/>
            <a:chExt cx="119844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E029E35-8FE1-9471-8C0C-5C4FD52C9DC0}"/>
                    </a:ext>
                  </a:extLst>
                </p14:cNvPr>
                <p14:cNvContentPartPr/>
                <p14:nvPr/>
              </p14:nvContentPartPr>
              <p14:xfrm>
                <a:off x="11157231" y="6121102"/>
                <a:ext cx="854640" cy="343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E029E35-8FE1-9471-8C0C-5C4FD52C9DC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139591" y="6103102"/>
                  <a:ext cx="8902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D44B4A4-BB08-785A-4309-643A43F24DEA}"/>
                    </a:ext>
                  </a:extLst>
                </p14:cNvPr>
                <p14:cNvContentPartPr/>
                <p14:nvPr/>
              </p14:nvContentPartPr>
              <p14:xfrm>
                <a:off x="12354231" y="6489022"/>
                <a:ext cx="1440" cy="4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D44B4A4-BB08-785A-4309-643A43F24DE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336591" y="6471382"/>
                  <a:ext cx="37080" cy="4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0161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6A31D213-EEB6-857C-E8DC-684F982898EE}"/>
              </a:ext>
            </a:extLst>
          </p:cNvPr>
          <p:cNvGrpSpPr/>
          <p:nvPr/>
        </p:nvGrpSpPr>
        <p:grpSpPr>
          <a:xfrm>
            <a:off x="284567" y="144742"/>
            <a:ext cx="1234080" cy="563760"/>
            <a:chOff x="284567" y="144742"/>
            <a:chExt cx="123408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48C11D1-BB1B-927B-C3AD-9A330DB80365}"/>
                    </a:ext>
                  </a:extLst>
                </p14:cNvPr>
                <p14:cNvContentPartPr/>
                <p14:nvPr/>
              </p14:nvContentPartPr>
              <p14:xfrm>
                <a:off x="284567" y="308182"/>
                <a:ext cx="22680" cy="163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48C11D1-BB1B-927B-C3AD-9A330DB8036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6927" y="290182"/>
                  <a:ext cx="58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0E2BE99-BD42-DACC-AD67-A0AA753CBC7D}"/>
                    </a:ext>
                  </a:extLst>
                </p14:cNvPr>
                <p14:cNvContentPartPr/>
                <p14:nvPr/>
              </p14:nvContentPartPr>
              <p14:xfrm>
                <a:off x="378527" y="352462"/>
                <a:ext cx="32400" cy="144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0E2BE99-BD42-DACC-AD67-A0AA753CBC7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0887" y="334462"/>
                  <a:ext cx="680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8280F89-5C7E-5F4A-C136-FAF43DFB3588}"/>
                    </a:ext>
                  </a:extLst>
                </p14:cNvPr>
                <p14:cNvContentPartPr/>
                <p14:nvPr/>
              </p14:nvContentPartPr>
              <p14:xfrm>
                <a:off x="470687" y="354262"/>
                <a:ext cx="26640" cy="131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8280F89-5C7E-5F4A-C136-FAF43DFB35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687" y="336622"/>
                  <a:ext cx="62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7ACD1A6-B86C-4CC2-BB2C-B86963158927}"/>
                    </a:ext>
                  </a:extLst>
                </p14:cNvPr>
                <p14:cNvContentPartPr/>
                <p14:nvPr/>
              </p14:nvContentPartPr>
              <p14:xfrm>
                <a:off x="460967" y="144742"/>
                <a:ext cx="211680" cy="563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7ACD1A6-B86C-4CC2-BB2C-B869631589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967" y="126742"/>
                  <a:ext cx="2473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657513-4241-799F-F099-BFAAF84BC31C}"/>
                    </a:ext>
                  </a:extLst>
                </p14:cNvPr>
                <p14:cNvContentPartPr/>
                <p14:nvPr/>
              </p14:nvContentPartPr>
              <p14:xfrm>
                <a:off x="634487" y="587542"/>
                <a:ext cx="9720" cy="8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657513-4241-799F-F099-BFAAF84BC3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6847" y="569542"/>
                  <a:ext cx="45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14FED8-D560-28E1-86DE-5E058137B579}"/>
                    </a:ext>
                  </a:extLst>
                </p14:cNvPr>
                <p14:cNvContentPartPr/>
                <p14:nvPr/>
              </p14:nvContentPartPr>
              <p14:xfrm>
                <a:off x="868847" y="205222"/>
                <a:ext cx="610920" cy="369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14FED8-D560-28E1-86DE-5E058137B5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1207" y="187582"/>
                  <a:ext cx="6465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F17BF7-441D-68A8-E27A-611B9522128C}"/>
                    </a:ext>
                  </a:extLst>
                </p14:cNvPr>
                <p14:cNvContentPartPr/>
                <p14:nvPr/>
              </p14:nvContentPartPr>
              <p14:xfrm>
                <a:off x="1305527" y="294142"/>
                <a:ext cx="213120" cy="36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F17BF7-441D-68A8-E27A-611B952212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87887" y="276502"/>
                  <a:ext cx="2487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D48FF39-F13C-EE96-49F4-6CACD78F4420}"/>
              </a:ext>
            </a:extLst>
          </p:cNvPr>
          <p:cNvGrpSpPr/>
          <p:nvPr/>
        </p:nvGrpSpPr>
        <p:grpSpPr>
          <a:xfrm>
            <a:off x="1991687" y="305302"/>
            <a:ext cx="682560" cy="303120"/>
            <a:chOff x="1991687" y="305302"/>
            <a:chExt cx="68256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59FBB2-3982-044A-7735-B16309AD4B5E}"/>
                    </a:ext>
                  </a:extLst>
                </p14:cNvPr>
                <p14:cNvContentPartPr/>
                <p14:nvPr/>
              </p14:nvContentPartPr>
              <p14:xfrm>
                <a:off x="1991687" y="305302"/>
                <a:ext cx="682560" cy="30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59FBB2-3982-044A-7735-B16309AD4B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3687" y="287662"/>
                  <a:ext cx="7182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571B78-6EFA-1AD3-7D59-BC1CE4B44608}"/>
                    </a:ext>
                  </a:extLst>
                </p14:cNvPr>
                <p14:cNvContentPartPr/>
                <p14:nvPr/>
              </p14:nvContentPartPr>
              <p14:xfrm>
                <a:off x="2053247" y="362902"/>
                <a:ext cx="225720" cy="41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571B78-6EFA-1AD3-7D59-BC1CE4B446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35247" y="345262"/>
                  <a:ext cx="26136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ABE8D89-DA39-3037-CD21-B95BE6F3AABB}"/>
              </a:ext>
            </a:extLst>
          </p:cNvPr>
          <p:cNvGrpSpPr/>
          <p:nvPr/>
        </p:nvGrpSpPr>
        <p:grpSpPr>
          <a:xfrm>
            <a:off x="3168167" y="296662"/>
            <a:ext cx="866520" cy="856440"/>
            <a:chOff x="3168167" y="296662"/>
            <a:chExt cx="866520" cy="85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F6C83E-8CB7-BD7D-6A61-6290FC6E327F}"/>
                    </a:ext>
                  </a:extLst>
                </p14:cNvPr>
                <p14:cNvContentPartPr/>
                <p14:nvPr/>
              </p14:nvContentPartPr>
              <p14:xfrm>
                <a:off x="3168167" y="296662"/>
                <a:ext cx="297000" cy="856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F6C83E-8CB7-BD7D-6A61-6290FC6E32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50167" y="279022"/>
                  <a:ext cx="332640" cy="89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22736B-3ED7-0A00-AF60-6617B3F8FD3B}"/>
                    </a:ext>
                  </a:extLst>
                </p14:cNvPr>
                <p14:cNvContentPartPr/>
                <p14:nvPr/>
              </p14:nvContentPartPr>
              <p14:xfrm>
                <a:off x="3552647" y="472342"/>
                <a:ext cx="482040" cy="166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22736B-3ED7-0A00-AF60-6617B3F8FD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5007" y="454702"/>
                  <a:ext cx="517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DB89A1-E027-83CD-AA66-D27B3BD304DF}"/>
                    </a:ext>
                  </a:extLst>
                </p14:cNvPr>
                <p14:cNvContentPartPr/>
                <p14:nvPr/>
              </p14:nvContentPartPr>
              <p14:xfrm>
                <a:off x="3673967" y="324022"/>
                <a:ext cx="102960" cy="5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DB89A1-E027-83CD-AA66-D27B3BD304D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55967" y="306022"/>
                  <a:ext cx="1386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75BDE45-1CF1-7E41-A839-279FB1D2D8E1}"/>
              </a:ext>
            </a:extLst>
          </p:cNvPr>
          <p:cNvGrpSpPr/>
          <p:nvPr/>
        </p:nvGrpSpPr>
        <p:grpSpPr>
          <a:xfrm>
            <a:off x="4539407" y="230782"/>
            <a:ext cx="1205640" cy="884160"/>
            <a:chOff x="4539407" y="230782"/>
            <a:chExt cx="1205640" cy="88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DF7782F-7684-3786-9535-FCD85BB8AC7A}"/>
                    </a:ext>
                  </a:extLst>
                </p14:cNvPr>
                <p14:cNvContentPartPr/>
                <p14:nvPr/>
              </p14:nvContentPartPr>
              <p14:xfrm>
                <a:off x="4539407" y="298822"/>
                <a:ext cx="204480" cy="816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DF7782F-7684-3786-9535-FCD85BB8AC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21407" y="280822"/>
                  <a:ext cx="24012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20DC83-703F-F1BC-5FA9-1D2C7E151F1D}"/>
                    </a:ext>
                  </a:extLst>
                </p14:cNvPr>
                <p14:cNvContentPartPr/>
                <p14:nvPr/>
              </p14:nvContentPartPr>
              <p14:xfrm>
                <a:off x="4629407" y="493942"/>
                <a:ext cx="209520" cy="14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20DC83-703F-F1BC-5FA9-1D2C7E151F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11767" y="476302"/>
                  <a:ext cx="245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F43479-B372-D649-86DC-1677F5444BCD}"/>
                    </a:ext>
                  </a:extLst>
                </p14:cNvPr>
                <p14:cNvContentPartPr/>
                <p14:nvPr/>
              </p14:nvContentPartPr>
              <p14:xfrm>
                <a:off x="4856207" y="472702"/>
                <a:ext cx="117000" cy="150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F43479-B372-D649-86DC-1677F5444BC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38567" y="455062"/>
                  <a:ext cx="152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90C3CF-A8B2-E6C8-B534-DE0DB937F2F4}"/>
                    </a:ext>
                  </a:extLst>
                </p14:cNvPr>
                <p14:cNvContentPartPr/>
                <p14:nvPr/>
              </p14:nvContentPartPr>
              <p14:xfrm>
                <a:off x="5074367" y="470902"/>
                <a:ext cx="37800" cy="117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90C3CF-A8B2-E6C8-B534-DE0DB937F2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56727" y="453262"/>
                  <a:ext cx="734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577D5E-C358-F3E7-30BA-8FD953D7BC61}"/>
                    </a:ext>
                  </a:extLst>
                </p14:cNvPr>
                <p14:cNvContentPartPr/>
                <p14:nvPr/>
              </p14:nvContentPartPr>
              <p14:xfrm>
                <a:off x="5103527" y="338062"/>
                <a:ext cx="27360" cy="34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577D5E-C358-F3E7-30BA-8FD953D7BC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85527" y="320422"/>
                  <a:ext cx="63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5787B8-F40B-D225-707B-A8E58CAB32D8}"/>
                    </a:ext>
                  </a:extLst>
                </p14:cNvPr>
                <p14:cNvContentPartPr/>
                <p14:nvPr/>
              </p14:nvContentPartPr>
              <p14:xfrm>
                <a:off x="5207207" y="441022"/>
                <a:ext cx="150840" cy="107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5787B8-F40B-D225-707B-A8E58CAB32D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89567" y="423022"/>
                  <a:ext cx="186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C11CD0-582C-406B-C4DB-6E01A6E9F520}"/>
                    </a:ext>
                  </a:extLst>
                </p14:cNvPr>
                <p14:cNvContentPartPr/>
                <p14:nvPr/>
              </p14:nvContentPartPr>
              <p14:xfrm>
                <a:off x="5546327" y="230782"/>
                <a:ext cx="72000" cy="26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C11CD0-582C-406B-C4DB-6E01A6E9F52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28687" y="212782"/>
                  <a:ext cx="107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ADFF02-36B4-8793-017C-1DDD36E552D1}"/>
                    </a:ext>
                  </a:extLst>
                </p14:cNvPr>
                <p14:cNvContentPartPr/>
                <p14:nvPr/>
              </p14:nvContentPartPr>
              <p14:xfrm>
                <a:off x="5596727" y="380182"/>
                <a:ext cx="146880" cy="183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ADFF02-36B4-8793-017C-1DDD36E552D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79087" y="362182"/>
                  <a:ext cx="182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F98919-DCD4-EAAF-08B7-84D34540C576}"/>
                    </a:ext>
                  </a:extLst>
                </p14:cNvPr>
                <p14:cNvContentPartPr/>
                <p14:nvPr/>
              </p14:nvContentPartPr>
              <p14:xfrm>
                <a:off x="5356607" y="259582"/>
                <a:ext cx="388440" cy="63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6F98919-DCD4-EAAF-08B7-84D34540C5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38607" y="241942"/>
                  <a:ext cx="42408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A0B227-D841-72DE-DF9F-5ED5498181F2}"/>
              </a:ext>
            </a:extLst>
          </p:cNvPr>
          <p:cNvGrpSpPr/>
          <p:nvPr/>
        </p:nvGrpSpPr>
        <p:grpSpPr>
          <a:xfrm>
            <a:off x="6781127" y="336982"/>
            <a:ext cx="538200" cy="337680"/>
            <a:chOff x="6781127" y="336982"/>
            <a:chExt cx="53820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27B4D5-FBD7-BDAD-6D3F-C850609A69B7}"/>
                    </a:ext>
                  </a:extLst>
                </p14:cNvPr>
                <p14:cNvContentPartPr/>
                <p14:nvPr/>
              </p14:nvContentPartPr>
              <p14:xfrm>
                <a:off x="6781127" y="336982"/>
                <a:ext cx="178560" cy="180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27B4D5-FBD7-BDAD-6D3F-C850609A69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63487" y="319342"/>
                  <a:ext cx="214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C868D0-751B-DBEE-6779-5C6F0E5AC18D}"/>
                    </a:ext>
                  </a:extLst>
                </p14:cNvPr>
                <p14:cNvContentPartPr/>
                <p14:nvPr/>
              </p14:nvContentPartPr>
              <p14:xfrm>
                <a:off x="7024487" y="486742"/>
                <a:ext cx="39600" cy="13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C868D0-751B-DBEE-6779-5C6F0E5AC1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06487" y="468742"/>
                  <a:ext cx="75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1EB375-63E3-EE30-602A-A17441C961EB}"/>
                    </a:ext>
                  </a:extLst>
                </p14:cNvPr>
                <p14:cNvContentPartPr/>
                <p14:nvPr/>
              </p14:nvContentPartPr>
              <p14:xfrm>
                <a:off x="7235807" y="537502"/>
                <a:ext cx="83520" cy="137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1EB375-63E3-EE30-602A-A17441C961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17807" y="519502"/>
                  <a:ext cx="11916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D9B1175-1E99-C31E-338C-349E7A062D06}"/>
              </a:ext>
            </a:extLst>
          </p:cNvPr>
          <p:cNvGrpSpPr/>
          <p:nvPr/>
        </p:nvGrpSpPr>
        <p:grpSpPr>
          <a:xfrm>
            <a:off x="7565927" y="413662"/>
            <a:ext cx="654480" cy="336960"/>
            <a:chOff x="7565927" y="413662"/>
            <a:chExt cx="65448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0F72BE-3750-1453-5D52-665F8A5B03DC}"/>
                    </a:ext>
                  </a:extLst>
                </p14:cNvPr>
                <p14:cNvContentPartPr/>
                <p14:nvPr/>
              </p14:nvContentPartPr>
              <p14:xfrm>
                <a:off x="7565927" y="413662"/>
                <a:ext cx="195120" cy="165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0F72BE-3750-1453-5D52-665F8A5B03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48287" y="396022"/>
                  <a:ext cx="230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841C65-5217-D844-7BBF-1DDB65CFCFD9}"/>
                    </a:ext>
                  </a:extLst>
                </p14:cNvPr>
                <p14:cNvContentPartPr/>
                <p14:nvPr/>
              </p14:nvContentPartPr>
              <p14:xfrm>
                <a:off x="7863647" y="520582"/>
                <a:ext cx="140040" cy="138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841C65-5217-D844-7BBF-1DDB65CFCF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46007" y="502942"/>
                  <a:ext cx="175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F18350-1BFD-043D-F544-82AEA72964D1}"/>
                    </a:ext>
                  </a:extLst>
                </p14:cNvPr>
                <p14:cNvContentPartPr/>
                <p14:nvPr/>
              </p14:nvContentPartPr>
              <p14:xfrm>
                <a:off x="8075687" y="586822"/>
                <a:ext cx="144720" cy="163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F18350-1BFD-043D-F544-82AEA72964D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58047" y="569182"/>
                  <a:ext cx="18036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92A197F-AD3A-E000-615D-FAD90FB82425}"/>
              </a:ext>
            </a:extLst>
          </p:cNvPr>
          <p:cNvGrpSpPr/>
          <p:nvPr/>
        </p:nvGrpSpPr>
        <p:grpSpPr>
          <a:xfrm>
            <a:off x="8562407" y="427342"/>
            <a:ext cx="507600" cy="232200"/>
            <a:chOff x="8562407" y="427342"/>
            <a:chExt cx="50760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0816AE-4615-1562-1525-9EDB779D87FD}"/>
                    </a:ext>
                  </a:extLst>
                </p14:cNvPr>
                <p14:cNvContentPartPr/>
                <p14:nvPr/>
              </p14:nvContentPartPr>
              <p14:xfrm>
                <a:off x="8562407" y="427342"/>
                <a:ext cx="286200" cy="14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0816AE-4615-1562-1525-9EDB779D87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44767" y="409342"/>
                  <a:ext cx="321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D69453-8CC9-9695-FB77-213DFDFE419C}"/>
                    </a:ext>
                  </a:extLst>
                </p14:cNvPr>
                <p14:cNvContentPartPr/>
                <p14:nvPr/>
              </p14:nvContentPartPr>
              <p14:xfrm>
                <a:off x="8900447" y="491062"/>
                <a:ext cx="169560" cy="168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D69453-8CC9-9695-FB77-213DFDFE41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82807" y="473422"/>
                  <a:ext cx="2052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D65E8D-A565-7514-8ADB-80BEE16D053D}"/>
              </a:ext>
            </a:extLst>
          </p:cNvPr>
          <p:cNvGrpSpPr/>
          <p:nvPr/>
        </p:nvGrpSpPr>
        <p:grpSpPr>
          <a:xfrm>
            <a:off x="9495167" y="446062"/>
            <a:ext cx="736200" cy="316080"/>
            <a:chOff x="9495167" y="446062"/>
            <a:chExt cx="73620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EE5EF1-4450-E17E-CD30-5E6A905B9B1C}"/>
                    </a:ext>
                  </a:extLst>
                </p14:cNvPr>
                <p14:cNvContentPartPr/>
                <p14:nvPr/>
              </p14:nvContentPartPr>
              <p14:xfrm>
                <a:off x="9495167" y="572062"/>
                <a:ext cx="135360" cy="190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EE5EF1-4450-E17E-CD30-5E6A905B9B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77527" y="554062"/>
                  <a:ext cx="171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9A15BC-903E-142F-AF62-93A296490084}"/>
                    </a:ext>
                  </a:extLst>
                </p14:cNvPr>
                <p14:cNvContentPartPr/>
                <p14:nvPr/>
              </p14:nvContentPartPr>
              <p14:xfrm>
                <a:off x="9810167" y="446062"/>
                <a:ext cx="190080" cy="159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9A15BC-903E-142F-AF62-93A29649008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92167" y="428062"/>
                  <a:ext cx="225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2E7B1D-7B87-E615-C4F4-07F6AD430296}"/>
                    </a:ext>
                  </a:extLst>
                </p14:cNvPr>
                <p14:cNvContentPartPr/>
                <p14:nvPr/>
              </p14:nvContentPartPr>
              <p14:xfrm>
                <a:off x="10135247" y="538942"/>
                <a:ext cx="96120" cy="222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2E7B1D-7B87-E615-C4F4-07F6AD4302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17607" y="521302"/>
                  <a:ext cx="13176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E8A3A10-A9A5-D401-109F-B16751023A66}"/>
              </a:ext>
            </a:extLst>
          </p:cNvPr>
          <p:cNvGrpSpPr/>
          <p:nvPr/>
        </p:nvGrpSpPr>
        <p:grpSpPr>
          <a:xfrm>
            <a:off x="10489487" y="263902"/>
            <a:ext cx="664560" cy="334080"/>
            <a:chOff x="10489487" y="263902"/>
            <a:chExt cx="66456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4141F2-92DA-1692-0A0C-380A1AAB479A}"/>
                    </a:ext>
                  </a:extLst>
                </p14:cNvPr>
                <p14:cNvContentPartPr/>
                <p14:nvPr/>
              </p14:nvContentPartPr>
              <p14:xfrm>
                <a:off x="10489487" y="452542"/>
                <a:ext cx="152640" cy="145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4141F2-92DA-1692-0A0C-380A1AAB47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71487" y="434902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0E6A18-3661-C3FD-CF6B-86706A404AE0}"/>
                    </a:ext>
                  </a:extLst>
                </p14:cNvPr>
                <p14:cNvContentPartPr/>
                <p14:nvPr/>
              </p14:nvContentPartPr>
              <p14:xfrm>
                <a:off x="10690367" y="479182"/>
                <a:ext cx="137880" cy="113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0E6A18-3661-C3FD-CF6B-86706A404A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72727" y="461542"/>
                  <a:ext cx="173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D9DAF92-C811-08CC-46BC-4BECDDC34CB6}"/>
                    </a:ext>
                  </a:extLst>
                </p14:cNvPr>
                <p14:cNvContentPartPr/>
                <p14:nvPr/>
              </p14:nvContentPartPr>
              <p14:xfrm>
                <a:off x="10909967" y="263902"/>
                <a:ext cx="244080" cy="321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D9DAF92-C811-08CC-46BC-4BECDDC34CB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91967" y="246262"/>
                  <a:ext cx="27972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A01AEAE-DFAE-FC67-AAA3-ADA8A53340E7}"/>
              </a:ext>
            </a:extLst>
          </p:cNvPr>
          <p:cNvGrpSpPr/>
          <p:nvPr/>
        </p:nvGrpSpPr>
        <p:grpSpPr>
          <a:xfrm>
            <a:off x="11386607" y="453262"/>
            <a:ext cx="587160" cy="253800"/>
            <a:chOff x="11386607" y="453262"/>
            <a:chExt cx="58716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0D6664-6082-6E74-CAB8-D9B0BFBF9CD3}"/>
                    </a:ext>
                  </a:extLst>
                </p14:cNvPr>
                <p14:cNvContentPartPr/>
                <p14:nvPr/>
              </p14:nvContentPartPr>
              <p14:xfrm>
                <a:off x="11386607" y="453262"/>
                <a:ext cx="183240" cy="14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0D6664-6082-6E74-CAB8-D9B0BFBF9CD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68967" y="435262"/>
                  <a:ext cx="218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D8DA2B-BFD7-865D-6BA0-D9894F37E70B}"/>
                    </a:ext>
                  </a:extLst>
                </p14:cNvPr>
                <p14:cNvContentPartPr/>
                <p14:nvPr/>
              </p14:nvContentPartPr>
              <p14:xfrm>
                <a:off x="11630327" y="544702"/>
                <a:ext cx="190440" cy="162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D8DA2B-BFD7-865D-6BA0-D9894F37E7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12327" y="526702"/>
                  <a:ext cx="226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C4AE39-C8E0-56A2-965F-EBB83942B7B6}"/>
                    </a:ext>
                  </a:extLst>
                </p14:cNvPr>
                <p14:cNvContentPartPr/>
                <p14:nvPr/>
              </p14:nvContentPartPr>
              <p14:xfrm>
                <a:off x="11741567" y="457582"/>
                <a:ext cx="232200" cy="35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C4AE39-C8E0-56A2-965F-EBB83942B7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23927" y="439942"/>
                  <a:ext cx="2678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2F58B43-DC8A-1C9E-412D-E21A05564D7F}"/>
              </a:ext>
            </a:extLst>
          </p:cNvPr>
          <p:cNvGrpSpPr/>
          <p:nvPr/>
        </p:nvGrpSpPr>
        <p:grpSpPr>
          <a:xfrm>
            <a:off x="597407" y="1021702"/>
            <a:ext cx="1832400" cy="858960"/>
            <a:chOff x="597407" y="1021702"/>
            <a:chExt cx="1832400" cy="85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A448B3-7CAC-2A9E-1573-8C1FADF50E45}"/>
                    </a:ext>
                  </a:extLst>
                </p14:cNvPr>
                <p14:cNvContentPartPr/>
                <p14:nvPr/>
              </p14:nvContentPartPr>
              <p14:xfrm>
                <a:off x="597407" y="1021702"/>
                <a:ext cx="161640" cy="368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A448B3-7CAC-2A9E-1573-8C1FADF50E4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9407" y="1004062"/>
                  <a:ext cx="1972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D012738-F060-A5BB-73DA-06B0D378F4D3}"/>
                    </a:ext>
                  </a:extLst>
                </p14:cNvPr>
                <p14:cNvContentPartPr/>
                <p14:nvPr/>
              </p14:nvContentPartPr>
              <p14:xfrm>
                <a:off x="830687" y="1234462"/>
                <a:ext cx="272880" cy="158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D012738-F060-A5BB-73DA-06B0D378F4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3047" y="1216822"/>
                  <a:ext cx="308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DC1C2C-D4CA-7AC7-CA1F-3D5DA7D2CA46}"/>
                    </a:ext>
                  </a:extLst>
                </p14:cNvPr>
                <p14:cNvContentPartPr/>
                <p14:nvPr/>
              </p14:nvContentPartPr>
              <p14:xfrm>
                <a:off x="1354127" y="1267582"/>
                <a:ext cx="299160" cy="613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DC1C2C-D4CA-7AC7-CA1F-3D5DA7D2CA4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36127" y="1249942"/>
                  <a:ext cx="33480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EF6A8F-406B-F24A-F8D5-C97A50D73F07}"/>
                    </a:ext>
                  </a:extLst>
                </p14:cNvPr>
                <p14:cNvContentPartPr/>
                <p14:nvPr/>
              </p14:nvContentPartPr>
              <p14:xfrm>
                <a:off x="1746167" y="1279462"/>
                <a:ext cx="45360" cy="158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EF6A8F-406B-F24A-F8D5-C97A50D73F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28167" y="1261822"/>
                  <a:ext cx="81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4CA4FE4-4A6E-ED01-16A4-83FFA1380E3D}"/>
                    </a:ext>
                  </a:extLst>
                </p14:cNvPr>
                <p14:cNvContentPartPr/>
                <p14:nvPr/>
              </p14:nvContentPartPr>
              <p14:xfrm>
                <a:off x="1876127" y="1281622"/>
                <a:ext cx="307080" cy="126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4CA4FE4-4A6E-ED01-16A4-83FFA1380E3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58127" y="1263622"/>
                  <a:ext cx="342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E77476E-6EB6-D977-01A0-E621B2B05E21}"/>
                    </a:ext>
                  </a:extLst>
                </p14:cNvPr>
                <p14:cNvContentPartPr/>
                <p14:nvPr/>
              </p14:nvContentPartPr>
              <p14:xfrm>
                <a:off x="2225327" y="1266862"/>
                <a:ext cx="204480" cy="139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E77476E-6EB6-D977-01A0-E621B2B05E2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07687" y="1248862"/>
                  <a:ext cx="240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359465D-371A-798B-C0FC-A3702B1809D1}"/>
                    </a:ext>
                  </a:extLst>
                </p14:cNvPr>
                <p14:cNvContentPartPr/>
                <p14:nvPr/>
              </p14:nvContentPartPr>
              <p14:xfrm>
                <a:off x="1944527" y="1137262"/>
                <a:ext cx="128880" cy="5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359465D-371A-798B-C0FC-A3702B1809D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26887" y="1119622"/>
                  <a:ext cx="16452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9A10111-2443-C70C-2971-09E15AFDBEA8}"/>
              </a:ext>
            </a:extLst>
          </p:cNvPr>
          <p:cNvGrpSpPr/>
          <p:nvPr/>
        </p:nvGrpSpPr>
        <p:grpSpPr>
          <a:xfrm>
            <a:off x="2889887" y="1217182"/>
            <a:ext cx="293040" cy="231840"/>
            <a:chOff x="2889887" y="1217182"/>
            <a:chExt cx="29304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B8BA608-678F-01BC-0395-E4C08BCBFB97}"/>
                    </a:ext>
                  </a:extLst>
                </p14:cNvPr>
                <p14:cNvContentPartPr/>
                <p14:nvPr/>
              </p14:nvContentPartPr>
              <p14:xfrm>
                <a:off x="2889887" y="1280902"/>
                <a:ext cx="23400" cy="156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B8BA608-678F-01BC-0395-E4C08BCBFB9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71887" y="1262902"/>
                  <a:ext cx="59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B4FE5F6-3E28-652C-1ECB-49C81076B172}"/>
                    </a:ext>
                  </a:extLst>
                </p14:cNvPr>
                <p14:cNvContentPartPr/>
                <p14:nvPr/>
              </p14:nvContentPartPr>
              <p14:xfrm>
                <a:off x="3020927" y="1316542"/>
                <a:ext cx="162000" cy="132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B4FE5F6-3E28-652C-1ECB-49C81076B17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02927" y="1298542"/>
                  <a:ext cx="197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02AA98A-090B-0189-BDD8-7BF4654D2804}"/>
                    </a:ext>
                  </a:extLst>
                </p14:cNvPr>
                <p14:cNvContentPartPr/>
                <p14:nvPr/>
              </p14:nvContentPartPr>
              <p14:xfrm>
                <a:off x="3025607" y="1217182"/>
                <a:ext cx="47520" cy="31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02AA98A-090B-0189-BDD8-7BF4654D280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07967" y="1199182"/>
                  <a:ext cx="8316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1693A62-1AA1-2C1A-D5FB-2B0811CD03D4}"/>
              </a:ext>
            </a:extLst>
          </p:cNvPr>
          <p:cNvGrpSpPr/>
          <p:nvPr/>
        </p:nvGrpSpPr>
        <p:grpSpPr>
          <a:xfrm>
            <a:off x="3767927" y="1178662"/>
            <a:ext cx="538920" cy="470880"/>
            <a:chOff x="3767927" y="1178662"/>
            <a:chExt cx="53892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7188BA9-7069-A7A2-AC1D-FB341034842C}"/>
                    </a:ext>
                  </a:extLst>
                </p14:cNvPr>
                <p14:cNvContentPartPr/>
                <p14:nvPr/>
              </p14:nvContentPartPr>
              <p14:xfrm>
                <a:off x="3767927" y="1280542"/>
                <a:ext cx="271080" cy="36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7188BA9-7069-A7A2-AC1D-FB34103484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49927" y="1262542"/>
                  <a:ext cx="306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72A8911-EED3-F03F-CC0A-4C8AC0457496}"/>
                    </a:ext>
                  </a:extLst>
                </p14:cNvPr>
                <p14:cNvContentPartPr/>
                <p14:nvPr/>
              </p14:nvContentPartPr>
              <p14:xfrm>
                <a:off x="4090127" y="1178662"/>
                <a:ext cx="216720" cy="195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72A8911-EED3-F03F-CC0A-4C8AC045749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72487" y="1161022"/>
                  <a:ext cx="25236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6930169-4B91-B06F-868D-6A0A7906546E}"/>
              </a:ext>
            </a:extLst>
          </p:cNvPr>
          <p:cNvGrpSpPr/>
          <p:nvPr/>
        </p:nvGrpSpPr>
        <p:grpSpPr>
          <a:xfrm>
            <a:off x="4611407" y="1369822"/>
            <a:ext cx="465480" cy="236160"/>
            <a:chOff x="4611407" y="1369822"/>
            <a:chExt cx="46548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65769FA-4612-CE8C-7880-7A5D9C23D304}"/>
                    </a:ext>
                  </a:extLst>
                </p14:cNvPr>
                <p14:cNvContentPartPr/>
                <p14:nvPr/>
              </p14:nvContentPartPr>
              <p14:xfrm>
                <a:off x="4611407" y="1369822"/>
                <a:ext cx="208080" cy="236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65769FA-4612-CE8C-7880-7A5D9C23D3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93767" y="1351822"/>
                  <a:ext cx="243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6667A55-9B69-8954-8BE1-29115EACBC05}"/>
                    </a:ext>
                  </a:extLst>
                </p14:cNvPr>
                <p14:cNvContentPartPr/>
                <p14:nvPr/>
              </p14:nvContentPartPr>
              <p14:xfrm>
                <a:off x="4919567" y="1377742"/>
                <a:ext cx="157320" cy="189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6667A55-9B69-8954-8BE1-29115EACBC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01927" y="1360102"/>
                  <a:ext cx="1929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0EC38C5-E023-F0EC-463D-1D7C21E2ADAB}"/>
              </a:ext>
            </a:extLst>
          </p:cNvPr>
          <p:cNvGrpSpPr/>
          <p:nvPr/>
        </p:nvGrpSpPr>
        <p:grpSpPr>
          <a:xfrm>
            <a:off x="5769887" y="1221502"/>
            <a:ext cx="1534320" cy="360000"/>
            <a:chOff x="5769887" y="1221502"/>
            <a:chExt cx="153432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B08A2E-1424-C323-FD14-796DF44C9EC1}"/>
                    </a:ext>
                  </a:extLst>
                </p14:cNvPr>
                <p14:cNvContentPartPr/>
                <p14:nvPr/>
              </p14:nvContentPartPr>
              <p14:xfrm>
                <a:off x="5769887" y="1221502"/>
                <a:ext cx="569520" cy="36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B08A2E-1424-C323-FD14-796DF44C9E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1887" y="1203502"/>
                  <a:ext cx="6051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82F3099-61DF-C745-2F38-441842FF4E7E}"/>
                    </a:ext>
                  </a:extLst>
                </p14:cNvPr>
                <p14:cNvContentPartPr/>
                <p14:nvPr/>
              </p14:nvContentPartPr>
              <p14:xfrm>
                <a:off x="6371807" y="1340662"/>
                <a:ext cx="171360" cy="139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82F3099-61DF-C745-2F38-441842FF4E7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54167" y="1323022"/>
                  <a:ext cx="207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A66121-225D-EBF0-CAE5-3360A0402E7C}"/>
                    </a:ext>
                  </a:extLst>
                </p14:cNvPr>
                <p14:cNvContentPartPr/>
                <p14:nvPr/>
              </p14:nvContentPartPr>
              <p14:xfrm>
                <a:off x="6683927" y="1293862"/>
                <a:ext cx="620280" cy="186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A66121-225D-EBF0-CAE5-3360A0402E7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66287" y="1276222"/>
                  <a:ext cx="65592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533621F-1AEA-8050-301A-6B94BE9C1352}"/>
              </a:ext>
            </a:extLst>
          </p:cNvPr>
          <p:cNvGrpSpPr/>
          <p:nvPr/>
        </p:nvGrpSpPr>
        <p:grpSpPr>
          <a:xfrm>
            <a:off x="7777967" y="1202422"/>
            <a:ext cx="306720" cy="320400"/>
            <a:chOff x="7777967" y="1202422"/>
            <a:chExt cx="3067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C8F1CC-1CD8-45A1-1AB4-5E729A77CD15}"/>
                    </a:ext>
                  </a:extLst>
                </p14:cNvPr>
                <p14:cNvContentPartPr/>
                <p14:nvPr/>
              </p14:nvContentPartPr>
              <p14:xfrm>
                <a:off x="7777967" y="1347502"/>
                <a:ext cx="38880" cy="171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C8F1CC-1CD8-45A1-1AB4-5E729A77CD1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60327" y="1329862"/>
                  <a:ext cx="745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AB5F5F-8A8A-2D59-DE40-3B0C0431CFBC}"/>
                    </a:ext>
                  </a:extLst>
                </p14:cNvPr>
                <p14:cNvContentPartPr/>
                <p14:nvPr/>
              </p14:nvContentPartPr>
              <p14:xfrm>
                <a:off x="7889567" y="1372702"/>
                <a:ext cx="195120" cy="15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AB5F5F-8A8A-2D59-DE40-3B0C0431CFB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71927" y="1355062"/>
                  <a:ext cx="230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D8BF93A-109C-B62A-6CDC-498BA58B268F}"/>
                    </a:ext>
                  </a:extLst>
                </p14:cNvPr>
                <p14:cNvContentPartPr/>
                <p14:nvPr/>
              </p14:nvContentPartPr>
              <p14:xfrm>
                <a:off x="7954007" y="1202422"/>
                <a:ext cx="84600" cy="28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D8BF93A-109C-B62A-6CDC-498BA58B268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36007" y="1184422"/>
                  <a:ext cx="1202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27358EC-2BFE-50B5-CB9E-AB1834161A50}"/>
              </a:ext>
            </a:extLst>
          </p:cNvPr>
          <p:cNvGrpSpPr/>
          <p:nvPr/>
        </p:nvGrpSpPr>
        <p:grpSpPr>
          <a:xfrm>
            <a:off x="8750687" y="1327702"/>
            <a:ext cx="743400" cy="319680"/>
            <a:chOff x="8750687" y="1327702"/>
            <a:chExt cx="74340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624316C-2CD3-6032-B186-BF04AC7B7E09}"/>
                    </a:ext>
                  </a:extLst>
                </p14:cNvPr>
                <p14:cNvContentPartPr/>
                <p14:nvPr/>
              </p14:nvContentPartPr>
              <p14:xfrm>
                <a:off x="8750687" y="1327702"/>
                <a:ext cx="743400" cy="319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624316C-2CD3-6032-B186-BF04AC7B7E0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32687" y="1310062"/>
                  <a:ext cx="7790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A5219B6-8AC5-EAC7-6F3A-1FF73B615055}"/>
                    </a:ext>
                  </a:extLst>
                </p14:cNvPr>
                <p14:cNvContentPartPr/>
                <p14:nvPr/>
              </p14:nvContentPartPr>
              <p14:xfrm>
                <a:off x="8885327" y="1375582"/>
                <a:ext cx="217080" cy="13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A5219B6-8AC5-EAC7-6F3A-1FF73B6150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67687" y="1357582"/>
                  <a:ext cx="25272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E140EF5-746B-2CDC-59F4-6D8B8169EA0F}"/>
              </a:ext>
            </a:extLst>
          </p:cNvPr>
          <p:cNvGrpSpPr/>
          <p:nvPr/>
        </p:nvGrpSpPr>
        <p:grpSpPr>
          <a:xfrm>
            <a:off x="10001327" y="1222942"/>
            <a:ext cx="1973160" cy="873000"/>
            <a:chOff x="10001327" y="1222942"/>
            <a:chExt cx="1973160" cy="87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0D62923-A701-F8B3-E1C3-7EB943FFFA12}"/>
                    </a:ext>
                  </a:extLst>
                </p14:cNvPr>
                <p14:cNvContentPartPr/>
                <p14:nvPr/>
              </p14:nvContentPartPr>
              <p14:xfrm>
                <a:off x="10001327" y="1222942"/>
                <a:ext cx="294120" cy="873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0D62923-A701-F8B3-E1C3-7EB943FFFA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83687" y="1205302"/>
                  <a:ext cx="32976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78277CE-C18F-B92B-B821-A053802B93D3}"/>
                    </a:ext>
                  </a:extLst>
                </p14:cNvPr>
                <p14:cNvContentPartPr/>
                <p14:nvPr/>
              </p14:nvContentPartPr>
              <p14:xfrm>
                <a:off x="10326767" y="1247782"/>
                <a:ext cx="527760" cy="409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78277CE-C18F-B92B-B821-A053802B93D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08767" y="1229782"/>
                  <a:ext cx="5634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8B6A342-1EE6-B681-9FF9-2FE046DDE748}"/>
                    </a:ext>
                  </a:extLst>
                </p14:cNvPr>
                <p14:cNvContentPartPr/>
                <p14:nvPr/>
              </p14:nvContentPartPr>
              <p14:xfrm>
                <a:off x="10928687" y="1472422"/>
                <a:ext cx="145080" cy="190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8B6A342-1EE6-B681-9FF9-2FE046DDE7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911047" y="1454422"/>
                  <a:ext cx="180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9C1610-AF31-2A23-32A1-364CBC3DE64D}"/>
                    </a:ext>
                  </a:extLst>
                </p14:cNvPr>
                <p14:cNvContentPartPr/>
                <p14:nvPr/>
              </p14:nvContentPartPr>
              <p14:xfrm>
                <a:off x="11134607" y="1492222"/>
                <a:ext cx="363600" cy="188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9C1610-AF31-2A23-32A1-364CBC3DE6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116967" y="1474582"/>
                  <a:ext cx="399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2B2406-0BDF-7D0E-98E3-D8D79607A4A6}"/>
                    </a:ext>
                  </a:extLst>
                </p14:cNvPr>
                <p14:cNvContentPartPr/>
                <p14:nvPr/>
              </p14:nvContentPartPr>
              <p14:xfrm>
                <a:off x="11517287" y="1413742"/>
                <a:ext cx="52560" cy="49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2B2406-0BDF-7D0E-98E3-D8D79607A4A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99647" y="1395742"/>
                  <a:ext cx="88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753C97-A0AF-7C1F-8C78-C5FB6DBF89C9}"/>
                    </a:ext>
                  </a:extLst>
                </p14:cNvPr>
                <p14:cNvContentPartPr/>
                <p14:nvPr/>
              </p14:nvContentPartPr>
              <p14:xfrm>
                <a:off x="11561927" y="1515982"/>
                <a:ext cx="201240" cy="142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753C97-A0AF-7C1F-8C78-C5FB6DBF89C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543927" y="1497982"/>
                  <a:ext cx="236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1EBD24-F34B-AA0D-26E5-8F2E116469E0}"/>
                    </a:ext>
                  </a:extLst>
                </p14:cNvPr>
                <p14:cNvContentPartPr/>
                <p14:nvPr/>
              </p14:nvContentPartPr>
              <p14:xfrm>
                <a:off x="11677847" y="1518502"/>
                <a:ext cx="296640" cy="558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1EBD24-F34B-AA0D-26E5-8F2E116469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660207" y="1500862"/>
                  <a:ext cx="332280" cy="59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8E7D1FC-D8D5-6A0F-37C1-C6501B6E6E0A}"/>
              </a:ext>
            </a:extLst>
          </p:cNvPr>
          <p:cNvGrpSpPr/>
          <p:nvPr/>
        </p:nvGrpSpPr>
        <p:grpSpPr>
          <a:xfrm>
            <a:off x="361967" y="1819462"/>
            <a:ext cx="1396800" cy="1020600"/>
            <a:chOff x="361967" y="1819462"/>
            <a:chExt cx="1396800" cy="10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C317BAF-36C8-FB2C-7052-5D5F73AF5471}"/>
                    </a:ext>
                  </a:extLst>
                </p14:cNvPr>
                <p14:cNvContentPartPr/>
                <p14:nvPr/>
              </p14:nvContentPartPr>
              <p14:xfrm>
                <a:off x="361967" y="1819462"/>
                <a:ext cx="311040" cy="1020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C317BAF-36C8-FB2C-7052-5D5F73AF547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3967" y="1801462"/>
                  <a:ext cx="346680" cy="10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05F166A-6729-1EAC-11AE-806BA5E368A5}"/>
                    </a:ext>
                  </a:extLst>
                </p14:cNvPr>
                <p14:cNvContentPartPr/>
                <p14:nvPr/>
              </p14:nvContentPartPr>
              <p14:xfrm>
                <a:off x="670127" y="2129782"/>
                <a:ext cx="102960" cy="180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05F166A-6729-1EAC-11AE-806BA5E368A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2487" y="2111782"/>
                  <a:ext cx="138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9413F21-5793-EA3A-1782-5352DD881A67}"/>
                    </a:ext>
                  </a:extLst>
                </p14:cNvPr>
                <p14:cNvContentPartPr/>
                <p14:nvPr/>
              </p14:nvContentPartPr>
              <p14:xfrm>
                <a:off x="806567" y="2057422"/>
                <a:ext cx="21960" cy="3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9413F21-5793-EA3A-1782-5352DD881A6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8927" y="2039422"/>
                  <a:ext cx="57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B65585D-E5A0-C68F-11AB-521BE17962B8}"/>
                    </a:ext>
                  </a:extLst>
                </p14:cNvPr>
                <p14:cNvContentPartPr/>
                <p14:nvPr/>
              </p14:nvContentPartPr>
              <p14:xfrm>
                <a:off x="679847" y="2133742"/>
                <a:ext cx="1078920" cy="632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B65585D-E5A0-C68F-11AB-521BE17962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2207" y="2115742"/>
                  <a:ext cx="1114560" cy="66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6419512-587A-46B2-99A5-B7BA91663841}"/>
                  </a:ext>
                </a:extLst>
              </p14:cNvPr>
              <p14:cNvContentPartPr/>
              <p14:nvPr/>
            </p14:nvContentPartPr>
            <p14:xfrm>
              <a:off x="1968647" y="2347222"/>
              <a:ext cx="10080" cy="9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6419512-587A-46B2-99A5-B7BA9166384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951007" y="2329222"/>
                <a:ext cx="457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6CB3C3E-FC65-3360-FAB1-947F52219C44}"/>
              </a:ext>
            </a:extLst>
          </p:cNvPr>
          <p:cNvGrpSpPr/>
          <p:nvPr/>
        </p:nvGrpSpPr>
        <p:grpSpPr>
          <a:xfrm>
            <a:off x="2272847" y="1972102"/>
            <a:ext cx="822240" cy="396720"/>
            <a:chOff x="2272847" y="1972102"/>
            <a:chExt cx="82224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2305CD-AA27-1523-58EF-A8292DBFFE16}"/>
                    </a:ext>
                  </a:extLst>
                </p14:cNvPr>
                <p14:cNvContentPartPr/>
                <p14:nvPr/>
              </p14:nvContentPartPr>
              <p14:xfrm>
                <a:off x="2272847" y="1978222"/>
                <a:ext cx="324360" cy="390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2305CD-AA27-1523-58EF-A8292DBFFE1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54847" y="1960582"/>
                  <a:ext cx="3600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F5417FC-368E-50E2-F5C5-6A31BB85D189}"/>
                    </a:ext>
                  </a:extLst>
                </p14:cNvPr>
                <p14:cNvContentPartPr/>
                <p14:nvPr/>
              </p14:nvContentPartPr>
              <p14:xfrm>
                <a:off x="2622767" y="1972102"/>
                <a:ext cx="98280" cy="348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F5417FC-368E-50E2-F5C5-6A31BB85D1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4767" y="1954462"/>
                  <a:ext cx="1339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AF28BD-F258-F6AE-D537-9DE9AA26E01D}"/>
                    </a:ext>
                  </a:extLst>
                </p14:cNvPr>
                <p14:cNvContentPartPr/>
                <p14:nvPr/>
              </p14:nvContentPartPr>
              <p14:xfrm>
                <a:off x="2707727" y="2169742"/>
                <a:ext cx="110160" cy="178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AF28BD-F258-F6AE-D537-9DE9AA26E01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89727" y="2152102"/>
                  <a:ext cx="145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11F110B-9093-A51A-C029-E565053CA073}"/>
                    </a:ext>
                  </a:extLst>
                </p14:cNvPr>
                <p14:cNvContentPartPr/>
                <p14:nvPr/>
              </p14:nvContentPartPr>
              <p14:xfrm>
                <a:off x="2870087" y="2172982"/>
                <a:ext cx="225000" cy="166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11F110B-9093-A51A-C029-E565053CA0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52447" y="2154982"/>
                  <a:ext cx="26064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B927D83-88BE-F586-F991-F0DFCCFB4077}"/>
              </a:ext>
            </a:extLst>
          </p:cNvPr>
          <p:cNvGrpSpPr/>
          <p:nvPr/>
        </p:nvGrpSpPr>
        <p:grpSpPr>
          <a:xfrm>
            <a:off x="3402887" y="1919182"/>
            <a:ext cx="1414800" cy="449280"/>
            <a:chOff x="3402887" y="1919182"/>
            <a:chExt cx="1414800" cy="4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FCB04E7-A635-7116-F878-8BF0A2108F49}"/>
                    </a:ext>
                  </a:extLst>
                </p14:cNvPr>
                <p14:cNvContentPartPr/>
                <p14:nvPr/>
              </p14:nvContentPartPr>
              <p14:xfrm>
                <a:off x="3402887" y="1990102"/>
                <a:ext cx="258120" cy="378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FCB04E7-A635-7116-F878-8BF0A2108F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385247" y="1972462"/>
                  <a:ext cx="293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931694-352F-6516-9525-2FD6CF517B0B}"/>
                    </a:ext>
                  </a:extLst>
                </p14:cNvPr>
                <p14:cNvContentPartPr/>
                <p14:nvPr/>
              </p14:nvContentPartPr>
              <p14:xfrm>
                <a:off x="3716447" y="2140942"/>
                <a:ext cx="118080" cy="153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931694-352F-6516-9525-2FD6CF517B0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98807" y="2122942"/>
                  <a:ext cx="153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A4C45A8-27AD-3441-F471-D499700C852E}"/>
                    </a:ext>
                  </a:extLst>
                </p14:cNvPr>
                <p14:cNvContentPartPr/>
                <p14:nvPr/>
              </p14:nvContentPartPr>
              <p14:xfrm>
                <a:off x="3959087" y="2008822"/>
                <a:ext cx="55800" cy="299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A4C45A8-27AD-3441-F471-D499700C852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41447" y="1990822"/>
                  <a:ext cx="91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6F8B83-E5FF-31D9-774D-9C0E7FF751AD}"/>
                    </a:ext>
                  </a:extLst>
                </p14:cNvPr>
                <p14:cNvContentPartPr/>
                <p14:nvPr/>
              </p14:nvContentPartPr>
              <p14:xfrm>
                <a:off x="4073567" y="1959862"/>
                <a:ext cx="133920" cy="344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6F8B83-E5FF-31D9-774D-9C0E7FF751A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55927" y="1942222"/>
                  <a:ext cx="1695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D414D68-6746-CAA8-532E-B0FD64ED98CC}"/>
                    </a:ext>
                  </a:extLst>
                </p14:cNvPr>
                <p14:cNvContentPartPr/>
                <p14:nvPr/>
              </p14:nvContentPartPr>
              <p14:xfrm>
                <a:off x="3888527" y="2056702"/>
                <a:ext cx="294480" cy="46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D414D68-6746-CAA8-532E-B0FD64ED98C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70527" y="2038702"/>
                  <a:ext cx="330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C477A20-D796-6EA2-B188-97C548F73D1C}"/>
                    </a:ext>
                  </a:extLst>
                </p14:cNvPr>
                <p14:cNvContentPartPr/>
                <p14:nvPr/>
              </p14:nvContentPartPr>
              <p14:xfrm>
                <a:off x="4298207" y="2113942"/>
                <a:ext cx="210960" cy="169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C477A20-D796-6EA2-B188-97C548F73D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80567" y="2096302"/>
                  <a:ext cx="246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4661B76-0B83-9983-3976-68AA573451E6}"/>
                    </a:ext>
                  </a:extLst>
                </p14:cNvPr>
                <p14:cNvContentPartPr/>
                <p14:nvPr/>
              </p14:nvContentPartPr>
              <p14:xfrm>
                <a:off x="4571087" y="1919182"/>
                <a:ext cx="246600" cy="346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4661B76-0B83-9983-3976-68AA573451E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53087" y="1901182"/>
                  <a:ext cx="282240" cy="38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CD1A030-4905-AB0E-1D46-C860B6577988}"/>
              </a:ext>
            </a:extLst>
          </p:cNvPr>
          <p:cNvGrpSpPr/>
          <p:nvPr/>
        </p:nvGrpSpPr>
        <p:grpSpPr>
          <a:xfrm>
            <a:off x="5106767" y="1994422"/>
            <a:ext cx="972000" cy="423360"/>
            <a:chOff x="5106767" y="1994422"/>
            <a:chExt cx="97200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2199C1E-D4EF-3427-F34E-56E60221EE0B}"/>
                    </a:ext>
                  </a:extLst>
                </p14:cNvPr>
                <p14:cNvContentPartPr/>
                <p14:nvPr/>
              </p14:nvContentPartPr>
              <p14:xfrm>
                <a:off x="5106767" y="1994422"/>
                <a:ext cx="412200" cy="392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2199C1E-D4EF-3427-F34E-56E60221EE0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88767" y="1976782"/>
                  <a:ext cx="4478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AAB8335-B86C-45D6-3A1C-1853CEAEF07C}"/>
                    </a:ext>
                  </a:extLst>
                </p14:cNvPr>
                <p14:cNvContentPartPr/>
                <p14:nvPr/>
              </p14:nvContentPartPr>
              <p14:xfrm>
                <a:off x="5563607" y="2229502"/>
                <a:ext cx="515160" cy="188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AAB8335-B86C-45D6-3A1C-1853CEAEF07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45607" y="2211862"/>
                  <a:ext cx="550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0A9D78A-28A7-5F9B-44DB-8FB951491480}"/>
                    </a:ext>
                  </a:extLst>
                </p14:cNvPr>
                <p14:cNvContentPartPr/>
                <p14:nvPr/>
              </p14:nvContentPartPr>
              <p14:xfrm>
                <a:off x="5504207" y="2056342"/>
                <a:ext cx="35640" cy="36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0A9D78A-28A7-5F9B-44DB-8FB95149148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86207" y="2038702"/>
                  <a:ext cx="712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B12258C-7D9E-1B82-7481-13CE83DAB494}"/>
              </a:ext>
            </a:extLst>
          </p:cNvPr>
          <p:cNvGrpSpPr/>
          <p:nvPr/>
        </p:nvGrpSpPr>
        <p:grpSpPr>
          <a:xfrm>
            <a:off x="6506087" y="2106022"/>
            <a:ext cx="2606400" cy="709920"/>
            <a:chOff x="6506087" y="2106022"/>
            <a:chExt cx="2606400" cy="7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5BE19D5-29CF-23FD-206C-B1BF3495CB46}"/>
                    </a:ext>
                  </a:extLst>
                </p14:cNvPr>
                <p14:cNvContentPartPr/>
                <p14:nvPr/>
              </p14:nvContentPartPr>
              <p14:xfrm>
                <a:off x="6506087" y="2177662"/>
                <a:ext cx="796320" cy="638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5BE19D5-29CF-23FD-206C-B1BF3495CB4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88087" y="2159662"/>
                  <a:ext cx="83196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6A4DE93-2A7C-51C6-EBC2-5D4AB2967518}"/>
                    </a:ext>
                  </a:extLst>
                </p14:cNvPr>
                <p14:cNvContentPartPr/>
                <p14:nvPr/>
              </p14:nvContentPartPr>
              <p14:xfrm>
                <a:off x="7222847" y="2301502"/>
                <a:ext cx="168480" cy="121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6A4DE93-2A7C-51C6-EBC2-5D4AB296751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05207" y="2283502"/>
                  <a:ext cx="204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5C6A6D0-BF18-CBB4-243A-BB7DD19106B3}"/>
                    </a:ext>
                  </a:extLst>
                </p14:cNvPr>
                <p14:cNvContentPartPr/>
                <p14:nvPr/>
              </p14:nvContentPartPr>
              <p14:xfrm>
                <a:off x="7457927" y="2257222"/>
                <a:ext cx="630720" cy="178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5C6A6D0-BF18-CBB4-243A-BB7DD19106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40287" y="2239582"/>
                  <a:ext cx="666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93F767E-39B8-9FD9-DD24-806D2E1D42FB}"/>
                    </a:ext>
                  </a:extLst>
                </p14:cNvPr>
                <p14:cNvContentPartPr/>
                <p14:nvPr/>
              </p14:nvContentPartPr>
              <p14:xfrm>
                <a:off x="8245967" y="2234182"/>
                <a:ext cx="140760" cy="173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93F767E-39B8-9FD9-DD24-806D2E1D42F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227967" y="2216182"/>
                  <a:ext cx="176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F0CB5AC-DF94-29E8-322F-A4367FF3ADA4}"/>
                    </a:ext>
                  </a:extLst>
                </p14:cNvPr>
                <p14:cNvContentPartPr/>
                <p14:nvPr/>
              </p14:nvContentPartPr>
              <p14:xfrm>
                <a:off x="8463767" y="2247502"/>
                <a:ext cx="262440" cy="144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F0CB5AC-DF94-29E8-322F-A4367FF3ADA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45767" y="2229502"/>
                  <a:ext cx="2980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F04F671-E4C0-0CF5-D472-58DA6455A215}"/>
                    </a:ext>
                  </a:extLst>
                </p14:cNvPr>
                <p14:cNvContentPartPr/>
                <p14:nvPr/>
              </p14:nvContentPartPr>
              <p14:xfrm>
                <a:off x="8919167" y="2106022"/>
                <a:ext cx="81360" cy="322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F04F671-E4C0-0CF5-D472-58DA6455A21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01167" y="2088022"/>
                  <a:ext cx="1170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BAC406D-D6F5-F135-DE82-B5FFDFBFB424}"/>
                    </a:ext>
                  </a:extLst>
                </p14:cNvPr>
                <p14:cNvContentPartPr/>
                <p14:nvPr/>
              </p14:nvContentPartPr>
              <p14:xfrm>
                <a:off x="8758607" y="2171542"/>
                <a:ext cx="353880" cy="47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BAC406D-D6F5-F135-DE82-B5FFDFBFB4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40607" y="2153902"/>
                  <a:ext cx="3895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E8EE800-015A-C530-C7C9-3A3308B04177}"/>
              </a:ext>
            </a:extLst>
          </p:cNvPr>
          <p:cNvGrpSpPr/>
          <p:nvPr/>
        </p:nvGrpSpPr>
        <p:grpSpPr>
          <a:xfrm>
            <a:off x="9550967" y="2117542"/>
            <a:ext cx="2166840" cy="400680"/>
            <a:chOff x="9550967" y="2117542"/>
            <a:chExt cx="216684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DAD2658-153F-6EB5-DA6C-2BC95708A127}"/>
                    </a:ext>
                  </a:extLst>
                </p14:cNvPr>
                <p14:cNvContentPartPr/>
                <p14:nvPr/>
              </p14:nvContentPartPr>
              <p14:xfrm>
                <a:off x="9550967" y="2117542"/>
                <a:ext cx="170640" cy="381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DAD2658-153F-6EB5-DA6C-2BC95708A12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33327" y="2099902"/>
                  <a:ext cx="2062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72FB32C-9D54-78FC-E984-308CBCE76A24}"/>
                    </a:ext>
                  </a:extLst>
                </p14:cNvPr>
                <p14:cNvContentPartPr/>
                <p14:nvPr/>
              </p14:nvContentPartPr>
              <p14:xfrm>
                <a:off x="9732767" y="2328502"/>
                <a:ext cx="133200" cy="160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72FB32C-9D54-78FC-E984-308CBCE76A2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15127" y="2310502"/>
                  <a:ext cx="168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CB05138-F6FF-A031-15DC-C12C50EC3681}"/>
                    </a:ext>
                  </a:extLst>
                </p14:cNvPr>
                <p14:cNvContentPartPr/>
                <p14:nvPr/>
              </p14:nvContentPartPr>
              <p14:xfrm>
                <a:off x="9994487" y="2344342"/>
                <a:ext cx="130680" cy="144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CB05138-F6FF-A031-15DC-C12C50EC36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76847" y="2326702"/>
                  <a:ext cx="166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B1E151F-678C-505B-AE3D-3038D3605383}"/>
                    </a:ext>
                  </a:extLst>
                </p14:cNvPr>
                <p14:cNvContentPartPr/>
                <p14:nvPr/>
              </p14:nvContentPartPr>
              <p14:xfrm>
                <a:off x="10215167" y="2372782"/>
                <a:ext cx="110520" cy="111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B1E151F-678C-505B-AE3D-3038D360538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97527" y="2355142"/>
                  <a:ext cx="146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03E6D6A-0436-792E-9ABC-987C84488F1E}"/>
                    </a:ext>
                  </a:extLst>
                </p14:cNvPr>
                <p14:cNvContentPartPr/>
                <p14:nvPr/>
              </p14:nvContentPartPr>
              <p14:xfrm>
                <a:off x="10372847" y="2147782"/>
                <a:ext cx="215280" cy="336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03E6D6A-0436-792E-9ABC-987C84488F1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54847" y="2130142"/>
                  <a:ext cx="2509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DA69346-C3FF-7B17-FDF5-5EDB29544348}"/>
                    </a:ext>
                  </a:extLst>
                </p14:cNvPr>
                <p14:cNvContentPartPr/>
                <p14:nvPr/>
              </p14:nvContentPartPr>
              <p14:xfrm>
                <a:off x="10677767" y="2290702"/>
                <a:ext cx="560880" cy="204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DA69346-C3FF-7B17-FDF5-5EDB2954434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659767" y="2272702"/>
                  <a:ext cx="596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D92A42C-4468-76E2-6689-79022667AA73}"/>
                    </a:ext>
                  </a:extLst>
                </p14:cNvPr>
                <p14:cNvContentPartPr/>
                <p14:nvPr/>
              </p14:nvContentPartPr>
              <p14:xfrm>
                <a:off x="11341607" y="2338942"/>
                <a:ext cx="225360" cy="1566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D92A42C-4468-76E2-6689-79022667AA7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323607" y="2320942"/>
                  <a:ext cx="261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620CF48-8B88-A2A1-61A4-AFE3433CD8F7}"/>
                    </a:ext>
                  </a:extLst>
                </p14:cNvPr>
                <p14:cNvContentPartPr/>
                <p14:nvPr/>
              </p14:nvContentPartPr>
              <p14:xfrm>
                <a:off x="11551847" y="2372422"/>
                <a:ext cx="165960" cy="145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620CF48-8B88-A2A1-61A4-AFE3433CD8F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533847" y="2354782"/>
                  <a:ext cx="201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307167A-767E-3FC2-CFF6-3076DD03CBA8}"/>
                    </a:ext>
                  </a:extLst>
                </p14:cNvPr>
                <p14:cNvContentPartPr/>
                <p14:nvPr/>
              </p14:nvContentPartPr>
              <p14:xfrm>
                <a:off x="11483087" y="2131222"/>
                <a:ext cx="16560" cy="51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307167A-767E-3FC2-CFF6-3076DD03CBA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465447" y="2113222"/>
                  <a:ext cx="5220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9FD9C96-9974-3DCE-E904-DCAE7884CCE6}"/>
                  </a:ext>
                </a:extLst>
              </p14:cNvPr>
              <p14:cNvContentPartPr/>
              <p14:nvPr/>
            </p14:nvContentPartPr>
            <p14:xfrm>
              <a:off x="4983287" y="2688502"/>
              <a:ext cx="356760" cy="7570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9FD9C96-9974-3DCE-E904-DCAE7884CCE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965287" y="2670502"/>
                <a:ext cx="392400" cy="79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123E62E7-1E3D-E458-DD9F-1D0BA13B1E26}"/>
              </a:ext>
            </a:extLst>
          </p:cNvPr>
          <p:cNvGrpSpPr/>
          <p:nvPr/>
        </p:nvGrpSpPr>
        <p:grpSpPr>
          <a:xfrm>
            <a:off x="5732807" y="2751142"/>
            <a:ext cx="766800" cy="348120"/>
            <a:chOff x="5732807" y="2751142"/>
            <a:chExt cx="76680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948E2C9-8323-C6EA-4F4E-F0A41E1EA510}"/>
                    </a:ext>
                  </a:extLst>
                </p14:cNvPr>
                <p14:cNvContentPartPr/>
                <p14:nvPr/>
              </p14:nvContentPartPr>
              <p14:xfrm>
                <a:off x="5732807" y="2751142"/>
                <a:ext cx="766800" cy="348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948E2C9-8323-C6EA-4F4E-F0A41E1EA5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14807" y="2733502"/>
                  <a:ext cx="802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327B285-A7DB-1EFC-550C-93EC284652F3}"/>
                    </a:ext>
                  </a:extLst>
                </p14:cNvPr>
                <p14:cNvContentPartPr/>
                <p14:nvPr/>
              </p14:nvContentPartPr>
              <p14:xfrm>
                <a:off x="5802647" y="2803342"/>
                <a:ext cx="303480" cy="16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327B285-A7DB-1EFC-550C-93EC284652F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784647" y="2785702"/>
                  <a:ext cx="3391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2617EDD-D38F-853C-DFBA-FF25A0843A51}"/>
              </a:ext>
            </a:extLst>
          </p:cNvPr>
          <p:cNvGrpSpPr/>
          <p:nvPr/>
        </p:nvGrpSpPr>
        <p:grpSpPr>
          <a:xfrm>
            <a:off x="6931247" y="2805142"/>
            <a:ext cx="2864160" cy="375840"/>
            <a:chOff x="6931247" y="2805142"/>
            <a:chExt cx="286416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98B9C1F-1903-7747-161C-D6F83EEFB854}"/>
                    </a:ext>
                  </a:extLst>
                </p14:cNvPr>
                <p14:cNvContentPartPr/>
                <p14:nvPr/>
              </p14:nvContentPartPr>
              <p14:xfrm>
                <a:off x="6931247" y="2929702"/>
                <a:ext cx="578520" cy="232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98B9C1F-1903-7747-161C-D6F83EEFB85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913247" y="2911702"/>
                  <a:ext cx="6141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D683EF1-52BE-3EB2-27D8-3BFF71865314}"/>
                    </a:ext>
                  </a:extLst>
                </p14:cNvPr>
                <p14:cNvContentPartPr/>
                <p14:nvPr/>
              </p14:nvContentPartPr>
              <p14:xfrm>
                <a:off x="7533887" y="2991982"/>
                <a:ext cx="456120" cy="189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D683EF1-52BE-3EB2-27D8-3BFF7186531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516247" y="2973982"/>
                  <a:ext cx="491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A34CFC6-82E0-2617-3B43-13F089A661C5}"/>
                    </a:ext>
                  </a:extLst>
                </p14:cNvPr>
                <p14:cNvContentPartPr/>
                <p14:nvPr/>
              </p14:nvContentPartPr>
              <p14:xfrm>
                <a:off x="8065967" y="2968582"/>
                <a:ext cx="321480" cy="205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A34CFC6-82E0-2617-3B43-13F089A661C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047967" y="2950942"/>
                  <a:ext cx="357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951F26C-C4D8-1F5F-2A84-509DC58FF9B1}"/>
                    </a:ext>
                  </a:extLst>
                </p14:cNvPr>
                <p14:cNvContentPartPr/>
                <p14:nvPr/>
              </p14:nvContentPartPr>
              <p14:xfrm>
                <a:off x="8495807" y="2805142"/>
                <a:ext cx="1299600" cy="364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951F26C-C4D8-1F5F-2A84-509DC58FF9B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77807" y="2787502"/>
                  <a:ext cx="133524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50C40ED-3C24-1830-3AC3-C9FD0AD2102E}"/>
              </a:ext>
            </a:extLst>
          </p:cNvPr>
          <p:cNvGrpSpPr/>
          <p:nvPr/>
        </p:nvGrpSpPr>
        <p:grpSpPr>
          <a:xfrm>
            <a:off x="10174127" y="2844382"/>
            <a:ext cx="937440" cy="905760"/>
            <a:chOff x="10174127" y="2844382"/>
            <a:chExt cx="937440" cy="90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0ECB275-720F-F548-9E23-3A1A805A42B5}"/>
                    </a:ext>
                  </a:extLst>
                </p14:cNvPr>
                <p14:cNvContentPartPr/>
                <p14:nvPr/>
              </p14:nvContentPartPr>
              <p14:xfrm>
                <a:off x="10174127" y="2844382"/>
                <a:ext cx="336960" cy="905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0ECB275-720F-F548-9E23-3A1A805A42B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156127" y="2826382"/>
                  <a:ext cx="37260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FF067A7-753E-84E8-EC44-A9388AF98D34}"/>
                    </a:ext>
                  </a:extLst>
                </p14:cNvPr>
                <p14:cNvContentPartPr/>
                <p14:nvPr/>
              </p14:nvContentPartPr>
              <p14:xfrm>
                <a:off x="10515407" y="3069382"/>
                <a:ext cx="181800" cy="191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FF067A7-753E-84E8-EC44-A9388AF98D3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97767" y="3051742"/>
                  <a:ext cx="217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5019A87-94D2-1B97-AC80-0F54C86470E7}"/>
                    </a:ext>
                  </a:extLst>
                </p14:cNvPr>
                <p14:cNvContentPartPr/>
                <p14:nvPr/>
              </p14:nvContentPartPr>
              <p14:xfrm>
                <a:off x="10828607" y="3058222"/>
                <a:ext cx="282960" cy="1904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5019A87-94D2-1B97-AC80-0F54C86470E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810967" y="3040582"/>
                  <a:ext cx="31860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7C1CF76-CEFD-8C48-75F2-22A3471D669E}"/>
                  </a:ext>
                </a:extLst>
              </p14:cNvPr>
              <p14:cNvContentPartPr/>
              <p14:nvPr/>
            </p14:nvContentPartPr>
            <p14:xfrm>
              <a:off x="11707727" y="3382942"/>
              <a:ext cx="7920" cy="39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7C1CF76-CEFD-8C48-75F2-22A3471D669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1689727" y="3365302"/>
                <a:ext cx="435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B0084AF-0262-CFA5-FFB6-5F170A233908}"/>
              </a:ext>
            </a:extLst>
          </p:cNvPr>
          <p:cNvGrpSpPr/>
          <p:nvPr/>
        </p:nvGrpSpPr>
        <p:grpSpPr>
          <a:xfrm>
            <a:off x="5219447" y="3464662"/>
            <a:ext cx="1120680" cy="488880"/>
            <a:chOff x="5219447" y="3464662"/>
            <a:chExt cx="112068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9E58305-C939-355E-F4E5-55FB22D4C48D}"/>
                    </a:ext>
                  </a:extLst>
                </p14:cNvPr>
                <p14:cNvContentPartPr/>
                <p14:nvPr/>
              </p14:nvContentPartPr>
              <p14:xfrm>
                <a:off x="5279567" y="3464662"/>
                <a:ext cx="120240" cy="482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9E58305-C939-355E-F4E5-55FB22D4C48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61927" y="3447022"/>
                  <a:ext cx="1558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CE069BF-0A03-0E4F-1921-5E3CD4010B7E}"/>
                    </a:ext>
                  </a:extLst>
                </p14:cNvPr>
                <p14:cNvContentPartPr/>
                <p14:nvPr/>
              </p14:nvContentPartPr>
              <p14:xfrm>
                <a:off x="5219447" y="3535582"/>
                <a:ext cx="1120680" cy="417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CE069BF-0A03-0E4F-1921-5E3CD4010B7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01447" y="3517942"/>
                  <a:ext cx="1156320" cy="45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D4CF750-CFA4-71A7-A959-8B73F41E6176}"/>
              </a:ext>
            </a:extLst>
          </p:cNvPr>
          <p:cNvGrpSpPr/>
          <p:nvPr/>
        </p:nvGrpSpPr>
        <p:grpSpPr>
          <a:xfrm>
            <a:off x="6779327" y="3433342"/>
            <a:ext cx="3060360" cy="1186920"/>
            <a:chOff x="6779327" y="3433342"/>
            <a:chExt cx="3060360" cy="11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B5378AB-0139-5F73-CB8A-C457FA1A5721}"/>
                    </a:ext>
                  </a:extLst>
                </p14:cNvPr>
                <p14:cNvContentPartPr/>
                <p14:nvPr/>
              </p14:nvContentPartPr>
              <p14:xfrm>
                <a:off x="6779327" y="3433342"/>
                <a:ext cx="579960" cy="876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B5378AB-0139-5F73-CB8A-C457FA1A572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61687" y="3415342"/>
                  <a:ext cx="61560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BB87FB2-3D4C-D635-D05E-C61B14753BF3}"/>
                    </a:ext>
                  </a:extLst>
                </p14:cNvPr>
                <p14:cNvContentPartPr/>
                <p14:nvPr/>
              </p14:nvContentPartPr>
              <p14:xfrm>
                <a:off x="7367567" y="3657982"/>
                <a:ext cx="42120" cy="835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BB87FB2-3D4C-D635-D05E-C61B14753BF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349927" y="3639982"/>
                  <a:ext cx="77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72A81D1-F02D-3A26-D14C-107D42A54F2A}"/>
                    </a:ext>
                  </a:extLst>
                </p14:cNvPr>
                <p14:cNvContentPartPr/>
                <p14:nvPr/>
              </p14:nvContentPartPr>
              <p14:xfrm>
                <a:off x="7515527" y="3802342"/>
                <a:ext cx="390960" cy="21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72A81D1-F02D-3A26-D14C-107D42A54F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497887" y="3784702"/>
                  <a:ext cx="426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ECDD84C-5750-AD25-FF42-B22BAD036E95}"/>
                    </a:ext>
                  </a:extLst>
                </p14:cNvPr>
                <p14:cNvContentPartPr/>
                <p14:nvPr/>
              </p14:nvContentPartPr>
              <p14:xfrm>
                <a:off x="8186567" y="3856342"/>
                <a:ext cx="862560" cy="763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ECDD84C-5750-AD25-FF42-B22BAD036E9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68567" y="3838342"/>
                  <a:ext cx="89820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7FE990D-2820-066D-9D06-9A576DAFEFA1}"/>
                    </a:ext>
                  </a:extLst>
                </p14:cNvPr>
                <p14:cNvContentPartPr/>
                <p14:nvPr/>
              </p14:nvContentPartPr>
              <p14:xfrm>
                <a:off x="9095207" y="3842662"/>
                <a:ext cx="22680" cy="58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7FE990D-2820-066D-9D06-9A576DAFEFA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077207" y="3824662"/>
                  <a:ext cx="58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25C092-E801-C284-8D89-1EDD540A9CE0}"/>
                    </a:ext>
                  </a:extLst>
                </p14:cNvPr>
                <p14:cNvContentPartPr/>
                <p14:nvPr/>
              </p14:nvContentPartPr>
              <p14:xfrm>
                <a:off x="9183047" y="3924382"/>
                <a:ext cx="213840" cy="145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25C092-E801-C284-8D89-1EDD540A9CE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65047" y="3906742"/>
                  <a:ext cx="249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3CDA508-A9B0-1658-E295-8EC8A89580EB}"/>
                    </a:ext>
                  </a:extLst>
                </p14:cNvPr>
                <p14:cNvContentPartPr/>
                <p14:nvPr/>
              </p14:nvContentPartPr>
              <p14:xfrm>
                <a:off x="9608207" y="3722422"/>
                <a:ext cx="92520" cy="341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3CDA508-A9B0-1658-E295-8EC8A89580E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90207" y="3704782"/>
                  <a:ext cx="1281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BF0E91B-CE19-EAB2-2599-D9D2B3117A41}"/>
                    </a:ext>
                  </a:extLst>
                </p14:cNvPr>
                <p14:cNvContentPartPr/>
                <p14:nvPr/>
              </p14:nvContentPartPr>
              <p14:xfrm>
                <a:off x="9693167" y="3939142"/>
                <a:ext cx="146520" cy="156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BF0E91B-CE19-EAB2-2599-D9D2B3117A4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75527" y="3921142"/>
                  <a:ext cx="182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130E6B7-0911-F146-2F5E-F6895D089376}"/>
                    </a:ext>
                  </a:extLst>
                </p14:cNvPr>
                <p14:cNvContentPartPr/>
                <p14:nvPr/>
              </p14:nvContentPartPr>
              <p14:xfrm>
                <a:off x="9335327" y="3732502"/>
                <a:ext cx="329040" cy="96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130E6B7-0911-F146-2F5E-F6895D08937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317687" y="3714862"/>
                  <a:ext cx="36468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F6E9CAD3-FC00-0560-F934-70A6D32359E1}"/>
                  </a:ext>
                </a:extLst>
              </p14:cNvPr>
              <p14:cNvContentPartPr/>
              <p14:nvPr/>
            </p14:nvContentPartPr>
            <p14:xfrm>
              <a:off x="10522607" y="4166662"/>
              <a:ext cx="2520" cy="648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F6E9CAD3-FC00-0560-F934-70A6D32359E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504607" y="4149022"/>
                <a:ext cx="38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E44F5C4-D16B-AC5B-5C05-42FC1A3828FE}"/>
                  </a:ext>
                </a:extLst>
              </p14:cNvPr>
              <p14:cNvContentPartPr/>
              <p14:nvPr/>
            </p14:nvContentPartPr>
            <p14:xfrm>
              <a:off x="3211367" y="4281142"/>
              <a:ext cx="360" cy="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E44F5C4-D16B-AC5B-5C05-42FC1A3828F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193367" y="42631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D263707B-EF53-8D7C-7D54-E2677901BA1F}"/>
                  </a:ext>
                </a:extLst>
              </p14:cNvPr>
              <p14:cNvContentPartPr/>
              <p14:nvPr/>
            </p14:nvContentPartPr>
            <p14:xfrm>
              <a:off x="5439047" y="4524142"/>
              <a:ext cx="17640" cy="118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D263707B-EF53-8D7C-7D54-E2677901BA1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421407" y="4506671"/>
                <a:ext cx="52567" cy="46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913F2CC-2CC2-E295-06A4-5E73480387B9}"/>
                  </a:ext>
                </a:extLst>
              </p14:cNvPr>
              <p14:cNvContentPartPr/>
              <p14:nvPr/>
            </p14:nvContentPartPr>
            <p14:xfrm>
              <a:off x="4212527" y="3562942"/>
              <a:ext cx="47520" cy="16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913F2CC-2CC2-E295-06A4-5E73480387B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194887" y="3545302"/>
                <a:ext cx="831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40FF175-C7B9-5F82-88CC-248CEDA33EF5}"/>
                  </a:ext>
                </a:extLst>
              </p14:cNvPr>
              <p14:cNvContentPartPr/>
              <p14:nvPr/>
            </p14:nvContentPartPr>
            <p14:xfrm>
              <a:off x="1022207" y="3264502"/>
              <a:ext cx="1122480" cy="21744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40FF175-C7B9-5F82-88CC-248CEDA33EF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04567" y="3246502"/>
                <a:ext cx="1158120" cy="22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3B837A6-926C-FBDE-94AF-E252C1820780}"/>
                  </a:ext>
                </a:extLst>
              </p14:cNvPr>
              <p14:cNvContentPartPr/>
              <p14:nvPr/>
            </p14:nvContentPartPr>
            <p14:xfrm>
              <a:off x="2295167" y="3558622"/>
              <a:ext cx="59040" cy="79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3B837A6-926C-FBDE-94AF-E252C182078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2277527" y="3540982"/>
                <a:ext cx="94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7935DD6-1790-863F-2E72-DEB064678E4B}"/>
                  </a:ext>
                </a:extLst>
              </p14:cNvPr>
              <p14:cNvContentPartPr/>
              <p14:nvPr/>
            </p14:nvContentPartPr>
            <p14:xfrm>
              <a:off x="2428367" y="4606942"/>
              <a:ext cx="45000" cy="40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7935DD6-1790-863F-2E72-DEB064678E4B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410367" y="4589302"/>
                <a:ext cx="806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B40D396-B67F-D279-BF5C-6329E2AD0FD3}"/>
                  </a:ext>
                </a:extLst>
              </p14:cNvPr>
              <p14:cNvContentPartPr/>
              <p14:nvPr/>
            </p14:nvContentPartPr>
            <p14:xfrm>
              <a:off x="4149527" y="4671382"/>
              <a:ext cx="31680" cy="158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B40D396-B67F-D279-BF5C-6329E2AD0FD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4131887" y="4653382"/>
                <a:ext cx="673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3C4890A-C71B-C445-F84D-E95EA685DFF0}"/>
                  </a:ext>
                </a:extLst>
              </p14:cNvPr>
              <p14:cNvContentPartPr/>
              <p14:nvPr/>
            </p14:nvContentPartPr>
            <p14:xfrm>
              <a:off x="3178607" y="4230022"/>
              <a:ext cx="5040" cy="198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3C4890A-C71B-C445-F84D-E95EA685DFF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160967" y="4212382"/>
                <a:ext cx="40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BC1A022-5180-807B-49F6-395D38DDF0E8}"/>
                  </a:ext>
                </a:extLst>
              </p14:cNvPr>
              <p14:cNvContentPartPr/>
              <p14:nvPr/>
            </p14:nvContentPartPr>
            <p14:xfrm>
              <a:off x="1991327" y="3157222"/>
              <a:ext cx="207000" cy="165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BC1A022-5180-807B-49F6-395D38DDF0E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973687" y="3139222"/>
                <a:ext cx="2426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B57D820-BE05-F282-5538-5A6B89AFD907}"/>
                  </a:ext>
                </a:extLst>
              </p14:cNvPr>
              <p14:cNvContentPartPr/>
              <p14:nvPr/>
            </p14:nvContentPartPr>
            <p14:xfrm>
              <a:off x="2306327" y="3171622"/>
              <a:ext cx="124920" cy="140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B57D820-BE05-F282-5538-5A6B89AFD907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2288327" y="3153622"/>
                <a:ext cx="1605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F6BBBC6-5790-E97E-2E04-587F6E689DB1}"/>
                  </a:ext>
                </a:extLst>
              </p14:cNvPr>
              <p14:cNvContentPartPr/>
              <p14:nvPr/>
            </p14:nvContentPartPr>
            <p14:xfrm>
              <a:off x="4051247" y="3058942"/>
              <a:ext cx="198720" cy="216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F6BBBC6-5790-E97E-2E04-587F6E689DB1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033247" y="3040942"/>
                <a:ext cx="2343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F851111-179A-82AB-0BC1-1C7431BBCA03}"/>
                  </a:ext>
                </a:extLst>
              </p14:cNvPr>
              <p14:cNvContentPartPr/>
              <p14:nvPr/>
            </p14:nvContentPartPr>
            <p14:xfrm>
              <a:off x="4377767" y="3241462"/>
              <a:ext cx="124560" cy="1846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F851111-179A-82AB-0BC1-1C7431BBCA0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360127" y="3223462"/>
                <a:ext cx="1602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34D5573-A7B8-87C6-A6AA-A4DCBC6D6A53}"/>
                  </a:ext>
                </a:extLst>
              </p14:cNvPr>
              <p14:cNvContentPartPr/>
              <p14:nvPr/>
            </p14:nvContentPartPr>
            <p14:xfrm>
              <a:off x="2044247" y="4951462"/>
              <a:ext cx="190800" cy="154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34D5573-A7B8-87C6-A6AA-A4DCBC6D6A5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2026247" y="4933822"/>
                <a:ext cx="2264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B940715-6F20-9884-5D05-6DD088D2AC1C}"/>
                  </a:ext>
                </a:extLst>
              </p14:cNvPr>
              <p14:cNvContentPartPr/>
              <p14:nvPr/>
            </p14:nvContentPartPr>
            <p14:xfrm>
              <a:off x="2377247" y="5038582"/>
              <a:ext cx="27000" cy="1414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B940715-6F20-9884-5D05-6DD088D2AC1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2359247" y="5020942"/>
                <a:ext cx="626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C9086AF-8BC2-C18E-EE65-C705B605A211}"/>
                  </a:ext>
                </a:extLst>
              </p14:cNvPr>
              <p14:cNvContentPartPr/>
              <p14:nvPr/>
            </p14:nvContentPartPr>
            <p14:xfrm>
              <a:off x="4260407" y="4943542"/>
              <a:ext cx="208080" cy="175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C9086AF-8BC2-C18E-EE65-C705B605A21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242407" y="4925902"/>
                <a:ext cx="2437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7D180CC-9F35-3FFD-2E90-4207AC9EF75B}"/>
                  </a:ext>
                </a:extLst>
              </p14:cNvPr>
              <p14:cNvContentPartPr/>
              <p14:nvPr/>
            </p14:nvContentPartPr>
            <p14:xfrm>
              <a:off x="4531127" y="5103742"/>
              <a:ext cx="270720" cy="114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7D180CC-9F35-3FFD-2E90-4207AC9EF75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513127" y="5086102"/>
                <a:ext cx="3063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559535B-3F0F-A4A8-7607-EF4E410BA84E}"/>
                  </a:ext>
                </a:extLst>
              </p14:cNvPr>
              <p14:cNvContentPartPr/>
              <p14:nvPr/>
            </p14:nvContentPartPr>
            <p14:xfrm>
              <a:off x="2322167" y="3556822"/>
              <a:ext cx="5040" cy="43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559535B-3F0F-A4A8-7607-EF4E410BA84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304167" y="3538822"/>
                <a:ext cx="406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880D8D5-40E6-7257-A992-00F26E465883}"/>
                  </a:ext>
                </a:extLst>
              </p14:cNvPr>
              <p14:cNvContentPartPr/>
              <p14:nvPr/>
            </p14:nvContentPartPr>
            <p14:xfrm>
              <a:off x="2616287" y="3543862"/>
              <a:ext cx="55440" cy="25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880D8D5-40E6-7257-A992-00F26E46588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598287" y="3525862"/>
                <a:ext cx="910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7AA8743-1983-9E09-EC14-8BBFB46908C6}"/>
                  </a:ext>
                </a:extLst>
              </p14:cNvPr>
              <p14:cNvContentPartPr/>
              <p14:nvPr/>
            </p14:nvContentPartPr>
            <p14:xfrm>
              <a:off x="2939927" y="3561862"/>
              <a:ext cx="72720" cy="118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7AA8743-1983-9E09-EC14-8BBFB46908C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921927" y="3543862"/>
                <a:ext cx="108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DC47920-F854-FB51-392D-6827467CBFDE}"/>
                  </a:ext>
                </a:extLst>
              </p14:cNvPr>
              <p14:cNvContentPartPr/>
              <p14:nvPr/>
            </p14:nvContentPartPr>
            <p14:xfrm>
              <a:off x="3195167" y="3567262"/>
              <a:ext cx="43200" cy="90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DC47920-F854-FB51-392D-6827467CBFDE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3177527" y="3549622"/>
                <a:ext cx="788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0FD23B4-888B-44DE-B07B-1AB3C700DB08}"/>
                  </a:ext>
                </a:extLst>
              </p14:cNvPr>
              <p14:cNvContentPartPr/>
              <p14:nvPr/>
            </p14:nvContentPartPr>
            <p14:xfrm>
              <a:off x="3439607" y="3578422"/>
              <a:ext cx="93600" cy="108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0FD23B4-888B-44DE-B07B-1AB3C700DB08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3421607" y="3560782"/>
                <a:ext cx="1292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9B3739B-8D39-1DCB-EEC0-57702357C31E}"/>
                  </a:ext>
                </a:extLst>
              </p14:cNvPr>
              <p14:cNvContentPartPr/>
              <p14:nvPr/>
            </p14:nvContentPartPr>
            <p14:xfrm>
              <a:off x="3675767" y="3590662"/>
              <a:ext cx="154440" cy="162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9B3739B-8D39-1DCB-EEC0-57702357C31E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3658127" y="3572662"/>
                <a:ext cx="1900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47F88C7-1F66-9484-6B23-28582AFA4AFA}"/>
                  </a:ext>
                </a:extLst>
              </p14:cNvPr>
              <p14:cNvContentPartPr/>
              <p14:nvPr/>
            </p14:nvContentPartPr>
            <p14:xfrm>
              <a:off x="4010927" y="3611182"/>
              <a:ext cx="65160" cy="12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47F88C7-1F66-9484-6B23-28582AFA4AFA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3993287" y="3593542"/>
                <a:ext cx="1008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6388476-0DBC-96CD-7D7C-BF6DBCC4E7E9}"/>
                  </a:ext>
                </a:extLst>
              </p14:cNvPr>
              <p14:cNvContentPartPr/>
              <p14:nvPr/>
            </p14:nvContentPartPr>
            <p14:xfrm>
              <a:off x="4140167" y="3594622"/>
              <a:ext cx="25560" cy="136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6388476-0DBC-96CD-7D7C-BF6DBCC4E7E9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122527" y="3576982"/>
                <a:ext cx="612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C678B121-8338-E3DE-FAFF-4FD4EA5091D9}"/>
                  </a:ext>
                </a:extLst>
              </p14:cNvPr>
              <p14:cNvContentPartPr/>
              <p14:nvPr/>
            </p14:nvContentPartPr>
            <p14:xfrm>
              <a:off x="4245287" y="3575902"/>
              <a:ext cx="5760" cy="79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C678B121-8338-E3DE-FAFF-4FD4EA5091D9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4227647" y="3558262"/>
                <a:ext cx="414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AE2CF7C-C757-8C8D-E331-267462BB84EE}"/>
                  </a:ext>
                </a:extLst>
              </p14:cNvPr>
              <p14:cNvContentPartPr/>
              <p14:nvPr/>
            </p14:nvContentPartPr>
            <p14:xfrm>
              <a:off x="4160687" y="3609022"/>
              <a:ext cx="7920" cy="586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AE2CF7C-C757-8C8D-E331-267462BB84E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143047" y="3591382"/>
                <a:ext cx="43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39C9D8D-07F7-3D7A-7C82-B4DF31770678}"/>
                  </a:ext>
                </a:extLst>
              </p14:cNvPr>
              <p14:cNvContentPartPr/>
              <p14:nvPr/>
            </p14:nvContentPartPr>
            <p14:xfrm>
              <a:off x="4147367" y="3827902"/>
              <a:ext cx="15480" cy="3610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39C9D8D-07F7-3D7A-7C82-B4DF31770678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129727" y="3809902"/>
                <a:ext cx="5112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0B9039A-850E-8767-8147-F6CABC0C63CC}"/>
                  </a:ext>
                </a:extLst>
              </p14:cNvPr>
              <p14:cNvContentPartPr/>
              <p14:nvPr/>
            </p14:nvContentPartPr>
            <p14:xfrm>
              <a:off x="4129007" y="4325062"/>
              <a:ext cx="3240" cy="968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0B9039A-850E-8767-8147-F6CABC0C63C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111007" y="4307062"/>
                <a:ext cx="388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A6CA412-FC4A-8600-B36C-1429FAD5D848}"/>
                  </a:ext>
                </a:extLst>
              </p14:cNvPr>
              <p14:cNvContentPartPr/>
              <p14:nvPr/>
            </p14:nvContentPartPr>
            <p14:xfrm>
              <a:off x="4138367" y="4487062"/>
              <a:ext cx="21960" cy="1886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A6CA412-FC4A-8600-B36C-1429FAD5D848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120727" y="4469062"/>
                <a:ext cx="576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16ACAD3-BF02-5C71-A168-6774F1F07CC0}"/>
                  </a:ext>
                </a:extLst>
              </p14:cNvPr>
              <p14:cNvContentPartPr/>
              <p14:nvPr/>
            </p14:nvContentPartPr>
            <p14:xfrm>
              <a:off x="2271767" y="3632422"/>
              <a:ext cx="17280" cy="342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16ACAD3-BF02-5C71-A168-6774F1F07CC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2254127" y="3614782"/>
                <a:ext cx="529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4754BDB-8B8D-1275-55D6-48A4AB5E72C9}"/>
                  </a:ext>
                </a:extLst>
              </p14:cNvPr>
              <p14:cNvContentPartPr/>
              <p14:nvPr/>
            </p14:nvContentPartPr>
            <p14:xfrm>
              <a:off x="2314607" y="3827182"/>
              <a:ext cx="10080" cy="136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4754BDB-8B8D-1275-55D6-48A4AB5E72C9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296607" y="3809182"/>
                <a:ext cx="457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6CA6E55-6FEB-15B6-2B6E-7841BB4A2416}"/>
                  </a:ext>
                </a:extLst>
              </p14:cNvPr>
              <p14:cNvContentPartPr/>
              <p14:nvPr/>
            </p14:nvContentPartPr>
            <p14:xfrm>
              <a:off x="2361407" y="4190782"/>
              <a:ext cx="6480" cy="1130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6CA6E55-6FEB-15B6-2B6E-7841BB4A241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343767" y="4172782"/>
                <a:ext cx="421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B9CE23A-EC3D-C69A-66D3-C387B33ED1DC}"/>
                  </a:ext>
                </a:extLst>
              </p14:cNvPr>
              <p14:cNvContentPartPr/>
              <p14:nvPr/>
            </p14:nvContentPartPr>
            <p14:xfrm>
              <a:off x="2391287" y="4482022"/>
              <a:ext cx="15840" cy="763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B9CE23A-EC3D-C69A-66D3-C387B33ED1D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373287" y="4464382"/>
                <a:ext cx="51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DD73C52-1770-47EE-B16B-2247D3C3700D}"/>
                  </a:ext>
                </a:extLst>
              </p14:cNvPr>
              <p14:cNvContentPartPr/>
              <p14:nvPr/>
            </p14:nvContentPartPr>
            <p14:xfrm>
              <a:off x="2420087" y="4613782"/>
              <a:ext cx="9000" cy="460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DD73C52-1770-47EE-B16B-2247D3C3700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402447" y="4596142"/>
                <a:ext cx="446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863E1FA-4DD6-4B88-8B75-2DF60AA94107}"/>
                  </a:ext>
                </a:extLst>
              </p14:cNvPr>
              <p14:cNvContentPartPr/>
              <p14:nvPr/>
            </p14:nvContentPartPr>
            <p14:xfrm>
              <a:off x="2439887" y="4683982"/>
              <a:ext cx="9720" cy="39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863E1FA-4DD6-4B88-8B75-2DF60AA94107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422247" y="4665982"/>
                <a:ext cx="45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8DC0D28-D3CF-EDBC-96CE-1AC7A742C0EC}"/>
                  </a:ext>
                </a:extLst>
              </p14:cNvPr>
              <p14:cNvContentPartPr/>
              <p14:nvPr/>
            </p14:nvContentPartPr>
            <p14:xfrm>
              <a:off x="2623847" y="4642222"/>
              <a:ext cx="19440" cy="90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8DC0D28-D3CF-EDBC-96CE-1AC7A742C0EC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2605847" y="4624582"/>
                <a:ext cx="55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3F69DFE-F54E-D265-97D2-606CC7863D97}"/>
                  </a:ext>
                </a:extLst>
              </p14:cNvPr>
              <p14:cNvContentPartPr/>
              <p14:nvPr/>
            </p14:nvContentPartPr>
            <p14:xfrm>
              <a:off x="2791967" y="4651942"/>
              <a:ext cx="109080" cy="118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3F69DFE-F54E-D265-97D2-606CC7863D97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2774327" y="4633942"/>
                <a:ext cx="144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51AE416-077C-37C2-ADE7-1DFA99100FA6}"/>
                  </a:ext>
                </a:extLst>
              </p14:cNvPr>
              <p14:cNvContentPartPr/>
              <p14:nvPr/>
            </p14:nvContentPartPr>
            <p14:xfrm>
              <a:off x="3022007" y="4681102"/>
              <a:ext cx="70920" cy="54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51AE416-077C-37C2-ADE7-1DFA99100FA6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004367" y="4663462"/>
                <a:ext cx="1065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3B85687-A4B4-D867-D760-BE6253384223}"/>
                  </a:ext>
                </a:extLst>
              </p14:cNvPr>
              <p14:cNvContentPartPr/>
              <p14:nvPr/>
            </p14:nvContentPartPr>
            <p14:xfrm>
              <a:off x="3362927" y="4661662"/>
              <a:ext cx="129600" cy="144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3B85687-A4B4-D867-D760-BE6253384223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344927" y="4643662"/>
                <a:ext cx="1652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C14C41A-D4C8-47F6-7403-7ED44D85244B}"/>
                  </a:ext>
                </a:extLst>
              </p14:cNvPr>
              <p14:cNvContentPartPr/>
              <p14:nvPr/>
            </p14:nvContentPartPr>
            <p14:xfrm>
              <a:off x="3634367" y="4648342"/>
              <a:ext cx="253800" cy="262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C14C41A-D4C8-47F6-7403-7ED44D85244B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616727" y="4630702"/>
                <a:ext cx="2894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051B39E9-C7EB-0C17-EE23-BCD46B88835D}"/>
                  </a:ext>
                </a:extLst>
              </p14:cNvPr>
              <p14:cNvContentPartPr/>
              <p14:nvPr/>
            </p14:nvContentPartPr>
            <p14:xfrm>
              <a:off x="3970247" y="4672462"/>
              <a:ext cx="141480" cy="198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051B39E9-C7EB-0C17-EE23-BCD46B88835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952247" y="4654822"/>
                <a:ext cx="177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F3B5AEF-DA18-B624-F332-D74B06FF908A}"/>
                  </a:ext>
                </a:extLst>
              </p14:cNvPr>
              <p14:cNvContentPartPr/>
              <p14:nvPr/>
            </p14:nvContentPartPr>
            <p14:xfrm>
              <a:off x="4273367" y="4705222"/>
              <a:ext cx="8280" cy="97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F3B5AEF-DA18-B624-F332-D74B06FF908A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255367" y="4687582"/>
                <a:ext cx="439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25E2576-4E26-0D4D-DAA6-83DFECFB16D1}"/>
                  </a:ext>
                </a:extLst>
              </p14:cNvPr>
              <p14:cNvContentPartPr/>
              <p14:nvPr/>
            </p14:nvContentPartPr>
            <p14:xfrm>
              <a:off x="4521767" y="4071262"/>
              <a:ext cx="31320" cy="597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25E2576-4E26-0D4D-DAA6-83DFECFB16D1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504127" y="4053622"/>
                <a:ext cx="669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E7EE99B-B36E-578A-7D10-734801998154}"/>
                  </a:ext>
                </a:extLst>
              </p14:cNvPr>
              <p14:cNvContentPartPr/>
              <p14:nvPr/>
            </p14:nvContentPartPr>
            <p14:xfrm>
              <a:off x="1990967" y="5447542"/>
              <a:ext cx="3016800" cy="3236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E7EE99B-B36E-578A-7D10-73480199815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973327" y="5429542"/>
                <a:ext cx="305244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BB45957-FB09-8F5D-9C5F-1E3BA40B9063}"/>
                  </a:ext>
                </a:extLst>
              </p14:cNvPr>
              <p14:cNvContentPartPr/>
              <p14:nvPr/>
            </p14:nvContentPartPr>
            <p14:xfrm>
              <a:off x="967487" y="3229942"/>
              <a:ext cx="417960" cy="2286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BB45957-FB09-8F5D-9C5F-1E3BA40B9063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949487" y="3212302"/>
                <a:ext cx="4536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D232678E-86D4-0678-390B-4194FFB73FEF}"/>
                  </a:ext>
                </a:extLst>
              </p14:cNvPr>
              <p14:cNvContentPartPr/>
              <p14:nvPr/>
            </p14:nvContentPartPr>
            <p14:xfrm>
              <a:off x="2408567" y="4677502"/>
              <a:ext cx="4680" cy="6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D232678E-86D4-0678-390B-4194FFB73FEF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2390567" y="4659862"/>
                <a:ext cx="403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7A7D309F-5A69-18BC-FB2D-4A4CFB618D11}"/>
                  </a:ext>
                </a:extLst>
              </p14:cNvPr>
              <p14:cNvContentPartPr/>
              <p14:nvPr/>
            </p14:nvContentPartPr>
            <p14:xfrm>
              <a:off x="4126847" y="4681822"/>
              <a:ext cx="2880" cy="100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7A7D309F-5A69-18BC-FB2D-4A4CFB618D1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108847" y="4664182"/>
                <a:ext cx="38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5B200975-DD9F-EF87-F469-F29E0F0BD4BE}"/>
                  </a:ext>
                </a:extLst>
              </p14:cNvPr>
              <p14:cNvContentPartPr/>
              <p14:nvPr/>
            </p14:nvContentPartPr>
            <p14:xfrm>
              <a:off x="4131527" y="3522982"/>
              <a:ext cx="19440" cy="122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5B200975-DD9F-EF87-F469-F29E0F0BD4BE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4113887" y="3504982"/>
                <a:ext cx="550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45DCA60D-EAE7-2B64-3C06-27077BA84FBB}"/>
                  </a:ext>
                </a:extLst>
              </p14:cNvPr>
              <p14:cNvContentPartPr/>
              <p14:nvPr/>
            </p14:nvContentPartPr>
            <p14:xfrm>
              <a:off x="2312807" y="3514702"/>
              <a:ext cx="360" cy="3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45DCA60D-EAE7-2B64-3C06-27077BA84FBB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294807" y="34970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BA9E298-3F52-53A5-D358-EAE6E688C87F}"/>
                  </a:ext>
                </a:extLst>
              </p14:cNvPr>
              <p14:cNvContentPartPr/>
              <p14:nvPr/>
            </p14:nvContentPartPr>
            <p14:xfrm>
              <a:off x="2348447" y="3598942"/>
              <a:ext cx="23760" cy="1224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BA9E298-3F52-53A5-D358-EAE6E688C87F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330807" y="3580942"/>
                <a:ext cx="5940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919C7D8-5164-A389-0CBA-6990750FCE83}"/>
              </a:ext>
            </a:extLst>
          </p:cNvPr>
          <p:cNvGrpSpPr/>
          <p:nvPr/>
        </p:nvGrpSpPr>
        <p:grpSpPr>
          <a:xfrm>
            <a:off x="3152687" y="4014382"/>
            <a:ext cx="472680" cy="285120"/>
            <a:chOff x="3152687" y="4014382"/>
            <a:chExt cx="47268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0230C7A-9EE4-9234-BC9A-F01D0A45D567}"/>
                    </a:ext>
                  </a:extLst>
                </p14:cNvPr>
                <p14:cNvContentPartPr/>
                <p14:nvPr/>
              </p14:nvContentPartPr>
              <p14:xfrm>
                <a:off x="3213167" y="4014382"/>
                <a:ext cx="188280" cy="162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0230C7A-9EE4-9234-BC9A-F01D0A45D56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195167" y="3996382"/>
                  <a:ext cx="223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44B905-F62E-ABDF-28D1-228AE5148114}"/>
                    </a:ext>
                  </a:extLst>
                </p14:cNvPr>
                <p14:cNvContentPartPr/>
                <p14:nvPr/>
              </p14:nvContentPartPr>
              <p14:xfrm>
                <a:off x="3372647" y="4110502"/>
                <a:ext cx="158040" cy="175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44B905-F62E-ABDF-28D1-228AE514811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355007" y="4092502"/>
                  <a:ext cx="193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9EB3DF-8D97-80D0-8DB5-B33FB653D77F}"/>
                    </a:ext>
                  </a:extLst>
                </p14:cNvPr>
                <p14:cNvContentPartPr/>
                <p14:nvPr/>
              </p14:nvContentPartPr>
              <p14:xfrm>
                <a:off x="3509447" y="4095382"/>
                <a:ext cx="115920" cy="29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9EB3DF-8D97-80D0-8DB5-B33FB653D77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491447" y="4077742"/>
                  <a:ext cx="1515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A147A0F-B844-2DB1-E1E4-F99C39FA8889}"/>
                    </a:ext>
                  </a:extLst>
                </p14:cNvPr>
                <p14:cNvContentPartPr/>
                <p14:nvPr/>
              </p14:nvContentPartPr>
              <p14:xfrm>
                <a:off x="3275087" y="4083142"/>
                <a:ext cx="10800" cy="54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A147A0F-B844-2DB1-E1E4-F99C39FA888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257087" y="4065502"/>
                  <a:ext cx="46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CE27FAF-3DAB-4613-59C4-E87D1C9EF4C3}"/>
                    </a:ext>
                  </a:extLst>
                </p14:cNvPr>
                <p14:cNvContentPartPr/>
                <p14:nvPr/>
              </p14:nvContentPartPr>
              <p14:xfrm>
                <a:off x="3152687" y="4184662"/>
                <a:ext cx="4320" cy="6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CE27FAF-3DAB-4613-59C4-E87D1C9EF4C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134687" y="4166662"/>
                  <a:ext cx="39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843FD7C-709B-CE52-E71F-FD4B376BD6A2}"/>
                    </a:ext>
                  </a:extLst>
                </p14:cNvPr>
                <p14:cNvContentPartPr/>
                <p14:nvPr/>
              </p14:nvContentPartPr>
              <p14:xfrm>
                <a:off x="3253847" y="4289782"/>
                <a:ext cx="5760" cy="9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843FD7C-709B-CE52-E71F-FD4B376BD6A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236207" y="4271782"/>
                  <a:ext cx="414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2D4C885-5FBA-F643-F2B4-4703B57239A2}"/>
              </a:ext>
            </a:extLst>
          </p:cNvPr>
          <p:cNvGrpSpPr/>
          <p:nvPr/>
        </p:nvGrpSpPr>
        <p:grpSpPr>
          <a:xfrm>
            <a:off x="5248607" y="4477342"/>
            <a:ext cx="6819120" cy="2100240"/>
            <a:chOff x="5248607" y="4477342"/>
            <a:chExt cx="6819120" cy="21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0549B2C-4C09-D9F4-0985-2CF36D359489}"/>
                    </a:ext>
                  </a:extLst>
                </p14:cNvPr>
                <p14:cNvContentPartPr/>
                <p14:nvPr/>
              </p14:nvContentPartPr>
              <p14:xfrm>
                <a:off x="5248607" y="4477342"/>
                <a:ext cx="373320" cy="366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0549B2C-4C09-D9F4-0985-2CF36D35948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230967" y="4459702"/>
                  <a:ext cx="408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03B9044-AD3D-CE82-4582-DB6C011B4FA5}"/>
                    </a:ext>
                  </a:extLst>
                </p14:cNvPr>
                <p14:cNvContentPartPr/>
                <p14:nvPr/>
              </p14:nvContentPartPr>
              <p14:xfrm>
                <a:off x="5653247" y="4526662"/>
                <a:ext cx="416160" cy="284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03B9044-AD3D-CE82-4582-DB6C011B4FA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635247" y="4509022"/>
                  <a:ext cx="451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646E750-8FCE-0F74-744D-BACA8429DD57}"/>
                    </a:ext>
                  </a:extLst>
                </p14:cNvPr>
                <p14:cNvContentPartPr/>
                <p14:nvPr/>
              </p14:nvContentPartPr>
              <p14:xfrm>
                <a:off x="6443447" y="4651582"/>
                <a:ext cx="213480" cy="187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646E750-8FCE-0F74-744D-BACA8429DD5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425447" y="4633942"/>
                  <a:ext cx="249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AF85B6F-3CFD-B508-9D7E-A522D50D6D13}"/>
                    </a:ext>
                  </a:extLst>
                </p14:cNvPr>
                <p14:cNvContentPartPr/>
                <p14:nvPr/>
              </p14:nvContentPartPr>
              <p14:xfrm>
                <a:off x="6750167" y="4513702"/>
                <a:ext cx="201240" cy="304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AF85B6F-3CFD-B508-9D7E-A522D50D6D1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732527" y="4495702"/>
                  <a:ext cx="2368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786C4E4-C865-4E79-0033-FCDD46ACD8CB}"/>
                    </a:ext>
                  </a:extLst>
                </p14:cNvPr>
                <p14:cNvContentPartPr/>
                <p14:nvPr/>
              </p14:nvContentPartPr>
              <p14:xfrm>
                <a:off x="6834767" y="4650142"/>
                <a:ext cx="648000" cy="5540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786C4E4-C865-4E79-0033-FCDD46ACD8C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817127" y="4632142"/>
                  <a:ext cx="6836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DF88BB8-FA86-C6E8-6F9C-1DCD68B11F31}"/>
                    </a:ext>
                  </a:extLst>
                </p14:cNvPr>
                <p14:cNvContentPartPr/>
                <p14:nvPr/>
              </p14:nvContentPartPr>
              <p14:xfrm>
                <a:off x="8169287" y="4593982"/>
                <a:ext cx="640440" cy="599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DF88BB8-FA86-C6E8-6F9C-1DCD68B11F3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151647" y="4576342"/>
                  <a:ext cx="67608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DB9E40D-03EE-DA94-AA34-BE6FF05EC18C}"/>
                    </a:ext>
                  </a:extLst>
                </p14:cNvPr>
                <p14:cNvContentPartPr/>
                <p14:nvPr/>
              </p14:nvContentPartPr>
              <p14:xfrm>
                <a:off x="9148127" y="4584622"/>
                <a:ext cx="252360" cy="187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DB9E40D-03EE-DA94-AA34-BE6FF05EC18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130127" y="4566982"/>
                  <a:ext cx="2880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0F449BA-15A2-AB11-38B2-98A29A985859}"/>
                    </a:ext>
                  </a:extLst>
                </p14:cNvPr>
                <p14:cNvContentPartPr/>
                <p14:nvPr/>
              </p14:nvContentPartPr>
              <p14:xfrm>
                <a:off x="10054967" y="4618102"/>
                <a:ext cx="1119240" cy="1987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0F449BA-15A2-AB11-38B2-98A29A98585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037327" y="4600102"/>
                  <a:ext cx="11548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187FBD9-6DF4-3E53-A03B-D7290D8214A6}"/>
                    </a:ext>
                  </a:extLst>
                </p14:cNvPr>
                <p14:cNvContentPartPr/>
                <p14:nvPr/>
              </p14:nvContentPartPr>
              <p14:xfrm>
                <a:off x="11280767" y="4564462"/>
                <a:ext cx="255600" cy="191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187FBD9-6DF4-3E53-A03B-D7290D8214A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262767" y="4546462"/>
                  <a:ext cx="291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0D50FC4-1C27-13A4-B0ED-247C7DAE15E2}"/>
                    </a:ext>
                  </a:extLst>
                </p14:cNvPr>
                <p14:cNvContentPartPr/>
                <p14:nvPr/>
              </p14:nvContentPartPr>
              <p14:xfrm>
                <a:off x="5444087" y="5160982"/>
                <a:ext cx="933120" cy="377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0D50FC4-1C27-13A4-B0ED-247C7DAE15E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426447" y="5142982"/>
                  <a:ext cx="968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4F64EBB-0396-B4C3-F628-CDB5744B2786}"/>
                    </a:ext>
                  </a:extLst>
                </p14:cNvPr>
                <p14:cNvContentPartPr/>
                <p14:nvPr/>
              </p14:nvContentPartPr>
              <p14:xfrm>
                <a:off x="8128607" y="5260342"/>
                <a:ext cx="926640" cy="609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4F64EBB-0396-B4C3-F628-CDB5744B2786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110967" y="5242342"/>
                  <a:ext cx="96228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BE39AB5-9990-7C09-ED8F-A4F3ABFF80F7}"/>
                    </a:ext>
                  </a:extLst>
                </p14:cNvPr>
                <p14:cNvContentPartPr/>
                <p14:nvPr/>
              </p14:nvContentPartPr>
              <p14:xfrm>
                <a:off x="9074687" y="5288062"/>
                <a:ext cx="29520" cy="20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BE39AB5-9990-7C09-ED8F-A4F3ABFF80F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057047" y="5270062"/>
                  <a:ext cx="65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14E7F53-EB77-1CDF-4DB3-E1DF44F6DA03}"/>
                    </a:ext>
                  </a:extLst>
                </p14:cNvPr>
                <p14:cNvContentPartPr/>
                <p14:nvPr/>
              </p14:nvContentPartPr>
              <p14:xfrm>
                <a:off x="9157127" y="5387062"/>
                <a:ext cx="380880" cy="165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14E7F53-EB77-1CDF-4DB3-E1DF44F6DA0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139127" y="5369062"/>
                  <a:ext cx="4165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C72B15B-A48F-5B1E-160D-7626C4B6207B}"/>
                    </a:ext>
                  </a:extLst>
                </p14:cNvPr>
                <p14:cNvContentPartPr/>
                <p14:nvPr/>
              </p14:nvContentPartPr>
              <p14:xfrm>
                <a:off x="9599207" y="5258902"/>
                <a:ext cx="270000" cy="302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C72B15B-A48F-5B1E-160D-7626C4B6207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581567" y="5240902"/>
                  <a:ext cx="3056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865846D-21A4-68E1-9FA7-B59217EB23C7}"/>
                    </a:ext>
                  </a:extLst>
                </p14:cNvPr>
                <p14:cNvContentPartPr/>
                <p14:nvPr/>
              </p14:nvContentPartPr>
              <p14:xfrm>
                <a:off x="7083527" y="5292382"/>
                <a:ext cx="231120" cy="218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865846D-21A4-68E1-9FA7-B59217EB23C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065887" y="5274382"/>
                  <a:ext cx="266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F2DC1D2-6BF1-E6F3-6AE1-0282063887C6}"/>
                    </a:ext>
                  </a:extLst>
                </p14:cNvPr>
                <p14:cNvContentPartPr/>
                <p14:nvPr/>
              </p14:nvContentPartPr>
              <p14:xfrm>
                <a:off x="7303487" y="5329822"/>
                <a:ext cx="127440" cy="205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F2DC1D2-6BF1-E6F3-6AE1-0282063887C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285487" y="5312182"/>
                  <a:ext cx="163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7250FBD-ED75-A3BB-64AE-73B2B31C25FC}"/>
                    </a:ext>
                  </a:extLst>
                </p14:cNvPr>
                <p14:cNvContentPartPr/>
                <p14:nvPr/>
              </p14:nvContentPartPr>
              <p14:xfrm>
                <a:off x="7331207" y="5033902"/>
                <a:ext cx="7200" cy="25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7250FBD-ED75-A3BB-64AE-73B2B31C25F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313207" y="5015902"/>
                  <a:ext cx="42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B8F1637-16E9-E99E-2940-7DA9B7310C20}"/>
                    </a:ext>
                  </a:extLst>
                </p14:cNvPr>
                <p14:cNvContentPartPr/>
                <p14:nvPr/>
              </p14:nvContentPartPr>
              <p14:xfrm>
                <a:off x="10417127" y="5261422"/>
                <a:ext cx="212400" cy="3106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B8F1637-16E9-E99E-2940-7DA9B7310C2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99127" y="5243422"/>
                  <a:ext cx="2480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E2FE5FE-2A1B-FC79-4459-FC2BCB1205ED}"/>
                    </a:ext>
                  </a:extLst>
                </p14:cNvPr>
                <p14:cNvContentPartPr/>
                <p14:nvPr/>
              </p14:nvContentPartPr>
              <p14:xfrm>
                <a:off x="10607207" y="5426302"/>
                <a:ext cx="354600" cy="446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E2FE5FE-2A1B-FC79-4459-FC2BCB1205E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589567" y="5408662"/>
                  <a:ext cx="3902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A0A2C50-E64A-DA24-593C-B6A54EA941D4}"/>
                    </a:ext>
                  </a:extLst>
                </p14:cNvPr>
                <p14:cNvContentPartPr/>
                <p14:nvPr/>
              </p14:nvContentPartPr>
              <p14:xfrm>
                <a:off x="11237927" y="5275102"/>
                <a:ext cx="335160" cy="340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A0A2C50-E64A-DA24-593C-B6A54EA941D4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220287" y="5257102"/>
                  <a:ext cx="3708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9627D47-BF83-9AF2-D2D1-BF75604C87AE}"/>
                    </a:ext>
                  </a:extLst>
                </p14:cNvPr>
                <p14:cNvContentPartPr/>
                <p14:nvPr/>
              </p14:nvContentPartPr>
              <p14:xfrm>
                <a:off x="11209847" y="5322262"/>
                <a:ext cx="244080" cy="23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9627D47-BF83-9AF2-D2D1-BF75604C87A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191847" y="5304622"/>
                  <a:ext cx="279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003288D-91CC-77FB-C5FD-725B542A07DD}"/>
                    </a:ext>
                  </a:extLst>
                </p14:cNvPr>
                <p14:cNvContentPartPr/>
                <p14:nvPr/>
              </p14:nvContentPartPr>
              <p14:xfrm>
                <a:off x="11549327" y="5375542"/>
                <a:ext cx="518400" cy="209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003288D-91CC-77FB-C5FD-725B542A07D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531327" y="5357542"/>
                  <a:ext cx="554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8A979F5-0CBC-6B68-088A-DEAC004C376B}"/>
                    </a:ext>
                  </a:extLst>
                </p14:cNvPr>
                <p14:cNvContentPartPr/>
                <p14:nvPr/>
              </p14:nvContentPartPr>
              <p14:xfrm>
                <a:off x="5311607" y="5854342"/>
                <a:ext cx="191520" cy="252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8A979F5-0CBC-6B68-088A-DEAC004C376B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293967" y="5836702"/>
                  <a:ext cx="2271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E82D9D2-EE5C-4873-0A1D-B8DBDC6426D4}"/>
                    </a:ext>
                  </a:extLst>
                </p14:cNvPr>
                <p14:cNvContentPartPr/>
                <p14:nvPr/>
              </p14:nvContentPartPr>
              <p14:xfrm>
                <a:off x="5448767" y="5873062"/>
                <a:ext cx="44640" cy="554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E82D9D2-EE5C-4873-0A1D-B8DBDC6426D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430767" y="5855062"/>
                  <a:ext cx="80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EE52100-655E-A2DB-32E7-EF77A3A5EFB8}"/>
                    </a:ext>
                  </a:extLst>
                </p14:cNvPr>
                <p14:cNvContentPartPr/>
                <p14:nvPr/>
              </p14:nvContentPartPr>
              <p14:xfrm>
                <a:off x="5515367" y="5985742"/>
                <a:ext cx="291960" cy="1706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EE52100-655E-A2DB-32E7-EF77A3A5EFB8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497727" y="5967742"/>
                  <a:ext cx="327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823146C-4574-0FC0-6F25-B7056C726613}"/>
                    </a:ext>
                  </a:extLst>
                </p14:cNvPr>
                <p14:cNvContentPartPr/>
                <p14:nvPr/>
              </p14:nvContentPartPr>
              <p14:xfrm>
                <a:off x="6013607" y="6068542"/>
                <a:ext cx="141480" cy="308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823146C-4574-0FC0-6F25-B7056C72661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995967" y="6050542"/>
                  <a:ext cx="1771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F43CA95-5394-F656-6C62-99E3803D4F71}"/>
                    </a:ext>
                  </a:extLst>
                </p14:cNvPr>
                <p14:cNvContentPartPr/>
                <p14:nvPr/>
              </p14:nvContentPartPr>
              <p14:xfrm>
                <a:off x="6124487" y="5937502"/>
                <a:ext cx="29880" cy="39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F43CA95-5394-F656-6C62-99E3803D4F7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106487" y="5919502"/>
                  <a:ext cx="65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7B5A570-43B3-7AC7-5CE2-0ABCE594D0EC}"/>
                    </a:ext>
                  </a:extLst>
                </p14:cNvPr>
                <p14:cNvContentPartPr/>
                <p14:nvPr/>
              </p14:nvContentPartPr>
              <p14:xfrm>
                <a:off x="6245807" y="6044782"/>
                <a:ext cx="124560" cy="173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7B5A570-43B3-7AC7-5CE2-0ABCE594D0E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227807" y="6026782"/>
                  <a:ext cx="160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544B0E7-4C28-7B87-7DC9-5C93A618EBBF}"/>
                    </a:ext>
                  </a:extLst>
                </p14:cNvPr>
                <p14:cNvContentPartPr/>
                <p14:nvPr/>
              </p14:nvContentPartPr>
              <p14:xfrm>
                <a:off x="6480167" y="6058102"/>
                <a:ext cx="63720" cy="128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544B0E7-4C28-7B87-7DC9-5C93A618EBB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462527" y="6040462"/>
                  <a:ext cx="99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EC20AAC-B194-6316-6308-6FBF2418AF41}"/>
                    </a:ext>
                  </a:extLst>
                </p14:cNvPr>
                <p14:cNvContentPartPr/>
                <p14:nvPr/>
              </p14:nvContentPartPr>
              <p14:xfrm>
                <a:off x="6476927" y="5945422"/>
                <a:ext cx="4860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EC20AAC-B194-6316-6308-6FBF2418AF4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459287" y="5927422"/>
                  <a:ext cx="84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66C8FA0-806C-54BF-497B-C4A58AA88680}"/>
                    </a:ext>
                  </a:extLst>
                </p14:cNvPr>
                <p14:cNvContentPartPr/>
                <p14:nvPr/>
              </p14:nvContentPartPr>
              <p14:xfrm>
                <a:off x="6576647" y="6053062"/>
                <a:ext cx="228600" cy="1303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66C8FA0-806C-54BF-497B-C4A58AA8868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558647" y="6035062"/>
                  <a:ext cx="264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4012CE1-C9DC-30A1-9D9D-EFD269AAE550}"/>
                    </a:ext>
                  </a:extLst>
                </p14:cNvPr>
                <p14:cNvContentPartPr/>
                <p14:nvPr/>
              </p14:nvContentPartPr>
              <p14:xfrm>
                <a:off x="6856727" y="6047302"/>
                <a:ext cx="69480" cy="135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4012CE1-C9DC-30A1-9D9D-EFD269AAE55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839087" y="6029662"/>
                  <a:ext cx="105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7BF3B4E-DAA0-2F81-3E6C-AF3EEDC0E90C}"/>
                    </a:ext>
                  </a:extLst>
                </p14:cNvPr>
                <p14:cNvContentPartPr/>
                <p14:nvPr/>
              </p14:nvContentPartPr>
              <p14:xfrm>
                <a:off x="6880127" y="5884942"/>
                <a:ext cx="46080" cy="29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7BF3B4E-DAA0-2F81-3E6C-AF3EEDC0E90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862487" y="5866942"/>
                  <a:ext cx="81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796C410-C9C2-D58C-50ED-01610CE55B68}"/>
                    </a:ext>
                  </a:extLst>
                </p14:cNvPr>
                <p14:cNvContentPartPr/>
                <p14:nvPr/>
              </p14:nvContentPartPr>
              <p14:xfrm>
                <a:off x="6935207" y="6014542"/>
                <a:ext cx="332640" cy="1526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796C410-C9C2-D58C-50ED-01610CE55B6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917567" y="5996902"/>
                  <a:ext cx="368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20DE55F-201B-B038-7BAE-DDDF295582DD}"/>
                    </a:ext>
                  </a:extLst>
                </p14:cNvPr>
                <p14:cNvContentPartPr/>
                <p14:nvPr/>
              </p14:nvContentPartPr>
              <p14:xfrm>
                <a:off x="7007927" y="6031462"/>
                <a:ext cx="469800" cy="546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20DE55F-201B-B038-7BAE-DDDF295582D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989927" y="6013462"/>
                  <a:ext cx="50544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D8D901F-F1A1-C013-E5CE-56D6936CA7BD}"/>
                    </a:ext>
                  </a:extLst>
                </p14:cNvPr>
                <p14:cNvContentPartPr/>
                <p14:nvPr/>
              </p14:nvContentPartPr>
              <p14:xfrm>
                <a:off x="7790567" y="5743102"/>
                <a:ext cx="27720" cy="68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D8D901F-F1A1-C013-E5CE-56D6936CA7B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772927" y="5725102"/>
                  <a:ext cx="63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8710DD6-EB1E-E681-D9EA-38AB66C710A8}"/>
                    </a:ext>
                  </a:extLst>
                </p14:cNvPr>
                <p14:cNvContentPartPr/>
                <p14:nvPr/>
              </p14:nvContentPartPr>
              <p14:xfrm>
                <a:off x="7776887" y="6039022"/>
                <a:ext cx="154080" cy="1839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8710DD6-EB1E-E681-D9EA-38AB66C710A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758887" y="6021022"/>
                  <a:ext cx="189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8579CDD-5CAD-E346-A91A-C8561A3DC7D7}"/>
                    </a:ext>
                  </a:extLst>
                </p14:cNvPr>
                <p14:cNvContentPartPr/>
                <p14:nvPr/>
              </p14:nvContentPartPr>
              <p14:xfrm>
                <a:off x="7970207" y="5922382"/>
                <a:ext cx="425520" cy="2862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8579CDD-5CAD-E346-A91A-C8561A3DC7D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952567" y="5904742"/>
                  <a:ext cx="4611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FFACAD1-1F36-C802-A210-0FF43781BE81}"/>
                    </a:ext>
                  </a:extLst>
                </p14:cNvPr>
                <p14:cNvContentPartPr/>
                <p14:nvPr/>
              </p14:nvContentPartPr>
              <p14:xfrm>
                <a:off x="8257487" y="5995822"/>
                <a:ext cx="545040" cy="2671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FFACAD1-1F36-C802-A210-0FF43781BE8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39487" y="5978182"/>
                  <a:ext cx="5806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CBBD058-FD60-3175-96BF-DA2AA67155FE}"/>
                    </a:ext>
                  </a:extLst>
                </p14:cNvPr>
                <p14:cNvContentPartPr/>
                <p14:nvPr/>
              </p14:nvContentPartPr>
              <p14:xfrm>
                <a:off x="8867327" y="6076102"/>
                <a:ext cx="477360" cy="1569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CBBD058-FD60-3175-96BF-DA2AA67155F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49687" y="6058102"/>
                  <a:ext cx="513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DE1ABDF-9DC3-D7D6-E534-61B4224DFC88}"/>
                    </a:ext>
                  </a:extLst>
                </p14:cNvPr>
                <p14:cNvContentPartPr/>
                <p14:nvPr/>
              </p14:nvContentPartPr>
              <p14:xfrm>
                <a:off x="9621527" y="6106342"/>
                <a:ext cx="106200" cy="3769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DE1ABDF-9DC3-D7D6-E534-61B4224DFC8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603887" y="6088342"/>
                  <a:ext cx="1418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ED1F34C-995D-4FC0-B93B-521BE7A3F7F8}"/>
                    </a:ext>
                  </a:extLst>
                </p14:cNvPr>
                <p14:cNvContentPartPr/>
                <p14:nvPr/>
              </p14:nvContentPartPr>
              <p14:xfrm>
                <a:off x="9640607" y="6121822"/>
                <a:ext cx="220320" cy="1530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ED1F34C-995D-4FC0-B93B-521BE7A3F7F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622967" y="6104182"/>
                  <a:ext cx="255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DF76B0D-6090-A531-7FE4-8BCB93F3CC84}"/>
                    </a:ext>
                  </a:extLst>
                </p14:cNvPr>
                <p14:cNvContentPartPr/>
                <p14:nvPr/>
              </p14:nvContentPartPr>
              <p14:xfrm>
                <a:off x="9975767" y="6150262"/>
                <a:ext cx="163080" cy="1641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DF76B0D-6090-A531-7FE4-8BCB93F3CC8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958127" y="6132262"/>
                  <a:ext cx="198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1501D9E-1802-1023-CED0-045DF3080EEB}"/>
                    </a:ext>
                  </a:extLst>
                </p14:cNvPr>
                <p14:cNvContentPartPr/>
                <p14:nvPr/>
              </p14:nvContentPartPr>
              <p14:xfrm>
                <a:off x="10295087" y="6167542"/>
                <a:ext cx="15480" cy="1454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1501D9E-1802-1023-CED0-045DF3080EE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277087" y="6149902"/>
                  <a:ext cx="511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ABE86CE-C53B-D050-8778-AEFA995737E1}"/>
                    </a:ext>
                  </a:extLst>
                </p14:cNvPr>
                <p14:cNvContentPartPr/>
                <p14:nvPr/>
              </p14:nvContentPartPr>
              <p14:xfrm>
                <a:off x="10363487" y="6102022"/>
                <a:ext cx="9720" cy="237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ABE86CE-C53B-D050-8778-AEFA995737E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345847" y="6084022"/>
                  <a:ext cx="45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902BC1F-AE6C-5677-7D26-FE7EE4AEBD31}"/>
                    </a:ext>
                  </a:extLst>
                </p14:cNvPr>
                <p14:cNvContentPartPr/>
                <p14:nvPr/>
              </p14:nvContentPartPr>
              <p14:xfrm>
                <a:off x="10415687" y="6149182"/>
                <a:ext cx="209520" cy="170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902BC1F-AE6C-5677-7D26-FE7EE4AEBD3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397687" y="6131182"/>
                  <a:ext cx="24516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2B0694F-F699-8EAD-96C1-E3E47287E871}"/>
              </a:ext>
            </a:extLst>
          </p:cNvPr>
          <p:cNvGrpSpPr/>
          <p:nvPr/>
        </p:nvGrpSpPr>
        <p:grpSpPr>
          <a:xfrm>
            <a:off x="10729607" y="5985382"/>
            <a:ext cx="291600" cy="356400"/>
            <a:chOff x="10729607" y="5985382"/>
            <a:chExt cx="2916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CDBEB75-F4F6-913A-DFC8-35BD5CF146E5}"/>
                    </a:ext>
                  </a:extLst>
                </p14:cNvPr>
                <p14:cNvContentPartPr/>
                <p14:nvPr/>
              </p14:nvContentPartPr>
              <p14:xfrm>
                <a:off x="10736447" y="5985382"/>
                <a:ext cx="144720" cy="356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CDBEB75-F4F6-913A-DFC8-35BD5CF146E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718807" y="5967742"/>
                  <a:ext cx="180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38E886D-EAE1-8242-F7E1-117B69E859FF}"/>
                    </a:ext>
                  </a:extLst>
                </p14:cNvPr>
                <p14:cNvContentPartPr/>
                <p14:nvPr/>
              </p14:nvContentPartPr>
              <p14:xfrm>
                <a:off x="10729607" y="6102742"/>
                <a:ext cx="194760" cy="31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38E886D-EAE1-8242-F7E1-117B69E859FF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711607" y="6084742"/>
                  <a:ext cx="2304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D339AE1-778E-AB95-B8AE-C665534C28FF}"/>
                    </a:ext>
                  </a:extLst>
                </p14:cNvPr>
                <p14:cNvContentPartPr/>
                <p14:nvPr/>
              </p14:nvContentPartPr>
              <p14:xfrm>
                <a:off x="10868927" y="6116782"/>
                <a:ext cx="152280" cy="2026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D339AE1-778E-AB95-B8AE-C665534C28F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851287" y="6098782"/>
                  <a:ext cx="18792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59D47C69-E2F4-B3E3-606B-0C4595B11D78}"/>
                  </a:ext>
                </a:extLst>
              </p14:cNvPr>
              <p14:cNvContentPartPr/>
              <p14:nvPr/>
            </p14:nvContentPartPr>
            <p14:xfrm>
              <a:off x="11378687" y="6310102"/>
              <a:ext cx="59040" cy="50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59D47C69-E2F4-B3E3-606B-0C4595B11D78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11360687" y="6292102"/>
                <a:ext cx="94680" cy="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6480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2</cp:revision>
  <dcterms:created xsi:type="dcterms:W3CDTF">2026-03-12T05:39:27Z</dcterms:created>
  <dcterms:modified xsi:type="dcterms:W3CDTF">2026-03-12T12:13:16Z</dcterms:modified>
</cp:coreProperties>
</file>